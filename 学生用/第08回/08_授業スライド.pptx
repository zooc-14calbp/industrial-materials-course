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1.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06705695613b4b2d" /><Relationship Type="http://schemas.openxmlformats.org/officeDocument/2006/relationships/extended-properties" Target="/docProps/app.xml" Id="R3ca91c37dae641dd" /><Relationship Type="http://schemas.openxmlformats.org/officeDocument/2006/relationships/officeDocument" Target="/ppt/presentation.xml" Id="Rbaf020e1ed7b4af5" /></Relationships>
</file>

<file path=ppt/presentation.xml><?xml version="1.0" encoding="utf-8"?>
<p:presentation xmlns:p="http://schemas.openxmlformats.org/presentationml/2006/main">
  <p:sldMasterIdLst>
    <p:sldMasterId xmlns:r="http://schemas.openxmlformats.org/officeDocument/2006/relationships" id="2147483648" r:id="Rf994b91cadfc4734"/>
  </p:sldMasterIdLst>
  <p:notesMasterIdLst>
    <p:notesMasterId xmlns:r="http://schemas.openxmlformats.org/officeDocument/2006/relationships" r:id="R51826c798a3046b8"/>
  </p:notesMasterIdLst>
  <p:sldIdLst>
    <p:sldId xmlns:r="http://schemas.openxmlformats.org/officeDocument/2006/relationships" id="256" r:id="R7b454402e2a846e7"/>
    <p:sldId xmlns:r="http://schemas.openxmlformats.org/officeDocument/2006/relationships" id="257" r:id="R58ba9f893f6446f6"/>
    <p:sldId xmlns:r="http://schemas.openxmlformats.org/officeDocument/2006/relationships" id="258" r:id="R9d5c028843454dc8"/>
    <p:sldId xmlns:r="http://schemas.openxmlformats.org/officeDocument/2006/relationships" id="259" r:id="R27c17327e1b94776"/>
    <p:sldId xmlns:r="http://schemas.openxmlformats.org/officeDocument/2006/relationships" id="260" r:id="R8f8ae55aeddd4450"/>
    <p:sldId xmlns:r="http://schemas.openxmlformats.org/officeDocument/2006/relationships" id="261" r:id="R3117cac44ed6400c"/>
    <p:sldId xmlns:r="http://schemas.openxmlformats.org/officeDocument/2006/relationships" id="262" r:id="Rc95bd3ad2e64432b"/>
    <p:sldId xmlns:r="http://schemas.openxmlformats.org/officeDocument/2006/relationships" id="263" r:id="R5943331370e343eb"/>
    <p:sldId xmlns:r="http://schemas.openxmlformats.org/officeDocument/2006/relationships" id="264" r:id="R3736f051185d43e1"/>
    <p:sldId xmlns:r="http://schemas.openxmlformats.org/officeDocument/2006/relationships" id="265" r:id="Rdf9fbf56bcf64fab"/>
    <p:sldId xmlns:r="http://schemas.openxmlformats.org/officeDocument/2006/relationships" id="266" r:id="R8c8b49d10fb34e30"/>
    <p:sldId xmlns:r="http://schemas.openxmlformats.org/officeDocument/2006/relationships" id="267" r:id="Rc9b1f02699eb4cd5"/>
    <p:sldId xmlns:r="http://schemas.openxmlformats.org/officeDocument/2006/relationships" id="268" r:id="R369e526ff4d7405d"/>
    <p:sldId xmlns:r="http://schemas.openxmlformats.org/officeDocument/2006/relationships" id="269" r:id="R7d78243ca6ef481f"/>
    <p:sldId xmlns:r="http://schemas.openxmlformats.org/officeDocument/2006/relationships" id="270" r:id="Rb83f72b9ed554122"/>
    <p:sldId xmlns:r="http://schemas.openxmlformats.org/officeDocument/2006/relationships" id="271" r:id="Ra9cb5befff53405e"/>
    <p:sldId xmlns:r="http://schemas.openxmlformats.org/officeDocument/2006/relationships" id="272" r:id="Rfc89b335d4f4417f"/>
    <p:sldId xmlns:r="http://schemas.openxmlformats.org/officeDocument/2006/relationships" id="273" r:id="R9faef0dc1cda4808"/>
    <p:sldId xmlns:r="http://schemas.openxmlformats.org/officeDocument/2006/relationships" id="274" r:id="R8ce51cea33a9473c"/>
    <p:sldId xmlns:r="http://schemas.openxmlformats.org/officeDocument/2006/relationships" id="275" r:id="Ra95919f3d1c34bb6"/>
    <p:sldId xmlns:r="http://schemas.openxmlformats.org/officeDocument/2006/relationships" id="276" r:id="Re435b3abce3141f1"/>
    <p:sldId xmlns:r="http://schemas.openxmlformats.org/officeDocument/2006/relationships" id="277" r:id="R4819a8583a184dd2"/>
    <p:sldId xmlns:r="http://schemas.openxmlformats.org/officeDocument/2006/relationships" id="278" r:id="R885af3b324474d3f"/>
    <p:sldId xmlns:r="http://schemas.openxmlformats.org/officeDocument/2006/relationships" id="279" r:id="R4e0a284302b145d6"/>
    <p:sldId xmlns:r="http://schemas.openxmlformats.org/officeDocument/2006/relationships" id="280" r:id="Ra1905e17338e49f5"/>
    <p:sldId xmlns:r="http://schemas.openxmlformats.org/officeDocument/2006/relationships" id="281" r:id="R778960ab58524a2c"/>
    <p:sldId xmlns:r="http://schemas.openxmlformats.org/officeDocument/2006/relationships" id="282" r:id="R05db731d99db45e6"/>
    <p:sldId xmlns:r="http://schemas.openxmlformats.org/officeDocument/2006/relationships" id="283" r:id="Rf434f8af45e2453d"/>
    <p:sldId xmlns:r="http://schemas.openxmlformats.org/officeDocument/2006/relationships" id="284" r:id="R5f5857427fd84e4f"/>
    <p:sldId xmlns:r="http://schemas.openxmlformats.org/officeDocument/2006/relationships" id="285" r:id="Rce16d75111914154"/>
    <p:sldId xmlns:r="http://schemas.openxmlformats.org/officeDocument/2006/relationships" id="286" r:id="R5a84ac9587ff4b50"/>
    <p:sldId xmlns:r="http://schemas.openxmlformats.org/officeDocument/2006/relationships" id="287" r:id="Rbcbd2ed12b0a4610"/>
    <p:sldId xmlns:r="http://schemas.openxmlformats.org/officeDocument/2006/relationships" id="288" r:id="R7bb9b25efe764b84"/>
    <p:sldId xmlns:r="http://schemas.openxmlformats.org/officeDocument/2006/relationships" id="289" r:id="R3871f769e0a34dff"/>
    <p:sldId xmlns:r="http://schemas.openxmlformats.org/officeDocument/2006/relationships" id="290" r:id="R75c3f1d1b9e84c60"/>
    <p:sldId xmlns:r="http://schemas.openxmlformats.org/officeDocument/2006/relationships" id="291" r:id="R5f2c15a5de744bd1"/>
    <p:sldId xmlns:r="http://schemas.openxmlformats.org/officeDocument/2006/relationships" id="292" r:id="Rdb4147f458b94c37"/>
    <p:sldId xmlns:r="http://schemas.openxmlformats.org/officeDocument/2006/relationships" id="293" r:id="R342fedfc6da546ea"/>
    <p:sldId xmlns:r="http://schemas.openxmlformats.org/officeDocument/2006/relationships" id="294" r:id="Rbe68cfb512a44691"/>
    <p:sldId xmlns:r="http://schemas.openxmlformats.org/officeDocument/2006/relationships" id="295" r:id="R04c550e154d64a60"/>
    <p:sldId xmlns:r="http://schemas.openxmlformats.org/officeDocument/2006/relationships" id="296" r:id="R00162a486f5545fe"/>
    <p:sldId xmlns:r="http://schemas.openxmlformats.org/officeDocument/2006/relationships" id="297" r:id="R71c0e8b5ea4344d0"/>
    <p:sldId xmlns:r="http://schemas.openxmlformats.org/officeDocument/2006/relationships" id="298" r:id="Rfc4d6cbc6a8246f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b802d03b7b144c8" /><Relationship Type="http://schemas.openxmlformats.org/officeDocument/2006/relationships/slideMaster" Target="/ppt/slideMasters/slideMaster1.xml" Id="Rf994b91cadfc4734" /><Relationship Type="http://schemas.openxmlformats.org/officeDocument/2006/relationships/notesMaster" Target="/ppt/notesMasters/notesMaster1.xml" Id="R51826c798a3046b8" /><Relationship Type="http://schemas.openxmlformats.org/officeDocument/2006/relationships/presProps" Target="/ppt/presProps.xml" Id="R15cb22f39fae46d6" /><Relationship Type="http://schemas.openxmlformats.org/officeDocument/2006/relationships/tableStyles" Target="/ppt/tableStyles.xml" Id="R5c1219f857674814" /><Relationship Type="http://schemas.openxmlformats.org/officeDocument/2006/relationships/slide" Target="/ppt/slides/slide1.xml" Id="R7b454402e2a846e7" /><Relationship Type="http://schemas.openxmlformats.org/officeDocument/2006/relationships/slide" Target="/ppt/slides/slide2.xml" Id="R58ba9f893f6446f6" /><Relationship Type="http://schemas.openxmlformats.org/officeDocument/2006/relationships/slide" Target="/ppt/slides/slide3.xml" Id="R9d5c028843454dc8" /><Relationship Type="http://schemas.openxmlformats.org/officeDocument/2006/relationships/slide" Target="/ppt/slides/slide4.xml" Id="R27c17327e1b94776" /><Relationship Type="http://schemas.openxmlformats.org/officeDocument/2006/relationships/slide" Target="/ppt/slides/slide5.xml" Id="R8f8ae55aeddd4450" /><Relationship Type="http://schemas.openxmlformats.org/officeDocument/2006/relationships/slide" Target="/ppt/slides/slide6.xml" Id="R3117cac44ed6400c" /><Relationship Type="http://schemas.openxmlformats.org/officeDocument/2006/relationships/slide" Target="/ppt/slides/slide7.xml" Id="Rc95bd3ad2e64432b" /><Relationship Type="http://schemas.openxmlformats.org/officeDocument/2006/relationships/slide" Target="/ppt/slides/slide8.xml" Id="R5943331370e343eb" /><Relationship Type="http://schemas.openxmlformats.org/officeDocument/2006/relationships/slide" Target="/ppt/slides/slide9.xml" Id="R3736f051185d43e1" /><Relationship Type="http://schemas.openxmlformats.org/officeDocument/2006/relationships/slide" Target="/ppt/slides/slide10.xml" Id="Rdf9fbf56bcf64fab" /><Relationship Type="http://schemas.openxmlformats.org/officeDocument/2006/relationships/slide" Target="/ppt/slides/slide11.xml" Id="R8c8b49d10fb34e30" /><Relationship Type="http://schemas.openxmlformats.org/officeDocument/2006/relationships/slide" Target="/ppt/slides/slide12.xml" Id="Rc9b1f02699eb4cd5" /><Relationship Type="http://schemas.openxmlformats.org/officeDocument/2006/relationships/slide" Target="/ppt/slides/slide13.xml" Id="R369e526ff4d7405d" /><Relationship Type="http://schemas.openxmlformats.org/officeDocument/2006/relationships/slide" Target="/ppt/slides/slide14.xml" Id="R7d78243ca6ef481f" /><Relationship Type="http://schemas.openxmlformats.org/officeDocument/2006/relationships/slide" Target="/ppt/slides/slide15.xml" Id="Rb83f72b9ed554122" /><Relationship Type="http://schemas.openxmlformats.org/officeDocument/2006/relationships/slide" Target="/ppt/slides/slide16.xml" Id="Ra9cb5befff53405e" /><Relationship Type="http://schemas.openxmlformats.org/officeDocument/2006/relationships/slide" Target="/ppt/slides/slide17.xml" Id="Rfc89b335d4f4417f" /><Relationship Type="http://schemas.openxmlformats.org/officeDocument/2006/relationships/slide" Target="/ppt/slides/slide18.xml" Id="R9faef0dc1cda4808" /><Relationship Type="http://schemas.openxmlformats.org/officeDocument/2006/relationships/slide" Target="/ppt/slides/slide19.xml" Id="R8ce51cea33a9473c" /><Relationship Type="http://schemas.openxmlformats.org/officeDocument/2006/relationships/slide" Target="/ppt/slides/slide20.xml" Id="Ra95919f3d1c34bb6" /><Relationship Type="http://schemas.openxmlformats.org/officeDocument/2006/relationships/slide" Target="/ppt/slides/slide21.xml" Id="Re435b3abce3141f1" /><Relationship Type="http://schemas.openxmlformats.org/officeDocument/2006/relationships/slide" Target="/ppt/slides/slide22.xml" Id="R4819a8583a184dd2" /><Relationship Type="http://schemas.openxmlformats.org/officeDocument/2006/relationships/slide" Target="/ppt/slides/slide23.xml" Id="R885af3b324474d3f" /><Relationship Type="http://schemas.openxmlformats.org/officeDocument/2006/relationships/slide" Target="/ppt/slides/slide24.xml" Id="R4e0a284302b145d6" /><Relationship Type="http://schemas.openxmlformats.org/officeDocument/2006/relationships/slide" Target="/ppt/slides/slide25.xml" Id="Ra1905e17338e49f5" /><Relationship Type="http://schemas.openxmlformats.org/officeDocument/2006/relationships/slide" Target="/ppt/slides/slide26.xml" Id="R778960ab58524a2c" /><Relationship Type="http://schemas.openxmlformats.org/officeDocument/2006/relationships/slide" Target="/ppt/slides/slide27.xml" Id="R05db731d99db45e6" /><Relationship Type="http://schemas.openxmlformats.org/officeDocument/2006/relationships/slide" Target="/ppt/slides/slide28.xml" Id="Rf434f8af45e2453d" /><Relationship Type="http://schemas.openxmlformats.org/officeDocument/2006/relationships/slide" Target="/ppt/slides/slide29.xml" Id="R5f5857427fd84e4f" /><Relationship Type="http://schemas.openxmlformats.org/officeDocument/2006/relationships/slide" Target="/ppt/slides/slide30.xml" Id="Rce16d75111914154" /><Relationship Type="http://schemas.openxmlformats.org/officeDocument/2006/relationships/slide" Target="/ppt/slides/slide31.xml" Id="R5a84ac9587ff4b50" /><Relationship Type="http://schemas.openxmlformats.org/officeDocument/2006/relationships/slide" Target="/ppt/slides/slide32.xml" Id="Rbcbd2ed12b0a4610" /><Relationship Type="http://schemas.openxmlformats.org/officeDocument/2006/relationships/slide" Target="/ppt/slides/slide33.xml" Id="R7bb9b25efe764b84" /><Relationship Type="http://schemas.openxmlformats.org/officeDocument/2006/relationships/slide" Target="/ppt/slides/slide34.xml" Id="R3871f769e0a34dff" /><Relationship Type="http://schemas.openxmlformats.org/officeDocument/2006/relationships/slide" Target="/ppt/slides/slide35.xml" Id="R75c3f1d1b9e84c60" /><Relationship Type="http://schemas.openxmlformats.org/officeDocument/2006/relationships/slide" Target="/ppt/slides/slide36.xml" Id="R5f2c15a5de744bd1" /><Relationship Type="http://schemas.openxmlformats.org/officeDocument/2006/relationships/slide" Target="/ppt/slides/slide37.xml" Id="Rdb4147f458b94c37" /><Relationship Type="http://schemas.openxmlformats.org/officeDocument/2006/relationships/slide" Target="/ppt/slides/slide38.xml" Id="R342fedfc6da546ea" /><Relationship Type="http://schemas.openxmlformats.org/officeDocument/2006/relationships/slide" Target="/ppt/slides/slide39.xml" Id="Rbe68cfb512a44691" /><Relationship Type="http://schemas.openxmlformats.org/officeDocument/2006/relationships/slide" Target="/ppt/slides/slide40.xml" Id="R04c550e154d64a60" /><Relationship Type="http://schemas.openxmlformats.org/officeDocument/2006/relationships/slide" Target="/ppt/slides/slide41.xml" Id="R00162a486f5545fe" /><Relationship Type="http://schemas.openxmlformats.org/officeDocument/2006/relationships/slide" Target="/ppt/slides/slide42.xml" Id="R71c0e8b5ea4344d0" /><Relationship Type="http://schemas.openxmlformats.org/officeDocument/2006/relationships/slide" Target="/ppt/slides/slide43.xml" Id="Rfc4d6cbc6a8246f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2fb404ef40a446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f1b83ab310443dd" /><Relationship Type="http://schemas.openxmlformats.org/officeDocument/2006/relationships/notesMaster" Target="/ppt/notesMasters/notesMaster1.xml" Id="Ra76cbd39ab95408f" /></Relationships>
</file>

<file path=ppt/notesSlides/_rels/notesSlide2.xml.rels>&#65279;<?xml version="1.0" encoding="utf-8"?><Relationships xmlns="http://schemas.openxmlformats.org/package/2006/relationships"><Relationship Type="http://schemas.openxmlformats.org/officeDocument/2006/relationships/slide" Target="/ppt/slides/slide2.xml" Id="R5ed4df4ae0c64122" /><Relationship Type="http://schemas.openxmlformats.org/officeDocument/2006/relationships/notesMaster" Target="/ppt/notesMasters/notesMaster1.xml" Id="R48de98880ff44eca" /></Relationships>
</file>

<file path=ppt/notesSlides/_rels/notesSlide3.xml.rels>&#65279;<?xml version="1.0" encoding="utf-8"?><Relationships xmlns="http://schemas.openxmlformats.org/package/2006/relationships"><Relationship Type="http://schemas.openxmlformats.org/officeDocument/2006/relationships/slide" Target="/ppt/slides/slide3.xml" Id="Rf495e43abf624b11" /><Relationship Type="http://schemas.openxmlformats.org/officeDocument/2006/relationships/notesMaster" Target="/ppt/notesMasters/notesMaster1.xml" Id="R8143d91a50904f5b" /></Relationships>
</file>

<file path=ppt/notesSlides/_rels/notesSlide4.xml.rels>&#65279;<?xml version="1.0" encoding="utf-8"?><Relationships xmlns="http://schemas.openxmlformats.org/package/2006/relationships"><Relationship Type="http://schemas.openxmlformats.org/officeDocument/2006/relationships/slide" Target="/ppt/slides/slide4.xml" Id="R426a5bbf36034ad8" /><Relationship Type="http://schemas.openxmlformats.org/officeDocument/2006/relationships/notesMaster" Target="/ppt/notesMasters/notesMaster1.xml" Id="Rba01e97a0f584323" /></Relationships>
</file>

<file path=ppt/notesSlides/_rels/notesSlide5.xml.rels>&#65279;<?xml version="1.0" encoding="utf-8"?><Relationships xmlns="http://schemas.openxmlformats.org/package/2006/relationships"><Relationship Type="http://schemas.openxmlformats.org/officeDocument/2006/relationships/slide" Target="/ppt/slides/slide5.xml" Id="R5b22cca110ca4919" /><Relationship Type="http://schemas.openxmlformats.org/officeDocument/2006/relationships/notesMaster" Target="/ppt/notesMasters/notesMaster1.xml" Id="R233fcec26e254a07" /></Relationships>
</file>

<file path=ppt/notesSlides/_rels/notesSlide6.xml.rels>&#65279;<?xml version="1.0" encoding="utf-8"?><Relationships xmlns="http://schemas.openxmlformats.org/package/2006/relationships"><Relationship Type="http://schemas.openxmlformats.org/officeDocument/2006/relationships/slide" Target="/ppt/slides/slide6.xml" Id="R2561573c5c64449b" /><Relationship Type="http://schemas.openxmlformats.org/officeDocument/2006/relationships/notesMaster" Target="/ppt/notesMasters/notesMaster1.xml" Id="R4f2cc34c2bde42d9" /></Relationships>
</file>

<file path=ppt/notesSlides/_rels/notesSlide7.xml.rels>&#65279;<?xml version="1.0" encoding="utf-8"?><Relationships xmlns="http://schemas.openxmlformats.org/package/2006/relationships"><Relationship Type="http://schemas.openxmlformats.org/officeDocument/2006/relationships/slide" Target="/ppt/slides/slide7.xml" Id="Rf4765c8fb3534072" /><Relationship Type="http://schemas.openxmlformats.org/officeDocument/2006/relationships/notesMaster" Target="/ppt/notesMasters/notesMaster1.xml" Id="R5335f796b99441a5" /></Relationships>
</file>

<file path=ppt/notesSlides/_rels/notesSlide8.xml.rels>&#65279;<?xml version="1.0" encoding="utf-8"?><Relationships xmlns="http://schemas.openxmlformats.org/package/2006/relationships"><Relationship Type="http://schemas.openxmlformats.org/officeDocument/2006/relationships/slide" Target="/ppt/slides/slide8.xml" Id="R95f9ecf4a0164f85" /><Relationship Type="http://schemas.openxmlformats.org/officeDocument/2006/relationships/notesMaster" Target="/ppt/notesMasters/notesMaster1.xml" Id="Rdd6af908e24844af" /></Relationships>
</file>

<file path=ppt/notesSlides/_rels/notesSlide9.xml.rels>&#65279;<?xml version="1.0" encoding="utf-8"?><Relationships xmlns="http://schemas.openxmlformats.org/package/2006/relationships"><Relationship Type="http://schemas.openxmlformats.org/officeDocument/2006/relationships/slide" Target="/ppt/slides/slide9.xml" Id="R906d18d8c1404ca4" /><Relationship Type="http://schemas.openxmlformats.org/officeDocument/2006/relationships/notesMaster" Target="/ppt/notesMasters/notesMaster1.xml" Id="R7ebe3c4864224fc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9416edd562d4e41" /><Relationship Type="http://schemas.openxmlformats.org/officeDocument/2006/relationships/notesMaster" Target="/ppt/notesMasters/notesMaster1.xml" Id="Rc5544f77f75741e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f7303fead544f0f" /><Relationship Type="http://schemas.openxmlformats.org/officeDocument/2006/relationships/notesMaster" Target="/ppt/notesMasters/notesMaster1.xml" Id="R70cb763de73b4a8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289fe7f75394287" /><Relationship Type="http://schemas.openxmlformats.org/officeDocument/2006/relationships/notesMaster" Target="/ppt/notesMasters/notesMaster1.xml" Id="R02b8d6b6370f499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60b6edf6edd450e" /><Relationship Type="http://schemas.openxmlformats.org/officeDocument/2006/relationships/notesMaster" Target="/ppt/notesMasters/notesMaster1.xml" Id="R78b05aa8e501459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0f8f3f066a54293" /><Relationship Type="http://schemas.openxmlformats.org/officeDocument/2006/relationships/notesMaster" Target="/ppt/notesMasters/notesMaster1.xml" Id="R1f2ae5d2e7604b1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e3e9f967bce94158" /><Relationship Type="http://schemas.openxmlformats.org/officeDocument/2006/relationships/notesMaster" Target="/ppt/notesMasters/notesMaster1.xml" Id="Raa2ded921d7e4b7b"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659f645c7c384634" /><Relationship Type="http://schemas.openxmlformats.org/officeDocument/2006/relationships/notesMaster" Target="/ppt/notesMasters/notesMaster1.xml" Id="R29de50304fdb460a"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5047528012a24381" /><Relationship Type="http://schemas.openxmlformats.org/officeDocument/2006/relationships/notesMaster" Target="/ppt/notesMasters/notesMaster1.xml" Id="Rcc8faf106e2e4135"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2d37a7c2e2964b57" /><Relationship Type="http://schemas.openxmlformats.org/officeDocument/2006/relationships/notesMaster" Target="/ppt/notesMasters/notesMaster1.xml" Id="R4f6f9705c3a7412e"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b5c2c324f10f4890" /><Relationship Type="http://schemas.openxmlformats.org/officeDocument/2006/relationships/notesMaster" Target="/ppt/notesMasters/notesMaster1.xml" Id="R3ae5c6881b91462b"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0ac264820d5c4ee7" /><Relationship Type="http://schemas.openxmlformats.org/officeDocument/2006/relationships/notesMaster" Target="/ppt/notesMasters/notesMaster1.xml" Id="R42dc872aa5024470"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389247b6b6d84346" /><Relationship Type="http://schemas.openxmlformats.org/officeDocument/2006/relationships/notesMaster" Target="/ppt/notesMasters/notesMaster1.xml" Id="Re2dc73886c674116"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dc7cb3a5c16f4c4f" /><Relationship Type="http://schemas.openxmlformats.org/officeDocument/2006/relationships/notesMaster" Target="/ppt/notesMasters/notesMaster1.xml" Id="Re0e9576f98894d5a"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6ff42b53917c4f3e" /><Relationship Type="http://schemas.openxmlformats.org/officeDocument/2006/relationships/notesMaster" Target="/ppt/notesMasters/notesMaster1.xml" Id="R3fad7401d4a34e8d"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c895323629784cbf" /><Relationship Type="http://schemas.openxmlformats.org/officeDocument/2006/relationships/notesMaster" Target="/ppt/notesMasters/notesMaster1.xml" Id="R55adaf736d0d4d6f"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3429761dc26e4d88" /><Relationship Type="http://schemas.openxmlformats.org/officeDocument/2006/relationships/notesMaster" Target="/ppt/notesMasters/notesMaster1.xml" Id="R21e4d739181b49d0"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df928140b4ef4dd3" /><Relationship Type="http://schemas.openxmlformats.org/officeDocument/2006/relationships/notesMaster" Target="/ppt/notesMasters/notesMaster1.xml" Id="R73c01b75508245bb"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36c963d0da1b418f" /><Relationship Type="http://schemas.openxmlformats.org/officeDocument/2006/relationships/notesMaster" Target="/ppt/notesMasters/notesMaster1.xml" Id="Rc64c79f291d04cdc"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280d4be7c65744d4" /><Relationship Type="http://schemas.openxmlformats.org/officeDocument/2006/relationships/notesMaster" Target="/ppt/notesMasters/notesMaster1.xml" Id="Rbc6ca862c35946f4"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5ccfb4b74e944a00" /><Relationship Type="http://schemas.openxmlformats.org/officeDocument/2006/relationships/notesMaster" Target="/ppt/notesMasters/notesMaster1.xml" Id="R63704b563290413d"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6733afb4c7b74c3b" /><Relationship Type="http://schemas.openxmlformats.org/officeDocument/2006/relationships/notesMaster" Target="/ppt/notesMasters/notesMaster1.xml" Id="Rf4d3a06275984478"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4f33a20f734d485f" /><Relationship Type="http://schemas.openxmlformats.org/officeDocument/2006/relationships/notesMaster" Target="/ppt/notesMasters/notesMaster1.xml" Id="R5e6211d5e3284163"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ded8507c831a44a4" /><Relationship Type="http://schemas.openxmlformats.org/officeDocument/2006/relationships/notesMaster" Target="/ppt/notesMasters/notesMaster1.xml" Id="R0bb2cbbe3a4d4138"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1a8d5a19eef04cc1" /><Relationship Type="http://schemas.openxmlformats.org/officeDocument/2006/relationships/notesMaster" Target="/ppt/notesMasters/notesMaster1.xml" Id="R81ba3dbc04dc4802"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596ee58384544fb0" /><Relationship Type="http://schemas.openxmlformats.org/officeDocument/2006/relationships/notesMaster" Target="/ppt/notesMasters/notesMaster1.xml" Id="R1b4bc63827dd4d1e"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393992a3216e4d69" /><Relationship Type="http://schemas.openxmlformats.org/officeDocument/2006/relationships/notesMaster" Target="/ppt/notesMasters/notesMaster1.xml" Id="R508f74a7d07a4ba3"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baa1f11538554d6c" /><Relationship Type="http://schemas.openxmlformats.org/officeDocument/2006/relationships/notesMaster" Target="/ppt/notesMasters/notesMaster1.xml" Id="R5fec49836deb42cb"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5e9c12a57f694fb8" /><Relationship Type="http://schemas.openxmlformats.org/officeDocument/2006/relationships/notesMaster" Target="/ppt/notesMasters/notesMaster1.xml" Id="R5b4972cb6cac4238"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42265f0368d54325" /><Relationship Type="http://schemas.openxmlformats.org/officeDocument/2006/relationships/notesMaster" Target="/ppt/notesMasters/notesMaster1.xml" Id="R2ac64e74ad0c4140"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a5f93f169c8142f5" /><Relationship Type="http://schemas.openxmlformats.org/officeDocument/2006/relationships/notesMaster" Target="/ppt/notesMasters/notesMaster1.xml" Id="R245f0ff45af94876"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4f61a927abe049c9" /><Relationship Type="http://schemas.openxmlformats.org/officeDocument/2006/relationships/notesMaster" Target="/ppt/notesMasters/notesMaster1.xml" Id="Rb9f00d7d0c1d4867"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80268dba80154fe0" /><Relationship Type="http://schemas.openxmlformats.org/officeDocument/2006/relationships/notesMaster" Target="/ppt/notesMasters/notesMaster1.xml" Id="Rfbf996f32182423a"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22696d0849c042a8" /><Relationship Type="http://schemas.openxmlformats.org/officeDocument/2006/relationships/notesMaster" Target="/ppt/notesMasters/notesMaster1.xml" Id="R6348cfe66c624f64"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98c4684fac6d41d8" /><Relationship Type="http://schemas.openxmlformats.org/officeDocument/2006/relationships/notesMaster" Target="/ppt/notesMasters/notesMaster1.xml" Id="R74f7ce8e62c9454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成形方法を構造と結び付け、時間・温度・環境の条件から使用を考えます。原料由来と生分解性を区別し、再使用・材料循環・熱回収を分けて説明します。</a:t>
            </a:r>
          </a:p>
          <a:p xmlns:a="http://schemas.openxmlformats.org/drawingml/2006/main">
            <a:r>
              <a:t/>
            </a:r>
          </a:p>
          <a:p xmlns:a="http://schemas.openxmlformats.org/drawingml/2006/main">
            <a:r>
              <a:t>参照資料：</a:t>
            </a:r>
          </a:p>
          <a:p xmlns:a="http://schemas.openxmlformats.org/drawingml/2006/main">
            <a:r>
              <a:t>https://openstax.org/books/organic-chemistry/pages/31-7-polymer-structure-and-physical-properties</a:t>
            </a:r>
          </a:p>
          <a:p xmlns:a="http://schemas.openxmlformats.org/drawingml/2006/main">
            <a:r>
              <a:t>https://www.keyence.co.jp/ss/products/sensor/plastic-molding/about/summary.jsp</a:t>
            </a:r>
          </a:p>
          <a:p xmlns:a="http://schemas.openxmlformats.org/drawingml/2006/main">
            <a:r>
              <a:t>https://www.keyence.co.jp/ss/products/sensor/plastic-molding/process/vacuum.jsp</a:t>
            </a:r>
          </a:p>
          <a:p xmlns:a="http://schemas.openxmlformats.org/drawingml/2006/main">
            <a:r>
              <a:t>https://eprintspublications.npl.co.uk/1560/</a:t>
            </a:r>
          </a:p>
          <a:p xmlns:a="http://schemas.openxmlformats.org/drawingml/2006/main">
            <a:r>
              <a:t>https://plastic-circulation.env.go.jp/about/bio</a:t>
            </a:r>
          </a:p>
          <a:p xmlns:a="http://schemas.openxmlformats.org/drawingml/2006/main">
            <a:r>
              <a:t>https://openstax.org/books/additive-manufacturing-essentials/pages/3-1-polymer-materials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今回の到達点を確認します。成形方法を構造と結び付け、時間・温度・環境の条件から使用を考えます。原料由来と生分解性を区別し、再使用・材料循環・熱回収を分けて説明します。</a:t>
            </a:r>
          </a:p>
          <a:p xmlns:a="http://schemas.openxmlformats.org/drawingml/2006/main">
            <a:r>
              <a:t>途中の演習は自己確認用です。図と途中式をノートに残し、解説を聞く前に考える時間を取ります。正式な提出課題の締切や配点は別の指示に従ってください。</a:t>
            </a:r>
          </a:p>
          <a:p xmlns:a="http://schemas.openxmlformats.org/drawingml/2006/main">
            <a:r>
              <a:t/>
            </a:r>
          </a:p>
          <a:p xmlns:a="http://schemas.openxmlformats.org/drawingml/2006/main">
            <a:r>
              <a:t>参照資料：</a:t>
            </a:r>
          </a:p>
          <a:p xmlns:a="http://schemas.openxmlformats.org/drawingml/2006/main">
            <a:r>
              <a:t>https://openstax.org/books/organic-chemistry/pages/31-7-polymer-structure-and-physical-properties</a:t>
            </a:r>
          </a:p>
          <a:p xmlns:a="http://schemas.openxmlformats.org/drawingml/2006/main">
            <a:r>
              <a:t>https://www.keyence.co.jp/ss/products/sensor/plastic-molding/about/summary.jsp</a:t>
            </a:r>
          </a:p>
          <a:p xmlns:a="http://schemas.openxmlformats.org/drawingml/2006/main">
            <a:r>
              <a:t>https://www.keyence.co.jp/ss/products/sensor/plastic-molding/process/vacuum.jsp</a:t>
            </a:r>
          </a:p>
          <a:p xmlns:a="http://schemas.openxmlformats.org/drawingml/2006/main">
            <a:r>
              <a:t>https://eprintspublications.npl.co.uk/1560/</a:t>
            </a:r>
          </a:p>
          <a:p xmlns:a="http://schemas.openxmlformats.org/drawingml/2006/main">
            <a:r>
              <a:t>https://plastic-circulation.env.go.jp/about/bio</a:t>
            </a:r>
          </a:p>
          <a:p xmlns:a="http://schemas.openxmlformats.org/drawingml/2006/main">
            <a:r>
              <a:t>https://openstax.org/books/additive-manufacturing-essentials/pages/3-1-polymer-materials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今回は、プラスチックを作る工程、使う条件、使い終えた後の扱いをつなげます。成形しやすいこと、使用中に変形しにくいこと、回収して再利用しやすいことは、それぞれ別の条件です。</a:t>
            </a:r>
          </a:p>
          <a:p xmlns:a="http://schemas.openxmlformats.org/drawingml/2006/main">
            <a:r>
              <a:t>生物育成の栽培容器や灌水部材を例に、濡れ、日射、荷重、清掃、交換まで考えます。環境面の評価も、材料の名前や原料の由来だけで決めず、考えた範囲と必要な情報を明らかにします。</a:t>
            </a:r>
          </a:p>
          <a:p xmlns:a="http://schemas.openxmlformats.org/drawingml/2006/main">
            <a:r>
              <a:t>図の見方を確認します。製造・使用・回収の段階を対応させる。図の位置や比較条件を確かめ、用語だけでなく自分の言葉で説明してください。</a:t>
            </a:r>
          </a:p>
          <a:p xmlns:a="http://schemas.openxmlformats.org/drawingml/2006/main">
            <a:r>
              <a:t/>
            </a:r>
          </a:p>
          <a:p xmlns:a="http://schemas.openxmlformats.org/drawingml/2006/main">
            <a:r>
              <a:t>参照資料：</a:t>
            </a:r>
          </a:p>
          <a:p xmlns:a="http://schemas.openxmlformats.org/drawingml/2006/main">
            <a:r>
              <a:t>https://openstax.org/books/organic-chemistry/pages/31-7-polymer-structure-and-physical-properties</a:t>
            </a:r>
          </a:p>
          <a:p xmlns:a="http://schemas.openxmlformats.org/drawingml/2006/main">
            <a:r>
              <a:t>https://www.keyence.co.jp/ss/products/sensor/plastic-molding/about/summary.jsp</a:t>
            </a:r>
          </a:p>
          <a:p xmlns:a="http://schemas.openxmlformats.org/drawingml/2006/main">
            <a:r>
              <a:t>https://www.keyence.co.jp/ss/products/sensor/plastic-molding/process/vacuum.jsp</a:t>
            </a:r>
          </a:p>
          <a:p xmlns:a="http://schemas.openxmlformats.org/drawingml/2006/main">
            <a:r>
              <a:t>https://eprintspublications.npl.co.uk/1560/</a:t>
            </a:r>
          </a:p>
          <a:p xmlns:a="http://schemas.openxmlformats.org/drawingml/2006/main">
            <a:r>
              <a:t>https://plastic-circulation.env.go.jp/about/bio</a:t>
            </a:r>
          </a:p>
          <a:p xmlns:a="http://schemas.openxmlformats.org/drawingml/2006/main">
            <a:r>
              <a:t>https://openstax.org/books/additive-manufacturing-essentials/pages/3-1-polymer-materials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射出成形は、軟化・溶融した樹脂を金型へ入れ、形を作る方法です。図では材料の供給、金型への充填、冷却、取出しを順に示します。成形できる形、肉厚、流れ、収縮などを考えます。</a:t>
            </a:r>
          </a:p>
          <a:p xmlns:a="http://schemas.openxmlformats.org/drawingml/2006/main">
            <a:r>
              <a:t>溶かせば任意の形が無条件で正確にできるわけではありません。金型や設備、樹脂の条件が必要です。学校で行う板の曲げ加工と、工場の射出成形の工程を区別してください。</a:t>
            </a:r>
          </a:p>
          <a:p xmlns:a="http://schemas.openxmlformats.org/drawingml/2006/main">
            <a:r>
              <a:t>図の見方を確認します。射出成形の充填・冷却・取出しを示す。図の位置や比較条件を確かめ、用語だけでなく自分の言葉で説明してください。</a:t>
            </a:r>
          </a:p>
          <a:p xmlns:a="http://schemas.openxmlformats.org/drawingml/2006/main">
            <a:r>
              <a:t/>
            </a:r>
          </a:p>
          <a:p xmlns:a="http://schemas.openxmlformats.org/drawingml/2006/main">
            <a:r>
              <a:t>参照資料：</a:t>
            </a:r>
          </a:p>
          <a:p xmlns:a="http://schemas.openxmlformats.org/drawingml/2006/main">
            <a:r>
              <a:t>https://openstax.org/books/organic-chemistry/pages/31-7-polymer-structure-and-physical-properties</a:t>
            </a:r>
          </a:p>
          <a:p xmlns:a="http://schemas.openxmlformats.org/drawingml/2006/main">
            <a:r>
              <a:t>https://www.keyence.co.jp/ss/products/sensor/plastic-molding/about/summary.jsp</a:t>
            </a:r>
          </a:p>
          <a:p xmlns:a="http://schemas.openxmlformats.org/drawingml/2006/main">
            <a:r>
              <a:t>https://www.keyence.co.jp/ss/products/sensor/plastic-molding/process/vacuum.jsp</a:t>
            </a:r>
          </a:p>
          <a:p xmlns:a="http://schemas.openxmlformats.org/drawingml/2006/main">
            <a:r>
              <a:t>https://eprintspublications.npl.co.uk/1560/</a:t>
            </a:r>
          </a:p>
          <a:p xmlns:a="http://schemas.openxmlformats.org/drawingml/2006/main">
            <a:r>
              <a:t>https://plastic-circulation.env.go.jp/about/bio</a:t>
            </a:r>
          </a:p>
          <a:p xmlns:a="http://schemas.openxmlformats.org/drawingml/2006/main">
            <a:r>
              <a:t>https://openstax.org/books/additive-manufacturing-essentials/pages/3-1-polymer-materials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押出成形では、ダイスから材料を連続的に出して形を作ります。管や形材など、長さ方向にほぼ一定の断面を持つ製品へ使う例があります。射出成形のように閉じた金型の中を満たして一個ずつ取り出す模型と区別します。</a:t>
            </a:r>
          </a:p>
          <a:p xmlns:a="http://schemas.openxmlformats.org/drawingml/2006/main">
            <a:r>
              <a:t>断面を決める部分と、冷却して引き取る部分の役割を図から読んでください。どの方法でも、樹脂名だけで寸法精度や製品性能が決まるわけではありません。形と数量、設備、材料の条件を組み合わせます。</a:t>
            </a:r>
          </a:p>
          <a:p xmlns:a="http://schemas.openxmlformats.org/drawingml/2006/main">
            <a:r>
              <a:t>図の見方を確認します。押出成形の連続する材料の流れを示す。図の位置や比較条件を確かめ、用語だけでなく自分の言葉で説明してください。</a:t>
            </a:r>
          </a:p>
          <a:p xmlns:a="http://schemas.openxmlformats.org/drawingml/2006/main">
            <a:r>
              <a:t/>
            </a:r>
          </a:p>
          <a:p xmlns:a="http://schemas.openxmlformats.org/drawingml/2006/main">
            <a:r>
              <a:t>参照資料：</a:t>
            </a:r>
          </a:p>
          <a:p xmlns:a="http://schemas.openxmlformats.org/drawingml/2006/main">
            <a:r>
              <a:t>https://openstax.org/books/organic-chemistry/pages/31-7-polymer-structure-and-physical-properties</a:t>
            </a:r>
          </a:p>
          <a:p xmlns:a="http://schemas.openxmlformats.org/drawingml/2006/main">
            <a:r>
              <a:t>https://www.keyence.co.jp/ss/products/sensor/plastic-molding/about/summary.jsp</a:t>
            </a:r>
          </a:p>
          <a:p xmlns:a="http://schemas.openxmlformats.org/drawingml/2006/main">
            <a:r>
              <a:t>https://www.keyence.co.jp/ss/products/sensor/plastic-molding/process/vacuum.jsp</a:t>
            </a:r>
          </a:p>
          <a:p xmlns:a="http://schemas.openxmlformats.org/drawingml/2006/main">
            <a:r>
              <a:t>https://eprintspublications.npl.co.uk/1560/</a:t>
            </a:r>
          </a:p>
          <a:p xmlns:a="http://schemas.openxmlformats.org/drawingml/2006/main">
            <a:r>
              <a:t>https://plastic-circulation.env.go.jp/about/bio</a:t>
            </a:r>
          </a:p>
          <a:p xmlns:a="http://schemas.openxmlformats.org/drawingml/2006/main">
            <a:r>
              <a:t>https://openstax.org/books/additive-manufacturing-essentials/pages/3-1-polymer-materials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熱成形では、シートを加熱して軟化し、型などへ沿わせて形を作ります。真空成形では、型側の空気を抜き、大気圧によって沿わせる方法を考えます。原料を一から金型へ射出する工程とは異なります。</a:t>
            </a:r>
          </a:p>
          <a:p xmlns:a="http://schemas.openxmlformats.org/drawingml/2006/main">
            <a:r>
              <a:t>もとの板厚と、伸ばされた部分の厚さ、形の深さなどが関わります。加熱で軟らかくすることを利用しますが、材料の適切な加工範囲を確認します。見た目の形だけでなく、必要な部分の厚さと性能が残るかを考えます。</a:t>
            </a:r>
          </a:p>
          <a:p xmlns:a="http://schemas.openxmlformats.org/drawingml/2006/main">
            <a:r>
              <a:t>図の見方を確認します。シート・型・圧力差の役割を示す。図の位置や比較条件を確かめ、用語だけでなく自分の言葉で説明してください。</a:t>
            </a:r>
          </a:p>
          <a:p xmlns:a="http://schemas.openxmlformats.org/drawingml/2006/main">
            <a:r>
              <a:t/>
            </a:r>
          </a:p>
          <a:p xmlns:a="http://schemas.openxmlformats.org/drawingml/2006/main">
            <a:r>
              <a:t>参照資料：</a:t>
            </a:r>
          </a:p>
          <a:p xmlns:a="http://schemas.openxmlformats.org/drawingml/2006/main">
            <a:r>
              <a:t>https://openstax.org/books/organic-chemistry/pages/31-7-polymer-structure-and-physical-properties</a:t>
            </a:r>
          </a:p>
          <a:p xmlns:a="http://schemas.openxmlformats.org/drawingml/2006/main">
            <a:r>
              <a:t>https://www.keyence.co.jp/ss/products/sensor/plastic-molding/about/summary.jsp</a:t>
            </a:r>
          </a:p>
          <a:p xmlns:a="http://schemas.openxmlformats.org/drawingml/2006/main">
            <a:r>
              <a:t>https://www.keyence.co.jp/ss/products/sensor/plastic-molding/process/vacuum.jsp</a:t>
            </a:r>
          </a:p>
          <a:p xmlns:a="http://schemas.openxmlformats.org/drawingml/2006/main">
            <a:r>
              <a:t>https://eprintspublications.npl.co.uk/1560/</a:t>
            </a:r>
          </a:p>
          <a:p xmlns:a="http://schemas.openxmlformats.org/drawingml/2006/main">
            <a:r>
              <a:t>https://plastic-circulation.env.go.jp/about/bio</a:t>
            </a:r>
          </a:p>
          <a:p xmlns:a="http://schemas.openxmlformats.org/drawingml/2006/main">
            <a:r>
              <a:t>https://openstax.org/books/additive-manufacturing-essentials/pages/3-1-polymer-materials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積層造形では、方式、材料、成形方向、条件などが部品へ影響します。同じ樹脂名でも、射出成形の試験片と、層を重ねた部品が同じ性能になるとは限りません。層間や空隙、充填の仕方などを確認します。</a:t>
            </a:r>
          </a:p>
          <a:p xmlns:a="http://schemas.openxmlformats.org/drawingml/2006/main">
            <a:r>
              <a:t>デジタルで形を作る場合にも、材料と加工条件の学習は必要です。形のデータが正しくても、実物の荷重や環境への対応は別に確かめます。ここでは特定装置の仕様を一般化せず、製造方法を物性値の条件へ含めることを学びます。</a:t>
            </a:r>
          </a:p>
          <a:p xmlns:a="http://schemas.openxmlformats.org/drawingml/2006/main">
            <a:r>
              <a:t>図の見方を確認します。積層方向と荷重方向の違いを示す。図の位置や比較条件を確かめ、用語だけでなく自分の言葉で説明してください。</a:t>
            </a:r>
          </a:p>
          <a:p xmlns:a="http://schemas.openxmlformats.org/drawingml/2006/main">
            <a:r>
              <a:t/>
            </a:r>
          </a:p>
          <a:p xmlns:a="http://schemas.openxmlformats.org/drawingml/2006/main">
            <a:r>
              <a:t>参照資料：</a:t>
            </a:r>
          </a:p>
          <a:p xmlns:a="http://schemas.openxmlformats.org/drawingml/2006/main">
            <a:r>
              <a:t>https://openstax.org/books/organic-chemistry/pages/31-7-polymer-structure-and-physical-properties</a:t>
            </a:r>
          </a:p>
          <a:p xmlns:a="http://schemas.openxmlformats.org/drawingml/2006/main">
            <a:r>
              <a:t>https://www.keyence.co.jp/ss/products/sensor/plastic-molding/about/summary.jsp</a:t>
            </a:r>
          </a:p>
          <a:p xmlns:a="http://schemas.openxmlformats.org/drawingml/2006/main">
            <a:r>
              <a:t>https://www.keyence.co.jp/ss/products/sensor/plastic-molding/process/vacuum.jsp</a:t>
            </a:r>
          </a:p>
          <a:p xmlns:a="http://schemas.openxmlformats.org/drawingml/2006/main">
            <a:r>
              <a:t>https://eprintspublications.npl.co.uk/1560/</a:t>
            </a:r>
          </a:p>
          <a:p xmlns:a="http://schemas.openxmlformats.org/drawingml/2006/main">
            <a:r>
              <a:t>https://plastic-circulation.env.go.jp/about/bio</a:t>
            </a:r>
          </a:p>
          <a:p xmlns:a="http://schemas.openxmlformats.org/drawingml/2006/main">
            <a:r>
              <a:t>https://openstax.org/books/additive-manufacturing-essentials/pages/3-1-polymer-materials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樹脂の板や部品を加工するときには、切断や穴あけで生じる熱、割れ、ばりなどを考えます。接着剤も樹脂の種類と表面、荷重や環境に合わせます。ねじで固定する場合は、穴周りや長期の変形なども条件になります。</a:t>
            </a:r>
          </a:p>
          <a:p xmlns:a="http://schemas.openxmlformats.org/drawingml/2006/main">
            <a:r>
              <a:t>接着できるかという問いと、使い続けるときに必要な性能を維持できるかという問いを分けます。修理や分解の必要があれば、接合方法の選択に影響します。加工方法の名称だけでなく、目的と材種の組合せを確認します。</a:t>
            </a:r>
          </a:p>
          <a:p xmlns:a="http://schemas.openxmlformats.org/drawingml/2006/main">
            <a:r>
              <a:t>図の見方を確認します。切断・接合・交換の確認を整理する。図の位置や比較条件を確かめ、用語だけでなく自分の言葉で説明してください。</a:t>
            </a:r>
          </a:p>
          <a:p xmlns:a="http://schemas.openxmlformats.org/drawingml/2006/main">
            <a:r>
              <a:t/>
            </a:r>
          </a:p>
          <a:p xmlns:a="http://schemas.openxmlformats.org/drawingml/2006/main">
            <a:r>
              <a:t>参照資料：</a:t>
            </a:r>
          </a:p>
          <a:p xmlns:a="http://schemas.openxmlformats.org/drawingml/2006/main">
            <a:r>
              <a:t>https://openstax.org/books/organic-chemistry/pages/31-7-polymer-structure-and-physical-properties</a:t>
            </a:r>
          </a:p>
          <a:p xmlns:a="http://schemas.openxmlformats.org/drawingml/2006/main">
            <a:r>
              <a:t>https://www.keyence.co.jp/ss/products/sensor/plastic-molding/about/summary.jsp</a:t>
            </a:r>
          </a:p>
          <a:p xmlns:a="http://schemas.openxmlformats.org/drawingml/2006/main">
            <a:r>
              <a:t>https://www.keyence.co.jp/ss/products/sensor/plastic-molding/process/vacuum.jsp</a:t>
            </a:r>
          </a:p>
          <a:p xmlns:a="http://schemas.openxmlformats.org/drawingml/2006/main">
            <a:r>
              <a:t>https://eprintspublications.npl.co.uk/1560/</a:t>
            </a:r>
          </a:p>
          <a:p xmlns:a="http://schemas.openxmlformats.org/drawingml/2006/main">
            <a:r>
              <a:t>https://plastic-circulation.env.go.jp/about/bio</a:t>
            </a:r>
          </a:p>
          <a:p xmlns:a="http://schemas.openxmlformats.org/drawingml/2006/main">
            <a:r>
              <a:t>https://openstax.org/books/additive-manufacturing-essentials/pages/3-1-polymer-materials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ここで一分ほど休憩します。無理のない範囲で姿勢を変えましょう。再開したら、クリープ：時間とともに変形するへ進みます。</a:t>
            </a:r>
          </a:p>
          <a:p xmlns:a="http://schemas.openxmlformats.org/drawingml/2006/main">
            <a:r>
              <a:t/>
            </a:r>
          </a:p>
          <a:p xmlns:a="http://schemas.openxmlformats.org/drawingml/2006/main">
            <a:r>
              <a:t>参照資料：</a:t>
            </a:r>
          </a:p>
          <a:p xmlns:a="http://schemas.openxmlformats.org/drawingml/2006/main">
            <a:r>
              <a:t>https://openstax.org/books/organic-chemistry/pages/31-7-polymer-structure-and-physical-properties</a:t>
            </a:r>
          </a:p>
          <a:p xmlns:a="http://schemas.openxmlformats.org/drawingml/2006/main">
            <a:r>
              <a:t>https://www.keyence.co.jp/ss/products/sensor/plastic-molding/about/summary.jsp</a:t>
            </a:r>
          </a:p>
          <a:p xmlns:a="http://schemas.openxmlformats.org/drawingml/2006/main">
            <a:r>
              <a:t>https://www.keyence.co.jp/ss/products/sensor/plastic-molding/process/vacuum.jsp</a:t>
            </a:r>
          </a:p>
          <a:p xmlns:a="http://schemas.openxmlformats.org/drawingml/2006/main">
            <a:r>
              <a:t>https://eprintspublications.npl.co.uk/1560/</a:t>
            </a:r>
          </a:p>
          <a:p xmlns:a="http://schemas.openxmlformats.org/drawingml/2006/main">
            <a:r>
              <a:t>https://plastic-circulation.env.go.jp/about/bio</a:t>
            </a:r>
          </a:p>
          <a:p xmlns:a="http://schemas.openxmlformats.org/drawingml/2006/main">
            <a:r>
              <a:t>https://openstax.org/books/additive-manufacturing-essentials/pages/3-1-polymer-materials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荷重を受け続けると、時間とともに変形が進む現象をクリープとして考えます。図は一定条件での変形の変化を模式的に表しています。温度、材料、応力、時間などによって応答は異なります。</a:t>
            </a:r>
          </a:p>
          <a:p xmlns:a="http://schemas.openxmlformats.org/drawingml/2006/main">
            <a:r>
              <a:t>短時間のヤング率から計算した初期のたわみだけで、長期間の変形をそのまま判断しないようにします。また、クリープはプラスチックだけに限る現象ではありません。木材でも方向や水分などの条件が関係します。各材料で適切な情報を確認します。</a:t>
            </a:r>
          </a:p>
          <a:p xmlns:a="http://schemas.openxmlformats.org/drawingml/2006/main">
            <a:r>
              <a:t>図の見方を確認します。一定荷重と時間による変形の変化を示す。図の位置や比較条件を確かめ、用語だけでなく自分の言葉で説明してください。</a:t>
            </a:r>
          </a:p>
          <a:p xmlns:a="http://schemas.openxmlformats.org/drawingml/2006/main">
            <a:r>
              <a:t/>
            </a:r>
          </a:p>
          <a:p xmlns:a="http://schemas.openxmlformats.org/drawingml/2006/main">
            <a:r>
              <a:t>参照資料：</a:t>
            </a:r>
          </a:p>
          <a:p xmlns:a="http://schemas.openxmlformats.org/drawingml/2006/main">
            <a:r>
              <a:t>https://openstax.org/books/organic-chemistry/pages/31-7-polymer-structure-and-physical-properties</a:t>
            </a:r>
          </a:p>
          <a:p xmlns:a="http://schemas.openxmlformats.org/drawingml/2006/main">
            <a:r>
              <a:t>https://www.keyence.co.jp/ss/products/sensor/plastic-molding/about/summary.jsp</a:t>
            </a:r>
          </a:p>
          <a:p xmlns:a="http://schemas.openxmlformats.org/drawingml/2006/main">
            <a:r>
              <a:t>https://www.keyence.co.jp/ss/products/sensor/plastic-molding/process/vacuum.jsp</a:t>
            </a:r>
          </a:p>
          <a:p xmlns:a="http://schemas.openxmlformats.org/drawingml/2006/main">
            <a:r>
              <a:t>https://eprintspublications.npl.co.uk/1560/</a:t>
            </a:r>
          </a:p>
          <a:p xmlns:a="http://schemas.openxmlformats.org/drawingml/2006/main">
            <a:r>
              <a:t>https://plastic-circulation.env.go.jp/about/bio</a:t>
            </a:r>
          </a:p>
          <a:p xmlns:a="http://schemas.openxmlformats.org/drawingml/2006/main">
            <a:r>
              <a:t>https://openstax.org/books/additive-manufacturing-essentials/pages/3-1-polymer-materials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載せた直後の変形、時間が経過して増えた変形、荷重を除いた後に残る変形を分けます。図でどの時刻の何を測っているかを確認してください。荷重が一定という条件と、変形が一定という条件も異なります。</a:t>
            </a:r>
          </a:p>
          <a:p xmlns:a="http://schemas.openxmlformats.org/drawingml/2006/main">
            <a:r>
              <a:t>実物の部品では応力の分布が一様でない場合もあります。単純な試験の結果を使うときには、条件を合わせて解釈します。時間軸を持つデータでは、初めの値だけや最後の値だけを拾わず、荷重や温度がどう保たれたかも読みます。</a:t>
            </a:r>
          </a:p>
          <a:p xmlns:a="http://schemas.openxmlformats.org/drawingml/2006/main">
            <a:r>
              <a:t>図の見方を確認します。載荷・時間経過・除荷の状態を分ける。図の位置や比較条件を確かめ、用語だけでなく自分の言葉で説明してください。</a:t>
            </a:r>
          </a:p>
          <a:p xmlns:a="http://schemas.openxmlformats.org/drawingml/2006/main">
            <a:r>
              <a:t/>
            </a:r>
          </a:p>
          <a:p xmlns:a="http://schemas.openxmlformats.org/drawingml/2006/main">
            <a:r>
              <a:t>参照資料：</a:t>
            </a:r>
          </a:p>
          <a:p xmlns:a="http://schemas.openxmlformats.org/drawingml/2006/main">
            <a:r>
              <a:t>https://openstax.org/books/organic-chemistry/pages/31-7-polymer-structure-and-physical-properties</a:t>
            </a:r>
          </a:p>
          <a:p xmlns:a="http://schemas.openxmlformats.org/drawingml/2006/main">
            <a:r>
              <a:t>https://www.keyence.co.jp/ss/products/sensor/plastic-molding/about/summary.jsp</a:t>
            </a:r>
          </a:p>
          <a:p xmlns:a="http://schemas.openxmlformats.org/drawingml/2006/main">
            <a:r>
              <a:t>https://www.keyence.co.jp/ss/products/sensor/plastic-molding/process/vacuum.jsp</a:t>
            </a:r>
          </a:p>
          <a:p xmlns:a="http://schemas.openxmlformats.org/drawingml/2006/main">
            <a:r>
              <a:t>https://eprintspublications.npl.co.uk/1560/</a:t>
            </a:r>
          </a:p>
          <a:p xmlns:a="http://schemas.openxmlformats.org/drawingml/2006/main">
            <a:r>
              <a:t>https://plastic-circulation.env.go.jp/about/bio</a:t>
            </a:r>
          </a:p>
          <a:p xmlns:a="http://schemas.openxmlformats.org/drawingml/2006/main">
            <a:r>
              <a:t>https://openstax.org/books/additive-manufacturing-essentials/pages/3-1-polymer-materials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二分間、時間による変形の仮想データを読みます。直後から二十四時間後、百六十八時間後へ、変形がどう増えたかを倍率で示します。材種の実測値ではなく、読み方を学ぶデータです。</a:t>
            </a:r>
          </a:p>
          <a:p xmlns:a="http://schemas.openxmlformats.org/drawingml/2006/main">
            <a:r>
              <a:t>この三点から、何年後の変形まで直線で予測できるでしょうか。荷重を除いたときに全て元へ戻ると決められるでしょうか。計算できる倍率と、データがないため判断できないことを分けて書いてください。</a:t>
            </a:r>
          </a:p>
          <a:p xmlns:a="http://schemas.openxmlformats.org/drawingml/2006/main">
            <a:r>
              <a:t>図の見方を確認します。仮想時系列を時間軸の散布図にする。図の位置や比較条件を確かめ、用語だけでなく自分の言葉で説明してください。</a:t>
            </a:r>
          </a:p>
          <a:p xmlns:a="http://schemas.openxmlformats.org/drawingml/2006/main">
            <a:r>
              <a:t/>
            </a:r>
          </a:p>
          <a:p xmlns:a="http://schemas.openxmlformats.org/drawingml/2006/main">
            <a:r>
              <a:t>参照資料：</a:t>
            </a:r>
          </a:p>
          <a:p xmlns:a="http://schemas.openxmlformats.org/drawingml/2006/main">
            <a:r>
              <a:t>https://openstax.org/books/organic-chemistry/pages/31-7-polymer-structure-and-physical-properties</a:t>
            </a:r>
          </a:p>
          <a:p xmlns:a="http://schemas.openxmlformats.org/drawingml/2006/main">
            <a:r>
              <a:t>https://www.keyence.co.jp/ss/products/sensor/plastic-molding/about/summary.jsp</a:t>
            </a:r>
          </a:p>
          <a:p xmlns:a="http://schemas.openxmlformats.org/drawingml/2006/main">
            <a:r>
              <a:t>https://www.keyence.co.jp/ss/products/sensor/plastic-molding/process/vacuum.jsp</a:t>
            </a:r>
          </a:p>
          <a:p xmlns:a="http://schemas.openxmlformats.org/drawingml/2006/main">
            <a:r>
              <a:t>https://eprintspublications.npl.co.uk/1560/</a:t>
            </a:r>
          </a:p>
          <a:p xmlns:a="http://schemas.openxmlformats.org/drawingml/2006/main">
            <a:r>
              <a:t>https://plastic-circulation.env.go.jp/about/bio</a:t>
            </a:r>
          </a:p>
          <a:p xmlns:a="http://schemas.openxmlformats.org/drawingml/2006/main">
            <a:r>
              <a:t>https://openstax.org/books/additive-manufacturing-essentials/pages/3-1-polymer-materials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倍率は、一・二を〇・八で割って一・五、次は一・六を〇・八で割って二です。しかし、そこから年単位の変形を同じ直線で伸ばす根拠はありません。除荷後のデータもないので、残留変形の量は決められません。</a:t>
            </a:r>
          </a:p>
          <a:p xmlns:a="http://schemas.openxmlformats.org/drawingml/2006/main">
            <a:r>
              <a:t>時間の情報を加えると、比較には条件付きのデータが必要になります。短期の試験値と、設計する使用期間を区別し、足りない情報を明確にすることが重要です。</a:t>
            </a:r>
          </a:p>
          <a:p xmlns:a="http://schemas.openxmlformats.org/drawingml/2006/main">
            <a:r>
              <a:t>図の見方を確認します。倍率・増加量・限界を表で示す。図の位置や比較条件を確かめ、用語だけでなく自分の言葉で説明してください。</a:t>
            </a:r>
          </a:p>
          <a:p xmlns:a="http://schemas.openxmlformats.org/drawingml/2006/main">
            <a:r>
              <a:t/>
            </a:r>
          </a:p>
          <a:p xmlns:a="http://schemas.openxmlformats.org/drawingml/2006/main">
            <a:r>
              <a:t>参照資料：</a:t>
            </a:r>
          </a:p>
          <a:p xmlns:a="http://schemas.openxmlformats.org/drawingml/2006/main">
            <a:r>
              <a:t>https://openstax.org/books/organic-chemistry/pages/31-7-polymer-structure-and-physical-properties</a:t>
            </a:r>
          </a:p>
          <a:p xmlns:a="http://schemas.openxmlformats.org/drawingml/2006/main">
            <a:r>
              <a:t>https://www.keyence.co.jp/ss/products/sensor/plastic-molding/about/summary.jsp</a:t>
            </a:r>
          </a:p>
          <a:p xmlns:a="http://schemas.openxmlformats.org/drawingml/2006/main">
            <a:r>
              <a:t>https://www.keyence.co.jp/ss/products/sensor/plastic-molding/process/vacuum.jsp</a:t>
            </a:r>
          </a:p>
          <a:p xmlns:a="http://schemas.openxmlformats.org/drawingml/2006/main">
            <a:r>
              <a:t>https://eprintspublications.npl.co.uk/1560/</a:t>
            </a:r>
          </a:p>
          <a:p xmlns:a="http://schemas.openxmlformats.org/drawingml/2006/main">
            <a:r>
              <a:t>https://plastic-circulation.env.go.jp/about/bio</a:t>
            </a:r>
          </a:p>
          <a:p xmlns:a="http://schemas.openxmlformats.org/drawingml/2006/main">
            <a:r>
              <a:t>https://openstax.org/books/additive-manufacturing-essentials/pages/3-1-polymer-materials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屋外では、日射、熱、水などの環境が重なります。樹脂や配合によって、変色、割れ、変形、性質の変化などの程度は異なります。見た目に変化がないことと、全ての力学的性質が不変であることを同じにしません。</a:t>
            </a:r>
          </a:p>
          <a:p xmlns:a="http://schemas.openxmlformats.org/drawingml/2006/main">
            <a:r>
              <a:t>清掃に使う物質なども、材料との適合を確認します。一般的な樹脂名だけで、あらゆる液体や温度に耐えると保証しないようにします。製品の仕様、使用条件、点検結果を組み合わせます。</a:t>
            </a:r>
          </a:p>
          <a:p xmlns:a="http://schemas.openxmlformats.org/drawingml/2006/main">
            <a:r>
              <a:t>図の見方を確認します。環境因子と確認する変化を対応させる。図の位置や比較条件を確かめ、用語だけでなく自分の言葉で説明してください。</a:t>
            </a:r>
          </a:p>
          <a:p xmlns:a="http://schemas.openxmlformats.org/drawingml/2006/main">
            <a:r>
              <a:t/>
            </a:r>
          </a:p>
          <a:p xmlns:a="http://schemas.openxmlformats.org/drawingml/2006/main">
            <a:r>
              <a:t>参照資料：</a:t>
            </a:r>
          </a:p>
          <a:p xmlns:a="http://schemas.openxmlformats.org/drawingml/2006/main">
            <a:r>
              <a:t>https://openstax.org/books/organic-chemistry/pages/31-7-polymer-structure-and-physical-properties</a:t>
            </a:r>
          </a:p>
          <a:p xmlns:a="http://schemas.openxmlformats.org/drawingml/2006/main">
            <a:r>
              <a:t>https://www.keyence.co.jp/ss/products/sensor/plastic-molding/about/summary.jsp</a:t>
            </a:r>
          </a:p>
          <a:p xmlns:a="http://schemas.openxmlformats.org/drawingml/2006/main">
            <a:r>
              <a:t>https://www.keyence.co.jp/ss/products/sensor/plastic-molding/process/vacuum.jsp</a:t>
            </a:r>
          </a:p>
          <a:p xmlns:a="http://schemas.openxmlformats.org/drawingml/2006/main">
            <a:r>
              <a:t>https://eprintspublications.npl.co.uk/1560/</a:t>
            </a:r>
          </a:p>
          <a:p xmlns:a="http://schemas.openxmlformats.org/drawingml/2006/main">
            <a:r>
              <a:t>https://plastic-circulation.env.go.jp/about/bio</a:t>
            </a:r>
          </a:p>
          <a:p xmlns:a="http://schemas.openxmlformats.org/drawingml/2006/main">
            <a:r>
              <a:t>https://openstax.org/books/additive-manufacturing-essentials/pages/3-1-polymer-materials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ここで一分ほど休憩します。無理のない範囲で姿勢を変えましょう。再開したら、栽培容器の選択と維持へ進みます。</a:t>
            </a:r>
          </a:p>
          <a:p xmlns:a="http://schemas.openxmlformats.org/drawingml/2006/main">
            <a:r>
              <a:t/>
            </a:r>
          </a:p>
          <a:p xmlns:a="http://schemas.openxmlformats.org/drawingml/2006/main">
            <a:r>
              <a:t>参照資料：</a:t>
            </a:r>
          </a:p>
          <a:p xmlns:a="http://schemas.openxmlformats.org/drawingml/2006/main">
            <a:r>
              <a:t>https://openstax.org/books/organic-chemistry/pages/31-7-polymer-structure-and-physical-properties</a:t>
            </a:r>
          </a:p>
          <a:p xmlns:a="http://schemas.openxmlformats.org/drawingml/2006/main">
            <a:r>
              <a:t>https://www.keyence.co.jp/ss/products/sensor/plastic-molding/about/summary.jsp</a:t>
            </a:r>
          </a:p>
          <a:p xmlns:a="http://schemas.openxmlformats.org/drawingml/2006/main">
            <a:r>
              <a:t>https://www.keyence.co.jp/ss/products/sensor/plastic-molding/process/vacuum.jsp</a:t>
            </a:r>
          </a:p>
          <a:p xmlns:a="http://schemas.openxmlformats.org/drawingml/2006/main">
            <a:r>
              <a:t>https://eprintspublications.npl.co.uk/1560/</a:t>
            </a:r>
          </a:p>
          <a:p xmlns:a="http://schemas.openxmlformats.org/drawingml/2006/main">
            <a:r>
              <a:t>https://plastic-circulation.env.go.jp/about/bio</a:t>
            </a:r>
          </a:p>
          <a:p xmlns:a="http://schemas.openxmlformats.org/drawingml/2006/main">
            <a:r>
              <a:t>https://openstax.org/books/additive-manufacturing-essentials/pages/3-1-polymer-materials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栽培容器を例に、製品の選択と維持を考えます。空の容器だけでなく、培地と水、植物などを含む荷重を考えます。屋外の使用期間、排水、清掃、移動、交換も条件です。</a:t>
            </a:r>
          </a:p>
          <a:p xmlns:a="http://schemas.openxmlformats.org/drawingml/2006/main">
            <a:r>
              <a:t>材種名だけを選択理由にせず、必要な寸法や形、点検する部分へつなげます。容器と架台を役割で分ければ、それぞれに必要な材料や構造を考えられます。第1回の図へ、時間と使用後の観点を加えます。</a:t>
            </a:r>
          </a:p>
          <a:p xmlns:a="http://schemas.openxmlformats.org/drawingml/2006/main">
            <a:r>
              <a:t>図の見方を確認します。栽培容器の荷重・環境・点検を示す。図の位置や比較条件を確かめ、用語だけでなく自分の言葉で説明してください。</a:t>
            </a:r>
          </a:p>
          <a:p xmlns:a="http://schemas.openxmlformats.org/drawingml/2006/main">
            <a:r>
              <a:t/>
            </a:r>
          </a:p>
          <a:p xmlns:a="http://schemas.openxmlformats.org/drawingml/2006/main">
            <a:r>
              <a:t>参照資料：</a:t>
            </a:r>
          </a:p>
          <a:p xmlns:a="http://schemas.openxmlformats.org/drawingml/2006/main">
            <a:r>
              <a:t>https://openstax.org/books/organic-chemistry/pages/31-7-polymer-structure-and-physical-properties</a:t>
            </a:r>
          </a:p>
          <a:p xmlns:a="http://schemas.openxmlformats.org/drawingml/2006/main">
            <a:r>
              <a:t>https://www.keyence.co.jp/ss/products/sensor/plastic-molding/about/summary.jsp</a:t>
            </a:r>
          </a:p>
          <a:p xmlns:a="http://schemas.openxmlformats.org/drawingml/2006/main">
            <a:r>
              <a:t>https://www.keyence.co.jp/ss/products/sensor/plastic-molding/process/vacuum.jsp</a:t>
            </a:r>
          </a:p>
          <a:p xmlns:a="http://schemas.openxmlformats.org/drawingml/2006/main">
            <a:r>
              <a:t>https://eprintspublications.npl.co.uk/1560/</a:t>
            </a:r>
          </a:p>
          <a:p xmlns:a="http://schemas.openxmlformats.org/drawingml/2006/main">
            <a:r>
              <a:t>https://plastic-circulation.env.go.jp/about/bio</a:t>
            </a:r>
          </a:p>
          <a:p xmlns:a="http://schemas.openxmlformats.org/drawingml/2006/main">
            <a:r>
              <a:t>https://openstax.org/books/additive-manufacturing-essentials/pages/3-1-polymer-materials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原料がバイオマス由来であることと、生分解性を持つことは別です。バイオマス由来でも生分解しない材料があり、化石資源由来でも生分解性を持つものがあります。二つの軸の表で分けて考えます。</a:t>
            </a:r>
          </a:p>
          <a:p xmlns:a="http://schemas.openxmlformats.org/drawingml/2006/main">
            <a:r>
              <a:t>原料の由来だけで使用後の分解を決めたり、バイオという言葉だけで環境面の優劣を確定したりしないようにします。製品の構成、使用目的、回収・処理の方法などの情報も必要です。</a:t>
            </a:r>
          </a:p>
          <a:p xmlns:a="http://schemas.openxmlformats.org/drawingml/2006/main">
            <a:r>
              <a:t>図の見方を確認します。原料由来と生分解性の二軸を示す。図の位置や比較条件を確かめ、用語だけでなく自分の言葉で説明してください。</a:t>
            </a:r>
          </a:p>
          <a:p xmlns:a="http://schemas.openxmlformats.org/drawingml/2006/main">
            <a:r>
              <a:t/>
            </a:r>
          </a:p>
          <a:p xmlns:a="http://schemas.openxmlformats.org/drawingml/2006/main">
            <a:r>
              <a:t>参照資料：</a:t>
            </a:r>
          </a:p>
          <a:p xmlns:a="http://schemas.openxmlformats.org/drawingml/2006/main">
            <a:r>
              <a:t>https://openstax.org/books/organic-chemistry/pages/31-7-polymer-structure-and-physical-properties</a:t>
            </a:r>
          </a:p>
          <a:p xmlns:a="http://schemas.openxmlformats.org/drawingml/2006/main">
            <a:r>
              <a:t>https://www.keyence.co.jp/ss/products/sensor/plastic-molding/about/summary.jsp</a:t>
            </a:r>
          </a:p>
          <a:p xmlns:a="http://schemas.openxmlformats.org/drawingml/2006/main">
            <a:r>
              <a:t>https://www.keyence.co.jp/ss/products/sensor/plastic-molding/process/vacuum.jsp</a:t>
            </a:r>
          </a:p>
          <a:p xmlns:a="http://schemas.openxmlformats.org/drawingml/2006/main">
            <a:r>
              <a:t>https://eprintspublications.npl.co.uk/1560/</a:t>
            </a:r>
          </a:p>
          <a:p xmlns:a="http://schemas.openxmlformats.org/drawingml/2006/main">
            <a:r>
              <a:t>https://plastic-circulation.env.go.jp/about/bio</a:t>
            </a:r>
          </a:p>
          <a:p xmlns:a="http://schemas.openxmlformats.org/drawingml/2006/main">
            <a:r>
              <a:t>https://openstax.org/books/additive-manufacturing-essentials/pages/3-1-polymer-materials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生分解性の説明では、どの環境で、どの期間、どんな試験をしたかを確認します。堆肥化の条件で評価した結果を、あらゆる土壌や海で同じ速さで分解する意味へ読み替えません。細かく砕けることと、微生物等によって分解が進むことも区別します。</a:t>
            </a:r>
          </a:p>
          <a:p xmlns:a="http://schemas.openxmlformats.org/drawingml/2006/main">
            <a:r>
              <a:t>この講義では、表示された性質を条件付きで読むことを学びます。生分解性という言葉だけを、どこへ放置してもよいという意味として使わないようにします。使用後の扱いは、製品の指示や回収・処理の条件と合わせて判断します。</a:t>
            </a:r>
          </a:p>
          <a:p xmlns:a="http://schemas.openxmlformats.org/drawingml/2006/main">
            <a:r>
              <a:t>図の見方を確認します。生分解の条件と細片化の違いを整理する。図の位置や比較条件を確かめ、用語だけでなく自分の言葉で説明してください。</a:t>
            </a:r>
          </a:p>
          <a:p xmlns:a="http://schemas.openxmlformats.org/drawingml/2006/main">
            <a:r>
              <a:t/>
            </a:r>
          </a:p>
          <a:p xmlns:a="http://schemas.openxmlformats.org/drawingml/2006/main">
            <a:r>
              <a:t>参照資料：</a:t>
            </a:r>
          </a:p>
          <a:p xmlns:a="http://schemas.openxmlformats.org/drawingml/2006/main">
            <a:r>
              <a:t>https://openstax.org/books/organic-chemistry/pages/31-7-polymer-structure-and-physical-properties</a:t>
            </a:r>
          </a:p>
          <a:p xmlns:a="http://schemas.openxmlformats.org/drawingml/2006/main">
            <a:r>
              <a:t>https://www.keyence.co.jp/ss/products/sensor/plastic-molding/about/summary.jsp</a:t>
            </a:r>
          </a:p>
          <a:p xmlns:a="http://schemas.openxmlformats.org/drawingml/2006/main">
            <a:r>
              <a:t>https://www.keyence.co.jp/ss/products/sensor/plastic-molding/process/vacuum.jsp</a:t>
            </a:r>
          </a:p>
          <a:p xmlns:a="http://schemas.openxmlformats.org/drawingml/2006/main">
            <a:r>
              <a:t>https://eprintspublications.npl.co.uk/1560/</a:t>
            </a:r>
          </a:p>
          <a:p xmlns:a="http://schemas.openxmlformats.org/drawingml/2006/main">
            <a:r>
              <a:t>https://plastic-circulation.env.go.jp/about/bio</a:t>
            </a:r>
          </a:p>
          <a:p xmlns:a="http://schemas.openxmlformats.org/drawingml/2006/main">
            <a:r>
              <a:t>https://openstax.org/books/additive-manufacturing-essentials/pages/3-1-polymer-materials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使用後の方法を分けます。製品や部品を再び使うことと、材料や原料へ処理して戻すことは同じではありません。焼却等で熱を回収する方法も、材料として元へ戻す方法とは区別します。</a:t>
            </a:r>
          </a:p>
          <a:p xmlns:a="http://schemas.openxmlformats.org/drawingml/2006/main">
            <a:r>
              <a:t>日本でサーマルリサイクルと呼ばれることがある表現も、熱回収であることを説明します。三つの名称を並べるだけで同じ物質循環だと受け取らせないようにします。どこへ戻すのかを矢印で図にしてください。</a:t>
            </a:r>
          </a:p>
          <a:p xmlns:a="http://schemas.openxmlformats.org/drawingml/2006/main">
            <a:r>
              <a:t>図の見方を確認します。再使用・材料・原料・エネルギーの経路を分ける。図の位置や比較条件を確かめ、用語だけでなく自分の言葉で説明してください。</a:t>
            </a:r>
          </a:p>
          <a:p xmlns:a="http://schemas.openxmlformats.org/drawingml/2006/main">
            <a:r>
              <a:t/>
            </a:r>
          </a:p>
          <a:p xmlns:a="http://schemas.openxmlformats.org/drawingml/2006/main">
            <a:r>
              <a:t>参照資料：</a:t>
            </a:r>
          </a:p>
          <a:p xmlns:a="http://schemas.openxmlformats.org/drawingml/2006/main">
            <a:r>
              <a:t>https://openstax.org/books/organic-chemistry/pages/31-7-polymer-structure-and-physical-properties</a:t>
            </a:r>
          </a:p>
          <a:p xmlns:a="http://schemas.openxmlformats.org/drawingml/2006/main">
            <a:r>
              <a:t>https://www.keyence.co.jp/ss/products/sensor/plastic-molding/about/summary.jsp</a:t>
            </a:r>
          </a:p>
          <a:p xmlns:a="http://schemas.openxmlformats.org/drawingml/2006/main">
            <a:r>
              <a:t>https://www.keyence.co.jp/ss/products/sensor/plastic-molding/process/vacuum.jsp</a:t>
            </a:r>
          </a:p>
          <a:p xmlns:a="http://schemas.openxmlformats.org/drawingml/2006/main">
            <a:r>
              <a:t>https://eprintspublications.npl.co.uk/1560/</a:t>
            </a:r>
          </a:p>
          <a:p xmlns:a="http://schemas.openxmlformats.org/drawingml/2006/main">
            <a:r>
              <a:t>https://plastic-circulation.env.go.jp/about/bio</a:t>
            </a:r>
          </a:p>
          <a:p xmlns:a="http://schemas.openxmlformats.org/drawingml/2006/main">
            <a:r>
              <a:t>https://openstax.org/books/additive-manufacturing-essentials/pages/3-1-polymer-materials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マテリアルリサイクルでは、選別、洗浄、粉砕、再加工などを経て材料として利用します。樹脂の種類、異物や汚れ、処理による状態が、得られる材料の性質と用途へ関わります。</a:t>
            </a:r>
          </a:p>
          <a:p xmlns:a="http://schemas.openxmlformats.org/drawingml/2006/main">
            <a:r>
              <a:t>熱可塑性だから全ての混合品が簡単に元どおりになるとは限りません。材料を区別できること、取り外しや回収ができることも、製品設計へ関係します。再加工できる性質と、実際に回収される仕組みを分けて考えます。</a:t>
            </a:r>
          </a:p>
          <a:p xmlns:a="http://schemas.openxmlformats.org/drawingml/2006/main">
            <a:r>
              <a:t>図の見方を確認します。材料再利用の工程と条件を対応させる。図の位置や比較条件を確かめ、用語だけでなく自分の言葉で説明してください。</a:t>
            </a:r>
          </a:p>
          <a:p xmlns:a="http://schemas.openxmlformats.org/drawingml/2006/main">
            <a:r>
              <a:t/>
            </a:r>
          </a:p>
          <a:p xmlns:a="http://schemas.openxmlformats.org/drawingml/2006/main">
            <a:r>
              <a:t>参照資料：</a:t>
            </a:r>
          </a:p>
          <a:p xmlns:a="http://schemas.openxmlformats.org/drawingml/2006/main">
            <a:r>
              <a:t>https://openstax.org/books/organic-chemistry/pages/31-7-polymer-structure-and-physical-properties</a:t>
            </a:r>
          </a:p>
          <a:p xmlns:a="http://schemas.openxmlformats.org/drawingml/2006/main">
            <a:r>
              <a:t>https://www.keyence.co.jp/ss/products/sensor/plastic-molding/about/summary.jsp</a:t>
            </a:r>
          </a:p>
          <a:p xmlns:a="http://schemas.openxmlformats.org/drawingml/2006/main">
            <a:r>
              <a:t>https://www.keyence.co.jp/ss/products/sensor/plastic-molding/process/vacuum.jsp</a:t>
            </a:r>
          </a:p>
          <a:p xmlns:a="http://schemas.openxmlformats.org/drawingml/2006/main">
            <a:r>
              <a:t>https://eprintspublications.npl.co.uk/1560/</a:t>
            </a:r>
          </a:p>
          <a:p xmlns:a="http://schemas.openxmlformats.org/drawingml/2006/main">
            <a:r>
              <a:t>https://plastic-circulation.env.go.jp/about/bio</a:t>
            </a:r>
          </a:p>
          <a:p xmlns:a="http://schemas.openxmlformats.org/drawingml/2006/main">
            <a:r>
              <a:t>https://openstax.org/books/additive-manufacturing-essentials/pages/3-1-polymer-materials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ここで一分ほど休憩します。無理のない範囲で姿勢を変えましょう。再開したら、ケミカルリサイクルと熱回収へ進みます。</a:t>
            </a:r>
          </a:p>
          <a:p xmlns:a="http://schemas.openxmlformats.org/drawingml/2006/main">
            <a:r>
              <a:t/>
            </a:r>
          </a:p>
          <a:p xmlns:a="http://schemas.openxmlformats.org/drawingml/2006/main">
            <a:r>
              <a:t>参照資料：</a:t>
            </a:r>
          </a:p>
          <a:p xmlns:a="http://schemas.openxmlformats.org/drawingml/2006/main">
            <a:r>
              <a:t>https://openstax.org/books/organic-chemistry/pages/31-7-polymer-structure-and-physical-properties</a:t>
            </a:r>
          </a:p>
          <a:p xmlns:a="http://schemas.openxmlformats.org/drawingml/2006/main">
            <a:r>
              <a:t>https://www.keyence.co.jp/ss/products/sensor/plastic-molding/about/summary.jsp</a:t>
            </a:r>
          </a:p>
          <a:p xmlns:a="http://schemas.openxmlformats.org/drawingml/2006/main">
            <a:r>
              <a:t>https://www.keyence.co.jp/ss/products/sensor/plastic-molding/process/vacuum.jsp</a:t>
            </a:r>
          </a:p>
          <a:p xmlns:a="http://schemas.openxmlformats.org/drawingml/2006/main">
            <a:r>
              <a:t>https://eprintspublications.npl.co.uk/1560/</a:t>
            </a:r>
          </a:p>
          <a:p xmlns:a="http://schemas.openxmlformats.org/drawingml/2006/main">
            <a:r>
              <a:t>https://plastic-circulation.env.go.jp/about/bio</a:t>
            </a:r>
          </a:p>
          <a:p xmlns:a="http://schemas.openxmlformats.org/drawingml/2006/main">
            <a:r>
              <a:t>https://openstax.org/books/additive-manufacturing-essentials/pages/3-1-polymer-materials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ケミカルリサイクルには、化学的に分解して原料などへ転換する方法があります。熱回収ではエネルギーを利用します。得られる物と、必要な設備・処理が異なるため、同じ矢印で元の製品へ戻す図にはしません。</a:t>
            </a:r>
          </a:p>
          <a:p xmlns:a="http://schemas.openxmlformats.org/drawingml/2006/main">
            <a:r>
              <a:t>どの方法が適しているかは、材料の組成、汚れ、量、回収、処理の条件などを含めて考えます。名前だけで一律に最良の方法を決めず、対象と評価の範囲を示します。第12回の複数観点による比較へつながる学習です。</a:t>
            </a:r>
          </a:p>
          <a:p xmlns:a="http://schemas.openxmlformats.org/drawingml/2006/main">
            <a:r>
              <a:t>図の見方を確認します。化学原料への転換と熱回収を比較する。図の位置や比較条件を確かめ、用語だけでなく自分の言葉で説明してください。</a:t>
            </a:r>
          </a:p>
          <a:p xmlns:a="http://schemas.openxmlformats.org/drawingml/2006/main">
            <a:r>
              <a:t/>
            </a:r>
          </a:p>
          <a:p xmlns:a="http://schemas.openxmlformats.org/drawingml/2006/main">
            <a:r>
              <a:t>参照資料：</a:t>
            </a:r>
          </a:p>
          <a:p xmlns:a="http://schemas.openxmlformats.org/drawingml/2006/main">
            <a:r>
              <a:t>https://openstax.org/books/organic-chemistry/pages/31-7-polymer-structure-and-physical-properties</a:t>
            </a:r>
          </a:p>
          <a:p xmlns:a="http://schemas.openxmlformats.org/drawingml/2006/main">
            <a:r>
              <a:t>https://www.keyence.co.jp/ss/products/sensor/plastic-molding/about/summary.jsp</a:t>
            </a:r>
          </a:p>
          <a:p xmlns:a="http://schemas.openxmlformats.org/drawingml/2006/main">
            <a:r>
              <a:t>https://www.keyence.co.jp/ss/products/sensor/plastic-molding/process/vacuum.jsp</a:t>
            </a:r>
          </a:p>
          <a:p xmlns:a="http://schemas.openxmlformats.org/drawingml/2006/main">
            <a:r>
              <a:t>https://eprintspublications.npl.co.uk/1560/</a:t>
            </a:r>
          </a:p>
          <a:p xmlns:a="http://schemas.openxmlformats.org/drawingml/2006/main">
            <a:r>
              <a:t>https://plastic-circulation.env.go.jp/about/bio</a:t>
            </a:r>
          </a:p>
          <a:p xmlns:a="http://schemas.openxmlformats.org/drawingml/2006/main">
            <a:r>
              <a:t>https://openstax.org/books/additive-manufacturing-essentials/pages/3-1-polymer-materials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二分間、仮想の三つの材料を、原料由来と生分解性の二軸へ分類します。A、B、Cは実際の商品名ではありません。分類できたら、それぞれの使用後の扱いを決めるために何が不足しているかを書いてください。</a:t>
            </a:r>
          </a:p>
          <a:p xmlns:a="http://schemas.openxmlformats.org/drawingml/2006/main">
            <a:r>
              <a:t>分類の表が完成しても、環境負荷の順位が自動的に決まるわけではありません。対象環境、使用期間、回収や処理の仕組みなど、追加の条件を考えます。</a:t>
            </a:r>
          </a:p>
          <a:p xmlns:a="http://schemas.openxmlformats.org/drawingml/2006/main">
            <a:r>
              <a:t/>
            </a:r>
          </a:p>
          <a:p xmlns:a="http://schemas.openxmlformats.org/drawingml/2006/main">
            <a:r>
              <a:t>参照資料：</a:t>
            </a:r>
          </a:p>
          <a:p xmlns:a="http://schemas.openxmlformats.org/drawingml/2006/main">
            <a:r>
              <a:t>https://openstax.org/books/organic-chemistry/pages/31-7-polymer-structure-and-physical-properties</a:t>
            </a:r>
          </a:p>
          <a:p xmlns:a="http://schemas.openxmlformats.org/drawingml/2006/main">
            <a:r>
              <a:t>https://www.keyence.co.jp/ss/products/sensor/plastic-molding/about/summary.jsp</a:t>
            </a:r>
          </a:p>
          <a:p xmlns:a="http://schemas.openxmlformats.org/drawingml/2006/main">
            <a:r>
              <a:t>https://www.keyence.co.jp/ss/products/sensor/plastic-molding/process/vacuum.jsp</a:t>
            </a:r>
          </a:p>
          <a:p xmlns:a="http://schemas.openxmlformats.org/drawingml/2006/main">
            <a:r>
              <a:t>https://eprintspublications.npl.co.uk/1560/</a:t>
            </a:r>
          </a:p>
          <a:p xmlns:a="http://schemas.openxmlformats.org/drawingml/2006/main">
            <a:r>
              <a:t>https://plastic-circulation.env.go.jp/about/bio</a:t>
            </a:r>
          </a:p>
          <a:p xmlns:a="http://schemas.openxmlformats.org/drawingml/2006/main">
            <a:r>
              <a:t>https://openstax.org/books/additive-manufacturing-essentials/pages/3-1-polymer-materials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分類は画面のとおりです。AとCは原料の由来が同じ側ですが、生分解性は異なります。BとCは生分解性を持つ側ですが、原料由来が異なります。二つの情報を別に読むことができます。</a:t>
            </a:r>
          </a:p>
          <a:p xmlns:a="http://schemas.openxmlformats.org/drawingml/2006/main">
            <a:r>
              <a:t>生分解性の環境と期間、製品に含まれる他の材料、回収・処理の条件などが分からなければ、具体的な使用後の扱いを決められません。この表は選択の情報を整理する道具であり、環境面の総合順位表ではありません。</a:t>
            </a:r>
          </a:p>
          <a:p xmlns:a="http://schemas.openxmlformats.org/drawingml/2006/main">
            <a:r>
              <a:t>図の見方を確認します。分類の答えと未確定事項を示す。図の位置や比較条件を確かめ、用語だけでなく自分の言葉で説明してください。</a:t>
            </a:r>
          </a:p>
          <a:p xmlns:a="http://schemas.openxmlformats.org/drawingml/2006/main">
            <a:r>
              <a:t/>
            </a:r>
          </a:p>
          <a:p xmlns:a="http://schemas.openxmlformats.org/drawingml/2006/main">
            <a:r>
              <a:t>参照資料：</a:t>
            </a:r>
          </a:p>
          <a:p xmlns:a="http://schemas.openxmlformats.org/drawingml/2006/main">
            <a:r>
              <a:t>https://openstax.org/books/organic-chemistry/pages/31-7-polymer-structure-and-physical-properties</a:t>
            </a:r>
          </a:p>
          <a:p xmlns:a="http://schemas.openxmlformats.org/drawingml/2006/main">
            <a:r>
              <a:t>https://www.keyence.co.jp/ss/products/sensor/plastic-molding/about/summary.jsp</a:t>
            </a:r>
          </a:p>
          <a:p xmlns:a="http://schemas.openxmlformats.org/drawingml/2006/main">
            <a:r>
              <a:t>https://www.keyence.co.jp/ss/products/sensor/plastic-molding/process/vacuum.jsp</a:t>
            </a:r>
          </a:p>
          <a:p xmlns:a="http://schemas.openxmlformats.org/drawingml/2006/main">
            <a:r>
              <a:t>https://eprintspublications.npl.co.uk/1560/</a:t>
            </a:r>
          </a:p>
          <a:p xmlns:a="http://schemas.openxmlformats.org/drawingml/2006/main">
            <a:r>
              <a:t>https://plastic-circulation.env.go.jp/about/bio</a:t>
            </a:r>
          </a:p>
          <a:p xmlns:a="http://schemas.openxmlformats.org/drawingml/2006/main">
            <a:r>
              <a:t>https://openstax.org/books/additive-manufacturing-essentials/pages/3-1-polymer-materials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四分間、栽培容器の計画を見直します。必要な使用期間の間は性能を保ち、使い終えた後はどう扱うかを考えます。生分解性を利用する製品でも、使用中に必要な性能と、使用後の条件を分ける必要があります。</a:t>
            </a:r>
          </a:p>
          <a:p xmlns:a="http://schemas.openxmlformats.org/drawingml/2006/main">
            <a:r>
              <a:t>容器の材種だけでなく、寸法、荷重、排水、清掃、点検・交換を含めます。具体的な仕様が不明なところは要確認とし、どんな資料や試験値があれば判断できるかを示します。</a:t>
            </a:r>
          </a:p>
          <a:p xmlns:a="http://schemas.openxmlformats.org/drawingml/2006/main">
            <a:r>
              <a:t/>
            </a:r>
          </a:p>
          <a:p xmlns:a="http://schemas.openxmlformats.org/drawingml/2006/main">
            <a:r>
              <a:t>参照資料：</a:t>
            </a:r>
          </a:p>
          <a:p xmlns:a="http://schemas.openxmlformats.org/drawingml/2006/main">
            <a:r>
              <a:t>https://openstax.org/books/organic-chemistry/pages/31-7-polymer-structure-and-physical-properties</a:t>
            </a:r>
          </a:p>
          <a:p xmlns:a="http://schemas.openxmlformats.org/drawingml/2006/main">
            <a:r>
              <a:t>https://www.keyence.co.jp/ss/products/sensor/plastic-molding/about/summary.jsp</a:t>
            </a:r>
          </a:p>
          <a:p xmlns:a="http://schemas.openxmlformats.org/drawingml/2006/main">
            <a:r>
              <a:t>https://www.keyence.co.jp/ss/products/sensor/plastic-molding/process/vacuum.jsp</a:t>
            </a:r>
          </a:p>
          <a:p xmlns:a="http://schemas.openxmlformats.org/drawingml/2006/main">
            <a:r>
              <a:t>https://eprintspublications.npl.co.uk/1560/</a:t>
            </a:r>
          </a:p>
          <a:p xmlns:a="http://schemas.openxmlformats.org/drawingml/2006/main">
            <a:r>
              <a:t>https://plastic-circulation.env.go.jp/about/bio</a:t>
            </a:r>
          </a:p>
          <a:p xmlns:a="http://schemas.openxmlformats.org/drawingml/2006/main">
            <a:r>
              <a:t>https://openstax.org/books/additive-manufacturing-essentials/pages/3-1-polymer-materials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計画の確認です。成形しやすさ、使用中の性能、使用後の扱いを別々に点検します。どれか一つだけで全体をよい計画と決めないようにします。</a:t>
            </a:r>
          </a:p>
          <a:p xmlns:a="http://schemas.openxmlformats.org/drawingml/2006/main">
            <a:r>
              <a:t>例えば容器を交換しやすい設計にするなら、実際に交換部品を入手できるか、交換時に植物や他の部材へどう影響するかも考えます。材料の特徴を、製品と管理の条件へつなげることが、この講義で目指す比較です。</a:t>
            </a:r>
          </a:p>
          <a:p xmlns:a="http://schemas.openxmlformats.org/drawingml/2006/main">
            <a:r>
              <a:t>図の見方を確認します。計画の確認項目を段階に対応させる。図の位置や比較条件を確かめ、用語だけでなく自分の言葉で説明してください。</a:t>
            </a:r>
          </a:p>
          <a:p xmlns:a="http://schemas.openxmlformats.org/drawingml/2006/main">
            <a:r>
              <a:t/>
            </a:r>
          </a:p>
          <a:p xmlns:a="http://schemas.openxmlformats.org/drawingml/2006/main">
            <a:r>
              <a:t>参照資料：</a:t>
            </a:r>
          </a:p>
          <a:p xmlns:a="http://schemas.openxmlformats.org/drawingml/2006/main">
            <a:r>
              <a:t>https://openstax.org/books/organic-chemistry/pages/31-7-polymer-structure-and-physical-properties</a:t>
            </a:r>
          </a:p>
          <a:p xmlns:a="http://schemas.openxmlformats.org/drawingml/2006/main">
            <a:r>
              <a:t>https://www.keyence.co.jp/ss/products/sensor/plastic-molding/about/summary.jsp</a:t>
            </a:r>
          </a:p>
          <a:p xmlns:a="http://schemas.openxmlformats.org/drawingml/2006/main">
            <a:r>
              <a:t>https://www.keyence.co.jp/ss/products/sensor/plastic-molding/process/vacuum.jsp</a:t>
            </a:r>
          </a:p>
          <a:p xmlns:a="http://schemas.openxmlformats.org/drawingml/2006/main">
            <a:r>
              <a:t>https://eprintspublications.npl.co.uk/1560/</a:t>
            </a:r>
          </a:p>
          <a:p xmlns:a="http://schemas.openxmlformats.org/drawingml/2006/main">
            <a:r>
              <a:t>https://plastic-circulation.env.go.jp/about/bio</a:t>
            </a:r>
          </a:p>
          <a:p xmlns:a="http://schemas.openxmlformats.org/drawingml/2006/main">
            <a:r>
              <a:t>https://openstax.org/books/additive-manufacturing-essentials/pages/3-1-polymer-materials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自己確認の問題です。射出・押出・熱成形を、金型への充填、一定断面の連続成形、加熱シートの成形へ対応させる。材料がどこへ移動するか図で示す。答えだけでなく、どの条件を使ったか、なぜそう考えたかをハンドアウトに残します。必要なら本編の図や表へ戻り、自分の説明を作ってから次の解説を聞いてください。</a:t>
            </a:r>
          </a:p>
          <a:p xmlns:a="http://schemas.openxmlformats.org/drawingml/2006/main">
            <a:r>
              <a:t/>
            </a:r>
          </a:p>
          <a:p xmlns:a="http://schemas.openxmlformats.org/drawingml/2006/main">
            <a:r>
              <a:t>参照資料：</a:t>
            </a:r>
          </a:p>
          <a:p xmlns:a="http://schemas.openxmlformats.org/drawingml/2006/main">
            <a:r>
              <a:t>https://openstax.org/books/organic-chemistry/pages/31-7-polymer-structure-and-physical-properties</a:t>
            </a:r>
          </a:p>
          <a:p xmlns:a="http://schemas.openxmlformats.org/drawingml/2006/main">
            <a:r>
              <a:t>https://www.keyence.co.jp/ss/products/sensor/plastic-molding/about/summary.jsp</a:t>
            </a:r>
          </a:p>
          <a:p xmlns:a="http://schemas.openxmlformats.org/drawingml/2006/main">
            <a:r>
              <a:t>https://www.keyence.co.jp/ss/products/sensor/plastic-molding/process/vacuum.jsp</a:t>
            </a:r>
          </a:p>
          <a:p xmlns:a="http://schemas.openxmlformats.org/drawingml/2006/main">
            <a:r>
              <a:t>https://eprintspublications.npl.co.uk/1560/</a:t>
            </a:r>
          </a:p>
          <a:p xmlns:a="http://schemas.openxmlformats.org/drawingml/2006/main">
            <a:r>
              <a:t>https://plastic-circulation.env.go.jp/about/bio</a:t>
            </a:r>
          </a:p>
          <a:p xmlns:a="http://schemas.openxmlformats.org/drawingml/2006/main">
            <a:r>
              <a:t>https://openstax.org/books/additive-manufacturing-essentials/pages/3-1-polymer-materials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射出成形では、軟化または溶融した材料を金型へ充填し、形を作って取り出します。この回の図は熱可塑性樹脂を冷やす例です。押出成形では、材料をダイスから連続的に出します。長さ方向にほぼ一定の断面を持つ管や形材などの例に対応させてください。熱成形では、あらかじめ作られたシートを加熱して軟化させ、型に沿わせます。原料からいきなり同じ工程で製品を作っているわけではありません。矢印を書くときは、材料の移動と工具の動きを混ぜず、どこで断面や外形が決まるかを説明します。工程の名前が分かっても、加工条件まで決まったことにはなりません。肉厚、流れ、冷却、収縮、材料の状態などが関係します。学校で板を曲げる活動と、工場で金型を用いて大量に作る活動は、共通する材料の性質があっても設備と工程が異なることを整理してください。</a:t>
            </a:r>
          </a:p>
          <a:p xmlns:a="http://schemas.openxmlformats.org/drawingml/2006/main">
            <a:r>
              <a:t/>
            </a:r>
          </a:p>
          <a:p xmlns:a="http://schemas.openxmlformats.org/drawingml/2006/main">
            <a:r>
              <a:t>参照資料：</a:t>
            </a:r>
          </a:p>
          <a:p xmlns:a="http://schemas.openxmlformats.org/drawingml/2006/main">
            <a:r>
              <a:t>https://openstax.org/books/organic-chemistry/pages/31-7-polymer-structure-and-physical-properties</a:t>
            </a:r>
          </a:p>
          <a:p xmlns:a="http://schemas.openxmlformats.org/drawingml/2006/main">
            <a:r>
              <a:t>https://www.keyence.co.jp/ss/products/sensor/plastic-molding/about/summary.jsp</a:t>
            </a:r>
          </a:p>
          <a:p xmlns:a="http://schemas.openxmlformats.org/drawingml/2006/main">
            <a:r>
              <a:t>https://www.keyence.co.jp/ss/products/sensor/plastic-molding/process/vacuum.jsp</a:t>
            </a:r>
          </a:p>
          <a:p xmlns:a="http://schemas.openxmlformats.org/drawingml/2006/main">
            <a:r>
              <a:t>https://eprintspublications.npl.co.uk/1560/</a:t>
            </a:r>
          </a:p>
          <a:p xmlns:a="http://schemas.openxmlformats.org/drawingml/2006/main">
            <a:r>
              <a:t>https://plastic-circulation.env.go.jp/about/bio</a:t>
            </a:r>
          </a:p>
          <a:p xmlns:a="http://schemas.openxmlformats.org/drawingml/2006/main">
            <a:r>
              <a:t>https://openstax.org/books/additive-manufacturing-essentials/pages/3-1-polymer-materials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自己確認の問題です。射出成形試験片の物性値を、同じ樹脂名の積層造形品へそのまま使ってよいか。確認する条件を四つ挙げる。答えだけでなく、どの条件を使ったか、なぜそう考えたかをハンドアウトに残します。必要なら本編の図や表へ戻り、自分の説明を作ってから次の解説を聞いてください。</a:t>
            </a:r>
          </a:p>
          <a:p xmlns:a="http://schemas.openxmlformats.org/drawingml/2006/main">
            <a:r>
              <a:t/>
            </a:r>
          </a:p>
          <a:p xmlns:a="http://schemas.openxmlformats.org/drawingml/2006/main">
            <a:r>
              <a:t>参照資料：</a:t>
            </a:r>
          </a:p>
          <a:p xmlns:a="http://schemas.openxmlformats.org/drawingml/2006/main">
            <a:r>
              <a:t>https://openstax.org/books/organic-chemistry/pages/31-7-polymer-structure-and-physical-properties</a:t>
            </a:r>
          </a:p>
          <a:p xmlns:a="http://schemas.openxmlformats.org/drawingml/2006/main">
            <a:r>
              <a:t>https://www.keyence.co.jp/ss/products/sensor/plastic-molding/about/summary.jsp</a:t>
            </a:r>
          </a:p>
          <a:p xmlns:a="http://schemas.openxmlformats.org/drawingml/2006/main">
            <a:r>
              <a:t>https://www.keyence.co.jp/ss/products/sensor/plastic-molding/process/vacuum.jsp</a:t>
            </a:r>
          </a:p>
          <a:p xmlns:a="http://schemas.openxmlformats.org/drawingml/2006/main">
            <a:r>
              <a:t>https://eprintspublications.npl.co.uk/1560/</a:t>
            </a:r>
          </a:p>
          <a:p xmlns:a="http://schemas.openxmlformats.org/drawingml/2006/main">
            <a:r>
              <a:t>https://plastic-circulation.env.go.jp/about/bio</a:t>
            </a:r>
          </a:p>
          <a:p xmlns:a="http://schemas.openxmlformats.org/drawingml/2006/main">
            <a:r>
              <a:t>https://openstax.org/books/additive-manufacturing-essentials/pages/3-1-polymer-materials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樹脂名が一致していても、物性値をそのまま流用できるとは限りません。積層造形品では、方式や成形方向、層の間の状態、空隙や充填の条件が性質に関係します。例えば、荷重が層に沿って働く場合と、層の間を引き離すように働く場合では、同じ形でも確認したい箇所が違います。射出成形試験片の表は、その試験片と試験条件に対する情報です。積層造形という一つの名前の中にも複数の方式があるため、すべてが同じように異方性を持つと一律に決めるのも避けます。自分が比較する方式、材料グレード、方向、形、温度と荷重の条件を記録してください。外観が滑らかだから内部も一様であるとはいえません。中学校の教材で扱う場合にも、表示や設定を残し、結果をどこまで一般化できるかを説明することが大切です。</a:t>
            </a:r>
          </a:p>
          <a:p xmlns:a="http://schemas.openxmlformats.org/drawingml/2006/main">
            <a:r>
              <a:t/>
            </a:r>
          </a:p>
          <a:p xmlns:a="http://schemas.openxmlformats.org/drawingml/2006/main">
            <a:r>
              <a:t>参照資料：</a:t>
            </a:r>
          </a:p>
          <a:p xmlns:a="http://schemas.openxmlformats.org/drawingml/2006/main">
            <a:r>
              <a:t>https://openstax.org/books/organic-chemistry/pages/31-7-polymer-structure-and-physical-properties</a:t>
            </a:r>
          </a:p>
          <a:p xmlns:a="http://schemas.openxmlformats.org/drawingml/2006/main">
            <a:r>
              <a:t>https://www.keyence.co.jp/ss/products/sensor/plastic-molding/about/summary.jsp</a:t>
            </a:r>
          </a:p>
          <a:p xmlns:a="http://schemas.openxmlformats.org/drawingml/2006/main">
            <a:r>
              <a:t>https://www.keyence.co.jp/ss/products/sensor/plastic-molding/process/vacuum.jsp</a:t>
            </a:r>
          </a:p>
          <a:p xmlns:a="http://schemas.openxmlformats.org/drawingml/2006/main">
            <a:r>
              <a:t>https://eprintspublications.npl.co.uk/1560/</a:t>
            </a:r>
          </a:p>
          <a:p xmlns:a="http://schemas.openxmlformats.org/drawingml/2006/main">
            <a:r>
              <a:t>https://plastic-circulation.env.go.jp/about/bio</a:t>
            </a:r>
          </a:p>
          <a:p xmlns:a="http://schemas.openxmlformats.org/drawingml/2006/main">
            <a:r>
              <a:t>https://openstax.org/books/additive-manufacturing-essentials/pages/3-1-polymer-materials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自己確認の問題です。仮想データ：同じ荷重と温度で、直後0.8 mm、24時間後1.2 mm、168時間後1.6 mm。直後に対する倍率と増加量を求める。答えだけでなく、どの条件を使ったか、なぜそう考えたかをハンドアウトに残します。必要なら本編の図や表へ戻り、自分の説明を作ってから次の解説を聞いてください。</a:t>
            </a:r>
          </a:p>
          <a:p xmlns:a="http://schemas.openxmlformats.org/drawingml/2006/main">
            <a:r>
              <a:t/>
            </a:r>
          </a:p>
          <a:p xmlns:a="http://schemas.openxmlformats.org/drawingml/2006/main">
            <a:r>
              <a:t>参照資料：</a:t>
            </a:r>
          </a:p>
          <a:p xmlns:a="http://schemas.openxmlformats.org/drawingml/2006/main">
            <a:r>
              <a:t>https://openstax.org/books/organic-chemistry/pages/31-7-polymer-structure-and-physical-properties</a:t>
            </a:r>
          </a:p>
          <a:p xmlns:a="http://schemas.openxmlformats.org/drawingml/2006/main">
            <a:r>
              <a:t>https://www.keyence.co.jp/ss/products/sensor/plastic-molding/about/summary.jsp</a:t>
            </a:r>
          </a:p>
          <a:p xmlns:a="http://schemas.openxmlformats.org/drawingml/2006/main">
            <a:r>
              <a:t>https://www.keyence.co.jp/ss/products/sensor/plastic-molding/process/vacuum.jsp</a:t>
            </a:r>
          </a:p>
          <a:p xmlns:a="http://schemas.openxmlformats.org/drawingml/2006/main">
            <a:r>
              <a:t>https://eprintspublications.npl.co.uk/1560/</a:t>
            </a:r>
          </a:p>
          <a:p xmlns:a="http://schemas.openxmlformats.org/drawingml/2006/main">
            <a:r>
              <a:t>https://plastic-circulation.env.go.jp/about/bio</a:t>
            </a:r>
          </a:p>
          <a:p xmlns:a="http://schemas.openxmlformats.org/drawingml/2006/main">
            <a:r>
              <a:t>https://openstax.org/books/additive-manufacturing-essentials/pages/3-1-polymer-materials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倍率は、比べる値を基準となる値で割ります。二十四時間後は一点二を零点八で割り、一点五倍です。百六十八時間後は一点六を零点八で割り、二倍です。増加量を聞かれたときは引き算に変えます。それぞれ零点四ミリメートル、零点八ミリメートルです。一点五倍ということと、一点五ミリメートル増えたということを混同しないようにしてください。表の数値は、読み取りを学ぶための仮想データで、特定製品の試験結果ではありません。ここから言えるのは、示された条件と時点での変形の関係です。一年後の値、違う温度での値、荷重を除いた後にどれだけ戻るかについては情報がありません。グラフを描くときは、時間間隔の違いにも注意しましょう。二十四時間と百六十八時間を同じ間隔に並べる図は、時間を等間隔に取ったグラフとは意味が違います。</a:t>
            </a:r>
          </a:p>
          <a:p xmlns:a="http://schemas.openxmlformats.org/drawingml/2006/main">
            <a:r>
              <a:t/>
            </a:r>
          </a:p>
          <a:p xmlns:a="http://schemas.openxmlformats.org/drawingml/2006/main">
            <a:r>
              <a:t>参照資料：</a:t>
            </a:r>
          </a:p>
          <a:p xmlns:a="http://schemas.openxmlformats.org/drawingml/2006/main">
            <a:r>
              <a:t>https://openstax.org/books/organic-chemistry/pages/31-7-polymer-structure-and-physical-properties</a:t>
            </a:r>
          </a:p>
          <a:p xmlns:a="http://schemas.openxmlformats.org/drawingml/2006/main">
            <a:r>
              <a:t>https://www.keyence.co.jp/ss/products/sensor/plastic-molding/about/summary.jsp</a:t>
            </a:r>
          </a:p>
          <a:p xmlns:a="http://schemas.openxmlformats.org/drawingml/2006/main">
            <a:r>
              <a:t>https://www.keyence.co.jp/ss/products/sensor/plastic-molding/process/vacuum.jsp</a:t>
            </a:r>
          </a:p>
          <a:p xmlns:a="http://schemas.openxmlformats.org/drawingml/2006/main">
            <a:r>
              <a:t>https://eprintspublications.npl.co.uk/1560/</a:t>
            </a:r>
          </a:p>
          <a:p xmlns:a="http://schemas.openxmlformats.org/drawingml/2006/main">
            <a:r>
              <a:t>https://plastic-circulation.env.go.jp/about/bio</a:t>
            </a:r>
          </a:p>
          <a:p xmlns:a="http://schemas.openxmlformats.org/drawingml/2006/main">
            <a:r>
              <a:t>https://openstax.org/books/additive-manufacturing-essentials/pages/3-1-polymer-materials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自己確認の問題です。問3のデータについて「168時間で2倍だから、336時間では4倍、一年後も比例して予測できる」という説明を検討する。答えだけでなく、どの条件を使ったか、なぜそう考えたかをハンドアウトに残します。必要なら本編の図や表へ戻り、自分の説明を作ってから次の解説を聞いてください。</a:t>
            </a:r>
          </a:p>
          <a:p xmlns:a="http://schemas.openxmlformats.org/drawingml/2006/main">
            <a:r>
              <a:t/>
            </a:r>
          </a:p>
          <a:p xmlns:a="http://schemas.openxmlformats.org/drawingml/2006/main">
            <a:r>
              <a:t>参照資料：</a:t>
            </a:r>
          </a:p>
          <a:p xmlns:a="http://schemas.openxmlformats.org/drawingml/2006/main">
            <a:r>
              <a:t>https://openstax.org/books/organic-chemistry/pages/31-7-polymer-structure-and-physical-properties</a:t>
            </a:r>
          </a:p>
          <a:p xmlns:a="http://schemas.openxmlformats.org/drawingml/2006/main">
            <a:r>
              <a:t>https://www.keyence.co.jp/ss/products/sensor/plastic-molding/about/summary.jsp</a:t>
            </a:r>
          </a:p>
          <a:p xmlns:a="http://schemas.openxmlformats.org/drawingml/2006/main">
            <a:r>
              <a:t>https://www.keyence.co.jp/ss/products/sensor/plastic-molding/process/vacuum.jsp</a:t>
            </a:r>
          </a:p>
          <a:p xmlns:a="http://schemas.openxmlformats.org/drawingml/2006/main">
            <a:r>
              <a:t>https://eprintspublications.npl.co.uk/1560/</a:t>
            </a:r>
          </a:p>
          <a:p xmlns:a="http://schemas.openxmlformats.org/drawingml/2006/main">
            <a:r>
              <a:t>https://plastic-circulation.env.go.jp/about/bio</a:t>
            </a:r>
          </a:p>
          <a:p xmlns:a="http://schemas.openxmlformats.org/drawingml/2006/main">
            <a:r>
              <a:t>https://openstax.org/books/additive-manufacturing-essentials/pages/3-1-polymer-materials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三つの時点の値があることと、長期の予測式があることは別です。百六十八時間で直後の二倍だったからといって、さらに百六十八時間が経過するごとに二倍になる法則が示されたわけではありません。比例を仮定する場合も、何に比例するのか、どの範囲で確かめたのかという根拠が必要です。クリープの進み方は、材料と荷重、温度、時間の条件に依存します。別の温度や大きい荷重へ同じ曲線を移すことも無条件にはできません。使用判断では、時間が経って変形が増えるという理解を、要求する期間や許容変形量へ結び付けます。例えば容器が少し変形しても機能を保つ場合と、接続部が外れて水が漏れる場合では要求が違います。データが足りないときは、予測値を作り出すより、必要な期間と条件に合う情報を求め、点検や交換を計画することが重要です。</a:t>
            </a:r>
          </a:p>
          <a:p xmlns:a="http://schemas.openxmlformats.org/drawingml/2006/main">
            <a:r>
              <a:t/>
            </a:r>
          </a:p>
          <a:p xmlns:a="http://schemas.openxmlformats.org/drawingml/2006/main">
            <a:r>
              <a:t>参照資料：</a:t>
            </a:r>
          </a:p>
          <a:p xmlns:a="http://schemas.openxmlformats.org/drawingml/2006/main">
            <a:r>
              <a:t>https://openstax.org/books/organic-chemistry/pages/31-7-polymer-structure-and-physical-properties</a:t>
            </a:r>
          </a:p>
          <a:p xmlns:a="http://schemas.openxmlformats.org/drawingml/2006/main">
            <a:r>
              <a:t>https://www.keyence.co.jp/ss/products/sensor/plastic-molding/about/summary.jsp</a:t>
            </a:r>
          </a:p>
          <a:p xmlns:a="http://schemas.openxmlformats.org/drawingml/2006/main">
            <a:r>
              <a:t>https://www.keyence.co.jp/ss/products/sensor/plastic-molding/process/vacuum.jsp</a:t>
            </a:r>
          </a:p>
          <a:p xmlns:a="http://schemas.openxmlformats.org/drawingml/2006/main">
            <a:r>
              <a:t>https://eprintspublications.npl.co.uk/1560/</a:t>
            </a:r>
          </a:p>
          <a:p xmlns:a="http://schemas.openxmlformats.org/drawingml/2006/main">
            <a:r>
              <a:t>https://plastic-circulation.env.go.jp/about/bio</a:t>
            </a:r>
          </a:p>
          <a:p xmlns:a="http://schemas.openxmlformats.org/drawingml/2006/main">
            <a:r>
              <a:t>https://openstax.org/books/additive-manufacturing-essentials/pages/3-1-polymer-materials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自己確認の問題です。仮想材料A：植物由来・非生分解、B：化石由来・生分解性、C：植物由来・生分解性。二軸の表に分類し、環境面の順位を決められるか説明する。答えだけでなく、どの条件を使ったか、なぜそう考えたかをハンドアウトに残します。必要なら本編の図や表へ戻り、自分の説明を作ってから次の解説を聞いてください。</a:t>
            </a:r>
          </a:p>
          <a:p xmlns:a="http://schemas.openxmlformats.org/drawingml/2006/main">
            <a:r>
              <a:t/>
            </a:r>
          </a:p>
          <a:p xmlns:a="http://schemas.openxmlformats.org/drawingml/2006/main">
            <a:r>
              <a:t>参照資料：</a:t>
            </a:r>
          </a:p>
          <a:p xmlns:a="http://schemas.openxmlformats.org/drawingml/2006/main">
            <a:r>
              <a:t>https://openstax.org/books/organic-chemistry/pages/31-7-polymer-structure-and-physical-properties</a:t>
            </a:r>
          </a:p>
          <a:p xmlns:a="http://schemas.openxmlformats.org/drawingml/2006/main">
            <a:r>
              <a:t>https://www.keyence.co.jp/ss/products/sensor/plastic-molding/about/summary.jsp</a:t>
            </a:r>
          </a:p>
          <a:p xmlns:a="http://schemas.openxmlformats.org/drawingml/2006/main">
            <a:r>
              <a:t>https://www.keyence.co.jp/ss/products/sensor/plastic-molding/process/vacuum.jsp</a:t>
            </a:r>
          </a:p>
          <a:p xmlns:a="http://schemas.openxmlformats.org/drawingml/2006/main">
            <a:r>
              <a:t>https://eprintspublications.npl.co.uk/1560/</a:t>
            </a:r>
          </a:p>
          <a:p xmlns:a="http://schemas.openxmlformats.org/drawingml/2006/main">
            <a:r>
              <a:t>https://plastic-circulation.env.go.jp/about/bio</a:t>
            </a:r>
          </a:p>
          <a:p xmlns:a="http://schemas.openxmlformats.org/drawingml/2006/main">
            <a:r>
              <a:t>https://openstax.org/books/additive-manufacturing-essentials/pages/3-1-polymer-materials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二つの軸を別々に読みます。一つは原料が何に由来するか、もう一つは一定の環境条件の下で生分解する性質を持つかです。エーは植物由来ですが非生分解、ビーは化石資源由来ですが生分解性を持つ、シーは両方の性質を持つという仮定です。二つの性質を同じものと扱うと、エーやビーを正しく分類できません。ここに挙げた三つは分類練習用の仮想材料で、特定製品の性能を示してはいません。さらに、二軸のどの位置にあるかだけで環境負荷の順位を決めることもできません。製造に必要な資源やエネルギー、製品の使用期間、回収や処理の仕組みなど、比較する範囲を決める必要があります。生分解性という表示があっても、あらゆる場所で短期間に消えると読み替えてはいけません。原料の特徴と使用後の扱いをそれぞれ確認する、という二段階の見方を身に付けましょう。</a:t>
            </a:r>
          </a:p>
          <a:p xmlns:a="http://schemas.openxmlformats.org/drawingml/2006/main">
            <a:r>
              <a:t/>
            </a:r>
          </a:p>
          <a:p xmlns:a="http://schemas.openxmlformats.org/drawingml/2006/main">
            <a:r>
              <a:t>参照資料：</a:t>
            </a:r>
          </a:p>
          <a:p xmlns:a="http://schemas.openxmlformats.org/drawingml/2006/main">
            <a:r>
              <a:t>https://openstax.org/books/organic-chemistry/pages/31-7-polymer-structure-and-physical-properties</a:t>
            </a:r>
          </a:p>
          <a:p xmlns:a="http://schemas.openxmlformats.org/drawingml/2006/main">
            <a:r>
              <a:t>https://www.keyence.co.jp/ss/products/sensor/plastic-molding/about/summary.jsp</a:t>
            </a:r>
          </a:p>
          <a:p xmlns:a="http://schemas.openxmlformats.org/drawingml/2006/main">
            <a:r>
              <a:t>https://www.keyence.co.jp/ss/products/sensor/plastic-molding/process/vacuum.jsp</a:t>
            </a:r>
          </a:p>
          <a:p xmlns:a="http://schemas.openxmlformats.org/drawingml/2006/main">
            <a:r>
              <a:t>https://eprintspublications.npl.co.uk/1560/</a:t>
            </a:r>
          </a:p>
          <a:p xmlns:a="http://schemas.openxmlformats.org/drawingml/2006/main">
            <a:r>
              <a:t>https://plastic-circulation.env.go.jp/about/bio</a:t>
            </a:r>
          </a:p>
          <a:p xmlns:a="http://schemas.openxmlformats.org/drawingml/2006/main">
            <a:r>
              <a:t>https://openstax.org/books/additive-manufacturing-essentials/pages/3-1-polymer-materials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自己確認の問題です。「生分解性の容器なら、栽培後に小さく砕いて校庭へまけばよい」という説明を訂正する。表示と処理条件の確認項目を書く。答えだけでなく、どの条件を使ったか、なぜそう考えたかをハンドアウトに残します。必要なら本編の図や表へ戻り、自分の説明を作ってから次の解説を聞いてください。</a:t>
            </a:r>
          </a:p>
          <a:p xmlns:a="http://schemas.openxmlformats.org/drawingml/2006/main">
            <a:r>
              <a:t/>
            </a:r>
          </a:p>
          <a:p xmlns:a="http://schemas.openxmlformats.org/drawingml/2006/main">
            <a:r>
              <a:t>参照資料：</a:t>
            </a:r>
          </a:p>
          <a:p xmlns:a="http://schemas.openxmlformats.org/drawingml/2006/main">
            <a:r>
              <a:t>https://openstax.org/books/organic-chemistry/pages/31-7-polymer-structure-and-physical-properties</a:t>
            </a:r>
          </a:p>
          <a:p xmlns:a="http://schemas.openxmlformats.org/drawingml/2006/main">
            <a:r>
              <a:t>https://www.keyence.co.jp/ss/products/sensor/plastic-molding/about/summary.jsp</a:t>
            </a:r>
          </a:p>
          <a:p xmlns:a="http://schemas.openxmlformats.org/drawingml/2006/main">
            <a:r>
              <a:t>https://www.keyence.co.jp/ss/products/sensor/plastic-molding/process/vacuum.jsp</a:t>
            </a:r>
          </a:p>
          <a:p xmlns:a="http://schemas.openxmlformats.org/drawingml/2006/main">
            <a:r>
              <a:t>https://eprintspublications.npl.co.uk/1560/</a:t>
            </a:r>
          </a:p>
          <a:p xmlns:a="http://schemas.openxmlformats.org/drawingml/2006/main">
            <a:r>
              <a:t>https://plastic-circulation.env.go.jp/about/bio</a:t>
            </a:r>
          </a:p>
          <a:p xmlns:a="http://schemas.openxmlformats.org/drawingml/2006/main">
            <a:r>
              <a:t>https://openstax.org/books/additive-manufacturing-essentials/pages/3-1-polymer-materials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細片化は、見える大きさの物が細かくなることです。一方、生分解は微生物等の働きによる分解を含む別の過程です。見えなくなっただけで、同じように分解が完了したと判断することはできません。また、生分解性の確認には、温度、水分、微生物、時間などの条件があります。工業的な堆肥化の条件で確かめた性質が、そのまま校庭の土や水中で同じ速さで現れるとは限りません。製品表示の対象と条件を確認し、その地域や施設で受け入れる回収・処理の仕組みを調べる必要があります。ここでは実際に砕いて散布する実験を勧めているのではなく、説明文の誤りを考えています。材料の性質の理解と、使用後の行き先を決めることを切り離さず、予定した使用期間と処理条件が両立するかを確認してください。</a:t>
            </a:r>
          </a:p>
          <a:p xmlns:a="http://schemas.openxmlformats.org/drawingml/2006/main">
            <a:r>
              <a:t/>
            </a:r>
          </a:p>
          <a:p xmlns:a="http://schemas.openxmlformats.org/drawingml/2006/main">
            <a:r>
              <a:t>参照資料：</a:t>
            </a:r>
          </a:p>
          <a:p xmlns:a="http://schemas.openxmlformats.org/drawingml/2006/main">
            <a:r>
              <a:t>https://openstax.org/books/organic-chemistry/pages/31-7-polymer-structure-and-physical-properties</a:t>
            </a:r>
          </a:p>
          <a:p xmlns:a="http://schemas.openxmlformats.org/drawingml/2006/main">
            <a:r>
              <a:t>https://www.keyence.co.jp/ss/products/sensor/plastic-molding/about/summary.jsp</a:t>
            </a:r>
          </a:p>
          <a:p xmlns:a="http://schemas.openxmlformats.org/drawingml/2006/main">
            <a:r>
              <a:t>https://www.keyence.co.jp/ss/products/sensor/plastic-molding/process/vacuum.jsp</a:t>
            </a:r>
          </a:p>
          <a:p xmlns:a="http://schemas.openxmlformats.org/drawingml/2006/main">
            <a:r>
              <a:t>https://eprintspublications.npl.co.uk/1560/</a:t>
            </a:r>
          </a:p>
          <a:p xmlns:a="http://schemas.openxmlformats.org/drawingml/2006/main">
            <a:r>
              <a:t>https://plastic-circulation.env.go.jp/about/bio</a:t>
            </a:r>
          </a:p>
          <a:p xmlns:a="http://schemas.openxmlformats.org/drawingml/2006/main">
            <a:r>
              <a:t>https://openstax.org/books/additive-manufacturing-essentials/pages/3-1-polymer-materials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自己確認の問題です。同じ栽培容器について、再使用・材料としての再利用・化学原料への転換・熱回収の経路を描く。それぞれで得るものと、確認する条件を書く。答えだけでなく、どの条件を使ったか、なぜそう考えたかをハンドアウトに残します。必要なら本編の図や表へ戻り、自分の説明を作ってから次の解説を聞いてください。</a:t>
            </a:r>
          </a:p>
          <a:p xmlns:a="http://schemas.openxmlformats.org/drawingml/2006/main">
            <a:r>
              <a:t/>
            </a:r>
          </a:p>
          <a:p xmlns:a="http://schemas.openxmlformats.org/drawingml/2006/main">
            <a:r>
              <a:t>参照資料：</a:t>
            </a:r>
          </a:p>
          <a:p xmlns:a="http://schemas.openxmlformats.org/drawingml/2006/main">
            <a:r>
              <a:t>https://openstax.org/books/organic-chemistry/pages/31-7-polymer-structure-and-physical-properties</a:t>
            </a:r>
          </a:p>
          <a:p xmlns:a="http://schemas.openxmlformats.org/drawingml/2006/main">
            <a:r>
              <a:t>https://www.keyence.co.jp/ss/products/sensor/plastic-molding/about/summary.jsp</a:t>
            </a:r>
          </a:p>
          <a:p xmlns:a="http://schemas.openxmlformats.org/drawingml/2006/main">
            <a:r>
              <a:t>https://www.keyence.co.jp/ss/products/sensor/plastic-molding/process/vacuum.jsp</a:t>
            </a:r>
          </a:p>
          <a:p xmlns:a="http://schemas.openxmlformats.org/drawingml/2006/main">
            <a:r>
              <a:t>https://eprintspublications.npl.co.uk/1560/</a:t>
            </a:r>
          </a:p>
          <a:p xmlns:a="http://schemas.openxmlformats.org/drawingml/2006/main">
            <a:r>
              <a:t>https://plastic-circulation.env.go.jp/about/bio</a:t>
            </a:r>
          </a:p>
          <a:p xmlns:a="http://schemas.openxmlformats.org/drawingml/2006/main">
            <a:r>
              <a:t>https://openstax.org/books/additive-manufacturing-essentials/pages/3-1-polymer-materials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経路図を描くときには、どの段階で何を保ち、何に変えるかに注目します。容器を洗って再び同じように使うなら、製品としての機能を保つ再使用です。選別や洗浄、粉砕などを経て、材料として再び使う経路では、材種や汚れ、異物、劣化の程度が関係します。化学原料等へ転換する経路と、燃焼等でエネルギーを回収する経路は、得るものが異なります。同じリサイクルという言葉だけで、同一の処理と扱わないようにしてください。いずれも、実際に受け入れる仕組みがあるか、条件に合うかを確認する必要があります。授業で描いた矢印が、その地域で実行可能な回収経路であると確定したわけではありません。図の横に、未確認の受入れ先や分別条件を記入しましょう。経路の名前だけで環境面の最良の方法を断定せず、使用期間と処理まで含めた比較の範囲を明らかにします。</a:t>
            </a:r>
          </a:p>
          <a:p xmlns:a="http://schemas.openxmlformats.org/drawingml/2006/main">
            <a:r>
              <a:t/>
            </a:r>
          </a:p>
          <a:p xmlns:a="http://schemas.openxmlformats.org/drawingml/2006/main">
            <a:r>
              <a:t>参照資料：</a:t>
            </a:r>
          </a:p>
          <a:p xmlns:a="http://schemas.openxmlformats.org/drawingml/2006/main">
            <a:r>
              <a:t>https://openstax.org/books/organic-chemistry/pages/31-7-polymer-structure-and-physical-properties</a:t>
            </a:r>
          </a:p>
          <a:p xmlns:a="http://schemas.openxmlformats.org/drawingml/2006/main">
            <a:r>
              <a:t>https://www.keyence.co.jp/ss/products/sensor/plastic-molding/about/summary.jsp</a:t>
            </a:r>
          </a:p>
          <a:p xmlns:a="http://schemas.openxmlformats.org/drawingml/2006/main">
            <a:r>
              <a:t>https://www.keyence.co.jp/ss/products/sensor/plastic-molding/process/vacuum.jsp</a:t>
            </a:r>
          </a:p>
          <a:p xmlns:a="http://schemas.openxmlformats.org/drawingml/2006/main">
            <a:r>
              <a:t>https://eprintspublications.npl.co.uk/1560/</a:t>
            </a:r>
          </a:p>
          <a:p xmlns:a="http://schemas.openxmlformats.org/drawingml/2006/main">
            <a:r>
              <a:t>https://plastic-circulation.env.go.jp/about/bio</a:t>
            </a:r>
          </a:p>
          <a:p xmlns:a="http://schemas.openxmlformats.org/drawingml/2006/main">
            <a:r>
              <a:t>https://openstax.org/books/additive-manufacturing-essentials/pages/3-1-polymer-materials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自己確認の問題です。屋外で一作期使う栽培容器を考える。荷重・日射・清掃・点検・交換・回収について計画し、追加確認が必要な情報を三つ挙げる。答えだけでなく、どの条件を使ったか、なぜそう考えたかをハンドアウトに残します。必要なら本編の図や表へ戻り、自分の説明を作ってから次の解説を聞いてください。</a:t>
            </a:r>
          </a:p>
          <a:p xmlns:a="http://schemas.openxmlformats.org/drawingml/2006/main">
            <a:r>
              <a:t/>
            </a:r>
          </a:p>
          <a:p xmlns:a="http://schemas.openxmlformats.org/drawingml/2006/main">
            <a:r>
              <a:t>参照資料：</a:t>
            </a:r>
          </a:p>
          <a:p xmlns:a="http://schemas.openxmlformats.org/drawingml/2006/main">
            <a:r>
              <a:t>https://openstax.org/books/organic-chemistry/pages/31-7-polymer-structure-and-physical-properties</a:t>
            </a:r>
          </a:p>
          <a:p xmlns:a="http://schemas.openxmlformats.org/drawingml/2006/main">
            <a:r>
              <a:t>https://www.keyence.co.jp/ss/products/sensor/plastic-molding/about/summary.jsp</a:t>
            </a:r>
          </a:p>
          <a:p xmlns:a="http://schemas.openxmlformats.org/drawingml/2006/main">
            <a:r>
              <a:t>https://www.keyence.co.jp/ss/products/sensor/plastic-molding/process/vacuum.jsp</a:t>
            </a:r>
          </a:p>
          <a:p xmlns:a="http://schemas.openxmlformats.org/drawingml/2006/main">
            <a:r>
              <a:t>https://eprintspublications.npl.co.uk/1560/</a:t>
            </a:r>
          </a:p>
          <a:p xmlns:a="http://schemas.openxmlformats.org/drawingml/2006/main">
            <a:r>
              <a:t>https://plastic-circulation.env.go.jp/about/bio</a:t>
            </a:r>
          </a:p>
          <a:p xmlns:a="http://schemas.openxmlformats.org/drawingml/2006/main">
            <a:r>
              <a:t>https://openstax.org/books/additive-manufacturing-essentials/pages/3-1-polymer-materials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生物育成の場面へ戻ります。容器が支えるのは、乾いた土だけとは限りません。水や植物を含めた荷重、持ち運ぶときの作用、支持する場所を考えます。日射と温度、水分、清掃時に使うものも、材料の情報と対応させて確認します。一作期使うという要求でも、その期間と点検の方法を具体化する必要があります。割れたかどうかだけでなく、変形によって排水や設置状態が変わらないか、接合部を点検できるかも考えてください。使用後については、製品を再使用する計画なのか、交換して回収するのかを決め、受入れ先や分別条件を調べます。今回は一つの正解材種を当てる問題ではありません。候補、条件、根拠、不足情報が対応しているかを確認します。木材や金属の架台と組み合わせる場面でも、容器と架台がそれぞれ受け持つ働きを分けて説明できると、三材料比較の学習へつながります。</a:t>
            </a:r>
          </a:p>
          <a:p xmlns:a="http://schemas.openxmlformats.org/drawingml/2006/main">
            <a:r>
              <a:t/>
            </a:r>
          </a:p>
          <a:p xmlns:a="http://schemas.openxmlformats.org/drawingml/2006/main">
            <a:r>
              <a:t>参照資料：</a:t>
            </a:r>
          </a:p>
          <a:p xmlns:a="http://schemas.openxmlformats.org/drawingml/2006/main">
            <a:r>
              <a:t>https://openstax.org/books/organic-chemistry/pages/31-7-polymer-structure-and-physical-properties</a:t>
            </a:r>
          </a:p>
          <a:p xmlns:a="http://schemas.openxmlformats.org/drawingml/2006/main">
            <a:r>
              <a:t>https://www.keyence.co.jp/ss/products/sensor/plastic-molding/about/summary.jsp</a:t>
            </a:r>
          </a:p>
          <a:p xmlns:a="http://schemas.openxmlformats.org/drawingml/2006/main">
            <a:r>
              <a:t>https://www.keyence.co.jp/ss/products/sensor/plastic-molding/process/vacuum.jsp</a:t>
            </a:r>
          </a:p>
          <a:p xmlns:a="http://schemas.openxmlformats.org/drawingml/2006/main">
            <a:r>
              <a:t>https://eprintspublications.npl.co.uk/1560/</a:t>
            </a:r>
          </a:p>
          <a:p xmlns:a="http://schemas.openxmlformats.org/drawingml/2006/main">
            <a:r>
              <a:t>https://plastic-circulation.env.go.jp/about/bio</a:t>
            </a:r>
          </a:p>
          <a:p xmlns:a="http://schemas.openxmlformats.org/drawingml/2006/main">
            <a:r>
              <a:t>https://openstax.org/books/additive-manufacturing-essentials/pages/3-1-polymer-materials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金属とプラスチックの二回ずつを学びました。三材料を比較するときには、同じ量を測り、条件をそろえる必要があります。一方で、各材料の構造や温度・水・時間への応答の違いも説明します。</a:t>
            </a:r>
          </a:p>
          <a:p xmlns:a="http://schemas.openxmlformats.org/drawingml/2006/main">
            <a:r>
              <a:t>次は木材の構造、方向、水、密度、強さへ進みます。木材の詳しい講義と図を共有しながら、この講義では材料を選ぶために必要な基礎を整理します。第1回の比較表に、今回の成形、時間、回収の観点を追加しておいてください。</a:t>
            </a:r>
          </a:p>
          <a:p xmlns:a="http://schemas.openxmlformats.org/drawingml/2006/main">
            <a:r>
              <a:t/>
            </a:r>
          </a:p>
          <a:p xmlns:a="http://schemas.openxmlformats.org/drawingml/2006/main">
            <a:r>
              <a:t>参照資料：</a:t>
            </a:r>
          </a:p>
          <a:p xmlns:a="http://schemas.openxmlformats.org/drawingml/2006/main">
            <a:r>
              <a:t>https://openstax.org/books/organic-chemistry/pages/31-7-polymer-structure-and-physical-properties</a:t>
            </a:r>
          </a:p>
          <a:p xmlns:a="http://schemas.openxmlformats.org/drawingml/2006/main">
            <a:r>
              <a:t>https://www.keyence.co.jp/ss/products/sensor/plastic-molding/about/summary.jsp</a:t>
            </a:r>
          </a:p>
          <a:p xmlns:a="http://schemas.openxmlformats.org/drawingml/2006/main">
            <a:r>
              <a:t>https://www.keyence.co.jp/ss/products/sensor/plastic-molding/process/vacuum.jsp</a:t>
            </a:r>
          </a:p>
          <a:p xmlns:a="http://schemas.openxmlformats.org/drawingml/2006/main">
            <a:r>
              <a:t>https://eprintspublications.npl.co.uk/1560/</a:t>
            </a:r>
          </a:p>
          <a:p xmlns:a="http://schemas.openxmlformats.org/drawingml/2006/main">
            <a:r>
              <a:t>https://plastic-circulation.env.go.jp/about/bio</a:t>
            </a:r>
          </a:p>
          <a:p xmlns:a="http://schemas.openxmlformats.org/drawingml/2006/main">
            <a:r>
              <a:t>https://openstax.org/books/additive-manufacturing-essentials/pages/3-1-polymer-materials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bc56d82829940f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89ddb76b6844ab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719662f7b57425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a10a8715422475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da10973aa10403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a907a1df77548b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6FE9128-05F1-45BA-8064-41A2BAC13DC0}"/>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E45F73A1-B2A2-4F3F-8E63-1F2451513A06}"/>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577356A-2911-4F86-B5BD-E7221A3BD549}"/>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66230A2-D4B2-4386-AC67-816BD0D7B6C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41B12CC6-76C0-4070-8E7A-1DF2F9C0958E}"/>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A10A60E6-C1F9-418E-BC4D-3345FDF3AA0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37FA888-9D0C-41E8-A144-9C2C4571737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C5FC333C-377E-4860-BFAB-90E37ED63E8F}"/>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E4925FF-3A77-4565-A896-FD6486C345E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EE12177-C9F8-42A9-B3D8-2E672D1D244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feb6316900a4a06" /><Relationship Type="http://schemas.openxmlformats.org/officeDocument/2006/relationships/slideLayout" Target="/ppt/slideLayouts/slideLayout1.xml" Id="Rd397630185d74e95" /><Relationship Type="http://schemas.openxmlformats.org/officeDocument/2006/relationships/slideLayout" Target="/ppt/slideLayouts/slideLayout2.xml" Id="Rde43a4fbe3f94234" /><Relationship Type="http://schemas.openxmlformats.org/officeDocument/2006/relationships/slideLayout" Target="/ppt/slideLayouts/slideLayout3.xml" Id="R9cd107add6fa4d86" /><Relationship Type="http://schemas.openxmlformats.org/officeDocument/2006/relationships/slideLayout" Target="/ppt/slideLayouts/slideLayout4.xml" Id="R5f26c8e08eb64dc3" /><Relationship Type="http://schemas.openxmlformats.org/officeDocument/2006/relationships/slideLayout" Target="/ppt/slideLayouts/slideLayout5.xml" Id="Rd57b77dcf74a455f" /><Relationship Type="http://schemas.openxmlformats.org/officeDocument/2006/relationships/slideLayout" Target="/ppt/slideLayouts/slideLayout6.xml" Id="Rbeb117dac5b14fe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397630185d74e95"/>
    <p:sldLayoutId xmlns:r="http://schemas.openxmlformats.org/officeDocument/2006/relationships" id="2147483650" r:id="Rde43a4fbe3f94234"/>
    <p:sldLayoutId xmlns:r="http://schemas.openxmlformats.org/officeDocument/2006/relationships" id="2147483651" r:id="R9cd107add6fa4d86"/>
    <p:sldLayoutId xmlns:r="http://schemas.openxmlformats.org/officeDocument/2006/relationships" id="2147483652" r:id="R5f26c8e08eb64dc3"/>
    <p:sldLayoutId xmlns:r="http://schemas.openxmlformats.org/officeDocument/2006/relationships" id="2147483653" r:id="Rd57b77dcf74a455f"/>
    <p:sldLayoutId xmlns:r="http://schemas.openxmlformats.org/officeDocument/2006/relationships" id="2147483654" r:id="Rbeb117dac5b14fe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f7e781efe07f4f3f" /><Relationship Type="http://schemas.openxmlformats.org/officeDocument/2006/relationships/notesSlide" Target="/ppt/notesSlides/notesSlide1.xml" Id="Ra2e07ac930bd43c5"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7532a850ca974318" /><Relationship Type="http://schemas.openxmlformats.org/officeDocument/2006/relationships/notesSlide" Target="/ppt/notesSlides/notesSlide2.xml" Id="R1accdf2ea65e4fb8"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c5b27179d5d8413f" /><Relationship Type="http://schemas.openxmlformats.org/officeDocument/2006/relationships/notesSlide" Target="/ppt/notesSlides/notesSlide3.xml" Id="R42b4b19598ef46bd"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fde98de5e88b4720" /><Relationship Type="http://schemas.openxmlformats.org/officeDocument/2006/relationships/notesSlide" Target="/ppt/notesSlides/notesSlide4.xml" Id="R80d03f3496494e40"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ee8dcfa2abe74a14" /><Relationship Type="http://schemas.openxmlformats.org/officeDocument/2006/relationships/notesSlide" Target="/ppt/notesSlides/notesSlide5.xml" Id="R5ff005aded0f40ff"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c486c61647874286" /><Relationship Type="http://schemas.openxmlformats.org/officeDocument/2006/relationships/notesSlide" Target="/ppt/notesSlides/notesSlide6.xml" Id="R60b0d211d6e34594"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605adfe617b246a1" /><Relationship Type="http://schemas.openxmlformats.org/officeDocument/2006/relationships/notesSlide" Target="/ppt/notesSlides/notesSlide7.xml" Id="R771bfea210524d90"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1812af77c01d40f2" /><Relationship Type="http://schemas.openxmlformats.org/officeDocument/2006/relationships/notesSlide" Target="/ppt/notesSlides/notesSlide8.xml" Id="R634c23c055f14b07"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577b6bd4463645ec" /><Relationship Type="http://schemas.openxmlformats.org/officeDocument/2006/relationships/notesSlide" Target="/ppt/notesSlides/notesSlide9.xml" Id="R46487f1d0f5f4eb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e027c0d77eb24c4b" /><Relationship Type="http://schemas.openxmlformats.org/officeDocument/2006/relationships/notesSlide" Target="/ppt/notesSlides/notesSlide10.xml" Id="R79a8cee690e0478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349e82b058114666" /><Relationship Type="http://schemas.openxmlformats.org/officeDocument/2006/relationships/notesSlide" Target="/ppt/notesSlides/notesSlide11.xml" Id="R98d38d57288347f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4d0266c258294867" /><Relationship Type="http://schemas.openxmlformats.org/officeDocument/2006/relationships/chart" Target="/ppt/slides/charts/chart1.xml" Id="R6a5cfeff1cd64998" /><Relationship Type="http://schemas.openxmlformats.org/officeDocument/2006/relationships/notesSlide" Target="/ppt/notesSlides/notesSlide12.xml" Id="R506a4234e26946e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ea0b7b9d28b74622" /><Relationship Type="http://schemas.openxmlformats.org/officeDocument/2006/relationships/notesSlide" Target="/ppt/notesSlides/notesSlide13.xml" Id="Recb63ea28c80468d"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ac442f3afeca44e0" /><Relationship Type="http://schemas.openxmlformats.org/officeDocument/2006/relationships/notesSlide" Target="/ppt/notesSlides/notesSlide14.xml" Id="R0ef2b42fae5445a1"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964d7ded8eab43f6" /><Relationship Type="http://schemas.openxmlformats.org/officeDocument/2006/relationships/notesSlide" Target="/ppt/notesSlides/notesSlide15.xml" Id="R56cb5519b76b49b0"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de8fa985d19f43be" /><Relationship Type="http://schemas.openxmlformats.org/officeDocument/2006/relationships/notesSlide" Target="/ppt/notesSlides/notesSlide16.xml" Id="Rf747c7cb22104383"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7422862c71254d57" /><Relationship Type="http://schemas.openxmlformats.org/officeDocument/2006/relationships/notesSlide" Target="/ppt/notesSlides/notesSlide17.xml" Id="R1d79dc0322344af1"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523e796be03c4ff9" /><Relationship Type="http://schemas.openxmlformats.org/officeDocument/2006/relationships/notesSlide" Target="/ppt/notesSlides/notesSlide18.xml" Id="Rad72816f92e24d7c"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ac574f26f9b54aa0" /><Relationship Type="http://schemas.openxmlformats.org/officeDocument/2006/relationships/notesSlide" Target="/ppt/notesSlides/notesSlide19.xml" Id="R927f74fc388e46b4"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26b6803a0d6f4326" /><Relationship Type="http://schemas.openxmlformats.org/officeDocument/2006/relationships/notesSlide" Target="/ppt/notesSlides/notesSlide20.xml" Id="R60de003e42c84c9f"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67615f651eb146fc" /><Relationship Type="http://schemas.openxmlformats.org/officeDocument/2006/relationships/notesSlide" Target="/ppt/notesSlides/notesSlide21.xml" Id="Rb29d4ccca8014368"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ac69504264364bc5" /><Relationship Type="http://schemas.openxmlformats.org/officeDocument/2006/relationships/notesSlide" Target="/ppt/notesSlides/notesSlide22.xml" Id="Rb2e7b7eb36874ed7"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d21325e02d304bee" /><Relationship Type="http://schemas.openxmlformats.org/officeDocument/2006/relationships/notesSlide" Target="/ppt/notesSlides/notesSlide23.xml" Id="R7c1780395f0741b5"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c6c3d03a2ea146b2" /><Relationship Type="http://schemas.openxmlformats.org/officeDocument/2006/relationships/notesSlide" Target="/ppt/notesSlides/notesSlide24.xml" Id="R550b6947622946b4"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1d14321a094a4742" /><Relationship Type="http://schemas.openxmlformats.org/officeDocument/2006/relationships/notesSlide" Target="/ppt/notesSlides/notesSlide25.xml" Id="R7fb58454a08344ae"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f931666b28c045d6" /><Relationship Type="http://schemas.openxmlformats.org/officeDocument/2006/relationships/notesSlide" Target="/ppt/notesSlides/notesSlide26.xml" Id="Ra0ae2906953b4ecf"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b1bd1c49194444df" /><Relationship Type="http://schemas.openxmlformats.org/officeDocument/2006/relationships/notesSlide" Target="/ppt/notesSlides/notesSlide27.xml" Id="Rf04cc82c341d4499"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3a113e07966a4cb2" /><Relationship Type="http://schemas.openxmlformats.org/officeDocument/2006/relationships/notesSlide" Target="/ppt/notesSlides/notesSlide28.xml" Id="Re2b378b3212a4d53"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a61f026d6ee34e83" /><Relationship Type="http://schemas.openxmlformats.org/officeDocument/2006/relationships/notesSlide" Target="/ppt/notesSlides/notesSlide29.xml" Id="R8a6fab3b07b54263"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81e8780d019649c9" /><Relationship Type="http://schemas.openxmlformats.org/officeDocument/2006/relationships/notesSlide" Target="/ppt/notesSlides/notesSlide30.xml" Id="Rb8964bcf9e3c4ba5"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45c3e6f8d1af4156" /><Relationship Type="http://schemas.openxmlformats.org/officeDocument/2006/relationships/notesSlide" Target="/ppt/notesSlides/notesSlide31.xml" Id="R5ff095ea7bcd4ca2"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9a87f170910445c7" /><Relationship Type="http://schemas.openxmlformats.org/officeDocument/2006/relationships/notesSlide" Target="/ppt/notesSlides/notesSlide32.xml" Id="R54190e3eed6d4cf5"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7b42a36cd59f42e7" /><Relationship Type="http://schemas.openxmlformats.org/officeDocument/2006/relationships/notesSlide" Target="/ppt/notesSlides/notesSlide33.xml" Id="R3db15806d98644bb"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a7a8c20e06e74bd3" /><Relationship Type="http://schemas.openxmlformats.org/officeDocument/2006/relationships/notesSlide" Target="/ppt/notesSlides/notesSlide34.xml" Id="R635a075e51ce43bc"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294def8dc1f84735" /><Relationship Type="http://schemas.openxmlformats.org/officeDocument/2006/relationships/notesSlide" Target="/ppt/notesSlides/notesSlide35.xml" Id="R85143baa1239490f"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9e0db9018ba54d51" /><Relationship Type="http://schemas.openxmlformats.org/officeDocument/2006/relationships/notesSlide" Target="/ppt/notesSlides/notesSlide36.xml" Id="R3f2d19f3a7d7406b"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3f7ecac4aaf54a26" /><Relationship Type="http://schemas.openxmlformats.org/officeDocument/2006/relationships/notesSlide" Target="/ppt/notesSlides/notesSlide37.xml" Id="R28c87f2836b94c04"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2857d442d7654a9f" /><Relationship Type="http://schemas.openxmlformats.org/officeDocument/2006/relationships/notesSlide" Target="/ppt/notesSlides/notesSlide38.xml" Id="R5bfe1f6efb7c4db4"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a989679a75c44460" /><Relationship Type="http://schemas.openxmlformats.org/officeDocument/2006/relationships/notesSlide" Target="/ppt/notesSlides/notesSlide39.xml" Id="R3c2bf5817c2245db"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f29b444d328c4a40" /><Relationship Type="http://schemas.openxmlformats.org/officeDocument/2006/relationships/notesSlide" Target="/ppt/notesSlides/notesSlide40.xml" Id="R7ba35409380e433e"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63b6e5ed4a084fa2" /><Relationship Type="http://schemas.openxmlformats.org/officeDocument/2006/relationships/notesSlide" Target="/ppt/notesSlides/notesSlide41.xml" Id="Re8d9f02d3edb44c1" /></Relationships>
</file>

<file path=ppt/slides/_rels/slide42.xml.rels>&#65279;<?xml version="1.0" encoding="utf-8"?><Relationships xmlns="http://schemas.openxmlformats.org/package/2006/relationships"><Relationship Type="http://schemas.openxmlformats.org/officeDocument/2006/relationships/slideLayout" Target="/ppt/slideLayouts/slideLayout6.xml" Id="R08c1c0ac8d5b4ded" /><Relationship Type="http://schemas.openxmlformats.org/officeDocument/2006/relationships/notesSlide" Target="/ppt/notesSlides/notesSlide42.xml" Id="R6b16f17a5b194caf" /></Relationships>
</file>

<file path=ppt/slides/_rels/slide43.xml.rels>&#65279;<?xml version="1.0" encoding="utf-8"?><Relationships xmlns="http://schemas.openxmlformats.org/package/2006/relationships"><Relationship Type="http://schemas.openxmlformats.org/officeDocument/2006/relationships/slideLayout" Target="/ppt/slideLayouts/slideLayout6.xml" Id="R02509f71d3d04ef1" /><Relationship Type="http://schemas.openxmlformats.org/officeDocument/2006/relationships/notesSlide" Target="/ppt/notesSlides/notesSlide43.xml" Id="R0b814049bcba449e"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scatterChart>
        <c:scatterStyle val="lineMarker"/>
        <c:varyColors val="0"/>
        <c:ser>
          <c:idx val="0"/>
          <c:order val="0"/>
          <c:tx>
            <c:v>読解用の仮想値</c:v>
          </c:tx>
          <c:spPr>
            <a:ln xmlns:a="http://schemas.openxmlformats.org/drawingml/2006/main" w="28575">
              <a:solidFill>
                <a:srgbClr val="2876A8"/>
              </a:solidFill>
            </a:ln>
          </c:spPr>
          <c:marker>
            <c:symbol val="circle"/>
            <c:size val="9"/>
            <c:spPr>
              <a:solidFill xmlns:a="http://schemas.openxmlformats.org/drawingml/2006/main">
                <a:srgbClr val="2876A8"/>
              </a:solidFill>
            </c:spPr>
          </c:marker>
          <c:xVal>
            <c:numRef>
              <c:f>'Chart Data'!$A$2:$A$4</c:f>
              <c:numCache>
                <c:formatCode>General</c:formatCode>
                <c:ptCount val="3"/>
                <c:pt idx="0">
                  <c:v>0</c:v>
                </c:pt>
                <c:pt idx="1">
                  <c:v>24</c:v>
                </c:pt>
                <c:pt idx="2">
                  <c:v>168</c:v>
                </c:pt>
              </c:numCache>
            </c:numRef>
          </c:xVal>
          <c:yVal>
            <c:numRef>
              <c:f>'Chart Data'!$B$2:$B$4</c:f>
              <c:numCache>
                <c:formatCode>General</c:formatCode>
                <c:ptCount val="3"/>
                <c:pt idx="0">
                  <c:v>0.8</c:v>
                </c:pt>
                <c:pt idx="1">
                  <c:v>1.2</c:v>
                </c:pt>
                <c:pt idx="2">
                  <c:v>1.6</c:v>
                </c:pt>
              </c:numCache>
            </c:numRef>
          </c:yVal>
          <c:smooth val="0"/>
        </c:ser>
        <c:dLbls>
          <c:txPr>
            <a:bodyPr xmlns:a="http://schemas.openxmlformats.org/drawingml/2006/main" anchorCtr="1"/>
            <a:lstStyle xmlns:a="http://schemas.openxmlformats.org/drawingml/2006/main"/>
            <a:p xmlns:a="http://schemas.openxmlformats.org/drawingml/2006/main">
              <a:pPr>
                <a:defRPr>
                  <a:latin typeface="Yu Gothic"/>
                  <a:ea typeface="Yu Gothic"/>
                  <a:cs typeface="Yu Gothic"/>
                </a:defRPr>
              </a:pPr>
            </a:p>
          </c:txPr>
          <c:showLegendKey val="0"/>
          <c:showVal val="0"/>
          <c:showCatName val="0"/>
          <c:showSerName val="0"/>
          <c:showPercent val="0"/>
          <c:showBubbleSize val="0"/>
          <c:showLeaderLines val="0"/>
        </c:dLbls>
        <c:axId val="48650112"/>
        <c:axId val="48672768"/>
      </c:scatterChart>
      <c:valAx>
        <c:axId val="48672768"/>
        <c:scaling>
          <c:orientation val="minMax"/>
          <c:max val="2"/>
          <c:min val="0"/>
        </c:scaling>
        <c:delete val="0"/>
        <c:axPos val="l"/>
        <c:title>
          <c:tx>
            <c:rich>
              <a:bodyPr xmlns:a="http://schemas.openxmlformats.org/drawingml/2006/main"/>
              <a:lstStyle xmlns:a="http://schemas.openxmlformats.org/drawingml/2006/main"/>
              <a:p xmlns:a="http://schemas.openxmlformats.org/drawingml/2006/main">
                <a:r>
                  <a:rPr>
                    <a:latin typeface="Yu Gothic"/>
                    <a:ea typeface="Yu Gothic"/>
                    <a:cs typeface="Yu Gothic"/>
                  </a:rPr>
                  <a:t>変形 / mm</a:t>
                </a:r>
              </a:p>
            </c:rich>
          </c:tx>
          <c:overlay val="0"/>
          <c:txPr>
            <a:bodyPr xmlns:a="http://schemas.openxmlformats.org/drawingml/2006/main" anchorCtr="1"/>
            <a:lstStyle xmlns:a="http://schemas.openxmlformats.org/drawingml/2006/main"/>
            <a:p xmlns:a="http://schemas.openxmlformats.org/drawingml/2006/main">
              <a:pPr>
                <a:defRPr>
                  <a:latin typeface="Yu Gothic"/>
                  <a:ea typeface="Yu Gothic"/>
                  <a:cs typeface="Yu Gothic"/>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Yu Gothic"/>
                <a:ea typeface="Yu Gothic"/>
                <a:cs typeface="Yu Gothic"/>
              </a:defRPr>
            </a:pPr>
          </a:p>
        </c:txPr>
        <c:crossAx val="48650112"/>
        <c:majorUnit val="0.5"/>
      </c:valAx>
      <c:valAx>
        <c:axId val="48650112"/>
        <c:scaling>
          <c:orientation val="minMax"/>
          <c:max val="168"/>
          <c:min val="0"/>
        </c:scaling>
        <c:delete val="0"/>
        <c:axPos val="b"/>
        <c:title>
          <c:tx>
            <c:rich>
              <a:bodyPr xmlns:a="http://schemas.openxmlformats.org/drawingml/2006/main"/>
              <a:lstStyle xmlns:a="http://schemas.openxmlformats.org/drawingml/2006/main"/>
              <a:p xmlns:a="http://schemas.openxmlformats.org/drawingml/2006/main">
                <a:r>
                  <a:rPr>
                    <a:latin typeface="Yu Gothic"/>
                    <a:ea typeface="Yu Gothic"/>
                    <a:cs typeface="Yu Gothic"/>
                  </a:rPr>
                  <a:t>時間 / h</a:t>
                </a:r>
              </a:p>
            </c:rich>
          </c:tx>
          <c:overlay val="0"/>
          <c:txPr>
            <a:bodyPr xmlns:a="http://schemas.openxmlformats.org/drawingml/2006/main" anchorCtr="1"/>
            <a:lstStyle xmlns:a="http://schemas.openxmlformats.org/drawingml/2006/main"/>
            <a:p xmlns:a="http://schemas.openxmlformats.org/drawingml/2006/main">
              <a:pPr>
                <a:defRPr>
                  <a:latin typeface="Yu Gothic"/>
                  <a:ea typeface="Yu Gothic"/>
                  <a:cs typeface="Yu Gothic"/>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Yu Gothic"/>
                <a:ea typeface="Yu Gothic"/>
                <a:cs typeface="Yu Gothic"/>
              </a:defRPr>
            </a:pPr>
          </a:p>
        </c:txPr>
        <c:crossAx val="48672768"/>
        <c:majorUnit val="24"/>
      </c:valAx>
    </c:plotArea>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1FF7FAC-BB33-4435-847C-401AB0ED79A0}"/>
              </a:ext>
            </a:extLst>
          </p:cNvPr>
          <p:cNvSpPr>
            <a:spLocks xmlns:a="http://schemas.openxmlformats.org/drawingml/2006/main" noGrp="1"/>
          </p:cNvSpPr>
          <p:nvPr/>
        </p:nvSpPr>
        <p:spPr>
          <a:xfrm xmlns:a="http://schemas.openxmlformats.org/drawingml/2006/main">
            <a:off x="742950" y="704850"/>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1">
                <a:solidFill>
                  <a:srgbClr val="2A6C9B"/>
                </a:solidFill>
                <a:latin typeface="Yu Gothic"/>
                <a:ea typeface="Yu Gothic"/>
                <a:cs typeface="Yu Gothic"/>
              </a:defRPr>
            </a:defPPr>
            <a:lvl1pPr>
              <a:buNone/>
              <a:defRPr sz="2250" b="1">
                <a:solidFill>
                  <a:srgbClr val="2A6C9B"/>
                </a:solidFill>
                <a:latin typeface="Yu Gothic"/>
                <a:ea typeface="Yu Gothic"/>
                <a:cs typeface="Yu Gothic"/>
              </a:defRPr>
            </a:lvl1pPr>
            <a:lvl2pPr>
              <a:buNone/>
              <a:defRPr sz="2250" b="1">
                <a:solidFill>
                  <a:srgbClr val="2A6C9B"/>
                </a:solidFill>
                <a:latin typeface="Yu Gothic"/>
                <a:ea typeface="Yu Gothic"/>
                <a:cs typeface="Yu Gothic"/>
              </a:defRPr>
            </a:lvl2pPr>
            <a:lvl3pPr>
              <a:buNone/>
              <a:defRPr sz="2250" b="1">
                <a:solidFill>
                  <a:srgbClr val="2A6C9B"/>
                </a:solidFill>
                <a:latin typeface="Yu Gothic"/>
                <a:ea typeface="Yu Gothic"/>
                <a:cs typeface="Yu Gothic"/>
              </a:defRPr>
            </a:lvl3pPr>
            <a:lvl4pPr>
              <a:buNone/>
              <a:defRPr sz="2250" b="1">
                <a:solidFill>
                  <a:srgbClr val="2A6C9B"/>
                </a:solidFill>
                <a:latin typeface="Yu Gothic"/>
                <a:ea typeface="Yu Gothic"/>
                <a:cs typeface="Yu Gothic"/>
              </a:defRPr>
            </a:lvl4pPr>
            <a:lvl5pPr>
              <a:buNone/>
              <a:defRPr sz="2250" b="1">
                <a:solidFill>
                  <a:srgbClr val="2A6C9B"/>
                </a:solidFill>
                <a:latin typeface="Yu Gothic"/>
                <a:ea typeface="Yu Gothic"/>
                <a:cs typeface="Yu Gothic"/>
              </a:defRPr>
            </a:lvl5pPr>
            <a:lvl6pPr>
              <a:buNone/>
              <a:defRPr sz="2250" b="1">
                <a:solidFill>
                  <a:srgbClr val="2A6C9B"/>
                </a:solidFill>
                <a:latin typeface="Yu Gothic"/>
                <a:ea typeface="Yu Gothic"/>
                <a:cs typeface="Yu Gothic"/>
              </a:defRPr>
            </a:lvl6pPr>
            <a:lvl7pPr>
              <a:buNone/>
              <a:defRPr sz="2250" b="1">
                <a:solidFill>
                  <a:srgbClr val="2A6C9B"/>
                </a:solidFill>
                <a:latin typeface="Yu Gothic"/>
                <a:ea typeface="Yu Gothic"/>
                <a:cs typeface="Yu Gothic"/>
              </a:defRPr>
            </a:lvl7pPr>
            <a:lvl8pPr>
              <a:buNone/>
              <a:defRPr sz="2250" b="1">
                <a:solidFill>
                  <a:srgbClr val="2A6C9B"/>
                </a:solidFill>
                <a:latin typeface="Yu Gothic"/>
                <a:ea typeface="Yu Gothic"/>
                <a:cs typeface="Yu Gothic"/>
              </a:defRPr>
            </a:lvl8pPr>
            <a:lvl9pPr>
              <a:buNone/>
              <a:defRPr sz="2250" b="1">
                <a:solidFill>
                  <a:srgbClr val="2A6C9B"/>
                </a:solidFill>
                <a:latin typeface="Yu Gothic"/>
                <a:ea typeface="Yu Gothic"/>
                <a:cs typeface="Yu Gothic"/>
              </a:defRPr>
            </a:lvl9pPr>
          </a:lstStyle>
          <a:p xmlns:a="http://schemas.openxmlformats.org/drawingml/2006/main">
            <a:pPr>
              <a:buNone/>
              <a:defRPr sz="2250" b="1">
                <a:solidFill>
                  <a:srgbClr val="2A6C9B"/>
                </a:solidFill>
                <a:latin typeface="Yu Gothic"/>
                <a:ea typeface="Yu Gothic"/>
                <a:cs typeface="Yu Gothic"/>
              </a:defRPr>
            </a:pPr>
            <a:r>
              <a:rPr sz="2250" b="1">
                <a:solidFill>
                  <a:srgbClr val="2A6C9B"/>
                </a:solidFill>
                <a:latin typeface="Yu Gothic"/>
                <a:ea typeface="Yu Gothic"/>
                <a:cs typeface="Yu Gothic"/>
              </a:rPr>
              <a:t>工業材料概論　第8回</a:t>
            </a:r>
          </a:p>
        </p:txBody>
      </p:sp>
      <p:sp>
        <p:nvSpPr>
          <p:cNvPr id="2" name="">
            <a:extLst xmlns:a="http://schemas.openxmlformats.org/drawingml/2006/main">
              <a:ext uri="{FF2B5EF4-FFF2-40B4-BE49-F238E27FC236}">
                <a16:creationId xmlns:a16="http://schemas.microsoft.com/office/drawing/2014/main" id="{69A22214-D0CB-4A35-930D-3CCF9CA54AFE}"/>
              </a:ext>
            </a:extLst>
          </p:cNvPr>
          <p:cNvSpPr>
            <a:spLocks xmlns:a="http://schemas.openxmlformats.org/drawingml/2006/main" noGrp="1"/>
          </p:cNvSpPr>
          <p:nvPr/>
        </p:nvSpPr>
        <p:spPr>
          <a:xfrm xmlns:a="http://schemas.openxmlformats.org/drawingml/2006/main">
            <a:off x="742950" y="1809750"/>
            <a:ext cx="107632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750" b="1">
                <a:solidFill>
                  <a:srgbClr val="193B59"/>
                </a:solidFill>
                <a:latin typeface="Yu Gothic"/>
                <a:ea typeface="Yu Gothic"/>
                <a:cs typeface="Yu Gothic"/>
              </a:defRPr>
            </a:defPPr>
            <a:lvl1pPr>
              <a:buNone/>
              <a:defRPr sz="3750" b="1">
                <a:solidFill>
                  <a:srgbClr val="193B59"/>
                </a:solidFill>
                <a:latin typeface="Yu Gothic"/>
                <a:ea typeface="Yu Gothic"/>
                <a:cs typeface="Yu Gothic"/>
              </a:defRPr>
            </a:lvl1pPr>
            <a:lvl2pPr>
              <a:buNone/>
              <a:defRPr sz="3750" b="1">
                <a:solidFill>
                  <a:srgbClr val="193B59"/>
                </a:solidFill>
                <a:latin typeface="Yu Gothic"/>
                <a:ea typeface="Yu Gothic"/>
                <a:cs typeface="Yu Gothic"/>
              </a:defRPr>
            </a:lvl2pPr>
            <a:lvl3pPr>
              <a:buNone/>
              <a:defRPr sz="3750" b="1">
                <a:solidFill>
                  <a:srgbClr val="193B59"/>
                </a:solidFill>
                <a:latin typeface="Yu Gothic"/>
                <a:ea typeface="Yu Gothic"/>
                <a:cs typeface="Yu Gothic"/>
              </a:defRPr>
            </a:lvl3pPr>
            <a:lvl4pPr>
              <a:buNone/>
              <a:defRPr sz="3750" b="1">
                <a:solidFill>
                  <a:srgbClr val="193B59"/>
                </a:solidFill>
                <a:latin typeface="Yu Gothic"/>
                <a:ea typeface="Yu Gothic"/>
                <a:cs typeface="Yu Gothic"/>
              </a:defRPr>
            </a:lvl4pPr>
            <a:lvl5pPr>
              <a:buNone/>
              <a:defRPr sz="3750" b="1">
                <a:solidFill>
                  <a:srgbClr val="193B59"/>
                </a:solidFill>
                <a:latin typeface="Yu Gothic"/>
                <a:ea typeface="Yu Gothic"/>
                <a:cs typeface="Yu Gothic"/>
              </a:defRPr>
            </a:lvl5pPr>
            <a:lvl6pPr>
              <a:buNone/>
              <a:defRPr sz="3750" b="1">
                <a:solidFill>
                  <a:srgbClr val="193B59"/>
                </a:solidFill>
                <a:latin typeface="Yu Gothic"/>
                <a:ea typeface="Yu Gothic"/>
                <a:cs typeface="Yu Gothic"/>
              </a:defRPr>
            </a:lvl6pPr>
            <a:lvl7pPr>
              <a:buNone/>
              <a:defRPr sz="3750" b="1">
                <a:solidFill>
                  <a:srgbClr val="193B59"/>
                </a:solidFill>
                <a:latin typeface="Yu Gothic"/>
                <a:ea typeface="Yu Gothic"/>
                <a:cs typeface="Yu Gothic"/>
              </a:defRPr>
            </a:lvl7pPr>
            <a:lvl8pPr>
              <a:buNone/>
              <a:defRPr sz="3750" b="1">
                <a:solidFill>
                  <a:srgbClr val="193B59"/>
                </a:solidFill>
                <a:latin typeface="Yu Gothic"/>
                <a:ea typeface="Yu Gothic"/>
                <a:cs typeface="Yu Gothic"/>
              </a:defRPr>
            </a:lvl8pPr>
            <a:lvl9pPr>
              <a:buNone/>
              <a:defRPr sz="3750" b="1">
                <a:solidFill>
                  <a:srgbClr val="193B59"/>
                </a:solidFill>
                <a:latin typeface="Yu Gothic"/>
                <a:ea typeface="Yu Gothic"/>
                <a:cs typeface="Yu Gothic"/>
              </a:defRPr>
            </a:lvl9pPr>
          </a:lstStyle>
          <a:p xmlns:a="http://schemas.openxmlformats.org/drawingml/2006/main">
            <a:pPr>
              <a:buNone/>
              <a:defRPr sz="3750" b="1">
                <a:solidFill>
                  <a:srgbClr val="193B59"/>
                </a:solidFill>
                <a:latin typeface="Yu Gothic"/>
                <a:ea typeface="Yu Gothic"/>
                <a:cs typeface="Yu Gothic"/>
              </a:defRPr>
            </a:pPr>
            <a:r>
              <a:rPr sz="3750" b="1">
                <a:solidFill>
                  <a:srgbClr val="193B59"/>
                </a:solidFill>
                <a:latin typeface="Yu Gothic"/>
                <a:ea typeface="Yu Gothic"/>
                <a:cs typeface="Yu Gothic"/>
              </a:rPr>
              <a:t>プラスチックの加工・耐久性・資源循環</a:t>
            </a:r>
          </a:p>
        </p:txBody>
      </p:sp>
      <p:sp>
        <p:nvSpPr>
          <p:cNvPr id="3" name="">
            <a:extLst xmlns:a="http://schemas.openxmlformats.org/drawingml/2006/main">
              <a:ext uri="{FF2B5EF4-FFF2-40B4-BE49-F238E27FC236}">
                <a16:creationId xmlns:a16="http://schemas.microsoft.com/office/drawing/2014/main" id="{853EFFB7-0D76-4DC9-BD35-70500437AB87}"/>
              </a:ext>
            </a:extLst>
          </p:cNvPr>
          <p:cNvSpPr>
            <a:spLocks xmlns:a="http://schemas.openxmlformats.org/drawingml/2006/main" noGrp="1"/>
          </p:cNvSpPr>
          <p:nvPr/>
        </p:nvSpPr>
        <p:spPr>
          <a:xfrm xmlns:a="http://schemas.openxmlformats.org/drawingml/2006/main">
            <a:off x="809625" y="3762375"/>
            <a:ext cx="10477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43845"/>
                </a:solidFill>
                <a:latin typeface="Yu Gothic"/>
                <a:ea typeface="Yu Gothic"/>
                <a:cs typeface="Yu Gothic"/>
              </a:defRPr>
            </a:defPPr>
            <a:lvl1pPr>
              <a:buNone/>
              <a:defRPr sz="2250" b="0">
                <a:solidFill>
                  <a:srgbClr val="243845"/>
                </a:solidFill>
                <a:latin typeface="Yu Gothic"/>
                <a:ea typeface="Yu Gothic"/>
                <a:cs typeface="Yu Gothic"/>
              </a:defRPr>
            </a:lvl1pPr>
            <a:lvl2pPr>
              <a:buNone/>
              <a:defRPr sz="2250" b="0">
                <a:solidFill>
                  <a:srgbClr val="243845"/>
                </a:solidFill>
                <a:latin typeface="Yu Gothic"/>
                <a:ea typeface="Yu Gothic"/>
                <a:cs typeface="Yu Gothic"/>
              </a:defRPr>
            </a:lvl2pPr>
            <a:lvl3pPr>
              <a:buNone/>
              <a:defRPr sz="2250" b="0">
                <a:solidFill>
                  <a:srgbClr val="243845"/>
                </a:solidFill>
                <a:latin typeface="Yu Gothic"/>
                <a:ea typeface="Yu Gothic"/>
                <a:cs typeface="Yu Gothic"/>
              </a:defRPr>
            </a:lvl3pPr>
            <a:lvl4pPr>
              <a:buNone/>
              <a:defRPr sz="2250" b="0">
                <a:solidFill>
                  <a:srgbClr val="243845"/>
                </a:solidFill>
                <a:latin typeface="Yu Gothic"/>
                <a:ea typeface="Yu Gothic"/>
                <a:cs typeface="Yu Gothic"/>
              </a:defRPr>
            </a:lvl4pPr>
            <a:lvl5pPr>
              <a:buNone/>
              <a:defRPr sz="2250" b="0">
                <a:solidFill>
                  <a:srgbClr val="243845"/>
                </a:solidFill>
                <a:latin typeface="Yu Gothic"/>
                <a:ea typeface="Yu Gothic"/>
                <a:cs typeface="Yu Gothic"/>
              </a:defRPr>
            </a:lvl5pPr>
            <a:lvl6pPr>
              <a:buNone/>
              <a:defRPr sz="2250" b="0">
                <a:solidFill>
                  <a:srgbClr val="243845"/>
                </a:solidFill>
                <a:latin typeface="Yu Gothic"/>
                <a:ea typeface="Yu Gothic"/>
                <a:cs typeface="Yu Gothic"/>
              </a:defRPr>
            </a:lvl6pPr>
            <a:lvl7pPr>
              <a:buNone/>
              <a:defRPr sz="2250" b="0">
                <a:solidFill>
                  <a:srgbClr val="243845"/>
                </a:solidFill>
                <a:latin typeface="Yu Gothic"/>
                <a:ea typeface="Yu Gothic"/>
                <a:cs typeface="Yu Gothic"/>
              </a:defRPr>
            </a:lvl7pPr>
            <a:lvl8pPr>
              <a:buNone/>
              <a:defRPr sz="2250" b="0">
                <a:solidFill>
                  <a:srgbClr val="243845"/>
                </a:solidFill>
                <a:latin typeface="Yu Gothic"/>
                <a:ea typeface="Yu Gothic"/>
                <a:cs typeface="Yu Gothic"/>
              </a:defRPr>
            </a:lvl8pPr>
            <a:lvl9pPr>
              <a:buNone/>
              <a:defRPr sz="2250" b="0">
                <a:solidFill>
                  <a:srgbClr val="243845"/>
                </a:solidFill>
                <a:latin typeface="Yu Gothic"/>
                <a:ea typeface="Yu Gothic"/>
                <a:cs typeface="Yu Gothic"/>
              </a:defRPr>
            </a:lvl9pPr>
          </a:lstStyle>
          <a:p xmlns:a="http://schemas.openxmlformats.org/drawingml/2006/main">
            <a:pPr>
              <a:buNone/>
              <a:defRPr sz="2250" b="0">
                <a:solidFill>
                  <a:srgbClr val="243845"/>
                </a:solidFill>
                <a:latin typeface="Yu Gothic"/>
                <a:ea typeface="Yu Gothic"/>
                <a:cs typeface="Yu Gothic"/>
              </a:defRPr>
            </a:pPr>
            <a:r>
              <a:rPr sz="2250" b="0">
                <a:solidFill>
                  <a:srgbClr val="243845"/>
                </a:solidFill>
                <a:latin typeface="Yu Gothic"/>
                <a:ea typeface="Yu Gothic"/>
                <a:cs typeface="Yu Gothic"/>
              </a:rPr>
              <a:t>構造・加工・使用条件から材料を選ぶ</a:t>
            </a:r>
          </a:p>
        </p:txBody>
      </p:sp>
      <p:sp>
        <p:nvSpPr>
          <p:cNvPr id="4" name="">
            <a:extLst xmlns:a="http://schemas.openxmlformats.org/drawingml/2006/main">
              <a:ext uri="{FF2B5EF4-FFF2-40B4-BE49-F238E27FC236}">
                <a16:creationId xmlns:a16="http://schemas.microsoft.com/office/drawing/2014/main" id="{B52A4D95-E152-498C-90AA-461D79C95126}"/>
              </a:ext>
            </a:extLst>
          </p:cNvPr>
          <p:cNvSpPr>
            <a:spLocks xmlns:a="http://schemas.openxmlformats.org/drawingml/2006/main" noGrp="1"/>
          </p:cNvSpPr>
          <p:nvPr/>
        </p:nvSpPr>
        <p:spPr>
          <a:xfrm xmlns:a="http://schemas.openxmlformats.org/drawingml/2006/main">
            <a:off x="809625" y="5238750"/>
            <a:ext cx="9525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0">
                <a:solidFill>
                  <a:srgbClr val="243845"/>
                </a:solidFill>
                <a:latin typeface="Yu Gothic"/>
                <a:ea typeface="Yu Gothic"/>
                <a:cs typeface="Yu Gothic"/>
              </a:defRPr>
            </a:defPPr>
            <a:lvl1pPr>
              <a:buNone/>
              <a:defRPr sz="2025" b="0">
                <a:solidFill>
                  <a:srgbClr val="243845"/>
                </a:solidFill>
                <a:latin typeface="Yu Gothic"/>
                <a:ea typeface="Yu Gothic"/>
                <a:cs typeface="Yu Gothic"/>
              </a:defRPr>
            </a:lvl1pPr>
            <a:lvl2pPr>
              <a:buNone/>
              <a:defRPr sz="2025" b="0">
                <a:solidFill>
                  <a:srgbClr val="243845"/>
                </a:solidFill>
                <a:latin typeface="Yu Gothic"/>
                <a:ea typeface="Yu Gothic"/>
                <a:cs typeface="Yu Gothic"/>
              </a:defRPr>
            </a:lvl2pPr>
            <a:lvl3pPr>
              <a:buNone/>
              <a:defRPr sz="2025" b="0">
                <a:solidFill>
                  <a:srgbClr val="243845"/>
                </a:solidFill>
                <a:latin typeface="Yu Gothic"/>
                <a:ea typeface="Yu Gothic"/>
                <a:cs typeface="Yu Gothic"/>
              </a:defRPr>
            </a:lvl3pPr>
            <a:lvl4pPr>
              <a:buNone/>
              <a:defRPr sz="2025" b="0">
                <a:solidFill>
                  <a:srgbClr val="243845"/>
                </a:solidFill>
                <a:latin typeface="Yu Gothic"/>
                <a:ea typeface="Yu Gothic"/>
                <a:cs typeface="Yu Gothic"/>
              </a:defRPr>
            </a:lvl4pPr>
            <a:lvl5pPr>
              <a:buNone/>
              <a:defRPr sz="2025" b="0">
                <a:solidFill>
                  <a:srgbClr val="243845"/>
                </a:solidFill>
                <a:latin typeface="Yu Gothic"/>
                <a:ea typeface="Yu Gothic"/>
                <a:cs typeface="Yu Gothic"/>
              </a:defRPr>
            </a:lvl5pPr>
            <a:lvl6pPr>
              <a:buNone/>
              <a:defRPr sz="2025" b="0">
                <a:solidFill>
                  <a:srgbClr val="243845"/>
                </a:solidFill>
                <a:latin typeface="Yu Gothic"/>
                <a:ea typeface="Yu Gothic"/>
                <a:cs typeface="Yu Gothic"/>
              </a:defRPr>
            </a:lvl6pPr>
            <a:lvl7pPr>
              <a:buNone/>
              <a:defRPr sz="2025" b="0">
                <a:solidFill>
                  <a:srgbClr val="243845"/>
                </a:solidFill>
                <a:latin typeface="Yu Gothic"/>
                <a:ea typeface="Yu Gothic"/>
                <a:cs typeface="Yu Gothic"/>
              </a:defRPr>
            </a:lvl7pPr>
            <a:lvl8pPr>
              <a:buNone/>
              <a:defRPr sz="2025" b="0">
                <a:solidFill>
                  <a:srgbClr val="243845"/>
                </a:solidFill>
                <a:latin typeface="Yu Gothic"/>
                <a:ea typeface="Yu Gothic"/>
                <a:cs typeface="Yu Gothic"/>
              </a:defRPr>
            </a:lvl8pPr>
            <a:lvl9pPr>
              <a:buNone/>
              <a:defRPr sz="2025" b="0">
                <a:solidFill>
                  <a:srgbClr val="243845"/>
                </a:solidFill>
                <a:latin typeface="Yu Gothic"/>
                <a:ea typeface="Yu Gothic"/>
                <a:cs typeface="Yu Gothic"/>
              </a:defRPr>
            </a:lvl9pPr>
          </a:lstStyle>
          <a:p xmlns:a="http://schemas.openxmlformats.org/drawingml/2006/main">
            <a:pPr>
              <a:buNone/>
              <a:defRPr sz="2025" b="0">
                <a:solidFill>
                  <a:srgbClr val="243845"/>
                </a:solidFill>
                <a:latin typeface="Yu Gothic"/>
                <a:ea typeface="Yu Gothic"/>
                <a:cs typeface="Yu Gothic"/>
              </a:defRPr>
            </a:pPr>
            <a:r>
              <a:rPr sz="2025" b="0">
                <a:solidFill>
                  <a:srgbClr val="243845"/>
                </a:solidFill>
                <a:latin typeface="Yu Gothic"/>
                <a:ea typeface="Yu Gothic"/>
                <a:cs typeface="Yu Gothic"/>
              </a:rPr>
              <a:t>米延 仁志</a:t>
            </a:r>
          </a:p>
        </p:txBody>
      </p:sp>
      <p:sp>
        <p:nvSpPr>
          <p:cNvPr id="5" name="">
            <a:extLst xmlns:a="http://schemas.openxmlformats.org/drawingml/2006/main">
              <a:ext uri="{FF2B5EF4-FFF2-40B4-BE49-F238E27FC236}">
                <a16:creationId xmlns:a16="http://schemas.microsoft.com/office/drawing/2014/main" id="{B1AFA32F-1E7D-42EC-A992-955E4C8BB9A8}"/>
              </a:ext>
            </a:extLst>
          </p:cNvPr>
          <p:cNvSpPr>
            <a:spLocks xmlns:a="http://schemas.openxmlformats.org/drawingml/2006/main" noGrp="1"/>
          </p:cNvSpPr>
          <p:nvPr/>
        </p:nvSpPr>
        <p:spPr>
          <a:xfrm xmlns:a="http://schemas.openxmlformats.org/drawingml/2006/main">
            <a:off x="685800" y="6353175"/>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第8回</a:t>
            </a:r>
          </a:p>
        </p:txBody>
      </p:sp>
      <p:sp>
        <p:nvSpPr>
          <p:cNvPr id="6" name="">
            <a:extLst xmlns:a="http://schemas.openxmlformats.org/drawingml/2006/main">
              <a:ext uri="{FF2B5EF4-FFF2-40B4-BE49-F238E27FC236}">
                <a16:creationId xmlns:a16="http://schemas.microsoft.com/office/drawing/2014/main" id="{0E2D0D7E-4CBB-4003-97DE-C7D9440AF807}"/>
              </a:ext>
            </a:extLst>
          </p:cNvPr>
          <p:cNvSpPr>
            <a:spLocks xmlns:a="http://schemas.openxmlformats.org/drawingml/2006/main" noGrp="1"/>
          </p:cNvSpPr>
          <p:nvPr/>
        </p:nvSpPr>
        <p:spPr>
          <a:xfrm xmlns:a="http://schemas.openxmlformats.org/drawingml/2006/main">
            <a:off x="10382250" y="6353175"/>
            <a:ext cx="123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1 / 43</a:t>
            </a:r>
          </a:p>
        </p:txBody>
      </p:sp>
    </p:spTree>
    <p:extLst>
      <p:ext uri="{BB962C8B-B14F-4D97-AF65-F5344CB8AC3E}">
        <p14:creationId xmlns:p14="http://schemas.microsoft.com/office/powerpoint/2010/main" val="123567044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A7FADE1-0B79-4101-A5F5-A478D03A4FE5}"/>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93B59"/>
                </a:solidFill>
                <a:latin typeface="Yu Gothic"/>
                <a:ea typeface="Yu Gothic"/>
                <a:cs typeface="Yu Gothic"/>
              </a:defRPr>
            </a:defPPr>
            <a:lvl1pPr>
              <a:buNone/>
              <a:defRPr sz="3000" b="1">
                <a:solidFill>
                  <a:srgbClr val="193B59"/>
                </a:solidFill>
                <a:latin typeface="Yu Gothic"/>
                <a:ea typeface="Yu Gothic"/>
                <a:cs typeface="Yu Gothic"/>
              </a:defRPr>
            </a:lvl1pPr>
            <a:lvl2pPr>
              <a:buNone/>
              <a:defRPr sz="3000" b="1">
                <a:solidFill>
                  <a:srgbClr val="193B59"/>
                </a:solidFill>
                <a:latin typeface="Yu Gothic"/>
                <a:ea typeface="Yu Gothic"/>
                <a:cs typeface="Yu Gothic"/>
              </a:defRPr>
            </a:lvl2pPr>
            <a:lvl3pPr>
              <a:buNone/>
              <a:defRPr sz="3000" b="1">
                <a:solidFill>
                  <a:srgbClr val="193B59"/>
                </a:solidFill>
                <a:latin typeface="Yu Gothic"/>
                <a:ea typeface="Yu Gothic"/>
                <a:cs typeface="Yu Gothic"/>
              </a:defRPr>
            </a:lvl3pPr>
            <a:lvl4pPr>
              <a:buNone/>
              <a:defRPr sz="3000" b="1">
                <a:solidFill>
                  <a:srgbClr val="193B59"/>
                </a:solidFill>
                <a:latin typeface="Yu Gothic"/>
                <a:ea typeface="Yu Gothic"/>
                <a:cs typeface="Yu Gothic"/>
              </a:defRPr>
            </a:lvl4pPr>
            <a:lvl5pPr>
              <a:buNone/>
              <a:defRPr sz="3000" b="1">
                <a:solidFill>
                  <a:srgbClr val="193B59"/>
                </a:solidFill>
                <a:latin typeface="Yu Gothic"/>
                <a:ea typeface="Yu Gothic"/>
                <a:cs typeface="Yu Gothic"/>
              </a:defRPr>
            </a:lvl5pPr>
            <a:lvl6pPr>
              <a:buNone/>
              <a:defRPr sz="3000" b="1">
                <a:solidFill>
                  <a:srgbClr val="193B59"/>
                </a:solidFill>
                <a:latin typeface="Yu Gothic"/>
                <a:ea typeface="Yu Gothic"/>
                <a:cs typeface="Yu Gothic"/>
              </a:defRPr>
            </a:lvl6pPr>
            <a:lvl7pPr>
              <a:buNone/>
              <a:defRPr sz="3000" b="1">
                <a:solidFill>
                  <a:srgbClr val="193B59"/>
                </a:solidFill>
                <a:latin typeface="Yu Gothic"/>
                <a:ea typeface="Yu Gothic"/>
                <a:cs typeface="Yu Gothic"/>
              </a:defRPr>
            </a:lvl7pPr>
            <a:lvl8pPr>
              <a:buNone/>
              <a:defRPr sz="3000" b="1">
                <a:solidFill>
                  <a:srgbClr val="193B59"/>
                </a:solidFill>
                <a:latin typeface="Yu Gothic"/>
                <a:ea typeface="Yu Gothic"/>
                <a:cs typeface="Yu Gothic"/>
              </a:defRPr>
            </a:lvl8pPr>
            <a:lvl9pPr>
              <a:buNone/>
              <a:defRPr sz="3000" b="1">
                <a:solidFill>
                  <a:srgbClr val="193B59"/>
                </a:solidFill>
                <a:latin typeface="Yu Gothic"/>
                <a:ea typeface="Yu Gothic"/>
                <a:cs typeface="Yu Gothic"/>
              </a:defRPr>
            </a:lvl9pPr>
          </a:lstStyle>
          <a:p xmlns:a="http://schemas.openxmlformats.org/drawingml/2006/main">
            <a:pPr>
              <a:buNone/>
              <a:defRPr sz="3000" b="1">
                <a:solidFill>
                  <a:srgbClr val="193B59"/>
                </a:solidFill>
                <a:latin typeface="Yu Gothic"/>
                <a:ea typeface="Yu Gothic"/>
                <a:cs typeface="Yu Gothic"/>
              </a:defRPr>
            </a:pPr>
            <a:r>
              <a:rPr sz="3000" b="1">
                <a:solidFill>
                  <a:srgbClr val="193B59"/>
                </a:solidFill>
                <a:latin typeface="Yu Gothic"/>
                <a:ea typeface="Yu Gothic"/>
                <a:cs typeface="Yu Gothic"/>
              </a:rPr>
              <a:t>今回の到達点</a:t>
            </a:r>
          </a:p>
        </p:txBody>
      </p:sp>
      <p:sp>
        <p:nvSpPr>
          <p:cNvPr id="2" name="">
            <a:extLst xmlns:a="http://schemas.openxmlformats.org/drawingml/2006/main">
              <a:ext uri="{FF2B5EF4-FFF2-40B4-BE49-F238E27FC236}">
                <a16:creationId xmlns:a16="http://schemas.microsoft.com/office/drawing/2014/main" id="{33E1F387-9D0D-49EC-B930-63CEECC5B662}"/>
              </a:ext>
            </a:extLst>
          </p:cNvPr>
          <p:cNvSpPr>
            <a:spLocks xmlns:a="http://schemas.openxmlformats.org/drawingml/2006/main" noGrp="1"/>
          </p:cNvSpPr>
          <p:nvPr/>
        </p:nvSpPr>
        <p:spPr>
          <a:xfrm xmlns:a="http://schemas.openxmlformats.org/drawingml/2006/main" flipH="0" flipV="0">
            <a:off x="685800" y="1323975"/>
            <a:ext cx="10820400" cy="0"/>
          </a:xfrm>
          <a:prstGeom xmlns:a="http://schemas.openxmlformats.org/drawingml/2006/main" prst="line">
            <a:avLst/>
          </a:pr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EB955369-7526-4AF8-95A9-2BF35AD16740}"/>
              </a:ext>
            </a:extLst>
          </p:cNvPr>
          <p:cNvSpPr>
            <a:spLocks xmlns:a="http://schemas.openxmlformats.org/drawingml/2006/main" noGrp="1"/>
          </p:cNvSpPr>
          <p:nvPr/>
        </p:nvSpPr>
        <p:spPr>
          <a:xfrm xmlns:a="http://schemas.openxmlformats.org/drawingml/2006/main">
            <a:off x="809625" y="16668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1">
                <a:solidFill>
                  <a:srgbClr val="243845"/>
                </a:solidFill>
                <a:latin typeface="Yu Gothic"/>
                <a:ea typeface="Yu Gothic"/>
                <a:cs typeface="Yu Gothic"/>
              </a:defRPr>
            </a:defPPr>
            <a:lvl1pPr>
              <a:buNone/>
              <a:defRPr sz="2325" b="1">
                <a:solidFill>
                  <a:srgbClr val="243845"/>
                </a:solidFill>
                <a:latin typeface="Yu Gothic"/>
                <a:ea typeface="Yu Gothic"/>
                <a:cs typeface="Yu Gothic"/>
              </a:defRPr>
            </a:lvl1pPr>
            <a:lvl2pPr>
              <a:buNone/>
              <a:defRPr sz="2325" b="1">
                <a:solidFill>
                  <a:srgbClr val="243845"/>
                </a:solidFill>
                <a:latin typeface="Yu Gothic"/>
                <a:ea typeface="Yu Gothic"/>
                <a:cs typeface="Yu Gothic"/>
              </a:defRPr>
            </a:lvl2pPr>
            <a:lvl3pPr>
              <a:buNone/>
              <a:defRPr sz="2325" b="1">
                <a:solidFill>
                  <a:srgbClr val="243845"/>
                </a:solidFill>
                <a:latin typeface="Yu Gothic"/>
                <a:ea typeface="Yu Gothic"/>
                <a:cs typeface="Yu Gothic"/>
              </a:defRPr>
            </a:lvl3pPr>
            <a:lvl4pPr>
              <a:buNone/>
              <a:defRPr sz="2325" b="1">
                <a:solidFill>
                  <a:srgbClr val="243845"/>
                </a:solidFill>
                <a:latin typeface="Yu Gothic"/>
                <a:ea typeface="Yu Gothic"/>
                <a:cs typeface="Yu Gothic"/>
              </a:defRPr>
            </a:lvl4pPr>
            <a:lvl5pPr>
              <a:buNone/>
              <a:defRPr sz="2325" b="1">
                <a:solidFill>
                  <a:srgbClr val="243845"/>
                </a:solidFill>
                <a:latin typeface="Yu Gothic"/>
                <a:ea typeface="Yu Gothic"/>
                <a:cs typeface="Yu Gothic"/>
              </a:defRPr>
            </a:lvl5pPr>
            <a:lvl6pPr>
              <a:buNone/>
              <a:defRPr sz="2325" b="1">
                <a:solidFill>
                  <a:srgbClr val="243845"/>
                </a:solidFill>
                <a:latin typeface="Yu Gothic"/>
                <a:ea typeface="Yu Gothic"/>
                <a:cs typeface="Yu Gothic"/>
              </a:defRPr>
            </a:lvl6pPr>
            <a:lvl7pPr>
              <a:buNone/>
              <a:defRPr sz="2325" b="1">
                <a:solidFill>
                  <a:srgbClr val="243845"/>
                </a:solidFill>
                <a:latin typeface="Yu Gothic"/>
                <a:ea typeface="Yu Gothic"/>
                <a:cs typeface="Yu Gothic"/>
              </a:defRPr>
            </a:lvl7pPr>
            <a:lvl8pPr>
              <a:buNone/>
              <a:defRPr sz="2325" b="1">
                <a:solidFill>
                  <a:srgbClr val="243845"/>
                </a:solidFill>
                <a:latin typeface="Yu Gothic"/>
                <a:ea typeface="Yu Gothic"/>
                <a:cs typeface="Yu Gothic"/>
              </a:defRPr>
            </a:lvl8pPr>
            <a:lvl9pPr>
              <a:buNone/>
              <a:defRPr sz="2325" b="1">
                <a:solidFill>
                  <a:srgbClr val="243845"/>
                </a:solidFill>
                <a:latin typeface="Yu Gothic"/>
                <a:ea typeface="Yu Gothic"/>
                <a:cs typeface="Yu Gothic"/>
              </a:defRPr>
            </a:lvl9pPr>
          </a:lstStyle>
          <a:p xmlns:a="http://schemas.openxmlformats.org/drawingml/2006/main">
            <a:pPr>
              <a:buNone/>
              <a:defRPr sz="2325" b="1">
                <a:solidFill>
                  <a:srgbClr val="243845"/>
                </a:solidFill>
                <a:latin typeface="Yu Gothic"/>
                <a:ea typeface="Yu Gothic"/>
                <a:cs typeface="Yu Gothic"/>
              </a:defRPr>
            </a:pPr>
            <a:r>
              <a:rPr sz="2325" b="1">
                <a:solidFill>
                  <a:srgbClr val="243845"/>
                </a:solidFill>
                <a:latin typeface="Yu Gothic"/>
                <a:ea typeface="Yu Gothic"/>
                <a:cs typeface="Yu Gothic"/>
              </a:rPr>
              <a:t>射出・押出・熱成形の流れを図で読む</a:t>
            </a:r>
          </a:p>
        </p:txBody>
      </p:sp>
      <p:sp>
        <p:nvSpPr>
          <p:cNvPr id="4" name="">
            <a:extLst xmlns:a="http://schemas.openxmlformats.org/drawingml/2006/main">
              <a:ext uri="{FF2B5EF4-FFF2-40B4-BE49-F238E27FC236}">
                <a16:creationId xmlns:a16="http://schemas.microsoft.com/office/drawing/2014/main" id="{08926194-B66F-4BE6-8D62-0AA954639992}"/>
              </a:ext>
            </a:extLst>
          </p:cNvPr>
          <p:cNvSpPr>
            <a:spLocks xmlns:a="http://schemas.openxmlformats.org/drawingml/2006/main" noGrp="1"/>
          </p:cNvSpPr>
          <p:nvPr/>
        </p:nvSpPr>
        <p:spPr>
          <a:xfrm xmlns:a="http://schemas.openxmlformats.org/drawingml/2006/main">
            <a:off x="809625" y="26193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43845"/>
                </a:solidFill>
                <a:latin typeface="Yu Gothic"/>
                <a:ea typeface="Yu Gothic"/>
                <a:cs typeface="Yu Gothic"/>
              </a:defRPr>
            </a:defPPr>
            <a:lvl1pPr>
              <a:buNone/>
              <a:defRPr sz="2325" b="0">
                <a:solidFill>
                  <a:srgbClr val="243845"/>
                </a:solidFill>
                <a:latin typeface="Yu Gothic"/>
                <a:ea typeface="Yu Gothic"/>
                <a:cs typeface="Yu Gothic"/>
              </a:defRPr>
            </a:lvl1pPr>
            <a:lvl2pPr>
              <a:buNone/>
              <a:defRPr sz="2325" b="0">
                <a:solidFill>
                  <a:srgbClr val="243845"/>
                </a:solidFill>
                <a:latin typeface="Yu Gothic"/>
                <a:ea typeface="Yu Gothic"/>
                <a:cs typeface="Yu Gothic"/>
              </a:defRPr>
            </a:lvl2pPr>
            <a:lvl3pPr>
              <a:buNone/>
              <a:defRPr sz="2325" b="0">
                <a:solidFill>
                  <a:srgbClr val="243845"/>
                </a:solidFill>
                <a:latin typeface="Yu Gothic"/>
                <a:ea typeface="Yu Gothic"/>
                <a:cs typeface="Yu Gothic"/>
              </a:defRPr>
            </a:lvl3pPr>
            <a:lvl4pPr>
              <a:buNone/>
              <a:defRPr sz="2325" b="0">
                <a:solidFill>
                  <a:srgbClr val="243845"/>
                </a:solidFill>
                <a:latin typeface="Yu Gothic"/>
                <a:ea typeface="Yu Gothic"/>
                <a:cs typeface="Yu Gothic"/>
              </a:defRPr>
            </a:lvl4pPr>
            <a:lvl5pPr>
              <a:buNone/>
              <a:defRPr sz="2325" b="0">
                <a:solidFill>
                  <a:srgbClr val="243845"/>
                </a:solidFill>
                <a:latin typeface="Yu Gothic"/>
                <a:ea typeface="Yu Gothic"/>
                <a:cs typeface="Yu Gothic"/>
              </a:defRPr>
            </a:lvl5pPr>
            <a:lvl6pPr>
              <a:buNone/>
              <a:defRPr sz="2325" b="0">
                <a:solidFill>
                  <a:srgbClr val="243845"/>
                </a:solidFill>
                <a:latin typeface="Yu Gothic"/>
                <a:ea typeface="Yu Gothic"/>
                <a:cs typeface="Yu Gothic"/>
              </a:defRPr>
            </a:lvl6pPr>
            <a:lvl7pPr>
              <a:buNone/>
              <a:defRPr sz="2325" b="0">
                <a:solidFill>
                  <a:srgbClr val="243845"/>
                </a:solidFill>
                <a:latin typeface="Yu Gothic"/>
                <a:ea typeface="Yu Gothic"/>
                <a:cs typeface="Yu Gothic"/>
              </a:defRPr>
            </a:lvl7pPr>
            <a:lvl8pPr>
              <a:buNone/>
              <a:defRPr sz="2325" b="0">
                <a:solidFill>
                  <a:srgbClr val="243845"/>
                </a:solidFill>
                <a:latin typeface="Yu Gothic"/>
                <a:ea typeface="Yu Gothic"/>
                <a:cs typeface="Yu Gothic"/>
              </a:defRPr>
            </a:lvl8pPr>
            <a:lvl9pPr>
              <a:buNone/>
              <a:defRPr sz="2325" b="0">
                <a:solidFill>
                  <a:srgbClr val="243845"/>
                </a:solidFill>
                <a:latin typeface="Yu Gothic"/>
                <a:ea typeface="Yu Gothic"/>
                <a:cs typeface="Yu Gothic"/>
              </a:defRPr>
            </a:lvl9pPr>
          </a:lstStyle>
          <a:p xmlns:a="http://schemas.openxmlformats.org/drawingml/2006/main">
            <a:pPr>
              <a:buNone/>
              <a:defRPr sz="2325" b="0">
                <a:solidFill>
                  <a:srgbClr val="243845"/>
                </a:solidFill>
                <a:latin typeface="Yu Gothic"/>
                <a:ea typeface="Yu Gothic"/>
                <a:cs typeface="Yu Gothic"/>
              </a:defRPr>
            </a:pPr>
            <a:r>
              <a:rPr sz="2325" b="0">
                <a:solidFill>
                  <a:srgbClr val="243845"/>
                </a:solidFill>
                <a:latin typeface="Yu Gothic"/>
                <a:ea typeface="Yu Gothic"/>
                <a:cs typeface="Yu Gothic"/>
              </a:rPr>
              <a:t>クリープのデータと外挿の限界を説明する</a:t>
            </a:r>
          </a:p>
        </p:txBody>
      </p:sp>
      <p:sp>
        <p:nvSpPr>
          <p:cNvPr id="5" name="">
            <a:extLst xmlns:a="http://schemas.openxmlformats.org/drawingml/2006/main">
              <a:ext uri="{FF2B5EF4-FFF2-40B4-BE49-F238E27FC236}">
                <a16:creationId xmlns:a16="http://schemas.microsoft.com/office/drawing/2014/main" id="{F07C83D4-693D-4DB3-9D58-D8F7971410A1}"/>
              </a:ext>
            </a:extLst>
          </p:cNvPr>
          <p:cNvSpPr>
            <a:spLocks xmlns:a="http://schemas.openxmlformats.org/drawingml/2006/main" noGrp="1"/>
          </p:cNvSpPr>
          <p:nvPr/>
        </p:nvSpPr>
        <p:spPr>
          <a:xfrm xmlns:a="http://schemas.openxmlformats.org/drawingml/2006/main">
            <a:off x="809625" y="35718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43845"/>
                </a:solidFill>
                <a:latin typeface="Yu Gothic"/>
                <a:ea typeface="Yu Gothic"/>
                <a:cs typeface="Yu Gothic"/>
              </a:defRPr>
            </a:defPPr>
            <a:lvl1pPr>
              <a:buNone/>
              <a:defRPr sz="2325" b="0">
                <a:solidFill>
                  <a:srgbClr val="243845"/>
                </a:solidFill>
                <a:latin typeface="Yu Gothic"/>
                <a:ea typeface="Yu Gothic"/>
                <a:cs typeface="Yu Gothic"/>
              </a:defRPr>
            </a:lvl1pPr>
            <a:lvl2pPr>
              <a:buNone/>
              <a:defRPr sz="2325" b="0">
                <a:solidFill>
                  <a:srgbClr val="243845"/>
                </a:solidFill>
                <a:latin typeface="Yu Gothic"/>
                <a:ea typeface="Yu Gothic"/>
                <a:cs typeface="Yu Gothic"/>
              </a:defRPr>
            </a:lvl2pPr>
            <a:lvl3pPr>
              <a:buNone/>
              <a:defRPr sz="2325" b="0">
                <a:solidFill>
                  <a:srgbClr val="243845"/>
                </a:solidFill>
                <a:latin typeface="Yu Gothic"/>
                <a:ea typeface="Yu Gothic"/>
                <a:cs typeface="Yu Gothic"/>
              </a:defRPr>
            </a:lvl3pPr>
            <a:lvl4pPr>
              <a:buNone/>
              <a:defRPr sz="2325" b="0">
                <a:solidFill>
                  <a:srgbClr val="243845"/>
                </a:solidFill>
                <a:latin typeface="Yu Gothic"/>
                <a:ea typeface="Yu Gothic"/>
                <a:cs typeface="Yu Gothic"/>
              </a:defRPr>
            </a:lvl4pPr>
            <a:lvl5pPr>
              <a:buNone/>
              <a:defRPr sz="2325" b="0">
                <a:solidFill>
                  <a:srgbClr val="243845"/>
                </a:solidFill>
                <a:latin typeface="Yu Gothic"/>
                <a:ea typeface="Yu Gothic"/>
                <a:cs typeface="Yu Gothic"/>
              </a:defRPr>
            </a:lvl5pPr>
            <a:lvl6pPr>
              <a:buNone/>
              <a:defRPr sz="2325" b="0">
                <a:solidFill>
                  <a:srgbClr val="243845"/>
                </a:solidFill>
                <a:latin typeface="Yu Gothic"/>
                <a:ea typeface="Yu Gothic"/>
                <a:cs typeface="Yu Gothic"/>
              </a:defRPr>
            </a:lvl6pPr>
            <a:lvl7pPr>
              <a:buNone/>
              <a:defRPr sz="2325" b="0">
                <a:solidFill>
                  <a:srgbClr val="243845"/>
                </a:solidFill>
                <a:latin typeface="Yu Gothic"/>
                <a:ea typeface="Yu Gothic"/>
                <a:cs typeface="Yu Gothic"/>
              </a:defRPr>
            </a:lvl7pPr>
            <a:lvl8pPr>
              <a:buNone/>
              <a:defRPr sz="2325" b="0">
                <a:solidFill>
                  <a:srgbClr val="243845"/>
                </a:solidFill>
                <a:latin typeface="Yu Gothic"/>
                <a:ea typeface="Yu Gothic"/>
                <a:cs typeface="Yu Gothic"/>
              </a:defRPr>
            </a:lvl8pPr>
            <a:lvl9pPr>
              <a:buNone/>
              <a:defRPr sz="2325" b="0">
                <a:solidFill>
                  <a:srgbClr val="243845"/>
                </a:solidFill>
                <a:latin typeface="Yu Gothic"/>
                <a:ea typeface="Yu Gothic"/>
                <a:cs typeface="Yu Gothic"/>
              </a:defRPr>
            </a:lvl9pPr>
          </a:lstStyle>
          <a:p xmlns:a="http://schemas.openxmlformats.org/drawingml/2006/main">
            <a:pPr>
              <a:buNone/>
              <a:defRPr sz="2325" b="0">
                <a:solidFill>
                  <a:srgbClr val="243845"/>
                </a:solidFill>
                <a:latin typeface="Yu Gothic"/>
                <a:ea typeface="Yu Gothic"/>
                <a:cs typeface="Yu Gothic"/>
              </a:defRPr>
            </a:pPr>
            <a:r>
              <a:rPr sz="2325" b="0">
                <a:solidFill>
                  <a:srgbClr val="243845"/>
                </a:solidFill>
                <a:latin typeface="Yu Gothic"/>
                <a:ea typeface="Yu Gothic"/>
                <a:cs typeface="Yu Gothic"/>
              </a:rPr>
              <a:t>原料由来と生分解性を別の軸で分類する</a:t>
            </a:r>
          </a:p>
        </p:txBody>
      </p:sp>
      <p:sp>
        <p:nvSpPr>
          <p:cNvPr id="6" name="">
            <a:extLst xmlns:a="http://schemas.openxmlformats.org/drawingml/2006/main">
              <a:ext uri="{FF2B5EF4-FFF2-40B4-BE49-F238E27FC236}">
                <a16:creationId xmlns:a16="http://schemas.microsoft.com/office/drawing/2014/main" id="{32065129-9C0B-4779-8BC9-2C37EB8282E2}"/>
              </a:ext>
            </a:extLst>
          </p:cNvPr>
          <p:cNvSpPr>
            <a:spLocks xmlns:a="http://schemas.openxmlformats.org/drawingml/2006/main" noGrp="1"/>
          </p:cNvSpPr>
          <p:nvPr/>
        </p:nvSpPr>
        <p:spPr>
          <a:xfrm xmlns:a="http://schemas.openxmlformats.org/drawingml/2006/main">
            <a:off x="809625" y="45243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43845"/>
                </a:solidFill>
                <a:latin typeface="Yu Gothic"/>
                <a:ea typeface="Yu Gothic"/>
                <a:cs typeface="Yu Gothic"/>
              </a:defRPr>
            </a:defPPr>
            <a:lvl1pPr>
              <a:buNone/>
              <a:defRPr sz="2325" b="0">
                <a:solidFill>
                  <a:srgbClr val="243845"/>
                </a:solidFill>
                <a:latin typeface="Yu Gothic"/>
                <a:ea typeface="Yu Gothic"/>
                <a:cs typeface="Yu Gothic"/>
              </a:defRPr>
            </a:lvl1pPr>
            <a:lvl2pPr>
              <a:buNone/>
              <a:defRPr sz="2325" b="0">
                <a:solidFill>
                  <a:srgbClr val="243845"/>
                </a:solidFill>
                <a:latin typeface="Yu Gothic"/>
                <a:ea typeface="Yu Gothic"/>
                <a:cs typeface="Yu Gothic"/>
              </a:defRPr>
            </a:lvl2pPr>
            <a:lvl3pPr>
              <a:buNone/>
              <a:defRPr sz="2325" b="0">
                <a:solidFill>
                  <a:srgbClr val="243845"/>
                </a:solidFill>
                <a:latin typeface="Yu Gothic"/>
                <a:ea typeface="Yu Gothic"/>
                <a:cs typeface="Yu Gothic"/>
              </a:defRPr>
            </a:lvl3pPr>
            <a:lvl4pPr>
              <a:buNone/>
              <a:defRPr sz="2325" b="0">
                <a:solidFill>
                  <a:srgbClr val="243845"/>
                </a:solidFill>
                <a:latin typeface="Yu Gothic"/>
                <a:ea typeface="Yu Gothic"/>
                <a:cs typeface="Yu Gothic"/>
              </a:defRPr>
            </a:lvl4pPr>
            <a:lvl5pPr>
              <a:buNone/>
              <a:defRPr sz="2325" b="0">
                <a:solidFill>
                  <a:srgbClr val="243845"/>
                </a:solidFill>
                <a:latin typeface="Yu Gothic"/>
                <a:ea typeface="Yu Gothic"/>
                <a:cs typeface="Yu Gothic"/>
              </a:defRPr>
            </a:lvl5pPr>
            <a:lvl6pPr>
              <a:buNone/>
              <a:defRPr sz="2325" b="0">
                <a:solidFill>
                  <a:srgbClr val="243845"/>
                </a:solidFill>
                <a:latin typeface="Yu Gothic"/>
                <a:ea typeface="Yu Gothic"/>
                <a:cs typeface="Yu Gothic"/>
              </a:defRPr>
            </a:lvl6pPr>
            <a:lvl7pPr>
              <a:buNone/>
              <a:defRPr sz="2325" b="0">
                <a:solidFill>
                  <a:srgbClr val="243845"/>
                </a:solidFill>
                <a:latin typeface="Yu Gothic"/>
                <a:ea typeface="Yu Gothic"/>
                <a:cs typeface="Yu Gothic"/>
              </a:defRPr>
            </a:lvl7pPr>
            <a:lvl8pPr>
              <a:buNone/>
              <a:defRPr sz="2325" b="0">
                <a:solidFill>
                  <a:srgbClr val="243845"/>
                </a:solidFill>
                <a:latin typeface="Yu Gothic"/>
                <a:ea typeface="Yu Gothic"/>
                <a:cs typeface="Yu Gothic"/>
              </a:defRPr>
            </a:lvl8pPr>
            <a:lvl9pPr>
              <a:buNone/>
              <a:defRPr sz="2325" b="0">
                <a:solidFill>
                  <a:srgbClr val="243845"/>
                </a:solidFill>
                <a:latin typeface="Yu Gothic"/>
                <a:ea typeface="Yu Gothic"/>
                <a:cs typeface="Yu Gothic"/>
              </a:defRPr>
            </a:lvl9pPr>
          </a:lstStyle>
          <a:p xmlns:a="http://schemas.openxmlformats.org/drawingml/2006/main">
            <a:pPr>
              <a:buNone/>
              <a:defRPr sz="2325" b="0">
                <a:solidFill>
                  <a:srgbClr val="243845"/>
                </a:solidFill>
                <a:latin typeface="Yu Gothic"/>
                <a:ea typeface="Yu Gothic"/>
                <a:cs typeface="Yu Gothic"/>
              </a:defRPr>
            </a:pPr>
            <a:r>
              <a:rPr sz="2325" b="0">
                <a:solidFill>
                  <a:srgbClr val="243845"/>
                </a:solidFill>
                <a:latin typeface="Yu Gothic"/>
                <a:ea typeface="Yu Gothic"/>
                <a:cs typeface="Yu Gothic"/>
              </a:rPr>
              <a:t>栽培容器の製造・使用・回収を計画する</a:t>
            </a:r>
          </a:p>
        </p:txBody>
      </p:sp>
      <p:sp>
        <p:nvSpPr>
          <p:cNvPr id="7" name="">
            <a:extLst xmlns:a="http://schemas.openxmlformats.org/drawingml/2006/main">
              <a:ext uri="{FF2B5EF4-FFF2-40B4-BE49-F238E27FC236}">
                <a16:creationId xmlns:a16="http://schemas.microsoft.com/office/drawing/2014/main" id="{A669237D-BCFC-49A7-92B4-EA9CA0D39037}"/>
              </a:ext>
            </a:extLst>
          </p:cNvPr>
          <p:cNvSpPr>
            <a:spLocks xmlns:a="http://schemas.openxmlformats.org/drawingml/2006/main" noGrp="1"/>
          </p:cNvSpPr>
          <p:nvPr/>
        </p:nvSpPr>
        <p:spPr>
          <a:xfrm xmlns:a="http://schemas.openxmlformats.org/drawingml/2006/main">
            <a:off x="685800" y="6353175"/>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第8回</a:t>
            </a:r>
          </a:p>
        </p:txBody>
      </p:sp>
      <p:sp>
        <p:nvSpPr>
          <p:cNvPr id="8" name="">
            <a:extLst xmlns:a="http://schemas.openxmlformats.org/drawingml/2006/main">
              <a:ext uri="{FF2B5EF4-FFF2-40B4-BE49-F238E27FC236}">
                <a16:creationId xmlns:a16="http://schemas.microsoft.com/office/drawing/2014/main" id="{5B5FDEAD-A8AA-4D03-85C2-099D7FAF8B6D}"/>
              </a:ext>
            </a:extLst>
          </p:cNvPr>
          <p:cNvSpPr>
            <a:spLocks xmlns:a="http://schemas.openxmlformats.org/drawingml/2006/main" noGrp="1"/>
          </p:cNvSpPr>
          <p:nvPr/>
        </p:nvSpPr>
        <p:spPr>
          <a:xfrm xmlns:a="http://schemas.openxmlformats.org/drawingml/2006/main">
            <a:off x="10382250" y="6353175"/>
            <a:ext cx="123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2 / 43</a:t>
            </a:r>
          </a:p>
        </p:txBody>
      </p:sp>
    </p:spTree>
    <p:extLst>
      <p:ext uri="{BB962C8B-B14F-4D97-AF65-F5344CB8AC3E}">
        <p14:creationId xmlns:p14="http://schemas.microsoft.com/office/powerpoint/2010/main" val="73320954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F9C95B32-D142-4BCD-9C3F-8E4FD1CB5AFB}"/>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93B59"/>
                </a:solidFill>
                <a:latin typeface="Yu Gothic"/>
                <a:ea typeface="Yu Gothic"/>
                <a:cs typeface="Yu Gothic"/>
              </a:defRPr>
            </a:defPPr>
            <a:lvl1pPr>
              <a:buNone/>
              <a:defRPr sz="3000" b="1">
                <a:solidFill>
                  <a:srgbClr val="193B59"/>
                </a:solidFill>
                <a:latin typeface="Yu Gothic"/>
                <a:ea typeface="Yu Gothic"/>
                <a:cs typeface="Yu Gothic"/>
              </a:defRPr>
            </a:lvl1pPr>
            <a:lvl2pPr>
              <a:buNone/>
              <a:defRPr sz="3000" b="1">
                <a:solidFill>
                  <a:srgbClr val="193B59"/>
                </a:solidFill>
                <a:latin typeface="Yu Gothic"/>
                <a:ea typeface="Yu Gothic"/>
                <a:cs typeface="Yu Gothic"/>
              </a:defRPr>
            </a:lvl2pPr>
            <a:lvl3pPr>
              <a:buNone/>
              <a:defRPr sz="3000" b="1">
                <a:solidFill>
                  <a:srgbClr val="193B59"/>
                </a:solidFill>
                <a:latin typeface="Yu Gothic"/>
                <a:ea typeface="Yu Gothic"/>
                <a:cs typeface="Yu Gothic"/>
              </a:defRPr>
            </a:lvl3pPr>
            <a:lvl4pPr>
              <a:buNone/>
              <a:defRPr sz="3000" b="1">
                <a:solidFill>
                  <a:srgbClr val="193B59"/>
                </a:solidFill>
                <a:latin typeface="Yu Gothic"/>
                <a:ea typeface="Yu Gothic"/>
                <a:cs typeface="Yu Gothic"/>
              </a:defRPr>
            </a:lvl4pPr>
            <a:lvl5pPr>
              <a:buNone/>
              <a:defRPr sz="3000" b="1">
                <a:solidFill>
                  <a:srgbClr val="193B59"/>
                </a:solidFill>
                <a:latin typeface="Yu Gothic"/>
                <a:ea typeface="Yu Gothic"/>
                <a:cs typeface="Yu Gothic"/>
              </a:defRPr>
            </a:lvl5pPr>
            <a:lvl6pPr>
              <a:buNone/>
              <a:defRPr sz="3000" b="1">
                <a:solidFill>
                  <a:srgbClr val="193B59"/>
                </a:solidFill>
                <a:latin typeface="Yu Gothic"/>
                <a:ea typeface="Yu Gothic"/>
                <a:cs typeface="Yu Gothic"/>
              </a:defRPr>
            </a:lvl6pPr>
            <a:lvl7pPr>
              <a:buNone/>
              <a:defRPr sz="3000" b="1">
                <a:solidFill>
                  <a:srgbClr val="193B59"/>
                </a:solidFill>
                <a:latin typeface="Yu Gothic"/>
                <a:ea typeface="Yu Gothic"/>
                <a:cs typeface="Yu Gothic"/>
              </a:defRPr>
            </a:lvl7pPr>
            <a:lvl8pPr>
              <a:buNone/>
              <a:defRPr sz="3000" b="1">
                <a:solidFill>
                  <a:srgbClr val="193B59"/>
                </a:solidFill>
                <a:latin typeface="Yu Gothic"/>
                <a:ea typeface="Yu Gothic"/>
                <a:cs typeface="Yu Gothic"/>
              </a:defRPr>
            </a:lvl8pPr>
            <a:lvl9pPr>
              <a:buNone/>
              <a:defRPr sz="3000" b="1">
                <a:solidFill>
                  <a:srgbClr val="193B59"/>
                </a:solidFill>
                <a:latin typeface="Yu Gothic"/>
                <a:ea typeface="Yu Gothic"/>
                <a:cs typeface="Yu Gothic"/>
              </a:defRPr>
            </a:lvl9pPr>
          </a:lstStyle>
          <a:p xmlns:a="http://schemas.openxmlformats.org/drawingml/2006/main">
            <a:pPr>
              <a:buNone/>
              <a:defRPr sz="3000" b="1">
                <a:solidFill>
                  <a:srgbClr val="193B59"/>
                </a:solidFill>
                <a:latin typeface="Yu Gothic"/>
                <a:ea typeface="Yu Gothic"/>
                <a:cs typeface="Yu Gothic"/>
              </a:defRPr>
            </a:pPr>
            <a:r>
              <a:rPr sz="3000" b="1">
                <a:solidFill>
                  <a:srgbClr val="193B59"/>
                </a:solidFill>
                <a:latin typeface="Yu Gothic"/>
                <a:ea typeface="Yu Gothic"/>
                <a:cs typeface="Yu Gothic"/>
              </a:rPr>
              <a:t>製造・使用・使用後をつなぐ</a:t>
            </a:r>
          </a:p>
        </p:txBody>
      </p:sp>
      <p:sp>
        <p:nvSpPr>
          <p:cNvPr id="2" name="">
            <a:extLst xmlns:a="http://schemas.openxmlformats.org/drawingml/2006/main">
              <a:ext uri="{FF2B5EF4-FFF2-40B4-BE49-F238E27FC236}">
                <a16:creationId xmlns:a16="http://schemas.microsoft.com/office/drawing/2014/main" id="{D0BCCDBA-E9E6-4946-9564-8B8875126CFE}"/>
              </a:ext>
            </a:extLst>
          </p:cNvPr>
          <p:cNvSpPr>
            <a:spLocks xmlns:a="http://schemas.openxmlformats.org/drawingml/2006/main" noGrp="1"/>
          </p:cNvSpPr>
          <p:nvPr/>
        </p:nvSpPr>
        <p:spPr>
          <a:xfrm xmlns:a="http://schemas.openxmlformats.org/drawingml/2006/main" flipH="0" flipV="0">
            <a:off x="685800" y="1323975"/>
            <a:ext cx="10820400" cy="0"/>
          </a:xfrm>
          <a:prstGeom xmlns:a="http://schemas.openxmlformats.org/drawingml/2006/main" prst="line">
            <a:avLst/>
          </a:prstGeom>
          <a:noFill xmlns:a="http://schemas.openxmlformats.org/drawingml/2006/main"/>
          <a:ln xmlns:a="http://schemas.openxmlformats.org/drawingml/2006/main" w="19050">
            <a:solidFill>
              <a:srgbClr val="D8E1E7"/>
            </a:solidFill>
          </a:ln>
        </p:spPr>
      </p:sp>
      <p:sp>
        <p:nvSpPr>
          <p:cNvPr id="14" name="">
            <a:extLst xmlns:a="http://schemas.openxmlformats.org/drawingml/2006/main">
              <a:ext uri="{FF2B5EF4-FFF2-40B4-BE49-F238E27FC236}">
                <a16:creationId xmlns:a16="http://schemas.microsoft.com/office/drawing/2014/main" id="{28FCD939-DD25-4BD7-908D-D4110D88910C}"/>
              </a:ext>
            </a:extLst>
          </p:cNvPr>
          <p:cNvSpPr>
            <a:spLocks xmlns:a="http://schemas.openxmlformats.org/drawingml/2006/main" noGrp="1"/>
          </p:cNvSpPr>
          <p:nvPr/>
        </p:nvSpPr>
        <p:spPr>
          <a:xfrm xmlns:a="http://schemas.openxmlformats.org/drawingml/2006/main">
            <a:off x="685800" y="6353175"/>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第8回</a:t>
            </a:r>
          </a:p>
        </p:txBody>
      </p:sp>
      <p:sp>
        <p:nvSpPr>
          <p:cNvPr id="15" name="">
            <a:extLst xmlns:a="http://schemas.openxmlformats.org/drawingml/2006/main">
              <a:ext uri="{FF2B5EF4-FFF2-40B4-BE49-F238E27FC236}">
                <a16:creationId xmlns:a16="http://schemas.microsoft.com/office/drawing/2014/main" id="{F0E5654D-31C9-4872-972C-B014D8FA9555}"/>
              </a:ext>
            </a:extLst>
          </p:cNvPr>
          <p:cNvSpPr>
            <a:spLocks xmlns:a="http://schemas.openxmlformats.org/drawingml/2006/main" noGrp="1"/>
          </p:cNvSpPr>
          <p:nvPr/>
        </p:nvSpPr>
        <p:spPr>
          <a:xfrm xmlns:a="http://schemas.openxmlformats.org/drawingml/2006/main">
            <a:off x="10382250" y="6353175"/>
            <a:ext cx="123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3 / 43</a:t>
            </a:r>
          </a:p>
        </p:txBody>
      </p:sp>
      <p:sp>
        <p:nvSpPr>
          <p:cNvPr id="17" name="">
            <a:extLst xmlns:a="http://schemas.openxmlformats.org/drawingml/2006/main">
              <a:ext uri="{FF2B5EF4-FFF2-40B4-BE49-F238E27FC236}">
                <a16:creationId xmlns:a16="http://schemas.microsoft.com/office/drawing/2014/main" id="{4BD49C84-28C7-40C7-B71C-8286F8B2F279}"/>
              </a:ext>
            </a:extLst>
          </p:cNvPr>
          <p:cNvSpPr>
            <a:spLocks xmlns:a="http://schemas.openxmlformats.org/drawingml/2006/main" noGrp="1"/>
          </p:cNvSpPr>
          <p:nvPr/>
        </p:nvSpPr>
        <p:spPr>
          <a:xfrm xmlns:a="http://schemas.openxmlformats.org/drawingml/2006/main">
            <a:off x="809625" y="1714500"/>
            <a:ext cx="314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263D4D"/>
                </a:solidFill>
                <a:latin typeface="Yu Gothic"/>
                <a:ea typeface="Yu Gothic"/>
                <a:cs typeface="Yu Gothic"/>
              </a:defRPr>
            </a:defPPr>
            <a:lvl1pPr>
              <a:defRPr sz="2175" b="1">
                <a:solidFill>
                  <a:srgbClr val="263D4D"/>
                </a:solidFill>
                <a:latin typeface="Yu Gothic"/>
                <a:ea typeface="Yu Gothic"/>
                <a:cs typeface="Yu Gothic"/>
              </a:defRPr>
            </a:lvl1pPr>
            <a:lvl2pPr>
              <a:defRPr sz="2175" b="1">
                <a:solidFill>
                  <a:srgbClr val="263D4D"/>
                </a:solidFill>
                <a:latin typeface="Yu Gothic"/>
                <a:ea typeface="Yu Gothic"/>
                <a:cs typeface="Yu Gothic"/>
              </a:defRPr>
            </a:lvl2pPr>
            <a:lvl3pPr>
              <a:defRPr sz="2175" b="1">
                <a:solidFill>
                  <a:srgbClr val="263D4D"/>
                </a:solidFill>
                <a:latin typeface="Yu Gothic"/>
                <a:ea typeface="Yu Gothic"/>
                <a:cs typeface="Yu Gothic"/>
              </a:defRPr>
            </a:lvl3pPr>
            <a:lvl4pPr>
              <a:defRPr sz="2175" b="1">
                <a:solidFill>
                  <a:srgbClr val="263D4D"/>
                </a:solidFill>
                <a:latin typeface="Yu Gothic"/>
                <a:ea typeface="Yu Gothic"/>
                <a:cs typeface="Yu Gothic"/>
              </a:defRPr>
            </a:lvl4pPr>
            <a:lvl5pPr>
              <a:defRPr sz="2175" b="1">
                <a:solidFill>
                  <a:srgbClr val="263D4D"/>
                </a:solidFill>
                <a:latin typeface="Yu Gothic"/>
                <a:ea typeface="Yu Gothic"/>
                <a:cs typeface="Yu Gothic"/>
              </a:defRPr>
            </a:lvl5pPr>
            <a:lvl6pPr>
              <a:defRPr sz="2175" b="1">
                <a:solidFill>
                  <a:srgbClr val="263D4D"/>
                </a:solidFill>
                <a:latin typeface="Yu Gothic"/>
                <a:ea typeface="Yu Gothic"/>
                <a:cs typeface="Yu Gothic"/>
              </a:defRPr>
            </a:lvl6pPr>
            <a:lvl7pPr>
              <a:defRPr sz="2175" b="1">
                <a:solidFill>
                  <a:srgbClr val="263D4D"/>
                </a:solidFill>
                <a:latin typeface="Yu Gothic"/>
                <a:ea typeface="Yu Gothic"/>
                <a:cs typeface="Yu Gothic"/>
              </a:defRPr>
            </a:lvl7pPr>
            <a:lvl8pPr>
              <a:defRPr sz="2175" b="1">
                <a:solidFill>
                  <a:srgbClr val="263D4D"/>
                </a:solidFill>
                <a:latin typeface="Yu Gothic"/>
                <a:ea typeface="Yu Gothic"/>
                <a:cs typeface="Yu Gothic"/>
              </a:defRPr>
            </a:lvl8pPr>
            <a:lvl9pPr>
              <a:defRPr sz="2175" b="1">
                <a:solidFill>
                  <a:srgbClr val="263D4D"/>
                </a:solidFill>
                <a:latin typeface="Yu Gothic"/>
                <a:ea typeface="Yu Gothic"/>
                <a:cs typeface="Yu Gothic"/>
              </a:defRPr>
            </a:lvl9pPr>
          </a:lstStyle>
          <a:p xmlns:a="http://schemas.openxmlformats.org/drawingml/2006/main">
            <a:pPr>
              <a:defRPr sz="2175" b="1">
                <a:solidFill>
                  <a:srgbClr val="263D4D"/>
                </a:solidFill>
                <a:latin typeface="Yu Gothic"/>
                <a:ea typeface="Yu Gothic"/>
                <a:cs typeface="Yu Gothic"/>
              </a:defRPr>
            </a:pPr>
            <a:r>
              <a:rPr sz="2175" b="1">
                <a:solidFill>
                  <a:srgbClr val="263D4D"/>
                </a:solidFill>
                <a:latin typeface="Yu Gothic"/>
                <a:ea typeface="Yu Gothic"/>
                <a:cs typeface="Yu Gothic"/>
              </a:rPr>
              <a:t>製造</a:t>
            </a:r>
          </a:p>
        </p:txBody>
      </p:sp>
      <p:sp>
        <p:nvSpPr>
          <p:cNvPr id="18" name="">
            <a:extLst xmlns:a="http://schemas.openxmlformats.org/drawingml/2006/main">
              <a:ext uri="{FF2B5EF4-FFF2-40B4-BE49-F238E27FC236}">
                <a16:creationId xmlns:a16="http://schemas.microsoft.com/office/drawing/2014/main" id="{543D0B12-D37C-4943-AE1B-A9E52B13DE7D}"/>
              </a:ext>
            </a:extLst>
          </p:cNvPr>
          <p:cNvSpPr>
            <a:spLocks xmlns:a="http://schemas.openxmlformats.org/drawingml/2006/main" noGrp="1"/>
          </p:cNvSpPr>
          <p:nvPr/>
        </p:nvSpPr>
        <p:spPr>
          <a:xfrm xmlns:a="http://schemas.openxmlformats.org/drawingml/2006/main">
            <a:off x="4381500" y="1714500"/>
            <a:ext cx="70961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0">
                <a:solidFill>
                  <a:srgbClr val="263D4D"/>
                </a:solidFill>
                <a:latin typeface="Yu Gothic"/>
                <a:ea typeface="Yu Gothic"/>
                <a:cs typeface="Yu Gothic"/>
              </a:defRPr>
            </a:defPPr>
            <a:lvl1pPr>
              <a:defRPr sz="2100" b="0">
                <a:solidFill>
                  <a:srgbClr val="263D4D"/>
                </a:solidFill>
                <a:latin typeface="Yu Gothic"/>
                <a:ea typeface="Yu Gothic"/>
                <a:cs typeface="Yu Gothic"/>
              </a:defRPr>
            </a:lvl1pPr>
            <a:lvl2pPr>
              <a:defRPr sz="2100" b="0">
                <a:solidFill>
                  <a:srgbClr val="263D4D"/>
                </a:solidFill>
                <a:latin typeface="Yu Gothic"/>
                <a:ea typeface="Yu Gothic"/>
                <a:cs typeface="Yu Gothic"/>
              </a:defRPr>
            </a:lvl2pPr>
            <a:lvl3pPr>
              <a:defRPr sz="2100" b="0">
                <a:solidFill>
                  <a:srgbClr val="263D4D"/>
                </a:solidFill>
                <a:latin typeface="Yu Gothic"/>
                <a:ea typeface="Yu Gothic"/>
                <a:cs typeface="Yu Gothic"/>
              </a:defRPr>
            </a:lvl3pPr>
            <a:lvl4pPr>
              <a:defRPr sz="2100" b="0">
                <a:solidFill>
                  <a:srgbClr val="263D4D"/>
                </a:solidFill>
                <a:latin typeface="Yu Gothic"/>
                <a:ea typeface="Yu Gothic"/>
                <a:cs typeface="Yu Gothic"/>
              </a:defRPr>
            </a:lvl4pPr>
            <a:lvl5pPr>
              <a:defRPr sz="2100" b="0">
                <a:solidFill>
                  <a:srgbClr val="263D4D"/>
                </a:solidFill>
                <a:latin typeface="Yu Gothic"/>
                <a:ea typeface="Yu Gothic"/>
                <a:cs typeface="Yu Gothic"/>
              </a:defRPr>
            </a:lvl5pPr>
            <a:lvl6pPr>
              <a:defRPr sz="2100" b="0">
                <a:solidFill>
                  <a:srgbClr val="263D4D"/>
                </a:solidFill>
                <a:latin typeface="Yu Gothic"/>
                <a:ea typeface="Yu Gothic"/>
                <a:cs typeface="Yu Gothic"/>
              </a:defRPr>
            </a:lvl6pPr>
            <a:lvl7pPr>
              <a:defRPr sz="2100" b="0">
                <a:solidFill>
                  <a:srgbClr val="263D4D"/>
                </a:solidFill>
                <a:latin typeface="Yu Gothic"/>
                <a:ea typeface="Yu Gothic"/>
                <a:cs typeface="Yu Gothic"/>
              </a:defRPr>
            </a:lvl7pPr>
            <a:lvl8pPr>
              <a:defRPr sz="2100" b="0">
                <a:solidFill>
                  <a:srgbClr val="263D4D"/>
                </a:solidFill>
                <a:latin typeface="Yu Gothic"/>
                <a:ea typeface="Yu Gothic"/>
                <a:cs typeface="Yu Gothic"/>
              </a:defRPr>
            </a:lvl8pPr>
            <a:lvl9pPr>
              <a:defRPr sz="2100" b="0">
                <a:solidFill>
                  <a:srgbClr val="263D4D"/>
                </a:solidFill>
                <a:latin typeface="Yu Gothic"/>
                <a:ea typeface="Yu Gothic"/>
                <a:cs typeface="Yu Gothic"/>
              </a:defRPr>
            </a:lvl9pPr>
          </a:lstStyle>
          <a:p xmlns:a="http://schemas.openxmlformats.org/drawingml/2006/main">
            <a:pPr>
              <a:defRPr sz="2100" b="0">
                <a:solidFill>
                  <a:srgbClr val="263D4D"/>
                </a:solidFill>
                <a:latin typeface="Yu Gothic"/>
                <a:ea typeface="Yu Gothic"/>
                <a:cs typeface="Yu Gothic"/>
              </a:defRPr>
            </a:pPr>
            <a:r>
              <a:rPr sz="2100" b="0">
                <a:solidFill>
                  <a:srgbClr val="263D4D"/>
                </a:solidFill>
                <a:latin typeface="Yu Gothic"/>
                <a:ea typeface="Yu Gothic"/>
                <a:cs typeface="Yu Gothic"/>
              </a:rPr>
              <a:t>材料・成形・寸法・数量</a:t>
            </a:r>
          </a:p>
        </p:txBody>
      </p:sp>
      <p:sp>
        <p:nvSpPr>
          <p:cNvPr id="19" name="">
            <a:extLst xmlns:a="http://schemas.openxmlformats.org/drawingml/2006/main">
              <a:ext uri="{FF2B5EF4-FFF2-40B4-BE49-F238E27FC236}">
                <a16:creationId xmlns:a16="http://schemas.microsoft.com/office/drawing/2014/main" id="{B53CBE46-7581-42A4-BAEB-9090FA212AE9}"/>
              </a:ext>
            </a:extLst>
          </p:cNvPr>
          <p:cNvSpPr>
            <a:spLocks xmlns:a="http://schemas.openxmlformats.org/drawingml/2006/main" noGrp="1"/>
          </p:cNvSpPr>
          <p:nvPr/>
        </p:nvSpPr>
        <p:spPr>
          <a:xfrm xmlns:a="http://schemas.openxmlformats.org/drawingml/2006/main">
            <a:off x="809625" y="2619375"/>
            <a:ext cx="314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263D4D"/>
                </a:solidFill>
                <a:latin typeface="Yu Gothic"/>
                <a:ea typeface="Yu Gothic"/>
                <a:cs typeface="Yu Gothic"/>
              </a:defRPr>
            </a:defPPr>
            <a:lvl1pPr>
              <a:defRPr sz="2175" b="1">
                <a:solidFill>
                  <a:srgbClr val="263D4D"/>
                </a:solidFill>
                <a:latin typeface="Yu Gothic"/>
                <a:ea typeface="Yu Gothic"/>
                <a:cs typeface="Yu Gothic"/>
              </a:defRPr>
            </a:lvl1pPr>
            <a:lvl2pPr>
              <a:defRPr sz="2175" b="1">
                <a:solidFill>
                  <a:srgbClr val="263D4D"/>
                </a:solidFill>
                <a:latin typeface="Yu Gothic"/>
                <a:ea typeface="Yu Gothic"/>
                <a:cs typeface="Yu Gothic"/>
              </a:defRPr>
            </a:lvl2pPr>
            <a:lvl3pPr>
              <a:defRPr sz="2175" b="1">
                <a:solidFill>
                  <a:srgbClr val="263D4D"/>
                </a:solidFill>
                <a:latin typeface="Yu Gothic"/>
                <a:ea typeface="Yu Gothic"/>
                <a:cs typeface="Yu Gothic"/>
              </a:defRPr>
            </a:lvl3pPr>
            <a:lvl4pPr>
              <a:defRPr sz="2175" b="1">
                <a:solidFill>
                  <a:srgbClr val="263D4D"/>
                </a:solidFill>
                <a:latin typeface="Yu Gothic"/>
                <a:ea typeface="Yu Gothic"/>
                <a:cs typeface="Yu Gothic"/>
              </a:defRPr>
            </a:lvl4pPr>
            <a:lvl5pPr>
              <a:defRPr sz="2175" b="1">
                <a:solidFill>
                  <a:srgbClr val="263D4D"/>
                </a:solidFill>
                <a:latin typeface="Yu Gothic"/>
                <a:ea typeface="Yu Gothic"/>
                <a:cs typeface="Yu Gothic"/>
              </a:defRPr>
            </a:lvl5pPr>
            <a:lvl6pPr>
              <a:defRPr sz="2175" b="1">
                <a:solidFill>
                  <a:srgbClr val="263D4D"/>
                </a:solidFill>
                <a:latin typeface="Yu Gothic"/>
                <a:ea typeface="Yu Gothic"/>
                <a:cs typeface="Yu Gothic"/>
              </a:defRPr>
            </a:lvl6pPr>
            <a:lvl7pPr>
              <a:defRPr sz="2175" b="1">
                <a:solidFill>
                  <a:srgbClr val="263D4D"/>
                </a:solidFill>
                <a:latin typeface="Yu Gothic"/>
                <a:ea typeface="Yu Gothic"/>
                <a:cs typeface="Yu Gothic"/>
              </a:defRPr>
            </a:lvl7pPr>
            <a:lvl8pPr>
              <a:defRPr sz="2175" b="1">
                <a:solidFill>
                  <a:srgbClr val="263D4D"/>
                </a:solidFill>
                <a:latin typeface="Yu Gothic"/>
                <a:ea typeface="Yu Gothic"/>
                <a:cs typeface="Yu Gothic"/>
              </a:defRPr>
            </a:lvl8pPr>
            <a:lvl9pPr>
              <a:defRPr sz="2175" b="1">
                <a:solidFill>
                  <a:srgbClr val="263D4D"/>
                </a:solidFill>
                <a:latin typeface="Yu Gothic"/>
                <a:ea typeface="Yu Gothic"/>
                <a:cs typeface="Yu Gothic"/>
              </a:defRPr>
            </a:lvl9pPr>
          </a:lstStyle>
          <a:p xmlns:a="http://schemas.openxmlformats.org/drawingml/2006/main">
            <a:pPr>
              <a:defRPr sz="2175" b="1">
                <a:solidFill>
                  <a:srgbClr val="263D4D"/>
                </a:solidFill>
                <a:latin typeface="Yu Gothic"/>
                <a:ea typeface="Yu Gothic"/>
                <a:cs typeface="Yu Gothic"/>
              </a:defRPr>
            </a:pPr>
            <a:r>
              <a:rPr sz="2175" b="1">
                <a:solidFill>
                  <a:srgbClr val="263D4D"/>
                </a:solidFill>
                <a:latin typeface="Yu Gothic"/>
                <a:ea typeface="Yu Gothic"/>
                <a:cs typeface="Yu Gothic"/>
              </a:rPr>
              <a:t>使用</a:t>
            </a:r>
          </a:p>
        </p:txBody>
      </p:sp>
      <p:sp>
        <p:nvSpPr>
          <p:cNvPr id="20" name="">
            <a:extLst xmlns:a="http://schemas.openxmlformats.org/drawingml/2006/main">
              <a:ext uri="{FF2B5EF4-FFF2-40B4-BE49-F238E27FC236}">
                <a16:creationId xmlns:a16="http://schemas.microsoft.com/office/drawing/2014/main" id="{851200EB-B4C1-4D66-8620-D25DBD80E00D}"/>
              </a:ext>
            </a:extLst>
          </p:cNvPr>
          <p:cNvSpPr>
            <a:spLocks xmlns:a="http://schemas.openxmlformats.org/drawingml/2006/main" noGrp="1"/>
          </p:cNvSpPr>
          <p:nvPr/>
        </p:nvSpPr>
        <p:spPr>
          <a:xfrm xmlns:a="http://schemas.openxmlformats.org/drawingml/2006/main">
            <a:off x="4381500" y="2619375"/>
            <a:ext cx="70961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0">
                <a:solidFill>
                  <a:srgbClr val="263D4D"/>
                </a:solidFill>
                <a:latin typeface="Yu Gothic"/>
                <a:ea typeface="Yu Gothic"/>
                <a:cs typeface="Yu Gothic"/>
              </a:defRPr>
            </a:defPPr>
            <a:lvl1pPr>
              <a:defRPr sz="2100" b="0">
                <a:solidFill>
                  <a:srgbClr val="263D4D"/>
                </a:solidFill>
                <a:latin typeface="Yu Gothic"/>
                <a:ea typeface="Yu Gothic"/>
                <a:cs typeface="Yu Gothic"/>
              </a:defRPr>
            </a:lvl1pPr>
            <a:lvl2pPr>
              <a:defRPr sz="2100" b="0">
                <a:solidFill>
                  <a:srgbClr val="263D4D"/>
                </a:solidFill>
                <a:latin typeface="Yu Gothic"/>
                <a:ea typeface="Yu Gothic"/>
                <a:cs typeface="Yu Gothic"/>
              </a:defRPr>
            </a:lvl2pPr>
            <a:lvl3pPr>
              <a:defRPr sz="2100" b="0">
                <a:solidFill>
                  <a:srgbClr val="263D4D"/>
                </a:solidFill>
                <a:latin typeface="Yu Gothic"/>
                <a:ea typeface="Yu Gothic"/>
                <a:cs typeface="Yu Gothic"/>
              </a:defRPr>
            </a:lvl3pPr>
            <a:lvl4pPr>
              <a:defRPr sz="2100" b="0">
                <a:solidFill>
                  <a:srgbClr val="263D4D"/>
                </a:solidFill>
                <a:latin typeface="Yu Gothic"/>
                <a:ea typeface="Yu Gothic"/>
                <a:cs typeface="Yu Gothic"/>
              </a:defRPr>
            </a:lvl4pPr>
            <a:lvl5pPr>
              <a:defRPr sz="2100" b="0">
                <a:solidFill>
                  <a:srgbClr val="263D4D"/>
                </a:solidFill>
                <a:latin typeface="Yu Gothic"/>
                <a:ea typeface="Yu Gothic"/>
                <a:cs typeface="Yu Gothic"/>
              </a:defRPr>
            </a:lvl5pPr>
            <a:lvl6pPr>
              <a:defRPr sz="2100" b="0">
                <a:solidFill>
                  <a:srgbClr val="263D4D"/>
                </a:solidFill>
                <a:latin typeface="Yu Gothic"/>
                <a:ea typeface="Yu Gothic"/>
                <a:cs typeface="Yu Gothic"/>
              </a:defRPr>
            </a:lvl6pPr>
            <a:lvl7pPr>
              <a:defRPr sz="2100" b="0">
                <a:solidFill>
                  <a:srgbClr val="263D4D"/>
                </a:solidFill>
                <a:latin typeface="Yu Gothic"/>
                <a:ea typeface="Yu Gothic"/>
                <a:cs typeface="Yu Gothic"/>
              </a:defRPr>
            </a:lvl7pPr>
            <a:lvl8pPr>
              <a:defRPr sz="2100" b="0">
                <a:solidFill>
                  <a:srgbClr val="263D4D"/>
                </a:solidFill>
                <a:latin typeface="Yu Gothic"/>
                <a:ea typeface="Yu Gothic"/>
                <a:cs typeface="Yu Gothic"/>
              </a:defRPr>
            </a:lvl8pPr>
            <a:lvl9pPr>
              <a:defRPr sz="2100" b="0">
                <a:solidFill>
                  <a:srgbClr val="263D4D"/>
                </a:solidFill>
                <a:latin typeface="Yu Gothic"/>
                <a:ea typeface="Yu Gothic"/>
                <a:cs typeface="Yu Gothic"/>
              </a:defRPr>
            </a:lvl9pPr>
          </a:lstStyle>
          <a:p xmlns:a="http://schemas.openxmlformats.org/drawingml/2006/main">
            <a:pPr>
              <a:defRPr sz="2100" b="0">
                <a:solidFill>
                  <a:srgbClr val="263D4D"/>
                </a:solidFill>
                <a:latin typeface="Yu Gothic"/>
                <a:ea typeface="Yu Gothic"/>
                <a:cs typeface="Yu Gothic"/>
              </a:defRPr>
            </a:pPr>
            <a:r>
              <a:rPr sz="2100" b="0">
                <a:solidFill>
                  <a:srgbClr val="263D4D"/>
                </a:solidFill>
                <a:latin typeface="Yu Gothic"/>
                <a:ea typeface="Yu Gothic"/>
                <a:cs typeface="Yu Gothic"/>
              </a:rPr>
              <a:t>荷重・温度・日射・水・期間</a:t>
            </a:r>
          </a:p>
        </p:txBody>
      </p:sp>
      <p:sp>
        <p:nvSpPr>
          <p:cNvPr id="21" name="">
            <a:extLst xmlns:a="http://schemas.openxmlformats.org/drawingml/2006/main">
              <a:ext uri="{FF2B5EF4-FFF2-40B4-BE49-F238E27FC236}">
                <a16:creationId xmlns:a16="http://schemas.microsoft.com/office/drawing/2014/main" id="{F9C19421-B5EB-41BB-888F-8DA447AB8A0B}"/>
              </a:ext>
            </a:extLst>
          </p:cNvPr>
          <p:cNvSpPr>
            <a:spLocks xmlns:a="http://schemas.openxmlformats.org/drawingml/2006/main" noGrp="1"/>
          </p:cNvSpPr>
          <p:nvPr/>
        </p:nvSpPr>
        <p:spPr>
          <a:xfrm xmlns:a="http://schemas.openxmlformats.org/drawingml/2006/main">
            <a:off x="809625" y="3524250"/>
            <a:ext cx="314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263D4D"/>
                </a:solidFill>
                <a:latin typeface="Yu Gothic"/>
                <a:ea typeface="Yu Gothic"/>
                <a:cs typeface="Yu Gothic"/>
              </a:defRPr>
            </a:defPPr>
            <a:lvl1pPr>
              <a:defRPr sz="2175" b="1">
                <a:solidFill>
                  <a:srgbClr val="263D4D"/>
                </a:solidFill>
                <a:latin typeface="Yu Gothic"/>
                <a:ea typeface="Yu Gothic"/>
                <a:cs typeface="Yu Gothic"/>
              </a:defRPr>
            </a:lvl1pPr>
            <a:lvl2pPr>
              <a:defRPr sz="2175" b="1">
                <a:solidFill>
                  <a:srgbClr val="263D4D"/>
                </a:solidFill>
                <a:latin typeface="Yu Gothic"/>
                <a:ea typeface="Yu Gothic"/>
                <a:cs typeface="Yu Gothic"/>
              </a:defRPr>
            </a:lvl2pPr>
            <a:lvl3pPr>
              <a:defRPr sz="2175" b="1">
                <a:solidFill>
                  <a:srgbClr val="263D4D"/>
                </a:solidFill>
                <a:latin typeface="Yu Gothic"/>
                <a:ea typeface="Yu Gothic"/>
                <a:cs typeface="Yu Gothic"/>
              </a:defRPr>
            </a:lvl3pPr>
            <a:lvl4pPr>
              <a:defRPr sz="2175" b="1">
                <a:solidFill>
                  <a:srgbClr val="263D4D"/>
                </a:solidFill>
                <a:latin typeface="Yu Gothic"/>
                <a:ea typeface="Yu Gothic"/>
                <a:cs typeface="Yu Gothic"/>
              </a:defRPr>
            </a:lvl4pPr>
            <a:lvl5pPr>
              <a:defRPr sz="2175" b="1">
                <a:solidFill>
                  <a:srgbClr val="263D4D"/>
                </a:solidFill>
                <a:latin typeface="Yu Gothic"/>
                <a:ea typeface="Yu Gothic"/>
                <a:cs typeface="Yu Gothic"/>
              </a:defRPr>
            </a:lvl5pPr>
            <a:lvl6pPr>
              <a:defRPr sz="2175" b="1">
                <a:solidFill>
                  <a:srgbClr val="263D4D"/>
                </a:solidFill>
                <a:latin typeface="Yu Gothic"/>
                <a:ea typeface="Yu Gothic"/>
                <a:cs typeface="Yu Gothic"/>
              </a:defRPr>
            </a:lvl6pPr>
            <a:lvl7pPr>
              <a:defRPr sz="2175" b="1">
                <a:solidFill>
                  <a:srgbClr val="263D4D"/>
                </a:solidFill>
                <a:latin typeface="Yu Gothic"/>
                <a:ea typeface="Yu Gothic"/>
                <a:cs typeface="Yu Gothic"/>
              </a:defRPr>
            </a:lvl7pPr>
            <a:lvl8pPr>
              <a:defRPr sz="2175" b="1">
                <a:solidFill>
                  <a:srgbClr val="263D4D"/>
                </a:solidFill>
                <a:latin typeface="Yu Gothic"/>
                <a:ea typeface="Yu Gothic"/>
                <a:cs typeface="Yu Gothic"/>
              </a:defRPr>
            </a:lvl8pPr>
            <a:lvl9pPr>
              <a:defRPr sz="2175" b="1">
                <a:solidFill>
                  <a:srgbClr val="263D4D"/>
                </a:solidFill>
                <a:latin typeface="Yu Gothic"/>
                <a:ea typeface="Yu Gothic"/>
                <a:cs typeface="Yu Gothic"/>
              </a:defRPr>
            </a:lvl9pPr>
          </a:lstStyle>
          <a:p xmlns:a="http://schemas.openxmlformats.org/drawingml/2006/main">
            <a:pPr>
              <a:defRPr sz="2175" b="1">
                <a:solidFill>
                  <a:srgbClr val="263D4D"/>
                </a:solidFill>
                <a:latin typeface="Yu Gothic"/>
                <a:ea typeface="Yu Gothic"/>
                <a:cs typeface="Yu Gothic"/>
              </a:defRPr>
            </a:pPr>
            <a:r>
              <a:rPr sz="2175" b="1">
                <a:solidFill>
                  <a:srgbClr val="263D4D"/>
                </a:solidFill>
                <a:latin typeface="Yu Gothic"/>
                <a:ea typeface="Yu Gothic"/>
                <a:cs typeface="Yu Gothic"/>
              </a:rPr>
              <a:t>維持</a:t>
            </a:r>
          </a:p>
        </p:txBody>
      </p:sp>
      <p:sp>
        <p:nvSpPr>
          <p:cNvPr id="22" name="">
            <a:extLst xmlns:a="http://schemas.openxmlformats.org/drawingml/2006/main">
              <a:ext uri="{FF2B5EF4-FFF2-40B4-BE49-F238E27FC236}">
                <a16:creationId xmlns:a16="http://schemas.microsoft.com/office/drawing/2014/main" id="{C6E57E3B-EBBE-40FF-A6ED-FC67630926F5}"/>
              </a:ext>
            </a:extLst>
          </p:cNvPr>
          <p:cNvSpPr>
            <a:spLocks xmlns:a="http://schemas.openxmlformats.org/drawingml/2006/main" noGrp="1"/>
          </p:cNvSpPr>
          <p:nvPr/>
        </p:nvSpPr>
        <p:spPr>
          <a:xfrm xmlns:a="http://schemas.openxmlformats.org/drawingml/2006/main">
            <a:off x="4381500" y="3524250"/>
            <a:ext cx="70961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0">
                <a:solidFill>
                  <a:srgbClr val="263D4D"/>
                </a:solidFill>
                <a:latin typeface="Yu Gothic"/>
                <a:ea typeface="Yu Gothic"/>
                <a:cs typeface="Yu Gothic"/>
              </a:defRPr>
            </a:defPPr>
            <a:lvl1pPr>
              <a:defRPr sz="2100" b="0">
                <a:solidFill>
                  <a:srgbClr val="263D4D"/>
                </a:solidFill>
                <a:latin typeface="Yu Gothic"/>
                <a:ea typeface="Yu Gothic"/>
                <a:cs typeface="Yu Gothic"/>
              </a:defRPr>
            </a:lvl1pPr>
            <a:lvl2pPr>
              <a:defRPr sz="2100" b="0">
                <a:solidFill>
                  <a:srgbClr val="263D4D"/>
                </a:solidFill>
                <a:latin typeface="Yu Gothic"/>
                <a:ea typeface="Yu Gothic"/>
                <a:cs typeface="Yu Gothic"/>
              </a:defRPr>
            </a:lvl2pPr>
            <a:lvl3pPr>
              <a:defRPr sz="2100" b="0">
                <a:solidFill>
                  <a:srgbClr val="263D4D"/>
                </a:solidFill>
                <a:latin typeface="Yu Gothic"/>
                <a:ea typeface="Yu Gothic"/>
                <a:cs typeface="Yu Gothic"/>
              </a:defRPr>
            </a:lvl3pPr>
            <a:lvl4pPr>
              <a:defRPr sz="2100" b="0">
                <a:solidFill>
                  <a:srgbClr val="263D4D"/>
                </a:solidFill>
                <a:latin typeface="Yu Gothic"/>
                <a:ea typeface="Yu Gothic"/>
                <a:cs typeface="Yu Gothic"/>
              </a:defRPr>
            </a:lvl4pPr>
            <a:lvl5pPr>
              <a:defRPr sz="2100" b="0">
                <a:solidFill>
                  <a:srgbClr val="263D4D"/>
                </a:solidFill>
                <a:latin typeface="Yu Gothic"/>
                <a:ea typeface="Yu Gothic"/>
                <a:cs typeface="Yu Gothic"/>
              </a:defRPr>
            </a:lvl5pPr>
            <a:lvl6pPr>
              <a:defRPr sz="2100" b="0">
                <a:solidFill>
                  <a:srgbClr val="263D4D"/>
                </a:solidFill>
                <a:latin typeface="Yu Gothic"/>
                <a:ea typeface="Yu Gothic"/>
                <a:cs typeface="Yu Gothic"/>
              </a:defRPr>
            </a:lvl6pPr>
            <a:lvl7pPr>
              <a:defRPr sz="2100" b="0">
                <a:solidFill>
                  <a:srgbClr val="263D4D"/>
                </a:solidFill>
                <a:latin typeface="Yu Gothic"/>
                <a:ea typeface="Yu Gothic"/>
                <a:cs typeface="Yu Gothic"/>
              </a:defRPr>
            </a:lvl7pPr>
            <a:lvl8pPr>
              <a:defRPr sz="2100" b="0">
                <a:solidFill>
                  <a:srgbClr val="263D4D"/>
                </a:solidFill>
                <a:latin typeface="Yu Gothic"/>
                <a:ea typeface="Yu Gothic"/>
                <a:cs typeface="Yu Gothic"/>
              </a:defRPr>
            </a:lvl8pPr>
            <a:lvl9pPr>
              <a:defRPr sz="2100" b="0">
                <a:solidFill>
                  <a:srgbClr val="263D4D"/>
                </a:solidFill>
                <a:latin typeface="Yu Gothic"/>
                <a:ea typeface="Yu Gothic"/>
                <a:cs typeface="Yu Gothic"/>
              </a:defRPr>
            </a:lvl9pPr>
          </a:lstStyle>
          <a:p xmlns:a="http://schemas.openxmlformats.org/drawingml/2006/main">
            <a:pPr>
              <a:defRPr sz="2100" b="0">
                <a:solidFill>
                  <a:srgbClr val="263D4D"/>
                </a:solidFill>
                <a:latin typeface="Yu Gothic"/>
                <a:ea typeface="Yu Gothic"/>
                <a:cs typeface="Yu Gothic"/>
              </a:defRPr>
            </a:pPr>
            <a:r>
              <a:rPr sz="2100" b="0">
                <a:solidFill>
                  <a:srgbClr val="263D4D"/>
                </a:solidFill>
                <a:latin typeface="Yu Gothic"/>
                <a:ea typeface="Yu Gothic"/>
                <a:cs typeface="Yu Gothic"/>
              </a:rPr>
              <a:t>清掃・点検・修理・交換</a:t>
            </a:r>
          </a:p>
        </p:txBody>
      </p:sp>
      <p:sp>
        <p:nvSpPr>
          <p:cNvPr id="23" name="">
            <a:extLst xmlns:a="http://schemas.openxmlformats.org/drawingml/2006/main">
              <a:ext uri="{FF2B5EF4-FFF2-40B4-BE49-F238E27FC236}">
                <a16:creationId xmlns:a16="http://schemas.microsoft.com/office/drawing/2014/main" id="{4BC11449-F55F-4B3A-A5C6-CBD154106A92}"/>
              </a:ext>
            </a:extLst>
          </p:cNvPr>
          <p:cNvSpPr>
            <a:spLocks xmlns:a="http://schemas.openxmlformats.org/drawingml/2006/main" noGrp="1"/>
          </p:cNvSpPr>
          <p:nvPr/>
        </p:nvSpPr>
        <p:spPr>
          <a:xfrm xmlns:a="http://schemas.openxmlformats.org/drawingml/2006/main">
            <a:off x="809625" y="4429125"/>
            <a:ext cx="314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263D4D"/>
                </a:solidFill>
                <a:latin typeface="Yu Gothic"/>
                <a:ea typeface="Yu Gothic"/>
                <a:cs typeface="Yu Gothic"/>
              </a:defRPr>
            </a:defPPr>
            <a:lvl1pPr>
              <a:defRPr sz="2175" b="1">
                <a:solidFill>
                  <a:srgbClr val="263D4D"/>
                </a:solidFill>
                <a:latin typeface="Yu Gothic"/>
                <a:ea typeface="Yu Gothic"/>
                <a:cs typeface="Yu Gothic"/>
              </a:defRPr>
            </a:lvl1pPr>
            <a:lvl2pPr>
              <a:defRPr sz="2175" b="1">
                <a:solidFill>
                  <a:srgbClr val="263D4D"/>
                </a:solidFill>
                <a:latin typeface="Yu Gothic"/>
                <a:ea typeface="Yu Gothic"/>
                <a:cs typeface="Yu Gothic"/>
              </a:defRPr>
            </a:lvl2pPr>
            <a:lvl3pPr>
              <a:defRPr sz="2175" b="1">
                <a:solidFill>
                  <a:srgbClr val="263D4D"/>
                </a:solidFill>
                <a:latin typeface="Yu Gothic"/>
                <a:ea typeface="Yu Gothic"/>
                <a:cs typeface="Yu Gothic"/>
              </a:defRPr>
            </a:lvl3pPr>
            <a:lvl4pPr>
              <a:defRPr sz="2175" b="1">
                <a:solidFill>
                  <a:srgbClr val="263D4D"/>
                </a:solidFill>
                <a:latin typeface="Yu Gothic"/>
                <a:ea typeface="Yu Gothic"/>
                <a:cs typeface="Yu Gothic"/>
              </a:defRPr>
            </a:lvl4pPr>
            <a:lvl5pPr>
              <a:defRPr sz="2175" b="1">
                <a:solidFill>
                  <a:srgbClr val="263D4D"/>
                </a:solidFill>
                <a:latin typeface="Yu Gothic"/>
                <a:ea typeface="Yu Gothic"/>
                <a:cs typeface="Yu Gothic"/>
              </a:defRPr>
            </a:lvl5pPr>
            <a:lvl6pPr>
              <a:defRPr sz="2175" b="1">
                <a:solidFill>
                  <a:srgbClr val="263D4D"/>
                </a:solidFill>
                <a:latin typeface="Yu Gothic"/>
                <a:ea typeface="Yu Gothic"/>
                <a:cs typeface="Yu Gothic"/>
              </a:defRPr>
            </a:lvl6pPr>
            <a:lvl7pPr>
              <a:defRPr sz="2175" b="1">
                <a:solidFill>
                  <a:srgbClr val="263D4D"/>
                </a:solidFill>
                <a:latin typeface="Yu Gothic"/>
                <a:ea typeface="Yu Gothic"/>
                <a:cs typeface="Yu Gothic"/>
              </a:defRPr>
            </a:lvl7pPr>
            <a:lvl8pPr>
              <a:defRPr sz="2175" b="1">
                <a:solidFill>
                  <a:srgbClr val="263D4D"/>
                </a:solidFill>
                <a:latin typeface="Yu Gothic"/>
                <a:ea typeface="Yu Gothic"/>
                <a:cs typeface="Yu Gothic"/>
              </a:defRPr>
            </a:lvl8pPr>
            <a:lvl9pPr>
              <a:defRPr sz="2175" b="1">
                <a:solidFill>
                  <a:srgbClr val="263D4D"/>
                </a:solidFill>
                <a:latin typeface="Yu Gothic"/>
                <a:ea typeface="Yu Gothic"/>
                <a:cs typeface="Yu Gothic"/>
              </a:defRPr>
            </a:lvl9pPr>
          </a:lstStyle>
          <a:p xmlns:a="http://schemas.openxmlformats.org/drawingml/2006/main">
            <a:pPr>
              <a:defRPr sz="2175" b="1">
                <a:solidFill>
                  <a:srgbClr val="263D4D"/>
                </a:solidFill>
                <a:latin typeface="Yu Gothic"/>
                <a:ea typeface="Yu Gothic"/>
                <a:cs typeface="Yu Gothic"/>
              </a:defRPr>
            </a:pPr>
            <a:r>
              <a:rPr sz="2175" b="1">
                <a:solidFill>
                  <a:srgbClr val="263D4D"/>
                </a:solidFill>
                <a:latin typeface="Yu Gothic"/>
                <a:ea typeface="Yu Gothic"/>
                <a:cs typeface="Yu Gothic"/>
              </a:rPr>
              <a:t>使用後</a:t>
            </a:r>
          </a:p>
        </p:txBody>
      </p:sp>
      <p:sp>
        <p:nvSpPr>
          <p:cNvPr id="24" name="">
            <a:extLst xmlns:a="http://schemas.openxmlformats.org/drawingml/2006/main">
              <a:ext uri="{FF2B5EF4-FFF2-40B4-BE49-F238E27FC236}">
                <a16:creationId xmlns:a16="http://schemas.microsoft.com/office/drawing/2014/main" id="{62D45078-8BA4-4740-A780-D1576F8D1A2A}"/>
              </a:ext>
            </a:extLst>
          </p:cNvPr>
          <p:cNvSpPr>
            <a:spLocks xmlns:a="http://schemas.openxmlformats.org/drawingml/2006/main" noGrp="1"/>
          </p:cNvSpPr>
          <p:nvPr/>
        </p:nvSpPr>
        <p:spPr>
          <a:xfrm xmlns:a="http://schemas.openxmlformats.org/drawingml/2006/main">
            <a:off x="4381500" y="4429125"/>
            <a:ext cx="70961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0">
                <a:solidFill>
                  <a:srgbClr val="263D4D"/>
                </a:solidFill>
                <a:latin typeface="Yu Gothic"/>
                <a:ea typeface="Yu Gothic"/>
                <a:cs typeface="Yu Gothic"/>
              </a:defRPr>
            </a:defPPr>
            <a:lvl1pPr>
              <a:defRPr sz="2100" b="0">
                <a:solidFill>
                  <a:srgbClr val="263D4D"/>
                </a:solidFill>
                <a:latin typeface="Yu Gothic"/>
                <a:ea typeface="Yu Gothic"/>
                <a:cs typeface="Yu Gothic"/>
              </a:defRPr>
            </a:lvl1pPr>
            <a:lvl2pPr>
              <a:defRPr sz="2100" b="0">
                <a:solidFill>
                  <a:srgbClr val="263D4D"/>
                </a:solidFill>
                <a:latin typeface="Yu Gothic"/>
                <a:ea typeface="Yu Gothic"/>
                <a:cs typeface="Yu Gothic"/>
              </a:defRPr>
            </a:lvl2pPr>
            <a:lvl3pPr>
              <a:defRPr sz="2100" b="0">
                <a:solidFill>
                  <a:srgbClr val="263D4D"/>
                </a:solidFill>
                <a:latin typeface="Yu Gothic"/>
                <a:ea typeface="Yu Gothic"/>
                <a:cs typeface="Yu Gothic"/>
              </a:defRPr>
            </a:lvl3pPr>
            <a:lvl4pPr>
              <a:defRPr sz="2100" b="0">
                <a:solidFill>
                  <a:srgbClr val="263D4D"/>
                </a:solidFill>
                <a:latin typeface="Yu Gothic"/>
                <a:ea typeface="Yu Gothic"/>
                <a:cs typeface="Yu Gothic"/>
              </a:defRPr>
            </a:lvl4pPr>
            <a:lvl5pPr>
              <a:defRPr sz="2100" b="0">
                <a:solidFill>
                  <a:srgbClr val="263D4D"/>
                </a:solidFill>
                <a:latin typeface="Yu Gothic"/>
                <a:ea typeface="Yu Gothic"/>
                <a:cs typeface="Yu Gothic"/>
              </a:defRPr>
            </a:lvl5pPr>
            <a:lvl6pPr>
              <a:defRPr sz="2100" b="0">
                <a:solidFill>
                  <a:srgbClr val="263D4D"/>
                </a:solidFill>
                <a:latin typeface="Yu Gothic"/>
                <a:ea typeface="Yu Gothic"/>
                <a:cs typeface="Yu Gothic"/>
              </a:defRPr>
            </a:lvl6pPr>
            <a:lvl7pPr>
              <a:defRPr sz="2100" b="0">
                <a:solidFill>
                  <a:srgbClr val="263D4D"/>
                </a:solidFill>
                <a:latin typeface="Yu Gothic"/>
                <a:ea typeface="Yu Gothic"/>
                <a:cs typeface="Yu Gothic"/>
              </a:defRPr>
            </a:lvl7pPr>
            <a:lvl8pPr>
              <a:defRPr sz="2100" b="0">
                <a:solidFill>
                  <a:srgbClr val="263D4D"/>
                </a:solidFill>
                <a:latin typeface="Yu Gothic"/>
                <a:ea typeface="Yu Gothic"/>
                <a:cs typeface="Yu Gothic"/>
              </a:defRPr>
            </a:lvl8pPr>
            <a:lvl9pPr>
              <a:defRPr sz="2100" b="0">
                <a:solidFill>
                  <a:srgbClr val="263D4D"/>
                </a:solidFill>
                <a:latin typeface="Yu Gothic"/>
                <a:ea typeface="Yu Gothic"/>
                <a:cs typeface="Yu Gothic"/>
              </a:defRPr>
            </a:lvl9pPr>
          </a:lstStyle>
          <a:p xmlns:a="http://schemas.openxmlformats.org/drawingml/2006/main">
            <a:pPr>
              <a:defRPr sz="2100" b="0">
                <a:solidFill>
                  <a:srgbClr val="263D4D"/>
                </a:solidFill>
                <a:latin typeface="Yu Gothic"/>
                <a:ea typeface="Yu Gothic"/>
                <a:cs typeface="Yu Gothic"/>
              </a:defRPr>
            </a:pPr>
            <a:r>
              <a:rPr sz="2100" b="0">
                <a:solidFill>
                  <a:srgbClr val="263D4D"/>
                </a:solidFill>
                <a:latin typeface="Yu Gothic"/>
                <a:ea typeface="Yu Gothic"/>
                <a:cs typeface="Yu Gothic"/>
              </a:rPr>
              <a:t>再使用・分別・回収・処理先</a:t>
            </a:r>
          </a:p>
        </p:txBody>
      </p:sp>
      <p:sp>
        <p:nvSpPr>
          <p:cNvPr id="25" name="">
            <a:extLst xmlns:a="http://schemas.openxmlformats.org/drawingml/2006/main">
              <a:ext uri="{FF2B5EF4-FFF2-40B4-BE49-F238E27FC236}">
                <a16:creationId xmlns:a16="http://schemas.microsoft.com/office/drawing/2014/main" id="{34491A8F-BA4D-4CFC-8813-1903BFE4C799}"/>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defRPr sz="1575" b="0">
                <a:solidFill>
                  <a:srgbClr val="71818B"/>
                </a:solidFill>
                <a:latin typeface="Yu Gothic"/>
                <a:ea typeface="Yu Gothic"/>
                <a:cs typeface="Yu Gothic"/>
              </a:defRPr>
            </a:lvl1pPr>
            <a:lvl2pPr>
              <a:defRPr sz="1575" b="0">
                <a:solidFill>
                  <a:srgbClr val="71818B"/>
                </a:solidFill>
                <a:latin typeface="Yu Gothic"/>
                <a:ea typeface="Yu Gothic"/>
                <a:cs typeface="Yu Gothic"/>
              </a:defRPr>
            </a:lvl2pPr>
            <a:lvl3pPr>
              <a:defRPr sz="1575" b="0">
                <a:solidFill>
                  <a:srgbClr val="71818B"/>
                </a:solidFill>
                <a:latin typeface="Yu Gothic"/>
                <a:ea typeface="Yu Gothic"/>
                <a:cs typeface="Yu Gothic"/>
              </a:defRPr>
            </a:lvl3pPr>
            <a:lvl4pPr>
              <a:defRPr sz="1575" b="0">
                <a:solidFill>
                  <a:srgbClr val="71818B"/>
                </a:solidFill>
                <a:latin typeface="Yu Gothic"/>
                <a:ea typeface="Yu Gothic"/>
                <a:cs typeface="Yu Gothic"/>
              </a:defRPr>
            </a:lvl4pPr>
            <a:lvl5pPr>
              <a:defRPr sz="1575" b="0">
                <a:solidFill>
                  <a:srgbClr val="71818B"/>
                </a:solidFill>
                <a:latin typeface="Yu Gothic"/>
                <a:ea typeface="Yu Gothic"/>
                <a:cs typeface="Yu Gothic"/>
              </a:defRPr>
            </a:lvl5pPr>
            <a:lvl6pPr>
              <a:defRPr sz="1575" b="0">
                <a:solidFill>
                  <a:srgbClr val="71818B"/>
                </a:solidFill>
                <a:latin typeface="Yu Gothic"/>
                <a:ea typeface="Yu Gothic"/>
                <a:cs typeface="Yu Gothic"/>
              </a:defRPr>
            </a:lvl6pPr>
            <a:lvl7pPr>
              <a:defRPr sz="1575" b="0">
                <a:solidFill>
                  <a:srgbClr val="71818B"/>
                </a:solidFill>
                <a:latin typeface="Yu Gothic"/>
                <a:ea typeface="Yu Gothic"/>
                <a:cs typeface="Yu Gothic"/>
              </a:defRPr>
            </a:lvl7pPr>
            <a:lvl8pPr>
              <a:defRPr sz="1575" b="0">
                <a:solidFill>
                  <a:srgbClr val="71818B"/>
                </a:solidFill>
                <a:latin typeface="Yu Gothic"/>
                <a:ea typeface="Yu Gothic"/>
                <a:cs typeface="Yu Gothic"/>
              </a:defRPr>
            </a:lvl8pPr>
            <a:lvl9pPr>
              <a:defRPr sz="1575" b="0">
                <a:solidFill>
                  <a:srgbClr val="71818B"/>
                </a:solidFill>
                <a:latin typeface="Yu Gothic"/>
                <a:ea typeface="Yu Gothic"/>
                <a:cs typeface="Yu Gothic"/>
              </a:defRPr>
            </a:lvl9pPr>
          </a:lstStyle>
          <a:p xmlns:a="http://schemas.openxmlformats.org/drawingml/2006/main">
            <a:pPr>
              <a:defRPr sz="1575" b="0">
                <a:solidFill>
                  <a:srgbClr val="71818B"/>
                </a:solidFill>
                <a:latin typeface="Yu Gothic"/>
                <a:ea typeface="Yu Gothic"/>
                <a:cs typeface="Yu Gothic"/>
              </a:defRPr>
            </a:pPr>
            <a:r>
              <a:rPr sz="1575" b="0">
                <a:solidFill>
                  <a:srgbClr val="71818B"/>
                </a:solidFill>
                <a:latin typeface="Yu Gothic"/>
                <a:ea typeface="Yu Gothic"/>
                <a:cs typeface="Yu Gothic"/>
              </a:rPr>
              <a:t>生物育成の容器と灌水部材を例に、同じ範囲で条件を比較する。</a:t>
            </a:r>
          </a:p>
        </p:txBody>
      </p:sp>
    </p:spTree>
    <p:extLst>
      <p:ext uri="{BB962C8B-B14F-4D97-AF65-F5344CB8AC3E}">
        <p14:creationId xmlns:p14="http://schemas.microsoft.com/office/powerpoint/2010/main" val="75665398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EA874265-52E8-4EB7-B132-1F7FAC623D31}"/>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93B59"/>
                </a:solidFill>
                <a:latin typeface="Yu Gothic"/>
                <a:ea typeface="Yu Gothic"/>
                <a:cs typeface="Yu Gothic"/>
              </a:defRPr>
            </a:defPPr>
            <a:lvl1pPr>
              <a:buNone/>
              <a:defRPr sz="3000" b="1">
                <a:solidFill>
                  <a:srgbClr val="193B59"/>
                </a:solidFill>
                <a:latin typeface="Yu Gothic"/>
                <a:ea typeface="Yu Gothic"/>
                <a:cs typeface="Yu Gothic"/>
              </a:defRPr>
            </a:lvl1pPr>
            <a:lvl2pPr>
              <a:buNone/>
              <a:defRPr sz="3000" b="1">
                <a:solidFill>
                  <a:srgbClr val="193B59"/>
                </a:solidFill>
                <a:latin typeface="Yu Gothic"/>
                <a:ea typeface="Yu Gothic"/>
                <a:cs typeface="Yu Gothic"/>
              </a:defRPr>
            </a:lvl2pPr>
            <a:lvl3pPr>
              <a:buNone/>
              <a:defRPr sz="3000" b="1">
                <a:solidFill>
                  <a:srgbClr val="193B59"/>
                </a:solidFill>
                <a:latin typeface="Yu Gothic"/>
                <a:ea typeface="Yu Gothic"/>
                <a:cs typeface="Yu Gothic"/>
              </a:defRPr>
            </a:lvl3pPr>
            <a:lvl4pPr>
              <a:buNone/>
              <a:defRPr sz="3000" b="1">
                <a:solidFill>
                  <a:srgbClr val="193B59"/>
                </a:solidFill>
                <a:latin typeface="Yu Gothic"/>
                <a:ea typeface="Yu Gothic"/>
                <a:cs typeface="Yu Gothic"/>
              </a:defRPr>
            </a:lvl4pPr>
            <a:lvl5pPr>
              <a:buNone/>
              <a:defRPr sz="3000" b="1">
                <a:solidFill>
                  <a:srgbClr val="193B59"/>
                </a:solidFill>
                <a:latin typeface="Yu Gothic"/>
                <a:ea typeface="Yu Gothic"/>
                <a:cs typeface="Yu Gothic"/>
              </a:defRPr>
            </a:lvl5pPr>
            <a:lvl6pPr>
              <a:buNone/>
              <a:defRPr sz="3000" b="1">
                <a:solidFill>
                  <a:srgbClr val="193B59"/>
                </a:solidFill>
                <a:latin typeface="Yu Gothic"/>
                <a:ea typeface="Yu Gothic"/>
                <a:cs typeface="Yu Gothic"/>
              </a:defRPr>
            </a:lvl6pPr>
            <a:lvl7pPr>
              <a:buNone/>
              <a:defRPr sz="3000" b="1">
                <a:solidFill>
                  <a:srgbClr val="193B59"/>
                </a:solidFill>
                <a:latin typeface="Yu Gothic"/>
                <a:ea typeface="Yu Gothic"/>
                <a:cs typeface="Yu Gothic"/>
              </a:defRPr>
            </a:lvl7pPr>
            <a:lvl8pPr>
              <a:buNone/>
              <a:defRPr sz="3000" b="1">
                <a:solidFill>
                  <a:srgbClr val="193B59"/>
                </a:solidFill>
                <a:latin typeface="Yu Gothic"/>
                <a:ea typeface="Yu Gothic"/>
                <a:cs typeface="Yu Gothic"/>
              </a:defRPr>
            </a:lvl8pPr>
            <a:lvl9pPr>
              <a:buNone/>
              <a:defRPr sz="3000" b="1">
                <a:solidFill>
                  <a:srgbClr val="193B59"/>
                </a:solidFill>
                <a:latin typeface="Yu Gothic"/>
                <a:ea typeface="Yu Gothic"/>
                <a:cs typeface="Yu Gothic"/>
              </a:defRPr>
            </a:lvl9pPr>
          </a:lstStyle>
          <a:p xmlns:a="http://schemas.openxmlformats.org/drawingml/2006/main">
            <a:pPr>
              <a:buNone/>
              <a:defRPr sz="3000" b="1">
                <a:solidFill>
                  <a:srgbClr val="193B59"/>
                </a:solidFill>
                <a:latin typeface="Yu Gothic"/>
                <a:ea typeface="Yu Gothic"/>
                <a:cs typeface="Yu Gothic"/>
              </a:defRPr>
            </a:pPr>
            <a:r>
              <a:rPr sz="3000" b="1">
                <a:solidFill>
                  <a:srgbClr val="193B59"/>
                </a:solidFill>
                <a:latin typeface="Yu Gothic"/>
                <a:ea typeface="Yu Gothic"/>
                <a:cs typeface="Yu Gothic"/>
              </a:rPr>
              <a:t>射出成形</a:t>
            </a:r>
          </a:p>
        </p:txBody>
      </p:sp>
      <p:sp>
        <p:nvSpPr>
          <p:cNvPr id="2" name="">
            <a:extLst xmlns:a="http://schemas.openxmlformats.org/drawingml/2006/main">
              <a:ext uri="{FF2B5EF4-FFF2-40B4-BE49-F238E27FC236}">
                <a16:creationId xmlns:a16="http://schemas.microsoft.com/office/drawing/2014/main" id="{9548F0E5-7E70-435C-B292-A7DFE946BEEA}"/>
              </a:ext>
            </a:extLst>
          </p:cNvPr>
          <p:cNvSpPr>
            <a:spLocks xmlns:a="http://schemas.openxmlformats.org/drawingml/2006/main" noGrp="1"/>
          </p:cNvSpPr>
          <p:nvPr/>
        </p:nvSpPr>
        <p:spPr>
          <a:xfrm xmlns:a="http://schemas.openxmlformats.org/drawingml/2006/main" flipH="0" flipV="0">
            <a:off x="685800" y="1323975"/>
            <a:ext cx="10820400" cy="0"/>
          </a:xfrm>
          <a:prstGeom xmlns:a="http://schemas.openxmlformats.org/drawingml/2006/main" prst="line">
            <a:avLst/>
          </a:prstGeom>
          <a:noFill xmlns:a="http://schemas.openxmlformats.org/drawingml/2006/main"/>
          <a:ln xmlns:a="http://schemas.openxmlformats.org/drawingml/2006/main" w="19050">
            <a:solidFill>
              <a:srgbClr val="D8E1E7"/>
            </a:solidFill>
          </a:ln>
        </p:spPr>
      </p:sp>
      <p:sp>
        <p:nvSpPr>
          <p:cNvPr id="11" name="">
            <a:extLst xmlns:a="http://schemas.openxmlformats.org/drawingml/2006/main">
              <a:ext uri="{FF2B5EF4-FFF2-40B4-BE49-F238E27FC236}">
                <a16:creationId xmlns:a16="http://schemas.microsoft.com/office/drawing/2014/main" id="{4E429F86-100E-46A2-8EF5-47BAEB6CD3C7}"/>
              </a:ext>
            </a:extLst>
          </p:cNvPr>
          <p:cNvSpPr>
            <a:spLocks xmlns:a="http://schemas.openxmlformats.org/drawingml/2006/main" noGrp="1"/>
          </p:cNvSpPr>
          <p:nvPr/>
        </p:nvSpPr>
        <p:spPr>
          <a:xfrm xmlns:a="http://schemas.openxmlformats.org/drawingml/2006/main">
            <a:off x="685800" y="6353175"/>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第8回</a:t>
            </a:r>
          </a:p>
        </p:txBody>
      </p:sp>
      <p:sp>
        <p:nvSpPr>
          <p:cNvPr id="12" name="">
            <a:extLst xmlns:a="http://schemas.openxmlformats.org/drawingml/2006/main">
              <a:ext uri="{FF2B5EF4-FFF2-40B4-BE49-F238E27FC236}">
                <a16:creationId xmlns:a16="http://schemas.microsoft.com/office/drawing/2014/main" id="{522F69F4-0A74-4015-A2E5-E1076881A022}"/>
              </a:ext>
            </a:extLst>
          </p:cNvPr>
          <p:cNvSpPr>
            <a:spLocks xmlns:a="http://schemas.openxmlformats.org/drawingml/2006/main" noGrp="1"/>
          </p:cNvSpPr>
          <p:nvPr/>
        </p:nvSpPr>
        <p:spPr>
          <a:xfrm xmlns:a="http://schemas.openxmlformats.org/drawingml/2006/main">
            <a:off x="10382250" y="6353175"/>
            <a:ext cx="123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4 / 43</a:t>
            </a:r>
          </a:p>
        </p:txBody>
      </p:sp>
      <p:sp>
        <p:nvSpPr>
          <p:cNvPr id="14" name="">
            <a:extLst xmlns:a="http://schemas.openxmlformats.org/drawingml/2006/main">
              <a:ext uri="{FF2B5EF4-FFF2-40B4-BE49-F238E27FC236}">
                <a16:creationId xmlns:a16="http://schemas.microsoft.com/office/drawing/2014/main" id="{ED6DE602-E55A-43D4-9048-EDC5B8A788CD}"/>
              </a:ext>
            </a:extLst>
          </p:cNvPr>
          <p:cNvSpPr>
            <a:spLocks xmlns:a="http://schemas.openxmlformats.org/drawingml/2006/main" noGrp="1"/>
          </p:cNvSpPr>
          <p:nvPr/>
        </p:nvSpPr>
        <p:spPr>
          <a:xfrm xmlns:a="http://schemas.openxmlformats.org/drawingml/2006/main">
            <a:off x="809625" y="1714500"/>
            <a:ext cx="314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1">
                <a:solidFill>
                  <a:srgbClr val="263D4D"/>
                </a:solidFill>
                <a:latin typeface="Yu Gothic"/>
                <a:ea typeface="Yu Gothic"/>
                <a:cs typeface="Yu Gothic"/>
              </a:defRPr>
            </a:defPPr>
            <a:lvl1pPr>
              <a:defRPr sz="2100" b="1">
                <a:solidFill>
                  <a:srgbClr val="263D4D"/>
                </a:solidFill>
                <a:latin typeface="Yu Gothic"/>
                <a:ea typeface="Yu Gothic"/>
                <a:cs typeface="Yu Gothic"/>
              </a:defRPr>
            </a:lvl1pPr>
            <a:lvl2pPr>
              <a:defRPr sz="2100" b="1">
                <a:solidFill>
                  <a:srgbClr val="263D4D"/>
                </a:solidFill>
                <a:latin typeface="Yu Gothic"/>
                <a:ea typeface="Yu Gothic"/>
                <a:cs typeface="Yu Gothic"/>
              </a:defRPr>
            </a:lvl2pPr>
            <a:lvl3pPr>
              <a:defRPr sz="2100" b="1">
                <a:solidFill>
                  <a:srgbClr val="263D4D"/>
                </a:solidFill>
                <a:latin typeface="Yu Gothic"/>
                <a:ea typeface="Yu Gothic"/>
                <a:cs typeface="Yu Gothic"/>
              </a:defRPr>
            </a:lvl3pPr>
            <a:lvl4pPr>
              <a:defRPr sz="2100" b="1">
                <a:solidFill>
                  <a:srgbClr val="263D4D"/>
                </a:solidFill>
                <a:latin typeface="Yu Gothic"/>
                <a:ea typeface="Yu Gothic"/>
                <a:cs typeface="Yu Gothic"/>
              </a:defRPr>
            </a:lvl4pPr>
            <a:lvl5pPr>
              <a:defRPr sz="2100" b="1">
                <a:solidFill>
                  <a:srgbClr val="263D4D"/>
                </a:solidFill>
                <a:latin typeface="Yu Gothic"/>
                <a:ea typeface="Yu Gothic"/>
                <a:cs typeface="Yu Gothic"/>
              </a:defRPr>
            </a:lvl5pPr>
            <a:lvl6pPr>
              <a:defRPr sz="2100" b="1">
                <a:solidFill>
                  <a:srgbClr val="263D4D"/>
                </a:solidFill>
                <a:latin typeface="Yu Gothic"/>
                <a:ea typeface="Yu Gothic"/>
                <a:cs typeface="Yu Gothic"/>
              </a:defRPr>
            </a:lvl6pPr>
            <a:lvl7pPr>
              <a:defRPr sz="2100" b="1">
                <a:solidFill>
                  <a:srgbClr val="263D4D"/>
                </a:solidFill>
                <a:latin typeface="Yu Gothic"/>
                <a:ea typeface="Yu Gothic"/>
                <a:cs typeface="Yu Gothic"/>
              </a:defRPr>
            </a:lvl7pPr>
            <a:lvl8pPr>
              <a:defRPr sz="2100" b="1">
                <a:solidFill>
                  <a:srgbClr val="263D4D"/>
                </a:solidFill>
                <a:latin typeface="Yu Gothic"/>
                <a:ea typeface="Yu Gothic"/>
                <a:cs typeface="Yu Gothic"/>
              </a:defRPr>
            </a:lvl8pPr>
            <a:lvl9pPr>
              <a:defRPr sz="2100" b="1">
                <a:solidFill>
                  <a:srgbClr val="263D4D"/>
                </a:solidFill>
                <a:latin typeface="Yu Gothic"/>
                <a:ea typeface="Yu Gothic"/>
                <a:cs typeface="Yu Gothic"/>
              </a:defRPr>
            </a:lvl9pPr>
          </a:lstStyle>
          <a:p xmlns:a="http://schemas.openxmlformats.org/drawingml/2006/main">
            <a:pPr>
              <a:defRPr sz="2100" b="1">
                <a:solidFill>
                  <a:srgbClr val="263D4D"/>
                </a:solidFill>
                <a:latin typeface="Yu Gothic"/>
                <a:ea typeface="Yu Gothic"/>
                <a:cs typeface="Yu Gothic"/>
              </a:defRPr>
            </a:pPr>
            <a:r>
              <a:rPr sz="2100" b="1">
                <a:solidFill>
                  <a:srgbClr val="263D4D"/>
                </a:solidFill>
                <a:latin typeface="Yu Gothic"/>
                <a:ea typeface="Yu Gothic"/>
                <a:cs typeface="Yu Gothic"/>
              </a:rPr>
              <a:t>材料の供給・可塑化</a:t>
            </a:r>
          </a:p>
        </p:txBody>
      </p:sp>
      <p:sp>
        <p:nvSpPr>
          <p:cNvPr id="15" name="">
            <a:extLst xmlns:a="http://schemas.openxmlformats.org/drawingml/2006/main">
              <a:ext uri="{FF2B5EF4-FFF2-40B4-BE49-F238E27FC236}">
                <a16:creationId xmlns:a16="http://schemas.microsoft.com/office/drawing/2014/main" id="{8B1A923C-5379-4A9C-B963-E31657A9D6FB}"/>
              </a:ext>
            </a:extLst>
          </p:cNvPr>
          <p:cNvSpPr>
            <a:spLocks xmlns:a="http://schemas.openxmlformats.org/drawingml/2006/main" noGrp="1"/>
          </p:cNvSpPr>
          <p:nvPr/>
        </p:nvSpPr>
        <p:spPr>
          <a:xfrm xmlns:a="http://schemas.openxmlformats.org/drawingml/2006/main">
            <a:off x="4667250" y="1714500"/>
            <a:ext cx="314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1">
                <a:solidFill>
                  <a:srgbClr val="263D4D"/>
                </a:solidFill>
                <a:latin typeface="Yu Gothic"/>
                <a:ea typeface="Yu Gothic"/>
                <a:cs typeface="Yu Gothic"/>
              </a:defRPr>
            </a:defPPr>
            <a:lvl1pPr>
              <a:defRPr sz="2100" b="1">
                <a:solidFill>
                  <a:srgbClr val="263D4D"/>
                </a:solidFill>
                <a:latin typeface="Yu Gothic"/>
                <a:ea typeface="Yu Gothic"/>
                <a:cs typeface="Yu Gothic"/>
              </a:defRPr>
            </a:lvl1pPr>
            <a:lvl2pPr>
              <a:defRPr sz="2100" b="1">
                <a:solidFill>
                  <a:srgbClr val="263D4D"/>
                </a:solidFill>
                <a:latin typeface="Yu Gothic"/>
                <a:ea typeface="Yu Gothic"/>
                <a:cs typeface="Yu Gothic"/>
              </a:defRPr>
            </a:lvl2pPr>
            <a:lvl3pPr>
              <a:defRPr sz="2100" b="1">
                <a:solidFill>
                  <a:srgbClr val="263D4D"/>
                </a:solidFill>
                <a:latin typeface="Yu Gothic"/>
                <a:ea typeface="Yu Gothic"/>
                <a:cs typeface="Yu Gothic"/>
              </a:defRPr>
            </a:lvl3pPr>
            <a:lvl4pPr>
              <a:defRPr sz="2100" b="1">
                <a:solidFill>
                  <a:srgbClr val="263D4D"/>
                </a:solidFill>
                <a:latin typeface="Yu Gothic"/>
                <a:ea typeface="Yu Gothic"/>
                <a:cs typeface="Yu Gothic"/>
              </a:defRPr>
            </a:lvl4pPr>
            <a:lvl5pPr>
              <a:defRPr sz="2100" b="1">
                <a:solidFill>
                  <a:srgbClr val="263D4D"/>
                </a:solidFill>
                <a:latin typeface="Yu Gothic"/>
                <a:ea typeface="Yu Gothic"/>
                <a:cs typeface="Yu Gothic"/>
              </a:defRPr>
            </a:lvl5pPr>
            <a:lvl6pPr>
              <a:defRPr sz="2100" b="1">
                <a:solidFill>
                  <a:srgbClr val="263D4D"/>
                </a:solidFill>
                <a:latin typeface="Yu Gothic"/>
                <a:ea typeface="Yu Gothic"/>
                <a:cs typeface="Yu Gothic"/>
              </a:defRPr>
            </a:lvl6pPr>
            <a:lvl7pPr>
              <a:defRPr sz="2100" b="1">
                <a:solidFill>
                  <a:srgbClr val="263D4D"/>
                </a:solidFill>
                <a:latin typeface="Yu Gothic"/>
                <a:ea typeface="Yu Gothic"/>
                <a:cs typeface="Yu Gothic"/>
              </a:defRPr>
            </a:lvl7pPr>
            <a:lvl8pPr>
              <a:defRPr sz="2100" b="1">
                <a:solidFill>
                  <a:srgbClr val="263D4D"/>
                </a:solidFill>
                <a:latin typeface="Yu Gothic"/>
                <a:ea typeface="Yu Gothic"/>
                <a:cs typeface="Yu Gothic"/>
              </a:defRPr>
            </a:lvl8pPr>
            <a:lvl9pPr>
              <a:defRPr sz="2100" b="1">
                <a:solidFill>
                  <a:srgbClr val="263D4D"/>
                </a:solidFill>
                <a:latin typeface="Yu Gothic"/>
                <a:ea typeface="Yu Gothic"/>
                <a:cs typeface="Yu Gothic"/>
              </a:defRPr>
            </a:lvl9pPr>
          </a:lstStyle>
          <a:p xmlns:a="http://schemas.openxmlformats.org/drawingml/2006/main">
            <a:pPr>
              <a:defRPr sz="2100" b="1">
                <a:solidFill>
                  <a:srgbClr val="263D4D"/>
                </a:solidFill>
                <a:latin typeface="Yu Gothic"/>
                <a:ea typeface="Yu Gothic"/>
                <a:cs typeface="Yu Gothic"/>
              </a:defRPr>
            </a:pPr>
            <a:r>
              <a:rPr sz="2100" b="1">
                <a:solidFill>
                  <a:srgbClr val="263D4D"/>
                </a:solidFill>
                <a:latin typeface="Yu Gothic"/>
                <a:ea typeface="Yu Gothic"/>
                <a:cs typeface="Yu Gothic"/>
              </a:rPr>
              <a:t>金型へ充填・冷却</a:t>
            </a:r>
          </a:p>
        </p:txBody>
      </p:sp>
      <p:sp>
        <p:nvSpPr>
          <p:cNvPr id="16" name="">
            <a:extLst xmlns:a="http://schemas.openxmlformats.org/drawingml/2006/main">
              <a:ext uri="{FF2B5EF4-FFF2-40B4-BE49-F238E27FC236}">
                <a16:creationId xmlns:a16="http://schemas.microsoft.com/office/drawing/2014/main" id="{55CB569D-C751-42B2-9563-8B1389A083FB}"/>
              </a:ext>
            </a:extLst>
          </p:cNvPr>
          <p:cNvSpPr>
            <a:spLocks xmlns:a="http://schemas.openxmlformats.org/drawingml/2006/main" noGrp="1"/>
          </p:cNvSpPr>
          <p:nvPr/>
        </p:nvSpPr>
        <p:spPr>
          <a:xfrm xmlns:a="http://schemas.openxmlformats.org/drawingml/2006/main">
            <a:off x="8524875" y="1714500"/>
            <a:ext cx="314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1">
                <a:solidFill>
                  <a:srgbClr val="263D4D"/>
                </a:solidFill>
                <a:latin typeface="Yu Gothic"/>
                <a:ea typeface="Yu Gothic"/>
                <a:cs typeface="Yu Gothic"/>
              </a:defRPr>
            </a:defPPr>
            <a:lvl1pPr>
              <a:defRPr sz="2100" b="1">
                <a:solidFill>
                  <a:srgbClr val="263D4D"/>
                </a:solidFill>
                <a:latin typeface="Yu Gothic"/>
                <a:ea typeface="Yu Gothic"/>
                <a:cs typeface="Yu Gothic"/>
              </a:defRPr>
            </a:lvl1pPr>
            <a:lvl2pPr>
              <a:defRPr sz="2100" b="1">
                <a:solidFill>
                  <a:srgbClr val="263D4D"/>
                </a:solidFill>
                <a:latin typeface="Yu Gothic"/>
                <a:ea typeface="Yu Gothic"/>
                <a:cs typeface="Yu Gothic"/>
              </a:defRPr>
            </a:lvl2pPr>
            <a:lvl3pPr>
              <a:defRPr sz="2100" b="1">
                <a:solidFill>
                  <a:srgbClr val="263D4D"/>
                </a:solidFill>
                <a:latin typeface="Yu Gothic"/>
                <a:ea typeface="Yu Gothic"/>
                <a:cs typeface="Yu Gothic"/>
              </a:defRPr>
            </a:lvl3pPr>
            <a:lvl4pPr>
              <a:defRPr sz="2100" b="1">
                <a:solidFill>
                  <a:srgbClr val="263D4D"/>
                </a:solidFill>
                <a:latin typeface="Yu Gothic"/>
                <a:ea typeface="Yu Gothic"/>
                <a:cs typeface="Yu Gothic"/>
              </a:defRPr>
            </a:lvl4pPr>
            <a:lvl5pPr>
              <a:defRPr sz="2100" b="1">
                <a:solidFill>
                  <a:srgbClr val="263D4D"/>
                </a:solidFill>
                <a:latin typeface="Yu Gothic"/>
                <a:ea typeface="Yu Gothic"/>
                <a:cs typeface="Yu Gothic"/>
              </a:defRPr>
            </a:lvl5pPr>
            <a:lvl6pPr>
              <a:defRPr sz="2100" b="1">
                <a:solidFill>
                  <a:srgbClr val="263D4D"/>
                </a:solidFill>
                <a:latin typeface="Yu Gothic"/>
                <a:ea typeface="Yu Gothic"/>
                <a:cs typeface="Yu Gothic"/>
              </a:defRPr>
            </a:lvl6pPr>
            <a:lvl7pPr>
              <a:defRPr sz="2100" b="1">
                <a:solidFill>
                  <a:srgbClr val="263D4D"/>
                </a:solidFill>
                <a:latin typeface="Yu Gothic"/>
                <a:ea typeface="Yu Gothic"/>
                <a:cs typeface="Yu Gothic"/>
              </a:defRPr>
            </a:lvl7pPr>
            <a:lvl8pPr>
              <a:defRPr sz="2100" b="1">
                <a:solidFill>
                  <a:srgbClr val="263D4D"/>
                </a:solidFill>
                <a:latin typeface="Yu Gothic"/>
                <a:ea typeface="Yu Gothic"/>
                <a:cs typeface="Yu Gothic"/>
              </a:defRPr>
            </a:lvl8pPr>
            <a:lvl9pPr>
              <a:defRPr sz="2100" b="1">
                <a:solidFill>
                  <a:srgbClr val="263D4D"/>
                </a:solidFill>
                <a:latin typeface="Yu Gothic"/>
                <a:ea typeface="Yu Gothic"/>
                <a:cs typeface="Yu Gothic"/>
              </a:defRPr>
            </a:lvl9pPr>
          </a:lstStyle>
          <a:p xmlns:a="http://schemas.openxmlformats.org/drawingml/2006/main">
            <a:pPr>
              <a:defRPr sz="2100" b="1">
                <a:solidFill>
                  <a:srgbClr val="263D4D"/>
                </a:solidFill>
                <a:latin typeface="Yu Gothic"/>
                <a:ea typeface="Yu Gothic"/>
                <a:cs typeface="Yu Gothic"/>
              </a:defRPr>
            </a:pPr>
            <a:r>
              <a:rPr sz="2100" b="1">
                <a:solidFill>
                  <a:srgbClr val="263D4D"/>
                </a:solidFill>
                <a:latin typeface="Yu Gothic"/>
                <a:ea typeface="Yu Gothic"/>
                <a:cs typeface="Yu Gothic"/>
              </a:rPr>
              <a:t>取出し</a:t>
            </a:r>
          </a:p>
        </p:txBody>
      </p:sp>
      <p:sp>
        <p:nvSpPr>
          <p:cNvPr id="17" name="">
            <a:extLst xmlns:a="http://schemas.openxmlformats.org/drawingml/2006/main">
              <a:ext uri="{FF2B5EF4-FFF2-40B4-BE49-F238E27FC236}">
                <a16:creationId xmlns:a16="http://schemas.microsoft.com/office/drawing/2014/main" id="{4C77AF66-B32B-4803-9FFE-F424BE55816B}"/>
              </a:ext>
            </a:extLst>
          </p:cNvPr>
          <p:cNvSpPr>
            <a:spLocks xmlns:a="http://schemas.openxmlformats.org/drawingml/2006/main" noGrp="1"/>
          </p:cNvSpPr>
          <p:nvPr/>
        </p:nvSpPr>
        <p:spPr>
          <a:xfrm xmlns:a="http://schemas.openxmlformats.org/drawingml/2006/main">
            <a:off x="1047750" y="3048000"/>
            <a:ext cx="2095500" cy="762000"/>
          </a:xfrm>
          <a:prstGeom xmlns:a="http://schemas.openxmlformats.org/drawingml/2006/main" prst="rect">
            <a:avLst/>
          </a:prstGeom>
          <a:solidFill xmlns:a="http://schemas.openxmlformats.org/drawingml/2006/main">
            <a:srgbClr val="E8F0F4"/>
          </a:solidFill>
          <a:ln xmlns:a="http://schemas.openxmlformats.org/drawingml/2006/main" w="16193">
            <a:solidFill>
              <a:srgbClr val="71818B"/>
            </a:solidFill>
          </a:ln>
        </p:spPr>
      </p:sp>
      <p:sp>
        <p:nvSpPr>
          <p:cNvPr id="18" name="">
            <a:extLst xmlns:a="http://schemas.openxmlformats.org/drawingml/2006/main">
              <a:ext uri="{FF2B5EF4-FFF2-40B4-BE49-F238E27FC236}">
                <a16:creationId xmlns:a16="http://schemas.microsoft.com/office/drawing/2014/main" id="{E589A56F-1471-4F8A-AC02-74C810C75994}"/>
              </a:ext>
            </a:extLst>
          </p:cNvPr>
          <p:cNvSpPr>
            <a:spLocks xmlns:a="http://schemas.openxmlformats.org/drawingml/2006/main" noGrp="1"/>
          </p:cNvSpPr>
          <p:nvPr/>
        </p:nvSpPr>
        <p:spPr>
          <a:xfrm xmlns:a="http://schemas.openxmlformats.org/drawingml/2006/main">
            <a:off x="1619250" y="2476500"/>
            <a:ext cx="666750" cy="571500"/>
          </a:xfrm>
          <a:custGeom xmlns:a="http://schemas.openxmlformats.org/drawingml/2006/main">
            <a:pathLst>
              <a:path w="666750" h="571500">
                <a:moveTo>
                  <a:pt x="0" y="0"/>
                </a:moveTo>
                <a:lnTo>
                  <a:pt x="666750" y="0"/>
                </a:lnTo>
                <a:lnTo>
                  <a:pt x="381000" y="571500"/>
                </a:lnTo>
                <a:lnTo>
                  <a:pt x="190500" y="571500"/>
                </a:lnTo>
                <a:close/>
              </a:path>
            </a:pathLst>
          </a:custGeom>
          <a:solidFill xmlns:a="http://schemas.openxmlformats.org/drawingml/2006/main">
            <a:srgbClr val="E8F0F4"/>
          </a:solidFill>
          <a:ln xmlns:a="http://schemas.openxmlformats.org/drawingml/2006/main" w="19050">
            <a:solidFill>
              <a:srgbClr val="71818B"/>
            </a:solidFill>
          </a:ln>
        </p:spPr>
      </p:sp>
      <p:sp>
        <p:nvSpPr>
          <p:cNvPr id="19" name="">
            <a:extLst xmlns:a="http://schemas.openxmlformats.org/drawingml/2006/main">
              <a:ext uri="{FF2B5EF4-FFF2-40B4-BE49-F238E27FC236}">
                <a16:creationId xmlns:a16="http://schemas.microsoft.com/office/drawing/2014/main" id="{A9B818AB-1902-460D-8D1A-2F88A01850E0}"/>
              </a:ext>
            </a:extLst>
          </p:cNvPr>
          <p:cNvSpPr>
            <a:spLocks xmlns:a="http://schemas.openxmlformats.org/drawingml/2006/main" noGrp="1"/>
          </p:cNvSpPr>
          <p:nvPr/>
        </p:nvSpPr>
        <p:spPr>
          <a:xfrm xmlns:a="http://schemas.openxmlformats.org/drawingml/2006/main">
            <a:off x="3286125" y="3429000"/>
            <a:ext cx="1143000" cy="9525"/>
          </a:xfrm>
          <a:custGeom xmlns:a="http://schemas.openxmlformats.org/drawingml/2006/main">
            <a:pathLst>
              <a:path w="1143000" h="9525">
                <a:moveTo>
                  <a:pt x="0" y="0"/>
                </a:moveTo>
                <a:lnTo>
                  <a:pt x="1143000" y="0"/>
                </a:lnTo>
              </a:path>
            </a:pathLst>
          </a:custGeom>
          <a:noFill xmlns:a="http://schemas.openxmlformats.org/drawingml/2006/main"/>
          <a:ln xmlns:a="http://schemas.openxmlformats.org/drawingml/2006/main" w="38100">
            <a:solidFill>
              <a:srgbClr val="C4483C"/>
            </a:solidFill>
          </a:ln>
        </p:spPr>
      </p:sp>
      <p:sp>
        <p:nvSpPr>
          <p:cNvPr id="20" name="">
            <a:extLst xmlns:a="http://schemas.openxmlformats.org/drawingml/2006/main">
              <a:ext uri="{FF2B5EF4-FFF2-40B4-BE49-F238E27FC236}">
                <a16:creationId xmlns:a16="http://schemas.microsoft.com/office/drawing/2014/main" id="{61FFD7C0-5A77-4D1E-B901-B84727128A1E}"/>
              </a:ext>
            </a:extLst>
          </p:cNvPr>
          <p:cNvSpPr>
            <a:spLocks xmlns:a="http://schemas.openxmlformats.org/drawingml/2006/main" noGrp="1"/>
          </p:cNvSpPr>
          <p:nvPr/>
        </p:nvSpPr>
        <p:spPr>
          <a:xfrm xmlns:a="http://schemas.openxmlformats.org/drawingml/2006/main">
            <a:off x="4314825" y="3380994"/>
            <a:ext cx="114300" cy="96012"/>
          </a:xfrm>
          <a:custGeom xmlns:a="http://schemas.openxmlformats.org/drawingml/2006/main">
            <a:pathLst>
              <a:path w="114300" h="96012">
                <a:moveTo>
                  <a:pt x="114300" y="48006"/>
                </a:moveTo>
                <a:lnTo>
                  <a:pt x="0" y="0"/>
                </a:lnTo>
                <a:lnTo>
                  <a:pt x="0" y="96012"/>
                </a:lnTo>
                <a:close/>
              </a:path>
            </a:pathLst>
          </a:custGeom>
          <a:solidFill xmlns:a="http://schemas.openxmlformats.org/drawingml/2006/main">
            <a:srgbClr val="C4483C"/>
          </a:solidFill>
          <a:ln xmlns:a="http://schemas.openxmlformats.org/drawingml/2006/main" w="4763">
            <a:solidFill>
              <a:srgbClr val="C4483C"/>
            </a:solidFill>
          </a:ln>
        </p:spPr>
      </p:sp>
      <p:sp>
        <p:nvSpPr>
          <p:cNvPr id="21" name="">
            <a:extLst xmlns:a="http://schemas.openxmlformats.org/drawingml/2006/main">
              <a:ext uri="{FF2B5EF4-FFF2-40B4-BE49-F238E27FC236}">
                <a16:creationId xmlns:a16="http://schemas.microsoft.com/office/drawing/2014/main" id="{858BB41B-7BB8-41CC-BEE1-154775E46F14}"/>
              </a:ext>
            </a:extLst>
          </p:cNvPr>
          <p:cNvSpPr>
            <a:spLocks xmlns:a="http://schemas.openxmlformats.org/drawingml/2006/main" noGrp="1"/>
          </p:cNvSpPr>
          <p:nvPr/>
        </p:nvSpPr>
        <p:spPr>
          <a:xfrm xmlns:a="http://schemas.openxmlformats.org/drawingml/2006/main">
            <a:off x="4810125" y="2762250"/>
            <a:ext cx="1047750" cy="1524000"/>
          </a:xfrm>
          <a:prstGeom xmlns:a="http://schemas.openxmlformats.org/drawingml/2006/main" prst="rect">
            <a:avLst/>
          </a:prstGeom>
          <a:solidFill xmlns:a="http://schemas.openxmlformats.org/drawingml/2006/main">
            <a:srgbClr val="E8F0F4"/>
          </a:solidFill>
          <a:ln xmlns:a="http://schemas.openxmlformats.org/drawingml/2006/main" w="16193">
            <a:solidFill>
              <a:srgbClr val="2876A8"/>
            </a:solidFill>
          </a:ln>
        </p:spPr>
      </p:sp>
      <p:sp>
        <p:nvSpPr>
          <p:cNvPr id="22" name="">
            <a:extLst xmlns:a="http://schemas.openxmlformats.org/drawingml/2006/main">
              <a:ext uri="{FF2B5EF4-FFF2-40B4-BE49-F238E27FC236}">
                <a16:creationId xmlns:a16="http://schemas.microsoft.com/office/drawing/2014/main" id="{CE3E224E-41AB-415B-A427-ADFB920442A6}"/>
              </a:ext>
            </a:extLst>
          </p:cNvPr>
          <p:cNvSpPr>
            <a:spLocks xmlns:a="http://schemas.openxmlformats.org/drawingml/2006/main" noGrp="1"/>
          </p:cNvSpPr>
          <p:nvPr/>
        </p:nvSpPr>
        <p:spPr>
          <a:xfrm xmlns:a="http://schemas.openxmlformats.org/drawingml/2006/main">
            <a:off x="6238875" y="2762250"/>
            <a:ext cx="1047750" cy="1524000"/>
          </a:xfrm>
          <a:prstGeom xmlns:a="http://schemas.openxmlformats.org/drawingml/2006/main" prst="rect">
            <a:avLst/>
          </a:prstGeom>
          <a:solidFill xmlns:a="http://schemas.openxmlformats.org/drawingml/2006/main">
            <a:srgbClr val="E8F0F4"/>
          </a:solidFill>
          <a:ln xmlns:a="http://schemas.openxmlformats.org/drawingml/2006/main" w="16193">
            <a:solidFill>
              <a:srgbClr val="2876A8"/>
            </a:solidFill>
          </a:ln>
        </p:spPr>
      </p:sp>
      <p:sp>
        <p:nvSpPr>
          <p:cNvPr id="23" name="">
            <a:extLst xmlns:a="http://schemas.openxmlformats.org/drawingml/2006/main">
              <a:ext uri="{FF2B5EF4-FFF2-40B4-BE49-F238E27FC236}">
                <a16:creationId xmlns:a16="http://schemas.microsoft.com/office/drawing/2014/main" id="{A5913489-0105-489F-923A-B16706F2EABE}"/>
              </a:ext>
            </a:extLst>
          </p:cNvPr>
          <p:cNvSpPr>
            <a:spLocks xmlns:a="http://schemas.openxmlformats.org/drawingml/2006/main" noGrp="1"/>
          </p:cNvSpPr>
          <p:nvPr/>
        </p:nvSpPr>
        <p:spPr>
          <a:xfrm xmlns:a="http://schemas.openxmlformats.org/drawingml/2006/main">
            <a:off x="5857875" y="3190875"/>
            <a:ext cx="381000" cy="666750"/>
          </a:xfrm>
          <a:prstGeom xmlns:a="http://schemas.openxmlformats.org/drawingml/2006/main" prst="rect">
            <a:avLst/>
          </a:prstGeom>
          <a:solidFill xmlns:a="http://schemas.openxmlformats.org/drawingml/2006/main">
            <a:srgbClr val="F3EBDD"/>
          </a:solidFill>
          <a:ln xmlns:a="http://schemas.openxmlformats.org/drawingml/2006/main" w="16193">
            <a:solidFill>
              <a:srgbClr val="AD8760"/>
            </a:solidFill>
          </a:ln>
        </p:spPr>
      </p:sp>
      <p:sp>
        <p:nvSpPr>
          <p:cNvPr id="24" name="">
            <a:extLst xmlns:a="http://schemas.openxmlformats.org/drawingml/2006/main">
              <a:ext uri="{FF2B5EF4-FFF2-40B4-BE49-F238E27FC236}">
                <a16:creationId xmlns:a16="http://schemas.microsoft.com/office/drawing/2014/main" id="{BD8AFBBE-BA02-40F6-8F25-F698738FE34E}"/>
              </a:ext>
            </a:extLst>
          </p:cNvPr>
          <p:cNvSpPr>
            <a:spLocks xmlns:a="http://schemas.openxmlformats.org/drawingml/2006/main" noGrp="1"/>
          </p:cNvSpPr>
          <p:nvPr/>
        </p:nvSpPr>
        <p:spPr>
          <a:xfrm xmlns:a="http://schemas.openxmlformats.org/drawingml/2006/main">
            <a:off x="7429500" y="3429000"/>
            <a:ext cx="857250" cy="9525"/>
          </a:xfrm>
          <a:custGeom xmlns:a="http://schemas.openxmlformats.org/drawingml/2006/main">
            <a:pathLst>
              <a:path w="857250" h="9525">
                <a:moveTo>
                  <a:pt x="0" y="0"/>
                </a:moveTo>
                <a:lnTo>
                  <a:pt x="857250" y="0"/>
                </a:lnTo>
              </a:path>
            </a:pathLst>
          </a:custGeom>
          <a:noFill xmlns:a="http://schemas.openxmlformats.org/drawingml/2006/main"/>
          <a:ln xmlns:a="http://schemas.openxmlformats.org/drawingml/2006/main" w="28575">
            <a:solidFill>
              <a:srgbClr val="2876A8"/>
            </a:solidFill>
          </a:ln>
        </p:spPr>
      </p:sp>
      <p:sp>
        <p:nvSpPr>
          <p:cNvPr id="25" name="">
            <a:extLst xmlns:a="http://schemas.openxmlformats.org/drawingml/2006/main">
              <a:ext uri="{FF2B5EF4-FFF2-40B4-BE49-F238E27FC236}">
                <a16:creationId xmlns:a16="http://schemas.microsoft.com/office/drawing/2014/main" id="{EB2E66B7-5D8B-492C-812A-E5FB1699C363}"/>
              </a:ext>
            </a:extLst>
          </p:cNvPr>
          <p:cNvSpPr>
            <a:spLocks xmlns:a="http://schemas.openxmlformats.org/drawingml/2006/main" noGrp="1"/>
          </p:cNvSpPr>
          <p:nvPr/>
        </p:nvSpPr>
        <p:spPr>
          <a:xfrm xmlns:a="http://schemas.openxmlformats.org/drawingml/2006/main">
            <a:off x="8172450" y="3380994"/>
            <a:ext cx="114300" cy="96012"/>
          </a:xfrm>
          <a:custGeom xmlns:a="http://schemas.openxmlformats.org/drawingml/2006/main">
            <a:pathLst>
              <a:path w="114300" h="96012">
                <a:moveTo>
                  <a:pt x="114300" y="48006"/>
                </a:moveTo>
                <a:lnTo>
                  <a:pt x="0" y="0"/>
                </a:lnTo>
                <a:lnTo>
                  <a:pt x="0" y="96012"/>
                </a:lnTo>
                <a:close/>
              </a:path>
            </a:pathLst>
          </a:custGeom>
          <a:solidFill xmlns:a="http://schemas.openxmlformats.org/drawingml/2006/main">
            <a:srgbClr val="2876A8"/>
          </a:solidFill>
          <a:ln xmlns:a="http://schemas.openxmlformats.org/drawingml/2006/main" w="4763">
            <a:solidFill>
              <a:srgbClr val="2876A8"/>
            </a:solidFill>
          </a:ln>
        </p:spPr>
      </p:sp>
      <p:sp>
        <p:nvSpPr>
          <p:cNvPr id="26" name="">
            <a:extLst xmlns:a="http://schemas.openxmlformats.org/drawingml/2006/main">
              <a:ext uri="{FF2B5EF4-FFF2-40B4-BE49-F238E27FC236}">
                <a16:creationId xmlns:a16="http://schemas.microsoft.com/office/drawing/2014/main" id="{511C50CA-D07A-458E-8951-23DBD14CF0DC}"/>
              </a:ext>
            </a:extLst>
          </p:cNvPr>
          <p:cNvSpPr>
            <a:spLocks xmlns:a="http://schemas.openxmlformats.org/drawingml/2006/main" noGrp="1"/>
          </p:cNvSpPr>
          <p:nvPr/>
        </p:nvSpPr>
        <p:spPr>
          <a:xfrm xmlns:a="http://schemas.openxmlformats.org/drawingml/2006/main">
            <a:off x="8953500" y="2952750"/>
            <a:ext cx="1524000" cy="1047750"/>
          </a:xfrm>
          <a:custGeom xmlns:a="http://schemas.openxmlformats.org/drawingml/2006/main">
            <a:pathLst>
              <a:path w="1524000" h="1047750">
                <a:moveTo>
                  <a:pt x="0" y="0"/>
                </a:moveTo>
                <a:lnTo>
                  <a:pt x="0" y="1047750"/>
                </a:lnTo>
                <a:lnTo>
                  <a:pt x="1524000" y="1047750"/>
                </a:lnTo>
                <a:lnTo>
                  <a:pt x="1524000" y="0"/>
                </a:lnTo>
              </a:path>
            </a:pathLst>
          </a:custGeom>
          <a:noFill xmlns:a="http://schemas.openxmlformats.org/drawingml/2006/main"/>
          <a:ln xmlns:a="http://schemas.openxmlformats.org/drawingml/2006/main" w="38100">
            <a:solidFill>
              <a:srgbClr val="087E8B"/>
            </a:solidFill>
          </a:ln>
        </p:spPr>
      </p:sp>
      <p:sp>
        <p:nvSpPr>
          <p:cNvPr id="27" name="">
            <a:extLst xmlns:a="http://schemas.openxmlformats.org/drawingml/2006/main">
              <a:ext uri="{FF2B5EF4-FFF2-40B4-BE49-F238E27FC236}">
                <a16:creationId xmlns:a16="http://schemas.microsoft.com/office/drawing/2014/main" id="{1E984710-16A7-4EAB-BDA2-5CA4B709ADE7}"/>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defRPr sz="1575" b="0">
                <a:solidFill>
                  <a:srgbClr val="71818B"/>
                </a:solidFill>
                <a:latin typeface="Yu Gothic"/>
                <a:ea typeface="Yu Gothic"/>
                <a:cs typeface="Yu Gothic"/>
              </a:defRPr>
            </a:lvl1pPr>
            <a:lvl2pPr>
              <a:defRPr sz="1575" b="0">
                <a:solidFill>
                  <a:srgbClr val="71818B"/>
                </a:solidFill>
                <a:latin typeface="Yu Gothic"/>
                <a:ea typeface="Yu Gothic"/>
                <a:cs typeface="Yu Gothic"/>
              </a:defRPr>
            </a:lvl2pPr>
            <a:lvl3pPr>
              <a:defRPr sz="1575" b="0">
                <a:solidFill>
                  <a:srgbClr val="71818B"/>
                </a:solidFill>
                <a:latin typeface="Yu Gothic"/>
                <a:ea typeface="Yu Gothic"/>
                <a:cs typeface="Yu Gothic"/>
              </a:defRPr>
            </a:lvl3pPr>
            <a:lvl4pPr>
              <a:defRPr sz="1575" b="0">
                <a:solidFill>
                  <a:srgbClr val="71818B"/>
                </a:solidFill>
                <a:latin typeface="Yu Gothic"/>
                <a:ea typeface="Yu Gothic"/>
                <a:cs typeface="Yu Gothic"/>
              </a:defRPr>
            </a:lvl4pPr>
            <a:lvl5pPr>
              <a:defRPr sz="1575" b="0">
                <a:solidFill>
                  <a:srgbClr val="71818B"/>
                </a:solidFill>
                <a:latin typeface="Yu Gothic"/>
                <a:ea typeface="Yu Gothic"/>
                <a:cs typeface="Yu Gothic"/>
              </a:defRPr>
            </a:lvl5pPr>
            <a:lvl6pPr>
              <a:defRPr sz="1575" b="0">
                <a:solidFill>
                  <a:srgbClr val="71818B"/>
                </a:solidFill>
                <a:latin typeface="Yu Gothic"/>
                <a:ea typeface="Yu Gothic"/>
                <a:cs typeface="Yu Gothic"/>
              </a:defRPr>
            </a:lvl6pPr>
            <a:lvl7pPr>
              <a:defRPr sz="1575" b="0">
                <a:solidFill>
                  <a:srgbClr val="71818B"/>
                </a:solidFill>
                <a:latin typeface="Yu Gothic"/>
                <a:ea typeface="Yu Gothic"/>
                <a:cs typeface="Yu Gothic"/>
              </a:defRPr>
            </a:lvl7pPr>
            <a:lvl8pPr>
              <a:defRPr sz="1575" b="0">
                <a:solidFill>
                  <a:srgbClr val="71818B"/>
                </a:solidFill>
                <a:latin typeface="Yu Gothic"/>
                <a:ea typeface="Yu Gothic"/>
                <a:cs typeface="Yu Gothic"/>
              </a:defRPr>
            </a:lvl8pPr>
            <a:lvl9pPr>
              <a:defRPr sz="1575" b="0">
                <a:solidFill>
                  <a:srgbClr val="71818B"/>
                </a:solidFill>
                <a:latin typeface="Yu Gothic"/>
                <a:ea typeface="Yu Gothic"/>
                <a:cs typeface="Yu Gothic"/>
              </a:defRPr>
            </a:lvl9pPr>
          </a:lstStyle>
          <a:p xmlns:a="http://schemas.openxmlformats.org/drawingml/2006/main">
            <a:pPr>
              <a:defRPr sz="1575" b="0">
                <a:solidFill>
                  <a:srgbClr val="71818B"/>
                </a:solidFill>
                <a:latin typeface="Yu Gothic"/>
                <a:ea typeface="Yu Gothic"/>
                <a:cs typeface="Yu Gothic"/>
              </a:defRPr>
            </a:pPr>
            <a:r>
              <a:rPr sz="1575" b="0">
                <a:solidFill>
                  <a:srgbClr val="71818B"/>
                </a:solidFill>
                <a:latin typeface="Yu Gothic"/>
                <a:ea typeface="Yu Gothic"/>
                <a:cs typeface="Yu Gothic"/>
              </a:rPr>
              <a:t>熱可塑性樹脂を冷却する工程の模式例。金型・流路・寸法は概念表示で、加工条件は示していない。</a:t>
            </a:r>
          </a:p>
        </p:txBody>
      </p:sp>
    </p:spTree>
    <p:extLst>
      <p:ext uri="{BB962C8B-B14F-4D97-AF65-F5344CB8AC3E}">
        <p14:creationId xmlns:p14="http://schemas.microsoft.com/office/powerpoint/2010/main" val="213536229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D23808B2-3992-49E9-82C8-CD83455C8156}"/>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93B59"/>
                </a:solidFill>
                <a:latin typeface="Yu Gothic"/>
                <a:ea typeface="Yu Gothic"/>
                <a:cs typeface="Yu Gothic"/>
              </a:defRPr>
            </a:defPPr>
            <a:lvl1pPr>
              <a:buNone/>
              <a:defRPr sz="3000" b="1">
                <a:solidFill>
                  <a:srgbClr val="193B59"/>
                </a:solidFill>
                <a:latin typeface="Yu Gothic"/>
                <a:ea typeface="Yu Gothic"/>
                <a:cs typeface="Yu Gothic"/>
              </a:defRPr>
            </a:lvl1pPr>
            <a:lvl2pPr>
              <a:buNone/>
              <a:defRPr sz="3000" b="1">
                <a:solidFill>
                  <a:srgbClr val="193B59"/>
                </a:solidFill>
                <a:latin typeface="Yu Gothic"/>
                <a:ea typeface="Yu Gothic"/>
                <a:cs typeface="Yu Gothic"/>
              </a:defRPr>
            </a:lvl2pPr>
            <a:lvl3pPr>
              <a:buNone/>
              <a:defRPr sz="3000" b="1">
                <a:solidFill>
                  <a:srgbClr val="193B59"/>
                </a:solidFill>
                <a:latin typeface="Yu Gothic"/>
                <a:ea typeface="Yu Gothic"/>
                <a:cs typeface="Yu Gothic"/>
              </a:defRPr>
            </a:lvl3pPr>
            <a:lvl4pPr>
              <a:buNone/>
              <a:defRPr sz="3000" b="1">
                <a:solidFill>
                  <a:srgbClr val="193B59"/>
                </a:solidFill>
                <a:latin typeface="Yu Gothic"/>
                <a:ea typeface="Yu Gothic"/>
                <a:cs typeface="Yu Gothic"/>
              </a:defRPr>
            </a:lvl4pPr>
            <a:lvl5pPr>
              <a:buNone/>
              <a:defRPr sz="3000" b="1">
                <a:solidFill>
                  <a:srgbClr val="193B59"/>
                </a:solidFill>
                <a:latin typeface="Yu Gothic"/>
                <a:ea typeface="Yu Gothic"/>
                <a:cs typeface="Yu Gothic"/>
              </a:defRPr>
            </a:lvl5pPr>
            <a:lvl6pPr>
              <a:buNone/>
              <a:defRPr sz="3000" b="1">
                <a:solidFill>
                  <a:srgbClr val="193B59"/>
                </a:solidFill>
                <a:latin typeface="Yu Gothic"/>
                <a:ea typeface="Yu Gothic"/>
                <a:cs typeface="Yu Gothic"/>
              </a:defRPr>
            </a:lvl6pPr>
            <a:lvl7pPr>
              <a:buNone/>
              <a:defRPr sz="3000" b="1">
                <a:solidFill>
                  <a:srgbClr val="193B59"/>
                </a:solidFill>
                <a:latin typeface="Yu Gothic"/>
                <a:ea typeface="Yu Gothic"/>
                <a:cs typeface="Yu Gothic"/>
              </a:defRPr>
            </a:lvl7pPr>
            <a:lvl8pPr>
              <a:buNone/>
              <a:defRPr sz="3000" b="1">
                <a:solidFill>
                  <a:srgbClr val="193B59"/>
                </a:solidFill>
                <a:latin typeface="Yu Gothic"/>
                <a:ea typeface="Yu Gothic"/>
                <a:cs typeface="Yu Gothic"/>
              </a:defRPr>
            </a:lvl8pPr>
            <a:lvl9pPr>
              <a:buNone/>
              <a:defRPr sz="3000" b="1">
                <a:solidFill>
                  <a:srgbClr val="193B59"/>
                </a:solidFill>
                <a:latin typeface="Yu Gothic"/>
                <a:ea typeface="Yu Gothic"/>
                <a:cs typeface="Yu Gothic"/>
              </a:defRPr>
            </a:lvl9pPr>
          </a:lstStyle>
          <a:p xmlns:a="http://schemas.openxmlformats.org/drawingml/2006/main">
            <a:pPr>
              <a:buNone/>
              <a:defRPr sz="3000" b="1">
                <a:solidFill>
                  <a:srgbClr val="193B59"/>
                </a:solidFill>
                <a:latin typeface="Yu Gothic"/>
                <a:ea typeface="Yu Gothic"/>
                <a:cs typeface="Yu Gothic"/>
              </a:defRPr>
            </a:pPr>
            <a:r>
              <a:rPr sz="3000" b="1">
                <a:solidFill>
                  <a:srgbClr val="193B59"/>
                </a:solidFill>
                <a:latin typeface="Yu Gothic"/>
                <a:ea typeface="Yu Gothic"/>
                <a:cs typeface="Yu Gothic"/>
              </a:rPr>
              <a:t>押出成形</a:t>
            </a:r>
          </a:p>
        </p:txBody>
      </p:sp>
      <p:sp>
        <p:nvSpPr>
          <p:cNvPr id="2" name="">
            <a:extLst xmlns:a="http://schemas.openxmlformats.org/drawingml/2006/main">
              <a:ext uri="{FF2B5EF4-FFF2-40B4-BE49-F238E27FC236}">
                <a16:creationId xmlns:a16="http://schemas.microsoft.com/office/drawing/2014/main" id="{28559422-055A-41FA-B89E-1F393442A5EF}"/>
              </a:ext>
            </a:extLst>
          </p:cNvPr>
          <p:cNvSpPr>
            <a:spLocks xmlns:a="http://schemas.openxmlformats.org/drawingml/2006/main" noGrp="1"/>
          </p:cNvSpPr>
          <p:nvPr/>
        </p:nvSpPr>
        <p:spPr>
          <a:xfrm xmlns:a="http://schemas.openxmlformats.org/drawingml/2006/main" flipH="0" flipV="0">
            <a:off x="685800" y="1323975"/>
            <a:ext cx="10820400" cy="0"/>
          </a:xfrm>
          <a:prstGeom xmlns:a="http://schemas.openxmlformats.org/drawingml/2006/main" prst="line">
            <a:avLst/>
          </a:prstGeom>
          <a:noFill xmlns:a="http://schemas.openxmlformats.org/drawingml/2006/main"/>
          <a:ln xmlns:a="http://schemas.openxmlformats.org/drawingml/2006/main" w="19050">
            <a:solidFill>
              <a:srgbClr val="D8E1E7"/>
            </a:solidFill>
          </a:ln>
        </p:spPr>
      </p:sp>
      <p:sp>
        <p:nvSpPr>
          <p:cNvPr id="11" name="">
            <a:extLst xmlns:a="http://schemas.openxmlformats.org/drawingml/2006/main">
              <a:ext uri="{FF2B5EF4-FFF2-40B4-BE49-F238E27FC236}">
                <a16:creationId xmlns:a16="http://schemas.microsoft.com/office/drawing/2014/main" id="{BCC90175-9C6B-462E-A2CA-0C38E14FB3D9}"/>
              </a:ext>
            </a:extLst>
          </p:cNvPr>
          <p:cNvSpPr>
            <a:spLocks xmlns:a="http://schemas.openxmlformats.org/drawingml/2006/main" noGrp="1"/>
          </p:cNvSpPr>
          <p:nvPr/>
        </p:nvSpPr>
        <p:spPr>
          <a:xfrm xmlns:a="http://schemas.openxmlformats.org/drawingml/2006/main">
            <a:off x="685800" y="6353175"/>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第8回</a:t>
            </a:r>
          </a:p>
        </p:txBody>
      </p:sp>
      <p:sp>
        <p:nvSpPr>
          <p:cNvPr id="12" name="">
            <a:extLst xmlns:a="http://schemas.openxmlformats.org/drawingml/2006/main">
              <a:ext uri="{FF2B5EF4-FFF2-40B4-BE49-F238E27FC236}">
                <a16:creationId xmlns:a16="http://schemas.microsoft.com/office/drawing/2014/main" id="{7CC5C7CB-A822-4869-B18E-29BE23EDF896}"/>
              </a:ext>
            </a:extLst>
          </p:cNvPr>
          <p:cNvSpPr>
            <a:spLocks xmlns:a="http://schemas.openxmlformats.org/drawingml/2006/main" noGrp="1"/>
          </p:cNvSpPr>
          <p:nvPr/>
        </p:nvSpPr>
        <p:spPr>
          <a:xfrm xmlns:a="http://schemas.openxmlformats.org/drawingml/2006/main">
            <a:off x="10382250" y="6353175"/>
            <a:ext cx="123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5 / 43</a:t>
            </a:r>
          </a:p>
        </p:txBody>
      </p:sp>
      <p:sp>
        <p:nvSpPr>
          <p:cNvPr id="14" name="">
            <a:extLst xmlns:a="http://schemas.openxmlformats.org/drawingml/2006/main">
              <a:ext uri="{FF2B5EF4-FFF2-40B4-BE49-F238E27FC236}">
                <a16:creationId xmlns:a16="http://schemas.microsoft.com/office/drawing/2014/main" id="{A80C9F9E-9780-45EF-98D7-CE24DB06D9C1}"/>
              </a:ext>
            </a:extLst>
          </p:cNvPr>
          <p:cNvSpPr>
            <a:spLocks xmlns:a="http://schemas.openxmlformats.org/drawingml/2006/main" noGrp="1"/>
          </p:cNvSpPr>
          <p:nvPr/>
        </p:nvSpPr>
        <p:spPr>
          <a:xfrm xmlns:a="http://schemas.openxmlformats.org/drawingml/2006/main">
            <a:off x="809625" y="1762125"/>
            <a:ext cx="3810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1">
                <a:solidFill>
                  <a:srgbClr val="263D4D"/>
                </a:solidFill>
                <a:latin typeface="Yu Gothic"/>
                <a:ea typeface="Yu Gothic"/>
                <a:cs typeface="Yu Gothic"/>
              </a:defRPr>
            </a:defPPr>
            <a:lvl1pPr>
              <a:defRPr sz="2325" b="1">
                <a:solidFill>
                  <a:srgbClr val="263D4D"/>
                </a:solidFill>
                <a:latin typeface="Yu Gothic"/>
                <a:ea typeface="Yu Gothic"/>
                <a:cs typeface="Yu Gothic"/>
              </a:defRPr>
            </a:lvl1pPr>
            <a:lvl2pPr>
              <a:defRPr sz="2325" b="1">
                <a:solidFill>
                  <a:srgbClr val="263D4D"/>
                </a:solidFill>
                <a:latin typeface="Yu Gothic"/>
                <a:ea typeface="Yu Gothic"/>
                <a:cs typeface="Yu Gothic"/>
              </a:defRPr>
            </a:lvl2pPr>
            <a:lvl3pPr>
              <a:defRPr sz="2325" b="1">
                <a:solidFill>
                  <a:srgbClr val="263D4D"/>
                </a:solidFill>
                <a:latin typeface="Yu Gothic"/>
                <a:ea typeface="Yu Gothic"/>
                <a:cs typeface="Yu Gothic"/>
              </a:defRPr>
            </a:lvl3pPr>
            <a:lvl4pPr>
              <a:defRPr sz="2325" b="1">
                <a:solidFill>
                  <a:srgbClr val="263D4D"/>
                </a:solidFill>
                <a:latin typeface="Yu Gothic"/>
                <a:ea typeface="Yu Gothic"/>
                <a:cs typeface="Yu Gothic"/>
              </a:defRPr>
            </a:lvl4pPr>
            <a:lvl5pPr>
              <a:defRPr sz="2325" b="1">
                <a:solidFill>
                  <a:srgbClr val="263D4D"/>
                </a:solidFill>
                <a:latin typeface="Yu Gothic"/>
                <a:ea typeface="Yu Gothic"/>
                <a:cs typeface="Yu Gothic"/>
              </a:defRPr>
            </a:lvl5pPr>
            <a:lvl6pPr>
              <a:defRPr sz="2325" b="1">
                <a:solidFill>
                  <a:srgbClr val="263D4D"/>
                </a:solidFill>
                <a:latin typeface="Yu Gothic"/>
                <a:ea typeface="Yu Gothic"/>
                <a:cs typeface="Yu Gothic"/>
              </a:defRPr>
            </a:lvl6pPr>
            <a:lvl7pPr>
              <a:defRPr sz="2325" b="1">
                <a:solidFill>
                  <a:srgbClr val="263D4D"/>
                </a:solidFill>
                <a:latin typeface="Yu Gothic"/>
                <a:ea typeface="Yu Gothic"/>
                <a:cs typeface="Yu Gothic"/>
              </a:defRPr>
            </a:lvl7pPr>
            <a:lvl8pPr>
              <a:defRPr sz="2325" b="1">
                <a:solidFill>
                  <a:srgbClr val="263D4D"/>
                </a:solidFill>
                <a:latin typeface="Yu Gothic"/>
                <a:ea typeface="Yu Gothic"/>
                <a:cs typeface="Yu Gothic"/>
              </a:defRPr>
            </a:lvl8pPr>
            <a:lvl9pPr>
              <a:defRPr sz="2325" b="1">
                <a:solidFill>
                  <a:srgbClr val="263D4D"/>
                </a:solidFill>
                <a:latin typeface="Yu Gothic"/>
                <a:ea typeface="Yu Gothic"/>
                <a:cs typeface="Yu Gothic"/>
              </a:defRPr>
            </a:lvl9pPr>
          </a:lstStyle>
          <a:p xmlns:a="http://schemas.openxmlformats.org/drawingml/2006/main">
            <a:pPr>
              <a:defRPr sz="2325" b="1">
                <a:solidFill>
                  <a:srgbClr val="263D4D"/>
                </a:solidFill>
                <a:latin typeface="Yu Gothic"/>
                <a:ea typeface="Yu Gothic"/>
                <a:cs typeface="Yu Gothic"/>
              </a:defRPr>
            </a:pPr>
            <a:r>
              <a:rPr sz="2325" b="1">
                <a:solidFill>
                  <a:srgbClr val="263D4D"/>
                </a:solidFill>
                <a:latin typeface="Yu Gothic"/>
                <a:ea typeface="Yu Gothic"/>
                <a:cs typeface="Yu Gothic"/>
              </a:rPr>
              <a:t>可塑化・押出し</a:t>
            </a:r>
          </a:p>
        </p:txBody>
      </p:sp>
      <p:sp>
        <p:nvSpPr>
          <p:cNvPr id="15" name="">
            <a:extLst xmlns:a="http://schemas.openxmlformats.org/drawingml/2006/main">
              <a:ext uri="{FF2B5EF4-FFF2-40B4-BE49-F238E27FC236}">
                <a16:creationId xmlns:a16="http://schemas.microsoft.com/office/drawing/2014/main" id="{102E3318-567C-4591-8FFD-891A3DC11315}"/>
              </a:ext>
            </a:extLst>
          </p:cNvPr>
          <p:cNvSpPr>
            <a:spLocks xmlns:a="http://schemas.openxmlformats.org/drawingml/2006/main" noGrp="1"/>
          </p:cNvSpPr>
          <p:nvPr/>
        </p:nvSpPr>
        <p:spPr>
          <a:xfrm xmlns:a="http://schemas.openxmlformats.org/drawingml/2006/main">
            <a:off x="1047750" y="3048000"/>
            <a:ext cx="3429000" cy="952500"/>
          </a:xfrm>
          <a:prstGeom xmlns:a="http://schemas.openxmlformats.org/drawingml/2006/main" prst="rect">
            <a:avLst/>
          </a:prstGeom>
          <a:solidFill xmlns:a="http://schemas.openxmlformats.org/drawingml/2006/main">
            <a:srgbClr val="E8F0F4"/>
          </a:solidFill>
          <a:ln xmlns:a="http://schemas.openxmlformats.org/drawingml/2006/main" w="16193">
            <a:solidFill>
              <a:srgbClr val="71818B"/>
            </a:solidFill>
          </a:ln>
        </p:spPr>
      </p:sp>
      <p:sp>
        <p:nvSpPr>
          <p:cNvPr id="16" name="">
            <a:extLst xmlns:a="http://schemas.openxmlformats.org/drawingml/2006/main">
              <a:ext uri="{FF2B5EF4-FFF2-40B4-BE49-F238E27FC236}">
                <a16:creationId xmlns:a16="http://schemas.microsoft.com/office/drawing/2014/main" id="{499BCCD2-5D3D-46A2-9CA8-A94397DB44EC}"/>
              </a:ext>
            </a:extLst>
          </p:cNvPr>
          <p:cNvSpPr>
            <a:spLocks xmlns:a="http://schemas.openxmlformats.org/drawingml/2006/main" noGrp="1"/>
          </p:cNvSpPr>
          <p:nvPr/>
        </p:nvSpPr>
        <p:spPr>
          <a:xfrm xmlns:a="http://schemas.openxmlformats.org/drawingml/2006/main">
            <a:off x="4667250" y="2857500"/>
            <a:ext cx="523875" cy="1333500"/>
          </a:xfrm>
          <a:prstGeom xmlns:a="http://schemas.openxmlformats.org/drawingml/2006/main" prst="rect">
            <a:avLst/>
          </a:prstGeom>
          <a:solidFill xmlns:a="http://schemas.openxmlformats.org/drawingml/2006/main">
            <a:srgbClr val="E8F0F4"/>
          </a:solidFill>
          <a:ln xmlns:a="http://schemas.openxmlformats.org/drawingml/2006/main" w="16193">
            <a:solidFill>
              <a:srgbClr val="2876A8"/>
            </a:solidFill>
          </a:ln>
        </p:spPr>
      </p:sp>
      <p:sp>
        <p:nvSpPr>
          <p:cNvPr id="17" name="">
            <a:extLst xmlns:a="http://schemas.openxmlformats.org/drawingml/2006/main">
              <a:ext uri="{FF2B5EF4-FFF2-40B4-BE49-F238E27FC236}">
                <a16:creationId xmlns:a16="http://schemas.microsoft.com/office/drawing/2014/main" id="{BD22B2E2-350A-4791-9AA2-EDB053E54258}"/>
              </a:ext>
            </a:extLst>
          </p:cNvPr>
          <p:cNvSpPr>
            <a:spLocks xmlns:a="http://schemas.openxmlformats.org/drawingml/2006/main" noGrp="1"/>
          </p:cNvSpPr>
          <p:nvPr/>
        </p:nvSpPr>
        <p:spPr>
          <a:xfrm xmlns:a="http://schemas.openxmlformats.org/drawingml/2006/main">
            <a:off x="5191125" y="3333750"/>
            <a:ext cx="5238750" cy="381000"/>
          </a:xfrm>
          <a:prstGeom xmlns:a="http://schemas.openxmlformats.org/drawingml/2006/main" prst="rect">
            <a:avLst/>
          </a:prstGeom>
          <a:solidFill xmlns:a="http://schemas.openxmlformats.org/drawingml/2006/main">
            <a:srgbClr val="F3EBDD"/>
          </a:solidFill>
          <a:ln xmlns:a="http://schemas.openxmlformats.org/drawingml/2006/main" w="16193">
            <a:solidFill>
              <a:srgbClr val="AD8760"/>
            </a:solidFill>
          </a:ln>
        </p:spPr>
      </p:sp>
      <p:sp>
        <p:nvSpPr>
          <p:cNvPr id="18" name="">
            <a:extLst xmlns:a="http://schemas.openxmlformats.org/drawingml/2006/main">
              <a:ext uri="{FF2B5EF4-FFF2-40B4-BE49-F238E27FC236}">
                <a16:creationId xmlns:a16="http://schemas.microsoft.com/office/drawing/2014/main" id="{3C05C45E-0BF7-4B06-ADCF-D055586A8979}"/>
              </a:ext>
            </a:extLst>
          </p:cNvPr>
          <p:cNvSpPr>
            <a:spLocks xmlns:a="http://schemas.openxmlformats.org/drawingml/2006/main" noGrp="1"/>
          </p:cNvSpPr>
          <p:nvPr/>
        </p:nvSpPr>
        <p:spPr>
          <a:xfrm xmlns:a="http://schemas.openxmlformats.org/drawingml/2006/main">
            <a:off x="5715000" y="4381500"/>
            <a:ext cx="4762500" cy="9525"/>
          </a:xfrm>
          <a:custGeom xmlns:a="http://schemas.openxmlformats.org/drawingml/2006/main">
            <a:pathLst>
              <a:path w="4762500" h="9525">
                <a:moveTo>
                  <a:pt x="0" y="0"/>
                </a:moveTo>
                <a:lnTo>
                  <a:pt x="4762500" y="0"/>
                </a:lnTo>
              </a:path>
            </a:pathLst>
          </a:custGeom>
          <a:noFill xmlns:a="http://schemas.openxmlformats.org/drawingml/2006/main"/>
          <a:ln xmlns:a="http://schemas.openxmlformats.org/drawingml/2006/main" w="28575">
            <a:solidFill>
              <a:srgbClr val="087E8B"/>
            </a:solidFill>
          </a:ln>
        </p:spPr>
      </p:sp>
      <p:sp>
        <p:nvSpPr>
          <p:cNvPr id="19" name="">
            <a:extLst xmlns:a="http://schemas.openxmlformats.org/drawingml/2006/main">
              <a:ext uri="{FF2B5EF4-FFF2-40B4-BE49-F238E27FC236}">
                <a16:creationId xmlns:a16="http://schemas.microsoft.com/office/drawing/2014/main" id="{BA33E39B-AD71-4CFF-915D-423F16E63D3E}"/>
              </a:ext>
            </a:extLst>
          </p:cNvPr>
          <p:cNvSpPr>
            <a:spLocks xmlns:a="http://schemas.openxmlformats.org/drawingml/2006/main" noGrp="1"/>
          </p:cNvSpPr>
          <p:nvPr/>
        </p:nvSpPr>
        <p:spPr>
          <a:xfrm xmlns:a="http://schemas.openxmlformats.org/drawingml/2006/main">
            <a:off x="10363200" y="4333494"/>
            <a:ext cx="114300" cy="96012"/>
          </a:xfrm>
          <a:custGeom xmlns:a="http://schemas.openxmlformats.org/drawingml/2006/main">
            <a:pathLst>
              <a:path w="114300" h="96012">
                <a:moveTo>
                  <a:pt x="114300" y="48006"/>
                </a:moveTo>
                <a:lnTo>
                  <a:pt x="0" y="0"/>
                </a:lnTo>
                <a:lnTo>
                  <a:pt x="0" y="96012"/>
                </a:lnTo>
                <a:close/>
              </a:path>
            </a:pathLst>
          </a:custGeom>
          <a:solidFill xmlns:a="http://schemas.openxmlformats.org/drawingml/2006/main">
            <a:srgbClr val="087E8B"/>
          </a:solidFill>
          <a:ln xmlns:a="http://schemas.openxmlformats.org/drawingml/2006/main" w="4763">
            <a:solidFill>
              <a:srgbClr val="087E8B"/>
            </a:solidFill>
          </a:ln>
        </p:spPr>
      </p:sp>
      <p:sp>
        <p:nvSpPr>
          <p:cNvPr id="20" name="">
            <a:extLst xmlns:a="http://schemas.openxmlformats.org/drawingml/2006/main">
              <a:ext uri="{FF2B5EF4-FFF2-40B4-BE49-F238E27FC236}">
                <a16:creationId xmlns:a16="http://schemas.microsoft.com/office/drawing/2014/main" id="{12065193-50FD-4361-9DF2-C8089992777D}"/>
              </a:ext>
            </a:extLst>
          </p:cNvPr>
          <p:cNvSpPr>
            <a:spLocks xmlns:a="http://schemas.openxmlformats.org/drawingml/2006/main" noGrp="1"/>
          </p:cNvSpPr>
          <p:nvPr/>
        </p:nvSpPr>
        <p:spPr>
          <a:xfrm xmlns:a="http://schemas.openxmlformats.org/drawingml/2006/main">
            <a:off x="4143375" y="2286000"/>
            <a:ext cx="1905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025" b="1">
                <a:solidFill>
                  <a:srgbClr val="263D4D"/>
                </a:solidFill>
                <a:latin typeface="Yu Gothic"/>
                <a:ea typeface="Yu Gothic"/>
                <a:cs typeface="Yu Gothic"/>
              </a:defRPr>
            </a:defPPr>
            <a:lvl1pPr>
              <a:defRPr sz="2025" b="1">
                <a:solidFill>
                  <a:srgbClr val="263D4D"/>
                </a:solidFill>
                <a:latin typeface="Yu Gothic"/>
                <a:ea typeface="Yu Gothic"/>
                <a:cs typeface="Yu Gothic"/>
              </a:defRPr>
            </a:lvl1pPr>
            <a:lvl2pPr>
              <a:defRPr sz="2025" b="1">
                <a:solidFill>
                  <a:srgbClr val="263D4D"/>
                </a:solidFill>
                <a:latin typeface="Yu Gothic"/>
                <a:ea typeface="Yu Gothic"/>
                <a:cs typeface="Yu Gothic"/>
              </a:defRPr>
            </a:lvl2pPr>
            <a:lvl3pPr>
              <a:defRPr sz="2025" b="1">
                <a:solidFill>
                  <a:srgbClr val="263D4D"/>
                </a:solidFill>
                <a:latin typeface="Yu Gothic"/>
                <a:ea typeface="Yu Gothic"/>
                <a:cs typeface="Yu Gothic"/>
              </a:defRPr>
            </a:lvl3pPr>
            <a:lvl4pPr>
              <a:defRPr sz="2025" b="1">
                <a:solidFill>
                  <a:srgbClr val="263D4D"/>
                </a:solidFill>
                <a:latin typeface="Yu Gothic"/>
                <a:ea typeface="Yu Gothic"/>
                <a:cs typeface="Yu Gothic"/>
              </a:defRPr>
            </a:lvl4pPr>
            <a:lvl5pPr>
              <a:defRPr sz="2025" b="1">
                <a:solidFill>
                  <a:srgbClr val="263D4D"/>
                </a:solidFill>
                <a:latin typeface="Yu Gothic"/>
                <a:ea typeface="Yu Gothic"/>
                <a:cs typeface="Yu Gothic"/>
              </a:defRPr>
            </a:lvl5pPr>
            <a:lvl6pPr>
              <a:defRPr sz="2025" b="1">
                <a:solidFill>
                  <a:srgbClr val="263D4D"/>
                </a:solidFill>
                <a:latin typeface="Yu Gothic"/>
                <a:ea typeface="Yu Gothic"/>
                <a:cs typeface="Yu Gothic"/>
              </a:defRPr>
            </a:lvl6pPr>
            <a:lvl7pPr>
              <a:defRPr sz="2025" b="1">
                <a:solidFill>
                  <a:srgbClr val="263D4D"/>
                </a:solidFill>
                <a:latin typeface="Yu Gothic"/>
                <a:ea typeface="Yu Gothic"/>
                <a:cs typeface="Yu Gothic"/>
              </a:defRPr>
            </a:lvl7pPr>
            <a:lvl8pPr>
              <a:defRPr sz="2025" b="1">
                <a:solidFill>
                  <a:srgbClr val="263D4D"/>
                </a:solidFill>
                <a:latin typeface="Yu Gothic"/>
                <a:ea typeface="Yu Gothic"/>
                <a:cs typeface="Yu Gothic"/>
              </a:defRPr>
            </a:lvl8pPr>
            <a:lvl9pPr>
              <a:defRPr sz="2025" b="1">
                <a:solidFill>
                  <a:srgbClr val="263D4D"/>
                </a:solidFill>
                <a:latin typeface="Yu Gothic"/>
                <a:ea typeface="Yu Gothic"/>
                <a:cs typeface="Yu Gothic"/>
              </a:defRPr>
            </a:lvl9pPr>
          </a:lstStyle>
          <a:p xmlns:a="http://schemas.openxmlformats.org/drawingml/2006/main">
            <a:pPr>
              <a:defRPr sz="2025" b="1">
                <a:solidFill>
                  <a:srgbClr val="263D4D"/>
                </a:solidFill>
                <a:latin typeface="Yu Gothic"/>
                <a:ea typeface="Yu Gothic"/>
                <a:cs typeface="Yu Gothic"/>
              </a:defRPr>
            </a:pPr>
            <a:r>
              <a:rPr sz="2025" b="1">
                <a:solidFill>
                  <a:srgbClr val="263D4D"/>
                </a:solidFill>
                <a:latin typeface="Yu Gothic"/>
                <a:ea typeface="Yu Gothic"/>
                <a:cs typeface="Yu Gothic"/>
              </a:rPr>
              <a:t>ダイス</a:t>
            </a:r>
          </a:p>
        </p:txBody>
      </p:sp>
      <p:sp>
        <p:nvSpPr>
          <p:cNvPr id="21" name="">
            <a:extLst xmlns:a="http://schemas.openxmlformats.org/drawingml/2006/main">
              <a:ext uri="{FF2B5EF4-FFF2-40B4-BE49-F238E27FC236}">
                <a16:creationId xmlns:a16="http://schemas.microsoft.com/office/drawing/2014/main" id="{C23585ED-8C64-4C6B-A028-B08A57ACE427}"/>
              </a:ext>
            </a:extLst>
          </p:cNvPr>
          <p:cNvSpPr>
            <a:spLocks xmlns:a="http://schemas.openxmlformats.org/drawingml/2006/main" noGrp="1"/>
          </p:cNvSpPr>
          <p:nvPr/>
        </p:nvSpPr>
        <p:spPr>
          <a:xfrm xmlns:a="http://schemas.openxmlformats.org/drawingml/2006/main">
            <a:off x="7143750" y="2286000"/>
            <a:ext cx="3619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263D4D"/>
                </a:solidFill>
                <a:latin typeface="Yu Gothic"/>
                <a:ea typeface="Yu Gothic"/>
                <a:cs typeface="Yu Gothic"/>
              </a:defRPr>
            </a:defPPr>
            <a:lvl1pPr>
              <a:defRPr sz="2175" b="1">
                <a:solidFill>
                  <a:srgbClr val="263D4D"/>
                </a:solidFill>
                <a:latin typeface="Yu Gothic"/>
                <a:ea typeface="Yu Gothic"/>
                <a:cs typeface="Yu Gothic"/>
              </a:defRPr>
            </a:lvl1pPr>
            <a:lvl2pPr>
              <a:defRPr sz="2175" b="1">
                <a:solidFill>
                  <a:srgbClr val="263D4D"/>
                </a:solidFill>
                <a:latin typeface="Yu Gothic"/>
                <a:ea typeface="Yu Gothic"/>
                <a:cs typeface="Yu Gothic"/>
              </a:defRPr>
            </a:lvl2pPr>
            <a:lvl3pPr>
              <a:defRPr sz="2175" b="1">
                <a:solidFill>
                  <a:srgbClr val="263D4D"/>
                </a:solidFill>
                <a:latin typeface="Yu Gothic"/>
                <a:ea typeface="Yu Gothic"/>
                <a:cs typeface="Yu Gothic"/>
              </a:defRPr>
            </a:lvl3pPr>
            <a:lvl4pPr>
              <a:defRPr sz="2175" b="1">
                <a:solidFill>
                  <a:srgbClr val="263D4D"/>
                </a:solidFill>
                <a:latin typeface="Yu Gothic"/>
                <a:ea typeface="Yu Gothic"/>
                <a:cs typeface="Yu Gothic"/>
              </a:defRPr>
            </a:lvl4pPr>
            <a:lvl5pPr>
              <a:defRPr sz="2175" b="1">
                <a:solidFill>
                  <a:srgbClr val="263D4D"/>
                </a:solidFill>
                <a:latin typeface="Yu Gothic"/>
                <a:ea typeface="Yu Gothic"/>
                <a:cs typeface="Yu Gothic"/>
              </a:defRPr>
            </a:lvl5pPr>
            <a:lvl6pPr>
              <a:defRPr sz="2175" b="1">
                <a:solidFill>
                  <a:srgbClr val="263D4D"/>
                </a:solidFill>
                <a:latin typeface="Yu Gothic"/>
                <a:ea typeface="Yu Gothic"/>
                <a:cs typeface="Yu Gothic"/>
              </a:defRPr>
            </a:lvl6pPr>
            <a:lvl7pPr>
              <a:defRPr sz="2175" b="1">
                <a:solidFill>
                  <a:srgbClr val="263D4D"/>
                </a:solidFill>
                <a:latin typeface="Yu Gothic"/>
                <a:ea typeface="Yu Gothic"/>
                <a:cs typeface="Yu Gothic"/>
              </a:defRPr>
            </a:lvl7pPr>
            <a:lvl8pPr>
              <a:defRPr sz="2175" b="1">
                <a:solidFill>
                  <a:srgbClr val="263D4D"/>
                </a:solidFill>
                <a:latin typeface="Yu Gothic"/>
                <a:ea typeface="Yu Gothic"/>
                <a:cs typeface="Yu Gothic"/>
              </a:defRPr>
            </a:lvl8pPr>
            <a:lvl9pPr>
              <a:defRPr sz="2175" b="1">
                <a:solidFill>
                  <a:srgbClr val="263D4D"/>
                </a:solidFill>
                <a:latin typeface="Yu Gothic"/>
                <a:ea typeface="Yu Gothic"/>
                <a:cs typeface="Yu Gothic"/>
              </a:defRPr>
            </a:lvl9pPr>
          </a:lstStyle>
          <a:p xmlns:a="http://schemas.openxmlformats.org/drawingml/2006/main">
            <a:pPr>
              <a:defRPr sz="2175" b="1">
                <a:solidFill>
                  <a:srgbClr val="263D4D"/>
                </a:solidFill>
                <a:latin typeface="Yu Gothic"/>
                <a:ea typeface="Yu Gothic"/>
                <a:cs typeface="Yu Gothic"/>
              </a:defRPr>
            </a:pPr>
            <a:r>
              <a:rPr sz="2175" b="1">
                <a:solidFill>
                  <a:srgbClr val="263D4D"/>
                </a:solidFill>
                <a:latin typeface="Yu Gothic"/>
                <a:ea typeface="Yu Gothic"/>
                <a:cs typeface="Yu Gothic"/>
              </a:rPr>
              <a:t>冷却・引取り</a:t>
            </a:r>
          </a:p>
        </p:txBody>
      </p:sp>
      <p:sp>
        <p:nvSpPr>
          <p:cNvPr id="22" name="">
            <a:extLst xmlns:a="http://schemas.openxmlformats.org/drawingml/2006/main">
              <a:ext uri="{FF2B5EF4-FFF2-40B4-BE49-F238E27FC236}">
                <a16:creationId xmlns:a16="http://schemas.microsoft.com/office/drawing/2014/main" id="{6CDB7283-6229-4838-AAA0-370BEF8EE33B}"/>
              </a:ext>
            </a:extLst>
          </p:cNvPr>
          <p:cNvSpPr>
            <a:spLocks xmlns:a="http://schemas.openxmlformats.org/drawingml/2006/main" noGrp="1"/>
          </p:cNvSpPr>
          <p:nvPr/>
        </p:nvSpPr>
        <p:spPr>
          <a:xfrm xmlns:a="http://schemas.openxmlformats.org/drawingml/2006/main">
            <a:off x="5715000" y="5000625"/>
            <a:ext cx="5715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63D4D"/>
                </a:solidFill>
                <a:latin typeface="Yu Gothic"/>
                <a:ea typeface="Yu Gothic"/>
                <a:cs typeface="Yu Gothic"/>
              </a:defRPr>
            </a:defPPr>
            <a:lvl1pPr>
              <a:defRPr sz="2175" b="0">
                <a:solidFill>
                  <a:srgbClr val="263D4D"/>
                </a:solidFill>
                <a:latin typeface="Yu Gothic"/>
                <a:ea typeface="Yu Gothic"/>
                <a:cs typeface="Yu Gothic"/>
              </a:defRPr>
            </a:lvl1pPr>
            <a:lvl2pPr>
              <a:defRPr sz="2175" b="0">
                <a:solidFill>
                  <a:srgbClr val="263D4D"/>
                </a:solidFill>
                <a:latin typeface="Yu Gothic"/>
                <a:ea typeface="Yu Gothic"/>
                <a:cs typeface="Yu Gothic"/>
              </a:defRPr>
            </a:lvl2pPr>
            <a:lvl3pPr>
              <a:defRPr sz="2175" b="0">
                <a:solidFill>
                  <a:srgbClr val="263D4D"/>
                </a:solidFill>
                <a:latin typeface="Yu Gothic"/>
                <a:ea typeface="Yu Gothic"/>
                <a:cs typeface="Yu Gothic"/>
              </a:defRPr>
            </a:lvl3pPr>
            <a:lvl4pPr>
              <a:defRPr sz="2175" b="0">
                <a:solidFill>
                  <a:srgbClr val="263D4D"/>
                </a:solidFill>
                <a:latin typeface="Yu Gothic"/>
                <a:ea typeface="Yu Gothic"/>
                <a:cs typeface="Yu Gothic"/>
              </a:defRPr>
            </a:lvl4pPr>
            <a:lvl5pPr>
              <a:defRPr sz="2175" b="0">
                <a:solidFill>
                  <a:srgbClr val="263D4D"/>
                </a:solidFill>
                <a:latin typeface="Yu Gothic"/>
                <a:ea typeface="Yu Gothic"/>
                <a:cs typeface="Yu Gothic"/>
              </a:defRPr>
            </a:lvl5pPr>
            <a:lvl6pPr>
              <a:defRPr sz="2175" b="0">
                <a:solidFill>
                  <a:srgbClr val="263D4D"/>
                </a:solidFill>
                <a:latin typeface="Yu Gothic"/>
                <a:ea typeface="Yu Gothic"/>
                <a:cs typeface="Yu Gothic"/>
              </a:defRPr>
            </a:lvl6pPr>
            <a:lvl7pPr>
              <a:defRPr sz="2175" b="0">
                <a:solidFill>
                  <a:srgbClr val="263D4D"/>
                </a:solidFill>
                <a:latin typeface="Yu Gothic"/>
                <a:ea typeface="Yu Gothic"/>
                <a:cs typeface="Yu Gothic"/>
              </a:defRPr>
            </a:lvl7pPr>
            <a:lvl8pPr>
              <a:defRPr sz="2175" b="0">
                <a:solidFill>
                  <a:srgbClr val="263D4D"/>
                </a:solidFill>
                <a:latin typeface="Yu Gothic"/>
                <a:ea typeface="Yu Gothic"/>
                <a:cs typeface="Yu Gothic"/>
              </a:defRPr>
            </a:lvl8pPr>
            <a:lvl9pPr>
              <a:defRPr sz="2175" b="0">
                <a:solidFill>
                  <a:srgbClr val="263D4D"/>
                </a:solidFill>
                <a:latin typeface="Yu Gothic"/>
                <a:ea typeface="Yu Gothic"/>
                <a:cs typeface="Yu Gothic"/>
              </a:defRPr>
            </a:lvl9pPr>
          </a:lstStyle>
          <a:p xmlns:a="http://schemas.openxmlformats.org/drawingml/2006/main">
            <a:pPr>
              <a:defRPr sz="2175" b="0">
                <a:solidFill>
                  <a:srgbClr val="263D4D"/>
                </a:solidFill>
                <a:latin typeface="Yu Gothic"/>
                <a:ea typeface="Yu Gothic"/>
                <a:cs typeface="Yu Gothic"/>
              </a:defRPr>
            </a:pPr>
            <a:r>
              <a:rPr sz="2175" b="0">
                <a:solidFill>
                  <a:srgbClr val="263D4D"/>
                </a:solidFill>
                <a:latin typeface="Yu Gothic"/>
                <a:ea typeface="Yu Gothic"/>
                <a:cs typeface="Yu Gothic"/>
              </a:rPr>
              <a:t>長さ方向にほぼ一定の断面</a:t>
            </a:r>
          </a:p>
        </p:txBody>
      </p:sp>
      <p:sp>
        <p:nvSpPr>
          <p:cNvPr id="23" name="">
            <a:extLst xmlns:a="http://schemas.openxmlformats.org/drawingml/2006/main">
              <a:ext uri="{FF2B5EF4-FFF2-40B4-BE49-F238E27FC236}">
                <a16:creationId xmlns:a16="http://schemas.microsoft.com/office/drawing/2014/main" id="{E3177E13-06CD-4B08-BFF6-BB51CA3A5DDE}"/>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defRPr sz="1575" b="0">
                <a:solidFill>
                  <a:srgbClr val="71818B"/>
                </a:solidFill>
                <a:latin typeface="Yu Gothic"/>
                <a:ea typeface="Yu Gothic"/>
                <a:cs typeface="Yu Gothic"/>
              </a:defRPr>
            </a:lvl1pPr>
            <a:lvl2pPr>
              <a:defRPr sz="1575" b="0">
                <a:solidFill>
                  <a:srgbClr val="71818B"/>
                </a:solidFill>
                <a:latin typeface="Yu Gothic"/>
                <a:ea typeface="Yu Gothic"/>
                <a:cs typeface="Yu Gothic"/>
              </a:defRPr>
            </a:lvl2pPr>
            <a:lvl3pPr>
              <a:defRPr sz="1575" b="0">
                <a:solidFill>
                  <a:srgbClr val="71818B"/>
                </a:solidFill>
                <a:latin typeface="Yu Gothic"/>
                <a:ea typeface="Yu Gothic"/>
                <a:cs typeface="Yu Gothic"/>
              </a:defRPr>
            </a:lvl3pPr>
            <a:lvl4pPr>
              <a:defRPr sz="1575" b="0">
                <a:solidFill>
                  <a:srgbClr val="71818B"/>
                </a:solidFill>
                <a:latin typeface="Yu Gothic"/>
                <a:ea typeface="Yu Gothic"/>
                <a:cs typeface="Yu Gothic"/>
              </a:defRPr>
            </a:lvl4pPr>
            <a:lvl5pPr>
              <a:defRPr sz="1575" b="0">
                <a:solidFill>
                  <a:srgbClr val="71818B"/>
                </a:solidFill>
                <a:latin typeface="Yu Gothic"/>
                <a:ea typeface="Yu Gothic"/>
                <a:cs typeface="Yu Gothic"/>
              </a:defRPr>
            </a:lvl5pPr>
            <a:lvl6pPr>
              <a:defRPr sz="1575" b="0">
                <a:solidFill>
                  <a:srgbClr val="71818B"/>
                </a:solidFill>
                <a:latin typeface="Yu Gothic"/>
                <a:ea typeface="Yu Gothic"/>
                <a:cs typeface="Yu Gothic"/>
              </a:defRPr>
            </a:lvl6pPr>
            <a:lvl7pPr>
              <a:defRPr sz="1575" b="0">
                <a:solidFill>
                  <a:srgbClr val="71818B"/>
                </a:solidFill>
                <a:latin typeface="Yu Gothic"/>
                <a:ea typeface="Yu Gothic"/>
                <a:cs typeface="Yu Gothic"/>
              </a:defRPr>
            </a:lvl7pPr>
            <a:lvl8pPr>
              <a:defRPr sz="1575" b="0">
                <a:solidFill>
                  <a:srgbClr val="71818B"/>
                </a:solidFill>
                <a:latin typeface="Yu Gothic"/>
                <a:ea typeface="Yu Gothic"/>
                <a:cs typeface="Yu Gothic"/>
              </a:defRPr>
            </a:lvl8pPr>
            <a:lvl9pPr>
              <a:defRPr sz="1575" b="0">
                <a:solidFill>
                  <a:srgbClr val="71818B"/>
                </a:solidFill>
                <a:latin typeface="Yu Gothic"/>
                <a:ea typeface="Yu Gothic"/>
                <a:cs typeface="Yu Gothic"/>
              </a:defRPr>
            </a:lvl9pPr>
          </a:lstStyle>
          <a:p xmlns:a="http://schemas.openxmlformats.org/drawingml/2006/main">
            <a:pPr>
              <a:defRPr sz="1575" b="0">
                <a:solidFill>
                  <a:srgbClr val="71818B"/>
                </a:solidFill>
                <a:latin typeface="Yu Gothic"/>
                <a:ea typeface="Yu Gothic"/>
                <a:cs typeface="Yu Gothic"/>
              </a:defRPr>
            </a:pPr>
            <a:r>
              <a:rPr sz="1575" b="0">
                <a:solidFill>
                  <a:srgbClr val="71818B"/>
                </a:solidFill>
                <a:latin typeface="Yu Gothic"/>
                <a:ea typeface="Yu Gothic"/>
                <a:cs typeface="Yu Gothic"/>
              </a:rPr>
              <a:t>一定断面の形材を連続的に成形する模式例。形・冷却・速度等の条件は別に確認する。</a:t>
            </a:r>
          </a:p>
        </p:txBody>
      </p:sp>
    </p:spTree>
    <p:extLst>
      <p:ext uri="{BB962C8B-B14F-4D97-AF65-F5344CB8AC3E}">
        <p14:creationId xmlns:p14="http://schemas.microsoft.com/office/powerpoint/2010/main" val="205746363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6BB8B017-E2E7-4C58-9CF0-67C1075CA721}"/>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93B59"/>
                </a:solidFill>
                <a:latin typeface="Yu Gothic"/>
                <a:ea typeface="Yu Gothic"/>
                <a:cs typeface="Yu Gothic"/>
              </a:defRPr>
            </a:defPPr>
            <a:lvl1pPr>
              <a:buNone/>
              <a:defRPr sz="3000" b="1">
                <a:solidFill>
                  <a:srgbClr val="193B59"/>
                </a:solidFill>
                <a:latin typeface="Yu Gothic"/>
                <a:ea typeface="Yu Gothic"/>
                <a:cs typeface="Yu Gothic"/>
              </a:defRPr>
            </a:lvl1pPr>
            <a:lvl2pPr>
              <a:buNone/>
              <a:defRPr sz="3000" b="1">
                <a:solidFill>
                  <a:srgbClr val="193B59"/>
                </a:solidFill>
                <a:latin typeface="Yu Gothic"/>
                <a:ea typeface="Yu Gothic"/>
                <a:cs typeface="Yu Gothic"/>
              </a:defRPr>
            </a:lvl2pPr>
            <a:lvl3pPr>
              <a:buNone/>
              <a:defRPr sz="3000" b="1">
                <a:solidFill>
                  <a:srgbClr val="193B59"/>
                </a:solidFill>
                <a:latin typeface="Yu Gothic"/>
                <a:ea typeface="Yu Gothic"/>
                <a:cs typeface="Yu Gothic"/>
              </a:defRPr>
            </a:lvl3pPr>
            <a:lvl4pPr>
              <a:buNone/>
              <a:defRPr sz="3000" b="1">
                <a:solidFill>
                  <a:srgbClr val="193B59"/>
                </a:solidFill>
                <a:latin typeface="Yu Gothic"/>
                <a:ea typeface="Yu Gothic"/>
                <a:cs typeface="Yu Gothic"/>
              </a:defRPr>
            </a:lvl4pPr>
            <a:lvl5pPr>
              <a:buNone/>
              <a:defRPr sz="3000" b="1">
                <a:solidFill>
                  <a:srgbClr val="193B59"/>
                </a:solidFill>
                <a:latin typeface="Yu Gothic"/>
                <a:ea typeface="Yu Gothic"/>
                <a:cs typeface="Yu Gothic"/>
              </a:defRPr>
            </a:lvl5pPr>
            <a:lvl6pPr>
              <a:buNone/>
              <a:defRPr sz="3000" b="1">
                <a:solidFill>
                  <a:srgbClr val="193B59"/>
                </a:solidFill>
                <a:latin typeface="Yu Gothic"/>
                <a:ea typeface="Yu Gothic"/>
                <a:cs typeface="Yu Gothic"/>
              </a:defRPr>
            </a:lvl6pPr>
            <a:lvl7pPr>
              <a:buNone/>
              <a:defRPr sz="3000" b="1">
                <a:solidFill>
                  <a:srgbClr val="193B59"/>
                </a:solidFill>
                <a:latin typeface="Yu Gothic"/>
                <a:ea typeface="Yu Gothic"/>
                <a:cs typeface="Yu Gothic"/>
              </a:defRPr>
            </a:lvl7pPr>
            <a:lvl8pPr>
              <a:buNone/>
              <a:defRPr sz="3000" b="1">
                <a:solidFill>
                  <a:srgbClr val="193B59"/>
                </a:solidFill>
                <a:latin typeface="Yu Gothic"/>
                <a:ea typeface="Yu Gothic"/>
                <a:cs typeface="Yu Gothic"/>
              </a:defRPr>
            </a:lvl8pPr>
            <a:lvl9pPr>
              <a:buNone/>
              <a:defRPr sz="3000" b="1">
                <a:solidFill>
                  <a:srgbClr val="193B59"/>
                </a:solidFill>
                <a:latin typeface="Yu Gothic"/>
                <a:ea typeface="Yu Gothic"/>
                <a:cs typeface="Yu Gothic"/>
              </a:defRPr>
            </a:lvl9pPr>
          </a:lstStyle>
          <a:p xmlns:a="http://schemas.openxmlformats.org/drawingml/2006/main">
            <a:pPr>
              <a:buNone/>
              <a:defRPr sz="3000" b="1">
                <a:solidFill>
                  <a:srgbClr val="193B59"/>
                </a:solidFill>
                <a:latin typeface="Yu Gothic"/>
                <a:ea typeface="Yu Gothic"/>
                <a:cs typeface="Yu Gothic"/>
              </a:defRPr>
            </a:pPr>
            <a:r>
              <a:rPr sz="3000" b="1">
                <a:solidFill>
                  <a:srgbClr val="193B59"/>
                </a:solidFill>
                <a:latin typeface="Yu Gothic"/>
                <a:ea typeface="Yu Gothic"/>
                <a:cs typeface="Yu Gothic"/>
              </a:rPr>
              <a:t>熱成形・真空成形</a:t>
            </a:r>
          </a:p>
        </p:txBody>
      </p:sp>
      <p:sp>
        <p:nvSpPr>
          <p:cNvPr id="2" name="">
            <a:extLst xmlns:a="http://schemas.openxmlformats.org/drawingml/2006/main">
              <a:ext uri="{FF2B5EF4-FFF2-40B4-BE49-F238E27FC236}">
                <a16:creationId xmlns:a16="http://schemas.microsoft.com/office/drawing/2014/main" id="{D35CA110-4BD7-471C-AA67-F83B6F180C81}"/>
              </a:ext>
            </a:extLst>
          </p:cNvPr>
          <p:cNvSpPr>
            <a:spLocks xmlns:a="http://schemas.openxmlformats.org/drawingml/2006/main" noGrp="1"/>
          </p:cNvSpPr>
          <p:nvPr/>
        </p:nvSpPr>
        <p:spPr>
          <a:xfrm xmlns:a="http://schemas.openxmlformats.org/drawingml/2006/main" flipH="0" flipV="0">
            <a:off x="685800" y="1323975"/>
            <a:ext cx="10820400" cy="0"/>
          </a:xfrm>
          <a:prstGeom xmlns:a="http://schemas.openxmlformats.org/drawingml/2006/main" prst="line">
            <a:avLst/>
          </a:prstGeom>
          <a:noFill xmlns:a="http://schemas.openxmlformats.org/drawingml/2006/main"/>
          <a:ln xmlns:a="http://schemas.openxmlformats.org/drawingml/2006/main" w="19050">
            <a:solidFill>
              <a:srgbClr val="D8E1E7"/>
            </a:solidFill>
          </a:ln>
        </p:spPr>
      </p:sp>
      <p:sp>
        <p:nvSpPr>
          <p:cNvPr id="16" name="">
            <a:extLst xmlns:a="http://schemas.openxmlformats.org/drawingml/2006/main">
              <a:ext uri="{FF2B5EF4-FFF2-40B4-BE49-F238E27FC236}">
                <a16:creationId xmlns:a16="http://schemas.microsoft.com/office/drawing/2014/main" id="{1A21127B-8F1C-4275-8A93-E7D34B1F77B6}"/>
              </a:ext>
            </a:extLst>
          </p:cNvPr>
          <p:cNvSpPr>
            <a:spLocks xmlns:a="http://schemas.openxmlformats.org/drawingml/2006/main" noGrp="1"/>
          </p:cNvSpPr>
          <p:nvPr/>
        </p:nvSpPr>
        <p:spPr>
          <a:xfrm xmlns:a="http://schemas.openxmlformats.org/drawingml/2006/main">
            <a:off x="685800" y="6353175"/>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第8回</a:t>
            </a:r>
          </a:p>
        </p:txBody>
      </p:sp>
      <p:sp>
        <p:nvSpPr>
          <p:cNvPr id="17" name="">
            <a:extLst xmlns:a="http://schemas.openxmlformats.org/drawingml/2006/main">
              <a:ext uri="{FF2B5EF4-FFF2-40B4-BE49-F238E27FC236}">
                <a16:creationId xmlns:a16="http://schemas.microsoft.com/office/drawing/2014/main" id="{074D39B8-D7F6-4C3A-AF2B-4FBA8C87F799}"/>
              </a:ext>
            </a:extLst>
          </p:cNvPr>
          <p:cNvSpPr>
            <a:spLocks xmlns:a="http://schemas.openxmlformats.org/drawingml/2006/main" noGrp="1"/>
          </p:cNvSpPr>
          <p:nvPr/>
        </p:nvSpPr>
        <p:spPr>
          <a:xfrm xmlns:a="http://schemas.openxmlformats.org/drawingml/2006/main">
            <a:off x="10382250" y="6353175"/>
            <a:ext cx="123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6 / 43</a:t>
            </a:r>
          </a:p>
        </p:txBody>
      </p:sp>
      <p:sp>
        <p:nvSpPr>
          <p:cNvPr id="19" name="">
            <a:extLst xmlns:a="http://schemas.openxmlformats.org/drawingml/2006/main">
              <a:ext uri="{FF2B5EF4-FFF2-40B4-BE49-F238E27FC236}">
                <a16:creationId xmlns:a16="http://schemas.microsoft.com/office/drawing/2014/main" id="{70734F37-B4F8-4884-A6D0-1CE5D8103471}"/>
              </a:ext>
            </a:extLst>
          </p:cNvPr>
          <p:cNvSpPr>
            <a:spLocks xmlns:a="http://schemas.openxmlformats.org/drawingml/2006/main" noGrp="1"/>
          </p:cNvSpPr>
          <p:nvPr/>
        </p:nvSpPr>
        <p:spPr>
          <a:xfrm xmlns:a="http://schemas.openxmlformats.org/drawingml/2006/main">
            <a:off x="809625" y="1666875"/>
            <a:ext cx="4857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1">
                <a:solidFill>
                  <a:srgbClr val="263D4D"/>
                </a:solidFill>
                <a:latin typeface="Yu Gothic"/>
                <a:ea typeface="Yu Gothic"/>
                <a:cs typeface="Yu Gothic"/>
              </a:defRPr>
            </a:defPPr>
            <a:lvl1pPr>
              <a:defRPr sz="2325" b="1">
                <a:solidFill>
                  <a:srgbClr val="263D4D"/>
                </a:solidFill>
                <a:latin typeface="Yu Gothic"/>
                <a:ea typeface="Yu Gothic"/>
                <a:cs typeface="Yu Gothic"/>
              </a:defRPr>
            </a:lvl1pPr>
            <a:lvl2pPr>
              <a:defRPr sz="2325" b="1">
                <a:solidFill>
                  <a:srgbClr val="263D4D"/>
                </a:solidFill>
                <a:latin typeface="Yu Gothic"/>
                <a:ea typeface="Yu Gothic"/>
                <a:cs typeface="Yu Gothic"/>
              </a:defRPr>
            </a:lvl2pPr>
            <a:lvl3pPr>
              <a:defRPr sz="2325" b="1">
                <a:solidFill>
                  <a:srgbClr val="263D4D"/>
                </a:solidFill>
                <a:latin typeface="Yu Gothic"/>
                <a:ea typeface="Yu Gothic"/>
                <a:cs typeface="Yu Gothic"/>
              </a:defRPr>
            </a:lvl3pPr>
            <a:lvl4pPr>
              <a:defRPr sz="2325" b="1">
                <a:solidFill>
                  <a:srgbClr val="263D4D"/>
                </a:solidFill>
                <a:latin typeface="Yu Gothic"/>
                <a:ea typeface="Yu Gothic"/>
                <a:cs typeface="Yu Gothic"/>
              </a:defRPr>
            </a:lvl4pPr>
            <a:lvl5pPr>
              <a:defRPr sz="2325" b="1">
                <a:solidFill>
                  <a:srgbClr val="263D4D"/>
                </a:solidFill>
                <a:latin typeface="Yu Gothic"/>
                <a:ea typeface="Yu Gothic"/>
                <a:cs typeface="Yu Gothic"/>
              </a:defRPr>
            </a:lvl5pPr>
            <a:lvl6pPr>
              <a:defRPr sz="2325" b="1">
                <a:solidFill>
                  <a:srgbClr val="263D4D"/>
                </a:solidFill>
                <a:latin typeface="Yu Gothic"/>
                <a:ea typeface="Yu Gothic"/>
                <a:cs typeface="Yu Gothic"/>
              </a:defRPr>
            </a:lvl6pPr>
            <a:lvl7pPr>
              <a:defRPr sz="2325" b="1">
                <a:solidFill>
                  <a:srgbClr val="263D4D"/>
                </a:solidFill>
                <a:latin typeface="Yu Gothic"/>
                <a:ea typeface="Yu Gothic"/>
                <a:cs typeface="Yu Gothic"/>
              </a:defRPr>
            </a:lvl7pPr>
            <a:lvl8pPr>
              <a:defRPr sz="2325" b="1">
                <a:solidFill>
                  <a:srgbClr val="263D4D"/>
                </a:solidFill>
                <a:latin typeface="Yu Gothic"/>
                <a:ea typeface="Yu Gothic"/>
                <a:cs typeface="Yu Gothic"/>
              </a:defRPr>
            </a:lvl8pPr>
            <a:lvl9pPr>
              <a:defRPr sz="2325" b="1">
                <a:solidFill>
                  <a:srgbClr val="263D4D"/>
                </a:solidFill>
                <a:latin typeface="Yu Gothic"/>
                <a:ea typeface="Yu Gothic"/>
                <a:cs typeface="Yu Gothic"/>
              </a:defRPr>
            </a:lvl9pPr>
          </a:lstStyle>
          <a:p xmlns:a="http://schemas.openxmlformats.org/drawingml/2006/main">
            <a:pPr>
              <a:defRPr sz="2325" b="1">
                <a:solidFill>
                  <a:srgbClr val="263D4D"/>
                </a:solidFill>
                <a:latin typeface="Yu Gothic"/>
                <a:ea typeface="Yu Gothic"/>
                <a:cs typeface="Yu Gothic"/>
              </a:defRPr>
            </a:pPr>
            <a:r>
              <a:rPr sz="2325" b="1">
                <a:solidFill>
                  <a:srgbClr val="263D4D"/>
                </a:solidFill>
                <a:latin typeface="Yu Gothic"/>
                <a:ea typeface="Yu Gothic"/>
                <a:cs typeface="Yu Gothic"/>
              </a:rPr>
              <a:t>シートを加熱して軟化</a:t>
            </a:r>
          </a:p>
        </p:txBody>
      </p:sp>
      <p:sp>
        <p:nvSpPr>
          <p:cNvPr id="20" name="">
            <a:extLst xmlns:a="http://schemas.openxmlformats.org/drawingml/2006/main">
              <a:ext uri="{FF2B5EF4-FFF2-40B4-BE49-F238E27FC236}">
                <a16:creationId xmlns:a16="http://schemas.microsoft.com/office/drawing/2014/main" id="{151D6631-C9D1-4FB5-831B-6D047431D071}"/>
              </a:ext>
            </a:extLst>
          </p:cNvPr>
          <p:cNvSpPr>
            <a:spLocks xmlns:a="http://schemas.openxmlformats.org/drawingml/2006/main" noGrp="1"/>
          </p:cNvSpPr>
          <p:nvPr/>
        </p:nvSpPr>
        <p:spPr>
          <a:xfrm xmlns:a="http://schemas.openxmlformats.org/drawingml/2006/main">
            <a:off x="7000875" y="1666875"/>
            <a:ext cx="4476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1">
                <a:solidFill>
                  <a:srgbClr val="263D4D"/>
                </a:solidFill>
                <a:latin typeface="Yu Gothic"/>
                <a:ea typeface="Yu Gothic"/>
                <a:cs typeface="Yu Gothic"/>
              </a:defRPr>
            </a:defPPr>
            <a:lvl1pPr>
              <a:defRPr sz="2325" b="1">
                <a:solidFill>
                  <a:srgbClr val="263D4D"/>
                </a:solidFill>
                <a:latin typeface="Yu Gothic"/>
                <a:ea typeface="Yu Gothic"/>
                <a:cs typeface="Yu Gothic"/>
              </a:defRPr>
            </a:lvl1pPr>
            <a:lvl2pPr>
              <a:defRPr sz="2325" b="1">
                <a:solidFill>
                  <a:srgbClr val="263D4D"/>
                </a:solidFill>
                <a:latin typeface="Yu Gothic"/>
                <a:ea typeface="Yu Gothic"/>
                <a:cs typeface="Yu Gothic"/>
              </a:defRPr>
            </a:lvl2pPr>
            <a:lvl3pPr>
              <a:defRPr sz="2325" b="1">
                <a:solidFill>
                  <a:srgbClr val="263D4D"/>
                </a:solidFill>
                <a:latin typeface="Yu Gothic"/>
                <a:ea typeface="Yu Gothic"/>
                <a:cs typeface="Yu Gothic"/>
              </a:defRPr>
            </a:lvl3pPr>
            <a:lvl4pPr>
              <a:defRPr sz="2325" b="1">
                <a:solidFill>
                  <a:srgbClr val="263D4D"/>
                </a:solidFill>
                <a:latin typeface="Yu Gothic"/>
                <a:ea typeface="Yu Gothic"/>
                <a:cs typeface="Yu Gothic"/>
              </a:defRPr>
            </a:lvl4pPr>
            <a:lvl5pPr>
              <a:defRPr sz="2325" b="1">
                <a:solidFill>
                  <a:srgbClr val="263D4D"/>
                </a:solidFill>
                <a:latin typeface="Yu Gothic"/>
                <a:ea typeface="Yu Gothic"/>
                <a:cs typeface="Yu Gothic"/>
              </a:defRPr>
            </a:lvl5pPr>
            <a:lvl6pPr>
              <a:defRPr sz="2325" b="1">
                <a:solidFill>
                  <a:srgbClr val="263D4D"/>
                </a:solidFill>
                <a:latin typeface="Yu Gothic"/>
                <a:ea typeface="Yu Gothic"/>
                <a:cs typeface="Yu Gothic"/>
              </a:defRPr>
            </a:lvl6pPr>
            <a:lvl7pPr>
              <a:defRPr sz="2325" b="1">
                <a:solidFill>
                  <a:srgbClr val="263D4D"/>
                </a:solidFill>
                <a:latin typeface="Yu Gothic"/>
                <a:ea typeface="Yu Gothic"/>
                <a:cs typeface="Yu Gothic"/>
              </a:defRPr>
            </a:lvl7pPr>
            <a:lvl8pPr>
              <a:defRPr sz="2325" b="1">
                <a:solidFill>
                  <a:srgbClr val="263D4D"/>
                </a:solidFill>
                <a:latin typeface="Yu Gothic"/>
                <a:ea typeface="Yu Gothic"/>
                <a:cs typeface="Yu Gothic"/>
              </a:defRPr>
            </a:lvl8pPr>
            <a:lvl9pPr>
              <a:defRPr sz="2325" b="1">
                <a:solidFill>
                  <a:srgbClr val="263D4D"/>
                </a:solidFill>
                <a:latin typeface="Yu Gothic"/>
                <a:ea typeface="Yu Gothic"/>
                <a:cs typeface="Yu Gothic"/>
              </a:defRPr>
            </a:lvl9pPr>
          </a:lstStyle>
          <a:p xmlns:a="http://schemas.openxmlformats.org/drawingml/2006/main">
            <a:pPr>
              <a:defRPr sz="2325" b="1">
                <a:solidFill>
                  <a:srgbClr val="263D4D"/>
                </a:solidFill>
                <a:latin typeface="Yu Gothic"/>
                <a:ea typeface="Yu Gothic"/>
                <a:cs typeface="Yu Gothic"/>
              </a:defRPr>
            </a:pPr>
            <a:r>
              <a:rPr sz="2325" b="1">
                <a:solidFill>
                  <a:srgbClr val="263D4D"/>
                </a:solidFill>
                <a:latin typeface="Yu Gothic"/>
                <a:ea typeface="Yu Gothic"/>
                <a:cs typeface="Yu Gothic"/>
              </a:rPr>
              <a:t>圧力差で型へ沿わせる</a:t>
            </a:r>
          </a:p>
        </p:txBody>
      </p:sp>
      <p:sp>
        <p:nvSpPr>
          <p:cNvPr id="21" name="">
            <a:extLst xmlns:a="http://schemas.openxmlformats.org/drawingml/2006/main">
              <a:ext uri="{FF2B5EF4-FFF2-40B4-BE49-F238E27FC236}">
                <a16:creationId xmlns:a16="http://schemas.microsoft.com/office/drawing/2014/main" id="{34DC592A-C7DE-4551-85A1-B3DB9CAADCE5}"/>
              </a:ext>
            </a:extLst>
          </p:cNvPr>
          <p:cNvSpPr>
            <a:spLocks xmlns:a="http://schemas.openxmlformats.org/drawingml/2006/main" noGrp="1"/>
          </p:cNvSpPr>
          <p:nvPr/>
        </p:nvSpPr>
        <p:spPr>
          <a:xfrm xmlns:a="http://schemas.openxmlformats.org/drawingml/2006/main">
            <a:off x="1143000" y="2952750"/>
            <a:ext cx="4095750" cy="9525"/>
          </a:xfrm>
          <a:custGeom xmlns:a="http://schemas.openxmlformats.org/drawingml/2006/main">
            <a:pathLst>
              <a:path w="4095750" h="9525">
                <a:moveTo>
                  <a:pt x="0" y="0"/>
                </a:moveTo>
                <a:lnTo>
                  <a:pt x="4095750" y="0"/>
                </a:lnTo>
              </a:path>
            </a:pathLst>
          </a:custGeom>
          <a:noFill xmlns:a="http://schemas.openxmlformats.org/drawingml/2006/main"/>
          <a:ln xmlns:a="http://schemas.openxmlformats.org/drawingml/2006/main" w="66675">
            <a:solidFill>
              <a:srgbClr val="AD8760"/>
            </a:solidFill>
          </a:ln>
        </p:spPr>
      </p:sp>
      <p:sp>
        <p:nvSpPr>
          <p:cNvPr id="22" name="">
            <a:extLst xmlns:a="http://schemas.openxmlformats.org/drawingml/2006/main">
              <a:ext uri="{FF2B5EF4-FFF2-40B4-BE49-F238E27FC236}">
                <a16:creationId xmlns:a16="http://schemas.microsoft.com/office/drawing/2014/main" id="{2CC4B5DF-A9E1-4603-9B23-A3F4C9D0E31E}"/>
              </a:ext>
            </a:extLst>
          </p:cNvPr>
          <p:cNvSpPr>
            <a:spLocks xmlns:a="http://schemas.openxmlformats.org/drawingml/2006/main" noGrp="1"/>
          </p:cNvSpPr>
          <p:nvPr/>
        </p:nvSpPr>
        <p:spPr>
          <a:xfrm xmlns:a="http://schemas.openxmlformats.org/drawingml/2006/main">
            <a:off x="7334250" y="2952750"/>
            <a:ext cx="4095750" cy="1333500"/>
          </a:xfrm>
          <a:custGeom xmlns:a="http://schemas.openxmlformats.org/drawingml/2006/main">
            <a:pathLst>
              <a:path w="4095750" h="1333500">
                <a:moveTo>
                  <a:pt x="0" y="0"/>
                </a:moveTo>
                <a:lnTo>
                  <a:pt x="762000" y="0"/>
                </a:lnTo>
                <a:lnTo>
                  <a:pt x="1095375" y="1333500"/>
                </a:lnTo>
                <a:lnTo>
                  <a:pt x="3048000" y="1333500"/>
                </a:lnTo>
                <a:lnTo>
                  <a:pt x="3381375" y="0"/>
                </a:lnTo>
                <a:lnTo>
                  <a:pt x="4095750" y="0"/>
                </a:lnTo>
              </a:path>
            </a:pathLst>
          </a:custGeom>
          <a:noFill xmlns:a="http://schemas.openxmlformats.org/drawingml/2006/main"/>
          <a:ln xmlns:a="http://schemas.openxmlformats.org/drawingml/2006/main" w="28575">
            <a:solidFill>
              <a:srgbClr val="2876A8"/>
            </a:solidFill>
          </a:ln>
        </p:spPr>
      </p:sp>
      <p:sp>
        <p:nvSpPr>
          <p:cNvPr id="23" name="">
            <a:extLst xmlns:a="http://schemas.openxmlformats.org/drawingml/2006/main">
              <a:ext uri="{FF2B5EF4-FFF2-40B4-BE49-F238E27FC236}">
                <a16:creationId xmlns:a16="http://schemas.microsoft.com/office/drawing/2014/main" id="{F1397577-BC33-438D-A1B2-DEAE7C3D1322}"/>
              </a:ext>
            </a:extLst>
          </p:cNvPr>
          <p:cNvSpPr>
            <a:spLocks xmlns:a="http://schemas.openxmlformats.org/drawingml/2006/main" noGrp="1"/>
          </p:cNvSpPr>
          <p:nvPr/>
        </p:nvSpPr>
        <p:spPr>
          <a:xfrm xmlns:a="http://schemas.openxmlformats.org/drawingml/2006/main">
            <a:off x="7524750" y="3238500"/>
            <a:ext cx="3714750" cy="1238250"/>
          </a:xfrm>
          <a:custGeom xmlns:a="http://schemas.openxmlformats.org/drawingml/2006/main">
            <a:pathLst>
              <a:path w="3714750" h="1238250">
                <a:moveTo>
                  <a:pt x="0" y="0"/>
                </a:moveTo>
                <a:lnTo>
                  <a:pt x="571500" y="0"/>
                </a:lnTo>
                <a:lnTo>
                  <a:pt x="952500" y="1238250"/>
                </a:lnTo>
                <a:lnTo>
                  <a:pt x="2809875" y="1238250"/>
                </a:lnTo>
                <a:lnTo>
                  <a:pt x="3190875" y="0"/>
                </a:lnTo>
                <a:lnTo>
                  <a:pt x="3714750" y="0"/>
                </a:lnTo>
              </a:path>
            </a:pathLst>
          </a:custGeom>
          <a:noFill xmlns:a="http://schemas.openxmlformats.org/drawingml/2006/main"/>
          <a:ln xmlns:a="http://schemas.openxmlformats.org/drawingml/2006/main" w="19050">
            <a:solidFill>
              <a:srgbClr val="71818B"/>
            </a:solidFill>
          </a:ln>
        </p:spPr>
      </p:sp>
      <p:sp>
        <p:nvSpPr>
          <p:cNvPr id="24" name="">
            <a:extLst xmlns:a="http://schemas.openxmlformats.org/drawingml/2006/main">
              <a:ext uri="{FF2B5EF4-FFF2-40B4-BE49-F238E27FC236}">
                <a16:creationId xmlns:a16="http://schemas.microsoft.com/office/drawing/2014/main" id="{D9A6CFE3-343A-47E0-B572-9985E4B61CCC}"/>
              </a:ext>
            </a:extLst>
          </p:cNvPr>
          <p:cNvSpPr>
            <a:spLocks xmlns:a="http://schemas.openxmlformats.org/drawingml/2006/main" noGrp="1"/>
          </p:cNvSpPr>
          <p:nvPr/>
        </p:nvSpPr>
        <p:spPr>
          <a:xfrm xmlns:a="http://schemas.openxmlformats.org/drawingml/2006/main">
            <a:off x="8572500" y="2476500"/>
            <a:ext cx="9525" cy="1000125"/>
          </a:xfrm>
          <a:custGeom xmlns:a="http://schemas.openxmlformats.org/drawingml/2006/main">
            <a:pathLst>
              <a:path w="9525" h="1000125">
                <a:moveTo>
                  <a:pt x="0" y="0"/>
                </a:moveTo>
                <a:lnTo>
                  <a:pt x="0" y="1000125"/>
                </a:lnTo>
              </a:path>
            </a:pathLst>
          </a:custGeom>
          <a:noFill xmlns:a="http://schemas.openxmlformats.org/drawingml/2006/main"/>
          <a:ln xmlns:a="http://schemas.openxmlformats.org/drawingml/2006/main" w="19050">
            <a:solidFill>
              <a:srgbClr val="C4483C"/>
            </a:solidFill>
          </a:ln>
        </p:spPr>
      </p:sp>
      <p:sp>
        <p:nvSpPr>
          <p:cNvPr id="25" name="">
            <a:extLst xmlns:a="http://schemas.openxmlformats.org/drawingml/2006/main">
              <a:ext uri="{FF2B5EF4-FFF2-40B4-BE49-F238E27FC236}">
                <a16:creationId xmlns:a16="http://schemas.microsoft.com/office/drawing/2014/main" id="{361CB09A-012C-42E6-984A-B3006204CDAD}"/>
              </a:ext>
            </a:extLst>
          </p:cNvPr>
          <p:cNvSpPr>
            <a:spLocks xmlns:a="http://schemas.openxmlformats.org/drawingml/2006/main" noGrp="1"/>
          </p:cNvSpPr>
          <p:nvPr/>
        </p:nvSpPr>
        <p:spPr>
          <a:xfrm xmlns:a="http://schemas.openxmlformats.org/drawingml/2006/main">
            <a:off x="8524494" y="3362325"/>
            <a:ext cx="96012" cy="114300"/>
          </a:xfrm>
          <a:custGeom xmlns:a="http://schemas.openxmlformats.org/drawingml/2006/main">
            <a:pathLst>
              <a:path w="96012" h="114300">
                <a:moveTo>
                  <a:pt x="48006" y="114300"/>
                </a:moveTo>
                <a:lnTo>
                  <a:pt x="96012" y="0"/>
                </a:lnTo>
                <a:lnTo>
                  <a:pt x="0" y="0"/>
                </a:lnTo>
                <a:close/>
              </a:path>
            </a:pathLst>
          </a:custGeom>
          <a:solidFill xmlns:a="http://schemas.openxmlformats.org/drawingml/2006/main">
            <a:srgbClr val="C4483C"/>
          </a:solidFill>
          <a:ln xmlns:a="http://schemas.openxmlformats.org/drawingml/2006/main" w="4763">
            <a:solidFill>
              <a:srgbClr val="C4483C"/>
            </a:solidFill>
          </a:ln>
        </p:spPr>
      </p:sp>
      <p:sp>
        <p:nvSpPr>
          <p:cNvPr id="26" name="">
            <a:extLst xmlns:a="http://schemas.openxmlformats.org/drawingml/2006/main">
              <a:ext uri="{FF2B5EF4-FFF2-40B4-BE49-F238E27FC236}">
                <a16:creationId xmlns:a16="http://schemas.microsoft.com/office/drawing/2014/main" id="{65CD836F-2A4A-4933-9378-1C198C61E703}"/>
              </a:ext>
            </a:extLst>
          </p:cNvPr>
          <p:cNvSpPr>
            <a:spLocks xmlns:a="http://schemas.openxmlformats.org/drawingml/2006/main" noGrp="1"/>
          </p:cNvSpPr>
          <p:nvPr/>
        </p:nvSpPr>
        <p:spPr>
          <a:xfrm xmlns:a="http://schemas.openxmlformats.org/drawingml/2006/main">
            <a:off x="9239250" y="2476500"/>
            <a:ext cx="9525" cy="1000125"/>
          </a:xfrm>
          <a:custGeom xmlns:a="http://schemas.openxmlformats.org/drawingml/2006/main">
            <a:pathLst>
              <a:path w="9525" h="1000125">
                <a:moveTo>
                  <a:pt x="0" y="0"/>
                </a:moveTo>
                <a:lnTo>
                  <a:pt x="0" y="1000125"/>
                </a:lnTo>
              </a:path>
            </a:pathLst>
          </a:custGeom>
          <a:noFill xmlns:a="http://schemas.openxmlformats.org/drawingml/2006/main"/>
          <a:ln xmlns:a="http://schemas.openxmlformats.org/drawingml/2006/main" w="19050">
            <a:solidFill>
              <a:srgbClr val="C4483C"/>
            </a:solidFill>
          </a:ln>
        </p:spPr>
      </p:sp>
      <p:sp>
        <p:nvSpPr>
          <p:cNvPr id="27" name="">
            <a:extLst xmlns:a="http://schemas.openxmlformats.org/drawingml/2006/main">
              <a:ext uri="{FF2B5EF4-FFF2-40B4-BE49-F238E27FC236}">
                <a16:creationId xmlns:a16="http://schemas.microsoft.com/office/drawing/2014/main" id="{0C7D6742-2D3E-40ED-80F5-EE9B4FED4DBA}"/>
              </a:ext>
            </a:extLst>
          </p:cNvPr>
          <p:cNvSpPr>
            <a:spLocks xmlns:a="http://schemas.openxmlformats.org/drawingml/2006/main" noGrp="1"/>
          </p:cNvSpPr>
          <p:nvPr/>
        </p:nvSpPr>
        <p:spPr>
          <a:xfrm xmlns:a="http://schemas.openxmlformats.org/drawingml/2006/main">
            <a:off x="9191244" y="3362325"/>
            <a:ext cx="96012" cy="114300"/>
          </a:xfrm>
          <a:custGeom xmlns:a="http://schemas.openxmlformats.org/drawingml/2006/main">
            <a:pathLst>
              <a:path w="96012" h="114300">
                <a:moveTo>
                  <a:pt x="48006" y="114300"/>
                </a:moveTo>
                <a:lnTo>
                  <a:pt x="96012" y="0"/>
                </a:lnTo>
                <a:lnTo>
                  <a:pt x="0" y="0"/>
                </a:lnTo>
                <a:close/>
              </a:path>
            </a:pathLst>
          </a:custGeom>
          <a:solidFill xmlns:a="http://schemas.openxmlformats.org/drawingml/2006/main">
            <a:srgbClr val="C4483C"/>
          </a:solidFill>
          <a:ln xmlns:a="http://schemas.openxmlformats.org/drawingml/2006/main" w="4763">
            <a:solidFill>
              <a:srgbClr val="C4483C"/>
            </a:solidFill>
          </a:ln>
        </p:spPr>
      </p:sp>
      <p:sp>
        <p:nvSpPr>
          <p:cNvPr id="28" name="">
            <a:extLst xmlns:a="http://schemas.openxmlformats.org/drawingml/2006/main">
              <a:ext uri="{FF2B5EF4-FFF2-40B4-BE49-F238E27FC236}">
                <a16:creationId xmlns:a16="http://schemas.microsoft.com/office/drawing/2014/main" id="{A486D151-9521-46DE-843D-E47619A71538}"/>
              </a:ext>
            </a:extLst>
          </p:cNvPr>
          <p:cNvSpPr>
            <a:spLocks xmlns:a="http://schemas.openxmlformats.org/drawingml/2006/main" noGrp="1"/>
          </p:cNvSpPr>
          <p:nvPr/>
        </p:nvSpPr>
        <p:spPr>
          <a:xfrm xmlns:a="http://schemas.openxmlformats.org/drawingml/2006/main">
            <a:off x="9906000" y="2476500"/>
            <a:ext cx="9525" cy="1000125"/>
          </a:xfrm>
          <a:custGeom xmlns:a="http://schemas.openxmlformats.org/drawingml/2006/main">
            <a:pathLst>
              <a:path w="9525" h="1000125">
                <a:moveTo>
                  <a:pt x="0" y="0"/>
                </a:moveTo>
                <a:lnTo>
                  <a:pt x="0" y="1000125"/>
                </a:lnTo>
              </a:path>
            </a:pathLst>
          </a:custGeom>
          <a:noFill xmlns:a="http://schemas.openxmlformats.org/drawingml/2006/main"/>
          <a:ln xmlns:a="http://schemas.openxmlformats.org/drawingml/2006/main" w="19050">
            <a:solidFill>
              <a:srgbClr val="C4483C"/>
            </a:solidFill>
          </a:ln>
        </p:spPr>
      </p:sp>
      <p:sp>
        <p:nvSpPr>
          <p:cNvPr id="29" name="">
            <a:extLst xmlns:a="http://schemas.openxmlformats.org/drawingml/2006/main">
              <a:ext uri="{FF2B5EF4-FFF2-40B4-BE49-F238E27FC236}">
                <a16:creationId xmlns:a16="http://schemas.microsoft.com/office/drawing/2014/main" id="{5E75DC5E-DC51-4E59-8A45-8B166ECEC8F7}"/>
              </a:ext>
            </a:extLst>
          </p:cNvPr>
          <p:cNvSpPr>
            <a:spLocks xmlns:a="http://schemas.openxmlformats.org/drawingml/2006/main" noGrp="1"/>
          </p:cNvSpPr>
          <p:nvPr/>
        </p:nvSpPr>
        <p:spPr>
          <a:xfrm xmlns:a="http://schemas.openxmlformats.org/drawingml/2006/main">
            <a:off x="9857994" y="3362325"/>
            <a:ext cx="96012" cy="114300"/>
          </a:xfrm>
          <a:custGeom xmlns:a="http://schemas.openxmlformats.org/drawingml/2006/main">
            <a:pathLst>
              <a:path w="96012" h="114300">
                <a:moveTo>
                  <a:pt x="48006" y="114300"/>
                </a:moveTo>
                <a:lnTo>
                  <a:pt x="96012" y="0"/>
                </a:lnTo>
                <a:lnTo>
                  <a:pt x="0" y="0"/>
                </a:lnTo>
                <a:close/>
              </a:path>
            </a:pathLst>
          </a:custGeom>
          <a:solidFill xmlns:a="http://schemas.openxmlformats.org/drawingml/2006/main">
            <a:srgbClr val="C4483C"/>
          </a:solidFill>
          <a:ln xmlns:a="http://schemas.openxmlformats.org/drawingml/2006/main" w="4763">
            <a:solidFill>
              <a:srgbClr val="C4483C"/>
            </a:solidFill>
          </a:ln>
        </p:spPr>
      </p:sp>
      <p:sp>
        <p:nvSpPr>
          <p:cNvPr id="30" name="">
            <a:extLst xmlns:a="http://schemas.openxmlformats.org/drawingml/2006/main">
              <a:ext uri="{FF2B5EF4-FFF2-40B4-BE49-F238E27FC236}">
                <a16:creationId xmlns:a16="http://schemas.microsoft.com/office/drawing/2014/main" id="{FBEB6180-85BE-41C4-9A6E-660F0B28F413}"/>
              </a:ext>
            </a:extLst>
          </p:cNvPr>
          <p:cNvSpPr>
            <a:spLocks xmlns:a="http://schemas.openxmlformats.org/drawingml/2006/main" noGrp="1"/>
          </p:cNvSpPr>
          <p:nvPr/>
        </p:nvSpPr>
        <p:spPr>
          <a:xfrm xmlns:a="http://schemas.openxmlformats.org/drawingml/2006/main">
            <a:off x="809625" y="4953000"/>
            <a:ext cx="5238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63D4D"/>
                </a:solidFill>
                <a:latin typeface="Yu Gothic"/>
                <a:ea typeface="Yu Gothic"/>
                <a:cs typeface="Yu Gothic"/>
              </a:defRPr>
            </a:defPPr>
            <a:lvl1pPr>
              <a:defRPr sz="2175" b="0">
                <a:solidFill>
                  <a:srgbClr val="263D4D"/>
                </a:solidFill>
                <a:latin typeface="Yu Gothic"/>
                <a:ea typeface="Yu Gothic"/>
                <a:cs typeface="Yu Gothic"/>
              </a:defRPr>
            </a:lvl1pPr>
            <a:lvl2pPr>
              <a:defRPr sz="2175" b="0">
                <a:solidFill>
                  <a:srgbClr val="263D4D"/>
                </a:solidFill>
                <a:latin typeface="Yu Gothic"/>
                <a:ea typeface="Yu Gothic"/>
                <a:cs typeface="Yu Gothic"/>
              </a:defRPr>
            </a:lvl2pPr>
            <a:lvl3pPr>
              <a:defRPr sz="2175" b="0">
                <a:solidFill>
                  <a:srgbClr val="263D4D"/>
                </a:solidFill>
                <a:latin typeface="Yu Gothic"/>
                <a:ea typeface="Yu Gothic"/>
                <a:cs typeface="Yu Gothic"/>
              </a:defRPr>
            </a:lvl3pPr>
            <a:lvl4pPr>
              <a:defRPr sz="2175" b="0">
                <a:solidFill>
                  <a:srgbClr val="263D4D"/>
                </a:solidFill>
                <a:latin typeface="Yu Gothic"/>
                <a:ea typeface="Yu Gothic"/>
                <a:cs typeface="Yu Gothic"/>
              </a:defRPr>
            </a:lvl4pPr>
            <a:lvl5pPr>
              <a:defRPr sz="2175" b="0">
                <a:solidFill>
                  <a:srgbClr val="263D4D"/>
                </a:solidFill>
                <a:latin typeface="Yu Gothic"/>
                <a:ea typeface="Yu Gothic"/>
                <a:cs typeface="Yu Gothic"/>
              </a:defRPr>
            </a:lvl5pPr>
            <a:lvl6pPr>
              <a:defRPr sz="2175" b="0">
                <a:solidFill>
                  <a:srgbClr val="263D4D"/>
                </a:solidFill>
                <a:latin typeface="Yu Gothic"/>
                <a:ea typeface="Yu Gothic"/>
                <a:cs typeface="Yu Gothic"/>
              </a:defRPr>
            </a:lvl6pPr>
            <a:lvl7pPr>
              <a:defRPr sz="2175" b="0">
                <a:solidFill>
                  <a:srgbClr val="263D4D"/>
                </a:solidFill>
                <a:latin typeface="Yu Gothic"/>
                <a:ea typeface="Yu Gothic"/>
                <a:cs typeface="Yu Gothic"/>
              </a:defRPr>
            </a:lvl7pPr>
            <a:lvl8pPr>
              <a:defRPr sz="2175" b="0">
                <a:solidFill>
                  <a:srgbClr val="263D4D"/>
                </a:solidFill>
                <a:latin typeface="Yu Gothic"/>
                <a:ea typeface="Yu Gothic"/>
                <a:cs typeface="Yu Gothic"/>
              </a:defRPr>
            </a:lvl8pPr>
            <a:lvl9pPr>
              <a:defRPr sz="2175" b="0">
                <a:solidFill>
                  <a:srgbClr val="263D4D"/>
                </a:solidFill>
                <a:latin typeface="Yu Gothic"/>
                <a:ea typeface="Yu Gothic"/>
                <a:cs typeface="Yu Gothic"/>
              </a:defRPr>
            </a:lvl9pPr>
          </a:lstStyle>
          <a:p xmlns:a="http://schemas.openxmlformats.org/drawingml/2006/main">
            <a:pPr>
              <a:defRPr sz="2175" b="0">
                <a:solidFill>
                  <a:srgbClr val="263D4D"/>
                </a:solidFill>
                <a:latin typeface="Yu Gothic"/>
                <a:ea typeface="Yu Gothic"/>
                <a:cs typeface="Yu Gothic"/>
              </a:defRPr>
            </a:pPr>
            <a:r>
              <a:rPr sz="2175" b="0">
                <a:solidFill>
                  <a:srgbClr val="263D4D"/>
                </a:solidFill>
                <a:latin typeface="Yu Gothic"/>
                <a:ea typeface="Yu Gothic"/>
                <a:cs typeface="Yu Gothic"/>
              </a:rPr>
              <a:t>元になるシートが必要</a:t>
            </a:r>
          </a:p>
        </p:txBody>
      </p:sp>
      <p:sp>
        <p:nvSpPr>
          <p:cNvPr id="31" name="">
            <a:extLst xmlns:a="http://schemas.openxmlformats.org/drawingml/2006/main">
              <a:ext uri="{FF2B5EF4-FFF2-40B4-BE49-F238E27FC236}">
                <a16:creationId xmlns:a16="http://schemas.microsoft.com/office/drawing/2014/main" id="{554C394E-F3E8-4A8A-A7AA-0B9333F5EB58}"/>
              </a:ext>
            </a:extLst>
          </p:cNvPr>
          <p:cNvSpPr>
            <a:spLocks xmlns:a="http://schemas.openxmlformats.org/drawingml/2006/main" noGrp="1"/>
          </p:cNvSpPr>
          <p:nvPr/>
        </p:nvSpPr>
        <p:spPr>
          <a:xfrm xmlns:a="http://schemas.openxmlformats.org/drawingml/2006/main">
            <a:off x="7000875" y="4953000"/>
            <a:ext cx="476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0">
                <a:solidFill>
                  <a:srgbClr val="263D4D"/>
                </a:solidFill>
                <a:latin typeface="Yu Gothic"/>
                <a:ea typeface="Yu Gothic"/>
                <a:cs typeface="Yu Gothic"/>
              </a:defRPr>
            </a:defPPr>
            <a:lvl1pPr>
              <a:defRPr sz="2100" b="0">
                <a:solidFill>
                  <a:srgbClr val="263D4D"/>
                </a:solidFill>
                <a:latin typeface="Yu Gothic"/>
                <a:ea typeface="Yu Gothic"/>
                <a:cs typeface="Yu Gothic"/>
              </a:defRPr>
            </a:lvl1pPr>
            <a:lvl2pPr>
              <a:defRPr sz="2100" b="0">
                <a:solidFill>
                  <a:srgbClr val="263D4D"/>
                </a:solidFill>
                <a:latin typeface="Yu Gothic"/>
                <a:ea typeface="Yu Gothic"/>
                <a:cs typeface="Yu Gothic"/>
              </a:defRPr>
            </a:lvl2pPr>
            <a:lvl3pPr>
              <a:defRPr sz="2100" b="0">
                <a:solidFill>
                  <a:srgbClr val="263D4D"/>
                </a:solidFill>
                <a:latin typeface="Yu Gothic"/>
                <a:ea typeface="Yu Gothic"/>
                <a:cs typeface="Yu Gothic"/>
              </a:defRPr>
            </a:lvl3pPr>
            <a:lvl4pPr>
              <a:defRPr sz="2100" b="0">
                <a:solidFill>
                  <a:srgbClr val="263D4D"/>
                </a:solidFill>
                <a:latin typeface="Yu Gothic"/>
                <a:ea typeface="Yu Gothic"/>
                <a:cs typeface="Yu Gothic"/>
              </a:defRPr>
            </a:lvl4pPr>
            <a:lvl5pPr>
              <a:defRPr sz="2100" b="0">
                <a:solidFill>
                  <a:srgbClr val="263D4D"/>
                </a:solidFill>
                <a:latin typeface="Yu Gothic"/>
                <a:ea typeface="Yu Gothic"/>
                <a:cs typeface="Yu Gothic"/>
              </a:defRPr>
            </a:lvl5pPr>
            <a:lvl6pPr>
              <a:defRPr sz="2100" b="0">
                <a:solidFill>
                  <a:srgbClr val="263D4D"/>
                </a:solidFill>
                <a:latin typeface="Yu Gothic"/>
                <a:ea typeface="Yu Gothic"/>
                <a:cs typeface="Yu Gothic"/>
              </a:defRPr>
            </a:lvl6pPr>
            <a:lvl7pPr>
              <a:defRPr sz="2100" b="0">
                <a:solidFill>
                  <a:srgbClr val="263D4D"/>
                </a:solidFill>
                <a:latin typeface="Yu Gothic"/>
                <a:ea typeface="Yu Gothic"/>
                <a:cs typeface="Yu Gothic"/>
              </a:defRPr>
            </a:lvl7pPr>
            <a:lvl8pPr>
              <a:defRPr sz="2100" b="0">
                <a:solidFill>
                  <a:srgbClr val="263D4D"/>
                </a:solidFill>
                <a:latin typeface="Yu Gothic"/>
                <a:ea typeface="Yu Gothic"/>
                <a:cs typeface="Yu Gothic"/>
              </a:defRPr>
            </a:lvl8pPr>
            <a:lvl9pPr>
              <a:defRPr sz="2100" b="0">
                <a:solidFill>
                  <a:srgbClr val="263D4D"/>
                </a:solidFill>
                <a:latin typeface="Yu Gothic"/>
                <a:ea typeface="Yu Gothic"/>
                <a:cs typeface="Yu Gothic"/>
              </a:defRPr>
            </a:lvl9pPr>
          </a:lstStyle>
          <a:p xmlns:a="http://schemas.openxmlformats.org/drawingml/2006/main">
            <a:pPr>
              <a:defRPr sz="2100" b="0">
                <a:solidFill>
                  <a:srgbClr val="263D4D"/>
                </a:solidFill>
                <a:latin typeface="Yu Gothic"/>
                <a:ea typeface="Yu Gothic"/>
                <a:cs typeface="Yu Gothic"/>
              </a:defRPr>
            </a:pPr>
            <a:r>
              <a:rPr sz="2100" b="0">
                <a:solidFill>
                  <a:srgbClr val="263D4D"/>
                </a:solidFill>
                <a:latin typeface="Yu Gothic"/>
                <a:ea typeface="Yu Gothic"/>
                <a:cs typeface="Yu Gothic"/>
              </a:rPr>
              <a:t>真空側の空気を排出する例</a:t>
            </a:r>
          </a:p>
        </p:txBody>
      </p:sp>
      <p:sp>
        <p:nvSpPr>
          <p:cNvPr id="32" name="">
            <a:extLst xmlns:a="http://schemas.openxmlformats.org/drawingml/2006/main">
              <a:ext uri="{FF2B5EF4-FFF2-40B4-BE49-F238E27FC236}">
                <a16:creationId xmlns:a16="http://schemas.microsoft.com/office/drawing/2014/main" id="{C6DB3AF3-61EF-4106-88BA-D7A888022D5D}"/>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defRPr sz="1575" b="0">
                <a:solidFill>
                  <a:srgbClr val="71818B"/>
                </a:solidFill>
                <a:latin typeface="Yu Gothic"/>
                <a:ea typeface="Yu Gothic"/>
                <a:cs typeface="Yu Gothic"/>
              </a:defRPr>
            </a:lvl1pPr>
            <a:lvl2pPr>
              <a:defRPr sz="1575" b="0">
                <a:solidFill>
                  <a:srgbClr val="71818B"/>
                </a:solidFill>
                <a:latin typeface="Yu Gothic"/>
                <a:ea typeface="Yu Gothic"/>
                <a:cs typeface="Yu Gothic"/>
              </a:defRPr>
            </a:lvl2pPr>
            <a:lvl3pPr>
              <a:defRPr sz="1575" b="0">
                <a:solidFill>
                  <a:srgbClr val="71818B"/>
                </a:solidFill>
                <a:latin typeface="Yu Gothic"/>
                <a:ea typeface="Yu Gothic"/>
                <a:cs typeface="Yu Gothic"/>
              </a:defRPr>
            </a:lvl3pPr>
            <a:lvl4pPr>
              <a:defRPr sz="1575" b="0">
                <a:solidFill>
                  <a:srgbClr val="71818B"/>
                </a:solidFill>
                <a:latin typeface="Yu Gothic"/>
                <a:ea typeface="Yu Gothic"/>
                <a:cs typeface="Yu Gothic"/>
              </a:defRPr>
            </a:lvl4pPr>
            <a:lvl5pPr>
              <a:defRPr sz="1575" b="0">
                <a:solidFill>
                  <a:srgbClr val="71818B"/>
                </a:solidFill>
                <a:latin typeface="Yu Gothic"/>
                <a:ea typeface="Yu Gothic"/>
                <a:cs typeface="Yu Gothic"/>
              </a:defRPr>
            </a:lvl5pPr>
            <a:lvl6pPr>
              <a:defRPr sz="1575" b="0">
                <a:solidFill>
                  <a:srgbClr val="71818B"/>
                </a:solidFill>
                <a:latin typeface="Yu Gothic"/>
                <a:ea typeface="Yu Gothic"/>
                <a:cs typeface="Yu Gothic"/>
              </a:defRPr>
            </a:lvl6pPr>
            <a:lvl7pPr>
              <a:defRPr sz="1575" b="0">
                <a:solidFill>
                  <a:srgbClr val="71818B"/>
                </a:solidFill>
                <a:latin typeface="Yu Gothic"/>
                <a:ea typeface="Yu Gothic"/>
                <a:cs typeface="Yu Gothic"/>
              </a:defRPr>
            </a:lvl7pPr>
            <a:lvl8pPr>
              <a:defRPr sz="1575" b="0">
                <a:solidFill>
                  <a:srgbClr val="71818B"/>
                </a:solidFill>
                <a:latin typeface="Yu Gothic"/>
                <a:ea typeface="Yu Gothic"/>
                <a:cs typeface="Yu Gothic"/>
              </a:defRPr>
            </a:lvl8pPr>
            <a:lvl9pPr>
              <a:defRPr sz="1575" b="0">
                <a:solidFill>
                  <a:srgbClr val="71818B"/>
                </a:solidFill>
                <a:latin typeface="Yu Gothic"/>
                <a:ea typeface="Yu Gothic"/>
                <a:cs typeface="Yu Gothic"/>
              </a:defRPr>
            </a:lvl9pPr>
          </a:lstStyle>
          <a:p xmlns:a="http://schemas.openxmlformats.org/drawingml/2006/main">
            <a:pPr>
              <a:defRPr sz="1575" b="0">
                <a:solidFill>
                  <a:srgbClr val="71818B"/>
                </a:solidFill>
                <a:latin typeface="Yu Gothic"/>
                <a:ea typeface="Yu Gothic"/>
                <a:cs typeface="Yu Gothic"/>
              </a:defRPr>
            </a:pPr>
            <a:r>
              <a:rPr sz="1575" b="0">
                <a:solidFill>
                  <a:srgbClr val="71818B"/>
                </a:solidFill>
                <a:latin typeface="Yu Gothic"/>
                <a:ea typeface="Yu Gothic"/>
                <a:cs typeface="Yu Gothic"/>
              </a:rPr>
              <a:t>真空成形の模式例。圧力差がシートを変形させる。加熱・冷却・板厚分布は別に確認する。</a:t>
            </a:r>
          </a:p>
        </p:txBody>
      </p:sp>
    </p:spTree>
    <p:extLst>
      <p:ext uri="{BB962C8B-B14F-4D97-AF65-F5344CB8AC3E}">
        <p14:creationId xmlns:p14="http://schemas.microsoft.com/office/powerpoint/2010/main" val="178511023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9240B563-5465-459D-B3C6-03AA7184ED1A}"/>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93B59"/>
                </a:solidFill>
                <a:latin typeface="Yu Gothic"/>
                <a:ea typeface="Yu Gothic"/>
                <a:cs typeface="Yu Gothic"/>
              </a:defRPr>
            </a:defPPr>
            <a:lvl1pPr>
              <a:buNone/>
              <a:defRPr sz="3000" b="1">
                <a:solidFill>
                  <a:srgbClr val="193B59"/>
                </a:solidFill>
                <a:latin typeface="Yu Gothic"/>
                <a:ea typeface="Yu Gothic"/>
                <a:cs typeface="Yu Gothic"/>
              </a:defRPr>
            </a:lvl1pPr>
            <a:lvl2pPr>
              <a:buNone/>
              <a:defRPr sz="3000" b="1">
                <a:solidFill>
                  <a:srgbClr val="193B59"/>
                </a:solidFill>
                <a:latin typeface="Yu Gothic"/>
                <a:ea typeface="Yu Gothic"/>
                <a:cs typeface="Yu Gothic"/>
              </a:defRPr>
            </a:lvl2pPr>
            <a:lvl3pPr>
              <a:buNone/>
              <a:defRPr sz="3000" b="1">
                <a:solidFill>
                  <a:srgbClr val="193B59"/>
                </a:solidFill>
                <a:latin typeface="Yu Gothic"/>
                <a:ea typeface="Yu Gothic"/>
                <a:cs typeface="Yu Gothic"/>
              </a:defRPr>
            </a:lvl3pPr>
            <a:lvl4pPr>
              <a:buNone/>
              <a:defRPr sz="3000" b="1">
                <a:solidFill>
                  <a:srgbClr val="193B59"/>
                </a:solidFill>
                <a:latin typeface="Yu Gothic"/>
                <a:ea typeface="Yu Gothic"/>
                <a:cs typeface="Yu Gothic"/>
              </a:defRPr>
            </a:lvl4pPr>
            <a:lvl5pPr>
              <a:buNone/>
              <a:defRPr sz="3000" b="1">
                <a:solidFill>
                  <a:srgbClr val="193B59"/>
                </a:solidFill>
                <a:latin typeface="Yu Gothic"/>
                <a:ea typeface="Yu Gothic"/>
                <a:cs typeface="Yu Gothic"/>
              </a:defRPr>
            </a:lvl5pPr>
            <a:lvl6pPr>
              <a:buNone/>
              <a:defRPr sz="3000" b="1">
                <a:solidFill>
                  <a:srgbClr val="193B59"/>
                </a:solidFill>
                <a:latin typeface="Yu Gothic"/>
                <a:ea typeface="Yu Gothic"/>
                <a:cs typeface="Yu Gothic"/>
              </a:defRPr>
            </a:lvl6pPr>
            <a:lvl7pPr>
              <a:buNone/>
              <a:defRPr sz="3000" b="1">
                <a:solidFill>
                  <a:srgbClr val="193B59"/>
                </a:solidFill>
                <a:latin typeface="Yu Gothic"/>
                <a:ea typeface="Yu Gothic"/>
                <a:cs typeface="Yu Gothic"/>
              </a:defRPr>
            </a:lvl7pPr>
            <a:lvl8pPr>
              <a:buNone/>
              <a:defRPr sz="3000" b="1">
                <a:solidFill>
                  <a:srgbClr val="193B59"/>
                </a:solidFill>
                <a:latin typeface="Yu Gothic"/>
                <a:ea typeface="Yu Gothic"/>
                <a:cs typeface="Yu Gothic"/>
              </a:defRPr>
            </a:lvl8pPr>
            <a:lvl9pPr>
              <a:buNone/>
              <a:defRPr sz="3000" b="1">
                <a:solidFill>
                  <a:srgbClr val="193B59"/>
                </a:solidFill>
                <a:latin typeface="Yu Gothic"/>
                <a:ea typeface="Yu Gothic"/>
                <a:cs typeface="Yu Gothic"/>
              </a:defRPr>
            </a:lvl9pPr>
          </a:lstStyle>
          <a:p xmlns:a="http://schemas.openxmlformats.org/drawingml/2006/main">
            <a:pPr>
              <a:buNone/>
              <a:defRPr sz="3000" b="1">
                <a:solidFill>
                  <a:srgbClr val="193B59"/>
                </a:solidFill>
                <a:latin typeface="Yu Gothic"/>
                <a:ea typeface="Yu Gothic"/>
                <a:cs typeface="Yu Gothic"/>
              </a:defRPr>
            </a:pPr>
            <a:r>
              <a:rPr sz="3000" b="1">
                <a:solidFill>
                  <a:srgbClr val="193B59"/>
                </a:solidFill>
                <a:latin typeface="Yu Gothic"/>
                <a:ea typeface="Yu Gothic"/>
                <a:cs typeface="Yu Gothic"/>
              </a:rPr>
              <a:t>積層造形を同じ物性とみなさない</a:t>
            </a:r>
          </a:p>
        </p:txBody>
      </p:sp>
      <p:sp>
        <p:nvSpPr>
          <p:cNvPr id="2" name="">
            <a:extLst xmlns:a="http://schemas.openxmlformats.org/drawingml/2006/main">
              <a:ext uri="{FF2B5EF4-FFF2-40B4-BE49-F238E27FC236}">
                <a16:creationId xmlns:a16="http://schemas.microsoft.com/office/drawing/2014/main" id="{CA1CB640-FC9B-4D37-B355-51E51F06BB34}"/>
              </a:ext>
            </a:extLst>
          </p:cNvPr>
          <p:cNvSpPr>
            <a:spLocks xmlns:a="http://schemas.openxmlformats.org/drawingml/2006/main" noGrp="1"/>
          </p:cNvSpPr>
          <p:nvPr/>
        </p:nvSpPr>
        <p:spPr>
          <a:xfrm xmlns:a="http://schemas.openxmlformats.org/drawingml/2006/main" flipH="0" flipV="0">
            <a:off x="685800" y="1323975"/>
            <a:ext cx="10820400" cy="0"/>
          </a:xfrm>
          <a:prstGeom xmlns:a="http://schemas.openxmlformats.org/drawingml/2006/main" prst="line">
            <a:avLst/>
          </a:prstGeom>
          <a:noFill xmlns:a="http://schemas.openxmlformats.org/drawingml/2006/main"/>
          <a:ln xmlns:a="http://schemas.openxmlformats.org/drawingml/2006/main" w="19050">
            <a:solidFill>
              <a:srgbClr val="D8E1E7"/>
            </a:solidFill>
          </a:ln>
        </p:spPr>
      </p:sp>
      <p:sp>
        <p:nvSpPr>
          <p:cNvPr id="13" name="">
            <a:extLst xmlns:a="http://schemas.openxmlformats.org/drawingml/2006/main">
              <a:ext uri="{FF2B5EF4-FFF2-40B4-BE49-F238E27FC236}">
                <a16:creationId xmlns:a16="http://schemas.microsoft.com/office/drawing/2014/main" id="{0A158B8E-50F4-43BE-AE2C-62DA98851DEA}"/>
              </a:ext>
            </a:extLst>
          </p:cNvPr>
          <p:cNvSpPr>
            <a:spLocks xmlns:a="http://schemas.openxmlformats.org/drawingml/2006/main" noGrp="1"/>
          </p:cNvSpPr>
          <p:nvPr/>
        </p:nvSpPr>
        <p:spPr>
          <a:xfrm xmlns:a="http://schemas.openxmlformats.org/drawingml/2006/main">
            <a:off x="685800" y="6353175"/>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第8回</a:t>
            </a:r>
          </a:p>
        </p:txBody>
      </p:sp>
      <p:sp>
        <p:nvSpPr>
          <p:cNvPr id="14" name="">
            <a:extLst xmlns:a="http://schemas.openxmlformats.org/drawingml/2006/main">
              <a:ext uri="{FF2B5EF4-FFF2-40B4-BE49-F238E27FC236}">
                <a16:creationId xmlns:a16="http://schemas.microsoft.com/office/drawing/2014/main" id="{12056073-EE0B-485C-BC73-352E20560DC5}"/>
              </a:ext>
            </a:extLst>
          </p:cNvPr>
          <p:cNvSpPr>
            <a:spLocks xmlns:a="http://schemas.openxmlformats.org/drawingml/2006/main" noGrp="1"/>
          </p:cNvSpPr>
          <p:nvPr/>
        </p:nvSpPr>
        <p:spPr>
          <a:xfrm xmlns:a="http://schemas.openxmlformats.org/drawingml/2006/main">
            <a:off x="10382250" y="6353175"/>
            <a:ext cx="123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7 / 43</a:t>
            </a:r>
          </a:p>
        </p:txBody>
      </p:sp>
      <p:sp>
        <p:nvSpPr>
          <p:cNvPr id="16" name="">
            <a:extLst xmlns:a="http://schemas.openxmlformats.org/drawingml/2006/main">
              <a:ext uri="{FF2B5EF4-FFF2-40B4-BE49-F238E27FC236}">
                <a16:creationId xmlns:a16="http://schemas.microsoft.com/office/drawing/2014/main" id="{6EDF9A1F-DDDF-47BD-97AA-328F9B749A52}"/>
              </a:ext>
            </a:extLst>
          </p:cNvPr>
          <p:cNvSpPr>
            <a:spLocks xmlns:a="http://schemas.openxmlformats.org/drawingml/2006/main" noGrp="1"/>
          </p:cNvSpPr>
          <p:nvPr/>
        </p:nvSpPr>
        <p:spPr>
          <a:xfrm xmlns:a="http://schemas.openxmlformats.org/drawingml/2006/main">
            <a:off x="809625" y="1666875"/>
            <a:ext cx="4857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1">
                <a:solidFill>
                  <a:srgbClr val="263D4D"/>
                </a:solidFill>
                <a:latin typeface="Yu Gothic"/>
                <a:ea typeface="Yu Gothic"/>
                <a:cs typeface="Yu Gothic"/>
              </a:defRPr>
            </a:defPPr>
            <a:lvl1pPr>
              <a:defRPr sz="2325" b="1">
                <a:solidFill>
                  <a:srgbClr val="263D4D"/>
                </a:solidFill>
                <a:latin typeface="Yu Gothic"/>
                <a:ea typeface="Yu Gothic"/>
                <a:cs typeface="Yu Gothic"/>
              </a:defRPr>
            </a:lvl1pPr>
            <a:lvl2pPr>
              <a:defRPr sz="2325" b="1">
                <a:solidFill>
                  <a:srgbClr val="263D4D"/>
                </a:solidFill>
                <a:latin typeface="Yu Gothic"/>
                <a:ea typeface="Yu Gothic"/>
                <a:cs typeface="Yu Gothic"/>
              </a:defRPr>
            </a:lvl2pPr>
            <a:lvl3pPr>
              <a:defRPr sz="2325" b="1">
                <a:solidFill>
                  <a:srgbClr val="263D4D"/>
                </a:solidFill>
                <a:latin typeface="Yu Gothic"/>
                <a:ea typeface="Yu Gothic"/>
                <a:cs typeface="Yu Gothic"/>
              </a:defRPr>
            </a:lvl3pPr>
            <a:lvl4pPr>
              <a:defRPr sz="2325" b="1">
                <a:solidFill>
                  <a:srgbClr val="263D4D"/>
                </a:solidFill>
                <a:latin typeface="Yu Gothic"/>
                <a:ea typeface="Yu Gothic"/>
                <a:cs typeface="Yu Gothic"/>
              </a:defRPr>
            </a:lvl4pPr>
            <a:lvl5pPr>
              <a:defRPr sz="2325" b="1">
                <a:solidFill>
                  <a:srgbClr val="263D4D"/>
                </a:solidFill>
                <a:latin typeface="Yu Gothic"/>
                <a:ea typeface="Yu Gothic"/>
                <a:cs typeface="Yu Gothic"/>
              </a:defRPr>
            </a:lvl5pPr>
            <a:lvl6pPr>
              <a:defRPr sz="2325" b="1">
                <a:solidFill>
                  <a:srgbClr val="263D4D"/>
                </a:solidFill>
                <a:latin typeface="Yu Gothic"/>
                <a:ea typeface="Yu Gothic"/>
                <a:cs typeface="Yu Gothic"/>
              </a:defRPr>
            </a:lvl6pPr>
            <a:lvl7pPr>
              <a:defRPr sz="2325" b="1">
                <a:solidFill>
                  <a:srgbClr val="263D4D"/>
                </a:solidFill>
                <a:latin typeface="Yu Gothic"/>
                <a:ea typeface="Yu Gothic"/>
                <a:cs typeface="Yu Gothic"/>
              </a:defRPr>
            </a:lvl7pPr>
            <a:lvl8pPr>
              <a:defRPr sz="2325" b="1">
                <a:solidFill>
                  <a:srgbClr val="263D4D"/>
                </a:solidFill>
                <a:latin typeface="Yu Gothic"/>
                <a:ea typeface="Yu Gothic"/>
                <a:cs typeface="Yu Gothic"/>
              </a:defRPr>
            </a:lvl8pPr>
            <a:lvl9pPr>
              <a:defRPr sz="2325" b="1">
                <a:solidFill>
                  <a:srgbClr val="263D4D"/>
                </a:solidFill>
                <a:latin typeface="Yu Gothic"/>
                <a:ea typeface="Yu Gothic"/>
                <a:cs typeface="Yu Gothic"/>
              </a:defRPr>
            </a:lvl9pPr>
          </a:lstStyle>
          <a:p xmlns:a="http://schemas.openxmlformats.org/drawingml/2006/main">
            <a:pPr>
              <a:defRPr sz="2325" b="1">
                <a:solidFill>
                  <a:srgbClr val="263D4D"/>
                </a:solidFill>
                <a:latin typeface="Yu Gothic"/>
                <a:ea typeface="Yu Gothic"/>
                <a:cs typeface="Yu Gothic"/>
              </a:defRPr>
            </a:pPr>
            <a:r>
              <a:rPr sz="2325" b="1">
                <a:solidFill>
                  <a:srgbClr val="263D4D"/>
                </a:solidFill>
                <a:latin typeface="Yu Gothic"/>
                <a:ea typeface="Yu Gothic"/>
                <a:cs typeface="Yu Gothic"/>
              </a:rPr>
              <a:t>層に沿う荷重の模型</a:t>
            </a:r>
          </a:p>
        </p:txBody>
      </p:sp>
      <p:sp>
        <p:nvSpPr>
          <p:cNvPr id="17" name="">
            <a:extLst xmlns:a="http://schemas.openxmlformats.org/drawingml/2006/main">
              <a:ext uri="{FF2B5EF4-FFF2-40B4-BE49-F238E27FC236}">
                <a16:creationId xmlns:a16="http://schemas.microsoft.com/office/drawing/2014/main" id="{9CDDCD33-0458-4620-A001-0367D4A9FA76}"/>
              </a:ext>
            </a:extLst>
          </p:cNvPr>
          <p:cNvSpPr>
            <a:spLocks xmlns:a="http://schemas.openxmlformats.org/drawingml/2006/main" noGrp="1"/>
          </p:cNvSpPr>
          <p:nvPr/>
        </p:nvSpPr>
        <p:spPr>
          <a:xfrm xmlns:a="http://schemas.openxmlformats.org/drawingml/2006/main">
            <a:off x="7000875" y="1666875"/>
            <a:ext cx="4476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1">
                <a:solidFill>
                  <a:srgbClr val="263D4D"/>
                </a:solidFill>
                <a:latin typeface="Yu Gothic"/>
                <a:ea typeface="Yu Gothic"/>
                <a:cs typeface="Yu Gothic"/>
              </a:defRPr>
            </a:defPPr>
            <a:lvl1pPr>
              <a:defRPr sz="2325" b="1">
                <a:solidFill>
                  <a:srgbClr val="263D4D"/>
                </a:solidFill>
                <a:latin typeface="Yu Gothic"/>
                <a:ea typeface="Yu Gothic"/>
                <a:cs typeface="Yu Gothic"/>
              </a:defRPr>
            </a:lvl1pPr>
            <a:lvl2pPr>
              <a:defRPr sz="2325" b="1">
                <a:solidFill>
                  <a:srgbClr val="263D4D"/>
                </a:solidFill>
                <a:latin typeface="Yu Gothic"/>
                <a:ea typeface="Yu Gothic"/>
                <a:cs typeface="Yu Gothic"/>
              </a:defRPr>
            </a:lvl2pPr>
            <a:lvl3pPr>
              <a:defRPr sz="2325" b="1">
                <a:solidFill>
                  <a:srgbClr val="263D4D"/>
                </a:solidFill>
                <a:latin typeface="Yu Gothic"/>
                <a:ea typeface="Yu Gothic"/>
                <a:cs typeface="Yu Gothic"/>
              </a:defRPr>
            </a:lvl3pPr>
            <a:lvl4pPr>
              <a:defRPr sz="2325" b="1">
                <a:solidFill>
                  <a:srgbClr val="263D4D"/>
                </a:solidFill>
                <a:latin typeface="Yu Gothic"/>
                <a:ea typeface="Yu Gothic"/>
                <a:cs typeface="Yu Gothic"/>
              </a:defRPr>
            </a:lvl4pPr>
            <a:lvl5pPr>
              <a:defRPr sz="2325" b="1">
                <a:solidFill>
                  <a:srgbClr val="263D4D"/>
                </a:solidFill>
                <a:latin typeface="Yu Gothic"/>
                <a:ea typeface="Yu Gothic"/>
                <a:cs typeface="Yu Gothic"/>
              </a:defRPr>
            </a:lvl5pPr>
            <a:lvl6pPr>
              <a:defRPr sz="2325" b="1">
                <a:solidFill>
                  <a:srgbClr val="263D4D"/>
                </a:solidFill>
                <a:latin typeface="Yu Gothic"/>
                <a:ea typeface="Yu Gothic"/>
                <a:cs typeface="Yu Gothic"/>
              </a:defRPr>
            </a:lvl6pPr>
            <a:lvl7pPr>
              <a:defRPr sz="2325" b="1">
                <a:solidFill>
                  <a:srgbClr val="263D4D"/>
                </a:solidFill>
                <a:latin typeface="Yu Gothic"/>
                <a:ea typeface="Yu Gothic"/>
                <a:cs typeface="Yu Gothic"/>
              </a:defRPr>
            </a:lvl7pPr>
            <a:lvl8pPr>
              <a:defRPr sz="2325" b="1">
                <a:solidFill>
                  <a:srgbClr val="263D4D"/>
                </a:solidFill>
                <a:latin typeface="Yu Gothic"/>
                <a:ea typeface="Yu Gothic"/>
                <a:cs typeface="Yu Gothic"/>
              </a:defRPr>
            </a:lvl8pPr>
            <a:lvl9pPr>
              <a:defRPr sz="2325" b="1">
                <a:solidFill>
                  <a:srgbClr val="263D4D"/>
                </a:solidFill>
                <a:latin typeface="Yu Gothic"/>
                <a:ea typeface="Yu Gothic"/>
                <a:cs typeface="Yu Gothic"/>
              </a:defRPr>
            </a:lvl9pPr>
          </a:lstStyle>
          <a:p xmlns:a="http://schemas.openxmlformats.org/drawingml/2006/main">
            <a:pPr>
              <a:defRPr sz="2325" b="1">
                <a:solidFill>
                  <a:srgbClr val="263D4D"/>
                </a:solidFill>
                <a:latin typeface="Yu Gothic"/>
                <a:ea typeface="Yu Gothic"/>
                <a:cs typeface="Yu Gothic"/>
              </a:defRPr>
            </a:pPr>
            <a:r>
              <a:rPr sz="2325" b="1">
                <a:solidFill>
                  <a:srgbClr val="263D4D"/>
                </a:solidFill>
                <a:latin typeface="Yu Gothic"/>
                <a:ea typeface="Yu Gothic"/>
                <a:cs typeface="Yu Gothic"/>
              </a:rPr>
              <a:t>層間を引き離す荷重の模型</a:t>
            </a:r>
          </a:p>
        </p:txBody>
      </p:sp>
      <p:sp>
        <p:nvSpPr>
          <p:cNvPr id="18" name="">
            <a:extLst xmlns:a="http://schemas.openxmlformats.org/drawingml/2006/main">
              <a:ext uri="{FF2B5EF4-FFF2-40B4-BE49-F238E27FC236}">
                <a16:creationId xmlns:a16="http://schemas.microsoft.com/office/drawing/2014/main" id="{57E6255D-78B4-4060-8578-9E8BD391AEF1}"/>
              </a:ext>
            </a:extLst>
          </p:cNvPr>
          <p:cNvSpPr>
            <a:spLocks xmlns:a="http://schemas.openxmlformats.org/drawingml/2006/main" noGrp="1"/>
          </p:cNvSpPr>
          <p:nvPr/>
        </p:nvSpPr>
        <p:spPr>
          <a:xfrm xmlns:a="http://schemas.openxmlformats.org/drawingml/2006/main">
            <a:off x="1428750" y="2857500"/>
            <a:ext cx="2857500" cy="219075"/>
          </a:xfrm>
          <a:prstGeom xmlns:a="http://schemas.openxmlformats.org/drawingml/2006/main" prst="rect">
            <a:avLst/>
          </a:prstGeom>
          <a:solidFill xmlns:a="http://schemas.openxmlformats.org/drawingml/2006/main">
            <a:srgbClr val="D0E0E8"/>
          </a:solidFill>
          <a:ln xmlns:a="http://schemas.openxmlformats.org/drawingml/2006/main" w="16193">
            <a:solidFill>
              <a:srgbClr val="71818B"/>
            </a:solidFill>
          </a:ln>
        </p:spPr>
      </p:sp>
      <p:sp>
        <p:nvSpPr>
          <p:cNvPr id="19" name="">
            <a:extLst xmlns:a="http://schemas.openxmlformats.org/drawingml/2006/main">
              <a:ext uri="{FF2B5EF4-FFF2-40B4-BE49-F238E27FC236}">
                <a16:creationId xmlns:a16="http://schemas.microsoft.com/office/drawing/2014/main" id="{732E18C0-9A97-4DA8-961B-F881734E7E80}"/>
              </a:ext>
            </a:extLst>
          </p:cNvPr>
          <p:cNvSpPr>
            <a:spLocks xmlns:a="http://schemas.openxmlformats.org/drawingml/2006/main" noGrp="1"/>
          </p:cNvSpPr>
          <p:nvPr/>
        </p:nvSpPr>
        <p:spPr>
          <a:xfrm xmlns:a="http://schemas.openxmlformats.org/drawingml/2006/main">
            <a:off x="1428750" y="3124200"/>
            <a:ext cx="2857500" cy="219075"/>
          </a:xfrm>
          <a:prstGeom xmlns:a="http://schemas.openxmlformats.org/drawingml/2006/main" prst="rect">
            <a:avLst/>
          </a:prstGeom>
          <a:solidFill xmlns:a="http://schemas.openxmlformats.org/drawingml/2006/main">
            <a:srgbClr val="E8F0F4"/>
          </a:solidFill>
          <a:ln xmlns:a="http://schemas.openxmlformats.org/drawingml/2006/main" w="16193">
            <a:solidFill>
              <a:srgbClr val="71818B"/>
            </a:solidFill>
          </a:ln>
        </p:spPr>
      </p:sp>
      <p:sp>
        <p:nvSpPr>
          <p:cNvPr id="20" name="">
            <a:extLst xmlns:a="http://schemas.openxmlformats.org/drawingml/2006/main">
              <a:ext uri="{FF2B5EF4-FFF2-40B4-BE49-F238E27FC236}">
                <a16:creationId xmlns:a16="http://schemas.microsoft.com/office/drawing/2014/main" id="{59CFBBC6-1CA4-4F76-8DC8-2D4CF9120215}"/>
              </a:ext>
            </a:extLst>
          </p:cNvPr>
          <p:cNvSpPr>
            <a:spLocks xmlns:a="http://schemas.openxmlformats.org/drawingml/2006/main" noGrp="1"/>
          </p:cNvSpPr>
          <p:nvPr/>
        </p:nvSpPr>
        <p:spPr>
          <a:xfrm xmlns:a="http://schemas.openxmlformats.org/drawingml/2006/main">
            <a:off x="1428750" y="3390900"/>
            <a:ext cx="2857500" cy="219075"/>
          </a:xfrm>
          <a:prstGeom xmlns:a="http://schemas.openxmlformats.org/drawingml/2006/main" prst="rect">
            <a:avLst/>
          </a:prstGeom>
          <a:solidFill xmlns:a="http://schemas.openxmlformats.org/drawingml/2006/main">
            <a:srgbClr val="D0E0E8"/>
          </a:solidFill>
          <a:ln xmlns:a="http://schemas.openxmlformats.org/drawingml/2006/main" w="16193">
            <a:solidFill>
              <a:srgbClr val="71818B"/>
            </a:solidFill>
          </a:ln>
        </p:spPr>
      </p:sp>
      <p:sp>
        <p:nvSpPr>
          <p:cNvPr id="21" name="">
            <a:extLst xmlns:a="http://schemas.openxmlformats.org/drawingml/2006/main">
              <a:ext uri="{FF2B5EF4-FFF2-40B4-BE49-F238E27FC236}">
                <a16:creationId xmlns:a16="http://schemas.microsoft.com/office/drawing/2014/main" id="{5E5F6E2B-3D09-43AD-9558-04AFD7E7D0C7}"/>
              </a:ext>
            </a:extLst>
          </p:cNvPr>
          <p:cNvSpPr>
            <a:spLocks xmlns:a="http://schemas.openxmlformats.org/drawingml/2006/main" noGrp="1"/>
          </p:cNvSpPr>
          <p:nvPr/>
        </p:nvSpPr>
        <p:spPr>
          <a:xfrm xmlns:a="http://schemas.openxmlformats.org/drawingml/2006/main">
            <a:off x="1428750" y="3657600"/>
            <a:ext cx="2857500" cy="219075"/>
          </a:xfrm>
          <a:prstGeom xmlns:a="http://schemas.openxmlformats.org/drawingml/2006/main" prst="rect">
            <a:avLst/>
          </a:prstGeom>
          <a:solidFill xmlns:a="http://schemas.openxmlformats.org/drawingml/2006/main">
            <a:srgbClr val="E8F0F4"/>
          </a:solidFill>
          <a:ln xmlns:a="http://schemas.openxmlformats.org/drawingml/2006/main" w="16193">
            <a:solidFill>
              <a:srgbClr val="71818B"/>
            </a:solidFill>
          </a:ln>
        </p:spPr>
      </p:sp>
      <p:sp>
        <p:nvSpPr>
          <p:cNvPr id="22" name="">
            <a:extLst xmlns:a="http://schemas.openxmlformats.org/drawingml/2006/main">
              <a:ext uri="{FF2B5EF4-FFF2-40B4-BE49-F238E27FC236}">
                <a16:creationId xmlns:a16="http://schemas.microsoft.com/office/drawing/2014/main" id="{73B9EFF3-BB85-4AE5-A5CB-13BE509E50E3}"/>
              </a:ext>
            </a:extLst>
          </p:cNvPr>
          <p:cNvSpPr>
            <a:spLocks xmlns:a="http://schemas.openxmlformats.org/drawingml/2006/main" noGrp="1"/>
          </p:cNvSpPr>
          <p:nvPr/>
        </p:nvSpPr>
        <p:spPr>
          <a:xfrm xmlns:a="http://schemas.openxmlformats.org/drawingml/2006/main">
            <a:off x="1428750" y="3924300"/>
            <a:ext cx="2857500" cy="219075"/>
          </a:xfrm>
          <a:prstGeom xmlns:a="http://schemas.openxmlformats.org/drawingml/2006/main" prst="rect">
            <a:avLst/>
          </a:prstGeom>
          <a:solidFill xmlns:a="http://schemas.openxmlformats.org/drawingml/2006/main">
            <a:srgbClr val="D0E0E8"/>
          </a:solidFill>
          <a:ln xmlns:a="http://schemas.openxmlformats.org/drawingml/2006/main" w="16193">
            <a:solidFill>
              <a:srgbClr val="71818B"/>
            </a:solidFill>
          </a:ln>
        </p:spPr>
      </p:sp>
      <p:sp>
        <p:nvSpPr>
          <p:cNvPr id="23" name="">
            <a:extLst xmlns:a="http://schemas.openxmlformats.org/drawingml/2006/main">
              <a:ext uri="{FF2B5EF4-FFF2-40B4-BE49-F238E27FC236}">
                <a16:creationId xmlns:a16="http://schemas.microsoft.com/office/drawing/2014/main" id="{78C3CF28-6C89-4239-952E-DA3B529B06F8}"/>
              </a:ext>
            </a:extLst>
          </p:cNvPr>
          <p:cNvSpPr>
            <a:spLocks xmlns:a="http://schemas.openxmlformats.org/drawingml/2006/main" noGrp="1"/>
          </p:cNvSpPr>
          <p:nvPr/>
        </p:nvSpPr>
        <p:spPr>
          <a:xfrm xmlns:a="http://schemas.openxmlformats.org/drawingml/2006/main">
            <a:off x="7620000" y="2857500"/>
            <a:ext cx="2857500" cy="219075"/>
          </a:xfrm>
          <a:prstGeom xmlns:a="http://schemas.openxmlformats.org/drawingml/2006/main" prst="rect">
            <a:avLst/>
          </a:prstGeom>
          <a:solidFill xmlns:a="http://schemas.openxmlformats.org/drawingml/2006/main">
            <a:srgbClr val="D0E0E8"/>
          </a:solidFill>
          <a:ln xmlns:a="http://schemas.openxmlformats.org/drawingml/2006/main" w="16193">
            <a:solidFill>
              <a:srgbClr val="71818B"/>
            </a:solidFill>
          </a:ln>
        </p:spPr>
      </p:sp>
      <p:sp>
        <p:nvSpPr>
          <p:cNvPr id="24" name="">
            <a:extLst xmlns:a="http://schemas.openxmlformats.org/drawingml/2006/main">
              <a:ext uri="{FF2B5EF4-FFF2-40B4-BE49-F238E27FC236}">
                <a16:creationId xmlns:a16="http://schemas.microsoft.com/office/drawing/2014/main" id="{AADB01DD-E18C-49DE-8655-4293805DDDD2}"/>
              </a:ext>
            </a:extLst>
          </p:cNvPr>
          <p:cNvSpPr>
            <a:spLocks xmlns:a="http://schemas.openxmlformats.org/drawingml/2006/main" noGrp="1"/>
          </p:cNvSpPr>
          <p:nvPr/>
        </p:nvSpPr>
        <p:spPr>
          <a:xfrm xmlns:a="http://schemas.openxmlformats.org/drawingml/2006/main">
            <a:off x="7620000" y="3124200"/>
            <a:ext cx="2857500" cy="219075"/>
          </a:xfrm>
          <a:prstGeom xmlns:a="http://schemas.openxmlformats.org/drawingml/2006/main" prst="rect">
            <a:avLst/>
          </a:prstGeom>
          <a:solidFill xmlns:a="http://schemas.openxmlformats.org/drawingml/2006/main">
            <a:srgbClr val="E8F0F4"/>
          </a:solidFill>
          <a:ln xmlns:a="http://schemas.openxmlformats.org/drawingml/2006/main" w="16193">
            <a:solidFill>
              <a:srgbClr val="71818B"/>
            </a:solidFill>
          </a:ln>
        </p:spPr>
      </p:sp>
      <p:sp>
        <p:nvSpPr>
          <p:cNvPr id="25" name="">
            <a:extLst xmlns:a="http://schemas.openxmlformats.org/drawingml/2006/main">
              <a:ext uri="{FF2B5EF4-FFF2-40B4-BE49-F238E27FC236}">
                <a16:creationId xmlns:a16="http://schemas.microsoft.com/office/drawing/2014/main" id="{8373CDE7-9491-4E9D-BFC6-EF4A3133320B}"/>
              </a:ext>
            </a:extLst>
          </p:cNvPr>
          <p:cNvSpPr>
            <a:spLocks xmlns:a="http://schemas.openxmlformats.org/drawingml/2006/main" noGrp="1"/>
          </p:cNvSpPr>
          <p:nvPr/>
        </p:nvSpPr>
        <p:spPr>
          <a:xfrm xmlns:a="http://schemas.openxmlformats.org/drawingml/2006/main">
            <a:off x="7620000" y="3390900"/>
            <a:ext cx="2857500" cy="219075"/>
          </a:xfrm>
          <a:prstGeom xmlns:a="http://schemas.openxmlformats.org/drawingml/2006/main" prst="rect">
            <a:avLst/>
          </a:prstGeom>
          <a:solidFill xmlns:a="http://schemas.openxmlformats.org/drawingml/2006/main">
            <a:srgbClr val="D0E0E8"/>
          </a:solidFill>
          <a:ln xmlns:a="http://schemas.openxmlformats.org/drawingml/2006/main" w="16193">
            <a:solidFill>
              <a:srgbClr val="71818B"/>
            </a:solidFill>
          </a:ln>
        </p:spPr>
      </p:sp>
      <p:sp>
        <p:nvSpPr>
          <p:cNvPr id="26" name="">
            <a:extLst xmlns:a="http://schemas.openxmlformats.org/drawingml/2006/main">
              <a:ext uri="{FF2B5EF4-FFF2-40B4-BE49-F238E27FC236}">
                <a16:creationId xmlns:a16="http://schemas.microsoft.com/office/drawing/2014/main" id="{D27C3637-5D61-4EC2-A4B8-750D92D420F6}"/>
              </a:ext>
            </a:extLst>
          </p:cNvPr>
          <p:cNvSpPr>
            <a:spLocks xmlns:a="http://schemas.openxmlformats.org/drawingml/2006/main" noGrp="1"/>
          </p:cNvSpPr>
          <p:nvPr/>
        </p:nvSpPr>
        <p:spPr>
          <a:xfrm xmlns:a="http://schemas.openxmlformats.org/drawingml/2006/main">
            <a:off x="7620000" y="3657600"/>
            <a:ext cx="2857500" cy="219075"/>
          </a:xfrm>
          <a:prstGeom xmlns:a="http://schemas.openxmlformats.org/drawingml/2006/main" prst="rect">
            <a:avLst/>
          </a:prstGeom>
          <a:solidFill xmlns:a="http://schemas.openxmlformats.org/drawingml/2006/main">
            <a:srgbClr val="E8F0F4"/>
          </a:solidFill>
          <a:ln xmlns:a="http://schemas.openxmlformats.org/drawingml/2006/main" w="16193">
            <a:solidFill>
              <a:srgbClr val="71818B"/>
            </a:solidFill>
          </a:ln>
        </p:spPr>
      </p:sp>
      <p:sp>
        <p:nvSpPr>
          <p:cNvPr id="27" name="">
            <a:extLst xmlns:a="http://schemas.openxmlformats.org/drawingml/2006/main">
              <a:ext uri="{FF2B5EF4-FFF2-40B4-BE49-F238E27FC236}">
                <a16:creationId xmlns:a16="http://schemas.microsoft.com/office/drawing/2014/main" id="{287F603A-F751-4E2D-B5EA-401FDFE62E7F}"/>
              </a:ext>
            </a:extLst>
          </p:cNvPr>
          <p:cNvSpPr>
            <a:spLocks xmlns:a="http://schemas.openxmlformats.org/drawingml/2006/main" noGrp="1"/>
          </p:cNvSpPr>
          <p:nvPr/>
        </p:nvSpPr>
        <p:spPr>
          <a:xfrm xmlns:a="http://schemas.openxmlformats.org/drawingml/2006/main">
            <a:off x="7620000" y="3924300"/>
            <a:ext cx="2857500" cy="219075"/>
          </a:xfrm>
          <a:prstGeom xmlns:a="http://schemas.openxmlformats.org/drawingml/2006/main" prst="rect">
            <a:avLst/>
          </a:prstGeom>
          <a:solidFill xmlns:a="http://schemas.openxmlformats.org/drawingml/2006/main">
            <a:srgbClr val="D0E0E8"/>
          </a:solidFill>
          <a:ln xmlns:a="http://schemas.openxmlformats.org/drawingml/2006/main" w="16193">
            <a:solidFill>
              <a:srgbClr val="71818B"/>
            </a:solidFill>
          </a:ln>
        </p:spPr>
      </p:sp>
      <p:sp>
        <p:nvSpPr>
          <p:cNvPr id="28" name="">
            <a:extLst xmlns:a="http://schemas.openxmlformats.org/drawingml/2006/main">
              <a:ext uri="{FF2B5EF4-FFF2-40B4-BE49-F238E27FC236}">
                <a16:creationId xmlns:a16="http://schemas.microsoft.com/office/drawing/2014/main" id="{C741AABF-A4C3-48D4-B7A1-B8D5C4B65D8A}"/>
              </a:ext>
            </a:extLst>
          </p:cNvPr>
          <p:cNvSpPr>
            <a:spLocks xmlns:a="http://schemas.openxmlformats.org/drawingml/2006/main" noGrp="1"/>
          </p:cNvSpPr>
          <p:nvPr/>
        </p:nvSpPr>
        <p:spPr>
          <a:xfrm xmlns:a="http://schemas.openxmlformats.org/drawingml/2006/main">
            <a:off x="619125" y="3476625"/>
            <a:ext cx="428625" cy="9525"/>
          </a:xfrm>
          <a:custGeom xmlns:a="http://schemas.openxmlformats.org/drawingml/2006/main">
            <a:pathLst>
              <a:path w="428625" h="9525">
                <a:moveTo>
                  <a:pt x="428625" y="0"/>
                </a:moveTo>
                <a:lnTo>
                  <a:pt x="0" y="0"/>
                </a:lnTo>
              </a:path>
            </a:pathLst>
          </a:custGeom>
          <a:noFill xmlns:a="http://schemas.openxmlformats.org/drawingml/2006/main"/>
          <a:ln xmlns:a="http://schemas.openxmlformats.org/drawingml/2006/main" w="28575">
            <a:solidFill>
              <a:srgbClr val="C4483C"/>
            </a:solidFill>
          </a:ln>
        </p:spPr>
      </p:sp>
      <p:sp>
        <p:nvSpPr>
          <p:cNvPr id="29" name="">
            <a:extLst xmlns:a="http://schemas.openxmlformats.org/drawingml/2006/main">
              <a:ext uri="{FF2B5EF4-FFF2-40B4-BE49-F238E27FC236}">
                <a16:creationId xmlns:a16="http://schemas.microsoft.com/office/drawing/2014/main" id="{0C7A1EF6-F213-4AAC-A933-3551BD5EC0E4}"/>
              </a:ext>
            </a:extLst>
          </p:cNvPr>
          <p:cNvSpPr>
            <a:spLocks xmlns:a="http://schemas.openxmlformats.org/drawingml/2006/main" noGrp="1"/>
          </p:cNvSpPr>
          <p:nvPr/>
        </p:nvSpPr>
        <p:spPr>
          <a:xfrm xmlns:a="http://schemas.openxmlformats.org/drawingml/2006/main">
            <a:off x="619125" y="3428619"/>
            <a:ext cx="114300" cy="96012"/>
          </a:xfrm>
          <a:custGeom xmlns:a="http://schemas.openxmlformats.org/drawingml/2006/main">
            <a:pathLst>
              <a:path w="114300" h="96012">
                <a:moveTo>
                  <a:pt x="0" y="48006"/>
                </a:moveTo>
                <a:lnTo>
                  <a:pt x="114300" y="96012"/>
                </a:lnTo>
                <a:lnTo>
                  <a:pt x="114300" y="0"/>
                </a:lnTo>
                <a:close/>
              </a:path>
            </a:pathLst>
          </a:custGeom>
          <a:solidFill xmlns:a="http://schemas.openxmlformats.org/drawingml/2006/main">
            <a:srgbClr val="C4483C"/>
          </a:solidFill>
          <a:ln xmlns:a="http://schemas.openxmlformats.org/drawingml/2006/main" w="4763">
            <a:solidFill>
              <a:srgbClr val="C4483C"/>
            </a:solidFill>
          </a:ln>
        </p:spPr>
      </p:sp>
      <p:sp>
        <p:nvSpPr>
          <p:cNvPr id="30" name="">
            <a:extLst xmlns:a="http://schemas.openxmlformats.org/drawingml/2006/main">
              <a:ext uri="{FF2B5EF4-FFF2-40B4-BE49-F238E27FC236}">
                <a16:creationId xmlns:a16="http://schemas.microsoft.com/office/drawing/2014/main" id="{617C98A0-E991-4982-8B46-2A9FB027BF8B}"/>
              </a:ext>
            </a:extLst>
          </p:cNvPr>
          <p:cNvSpPr>
            <a:spLocks xmlns:a="http://schemas.openxmlformats.org/drawingml/2006/main" noGrp="1"/>
          </p:cNvSpPr>
          <p:nvPr/>
        </p:nvSpPr>
        <p:spPr>
          <a:xfrm xmlns:a="http://schemas.openxmlformats.org/drawingml/2006/main">
            <a:off x="4381500" y="3476625"/>
            <a:ext cx="714375" cy="9525"/>
          </a:xfrm>
          <a:custGeom xmlns:a="http://schemas.openxmlformats.org/drawingml/2006/main">
            <a:pathLst>
              <a:path w="714375" h="9525">
                <a:moveTo>
                  <a:pt x="0" y="0"/>
                </a:moveTo>
                <a:lnTo>
                  <a:pt x="714375" y="0"/>
                </a:lnTo>
              </a:path>
            </a:pathLst>
          </a:custGeom>
          <a:noFill xmlns:a="http://schemas.openxmlformats.org/drawingml/2006/main"/>
          <a:ln xmlns:a="http://schemas.openxmlformats.org/drawingml/2006/main" w="28575">
            <a:solidFill>
              <a:srgbClr val="C4483C"/>
            </a:solidFill>
          </a:ln>
        </p:spPr>
      </p:sp>
      <p:sp>
        <p:nvSpPr>
          <p:cNvPr id="31" name="">
            <a:extLst xmlns:a="http://schemas.openxmlformats.org/drawingml/2006/main">
              <a:ext uri="{FF2B5EF4-FFF2-40B4-BE49-F238E27FC236}">
                <a16:creationId xmlns:a16="http://schemas.microsoft.com/office/drawing/2014/main" id="{AB8F9A27-AC5C-4D8F-AA4E-0B40EA7799F2}"/>
              </a:ext>
            </a:extLst>
          </p:cNvPr>
          <p:cNvSpPr>
            <a:spLocks xmlns:a="http://schemas.openxmlformats.org/drawingml/2006/main" noGrp="1"/>
          </p:cNvSpPr>
          <p:nvPr/>
        </p:nvSpPr>
        <p:spPr>
          <a:xfrm xmlns:a="http://schemas.openxmlformats.org/drawingml/2006/main">
            <a:off x="4981575" y="3428619"/>
            <a:ext cx="114300" cy="96012"/>
          </a:xfrm>
          <a:custGeom xmlns:a="http://schemas.openxmlformats.org/drawingml/2006/main">
            <a:pathLst>
              <a:path w="114300" h="96012">
                <a:moveTo>
                  <a:pt x="114300" y="48006"/>
                </a:moveTo>
                <a:lnTo>
                  <a:pt x="0" y="0"/>
                </a:lnTo>
                <a:lnTo>
                  <a:pt x="0" y="96012"/>
                </a:lnTo>
                <a:close/>
              </a:path>
            </a:pathLst>
          </a:custGeom>
          <a:solidFill xmlns:a="http://schemas.openxmlformats.org/drawingml/2006/main">
            <a:srgbClr val="C4483C"/>
          </a:solidFill>
          <a:ln xmlns:a="http://schemas.openxmlformats.org/drawingml/2006/main" w="4763">
            <a:solidFill>
              <a:srgbClr val="C4483C"/>
            </a:solidFill>
          </a:ln>
        </p:spPr>
      </p:sp>
      <p:sp>
        <p:nvSpPr>
          <p:cNvPr id="32" name="">
            <a:extLst xmlns:a="http://schemas.openxmlformats.org/drawingml/2006/main">
              <a:ext uri="{FF2B5EF4-FFF2-40B4-BE49-F238E27FC236}">
                <a16:creationId xmlns:a16="http://schemas.microsoft.com/office/drawing/2014/main" id="{6FDDAA7E-46E0-4445-B4E9-5BC0ECA6B27A}"/>
              </a:ext>
            </a:extLst>
          </p:cNvPr>
          <p:cNvSpPr>
            <a:spLocks xmlns:a="http://schemas.openxmlformats.org/drawingml/2006/main" noGrp="1"/>
          </p:cNvSpPr>
          <p:nvPr/>
        </p:nvSpPr>
        <p:spPr>
          <a:xfrm xmlns:a="http://schemas.openxmlformats.org/drawingml/2006/main">
            <a:off x="9048750" y="2095500"/>
            <a:ext cx="9525" cy="523875"/>
          </a:xfrm>
          <a:custGeom xmlns:a="http://schemas.openxmlformats.org/drawingml/2006/main">
            <a:pathLst>
              <a:path w="9525" h="523875">
                <a:moveTo>
                  <a:pt x="0" y="523875"/>
                </a:moveTo>
                <a:lnTo>
                  <a:pt x="0" y="0"/>
                </a:lnTo>
              </a:path>
            </a:pathLst>
          </a:custGeom>
          <a:noFill xmlns:a="http://schemas.openxmlformats.org/drawingml/2006/main"/>
          <a:ln xmlns:a="http://schemas.openxmlformats.org/drawingml/2006/main" w="28575">
            <a:solidFill>
              <a:srgbClr val="C4483C"/>
            </a:solidFill>
          </a:ln>
        </p:spPr>
      </p:sp>
      <p:sp>
        <p:nvSpPr>
          <p:cNvPr id="33" name="">
            <a:extLst xmlns:a="http://schemas.openxmlformats.org/drawingml/2006/main">
              <a:ext uri="{FF2B5EF4-FFF2-40B4-BE49-F238E27FC236}">
                <a16:creationId xmlns:a16="http://schemas.microsoft.com/office/drawing/2014/main" id="{83B71BAF-1F92-467D-B695-AC64DD13C2C0}"/>
              </a:ext>
            </a:extLst>
          </p:cNvPr>
          <p:cNvSpPr>
            <a:spLocks xmlns:a="http://schemas.openxmlformats.org/drawingml/2006/main" noGrp="1"/>
          </p:cNvSpPr>
          <p:nvPr/>
        </p:nvSpPr>
        <p:spPr>
          <a:xfrm xmlns:a="http://schemas.openxmlformats.org/drawingml/2006/main">
            <a:off x="9000744" y="2095500"/>
            <a:ext cx="96012" cy="114300"/>
          </a:xfrm>
          <a:custGeom xmlns:a="http://schemas.openxmlformats.org/drawingml/2006/main">
            <a:pathLst>
              <a:path w="96012" h="114300">
                <a:moveTo>
                  <a:pt x="48006" y="0"/>
                </a:moveTo>
                <a:lnTo>
                  <a:pt x="0" y="114300"/>
                </a:lnTo>
                <a:lnTo>
                  <a:pt x="96012" y="114300"/>
                </a:lnTo>
                <a:close/>
              </a:path>
            </a:pathLst>
          </a:custGeom>
          <a:solidFill xmlns:a="http://schemas.openxmlformats.org/drawingml/2006/main">
            <a:srgbClr val="C4483C"/>
          </a:solidFill>
          <a:ln xmlns:a="http://schemas.openxmlformats.org/drawingml/2006/main" w="4763">
            <a:solidFill>
              <a:srgbClr val="C4483C"/>
            </a:solidFill>
          </a:ln>
        </p:spPr>
      </p:sp>
      <p:sp>
        <p:nvSpPr>
          <p:cNvPr id="34" name="">
            <a:extLst xmlns:a="http://schemas.openxmlformats.org/drawingml/2006/main">
              <a:ext uri="{FF2B5EF4-FFF2-40B4-BE49-F238E27FC236}">
                <a16:creationId xmlns:a16="http://schemas.microsoft.com/office/drawing/2014/main" id="{44D15D9F-101B-4757-A20B-FE11AC9A6690}"/>
              </a:ext>
            </a:extLst>
          </p:cNvPr>
          <p:cNvSpPr>
            <a:spLocks xmlns:a="http://schemas.openxmlformats.org/drawingml/2006/main" noGrp="1"/>
          </p:cNvSpPr>
          <p:nvPr/>
        </p:nvSpPr>
        <p:spPr>
          <a:xfrm xmlns:a="http://schemas.openxmlformats.org/drawingml/2006/main">
            <a:off x="9048750" y="4286250"/>
            <a:ext cx="9525" cy="571500"/>
          </a:xfrm>
          <a:custGeom xmlns:a="http://schemas.openxmlformats.org/drawingml/2006/main">
            <a:pathLst>
              <a:path w="9525" h="571500">
                <a:moveTo>
                  <a:pt x="0" y="0"/>
                </a:moveTo>
                <a:lnTo>
                  <a:pt x="0" y="571500"/>
                </a:lnTo>
              </a:path>
            </a:pathLst>
          </a:custGeom>
          <a:noFill xmlns:a="http://schemas.openxmlformats.org/drawingml/2006/main"/>
          <a:ln xmlns:a="http://schemas.openxmlformats.org/drawingml/2006/main" w="28575">
            <a:solidFill>
              <a:srgbClr val="C4483C"/>
            </a:solidFill>
          </a:ln>
        </p:spPr>
      </p:sp>
      <p:sp>
        <p:nvSpPr>
          <p:cNvPr id="35" name="">
            <a:extLst xmlns:a="http://schemas.openxmlformats.org/drawingml/2006/main">
              <a:ext uri="{FF2B5EF4-FFF2-40B4-BE49-F238E27FC236}">
                <a16:creationId xmlns:a16="http://schemas.microsoft.com/office/drawing/2014/main" id="{632D560F-A021-4038-AB6D-D9BBCBB8EE20}"/>
              </a:ext>
            </a:extLst>
          </p:cNvPr>
          <p:cNvSpPr>
            <a:spLocks xmlns:a="http://schemas.openxmlformats.org/drawingml/2006/main" noGrp="1"/>
          </p:cNvSpPr>
          <p:nvPr/>
        </p:nvSpPr>
        <p:spPr>
          <a:xfrm xmlns:a="http://schemas.openxmlformats.org/drawingml/2006/main">
            <a:off x="9000744" y="4743450"/>
            <a:ext cx="96012" cy="114300"/>
          </a:xfrm>
          <a:custGeom xmlns:a="http://schemas.openxmlformats.org/drawingml/2006/main">
            <a:pathLst>
              <a:path w="96012" h="114300">
                <a:moveTo>
                  <a:pt x="48006" y="114300"/>
                </a:moveTo>
                <a:lnTo>
                  <a:pt x="96012" y="0"/>
                </a:lnTo>
                <a:lnTo>
                  <a:pt x="0" y="0"/>
                </a:lnTo>
                <a:close/>
              </a:path>
            </a:pathLst>
          </a:custGeom>
          <a:solidFill xmlns:a="http://schemas.openxmlformats.org/drawingml/2006/main">
            <a:srgbClr val="C4483C"/>
          </a:solidFill>
          <a:ln xmlns:a="http://schemas.openxmlformats.org/drawingml/2006/main" w="4763">
            <a:solidFill>
              <a:srgbClr val="C4483C"/>
            </a:solidFill>
          </a:ln>
        </p:spPr>
      </p:sp>
      <p:sp>
        <p:nvSpPr>
          <p:cNvPr id="36" name="">
            <a:extLst xmlns:a="http://schemas.openxmlformats.org/drawingml/2006/main">
              <a:ext uri="{FF2B5EF4-FFF2-40B4-BE49-F238E27FC236}">
                <a16:creationId xmlns:a16="http://schemas.microsoft.com/office/drawing/2014/main" id="{53051766-CB0B-4003-ADEE-F638FCF93341}"/>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defRPr sz="1575" b="0">
                <a:solidFill>
                  <a:srgbClr val="71818B"/>
                </a:solidFill>
                <a:latin typeface="Yu Gothic"/>
                <a:ea typeface="Yu Gothic"/>
                <a:cs typeface="Yu Gothic"/>
              </a:defRPr>
            </a:lvl1pPr>
            <a:lvl2pPr>
              <a:defRPr sz="1575" b="0">
                <a:solidFill>
                  <a:srgbClr val="71818B"/>
                </a:solidFill>
                <a:latin typeface="Yu Gothic"/>
                <a:ea typeface="Yu Gothic"/>
                <a:cs typeface="Yu Gothic"/>
              </a:defRPr>
            </a:lvl2pPr>
            <a:lvl3pPr>
              <a:defRPr sz="1575" b="0">
                <a:solidFill>
                  <a:srgbClr val="71818B"/>
                </a:solidFill>
                <a:latin typeface="Yu Gothic"/>
                <a:ea typeface="Yu Gothic"/>
                <a:cs typeface="Yu Gothic"/>
              </a:defRPr>
            </a:lvl3pPr>
            <a:lvl4pPr>
              <a:defRPr sz="1575" b="0">
                <a:solidFill>
                  <a:srgbClr val="71818B"/>
                </a:solidFill>
                <a:latin typeface="Yu Gothic"/>
                <a:ea typeface="Yu Gothic"/>
                <a:cs typeface="Yu Gothic"/>
              </a:defRPr>
            </a:lvl4pPr>
            <a:lvl5pPr>
              <a:defRPr sz="1575" b="0">
                <a:solidFill>
                  <a:srgbClr val="71818B"/>
                </a:solidFill>
                <a:latin typeface="Yu Gothic"/>
                <a:ea typeface="Yu Gothic"/>
                <a:cs typeface="Yu Gothic"/>
              </a:defRPr>
            </a:lvl5pPr>
            <a:lvl6pPr>
              <a:defRPr sz="1575" b="0">
                <a:solidFill>
                  <a:srgbClr val="71818B"/>
                </a:solidFill>
                <a:latin typeface="Yu Gothic"/>
                <a:ea typeface="Yu Gothic"/>
                <a:cs typeface="Yu Gothic"/>
              </a:defRPr>
            </a:lvl6pPr>
            <a:lvl7pPr>
              <a:defRPr sz="1575" b="0">
                <a:solidFill>
                  <a:srgbClr val="71818B"/>
                </a:solidFill>
                <a:latin typeface="Yu Gothic"/>
                <a:ea typeface="Yu Gothic"/>
                <a:cs typeface="Yu Gothic"/>
              </a:defRPr>
            </a:lvl7pPr>
            <a:lvl8pPr>
              <a:defRPr sz="1575" b="0">
                <a:solidFill>
                  <a:srgbClr val="71818B"/>
                </a:solidFill>
                <a:latin typeface="Yu Gothic"/>
                <a:ea typeface="Yu Gothic"/>
                <a:cs typeface="Yu Gothic"/>
              </a:defRPr>
            </a:lvl8pPr>
            <a:lvl9pPr>
              <a:defRPr sz="1575" b="0">
                <a:solidFill>
                  <a:srgbClr val="71818B"/>
                </a:solidFill>
                <a:latin typeface="Yu Gothic"/>
                <a:ea typeface="Yu Gothic"/>
                <a:cs typeface="Yu Gothic"/>
              </a:defRPr>
            </a:lvl9pPr>
          </a:lstStyle>
          <a:p xmlns:a="http://schemas.openxmlformats.org/drawingml/2006/main">
            <a:pPr>
              <a:defRPr sz="1575" b="0">
                <a:solidFill>
                  <a:srgbClr val="71818B"/>
                </a:solidFill>
                <a:latin typeface="Yu Gothic"/>
                <a:ea typeface="Yu Gothic"/>
                <a:cs typeface="Yu Gothic"/>
              </a:defRPr>
            </a:pPr>
            <a:r>
              <a:rPr sz="1575" b="0">
                <a:solidFill>
                  <a:srgbClr val="71818B"/>
                </a:solidFill>
                <a:latin typeface="Yu Gothic"/>
                <a:ea typeface="Yu Gothic"/>
                <a:cs typeface="Yu Gothic"/>
              </a:rPr>
              <a:t>方式・材料・方向・空隙・充填等を記録する。すべての積層造形を同一の構造や性能と扱わない。</a:t>
            </a:r>
          </a:p>
        </p:txBody>
      </p:sp>
    </p:spTree>
    <p:extLst>
      <p:ext uri="{BB962C8B-B14F-4D97-AF65-F5344CB8AC3E}">
        <p14:creationId xmlns:p14="http://schemas.microsoft.com/office/powerpoint/2010/main" val="18646354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B01210B1-D63A-4CD1-9ECF-390406D75C3D}"/>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93B59"/>
                </a:solidFill>
                <a:latin typeface="Yu Gothic"/>
                <a:ea typeface="Yu Gothic"/>
                <a:cs typeface="Yu Gothic"/>
              </a:defRPr>
            </a:defPPr>
            <a:lvl1pPr>
              <a:buNone/>
              <a:defRPr sz="3000" b="1">
                <a:solidFill>
                  <a:srgbClr val="193B59"/>
                </a:solidFill>
                <a:latin typeface="Yu Gothic"/>
                <a:ea typeface="Yu Gothic"/>
                <a:cs typeface="Yu Gothic"/>
              </a:defRPr>
            </a:lvl1pPr>
            <a:lvl2pPr>
              <a:buNone/>
              <a:defRPr sz="3000" b="1">
                <a:solidFill>
                  <a:srgbClr val="193B59"/>
                </a:solidFill>
                <a:latin typeface="Yu Gothic"/>
                <a:ea typeface="Yu Gothic"/>
                <a:cs typeface="Yu Gothic"/>
              </a:defRPr>
            </a:lvl2pPr>
            <a:lvl3pPr>
              <a:buNone/>
              <a:defRPr sz="3000" b="1">
                <a:solidFill>
                  <a:srgbClr val="193B59"/>
                </a:solidFill>
                <a:latin typeface="Yu Gothic"/>
                <a:ea typeface="Yu Gothic"/>
                <a:cs typeface="Yu Gothic"/>
              </a:defRPr>
            </a:lvl3pPr>
            <a:lvl4pPr>
              <a:buNone/>
              <a:defRPr sz="3000" b="1">
                <a:solidFill>
                  <a:srgbClr val="193B59"/>
                </a:solidFill>
                <a:latin typeface="Yu Gothic"/>
                <a:ea typeface="Yu Gothic"/>
                <a:cs typeface="Yu Gothic"/>
              </a:defRPr>
            </a:lvl4pPr>
            <a:lvl5pPr>
              <a:buNone/>
              <a:defRPr sz="3000" b="1">
                <a:solidFill>
                  <a:srgbClr val="193B59"/>
                </a:solidFill>
                <a:latin typeface="Yu Gothic"/>
                <a:ea typeface="Yu Gothic"/>
                <a:cs typeface="Yu Gothic"/>
              </a:defRPr>
            </a:lvl5pPr>
            <a:lvl6pPr>
              <a:buNone/>
              <a:defRPr sz="3000" b="1">
                <a:solidFill>
                  <a:srgbClr val="193B59"/>
                </a:solidFill>
                <a:latin typeface="Yu Gothic"/>
                <a:ea typeface="Yu Gothic"/>
                <a:cs typeface="Yu Gothic"/>
              </a:defRPr>
            </a:lvl6pPr>
            <a:lvl7pPr>
              <a:buNone/>
              <a:defRPr sz="3000" b="1">
                <a:solidFill>
                  <a:srgbClr val="193B59"/>
                </a:solidFill>
                <a:latin typeface="Yu Gothic"/>
                <a:ea typeface="Yu Gothic"/>
                <a:cs typeface="Yu Gothic"/>
              </a:defRPr>
            </a:lvl7pPr>
            <a:lvl8pPr>
              <a:buNone/>
              <a:defRPr sz="3000" b="1">
                <a:solidFill>
                  <a:srgbClr val="193B59"/>
                </a:solidFill>
                <a:latin typeface="Yu Gothic"/>
                <a:ea typeface="Yu Gothic"/>
                <a:cs typeface="Yu Gothic"/>
              </a:defRPr>
            </a:lvl8pPr>
            <a:lvl9pPr>
              <a:buNone/>
              <a:defRPr sz="3000" b="1">
                <a:solidFill>
                  <a:srgbClr val="193B59"/>
                </a:solidFill>
                <a:latin typeface="Yu Gothic"/>
                <a:ea typeface="Yu Gothic"/>
                <a:cs typeface="Yu Gothic"/>
              </a:defRPr>
            </a:lvl9pPr>
          </a:lstStyle>
          <a:p xmlns:a="http://schemas.openxmlformats.org/drawingml/2006/main">
            <a:pPr>
              <a:buNone/>
              <a:defRPr sz="3000" b="1">
                <a:solidFill>
                  <a:srgbClr val="193B59"/>
                </a:solidFill>
                <a:latin typeface="Yu Gothic"/>
                <a:ea typeface="Yu Gothic"/>
                <a:cs typeface="Yu Gothic"/>
              </a:defRPr>
            </a:pPr>
            <a:r>
              <a:rPr sz="3000" b="1">
                <a:solidFill>
                  <a:srgbClr val="193B59"/>
                </a:solidFill>
                <a:latin typeface="Yu Gothic"/>
                <a:ea typeface="Yu Gothic"/>
                <a:cs typeface="Yu Gothic"/>
              </a:rPr>
              <a:t>切断・穴あけ・接合</a:t>
            </a:r>
          </a:p>
        </p:txBody>
      </p:sp>
      <p:sp>
        <p:nvSpPr>
          <p:cNvPr id="2" name="">
            <a:extLst xmlns:a="http://schemas.openxmlformats.org/drawingml/2006/main">
              <a:ext uri="{FF2B5EF4-FFF2-40B4-BE49-F238E27FC236}">
                <a16:creationId xmlns:a16="http://schemas.microsoft.com/office/drawing/2014/main" id="{8D098C44-CC4B-49BD-86B1-0A6757673865}"/>
              </a:ext>
            </a:extLst>
          </p:cNvPr>
          <p:cNvSpPr>
            <a:spLocks xmlns:a="http://schemas.openxmlformats.org/drawingml/2006/main" noGrp="1"/>
          </p:cNvSpPr>
          <p:nvPr/>
        </p:nvSpPr>
        <p:spPr>
          <a:xfrm xmlns:a="http://schemas.openxmlformats.org/drawingml/2006/main" flipH="0" flipV="0">
            <a:off x="685800" y="1323975"/>
            <a:ext cx="10820400" cy="0"/>
          </a:xfrm>
          <a:prstGeom xmlns:a="http://schemas.openxmlformats.org/drawingml/2006/main" prst="line">
            <a:avLst/>
          </a:prstGeom>
          <a:noFill xmlns:a="http://schemas.openxmlformats.org/drawingml/2006/main"/>
          <a:ln xmlns:a="http://schemas.openxmlformats.org/drawingml/2006/main" w="19050">
            <a:solidFill>
              <a:srgbClr val="D8E1E7"/>
            </a:solidFill>
          </a:ln>
        </p:spPr>
      </p:sp>
      <p:sp>
        <p:nvSpPr>
          <p:cNvPr id="11" name="">
            <a:extLst xmlns:a="http://schemas.openxmlformats.org/drawingml/2006/main">
              <a:ext uri="{FF2B5EF4-FFF2-40B4-BE49-F238E27FC236}">
                <a16:creationId xmlns:a16="http://schemas.microsoft.com/office/drawing/2014/main" id="{420B7DCD-9ABA-485D-801B-FF430037C52B}"/>
              </a:ext>
            </a:extLst>
          </p:cNvPr>
          <p:cNvSpPr>
            <a:spLocks xmlns:a="http://schemas.openxmlformats.org/drawingml/2006/main" noGrp="1"/>
          </p:cNvSpPr>
          <p:nvPr/>
        </p:nvSpPr>
        <p:spPr>
          <a:xfrm xmlns:a="http://schemas.openxmlformats.org/drawingml/2006/main">
            <a:off x="685800" y="6353175"/>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第8回</a:t>
            </a:r>
          </a:p>
        </p:txBody>
      </p:sp>
      <p:sp>
        <p:nvSpPr>
          <p:cNvPr id="12" name="">
            <a:extLst xmlns:a="http://schemas.openxmlformats.org/drawingml/2006/main">
              <a:ext uri="{FF2B5EF4-FFF2-40B4-BE49-F238E27FC236}">
                <a16:creationId xmlns:a16="http://schemas.microsoft.com/office/drawing/2014/main" id="{D640899B-2485-4B10-BC41-67024A9E7D8B}"/>
              </a:ext>
            </a:extLst>
          </p:cNvPr>
          <p:cNvSpPr>
            <a:spLocks xmlns:a="http://schemas.openxmlformats.org/drawingml/2006/main" noGrp="1"/>
          </p:cNvSpPr>
          <p:nvPr/>
        </p:nvSpPr>
        <p:spPr>
          <a:xfrm xmlns:a="http://schemas.openxmlformats.org/drawingml/2006/main">
            <a:off x="10382250" y="6353175"/>
            <a:ext cx="123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8 / 43</a:t>
            </a:r>
          </a:p>
        </p:txBody>
      </p:sp>
      <p:sp>
        <p:nvSpPr>
          <p:cNvPr id="14" name="">
            <a:extLst xmlns:a="http://schemas.openxmlformats.org/drawingml/2006/main">
              <a:ext uri="{FF2B5EF4-FFF2-40B4-BE49-F238E27FC236}">
                <a16:creationId xmlns:a16="http://schemas.microsoft.com/office/drawing/2014/main" id="{3732D4F7-61EF-4BA3-9F05-156F86C99063}"/>
              </a:ext>
            </a:extLst>
          </p:cNvPr>
          <p:cNvSpPr>
            <a:spLocks xmlns:a="http://schemas.openxmlformats.org/drawingml/2006/main" noGrp="1"/>
          </p:cNvSpPr>
          <p:nvPr/>
        </p:nvSpPr>
        <p:spPr>
          <a:xfrm xmlns:a="http://schemas.openxmlformats.org/drawingml/2006/main">
            <a:off x="809625" y="1714500"/>
            <a:ext cx="314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263D4D"/>
                </a:solidFill>
                <a:latin typeface="Yu Gothic"/>
                <a:ea typeface="Yu Gothic"/>
                <a:cs typeface="Yu Gothic"/>
              </a:defRPr>
            </a:defPPr>
            <a:lvl1pPr>
              <a:defRPr sz="2175" b="1">
                <a:solidFill>
                  <a:srgbClr val="263D4D"/>
                </a:solidFill>
                <a:latin typeface="Yu Gothic"/>
                <a:ea typeface="Yu Gothic"/>
                <a:cs typeface="Yu Gothic"/>
              </a:defRPr>
            </a:lvl1pPr>
            <a:lvl2pPr>
              <a:defRPr sz="2175" b="1">
                <a:solidFill>
                  <a:srgbClr val="263D4D"/>
                </a:solidFill>
                <a:latin typeface="Yu Gothic"/>
                <a:ea typeface="Yu Gothic"/>
                <a:cs typeface="Yu Gothic"/>
              </a:defRPr>
            </a:lvl2pPr>
            <a:lvl3pPr>
              <a:defRPr sz="2175" b="1">
                <a:solidFill>
                  <a:srgbClr val="263D4D"/>
                </a:solidFill>
                <a:latin typeface="Yu Gothic"/>
                <a:ea typeface="Yu Gothic"/>
                <a:cs typeface="Yu Gothic"/>
              </a:defRPr>
            </a:lvl3pPr>
            <a:lvl4pPr>
              <a:defRPr sz="2175" b="1">
                <a:solidFill>
                  <a:srgbClr val="263D4D"/>
                </a:solidFill>
                <a:latin typeface="Yu Gothic"/>
                <a:ea typeface="Yu Gothic"/>
                <a:cs typeface="Yu Gothic"/>
              </a:defRPr>
            </a:lvl4pPr>
            <a:lvl5pPr>
              <a:defRPr sz="2175" b="1">
                <a:solidFill>
                  <a:srgbClr val="263D4D"/>
                </a:solidFill>
                <a:latin typeface="Yu Gothic"/>
                <a:ea typeface="Yu Gothic"/>
                <a:cs typeface="Yu Gothic"/>
              </a:defRPr>
            </a:lvl5pPr>
            <a:lvl6pPr>
              <a:defRPr sz="2175" b="1">
                <a:solidFill>
                  <a:srgbClr val="263D4D"/>
                </a:solidFill>
                <a:latin typeface="Yu Gothic"/>
                <a:ea typeface="Yu Gothic"/>
                <a:cs typeface="Yu Gothic"/>
              </a:defRPr>
            </a:lvl6pPr>
            <a:lvl7pPr>
              <a:defRPr sz="2175" b="1">
                <a:solidFill>
                  <a:srgbClr val="263D4D"/>
                </a:solidFill>
                <a:latin typeface="Yu Gothic"/>
                <a:ea typeface="Yu Gothic"/>
                <a:cs typeface="Yu Gothic"/>
              </a:defRPr>
            </a:lvl7pPr>
            <a:lvl8pPr>
              <a:defRPr sz="2175" b="1">
                <a:solidFill>
                  <a:srgbClr val="263D4D"/>
                </a:solidFill>
                <a:latin typeface="Yu Gothic"/>
                <a:ea typeface="Yu Gothic"/>
                <a:cs typeface="Yu Gothic"/>
              </a:defRPr>
            </a:lvl8pPr>
            <a:lvl9pPr>
              <a:defRPr sz="2175" b="1">
                <a:solidFill>
                  <a:srgbClr val="263D4D"/>
                </a:solidFill>
                <a:latin typeface="Yu Gothic"/>
                <a:ea typeface="Yu Gothic"/>
                <a:cs typeface="Yu Gothic"/>
              </a:defRPr>
            </a:lvl9pPr>
          </a:lstStyle>
          <a:p xmlns:a="http://schemas.openxmlformats.org/drawingml/2006/main">
            <a:pPr>
              <a:defRPr sz="2175" b="1">
                <a:solidFill>
                  <a:srgbClr val="263D4D"/>
                </a:solidFill>
                <a:latin typeface="Yu Gothic"/>
                <a:ea typeface="Yu Gothic"/>
                <a:cs typeface="Yu Gothic"/>
              </a:defRPr>
            </a:pPr>
            <a:r>
              <a:rPr sz="2175" b="1">
                <a:solidFill>
                  <a:srgbClr val="263D4D"/>
                </a:solidFill>
                <a:latin typeface="Yu Gothic"/>
                <a:ea typeface="Yu Gothic"/>
                <a:cs typeface="Yu Gothic"/>
              </a:rPr>
              <a:t>加工</a:t>
            </a:r>
          </a:p>
        </p:txBody>
      </p:sp>
      <p:sp>
        <p:nvSpPr>
          <p:cNvPr id="15" name="">
            <a:extLst xmlns:a="http://schemas.openxmlformats.org/drawingml/2006/main">
              <a:ext uri="{FF2B5EF4-FFF2-40B4-BE49-F238E27FC236}">
                <a16:creationId xmlns:a16="http://schemas.microsoft.com/office/drawing/2014/main" id="{70BEE5C6-E6D8-4A14-A018-FD881D417248}"/>
              </a:ext>
            </a:extLst>
          </p:cNvPr>
          <p:cNvSpPr>
            <a:spLocks xmlns:a="http://schemas.openxmlformats.org/drawingml/2006/main" noGrp="1"/>
          </p:cNvSpPr>
          <p:nvPr/>
        </p:nvSpPr>
        <p:spPr>
          <a:xfrm xmlns:a="http://schemas.openxmlformats.org/drawingml/2006/main">
            <a:off x="4381500" y="1714500"/>
            <a:ext cx="70961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0">
                <a:solidFill>
                  <a:srgbClr val="263D4D"/>
                </a:solidFill>
                <a:latin typeface="Yu Gothic"/>
                <a:ea typeface="Yu Gothic"/>
                <a:cs typeface="Yu Gothic"/>
              </a:defRPr>
            </a:defPPr>
            <a:lvl1pPr>
              <a:defRPr sz="2100" b="0">
                <a:solidFill>
                  <a:srgbClr val="263D4D"/>
                </a:solidFill>
                <a:latin typeface="Yu Gothic"/>
                <a:ea typeface="Yu Gothic"/>
                <a:cs typeface="Yu Gothic"/>
              </a:defRPr>
            </a:lvl1pPr>
            <a:lvl2pPr>
              <a:defRPr sz="2100" b="0">
                <a:solidFill>
                  <a:srgbClr val="263D4D"/>
                </a:solidFill>
                <a:latin typeface="Yu Gothic"/>
                <a:ea typeface="Yu Gothic"/>
                <a:cs typeface="Yu Gothic"/>
              </a:defRPr>
            </a:lvl2pPr>
            <a:lvl3pPr>
              <a:defRPr sz="2100" b="0">
                <a:solidFill>
                  <a:srgbClr val="263D4D"/>
                </a:solidFill>
                <a:latin typeface="Yu Gothic"/>
                <a:ea typeface="Yu Gothic"/>
                <a:cs typeface="Yu Gothic"/>
              </a:defRPr>
            </a:lvl3pPr>
            <a:lvl4pPr>
              <a:defRPr sz="2100" b="0">
                <a:solidFill>
                  <a:srgbClr val="263D4D"/>
                </a:solidFill>
                <a:latin typeface="Yu Gothic"/>
                <a:ea typeface="Yu Gothic"/>
                <a:cs typeface="Yu Gothic"/>
              </a:defRPr>
            </a:lvl4pPr>
            <a:lvl5pPr>
              <a:defRPr sz="2100" b="0">
                <a:solidFill>
                  <a:srgbClr val="263D4D"/>
                </a:solidFill>
                <a:latin typeface="Yu Gothic"/>
                <a:ea typeface="Yu Gothic"/>
                <a:cs typeface="Yu Gothic"/>
              </a:defRPr>
            </a:lvl5pPr>
            <a:lvl6pPr>
              <a:defRPr sz="2100" b="0">
                <a:solidFill>
                  <a:srgbClr val="263D4D"/>
                </a:solidFill>
                <a:latin typeface="Yu Gothic"/>
                <a:ea typeface="Yu Gothic"/>
                <a:cs typeface="Yu Gothic"/>
              </a:defRPr>
            </a:lvl6pPr>
            <a:lvl7pPr>
              <a:defRPr sz="2100" b="0">
                <a:solidFill>
                  <a:srgbClr val="263D4D"/>
                </a:solidFill>
                <a:latin typeface="Yu Gothic"/>
                <a:ea typeface="Yu Gothic"/>
                <a:cs typeface="Yu Gothic"/>
              </a:defRPr>
            </a:lvl7pPr>
            <a:lvl8pPr>
              <a:defRPr sz="2100" b="0">
                <a:solidFill>
                  <a:srgbClr val="263D4D"/>
                </a:solidFill>
                <a:latin typeface="Yu Gothic"/>
                <a:ea typeface="Yu Gothic"/>
                <a:cs typeface="Yu Gothic"/>
              </a:defRPr>
            </a:lvl8pPr>
            <a:lvl9pPr>
              <a:defRPr sz="2100" b="0">
                <a:solidFill>
                  <a:srgbClr val="263D4D"/>
                </a:solidFill>
                <a:latin typeface="Yu Gothic"/>
                <a:ea typeface="Yu Gothic"/>
                <a:cs typeface="Yu Gothic"/>
              </a:defRPr>
            </a:lvl9pPr>
          </a:lstStyle>
          <a:p xmlns:a="http://schemas.openxmlformats.org/drawingml/2006/main">
            <a:pPr>
              <a:defRPr sz="2100" b="0">
                <a:solidFill>
                  <a:srgbClr val="263D4D"/>
                </a:solidFill>
                <a:latin typeface="Yu Gothic"/>
                <a:ea typeface="Yu Gothic"/>
                <a:cs typeface="Yu Gothic"/>
              </a:defRPr>
            </a:pPr>
            <a:r>
              <a:rPr sz="2100" b="0">
                <a:solidFill>
                  <a:srgbClr val="263D4D"/>
                </a:solidFill>
                <a:latin typeface="Yu Gothic"/>
                <a:ea typeface="Yu Gothic"/>
                <a:cs typeface="Yu Gothic"/>
              </a:rPr>
              <a:t>発熱・割れ・ばり・寸法精度</a:t>
            </a:r>
          </a:p>
        </p:txBody>
      </p:sp>
      <p:sp>
        <p:nvSpPr>
          <p:cNvPr id="16" name="">
            <a:extLst xmlns:a="http://schemas.openxmlformats.org/drawingml/2006/main">
              <a:ext uri="{FF2B5EF4-FFF2-40B4-BE49-F238E27FC236}">
                <a16:creationId xmlns:a16="http://schemas.microsoft.com/office/drawing/2014/main" id="{09C2BC48-7EB5-4B16-A45D-8B832D745C4B}"/>
              </a:ext>
            </a:extLst>
          </p:cNvPr>
          <p:cNvSpPr>
            <a:spLocks xmlns:a="http://schemas.openxmlformats.org/drawingml/2006/main" noGrp="1"/>
          </p:cNvSpPr>
          <p:nvPr/>
        </p:nvSpPr>
        <p:spPr>
          <a:xfrm xmlns:a="http://schemas.openxmlformats.org/drawingml/2006/main">
            <a:off x="809625" y="2619375"/>
            <a:ext cx="314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263D4D"/>
                </a:solidFill>
                <a:latin typeface="Yu Gothic"/>
                <a:ea typeface="Yu Gothic"/>
                <a:cs typeface="Yu Gothic"/>
              </a:defRPr>
            </a:defPPr>
            <a:lvl1pPr>
              <a:defRPr sz="2175" b="1">
                <a:solidFill>
                  <a:srgbClr val="263D4D"/>
                </a:solidFill>
                <a:latin typeface="Yu Gothic"/>
                <a:ea typeface="Yu Gothic"/>
                <a:cs typeface="Yu Gothic"/>
              </a:defRPr>
            </a:lvl1pPr>
            <a:lvl2pPr>
              <a:defRPr sz="2175" b="1">
                <a:solidFill>
                  <a:srgbClr val="263D4D"/>
                </a:solidFill>
                <a:latin typeface="Yu Gothic"/>
                <a:ea typeface="Yu Gothic"/>
                <a:cs typeface="Yu Gothic"/>
              </a:defRPr>
            </a:lvl2pPr>
            <a:lvl3pPr>
              <a:defRPr sz="2175" b="1">
                <a:solidFill>
                  <a:srgbClr val="263D4D"/>
                </a:solidFill>
                <a:latin typeface="Yu Gothic"/>
                <a:ea typeface="Yu Gothic"/>
                <a:cs typeface="Yu Gothic"/>
              </a:defRPr>
            </a:lvl3pPr>
            <a:lvl4pPr>
              <a:defRPr sz="2175" b="1">
                <a:solidFill>
                  <a:srgbClr val="263D4D"/>
                </a:solidFill>
                <a:latin typeface="Yu Gothic"/>
                <a:ea typeface="Yu Gothic"/>
                <a:cs typeface="Yu Gothic"/>
              </a:defRPr>
            </a:lvl4pPr>
            <a:lvl5pPr>
              <a:defRPr sz="2175" b="1">
                <a:solidFill>
                  <a:srgbClr val="263D4D"/>
                </a:solidFill>
                <a:latin typeface="Yu Gothic"/>
                <a:ea typeface="Yu Gothic"/>
                <a:cs typeface="Yu Gothic"/>
              </a:defRPr>
            </a:lvl5pPr>
            <a:lvl6pPr>
              <a:defRPr sz="2175" b="1">
                <a:solidFill>
                  <a:srgbClr val="263D4D"/>
                </a:solidFill>
                <a:latin typeface="Yu Gothic"/>
                <a:ea typeface="Yu Gothic"/>
                <a:cs typeface="Yu Gothic"/>
              </a:defRPr>
            </a:lvl6pPr>
            <a:lvl7pPr>
              <a:defRPr sz="2175" b="1">
                <a:solidFill>
                  <a:srgbClr val="263D4D"/>
                </a:solidFill>
                <a:latin typeface="Yu Gothic"/>
                <a:ea typeface="Yu Gothic"/>
                <a:cs typeface="Yu Gothic"/>
              </a:defRPr>
            </a:lvl7pPr>
            <a:lvl8pPr>
              <a:defRPr sz="2175" b="1">
                <a:solidFill>
                  <a:srgbClr val="263D4D"/>
                </a:solidFill>
                <a:latin typeface="Yu Gothic"/>
                <a:ea typeface="Yu Gothic"/>
                <a:cs typeface="Yu Gothic"/>
              </a:defRPr>
            </a:lvl8pPr>
            <a:lvl9pPr>
              <a:defRPr sz="2175" b="1">
                <a:solidFill>
                  <a:srgbClr val="263D4D"/>
                </a:solidFill>
                <a:latin typeface="Yu Gothic"/>
                <a:ea typeface="Yu Gothic"/>
                <a:cs typeface="Yu Gothic"/>
              </a:defRPr>
            </a:lvl9pPr>
          </a:lstStyle>
          <a:p xmlns:a="http://schemas.openxmlformats.org/drawingml/2006/main">
            <a:pPr>
              <a:defRPr sz="2175" b="1">
                <a:solidFill>
                  <a:srgbClr val="263D4D"/>
                </a:solidFill>
                <a:latin typeface="Yu Gothic"/>
                <a:ea typeface="Yu Gothic"/>
                <a:cs typeface="Yu Gothic"/>
              </a:defRPr>
            </a:pPr>
            <a:r>
              <a:rPr sz="2175" b="1">
                <a:solidFill>
                  <a:srgbClr val="263D4D"/>
                </a:solidFill>
                <a:latin typeface="Yu Gothic"/>
                <a:ea typeface="Yu Gothic"/>
                <a:cs typeface="Yu Gothic"/>
              </a:rPr>
              <a:t>接着</a:t>
            </a:r>
          </a:p>
        </p:txBody>
      </p:sp>
      <p:sp>
        <p:nvSpPr>
          <p:cNvPr id="17" name="">
            <a:extLst xmlns:a="http://schemas.openxmlformats.org/drawingml/2006/main">
              <a:ext uri="{FF2B5EF4-FFF2-40B4-BE49-F238E27FC236}">
                <a16:creationId xmlns:a16="http://schemas.microsoft.com/office/drawing/2014/main" id="{4109B272-470C-44E0-B27B-5D1EB483701F}"/>
              </a:ext>
            </a:extLst>
          </p:cNvPr>
          <p:cNvSpPr>
            <a:spLocks xmlns:a="http://schemas.openxmlformats.org/drawingml/2006/main" noGrp="1"/>
          </p:cNvSpPr>
          <p:nvPr/>
        </p:nvSpPr>
        <p:spPr>
          <a:xfrm xmlns:a="http://schemas.openxmlformats.org/drawingml/2006/main">
            <a:off x="4381500" y="2619375"/>
            <a:ext cx="70961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0">
                <a:solidFill>
                  <a:srgbClr val="263D4D"/>
                </a:solidFill>
                <a:latin typeface="Yu Gothic"/>
                <a:ea typeface="Yu Gothic"/>
                <a:cs typeface="Yu Gothic"/>
              </a:defRPr>
            </a:defPPr>
            <a:lvl1pPr>
              <a:defRPr sz="2100" b="0">
                <a:solidFill>
                  <a:srgbClr val="263D4D"/>
                </a:solidFill>
                <a:latin typeface="Yu Gothic"/>
                <a:ea typeface="Yu Gothic"/>
                <a:cs typeface="Yu Gothic"/>
              </a:defRPr>
            </a:lvl1pPr>
            <a:lvl2pPr>
              <a:defRPr sz="2100" b="0">
                <a:solidFill>
                  <a:srgbClr val="263D4D"/>
                </a:solidFill>
                <a:latin typeface="Yu Gothic"/>
                <a:ea typeface="Yu Gothic"/>
                <a:cs typeface="Yu Gothic"/>
              </a:defRPr>
            </a:lvl2pPr>
            <a:lvl3pPr>
              <a:defRPr sz="2100" b="0">
                <a:solidFill>
                  <a:srgbClr val="263D4D"/>
                </a:solidFill>
                <a:latin typeface="Yu Gothic"/>
                <a:ea typeface="Yu Gothic"/>
                <a:cs typeface="Yu Gothic"/>
              </a:defRPr>
            </a:lvl3pPr>
            <a:lvl4pPr>
              <a:defRPr sz="2100" b="0">
                <a:solidFill>
                  <a:srgbClr val="263D4D"/>
                </a:solidFill>
                <a:latin typeface="Yu Gothic"/>
                <a:ea typeface="Yu Gothic"/>
                <a:cs typeface="Yu Gothic"/>
              </a:defRPr>
            </a:lvl4pPr>
            <a:lvl5pPr>
              <a:defRPr sz="2100" b="0">
                <a:solidFill>
                  <a:srgbClr val="263D4D"/>
                </a:solidFill>
                <a:latin typeface="Yu Gothic"/>
                <a:ea typeface="Yu Gothic"/>
                <a:cs typeface="Yu Gothic"/>
              </a:defRPr>
            </a:lvl5pPr>
            <a:lvl6pPr>
              <a:defRPr sz="2100" b="0">
                <a:solidFill>
                  <a:srgbClr val="263D4D"/>
                </a:solidFill>
                <a:latin typeface="Yu Gothic"/>
                <a:ea typeface="Yu Gothic"/>
                <a:cs typeface="Yu Gothic"/>
              </a:defRPr>
            </a:lvl6pPr>
            <a:lvl7pPr>
              <a:defRPr sz="2100" b="0">
                <a:solidFill>
                  <a:srgbClr val="263D4D"/>
                </a:solidFill>
                <a:latin typeface="Yu Gothic"/>
                <a:ea typeface="Yu Gothic"/>
                <a:cs typeface="Yu Gothic"/>
              </a:defRPr>
            </a:lvl7pPr>
            <a:lvl8pPr>
              <a:defRPr sz="2100" b="0">
                <a:solidFill>
                  <a:srgbClr val="263D4D"/>
                </a:solidFill>
                <a:latin typeface="Yu Gothic"/>
                <a:ea typeface="Yu Gothic"/>
                <a:cs typeface="Yu Gothic"/>
              </a:defRPr>
            </a:lvl8pPr>
            <a:lvl9pPr>
              <a:defRPr sz="2100" b="0">
                <a:solidFill>
                  <a:srgbClr val="263D4D"/>
                </a:solidFill>
                <a:latin typeface="Yu Gothic"/>
                <a:ea typeface="Yu Gothic"/>
                <a:cs typeface="Yu Gothic"/>
              </a:defRPr>
            </a:lvl9pPr>
          </a:lstStyle>
          <a:p xmlns:a="http://schemas.openxmlformats.org/drawingml/2006/main">
            <a:pPr>
              <a:defRPr sz="2100" b="0">
                <a:solidFill>
                  <a:srgbClr val="263D4D"/>
                </a:solidFill>
                <a:latin typeface="Yu Gothic"/>
                <a:ea typeface="Yu Gothic"/>
                <a:cs typeface="Yu Gothic"/>
              </a:defRPr>
            </a:pPr>
            <a:r>
              <a:rPr sz="2100" b="0">
                <a:solidFill>
                  <a:srgbClr val="263D4D"/>
                </a:solidFill>
                <a:latin typeface="Yu Gothic"/>
                <a:ea typeface="Yu Gothic"/>
                <a:cs typeface="Yu Gothic"/>
              </a:rPr>
              <a:t>材料と接着剤の組合せ・表面・条件</a:t>
            </a:r>
          </a:p>
        </p:txBody>
      </p:sp>
      <p:sp>
        <p:nvSpPr>
          <p:cNvPr id="18" name="">
            <a:extLst xmlns:a="http://schemas.openxmlformats.org/drawingml/2006/main">
              <a:ext uri="{FF2B5EF4-FFF2-40B4-BE49-F238E27FC236}">
                <a16:creationId xmlns:a16="http://schemas.microsoft.com/office/drawing/2014/main" id="{777DD12F-0606-4ECC-AB56-DFC8BE0EB264}"/>
              </a:ext>
            </a:extLst>
          </p:cNvPr>
          <p:cNvSpPr>
            <a:spLocks xmlns:a="http://schemas.openxmlformats.org/drawingml/2006/main" noGrp="1"/>
          </p:cNvSpPr>
          <p:nvPr/>
        </p:nvSpPr>
        <p:spPr>
          <a:xfrm xmlns:a="http://schemas.openxmlformats.org/drawingml/2006/main">
            <a:off x="809625" y="3524250"/>
            <a:ext cx="314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263D4D"/>
                </a:solidFill>
                <a:latin typeface="Yu Gothic"/>
                <a:ea typeface="Yu Gothic"/>
                <a:cs typeface="Yu Gothic"/>
              </a:defRPr>
            </a:defPPr>
            <a:lvl1pPr>
              <a:defRPr sz="2175" b="1">
                <a:solidFill>
                  <a:srgbClr val="263D4D"/>
                </a:solidFill>
                <a:latin typeface="Yu Gothic"/>
                <a:ea typeface="Yu Gothic"/>
                <a:cs typeface="Yu Gothic"/>
              </a:defRPr>
            </a:lvl1pPr>
            <a:lvl2pPr>
              <a:defRPr sz="2175" b="1">
                <a:solidFill>
                  <a:srgbClr val="263D4D"/>
                </a:solidFill>
                <a:latin typeface="Yu Gothic"/>
                <a:ea typeface="Yu Gothic"/>
                <a:cs typeface="Yu Gothic"/>
              </a:defRPr>
            </a:lvl2pPr>
            <a:lvl3pPr>
              <a:defRPr sz="2175" b="1">
                <a:solidFill>
                  <a:srgbClr val="263D4D"/>
                </a:solidFill>
                <a:latin typeface="Yu Gothic"/>
                <a:ea typeface="Yu Gothic"/>
                <a:cs typeface="Yu Gothic"/>
              </a:defRPr>
            </a:lvl3pPr>
            <a:lvl4pPr>
              <a:defRPr sz="2175" b="1">
                <a:solidFill>
                  <a:srgbClr val="263D4D"/>
                </a:solidFill>
                <a:latin typeface="Yu Gothic"/>
                <a:ea typeface="Yu Gothic"/>
                <a:cs typeface="Yu Gothic"/>
              </a:defRPr>
            </a:lvl4pPr>
            <a:lvl5pPr>
              <a:defRPr sz="2175" b="1">
                <a:solidFill>
                  <a:srgbClr val="263D4D"/>
                </a:solidFill>
                <a:latin typeface="Yu Gothic"/>
                <a:ea typeface="Yu Gothic"/>
                <a:cs typeface="Yu Gothic"/>
              </a:defRPr>
            </a:lvl5pPr>
            <a:lvl6pPr>
              <a:defRPr sz="2175" b="1">
                <a:solidFill>
                  <a:srgbClr val="263D4D"/>
                </a:solidFill>
                <a:latin typeface="Yu Gothic"/>
                <a:ea typeface="Yu Gothic"/>
                <a:cs typeface="Yu Gothic"/>
              </a:defRPr>
            </a:lvl6pPr>
            <a:lvl7pPr>
              <a:defRPr sz="2175" b="1">
                <a:solidFill>
                  <a:srgbClr val="263D4D"/>
                </a:solidFill>
                <a:latin typeface="Yu Gothic"/>
                <a:ea typeface="Yu Gothic"/>
                <a:cs typeface="Yu Gothic"/>
              </a:defRPr>
            </a:lvl7pPr>
            <a:lvl8pPr>
              <a:defRPr sz="2175" b="1">
                <a:solidFill>
                  <a:srgbClr val="263D4D"/>
                </a:solidFill>
                <a:latin typeface="Yu Gothic"/>
                <a:ea typeface="Yu Gothic"/>
                <a:cs typeface="Yu Gothic"/>
              </a:defRPr>
            </a:lvl8pPr>
            <a:lvl9pPr>
              <a:defRPr sz="2175" b="1">
                <a:solidFill>
                  <a:srgbClr val="263D4D"/>
                </a:solidFill>
                <a:latin typeface="Yu Gothic"/>
                <a:ea typeface="Yu Gothic"/>
                <a:cs typeface="Yu Gothic"/>
              </a:defRPr>
            </a:lvl9pPr>
          </a:lstStyle>
          <a:p xmlns:a="http://schemas.openxmlformats.org/drawingml/2006/main">
            <a:pPr>
              <a:defRPr sz="2175" b="1">
                <a:solidFill>
                  <a:srgbClr val="263D4D"/>
                </a:solidFill>
                <a:latin typeface="Yu Gothic"/>
                <a:ea typeface="Yu Gothic"/>
                <a:cs typeface="Yu Gothic"/>
              </a:defRPr>
            </a:pPr>
            <a:r>
              <a:rPr sz="2175" b="1">
                <a:solidFill>
                  <a:srgbClr val="263D4D"/>
                </a:solidFill>
                <a:latin typeface="Yu Gothic"/>
                <a:ea typeface="Yu Gothic"/>
                <a:cs typeface="Yu Gothic"/>
              </a:rPr>
              <a:t>ねじ止め</a:t>
            </a:r>
          </a:p>
        </p:txBody>
      </p:sp>
      <p:sp>
        <p:nvSpPr>
          <p:cNvPr id="19" name="">
            <a:extLst xmlns:a="http://schemas.openxmlformats.org/drawingml/2006/main">
              <a:ext uri="{FF2B5EF4-FFF2-40B4-BE49-F238E27FC236}">
                <a16:creationId xmlns:a16="http://schemas.microsoft.com/office/drawing/2014/main" id="{8FBF5ECF-7F60-4ABD-BE70-C4DE1BB59EF0}"/>
              </a:ext>
            </a:extLst>
          </p:cNvPr>
          <p:cNvSpPr>
            <a:spLocks xmlns:a="http://schemas.openxmlformats.org/drawingml/2006/main" noGrp="1"/>
          </p:cNvSpPr>
          <p:nvPr/>
        </p:nvSpPr>
        <p:spPr>
          <a:xfrm xmlns:a="http://schemas.openxmlformats.org/drawingml/2006/main">
            <a:off x="4381500" y="3524250"/>
            <a:ext cx="70961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0">
                <a:solidFill>
                  <a:srgbClr val="263D4D"/>
                </a:solidFill>
                <a:latin typeface="Yu Gothic"/>
                <a:ea typeface="Yu Gothic"/>
                <a:cs typeface="Yu Gothic"/>
              </a:defRPr>
            </a:defPPr>
            <a:lvl1pPr>
              <a:defRPr sz="2100" b="0">
                <a:solidFill>
                  <a:srgbClr val="263D4D"/>
                </a:solidFill>
                <a:latin typeface="Yu Gothic"/>
                <a:ea typeface="Yu Gothic"/>
                <a:cs typeface="Yu Gothic"/>
              </a:defRPr>
            </a:lvl1pPr>
            <a:lvl2pPr>
              <a:defRPr sz="2100" b="0">
                <a:solidFill>
                  <a:srgbClr val="263D4D"/>
                </a:solidFill>
                <a:latin typeface="Yu Gothic"/>
                <a:ea typeface="Yu Gothic"/>
                <a:cs typeface="Yu Gothic"/>
              </a:defRPr>
            </a:lvl2pPr>
            <a:lvl3pPr>
              <a:defRPr sz="2100" b="0">
                <a:solidFill>
                  <a:srgbClr val="263D4D"/>
                </a:solidFill>
                <a:latin typeface="Yu Gothic"/>
                <a:ea typeface="Yu Gothic"/>
                <a:cs typeface="Yu Gothic"/>
              </a:defRPr>
            </a:lvl3pPr>
            <a:lvl4pPr>
              <a:defRPr sz="2100" b="0">
                <a:solidFill>
                  <a:srgbClr val="263D4D"/>
                </a:solidFill>
                <a:latin typeface="Yu Gothic"/>
                <a:ea typeface="Yu Gothic"/>
                <a:cs typeface="Yu Gothic"/>
              </a:defRPr>
            </a:lvl4pPr>
            <a:lvl5pPr>
              <a:defRPr sz="2100" b="0">
                <a:solidFill>
                  <a:srgbClr val="263D4D"/>
                </a:solidFill>
                <a:latin typeface="Yu Gothic"/>
                <a:ea typeface="Yu Gothic"/>
                <a:cs typeface="Yu Gothic"/>
              </a:defRPr>
            </a:lvl5pPr>
            <a:lvl6pPr>
              <a:defRPr sz="2100" b="0">
                <a:solidFill>
                  <a:srgbClr val="263D4D"/>
                </a:solidFill>
                <a:latin typeface="Yu Gothic"/>
                <a:ea typeface="Yu Gothic"/>
                <a:cs typeface="Yu Gothic"/>
              </a:defRPr>
            </a:lvl6pPr>
            <a:lvl7pPr>
              <a:defRPr sz="2100" b="0">
                <a:solidFill>
                  <a:srgbClr val="263D4D"/>
                </a:solidFill>
                <a:latin typeface="Yu Gothic"/>
                <a:ea typeface="Yu Gothic"/>
                <a:cs typeface="Yu Gothic"/>
              </a:defRPr>
            </a:lvl7pPr>
            <a:lvl8pPr>
              <a:defRPr sz="2100" b="0">
                <a:solidFill>
                  <a:srgbClr val="263D4D"/>
                </a:solidFill>
                <a:latin typeface="Yu Gothic"/>
                <a:ea typeface="Yu Gothic"/>
                <a:cs typeface="Yu Gothic"/>
              </a:defRPr>
            </a:lvl8pPr>
            <a:lvl9pPr>
              <a:defRPr sz="2100" b="0">
                <a:solidFill>
                  <a:srgbClr val="263D4D"/>
                </a:solidFill>
                <a:latin typeface="Yu Gothic"/>
                <a:ea typeface="Yu Gothic"/>
                <a:cs typeface="Yu Gothic"/>
              </a:defRPr>
            </a:lvl9pPr>
          </a:lstStyle>
          <a:p xmlns:a="http://schemas.openxmlformats.org/drawingml/2006/main">
            <a:pPr>
              <a:defRPr sz="2100" b="0">
                <a:solidFill>
                  <a:srgbClr val="263D4D"/>
                </a:solidFill>
                <a:latin typeface="Yu Gothic"/>
                <a:ea typeface="Yu Gothic"/>
                <a:cs typeface="Yu Gothic"/>
              </a:defRPr>
            </a:pPr>
            <a:r>
              <a:rPr sz="2100" b="0">
                <a:solidFill>
                  <a:srgbClr val="263D4D"/>
                </a:solidFill>
                <a:latin typeface="Yu Gothic"/>
                <a:ea typeface="Yu Gothic"/>
                <a:cs typeface="Yu Gothic"/>
              </a:rPr>
              <a:t>局所の変形・割れ・締付け・経時変化</a:t>
            </a:r>
          </a:p>
        </p:txBody>
      </p:sp>
      <p:sp>
        <p:nvSpPr>
          <p:cNvPr id="20" name="">
            <a:extLst xmlns:a="http://schemas.openxmlformats.org/drawingml/2006/main">
              <a:ext uri="{FF2B5EF4-FFF2-40B4-BE49-F238E27FC236}">
                <a16:creationId xmlns:a16="http://schemas.microsoft.com/office/drawing/2014/main" id="{DB2A5C74-92E6-4922-8992-8E86CB7C2598}"/>
              </a:ext>
            </a:extLst>
          </p:cNvPr>
          <p:cNvSpPr>
            <a:spLocks xmlns:a="http://schemas.openxmlformats.org/drawingml/2006/main" noGrp="1"/>
          </p:cNvSpPr>
          <p:nvPr/>
        </p:nvSpPr>
        <p:spPr>
          <a:xfrm xmlns:a="http://schemas.openxmlformats.org/drawingml/2006/main">
            <a:off x="809625" y="4429125"/>
            <a:ext cx="314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263D4D"/>
                </a:solidFill>
                <a:latin typeface="Yu Gothic"/>
                <a:ea typeface="Yu Gothic"/>
                <a:cs typeface="Yu Gothic"/>
              </a:defRPr>
            </a:defPPr>
            <a:lvl1pPr>
              <a:defRPr sz="2175" b="1">
                <a:solidFill>
                  <a:srgbClr val="263D4D"/>
                </a:solidFill>
                <a:latin typeface="Yu Gothic"/>
                <a:ea typeface="Yu Gothic"/>
                <a:cs typeface="Yu Gothic"/>
              </a:defRPr>
            </a:lvl1pPr>
            <a:lvl2pPr>
              <a:defRPr sz="2175" b="1">
                <a:solidFill>
                  <a:srgbClr val="263D4D"/>
                </a:solidFill>
                <a:latin typeface="Yu Gothic"/>
                <a:ea typeface="Yu Gothic"/>
                <a:cs typeface="Yu Gothic"/>
              </a:defRPr>
            </a:lvl2pPr>
            <a:lvl3pPr>
              <a:defRPr sz="2175" b="1">
                <a:solidFill>
                  <a:srgbClr val="263D4D"/>
                </a:solidFill>
                <a:latin typeface="Yu Gothic"/>
                <a:ea typeface="Yu Gothic"/>
                <a:cs typeface="Yu Gothic"/>
              </a:defRPr>
            </a:lvl3pPr>
            <a:lvl4pPr>
              <a:defRPr sz="2175" b="1">
                <a:solidFill>
                  <a:srgbClr val="263D4D"/>
                </a:solidFill>
                <a:latin typeface="Yu Gothic"/>
                <a:ea typeface="Yu Gothic"/>
                <a:cs typeface="Yu Gothic"/>
              </a:defRPr>
            </a:lvl4pPr>
            <a:lvl5pPr>
              <a:defRPr sz="2175" b="1">
                <a:solidFill>
                  <a:srgbClr val="263D4D"/>
                </a:solidFill>
                <a:latin typeface="Yu Gothic"/>
                <a:ea typeface="Yu Gothic"/>
                <a:cs typeface="Yu Gothic"/>
              </a:defRPr>
            </a:lvl5pPr>
            <a:lvl6pPr>
              <a:defRPr sz="2175" b="1">
                <a:solidFill>
                  <a:srgbClr val="263D4D"/>
                </a:solidFill>
                <a:latin typeface="Yu Gothic"/>
                <a:ea typeface="Yu Gothic"/>
                <a:cs typeface="Yu Gothic"/>
              </a:defRPr>
            </a:lvl6pPr>
            <a:lvl7pPr>
              <a:defRPr sz="2175" b="1">
                <a:solidFill>
                  <a:srgbClr val="263D4D"/>
                </a:solidFill>
                <a:latin typeface="Yu Gothic"/>
                <a:ea typeface="Yu Gothic"/>
                <a:cs typeface="Yu Gothic"/>
              </a:defRPr>
            </a:lvl7pPr>
            <a:lvl8pPr>
              <a:defRPr sz="2175" b="1">
                <a:solidFill>
                  <a:srgbClr val="263D4D"/>
                </a:solidFill>
                <a:latin typeface="Yu Gothic"/>
                <a:ea typeface="Yu Gothic"/>
                <a:cs typeface="Yu Gothic"/>
              </a:defRPr>
            </a:lvl8pPr>
            <a:lvl9pPr>
              <a:defRPr sz="2175" b="1">
                <a:solidFill>
                  <a:srgbClr val="263D4D"/>
                </a:solidFill>
                <a:latin typeface="Yu Gothic"/>
                <a:ea typeface="Yu Gothic"/>
                <a:cs typeface="Yu Gothic"/>
              </a:defRPr>
            </a:lvl9pPr>
          </a:lstStyle>
          <a:p xmlns:a="http://schemas.openxmlformats.org/drawingml/2006/main">
            <a:pPr>
              <a:defRPr sz="2175" b="1">
                <a:solidFill>
                  <a:srgbClr val="263D4D"/>
                </a:solidFill>
                <a:latin typeface="Yu Gothic"/>
                <a:ea typeface="Yu Gothic"/>
                <a:cs typeface="Yu Gothic"/>
              </a:defRPr>
            </a:pPr>
            <a:r>
              <a:rPr sz="2175" b="1">
                <a:solidFill>
                  <a:srgbClr val="263D4D"/>
                </a:solidFill>
                <a:latin typeface="Yu Gothic"/>
                <a:ea typeface="Yu Gothic"/>
                <a:cs typeface="Yu Gothic"/>
              </a:rPr>
              <a:t>維持</a:t>
            </a:r>
          </a:p>
        </p:txBody>
      </p:sp>
      <p:sp>
        <p:nvSpPr>
          <p:cNvPr id="21" name="">
            <a:extLst xmlns:a="http://schemas.openxmlformats.org/drawingml/2006/main">
              <a:ext uri="{FF2B5EF4-FFF2-40B4-BE49-F238E27FC236}">
                <a16:creationId xmlns:a16="http://schemas.microsoft.com/office/drawing/2014/main" id="{7913227B-8FB0-48CE-A5E1-DDDC89D76280}"/>
              </a:ext>
            </a:extLst>
          </p:cNvPr>
          <p:cNvSpPr>
            <a:spLocks xmlns:a="http://schemas.openxmlformats.org/drawingml/2006/main" noGrp="1"/>
          </p:cNvSpPr>
          <p:nvPr/>
        </p:nvSpPr>
        <p:spPr>
          <a:xfrm xmlns:a="http://schemas.openxmlformats.org/drawingml/2006/main">
            <a:off x="4381500" y="4429125"/>
            <a:ext cx="70961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0">
                <a:solidFill>
                  <a:srgbClr val="263D4D"/>
                </a:solidFill>
                <a:latin typeface="Yu Gothic"/>
                <a:ea typeface="Yu Gothic"/>
                <a:cs typeface="Yu Gothic"/>
              </a:defRPr>
            </a:defPPr>
            <a:lvl1pPr>
              <a:defRPr sz="2100" b="0">
                <a:solidFill>
                  <a:srgbClr val="263D4D"/>
                </a:solidFill>
                <a:latin typeface="Yu Gothic"/>
                <a:ea typeface="Yu Gothic"/>
                <a:cs typeface="Yu Gothic"/>
              </a:defRPr>
            </a:lvl1pPr>
            <a:lvl2pPr>
              <a:defRPr sz="2100" b="0">
                <a:solidFill>
                  <a:srgbClr val="263D4D"/>
                </a:solidFill>
                <a:latin typeface="Yu Gothic"/>
                <a:ea typeface="Yu Gothic"/>
                <a:cs typeface="Yu Gothic"/>
              </a:defRPr>
            </a:lvl2pPr>
            <a:lvl3pPr>
              <a:defRPr sz="2100" b="0">
                <a:solidFill>
                  <a:srgbClr val="263D4D"/>
                </a:solidFill>
                <a:latin typeface="Yu Gothic"/>
                <a:ea typeface="Yu Gothic"/>
                <a:cs typeface="Yu Gothic"/>
              </a:defRPr>
            </a:lvl3pPr>
            <a:lvl4pPr>
              <a:defRPr sz="2100" b="0">
                <a:solidFill>
                  <a:srgbClr val="263D4D"/>
                </a:solidFill>
                <a:latin typeface="Yu Gothic"/>
                <a:ea typeface="Yu Gothic"/>
                <a:cs typeface="Yu Gothic"/>
              </a:defRPr>
            </a:lvl4pPr>
            <a:lvl5pPr>
              <a:defRPr sz="2100" b="0">
                <a:solidFill>
                  <a:srgbClr val="263D4D"/>
                </a:solidFill>
                <a:latin typeface="Yu Gothic"/>
                <a:ea typeface="Yu Gothic"/>
                <a:cs typeface="Yu Gothic"/>
              </a:defRPr>
            </a:lvl5pPr>
            <a:lvl6pPr>
              <a:defRPr sz="2100" b="0">
                <a:solidFill>
                  <a:srgbClr val="263D4D"/>
                </a:solidFill>
                <a:latin typeface="Yu Gothic"/>
                <a:ea typeface="Yu Gothic"/>
                <a:cs typeface="Yu Gothic"/>
              </a:defRPr>
            </a:lvl6pPr>
            <a:lvl7pPr>
              <a:defRPr sz="2100" b="0">
                <a:solidFill>
                  <a:srgbClr val="263D4D"/>
                </a:solidFill>
                <a:latin typeface="Yu Gothic"/>
                <a:ea typeface="Yu Gothic"/>
                <a:cs typeface="Yu Gothic"/>
              </a:defRPr>
            </a:lvl7pPr>
            <a:lvl8pPr>
              <a:defRPr sz="2100" b="0">
                <a:solidFill>
                  <a:srgbClr val="263D4D"/>
                </a:solidFill>
                <a:latin typeface="Yu Gothic"/>
                <a:ea typeface="Yu Gothic"/>
                <a:cs typeface="Yu Gothic"/>
              </a:defRPr>
            </a:lvl8pPr>
            <a:lvl9pPr>
              <a:defRPr sz="2100" b="0">
                <a:solidFill>
                  <a:srgbClr val="263D4D"/>
                </a:solidFill>
                <a:latin typeface="Yu Gothic"/>
                <a:ea typeface="Yu Gothic"/>
                <a:cs typeface="Yu Gothic"/>
              </a:defRPr>
            </a:lvl9pPr>
          </a:lstStyle>
          <a:p xmlns:a="http://schemas.openxmlformats.org/drawingml/2006/main">
            <a:pPr>
              <a:defRPr sz="2100" b="0">
                <a:solidFill>
                  <a:srgbClr val="263D4D"/>
                </a:solidFill>
                <a:latin typeface="Yu Gothic"/>
                <a:ea typeface="Yu Gothic"/>
                <a:cs typeface="Yu Gothic"/>
              </a:defRPr>
            </a:pPr>
            <a:r>
              <a:rPr sz="2100" b="0">
                <a:solidFill>
                  <a:srgbClr val="263D4D"/>
                </a:solidFill>
                <a:latin typeface="Yu Gothic"/>
                <a:ea typeface="Yu Gothic"/>
                <a:cs typeface="Yu Gothic"/>
              </a:rPr>
              <a:t>分解・交換・清掃・点検の方法</a:t>
            </a:r>
          </a:p>
        </p:txBody>
      </p:sp>
      <p:sp>
        <p:nvSpPr>
          <p:cNvPr id="22" name="">
            <a:extLst xmlns:a="http://schemas.openxmlformats.org/drawingml/2006/main">
              <a:ext uri="{FF2B5EF4-FFF2-40B4-BE49-F238E27FC236}">
                <a16:creationId xmlns:a16="http://schemas.microsoft.com/office/drawing/2014/main" id="{CB981751-4FDB-41B8-87F5-FB802C4D1D6F}"/>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defRPr sz="1575" b="0">
                <a:solidFill>
                  <a:srgbClr val="71818B"/>
                </a:solidFill>
                <a:latin typeface="Yu Gothic"/>
                <a:ea typeface="Yu Gothic"/>
                <a:cs typeface="Yu Gothic"/>
              </a:defRPr>
            </a:lvl1pPr>
            <a:lvl2pPr>
              <a:defRPr sz="1575" b="0">
                <a:solidFill>
                  <a:srgbClr val="71818B"/>
                </a:solidFill>
                <a:latin typeface="Yu Gothic"/>
                <a:ea typeface="Yu Gothic"/>
                <a:cs typeface="Yu Gothic"/>
              </a:defRPr>
            </a:lvl2pPr>
            <a:lvl3pPr>
              <a:defRPr sz="1575" b="0">
                <a:solidFill>
                  <a:srgbClr val="71818B"/>
                </a:solidFill>
                <a:latin typeface="Yu Gothic"/>
                <a:ea typeface="Yu Gothic"/>
                <a:cs typeface="Yu Gothic"/>
              </a:defRPr>
            </a:lvl3pPr>
            <a:lvl4pPr>
              <a:defRPr sz="1575" b="0">
                <a:solidFill>
                  <a:srgbClr val="71818B"/>
                </a:solidFill>
                <a:latin typeface="Yu Gothic"/>
                <a:ea typeface="Yu Gothic"/>
                <a:cs typeface="Yu Gothic"/>
              </a:defRPr>
            </a:lvl4pPr>
            <a:lvl5pPr>
              <a:defRPr sz="1575" b="0">
                <a:solidFill>
                  <a:srgbClr val="71818B"/>
                </a:solidFill>
                <a:latin typeface="Yu Gothic"/>
                <a:ea typeface="Yu Gothic"/>
                <a:cs typeface="Yu Gothic"/>
              </a:defRPr>
            </a:lvl5pPr>
            <a:lvl6pPr>
              <a:defRPr sz="1575" b="0">
                <a:solidFill>
                  <a:srgbClr val="71818B"/>
                </a:solidFill>
                <a:latin typeface="Yu Gothic"/>
                <a:ea typeface="Yu Gothic"/>
                <a:cs typeface="Yu Gothic"/>
              </a:defRPr>
            </a:lvl6pPr>
            <a:lvl7pPr>
              <a:defRPr sz="1575" b="0">
                <a:solidFill>
                  <a:srgbClr val="71818B"/>
                </a:solidFill>
                <a:latin typeface="Yu Gothic"/>
                <a:ea typeface="Yu Gothic"/>
                <a:cs typeface="Yu Gothic"/>
              </a:defRPr>
            </a:lvl7pPr>
            <a:lvl8pPr>
              <a:defRPr sz="1575" b="0">
                <a:solidFill>
                  <a:srgbClr val="71818B"/>
                </a:solidFill>
                <a:latin typeface="Yu Gothic"/>
                <a:ea typeface="Yu Gothic"/>
                <a:cs typeface="Yu Gothic"/>
              </a:defRPr>
            </a:lvl8pPr>
            <a:lvl9pPr>
              <a:defRPr sz="1575" b="0">
                <a:solidFill>
                  <a:srgbClr val="71818B"/>
                </a:solidFill>
                <a:latin typeface="Yu Gothic"/>
                <a:ea typeface="Yu Gothic"/>
                <a:cs typeface="Yu Gothic"/>
              </a:defRPr>
            </a:lvl9pPr>
          </a:lstStyle>
          <a:p xmlns:a="http://schemas.openxmlformats.org/drawingml/2006/main">
            <a:pPr>
              <a:defRPr sz="1575" b="0">
                <a:solidFill>
                  <a:srgbClr val="71818B"/>
                </a:solidFill>
                <a:latin typeface="Yu Gothic"/>
                <a:ea typeface="Yu Gothic"/>
                <a:cs typeface="Yu Gothic"/>
              </a:defRPr>
            </a:pPr>
            <a:r>
              <a:rPr sz="1575" b="0">
                <a:solidFill>
                  <a:srgbClr val="71818B"/>
                </a:solidFill>
                <a:latin typeface="Yu Gothic"/>
                <a:ea typeface="Yu Gothic"/>
                <a:cs typeface="Yu Gothic"/>
              </a:rPr>
              <a:t>材料表示・工具・接着剤等の指示を確認して具体化する。</a:t>
            </a:r>
          </a:p>
        </p:txBody>
      </p:sp>
    </p:spTree>
    <p:extLst>
      <p:ext uri="{BB962C8B-B14F-4D97-AF65-F5344CB8AC3E}">
        <p14:creationId xmlns:p14="http://schemas.microsoft.com/office/powerpoint/2010/main" val="117899194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688C8B7-92F3-4686-810F-98C8699D51C2}"/>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93B59"/>
                </a:solidFill>
                <a:latin typeface="Yu Gothic"/>
                <a:ea typeface="Yu Gothic"/>
                <a:cs typeface="Yu Gothic"/>
              </a:defRPr>
            </a:defPPr>
            <a:lvl1pPr>
              <a:buNone/>
              <a:defRPr sz="3000" b="1">
                <a:solidFill>
                  <a:srgbClr val="193B59"/>
                </a:solidFill>
                <a:latin typeface="Yu Gothic"/>
                <a:ea typeface="Yu Gothic"/>
                <a:cs typeface="Yu Gothic"/>
              </a:defRPr>
            </a:lvl1pPr>
            <a:lvl2pPr>
              <a:buNone/>
              <a:defRPr sz="3000" b="1">
                <a:solidFill>
                  <a:srgbClr val="193B59"/>
                </a:solidFill>
                <a:latin typeface="Yu Gothic"/>
                <a:ea typeface="Yu Gothic"/>
                <a:cs typeface="Yu Gothic"/>
              </a:defRPr>
            </a:lvl2pPr>
            <a:lvl3pPr>
              <a:buNone/>
              <a:defRPr sz="3000" b="1">
                <a:solidFill>
                  <a:srgbClr val="193B59"/>
                </a:solidFill>
                <a:latin typeface="Yu Gothic"/>
                <a:ea typeface="Yu Gothic"/>
                <a:cs typeface="Yu Gothic"/>
              </a:defRPr>
            </a:lvl3pPr>
            <a:lvl4pPr>
              <a:buNone/>
              <a:defRPr sz="3000" b="1">
                <a:solidFill>
                  <a:srgbClr val="193B59"/>
                </a:solidFill>
                <a:latin typeface="Yu Gothic"/>
                <a:ea typeface="Yu Gothic"/>
                <a:cs typeface="Yu Gothic"/>
              </a:defRPr>
            </a:lvl4pPr>
            <a:lvl5pPr>
              <a:buNone/>
              <a:defRPr sz="3000" b="1">
                <a:solidFill>
                  <a:srgbClr val="193B59"/>
                </a:solidFill>
                <a:latin typeface="Yu Gothic"/>
                <a:ea typeface="Yu Gothic"/>
                <a:cs typeface="Yu Gothic"/>
              </a:defRPr>
            </a:lvl5pPr>
            <a:lvl6pPr>
              <a:buNone/>
              <a:defRPr sz="3000" b="1">
                <a:solidFill>
                  <a:srgbClr val="193B59"/>
                </a:solidFill>
                <a:latin typeface="Yu Gothic"/>
                <a:ea typeface="Yu Gothic"/>
                <a:cs typeface="Yu Gothic"/>
              </a:defRPr>
            </a:lvl6pPr>
            <a:lvl7pPr>
              <a:buNone/>
              <a:defRPr sz="3000" b="1">
                <a:solidFill>
                  <a:srgbClr val="193B59"/>
                </a:solidFill>
                <a:latin typeface="Yu Gothic"/>
                <a:ea typeface="Yu Gothic"/>
                <a:cs typeface="Yu Gothic"/>
              </a:defRPr>
            </a:lvl7pPr>
            <a:lvl8pPr>
              <a:buNone/>
              <a:defRPr sz="3000" b="1">
                <a:solidFill>
                  <a:srgbClr val="193B59"/>
                </a:solidFill>
                <a:latin typeface="Yu Gothic"/>
                <a:ea typeface="Yu Gothic"/>
                <a:cs typeface="Yu Gothic"/>
              </a:defRPr>
            </a:lvl8pPr>
            <a:lvl9pPr>
              <a:buNone/>
              <a:defRPr sz="3000" b="1">
                <a:solidFill>
                  <a:srgbClr val="193B59"/>
                </a:solidFill>
                <a:latin typeface="Yu Gothic"/>
                <a:ea typeface="Yu Gothic"/>
                <a:cs typeface="Yu Gothic"/>
              </a:defRPr>
            </a:lvl9pPr>
          </a:lstStyle>
          <a:p xmlns:a="http://schemas.openxmlformats.org/drawingml/2006/main">
            <a:pPr>
              <a:buNone/>
              <a:defRPr sz="3000" b="1">
                <a:solidFill>
                  <a:srgbClr val="193B59"/>
                </a:solidFill>
                <a:latin typeface="Yu Gothic"/>
                <a:ea typeface="Yu Gothic"/>
                <a:cs typeface="Yu Gothic"/>
              </a:defRPr>
            </a:pPr>
            <a:r>
              <a:rPr sz="3000" b="1">
                <a:solidFill>
                  <a:srgbClr val="193B59"/>
                </a:solidFill>
                <a:latin typeface="Yu Gothic"/>
                <a:ea typeface="Yu Gothic"/>
                <a:cs typeface="Yu Gothic"/>
              </a:rPr>
              <a:t>短い休憩</a:t>
            </a:r>
          </a:p>
        </p:txBody>
      </p:sp>
      <p:sp>
        <p:nvSpPr>
          <p:cNvPr id="2" name="">
            <a:extLst xmlns:a="http://schemas.openxmlformats.org/drawingml/2006/main">
              <a:ext uri="{FF2B5EF4-FFF2-40B4-BE49-F238E27FC236}">
                <a16:creationId xmlns:a16="http://schemas.microsoft.com/office/drawing/2014/main" id="{2C9269E2-1FCA-4FCC-BE3E-49FE7DC12756}"/>
              </a:ext>
            </a:extLst>
          </p:cNvPr>
          <p:cNvSpPr>
            <a:spLocks xmlns:a="http://schemas.openxmlformats.org/drawingml/2006/main" noGrp="1"/>
          </p:cNvSpPr>
          <p:nvPr/>
        </p:nvSpPr>
        <p:spPr>
          <a:xfrm xmlns:a="http://schemas.openxmlformats.org/drawingml/2006/main" flipH="0" flipV="0">
            <a:off x="685800" y="1323975"/>
            <a:ext cx="10820400" cy="0"/>
          </a:xfrm>
          <a:prstGeom xmlns:a="http://schemas.openxmlformats.org/drawingml/2006/main" prst="line">
            <a:avLst/>
          </a:pr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07FF9D3A-9E15-4039-BCF7-D0CB6220AFBD}"/>
              </a:ext>
            </a:extLst>
          </p:cNvPr>
          <p:cNvSpPr>
            <a:spLocks xmlns:a="http://schemas.openxmlformats.org/drawingml/2006/main" noGrp="1"/>
          </p:cNvSpPr>
          <p:nvPr/>
        </p:nvSpPr>
        <p:spPr>
          <a:xfrm xmlns:a="http://schemas.openxmlformats.org/drawingml/2006/main">
            <a:off x="809625" y="16668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1">
                <a:solidFill>
                  <a:srgbClr val="2A6C9B"/>
                </a:solidFill>
                <a:latin typeface="Yu Gothic"/>
                <a:ea typeface="Yu Gothic"/>
                <a:cs typeface="Yu Gothic"/>
              </a:defRPr>
            </a:defPPr>
            <a:lvl1pPr>
              <a:buNone/>
              <a:defRPr sz="2325" b="1">
                <a:solidFill>
                  <a:srgbClr val="2A6C9B"/>
                </a:solidFill>
                <a:latin typeface="Yu Gothic"/>
                <a:ea typeface="Yu Gothic"/>
                <a:cs typeface="Yu Gothic"/>
              </a:defRPr>
            </a:lvl1pPr>
            <a:lvl2pPr>
              <a:buNone/>
              <a:defRPr sz="2325" b="1">
                <a:solidFill>
                  <a:srgbClr val="2A6C9B"/>
                </a:solidFill>
                <a:latin typeface="Yu Gothic"/>
                <a:ea typeface="Yu Gothic"/>
                <a:cs typeface="Yu Gothic"/>
              </a:defRPr>
            </a:lvl2pPr>
            <a:lvl3pPr>
              <a:buNone/>
              <a:defRPr sz="2325" b="1">
                <a:solidFill>
                  <a:srgbClr val="2A6C9B"/>
                </a:solidFill>
                <a:latin typeface="Yu Gothic"/>
                <a:ea typeface="Yu Gothic"/>
                <a:cs typeface="Yu Gothic"/>
              </a:defRPr>
            </a:lvl3pPr>
            <a:lvl4pPr>
              <a:buNone/>
              <a:defRPr sz="2325" b="1">
                <a:solidFill>
                  <a:srgbClr val="2A6C9B"/>
                </a:solidFill>
                <a:latin typeface="Yu Gothic"/>
                <a:ea typeface="Yu Gothic"/>
                <a:cs typeface="Yu Gothic"/>
              </a:defRPr>
            </a:lvl4pPr>
            <a:lvl5pPr>
              <a:buNone/>
              <a:defRPr sz="2325" b="1">
                <a:solidFill>
                  <a:srgbClr val="2A6C9B"/>
                </a:solidFill>
                <a:latin typeface="Yu Gothic"/>
                <a:ea typeface="Yu Gothic"/>
                <a:cs typeface="Yu Gothic"/>
              </a:defRPr>
            </a:lvl5pPr>
            <a:lvl6pPr>
              <a:buNone/>
              <a:defRPr sz="2325" b="1">
                <a:solidFill>
                  <a:srgbClr val="2A6C9B"/>
                </a:solidFill>
                <a:latin typeface="Yu Gothic"/>
                <a:ea typeface="Yu Gothic"/>
                <a:cs typeface="Yu Gothic"/>
              </a:defRPr>
            </a:lvl6pPr>
            <a:lvl7pPr>
              <a:buNone/>
              <a:defRPr sz="2325" b="1">
                <a:solidFill>
                  <a:srgbClr val="2A6C9B"/>
                </a:solidFill>
                <a:latin typeface="Yu Gothic"/>
                <a:ea typeface="Yu Gothic"/>
                <a:cs typeface="Yu Gothic"/>
              </a:defRPr>
            </a:lvl7pPr>
            <a:lvl8pPr>
              <a:buNone/>
              <a:defRPr sz="2325" b="1">
                <a:solidFill>
                  <a:srgbClr val="2A6C9B"/>
                </a:solidFill>
                <a:latin typeface="Yu Gothic"/>
                <a:ea typeface="Yu Gothic"/>
                <a:cs typeface="Yu Gothic"/>
              </a:defRPr>
            </a:lvl8pPr>
            <a:lvl9pPr>
              <a:buNone/>
              <a:defRPr sz="2325" b="1">
                <a:solidFill>
                  <a:srgbClr val="2A6C9B"/>
                </a:solidFill>
                <a:latin typeface="Yu Gothic"/>
                <a:ea typeface="Yu Gothic"/>
                <a:cs typeface="Yu Gothic"/>
              </a:defRPr>
            </a:lvl9pPr>
          </a:lstStyle>
          <a:p xmlns:a="http://schemas.openxmlformats.org/drawingml/2006/main">
            <a:pPr>
              <a:buNone/>
              <a:defRPr sz="2325" b="1">
                <a:solidFill>
                  <a:srgbClr val="2A6C9B"/>
                </a:solidFill>
                <a:latin typeface="Yu Gothic"/>
                <a:ea typeface="Yu Gothic"/>
                <a:cs typeface="Yu Gothic"/>
              </a:defRPr>
            </a:pPr>
            <a:r>
              <a:rPr sz="2325" b="1">
                <a:solidFill>
                  <a:srgbClr val="2A6C9B"/>
                </a:solidFill>
                <a:latin typeface="Yu Gothic"/>
                <a:ea typeface="Yu Gothic"/>
                <a:cs typeface="Yu Gothic"/>
              </a:rPr>
              <a:t>画面から目を離しましょう</a:t>
            </a:r>
          </a:p>
        </p:txBody>
      </p:sp>
      <p:sp>
        <p:nvSpPr>
          <p:cNvPr id="4" name="">
            <a:extLst xmlns:a="http://schemas.openxmlformats.org/drawingml/2006/main">
              <a:ext uri="{FF2B5EF4-FFF2-40B4-BE49-F238E27FC236}">
                <a16:creationId xmlns:a16="http://schemas.microsoft.com/office/drawing/2014/main" id="{B8691A02-41C6-4EE7-976B-B7FD8219386A}"/>
              </a:ext>
            </a:extLst>
          </p:cNvPr>
          <p:cNvSpPr>
            <a:spLocks xmlns:a="http://schemas.openxmlformats.org/drawingml/2006/main" noGrp="1"/>
          </p:cNvSpPr>
          <p:nvPr/>
        </p:nvSpPr>
        <p:spPr>
          <a:xfrm xmlns:a="http://schemas.openxmlformats.org/drawingml/2006/main">
            <a:off x="809625" y="26193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A6C9B"/>
                </a:solidFill>
                <a:latin typeface="Yu Gothic"/>
                <a:ea typeface="Yu Gothic"/>
                <a:cs typeface="Yu Gothic"/>
              </a:defRPr>
            </a:defPPr>
            <a:lvl1pPr>
              <a:buNone/>
              <a:defRPr sz="2325" b="0">
                <a:solidFill>
                  <a:srgbClr val="2A6C9B"/>
                </a:solidFill>
                <a:latin typeface="Yu Gothic"/>
                <a:ea typeface="Yu Gothic"/>
                <a:cs typeface="Yu Gothic"/>
              </a:defRPr>
            </a:lvl1pPr>
            <a:lvl2pPr>
              <a:buNone/>
              <a:defRPr sz="2325" b="0">
                <a:solidFill>
                  <a:srgbClr val="2A6C9B"/>
                </a:solidFill>
                <a:latin typeface="Yu Gothic"/>
                <a:ea typeface="Yu Gothic"/>
                <a:cs typeface="Yu Gothic"/>
              </a:defRPr>
            </a:lvl2pPr>
            <a:lvl3pPr>
              <a:buNone/>
              <a:defRPr sz="2325" b="0">
                <a:solidFill>
                  <a:srgbClr val="2A6C9B"/>
                </a:solidFill>
                <a:latin typeface="Yu Gothic"/>
                <a:ea typeface="Yu Gothic"/>
                <a:cs typeface="Yu Gothic"/>
              </a:defRPr>
            </a:lvl3pPr>
            <a:lvl4pPr>
              <a:buNone/>
              <a:defRPr sz="2325" b="0">
                <a:solidFill>
                  <a:srgbClr val="2A6C9B"/>
                </a:solidFill>
                <a:latin typeface="Yu Gothic"/>
                <a:ea typeface="Yu Gothic"/>
                <a:cs typeface="Yu Gothic"/>
              </a:defRPr>
            </a:lvl4pPr>
            <a:lvl5pPr>
              <a:buNone/>
              <a:defRPr sz="2325" b="0">
                <a:solidFill>
                  <a:srgbClr val="2A6C9B"/>
                </a:solidFill>
                <a:latin typeface="Yu Gothic"/>
                <a:ea typeface="Yu Gothic"/>
                <a:cs typeface="Yu Gothic"/>
              </a:defRPr>
            </a:lvl5pPr>
            <a:lvl6pPr>
              <a:buNone/>
              <a:defRPr sz="2325" b="0">
                <a:solidFill>
                  <a:srgbClr val="2A6C9B"/>
                </a:solidFill>
                <a:latin typeface="Yu Gothic"/>
                <a:ea typeface="Yu Gothic"/>
                <a:cs typeface="Yu Gothic"/>
              </a:defRPr>
            </a:lvl6pPr>
            <a:lvl7pPr>
              <a:buNone/>
              <a:defRPr sz="2325" b="0">
                <a:solidFill>
                  <a:srgbClr val="2A6C9B"/>
                </a:solidFill>
                <a:latin typeface="Yu Gothic"/>
                <a:ea typeface="Yu Gothic"/>
                <a:cs typeface="Yu Gothic"/>
              </a:defRPr>
            </a:lvl7pPr>
            <a:lvl8pPr>
              <a:buNone/>
              <a:defRPr sz="2325" b="0">
                <a:solidFill>
                  <a:srgbClr val="2A6C9B"/>
                </a:solidFill>
                <a:latin typeface="Yu Gothic"/>
                <a:ea typeface="Yu Gothic"/>
                <a:cs typeface="Yu Gothic"/>
              </a:defRPr>
            </a:lvl8pPr>
            <a:lvl9pPr>
              <a:buNone/>
              <a:defRPr sz="2325" b="0">
                <a:solidFill>
                  <a:srgbClr val="2A6C9B"/>
                </a:solidFill>
                <a:latin typeface="Yu Gothic"/>
                <a:ea typeface="Yu Gothic"/>
                <a:cs typeface="Yu Gothic"/>
              </a:defRPr>
            </a:lvl9pPr>
          </a:lstStyle>
          <a:p xmlns:a="http://schemas.openxmlformats.org/drawingml/2006/main">
            <a:pPr>
              <a:buNone/>
              <a:defRPr sz="2325" b="0">
                <a:solidFill>
                  <a:srgbClr val="2A6C9B"/>
                </a:solidFill>
                <a:latin typeface="Yu Gothic"/>
                <a:ea typeface="Yu Gothic"/>
                <a:cs typeface="Yu Gothic"/>
              </a:defRPr>
            </a:pPr>
            <a:r>
              <a:rPr sz="2325" b="0">
                <a:solidFill>
                  <a:srgbClr val="2A6C9B"/>
                </a:solidFill>
                <a:latin typeface="Yu Gothic"/>
                <a:ea typeface="Yu Gothic"/>
                <a:cs typeface="Yu Gothic"/>
              </a:rPr>
              <a:t>休憩の目安：60秒</a:t>
            </a:r>
          </a:p>
        </p:txBody>
      </p:sp>
      <p:sp>
        <p:nvSpPr>
          <p:cNvPr id="5" name="">
            <a:extLst xmlns:a="http://schemas.openxmlformats.org/drawingml/2006/main">
              <a:ext uri="{FF2B5EF4-FFF2-40B4-BE49-F238E27FC236}">
                <a16:creationId xmlns:a16="http://schemas.microsoft.com/office/drawing/2014/main" id="{0FD9EAFB-DE9A-495B-801B-EA3F5341CBA2}"/>
              </a:ext>
            </a:extLst>
          </p:cNvPr>
          <p:cNvSpPr>
            <a:spLocks xmlns:a="http://schemas.openxmlformats.org/drawingml/2006/main" noGrp="1"/>
          </p:cNvSpPr>
          <p:nvPr/>
        </p:nvSpPr>
        <p:spPr>
          <a:xfrm xmlns:a="http://schemas.openxmlformats.org/drawingml/2006/main">
            <a:off x="809625" y="35718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A6C9B"/>
                </a:solidFill>
                <a:latin typeface="Yu Gothic"/>
                <a:ea typeface="Yu Gothic"/>
                <a:cs typeface="Yu Gothic"/>
              </a:defRPr>
            </a:defPPr>
            <a:lvl1pPr>
              <a:buNone/>
              <a:defRPr sz="2325" b="0">
                <a:solidFill>
                  <a:srgbClr val="2A6C9B"/>
                </a:solidFill>
                <a:latin typeface="Yu Gothic"/>
                <a:ea typeface="Yu Gothic"/>
                <a:cs typeface="Yu Gothic"/>
              </a:defRPr>
            </a:lvl1pPr>
            <a:lvl2pPr>
              <a:buNone/>
              <a:defRPr sz="2325" b="0">
                <a:solidFill>
                  <a:srgbClr val="2A6C9B"/>
                </a:solidFill>
                <a:latin typeface="Yu Gothic"/>
                <a:ea typeface="Yu Gothic"/>
                <a:cs typeface="Yu Gothic"/>
              </a:defRPr>
            </a:lvl2pPr>
            <a:lvl3pPr>
              <a:buNone/>
              <a:defRPr sz="2325" b="0">
                <a:solidFill>
                  <a:srgbClr val="2A6C9B"/>
                </a:solidFill>
                <a:latin typeface="Yu Gothic"/>
                <a:ea typeface="Yu Gothic"/>
                <a:cs typeface="Yu Gothic"/>
              </a:defRPr>
            </a:lvl3pPr>
            <a:lvl4pPr>
              <a:buNone/>
              <a:defRPr sz="2325" b="0">
                <a:solidFill>
                  <a:srgbClr val="2A6C9B"/>
                </a:solidFill>
                <a:latin typeface="Yu Gothic"/>
                <a:ea typeface="Yu Gothic"/>
                <a:cs typeface="Yu Gothic"/>
              </a:defRPr>
            </a:lvl4pPr>
            <a:lvl5pPr>
              <a:buNone/>
              <a:defRPr sz="2325" b="0">
                <a:solidFill>
                  <a:srgbClr val="2A6C9B"/>
                </a:solidFill>
                <a:latin typeface="Yu Gothic"/>
                <a:ea typeface="Yu Gothic"/>
                <a:cs typeface="Yu Gothic"/>
              </a:defRPr>
            </a:lvl5pPr>
            <a:lvl6pPr>
              <a:buNone/>
              <a:defRPr sz="2325" b="0">
                <a:solidFill>
                  <a:srgbClr val="2A6C9B"/>
                </a:solidFill>
                <a:latin typeface="Yu Gothic"/>
                <a:ea typeface="Yu Gothic"/>
                <a:cs typeface="Yu Gothic"/>
              </a:defRPr>
            </a:lvl6pPr>
            <a:lvl7pPr>
              <a:buNone/>
              <a:defRPr sz="2325" b="0">
                <a:solidFill>
                  <a:srgbClr val="2A6C9B"/>
                </a:solidFill>
                <a:latin typeface="Yu Gothic"/>
                <a:ea typeface="Yu Gothic"/>
                <a:cs typeface="Yu Gothic"/>
              </a:defRPr>
            </a:lvl7pPr>
            <a:lvl8pPr>
              <a:buNone/>
              <a:defRPr sz="2325" b="0">
                <a:solidFill>
                  <a:srgbClr val="2A6C9B"/>
                </a:solidFill>
                <a:latin typeface="Yu Gothic"/>
                <a:ea typeface="Yu Gothic"/>
                <a:cs typeface="Yu Gothic"/>
              </a:defRPr>
            </a:lvl8pPr>
            <a:lvl9pPr>
              <a:buNone/>
              <a:defRPr sz="2325" b="0">
                <a:solidFill>
                  <a:srgbClr val="2A6C9B"/>
                </a:solidFill>
                <a:latin typeface="Yu Gothic"/>
                <a:ea typeface="Yu Gothic"/>
                <a:cs typeface="Yu Gothic"/>
              </a:defRPr>
            </a:lvl9pPr>
          </a:lstStyle>
          <a:p xmlns:a="http://schemas.openxmlformats.org/drawingml/2006/main">
            <a:pPr>
              <a:buNone/>
              <a:defRPr sz="2325" b="0">
                <a:solidFill>
                  <a:srgbClr val="2A6C9B"/>
                </a:solidFill>
                <a:latin typeface="Yu Gothic"/>
                <a:ea typeface="Yu Gothic"/>
                <a:cs typeface="Yu Gothic"/>
              </a:defRPr>
            </a:pPr>
            <a:r>
              <a:rPr sz="2325" b="0">
                <a:solidFill>
                  <a:srgbClr val="2A6C9B"/>
                </a:solidFill>
                <a:latin typeface="Yu Gothic"/>
                <a:ea typeface="Yu Gothic"/>
                <a:cs typeface="Yu Gothic"/>
              </a:rPr>
              <a:t>再開後：クリープ：時間とともに変形する</a:t>
            </a:r>
          </a:p>
        </p:txBody>
      </p:sp>
      <p:sp>
        <p:nvSpPr>
          <p:cNvPr id="6" name="">
            <a:extLst xmlns:a="http://schemas.openxmlformats.org/drawingml/2006/main">
              <a:ext uri="{FF2B5EF4-FFF2-40B4-BE49-F238E27FC236}">
                <a16:creationId xmlns:a16="http://schemas.microsoft.com/office/drawing/2014/main" id="{8653AC71-3744-421D-94E3-23D6DF839498}"/>
              </a:ext>
            </a:extLst>
          </p:cNvPr>
          <p:cNvSpPr>
            <a:spLocks xmlns:a="http://schemas.openxmlformats.org/drawingml/2006/main" noGrp="1"/>
          </p:cNvSpPr>
          <p:nvPr/>
        </p:nvSpPr>
        <p:spPr>
          <a:xfrm xmlns:a="http://schemas.openxmlformats.org/drawingml/2006/main">
            <a:off x="809625" y="5667375"/>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725" b="1">
                <a:solidFill>
                  <a:srgbClr val="337568"/>
                </a:solidFill>
                <a:latin typeface="Yu Gothic"/>
                <a:ea typeface="Yu Gothic"/>
                <a:cs typeface="Yu Gothic"/>
              </a:defRPr>
            </a:defPPr>
            <a:lvl1pPr>
              <a:buNone/>
              <a:defRPr sz="1725" b="1">
                <a:solidFill>
                  <a:srgbClr val="337568"/>
                </a:solidFill>
                <a:latin typeface="Yu Gothic"/>
                <a:ea typeface="Yu Gothic"/>
                <a:cs typeface="Yu Gothic"/>
              </a:defRPr>
            </a:lvl1pPr>
            <a:lvl2pPr>
              <a:buNone/>
              <a:defRPr sz="1725" b="1">
                <a:solidFill>
                  <a:srgbClr val="337568"/>
                </a:solidFill>
                <a:latin typeface="Yu Gothic"/>
                <a:ea typeface="Yu Gothic"/>
                <a:cs typeface="Yu Gothic"/>
              </a:defRPr>
            </a:lvl2pPr>
            <a:lvl3pPr>
              <a:buNone/>
              <a:defRPr sz="1725" b="1">
                <a:solidFill>
                  <a:srgbClr val="337568"/>
                </a:solidFill>
                <a:latin typeface="Yu Gothic"/>
                <a:ea typeface="Yu Gothic"/>
                <a:cs typeface="Yu Gothic"/>
              </a:defRPr>
            </a:lvl3pPr>
            <a:lvl4pPr>
              <a:buNone/>
              <a:defRPr sz="1725" b="1">
                <a:solidFill>
                  <a:srgbClr val="337568"/>
                </a:solidFill>
                <a:latin typeface="Yu Gothic"/>
                <a:ea typeface="Yu Gothic"/>
                <a:cs typeface="Yu Gothic"/>
              </a:defRPr>
            </a:lvl4pPr>
            <a:lvl5pPr>
              <a:buNone/>
              <a:defRPr sz="1725" b="1">
                <a:solidFill>
                  <a:srgbClr val="337568"/>
                </a:solidFill>
                <a:latin typeface="Yu Gothic"/>
                <a:ea typeface="Yu Gothic"/>
                <a:cs typeface="Yu Gothic"/>
              </a:defRPr>
            </a:lvl5pPr>
            <a:lvl6pPr>
              <a:buNone/>
              <a:defRPr sz="1725" b="1">
                <a:solidFill>
                  <a:srgbClr val="337568"/>
                </a:solidFill>
                <a:latin typeface="Yu Gothic"/>
                <a:ea typeface="Yu Gothic"/>
                <a:cs typeface="Yu Gothic"/>
              </a:defRPr>
            </a:lvl6pPr>
            <a:lvl7pPr>
              <a:buNone/>
              <a:defRPr sz="1725" b="1">
                <a:solidFill>
                  <a:srgbClr val="337568"/>
                </a:solidFill>
                <a:latin typeface="Yu Gothic"/>
                <a:ea typeface="Yu Gothic"/>
                <a:cs typeface="Yu Gothic"/>
              </a:defRPr>
            </a:lvl7pPr>
            <a:lvl8pPr>
              <a:buNone/>
              <a:defRPr sz="1725" b="1">
                <a:solidFill>
                  <a:srgbClr val="337568"/>
                </a:solidFill>
                <a:latin typeface="Yu Gothic"/>
                <a:ea typeface="Yu Gothic"/>
                <a:cs typeface="Yu Gothic"/>
              </a:defRPr>
            </a:lvl8pPr>
            <a:lvl9pPr>
              <a:buNone/>
              <a:defRPr sz="1725" b="1">
                <a:solidFill>
                  <a:srgbClr val="337568"/>
                </a:solidFill>
                <a:latin typeface="Yu Gothic"/>
                <a:ea typeface="Yu Gothic"/>
                <a:cs typeface="Yu Gothic"/>
              </a:defRPr>
            </a:lvl9pPr>
          </a:lstStyle>
          <a:p xmlns:a="http://schemas.openxmlformats.org/drawingml/2006/main">
            <a:pPr>
              <a:buNone/>
              <a:defRPr sz="1725" b="1">
                <a:solidFill>
                  <a:srgbClr val="337568"/>
                </a:solidFill>
                <a:latin typeface="Yu Gothic"/>
                <a:ea typeface="Yu Gothic"/>
                <a:cs typeface="Yu Gothic"/>
              </a:defRPr>
            </a:pPr>
            <a:r>
              <a:rPr sz="1725" b="1">
                <a:solidFill>
                  <a:srgbClr val="337568"/>
                </a:solidFill>
                <a:latin typeface="Yu Gothic"/>
                <a:ea typeface="Yu Gothic"/>
                <a:cs typeface="Yu Gothic"/>
              </a:rPr>
              <a:t>目安 60秒／必要に応じて一時停止</a:t>
            </a:r>
          </a:p>
        </p:txBody>
      </p:sp>
      <p:sp>
        <p:nvSpPr>
          <p:cNvPr id="7" name="">
            <a:extLst xmlns:a="http://schemas.openxmlformats.org/drawingml/2006/main">
              <a:ext uri="{FF2B5EF4-FFF2-40B4-BE49-F238E27FC236}">
                <a16:creationId xmlns:a16="http://schemas.microsoft.com/office/drawing/2014/main" id="{1A3C6576-79BB-492D-8E52-B9B773418738}"/>
              </a:ext>
            </a:extLst>
          </p:cNvPr>
          <p:cNvSpPr>
            <a:spLocks xmlns:a="http://schemas.openxmlformats.org/drawingml/2006/main" noGrp="1"/>
          </p:cNvSpPr>
          <p:nvPr/>
        </p:nvSpPr>
        <p:spPr>
          <a:xfrm xmlns:a="http://schemas.openxmlformats.org/drawingml/2006/main">
            <a:off x="685800" y="6353175"/>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第8回</a:t>
            </a:r>
          </a:p>
        </p:txBody>
      </p:sp>
      <p:sp>
        <p:nvSpPr>
          <p:cNvPr id="8" name="">
            <a:extLst xmlns:a="http://schemas.openxmlformats.org/drawingml/2006/main">
              <a:ext uri="{FF2B5EF4-FFF2-40B4-BE49-F238E27FC236}">
                <a16:creationId xmlns:a16="http://schemas.microsoft.com/office/drawing/2014/main" id="{755EC207-A68C-4D5F-8922-B4FCF0159F5A}"/>
              </a:ext>
            </a:extLst>
          </p:cNvPr>
          <p:cNvSpPr>
            <a:spLocks xmlns:a="http://schemas.openxmlformats.org/drawingml/2006/main" noGrp="1"/>
          </p:cNvSpPr>
          <p:nvPr/>
        </p:nvSpPr>
        <p:spPr>
          <a:xfrm xmlns:a="http://schemas.openxmlformats.org/drawingml/2006/main">
            <a:off x="10382250" y="6353175"/>
            <a:ext cx="123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9 / 43</a:t>
            </a:r>
          </a:p>
        </p:txBody>
      </p:sp>
    </p:spTree>
    <p:extLst>
      <p:ext uri="{BB962C8B-B14F-4D97-AF65-F5344CB8AC3E}">
        <p14:creationId xmlns:p14="http://schemas.microsoft.com/office/powerpoint/2010/main" val="314041023"/>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499A68CC-639D-4ED2-9110-9A4F0D0DF28C}"/>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93B59"/>
                </a:solidFill>
                <a:latin typeface="Yu Gothic"/>
                <a:ea typeface="Yu Gothic"/>
                <a:cs typeface="Yu Gothic"/>
              </a:defRPr>
            </a:defPPr>
            <a:lvl1pPr>
              <a:buNone/>
              <a:defRPr sz="3000" b="1">
                <a:solidFill>
                  <a:srgbClr val="193B59"/>
                </a:solidFill>
                <a:latin typeface="Yu Gothic"/>
                <a:ea typeface="Yu Gothic"/>
                <a:cs typeface="Yu Gothic"/>
              </a:defRPr>
            </a:lvl1pPr>
            <a:lvl2pPr>
              <a:buNone/>
              <a:defRPr sz="3000" b="1">
                <a:solidFill>
                  <a:srgbClr val="193B59"/>
                </a:solidFill>
                <a:latin typeface="Yu Gothic"/>
                <a:ea typeface="Yu Gothic"/>
                <a:cs typeface="Yu Gothic"/>
              </a:defRPr>
            </a:lvl2pPr>
            <a:lvl3pPr>
              <a:buNone/>
              <a:defRPr sz="3000" b="1">
                <a:solidFill>
                  <a:srgbClr val="193B59"/>
                </a:solidFill>
                <a:latin typeface="Yu Gothic"/>
                <a:ea typeface="Yu Gothic"/>
                <a:cs typeface="Yu Gothic"/>
              </a:defRPr>
            </a:lvl3pPr>
            <a:lvl4pPr>
              <a:buNone/>
              <a:defRPr sz="3000" b="1">
                <a:solidFill>
                  <a:srgbClr val="193B59"/>
                </a:solidFill>
                <a:latin typeface="Yu Gothic"/>
                <a:ea typeface="Yu Gothic"/>
                <a:cs typeface="Yu Gothic"/>
              </a:defRPr>
            </a:lvl4pPr>
            <a:lvl5pPr>
              <a:buNone/>
              <a:defRPr sz="3000" b="1">
                <a:solidFill>
                  <a:srgbClr val="193B59"/>
                </a:solidFill>
                <a:latin typeface="Yu Gothic"/>
                <a:ea typeface="Yu Gothic"/>
                <a:cs typeface="Yu Gothic"/>
              </a:defRPr>
            </a:lvl5pPr>
            <a:lvl6pPr>
              <a:buNone/>
              <a:defRPr sz="3000" b="1">
                <a:solidFill>
                  <a:srgbClr val="193B59"/>
                </a:solidFill>
                <a:latin typeface="Yu Gothic"/>
                <a:ea typeface="Yu Gothic"/>
                <a:cs typeface="Yu Gothic"/>
              </a:defRPr>
            </a:lvl6pPr>
            <a:lvl7pPr>
              <a:buNone/>
              <a:defRPr sz="3000" b="1">
                <a:solidFill>
                  <a:srgbClr val="193B59"/>
                </a:solidFill>
                <a:latin typeface="Yu Gothic"/>
                <a:ea typeface="Yu Gothic"/>
                <a:cs typeface="Yu Gothic"/>
              </a:defRPr>
            </a:lvl7pPr>
            <a:lvl8pPr>
              <a:buNone/>
              <a:defRPr sz="3000" b="1">
                <a:solidFill>
                  <a:srgbClr val="193B59"/>
                </a:solidFill>
                <a:latin typeface="Yu Gothic"/>
                <a:ea typeface="Yu Gothic"/>
                <a:cs typeface="Yu Gothic"/>
              </a:defRPr>
            </a:lvl8pPr>
            <a:lvl9pPr>
              <a:buNone/>
              <a:defRPr sz="3000" b="1">
                <a:solidFill>
                  <a:srgbClr val="193B59"/>
                </a:solidFill>
                <a:latin typeface="Yu Gothic"/>
                <a:ea typeface="Yu Gothic"/>
                <a:cs typeface="Yu Gothic"/>
              </a:defRPr>
            </a:lvl9pPr>
          </a:lstStyle>
          <a:p xmlns:a="http://schemas.openxmlformats.org/drawingml/2006/main">
            <a:pPr>
              <a:buNone/>
              <a:defRPr sz="3000" b="1">
                <a:solidFill>
                  <a:srgbClr val="193B59"/>
                </a:solidFill>
                <a:latin typeface="Yu Gothic"/>
                <a:ea typeface="Yu Gothic"/>
                <a:cs typeface="Yu Gothic"/>
              </a:defRPr>
            </a:pPr>
            <a:r>
              <a:rPr sz="3000" b="1">
                <a:solidFill>
                  <a:srgbClr val="193B59"/>
                </a:solidFill>
                <a:latin typeface="Yu Gothic"/>
                <a:ea typeface="Yu Gothic"/>
                <a:cs typeface="Yu Gothic"/>
              </a:rPr>
              <a:t>クリープ：時間とともに変形する</a:t>
            </a:r>
          </a:p>
        </p:txBody>
      </p:sp>
      <p:sp>
        <p:nvSpPr>
          <p:cNvPr id="2" name="">
            <a:extLst xmlns:a="http://schemas.openxmlformats.org/drawingml/2006/main">
              <a:ext uri="{FF2B5EF4-FFF2-40B4-BE49-F238E27FC236}">
                <a16:creationId xmlns:a16="http://schemas.microsoft.com/office/drawing/2014/main" id="{3D893A26-B5E6-4DA8-9EDF-9758FF709E4D}"/>
              </a:ext>
            </a:extLst>
          </p:cNvPr>
          <p:cNvSpPr>
            <a:spLocks xmlns:a="http://schemas.openxmlformats.org/drawingml/2006/main" noGrp="1"/>
          </p:cNvSpPr>
          <p:nvPr/>
        </p:nvSpPr>
        <p:spPr>
          <a:xfrm xmlns:a="http://schemas.openxmlformats.org/drawingml/2006/main" flipH="0" flipV="0">
            <a:off x="685800" y="1323975"/>
            <a:ext cx="10820400" cy="0"/>
          </a:xfrm>
          <a:prstGeom xmlns:a="http://schemas.openxmlformats.org/drawingml/2006/main" prst="line">
            <a:avLst/>
          </a:prstGeom>
          <a:noFill xmlns:a="http://schemas.openxmlformats.org/drawingml/2006/main"/>
          <a:ln xmlns:a="http://schemas.openxmlformats.org/drawingml/2006/main" w="19050">
            <a:solidFill>
              <a:srgbClr val="D8E1E7"/>
            </a:solidFill>
          </a:ln>
        </p:spPr>
      </p:sp>
      <p:sp>
        <p:nvSpPr>
          <p:cNvPr id="13" name="">
            <a:extLst xmlns:a="http://schemas.openxmlformats.org/drawingml/2006/main">
              <a:ext uri="{FF2B5EF4-FFF2-40B4-BE49-F238E27FC236}">
                <a16:creationId xmlns:a16="http://schemas.microsoft.com/office/drawing/2014/main" id="{1156E215-8FDE-4F24-A81F-AA916A921D2D}"/>
              </a:ext>
            </a:extLst>
          </p:cNvPr>
          <p:cNvSpPr>
            <a:spLocks xmlns:a="http://schemas.openxmlformats.org/drawingml/2006/main" noGrp="1"/>
          </p:cNvSpPr>
          <p:nvPr/>
        </p:nvSpPr>
        <p:spPr>
          <a:xfrm xmlns:a="http://schemas.openxmlformats.org/drawingml/2006/main">
            <a:off x="685800" y="6353175"/>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第8回</a:t>
            </a:r>
          </a:p>
        </p:txBody>
      </p:sp>
      <p:sp>
        <p:nvSpPr>
          <p:cNvPr id="14" name="">
            <a:extLst xmlns:a="http://schemas.openxmlformats.org/drawingml/2006/main">
              <a:ext uri="{FF2B5EF4-FFF2-40B4-BE49-F238E27FC236}">
                <a16:creationId xmlns:a16="http://schemas.microsoft.com/office/drawing/2014/main" id="{4EAF4563-41DF-4CB6-AC36-FE75680179E2}"/>
              </a:ext>
            </a:extLst>
          </p:cNvPr>
          <p:cNvSpPr>
            <a:spLocks xmlns:a="http://schemas.openxmlformats.org/drawingml/2006/main" noGrp="1"/>
          </p:cNvSpPr>
          <p:nvPr/>
        </p:nvSpPr>
        <p:spPr>
          <a:xfrm xmlns:a="http://schemas.openxmlformats.org/drawingml/2006/main">
            <a:off x="10382250" y="6353175"/>
            <a:ext cx="123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10 / 43</a:t>
            </a:r>
          </a:p>
        </p:txBody>
      </p:sp>
      <p:sp>
        <p:nvSpPr>
          <p:cNvPr id="16" name="">
            <a:extLst xmlns:a="http://schemas.openxmlformats.org/drawingml/2006/main">
              <a:ext uri="{FF2B5EF4-FFF2-40B4-BE49-F238E27FC236}">
                <a16:creationId xmlns:a16="http://schemas.microsoft.com/office/drawing/2014/main" id="{F0C97086-0FA0-4261-BF1E-5DA65C04BCCF}"/>
              </a:ext>
            </a:extLst>
          </p:cNvPr>
          <p:cNvSpPr>
            <a:spLocks xmlns:a="http://schemas.openxmlformats.org/drawingml/2006/main" noGrp="1"/>
          </p:cNvSpPr>
          <p:nvPr/>
        </p:nvSpPr>
        <p:spPr>
          <a:xfrm xmlns:a="http://schemas.openxmlformats.org/drawingml/2006/main">
            <a:off x="1143000" y="2667000"/>
            <a:ext cx="2571750" cy="333375"/>
          </a:xfrm>
          <a:prstGeom xmlns:a="http://schemas.openxmlformats.org/drawingml/2006/main" prst="rect">
            <a:avLst/>
          </a:prstGeom>
          <a:solidFill xmlns:a="http://schemas.openxmlformats.org/drawingml/2006/main">
            <a:srgbClr val="E8F0F4"/>
          </a:solidFill>
          <a:ln xmlns:a="http://schemas.openxmlformats.org/drawingml/2006/main" w="16193">
            <a:solidFill>
              <a:srgbClr val="71818B"/>
            </a:solidFill>
          </a:ln>
        </p:spPr>
      </p:sp>
      <p:sp>
        <p:nvSpPr>
          <p:cNvPr id="17" name="">
            <a:extLst xmlns:a="http://schemas.openxmlformats.org/drawingml/2006/main">
              <a:ext uri="{FF2B5EF4-FFF2-40B4-BE49-F238E27FC236}">
                <a16:creationId xmlns:a16="http://schemas.microsoft.com/office/drawing/2014/main" id="{A0B9284D-F256-4DD2-A01C-5AEBF42E3A82}"/>
              </a:ext>
            </a:extLst>
          </p:cNvPr>
          <p:cNvSpPr>
            <a:spLocks xmlns:a="http://schemas.openxmlformats.org/drawingml/2006/main" noGrp="1"/>
          </p:cNvSpPr>
          <p:nvPr/>
        </p:nvSpPr>
        <p:spPr>
          <a:xfrm xmlns:a="http://schemas.openxmlformats.org/drawingml/2006/main">
            <a:off x="1143000" y="3000375"/>
            <a:ext cx="2571750" cy="238125"/>
          </a:xfrm>
          <a:custGeom xmlns:a="http://schemas.openxmlformats.org/drawingml/2006/main">
            <a:pathLst>
              <a:path w="2571750" h="238125">
                <a:moveTo>
                  <a:pt x="0" y="0"/>
                </a:moveTo>
                <a:lnTo>
                  <a:pt x="1285875" y="238125"/>
                </a:lnTo>
                <a:lnTo>
                  <a:pt x="2571750" y="0"/>
                </a:lnTo>
              </a:path>
            </a:pathLst>
          </a:custGeom>
          <a:noFill xmlns:a="http://schemas.openxmlformats.org/drawingml/2006/main"/>
          <a:ln xmlns:a="http://schemas.openxmlformats.org/drawingml/2006/main" w="38100">
            <a:solidFill>
              <a:srgbClr val="2876A8"/>
            </a:solidFill>
          </a:ln>
        </p:spPr>
      </p:sp>
      <p:sp>
        <p:nvSpPr>
          <p:cNvPr id="18" name="">
            <a:extLst xmlns:a="http://schemas.openxmlformats.org/drawingml/2006/main">
              <a:ext uri="{FF2B5EF4-FFF2-40B4-BE49-F238E27FC236}">
                <a16:creationId xmlns:a16="http://schemas.microsoft.com/office/drawing/2014/main" id="{3A8CE294-9121-4599-813A-0FD0A26FDC49}"/>
              </a:ext>
            </a:extLst>
          </p:cNvPr>
          <p:cNvSpPr>
            <a:spLocks xmlns:a="http://schemas.openxmlformats.org/drawingml/2006/main" noGrp="1"/>
          </p:cNvSpPr>
          <p:nvPr/>
        </p:nvSpPr>
        <p:spPr>
          <a:xfrm xmlns:a="http://schemas.openxmlformats.org/drawingml/2006/main">
            <a:off x="2428875" y="2000250"/>
            <a:ext cx="9525" cy="666750"/>
          </a:xfrm>
          <a:custGeom xmlns:a="http://schemas.openxmlformats.org/drawingml/2006/main">
            <a:pathLst>
              <a:path w="9525" h="666750">
                <a:moveTo>
                  <a:pt x="0" y="0"/>
                </a:moveTo>
                <a:lnTo>
                  <a:pt x="0" y="666750"/>
                </a:lnTo>
              </a:path>
            </a:pathLst>
          </a:custGeom>
          <a:noFill xmlns:a="http://schemas.openxmlformats.org/drawingml/2006/main"/>
          <a:ln xmlns:a="http://schemas.openxmlformats.org/drawingml/2006/main" w="28575">
            <a:solidFill>
              <a:srgbClr val="C4483C"/>
            </a:solidFill>
          </a:ln>
        </p:spPr>
      </p:sp>
      <p:sp>
        <p:nvSpPr>
          <p:cNvPr id="19" name="">
            <a:extLst xmlns:a="http://schemas.openxmlformats.org/drawingml/2006/main">
              <a:ext uri="{FF2B5EF4-FFF2-40B4-BE49-F238E27FC236}">
                <a16:creationId xmlns:a16="http://schemas.microsoft.com/office/drawing/2014/main" id="{2631A881-AB21-425D-85D0-F7356BF8E2D0}"/>
              </a:ext>
            </a:extLst>
          </p:cNvPr>
          <p:cNvSpPr>
            <a:spLocks xmlns:a="http://schemas.openxmlformats.org/drawingml/2006/main" noGrp="1"/>
          </p:cNvSpPr>
          <p:nvPr/>
        </p:nvSpPr>
        <p:spPr>
          <a:xfrm xmlns:a="http://schemas.openxmlformats.org/drawingml/2006/main">
            <a:off x="2380869" y="2552700"/>
            <a:ext cx="96012" cy="114300"/>
          </a:xfrm>
          <a:custGeom xmlns:a="http://schemas.openxmlformats.org/drawingml/2006/main">
            <a:pathLst>
              <a:path w="96012" h="114300">
                <a:moveTo>
                  <a:pt x="48006" y="114300"/>
                </a:moveTo>
                <a:lnTo>
                  <a:pt x="96012" y="0"/>
                </a:lnTo>
                <a:lnTo>
                  <a:pt x="0" y="0"/>
                </a:lnTo>
                <a:close/>
              </a:path>
            </a:pathLst>
          </a:custGeom>
          <a:solidFill xmlns:a="http://schemas.openxmlformats.org/drawingml/2006/main">
            <a:srgbClr val="C4483C"/>
          </a:solidFill>
          <a:ln xmlns:a="http://schemas.openxmlformats.org/drawingml/2006/main" w="4763">
            <a:solidFill>
              <a:srgbClr val="C4483C"/>
            </a:solidFill>
          </a:ln>
        </p:spPr>
      </p:sp>
      <p:sp>
        <p:nvSpPr>
          <p:cNvPr id="20" name="">
            <a:extLst xmlns:a="http://schemas.openxmlformats.org/drawingml/2006/main">
              <a:ext uri="{FF2B5EF4-FFF2-40B4-BE49-F238E27FC236}">
                <a16:creationId xmlns:a16="http://schemas.microsoft.com/office/drawing/2014/main" id="{11DDF9D0-F8DF-40BB-B192-9FD9E75D36AD}"/>
              </a:ext>
            </a:extLst>
          </p:cNvPr>
          <p:cNvSpPr>
            <a:spLocks xmlns:a="http://schemas.openxmlformats.org/drawingml/2006/main" noGrp="1"/>
          </p:cNvSpPr>
          <p:nvPr/>
        </p:nvSpPr>
        <p:spPr>
          <a:xfrm xmlns:a="http://schemas.openxmlformats.org/drawingml/2006/main">
            <a:off x="1238250" y="1524000"/>
            <a:ext cx="323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1">
                <a:solidFill>
                  <a:srgbClr val="263D4D"/>
                </a:solidFill>
                <a:latin typeface="Yu Gothic"/>
                <a:ea typeface="Yu Gothic"/>
                <a:cs typeface="Yu Gothic"/>
              </a:defRPr>
            </a:defPPr>
            <a:lvl1pPr>
              <a:defRPr sz="2250" b="1">
                <a:solidFill>
                  <a:srgbClr val="263D4D"/>
                </a:solidFill>
                <a:latin typeface="Yu Gothic"/>
                <a:ea typeface="Yu Gothic"/>
                <a:cs typeface="Yu Gothic"/>
              </a:defRPr>
            </a:lvl1pPr>
            <a:lvl2pPr>
              <a:defRPr sz="2250" b="1">
                <a:solidFill>
                  <a:srgbClr val="263D4D"/>
                </a:solidFill>
                <a:latin typeface="Yu Gothic"/>
                <a:ea typeface="Yu Gothic"/>
                <a:cs typeface="Yu Gothic"/>
              </a:defRPr>
            </a:lvl2pPr>
            <a:lvl3pPr>
              <a:defRPr sz="2250" b="1">
                <a:solidFill>
                  <a:srgbClr val="263D4D"/>
                </a:solidFill>
                <a:latin typeface="Yu Gothic"/>
                <a:ea typeface="Yu Gothic"/>
                <a:cs typeface="Yu Gothic"/>
              </a:defRPr>
            </a:lvl3pPr>
            <a:lvl4pPr>
              <a:defRPr sz="2250" b="1">
                <a:solidFill>
                  <a:srgbClr val="263D4D"/>
                </a:solidFill>
                <a:latin typeface="Yu Gothic"/>
                <a:ea typeface="Yu Gothic"/>
                <a:cs typeface="Yu Gothic"/>
              </a:defRPr>
            </a:lvl4pPr>
            <a:lvl5pPr>
              <a:defRPr sz="2250" b="1">
                <a:solidFill>
                  <a:srgbClr val="263D4D"/>
                </a:solidFill>
                <a:latin typeface="Yu Gothic"/>
                <a:ea typeface="Yu Gothic"/>
                <a:cs typeface="Yu Gothic"/>
              </a:defRPr>
            </a:lvl5pPr>
            <a:lvl6pPr>
              <a:defRPr sz="2250" b="1">
                <a:solidFill>
                  <a:srgbClr val="263D4D"/>
                </a:solidFill>
                <a:latin typeface="Yu Gothic"/>
                <a:ea typeface="Yu Gothic"/>
                <a:cs typeface="Yu Gothic"/>
              </a:defRPr>
            </a:lvl6pPr>
            <a:lvl7pPr>
              <a:defRPr sz="2250" b="1">
                <a:solidFill>
                  <a:srgbClr val="263D4D"/>
                </a:solidFill>
                <a:latin typeface="Yu Gothic"/>
                <a:ea typeface="Yu Gothic"/>
                <a:cs typeface="Yu Gothic"/>
              </a:defRPr>
            </a:lvl7pPr>
            <a:lvl8pPr>
              <a:defRPr sz="2250" b="1">
                <a:solidFill>
                  <a:srgbClr val="263D4D"/>
                </a:solidFill>
                <a:latin typeface="Yu Gothic"/>
                <a:ea typeface="Yu Gothic"/>
                <a:cs typeface="Yu Gothic"/>
              </a:defRPr>
            </a:lvl8pPr>
            <a:lvl9pPr>
              <a:defRPr sz="2250" b="1">
                <a:solidFill>
                  <a:srgbClr val="263D4D"/>
                </a:solidFill>
                <a:latin typeface="Yu Gothic"/>
                <a:ea typeface="Yu Gothic"/>
                <a:cs typeface="Yu Gothic"/>
              </a:defRPr>
            </a:lvl9pPr>
          </a:lstStyle>
          <a:p xmlns:a="http://schemas.openxmlformats.org/drawingml/2006/main">
            <a:pPr>
              <a:defRPr sz="2250" b="1">
                <a:solidFill>
                  <a:srgbClr val="263D4D"/>
                </a:solidFill>
                <a:latin typeface="Yu Gothic"/>
                <a:ea typeface="Yu Gothic"/>
                <a:cs typeface="Yu Gothic"/>
              </a:defRPr>
            </a:pPr>
            <a:r>
              <a:rPr sz="2250" b="1">
                <a:solidFill>
                  <a:srgbClr val="263D4D"/>
                </a:solidFill>
                <a:latin typeface="Yu Gothic"/>
                <a:ea typeface="Yu Gothic"/>
                <a:cs typeface="Yu Gothic"/>
              </a:rPr>
              <a:t>一定荷重</a:t>
            </a:r>
          </a:p>
        </p:txBody>
      </p:sp>
      <p:sp>
        <p:nvSpPr>
          <p:cNvPr id="21" name="">
            <a:extLst xmlns:a="http://schemas.openxmlformats.org/drawingml/2006/main">
              <a:ext uri="{FF2B5EF4-FFF2-40B4-BE49-F238E27FC236}">
                <a16:creationId xmlns:a16="http://schemas.microsoft.com/office/drawing/2014/main" id="{0C0283C5-66C6-413F-A732-306067783907}"/>
              </a:ext>
            </a:extLst>
          </p:cNvPr>
          <p:cNvSpPr>
            <a:spLocks xmlns:a="http://schemas.openxmlformats.org/drawingml/2006/main" noGrp="1"/>
          </p:cNvSpPr>
          <p:nvPr/>
        </p:nvSpPr>
        <p:spPr>
          <a:xfrm xmlns:a="http://schemas.openxmlformats.org/drawingml/2006/main">
            <a:off x="4667250" y="1619250"/>
            <a:ext cx="333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263D4D"/>
                </a:solidFill>
                <a:latin typeface="Yu Gothic"/>
                <a:ea typeface="Yu Gothic"/>
                <a:cs typeface="Yu Gothic"/>
              </a:defRPr>
            </a:defPPr>
            <a:lvl1pPr>
              <a:defRPr sz="2175" b="1">
                <a:solidFill>
                  <a:srgbClr val="263D4D"/>
                </a:solidFill>
                <a:latin typeface="Yu Gothic"/>
                <a:ea typeface="Yu Gothic"/>
                <a:cs typeface="Yu Gothic"/>
              </a:defRPr>
            </a:lvl1pPr>
            <a:lvl2pPr>
              <a:defRPr sz="2175" b="1">
                <a:solidFill>
                  <a:srgbClr val="263D4D"/>
                </a:solidFill>
                <a:latin typeface="Yu Gothic"/>
                <a:ea typeface="Yu Gothic"/>
                <a:cs typeface="Yu Gothic"/>
              </a:defRPr>
            </a:lvl2pPr>
            <a:lvl3pPr>
              <a:defRPr sz="2175" b="1">
                <a:solidFill>
                  <a:srgbClr val="263D4D"/>
                </a:solidFill>
                <a:latin typeface="Yu Gothic"/>
                <a:ea typeface="Yu Gothic"/>
                <a:cs typeface="Yu Gothic"/>
              </a:defRPr>
            </a:lvl3pPr>
            <a:lvl4pPr>
              <a:defRPr sz="2175" b="1">
                <a:solidFill>
                  <a:srgbClr val="263D4D"/>
                </a:solidFill>
                <a:latin typeface="Yu Gothic"/>
                <a:ea typeface="Yu Gothic"/>
                <a:cs typeface="Yu Gothic"/>
              </a:defRPr>
            </a:lvl4pPr>
            <a:lvl5pPr>
              <a:defRPr sz="2175" b="1">
                <a:solidFill>
                  <a:srgbClr val="263D4D"/>
                </a:solidFill>
                <a:latin typeface="Yu Gothic"/>
                <a:ea typeface="Yu Gothic"/>
                <a:cs typeface="Yu Gothic"/>
              </a:defRPr>
            </a:lvl5pPr>
            <a:lvl6pPr>
              <a:defRPr sz="2175" b="1">
                <a:solidFill>
                  <a:srgbClr val="263D4D"/>
                </a:solidFill>
                <a:latin typeface="Yu Gothic"/>
                <a:ea typeface="Yu Gothic"/>
                <a:cs typeface="Yu Gothic"/>
              </a:defRPr>
            </a:lvl6pPr>
            <a:lvl7pPr>
              <a:defRPr sz="2175" b="1">
                <a:solidFill>
                  <a:srgbClr val="263D4D"/>
                </a:solidFill>
                <a:latin typeface="Yu Gothic"/>
                <a:ea typeface="Yu Gothic"/>
                <a:cs typeface="Yu Gothic"/>
              </a:defRPr>
            </a:lvl7pPr>
            <a:lvl8pPr>
              <a:defRPr sz="2175" b="1">
                <a:solidFill>
                  <a:srgbClr val="263D4D"/>
                </a:solidFill>
                <a:latin typeface="Yu Gothic"/>
                <a:ea typeface="Yu Gothic"/>
                <a:cs typeface="Yu Gothic"/>
              </a:defRPr>
            </a:lvl8pPr>
            <a:lvl9pPr>
              <a:defRPr sz="2175" b="1">
                <a:solidFill>
                  <a:srgbClr val="263D4D"/>
                </a:solidFill>
                <a:latin typeface="Yu Gothic"/>
                <a:ea typeface="Yu Gothic"/>
                <a:cs typeface="Yu Gothic"/>
              </a:defRPr>
            </a:lvl9pPr>
          </a:lstStyle>
          <a:p xmlns:a="http://schemas.openxmlformats.org/drawingml/2006/main">
            <a:pPr>
              <a:defRPr sz="2175" b="1">
                <a:solidFill>
                  <a:srgbClr val="263D4D"/>
                </a:solidFill>
                <a:latin typeface="Yu Gothic"/>
                <a:ea typeface="Yu Gothic"/>
                <a:cs typeface="Yu Gothic"/>
              </a:defRPr>
            </a:pPr>
            <a:r>
              <a:rPr sz="2175" b="1">
                <a:solidFill>
                  <a:srgbClr val="263D4D"/>
                </a:solidFill>
                <a:latin typeface="Yu Gothic"/>
                <a:ea typeface="Yu Gothic"/>
                <a:cs typeface="Yu Gothic"/>
              </a:rPr>
              <a:t>時間が経つ</a:t>
            </a:r>
          </a:p>
        </p:txBody>
      </p:sp>
      <p:sp>
        <p:nvSpPr>
          <p:cNvPr id="22" name="">
            <a:extLst xmlns:a="http://schemas.openxmlformats.org/drawingml/2006/main">
              <a:ext uri="{FF2B5EF4-FFF2-40B4-BE49-F238E27FC236}">
                <a16:creationId xmlns:a16="http://schemas.microsoft.com/office/drawing/2014/main" id="{E79E0142-44F3-4010-AAB7-E4D443465687}"/>
              </a:ext>
            </a:extLst>
          </p:cNvPr>
          <p:cNvSpPr>
            <a:spLocks xmlns:a="http://schemas.openxmlformats.org/drawingml/2006/main" noGrp="1"/>
          </p:cNvSpPr>
          <p:nvPr/>
        </p:nvSpPr>
        <p:spPr>
          <a:xfrm xmlns:a="http://schemas.openxmlformats.org/drawingml/2006/main">
            <a:off x="4381500" y="3333750"/>
            <a:ext cx="1571625" cy="9525"/>
          </a:xfrm>
          <a:custGeom xmlns:a="http://schemas.openxmlformats.org/drawingml/2006/main">
            <a:pathLst>
              <a:path w="1571625" h="9525">
                <a:moveTo>
                  <a:pt x="0" y="0"/>
                </a:moveTo>
                <a:lnTo>
                  <a:pt x="1571625" y="0"/>
                </a:lnTo>
              </a:path>
            </a:pathLst>
          </a:custGeom>
          <a:noFill xmlns:a="http://schemas.openxmlformats.org/drawingml/2006/main"/>
          <a:ln xmlns:a="http://schemas.openxmlformats.org/drawingml/2006/main" w="28575">
            <a:solidFill>
              <a:srgbClr val="71818B"/>
            </a:solidFill>
          </a:ln>
        </p:spPr>
      </p:sp>
      <p:sp>
        <p:nvSpPr>
          <p:cNvPr id="23" name="">
            <a:extLst xmlns:a="http://schemas.openxmlformats.org/drawingml/2006/main">
              <a:ext uri="{FF2B5EF4-FFF2-40B4-BE49-F238E27FC236}">
                <a16:creationId xmlns:a16="http://schemas.microsoft.com/office/drawing/2014/main" id="{C2DB18ED-4E1B-4FB5-BD7C-57A70A95FFCE}"/>
              </a:ext>
            </a:extLst>
          </p:cNvPr>
          <p:cNvSpPr>
            <a:spLocks xmlns:a="http://schemas.openxmlformats.org/drawingml/2006/main" noGrp="1"/>
          </p:cNvSpPr>
          <p:nvPr/>
        </p:nvSpPr>
        <p:spPr>
          <a:xfrm xmlns:a="http://schemas.openxmlformats.org/drawingml/2006/main">
            <a:off x="5838825" y="3285744"/>
            <a:ext cx="114300" cy="96012"/>
          </a:xfrm>
          <a:custGeom xmlns:a="http://schemas.openxmlformats.org/drawingml/2006/main">
            <a:pathLst>
              <a:path w="114300" h="96012">
                <a:moveTo>
                  <a:pt x="114300" y="48006"/>
                </a:moveTo>
                <a:lnTo>
                  <a:pt x="0" y="0"/>
                </a:lnTo>
                <a:lnTo>
                  <a:pt x="0" y="96012"/>
                </a:lnTo>
                <a:close/>
              </a:path>
            </a:pathLst>
          </a:custGeom>
          <a:solidFill xmlns:a="http://schemas.openxmlformats.org/drawingml/2006/main">
            <a:srgbClr val="71818B"/>
          </a:solidFill>
          <a:ln xmlns:a="http://schemas.openxmlformats.org/drawingml/2006/main" w="4763">
            <a:solidFill>
              <a:srgbClr val="71818B"/>
            </a:solidFill>
          </a:ln>
        </p:spPr>
      </p:sp>
      <p:sp>
        <p:nvSpPr>
          <p:cNvPr id="24" name="">
            <a:extLst xmlns:a="http://schemas.openxmlformats.org/drawingml/2006/main">
              <a:ext uri="{FF2B5EF4-FFF2-40B4-BE49-F238E27FC236}">
                <a16:creationId xmlns:a16="http://schemas.microsoft.com/office/drawing/2014/main" id="{57D440E9-F0D3-4FF8-8BAF-8DD9201B30A1}"/>
              </a:ext>
            </a:extLst>
          </p:cNvPr>
          <p:cNvSpPr>
            <a:spLocks xmlns:a="http://schemas.openxmlformats.org/drawingml/2006/main" noGrp="1"/>
          </p:cNvSpPr>
          <p:nvPr/>
        </p:nvSpPr>
        <p:spPr>
          <a:xfrm xmlns:a="http://schemas.openxmlformats.org/drawingml/2006/main">
            <a:off x="7429500" y="2667000"/>
            <a:ext cx="2571750" cy="333375"/>
          </a:xfrm>
          <a:prstGeom xmlns:a="http://schemas.openxmlformats.org/drawingml/2006/main" prst="rect">
            <a:avLst/>
          </a:prstGeom>
          <a:solidFill xmlns:a="http://schemas.openxmlformats.org/drawingml/2006/main">
            <a:srgbClr val="E8F0F4"/>
          </a:solidFill>
          <a:ln xmlns:a="http://schemas.openxmlformats.org/drawingml/2006/main" w="16193">
            <a:solidFill>
              <a:srgbClr val="71818B"/>
            </a:solidFill>
          </a:ln>
        </p:spPr>
      </p:sp>
      <p:sp>
        <p:nvSpPr>
          <p:cNvPr id="25" name="">
            <a:extLst xmlns:a="http://schemas.openxmlformats.org/drawingml/2006/main">
              <a:ext uri="{FF2B5EF4-FFF2-40B4-BE49-F238E27FC236}">
                <a16:creationId xmlns:a16="http://schemas.microsoft.com/office/drawing/2014/main" id="{C6062813-59DC-4218-970E-55B28B94B311}"/>
              </a:ext>
            </a:extLst>
          </p:cNvPr>
          <p:cNvSpPr>
            <a:spLocks xmlns:a="http://schemas.openxmlformats.org/drawingml/2006/main" noGrp="1"/>
          </p:cNvSpPr>
          <p:nvPr/>
        </p:nvSpPr>
        <p:spPr>
          <a:xfrm xmlns:a="http://schemas.openxmlformats.org/drawingml/2006/main">
            <a:off x="7429500" y="3000375"/>
            <a:ext cx="2571750" cy="1000125"/>
          </a:xfrm>
          <a:custGeom xmlns:a="http://schemas.openxmlformats.org/drawingml/2006/main">
            <a:pathLst>
              <a:path w="2571750" h="1000125">
                <a:moveTo>
                  <a:pt x="0" y="0"/>
                </a:moveTo>
                <a:lnTo>
                  <a:pt x="1285875" y="1000125"/>
                </a:lnTo>
                <a:lnTo>
                  <a:pt x="2571750" y="0"/>
                </a:lnTo>
              </a:path>
            </a:pathLst>
          </a:custGeom>
          <a:noFill xmlns:a="http://schemas.openxmlformats.org/drawingml/2006/main"/>
          <a:ln xmlns:a="http://schemas.openxmlformats.org/drawingml/2006/main" w="38100">
            <a:solidFill>
              <a:srgbClr val="2876A8"/>
            </a:solidFill>
          </a:ln>
        </p:spPr>
      </p:sp>
      <p:sp>
        <p:nvSpPr>
          <p:cNvPr id="26" name="">
            <a:extLst xmlns:a="http://schemas.openxmlformats.org/drawingml/2006/main">
              <a:ext uri="{FF2B5EF4-FFF2-40B4-BE49-F238E27FC236}">
                <a16:creationId xmlns:a16="http://schemas.microsoft.com/office/drawing/2014/main" id="{91BD0056-375C-45E1-B93C-2949CFE0A51B}"/>
              </a:ext>
            </a:extLst>
          </p:cNvPr>
          <p:cNvSpPr>
            <a:spLocks xmlns:a="http://schemas.openxmlformats.org/drawingml/2006/main" noGrp="1"/>
          </p:cNvSpPr>
          <p:nvPr/>
        </p:nvSpPr>
        <p:spPr>
          <a:xfrm xmlns:a="http://schemas.openxmlformats.org/drawingml/2006/main">
            <a:off x="8715375" y="2000250"/>
            <a:ext cx="9525" cy="666750"/>
          </a:xfrm>
          <a:custGeom xmlns:a="http://schemas.openxmlformats.org/drawingml/2006/main">
            <a:pathLst>
              <a:path w="9525" h="666750">
                <a:moveTo>
                  <a:pt x="0" y="0"/>
                </a:moveTo>
                <a:lnTo>
                  <a:pt x="0" y="666750"/>
                </a:lnTo>
              </a:path>
            </a:pathLst>
          </a:custGeom>
          <a:noFill xmlns:a="http://schemas.openxmlformats.org/drawingml/2006/main"/>
          <a:ln xmlns:a="http://schemas.openxmlformats.org/drawingml/2006/main" w="28575">
            <a:solidFill>
              <a:srgbClr val="C4483C"/>
            </a:solidFill>
          </a:ln>
        </p:spPr>
      </p:sp>
      <p:sp>
        <p:nvSpPr>
          <p:cNvPr id="27" name="">
            <a:extLst xmlns:a="http://schemas.openxmlformats.org/drawingml/2006/main">
              <a:ext uri="{FF2B5EF4-FFF2-40B4-BE49-F238E27FC236}">
                <a16:creationId xmlns:a16="http://schemas.microsoft.com/office/drawing/2014/main" id="{77508FED-890B-4C68-90CC-6E77BAC51131}"/>
              </a:ext>
            </a:extLst>
          </p:cNvPr>
          <p:cNvSpPr>
            <a:spLocks xmlns:a="http://schemas.openxmlformats.org/drawingml/2006/main" noGrp="1"/>
          </p:cNvSpPr>
          <p:nvPr/>
        </p:nvSpPr>
        <p:spPr>
          <a:xfrm xmlns:a="http://schemas.openxmlformats.org/drawingml/2006/main">
            <a:off x="8667369" y="2552700"/>
            <a:ext cx="96012" cy="114300"/>
          </a:xfrm>
          <a:custGeom xmlns:a="http://schemas.openxmlformats.org/drawingml/2006/main">
            <a:pathLst>
              <a:path w="96012" h="114300">
                <a:moveTo>
                  <a:pt x="48006" y="114300"/>
                </a:moveTo>
                <a:lnTo>
                  <a:pt x="96012" y="0"/>
                </a:lnTo>
                <a:lnTo>
                  <a:pt x="0" y="0"/>
                </a:lnTo>
                <a:close/>
              </a:path>
            </a:pathLst>
          </a:custGeom>
          <a:solidFill xmlns:a="http://schemas.openxmlformats.org/drawingml/2006/main">
            <a:srgbClr val="C4483C"/>
          </a:solidFill>
          <a:ln xmlns:a="http://schemas.openxmlformats.org/drawingml/2006/main" w="4763">
            <a:solidFill>
              <a:srgbClr val="C4483C"/>
            </a:solidFill>
          </a:ln>
        </p:spPr>
      </p:sp>
      <p:sp>
        <p:nvSpPr>
          <p:cNvPr id="28" name="">
            <a:extLst xmlns:a="http://schemas.openxmlformats.org/drawingml/2006/main">
              <a:ext uri="{FF2B5EF4-FFF2-40B4-BE49-F238E27FC236}">
                <a16:creationId xmlns:a16="http://schemas.microsoft.com/office/drawing/2014/main" id="{AE623A8D-4E03-4BC1-99F5-33F5134FE3D3}"/>
              </a:ext>
            </a:extLst>
          </p:cNvPr>
          <p:cNvSpPr>
            <a:spLocks xmlns:a="http://schemas.openxmlformats.org/drawingml/2006/main" noGrp="1"/>
          </p:cNvSpPr>
          <p:nvPr/>
        </p:nvSpPr>
        <p:spPr>
          <a:xfrm xmlns:a="http://schemas.openxmlformats.org/drawingml/2006/main">
            <a:off x="7810500" y="4524375"/>
            <a:ext cx="333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1">
                <a:solidFill>
                  <a:srgbClr val="263D4D"/>
                </a:solidFill>
                <a:latin typeface="Yu Gothic"/>
                <a:ea typeface="Yu Gothic"/>
                <a:cs typeface="Yu Gothic"/>
              </a:defRPr>
            </a:defPPr>
            <a:lvl1pPr>
              <a:defRPr sz="2325" b="1">
                <a:solidFill>
                  <a:srgbClr val="263D4D"/>
                </a:solidFill>
                <a:latin typeface="Yu Gothic"/>
                <a:ea typeface="Yu Gothic"/>
                <a:cs typeface="Yu Gothic"/>
              </a:defRPr>
            </a:lvl1pPr>
            <a:lvl2pPr>
              <a:defRPr sz="2325" b="1">
                <a:solidFill>
                  <a:srgbClr val="263D4D"/>
                </a:solidFill>
                <a:latin typeface="Yu Gothic"/>
                <a:ea typeface="Yu Gothic"/>
                <a:cs typeface="Yu Gothic"/>
              </a:defRPr>
            </a:lvl2pPr>
            <a:lvl3pPr>
              <a:defRPr sz="2325" b="1">
                <a:solidFill>
                  <a:srgbClr val="263D4D"/>
                </a:solidFill>
                <a:latin typeface="Yu Gothic"/>
                <a:ea typeface="Yu Gothic"/>
                <a:cs typeface="Yu Gothic"/>
              </a:defRPr>
            </a:lvl3pPr>
            <a:lvl4pPr>
              <a:defRPr sz="2325" b="1">
                <a:solidFill>
                  <a:srgbClr val="263D4D"/>
                </a:solidFill>
                <a:latin typeface="Yu Gothic"/>
                <a:ea typeface="Yu Gothic"/>
                <a:cs typeface="Yu Gothic"/>
              </a:defRPr>
            </a:lvl4pPr>
            <a:lvl5pPr>
              <a:defRPr sz="2325" b="1">
                <a:solidFill>
                  <a:srgbClr val="263D4D"/>
                </a:solidFill>
                <a:latin typeface="Yu Gothic"/>
                <a:ea typeface="Yu Gothic"/>
                <a:cs typeface="Yu Gothic"/>
              </a:defRPr>
            </a:lvl5pPr>
            <a:lvl6pPr>
              <a:defRPr sz="2325" b="1">
                <a:solidFill>
                  <a:srgbClr val="263D4D"/>
                </a:solidFill>
                <a:latin typeface="Yu Gothic"/>
                <a:ea typeface="Yu Gothic"/>
                <a:cs typeface="Yu Gothic"/>
              </a:defRPr>
            </a:lvl6pPr>
            <a:lvl7pPr>
              <a:defRPr sz="2325" b="1">
                <a:solidFill>
                  <a:srgbClr val="263D4D"/>
                </a:solidFill>
                <a:latin typeface="Yu Gothic"/>
                <a:ea typeface="Yu Gothic"/>
                <a:cs typeface="Yu Gothic"/>
              </a:defRPr>
            </a:lvl7pPr>
            <a:lvl8pPr>
              <a:defRPr sz="2325" b="1">
                <a:solidFill>
                  <a:srgbClr val="263D4D"/>
                </a:solidFill>
                <a:latin typeface="Yu Gothic"/>
                <a:ea typeface="Yu Gothic"/>
                <a:cs typeface="Yu Gothic"/>
              </a:defRPr>
            </a:lvl8pPr>
            <a:lvl9pPr>
              <a:defRPr sz="2325" b="1">
                <a:solidFill>
                  <a:srgbClr val="263D4D"/>
                </a:solidFill>
                <a:latin typeface="Yu Gothic"/>
                <a:ea typeface="Yu Gothic"/>
                <a:cs typeface="Yu Gothic"/>
              </a:defRPr>
            </a:lvl9pPr>
          </a:lstStyle>
          <a:p xmlns:a="http://schemas.openxmlformats.org/drawingml/2006/main">
            <a:pPr>
              <a:defRPr sz="2325" b="1">
                <a:solidFill>
                  <a:srgbClr val="263D4D"/>
                </a:solidFill>
                <a:latin typeface="Yu Gothic"/>
                <a:ea typeface="Yu Gothic"/>
                <a:cs typeface="Yu Gothic"/>
              </a:defRPr>
            </a:pPr>
            <a:r>
              <a:rPr sz="2325" b="1">
                <a:solidFill>
                  <a:srgbClr val="263D4D"/>
                </a:solidFill>
                <a:latin typeface="Yu Gothic"/>
                <a:ea typeface="Yu Gothic"/>
                <a:cs typeface="Yu Gothic"/>
              </a:rPr>
              <a:t>変形が進む</a:t>
            </a:r>
          </a:p>
        </p:txBody>
      </p:sp>
      <p:sp>
        <p:nvSpPr>
          <p:cNvPr id="29" name="">
            <a:extLst xmlns:a="http://schemas.openxmlformats.org/drawingml/2006/main">
              <a:ext uri="{FF2B5EF4-FFF2-40B4-BE49-F238E27FC236}">
                <a16:creationId xmlns:a16="http://schemas.microsoft.com/office/drawing/2014/main" id="{159E29DD-37DC-450D-8518-52132307027F}"/>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defRPr sz="1575" b="0">
                <a:solidFill>
                  <a:srgbClr val="71818B"/>
                </a:solidFill>
                <a:latin typeface="Yu Gothic"/>
                <a:ea typeface="Yu Gothic"/>
                <a:cs typeface="Yu Gothic"/>
              </a:defRPr>
            </a:lvl1pPr>
            <a:lvl2pPr>
              <a:defRPr sz="1575" b="0">
                <a:solidFill>
                  <a:srgbClr val="71818B"/>
                </a:solidFill>
                <a:latin typeface="Yu Gothic"/>
                <a:ea typeface="Yu Gothic"/>
                <a:cs typeface="Yu Gothic"/>
              </a:defRPr>
            </a:lvl2pPr>
            <a:lvl3pPr>
              <a:defRPr sz="1575" b="0">
                <a:solidFill>
                  <a:srgbClr val="71818B"/>
                </a:solidFill>
                <a:latin typeface="Yu Gothic"/>
                <a:ea typeface="Yu Gothic"/>
                <a:cs typeface="Yu Gothic"/>
              </a:defRPr>
            </a:lvl3pPr>
            <a:lvl4pPr>
              <a:defRPr sz="1575" b="0">
                <a:solidFill>
                  <a:srgbClr val="71818B"/>
                </a:solidFill>
                <a:latin typeface="Yu Gothic"/>
                <a:ea typeface="Yu Gothic"/>
                <a:cs typeface="Yu Gothic"/>
              </a:defRPr>
            </a:lvl4pPr>
            <a:lvl5pPr>
              <a:defRPr sz="1575" b="0">
                <a:solidFill>
                  <a:srgbClr val="71818B"/>
                </a:solidFill>
                <a:latin typeface="Yu Gothic"/>
                <a:ea typeface="Yu Gothic"/>
                <a:cs typeface="Yu Gothic"/>
              </a:defRPr>
            </a:lvl5pPr>
            <a:lvl6pPr>
              <a:defRPr sz="1575" b="0">
                <a:solidFill>
                  <a:srgbClr val="71818B"/>
                </a:solidFill>
                <a:latin typeface="Yu Gothic"/>
                <a:ea typeface="Yu Gothic"/>
                <a:cs typeface="Yu Gothic"/>
              </a:defRPr>
            </a:lvl6pPr>
            <a:lvl7pPr>
              <a:defRPr sz="1575" b="0">
                <a:solidFill>
                  <a:srgbClr val="71818B"/>
                </a:solidFill>
                <a:latin typeface="Yu Gothic"/>
                <a:ea typeface="Yu Gothic"/>
                <a:cs typeface="Yu Gothic"/>
              </a:defRPr>
            </a:lvl7pPr>
            <a:lvl8pPr>
              <a:defRPr sz="1575" b="0">
                <a:solidFill>
                  <a:srgbClr val="71818B"/>
                </a:solidFill>
                <a:latin typeface="Yu Gothic"/>
                <a:ea typeface="Yu Gothic"/>
                <a:cs typeface="Yu Gothic"/>
              </a:defRPr>
            </a:lvl8pPr>
            <a:lvl9pPr>
              <a:defRPr sz="1575" b="0">
                <a:solidFill>
                  <a:srgbClr val="71818B"/>
                </a:solidFill>
                <a:latin typeface="Yu Gothic"/>
                <a:ea typeface="Yu Gothic"/>
                <a:cs typeface="Yu Gothic"/>
              </a:defRPr>
            </a:lvl9pPr>
          </a:lstStyle>
          <a:p xmlns:a="http://schemas.openxmlformats.org/drawingml/2006/main">
            <a:pPr>
              <a:defRPr sz="1575" b="0">
                <a:solidFill>
                  <a:srgbClr val="71818B"/>
                </a:solidFill>
                <a:latin typeface="Yu Gothic"/>
                <a:ea typeface="Yu Gothic"/>
                <a:cs typeface="Yu Gothic"/>
              </a:defRPr>
            </a:pPr>
            <a:r>
              <a:rPr sz="1575" b="0">
                <a:solidFill>
                  <a:srgbClr val="71818B"/>
                </a:solidFill>
                <a:latin typeface="Yu Gothic"/>
                <a:ea typeface="Yu Gothic"/>
                <a:cs typeface="Yu Gothic"/>
              </a:rPr>
              <a:t>同じ荷重・温度での概念例。変形量は誇張。実測値・寿命・破壊時刻を示す図ではない。</a:t>
            </a:r>
          </a:p>
        </p:txBody>
      </p:sp>
    </p:spTree>
    <p:extLst>
      <p:ext uri="{BB962C8B-B14F-4D97-AF65-F5344CB8AC3E}">
        <p14:creationId xmlns:p14="http://schemas.microsoft.com/office/powerpoint/2010/main" val="178446524"/>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494CC3C7-D66C-4AF9-8037-92E3BED62003}"/>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93B59"/>
                </a:solidFill>
                <a:latin typeface="Yu Gothic"/>
                <a:ea typeface="Yu Gothic"/>
                <a:cs typeface="Yu Gothic"/>
              </a:defRPr>
            </a:defPPr>
            <a:lvl1pPr>
              <a:buNone/>
              <a:defRPr sz="3000" b="1">
                <a:solidFill>
                  <a:srgbClr val="193B59"/>
                </a:solidFill>
                <a:latin typeface="Yu Gothic"/>
                <a:ea typeface="Yu Gothic"/>
                <a:cs typeface="Yu Gothic"/>
              </a:defRPr>
            </a:lvl1pPr>
            <a:lvl2pPr>
              <a:buNone/>
              <a:defRPr sz="3000" b="1">
                <a:solidFill>
                  <a:srgbClr val="193B59"/>
                </a:solidFill>
                <a:latin typeface="Yu Gothic"/>
                <a:ea typeface="Yu Gothic"/>
                <a:cs typeface="Yu Gothic"/>
              </a:defRPr>
            </a:lvl2pPr>
            <a:lvl3pPr>
              <a:buNone/>
              <a:defRPr sz="3000" b="1">
                <a:solidFill>
                  <a:srgbClr val="193B59"/>
                </a:solidFill>
                <a:latin typeface="Yu Gothic"/>
                <a:ea typeface="Yu Gothic"/>
                <a:cs typeface="Yu Gothic"/>
              </a:defRPr>
            </a:lvl3pPr>
            <a:lvl4pPr>
              <a:buNone/>
              <a:defRPr sz="3000" b="1">
                <a:solidFill>
                  <a:srgbClr val="193B59"/>
                </a:solidFill>
                <a:latin typeface="Yu Gothic"/>
                <a:ea typeface="Yu Gothic"/>
                <a:cs typeface="Yu Gothic"/>
              </a:defRPr>
            </a:lvl4pPr>
            <a:lvl5pPr>
              <a:buNone/>
              <a:defRPr sz="3000" b="1">
                <a:solidFill>
                  <a:srgbClr val="193B59"/>
                </a:solidFill>
                <a:latin typeface="Yu Gothic"/>
                <a:ea typeface="Yu Gothic"/>
                <a:cs typeface="Yu Gothic"/>
              </a:defRPr>
            </a:lvl5pPr>
            <a:lvl6pPr>
              <a:buNone/>
              <a:defRPr sz="3000" b="1">
                <a:solidFill>
                  <a:srgbClr val="193B59"/>
                </a:solidFill>
                <a:latin typeface="Yu Gothic"/>
                <a:ea typeface="Yu Gothic"/>
                <a:cs typeface="Yu Gothic"/>
              </a:defRPr>
            </a:lvl6pPr>
            <a:lvl7pPr>
              <a:buNone/>
              <a:defRPr sz="3000" b="1">
                <a:solidFill>
                  <a:srgbClr val="193B59"/>
                </a:solidFill>
                <a:latin typeface="Yu Gothic"/>
                <a:ea typeface="Yu Gothic"/>
                <a:cs typeface="Yu Gothic"/>
              </a:defRPr>
            </a:lvl7pPr>
            <a:lvl8pPr>
              <a:buNone/>
              <a:defRPr sz="3000" b="1">
                <a:solidFill>
                  <a:srgbClr val="193B59"/>
                </a:solidFill>
                <a:latin typeface="Yu Gothic"/>
                <a:ea typeface="Yu Gothic"/>
                <a:cs typeface="Yu Gothic"/>
              </a:defRPr>
            </a:lvl8pPr>
            <a:lvl9pPr>
              <a:buNone/>
              <a:defRPr sz="3000" b="1">
                <a:solidFill>
                  <a:srgbClr val="193B59"/>
                </a:solidFill>
                <a:latin typeface="Yu Gothic"/>
                <a:ea typeface="Yu Gothic"/>
                <a:cs typeface="Yu Gothic"/>
              </a:defRPr>
            </a:lvl9pPr>
          </a:lstStyle>
          <a:p xmlns:a="http://schemas.openxmlformats.org/drawingml/2006/main">
            <a:pPr>
              <a:buNone/>
              <a:defRPr sz="3000" b="1">
                <a:solidFill>
                  <a:srgbClr val="193B59"/>
                </a:solidFill>
                <a:latin typeface="Yu Gothic"/>
                <a:ea typeface="Yu Gothic"/>
                <a:cs typeface="Yu Gothic"/>
              </a:defRPr>
            </a:pPr>
            <a:r>
              <a:rPr sz="3000" b="1">
                <a:solidFill>
                  <a:srgbClr val="193B59"/>
                </a:solidFill>
                <a:latin typeface="Yu Gothic"/>
                <a:ea typeface="Yu Gothic"/>
                <a:cs typeface="Yu Gothic"/>
              </a:rPr>
              <a:t>初期変形と長期変形</a:t>
            </a:r>
          </a:p>
        </p:txBody>
      </p:sp>
      <p:sp>
        <p:nvSpPr>
          <p:cNvPr id="2" name="">
            <a:extLst xmlns:a="http://schemas.openxmlformats.org/drawingml/2006/main">
              <a:ext uri="{FF2B5EF4-FFF2-40B4-BE49-F238E27FC236}">
                <a16:creationId xmlns:a16="http://schemas.microsoft.com/office/drawing/2014/main" id="{359E5D0F-CC84-433D-B2F2-25D602E62694}"/>
              </a:ext>
            </a:extLst>
          </p:cNvPr>
          <p:cNvSpPr>
            <a:spLocks xmlns:a="http://schemas.openxmlformats.org/drawingml/2006/main" noGrp="1"/>
          </p:cNvSpPr>
          <p:nvPr/>
        </p:nvSpPr>
        <p:spPr>
          <a:xfrm xmlns:a="http://schemas.openxmlformats.org/drawingml/2006/main" flipH="0" flipV="0">
            <a:off x="685800" y="1323975"/>
            <a:ext cx="10820400" cy="0"/>
          </a:xfrm>
          <a:prstGeom xmlns:a="http://schemas.openxmlformats.org/drawingml/2006/main" prst="line">
            <a:avLst/>
          </a:prstGeom>
          <a:noFill xmlns:a="http://schemas.openxmlformats.org/drawingml/2006/main"/>
          <a:ln xmlns:a="http://schemas.openxmlformats.org/drawingml/2006/main" w="19050">
            <a:solidFill>
              <a:srgbClr val="D8E1E7"/>
            </a:solidFill>
          </a:ln>
        </p:spPr>
      </p:sp>
      <p:sp>
        <p:nvSpPr>
          <p:cNvPr id="13" name="">
            <a:extLst xmlns:a="http://schemas.openxmlformats.org/drawingml/2006/main">
              <a:ext uri="{FF2B5EF4-FFF2-40B4-BE49-F238E27FC236}">
                <a16:creationId xmlns:a16="http://schemas.microsoft.com/office/drawing/2014/main" id="{312B8F99-BC08-4BE2-A52B-BF810C0FA6A8}"/>
              </a:ext>
            </a:extLst>
          </p:cNvPr>
          <p:cNvSpPr>
            <a:spLocks xmlns:a="http://schemas.openxmlformats.org/drawingml/2006/main" noGrp="1"/>
          </p:cNvSpPr>
          <p:nvPr/>
        </p:nvSpPr>
        <p:spPr>
          <a:xfrm xmlns:a="http://schemas.openxmlformats.org/drawingml/2006/main">
            <a:off x="685800" y="6353175"/>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第8回</a:t>
            </a:r>
          </a:p>
        </p:txBody>
      </p:sp>
      <p:sp>
        <p:nvSpPr>
          <p:cNvPr id="14" name="">
            <a:extLst xmlns:a="http://schemas.openxmlformats.org/drawingml/2006/main">
              <a:ext uri="{FF2B5EF4-FFF2-40B4-BE49-F238E27FC236}">
                <a16:creationId xmlns:a16="http://schemas.microsoft.com/office/drawing/2014/main" id="{71E1ACB9-AEB1-4A51-9B92-6A8F718BFDBB}"/>
              </a:ext>
            </a:extLst>
          </p:cNvPr>
          <p:cNvSpPr>
            <a:spLocks xmlns:a="http://schemas.openxmlformats.org/drawingml/2006/main" noGrp="1"/>
          </p:cNvSpPr>
          <p:nvPr/>
        </p:nvSpPr>
        <p:spPr>
          <a:xfrm xmlns:a="http://schemas.openxmlformats.org/drawingml/2006/main">
            <a:off x="10382250" y="6353175"/>
            <a:ext cx="123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11 / 43</a:t>
            </a:r>
          </a:p>
        </p:txBody>
      </p:sp>
      <p:sp>
        <p:nvSpPr>
          <p:cNvPr id="16" name="">
            <a:extLst xmlns:a="http://schemas.openxmlformats.org/drawingml/2006/main">
              <a:ext uri="{FF2B5EF4-FFF2-40B4-BE49-F238E27FC236}">
                <a16:creationId xmlns:a16="http://schemas.microsoft.com/office/drawing/2014/main" id="{75D6ED0E-9484-42BE-97BC-4571D38DB9D4}"/>
              </a:ext>
            </a:extLst>
          </p:cNvPr>
          <p:cNvSpPr>
            <a:spLocks xmlns:a="http://schemas.openxmlformats.org/drawingml/2006/main" noGrp="1"/>
          </p:cNvSpPr>
          <p:nvPr/>
        </p:nvSpPr>
        <p:spPr>
          <a:xfrm xmlns:a="http://schemas.openxmlformats.org/drawingml/2006/main">
            <a:off x="809625" y="1714500"/>
            <a:ext cx="314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263D4D"/>
                </a:solidFill>
                <a:latin typeface="Yu Gothic"/>
                <a:ea typeface="Yu Gothic"/>
                <a:cs typeface="Yu Gothic"/>
              </a:defRPr>
            </a:defPPr>
            <a:lvl1pPr>
              <a:defRPr sz="2175" b="1">
                <a:solidFill>
                  <a:srgbClr val="263D4D"/>
                </a:solidFill>
                <a:latin typeface="Yu Gothic"/>
                <a:ea typeface="Yu Gothic"/>
                <a:cs typeface="Yu Gothic"/>
              </a:defRPr>
            </a:lvl1pPr>
            <a:lvl2pPr>
              <a:defRPr sz="2175" b="1">
                <a:solidFill>
                  <a:srgbClr val="263D4D"/>
                </a:solidFill>
                <a:latin typeface="Yu Gothic"/>
                <a:ea typeface="Yu Gothic"/>
                <a:cs typeface="Yu Gothic"/>
              </a:defRPr>
            </a:lvl2pPr>
            <a:lvl3pPr>
              <a:defRPr sz="2175" b="1">
                <a:solidFill>
                  <a:srgbClr val="263D4D"/>
                </a:solidFill>
                <a:latin typeface="Yu Gothic"/>
                <a:ea typeface="Yu Gothic"/>
                <a:cs typeface="Yu Gothic"/>
              </a:defRPr>
            </a:lvl3pPr>
            <a:lvl4pPr>
              <a:defRPr sz="2175" b="1">
                <a:solidFill>
                  <a:srgbClr val="263D4D"/>
                </a:solidFill>
                <a:latin typeface="Yu Gothic"/>
                <a:ea typeface="Yu Gothic"/>
                <a:cs typeface="Yu Gothic"/>
              </a:defRPr>
            </a:lvl4pPr>
            <a:lvl5pPr>
              <a:defRPr sz="2175" b="1">
                <a:solidFill>
                  <a:srgbClr val="263D4D"/>
                </a:solidFill>
                <a:latin typeface="Yu Gothic"/>
                <a:ea typeface="Yu Gothic"/>
                <a:cs typeface="Yu Gothic"/>
              </a:defRPr>
            </a:lvl5pPr>
            <a:lvl6pPr>
              <a:defRPr sz="2175" b="1">
                <a:solidFill>
                  <a:srgbClr val="263D4D"/>
                </a:solidFill>
                <a:latin typeface="Yu Gothic"/>
                <a:ea typeface="Yu Gothic"/>
                <a:cs typeface="Yu Gothic"/>
              </a:defRPr>
            </a:lvl6pPr>
            <a:lvl7pPr>
              <a:defRPr sz="2175" b="1">
                <a:solidFill>
                  <a:srgbClr val="263D4D"/>
                </a:solidFill>
                <a:latin typeface="Yu Gothic"/>
                <a:ea typeface="Yu Gothic"/>
                <a:cs typeface="Yu Gothic"/>
              </a:defRPr>
            </a:lvl7pPr>
            <a:lvl8pPr>
              <a:defRPr sz="2175" b="1">
                <a:solidFill>
                  <a:srgbClr val="263D4D"/>
                </a:solidFill>
                <a:latin typeface="Yu Gothic"/>
                <a:ea typeface="Yu Gothic"/>
                <a:cs typeface="Yu Gothic"/>
              </a:defRPr>
            </a:lvl8pPr>
            <a:lvl9pPr>
              <a:defRPr sz="2175" b="1">
                <a:solidFill>
                  <a:srgbClr val="263D4D"/>
                </a:solidFill>
                <a:latin typeface="Yu Gothic"/>
                <a:ea typeface="Yu Gothic"/>
                <a:cs typeface="Yu Gothic"/>
              </a:defRPr>
            </a:lvl9pPr>
          </a:lstStyle>
          <a:p xmlns:a="http://schemas.openxmlformats.org/drawingml/2006/main">
            <a:pPr>
              <a:defRPr sz="2175" b="1">
                <a:solidFill>
                  <a:srgbClr val="263D4D"/>
                </a:solidFill>
                <a:latin typeface="Yu Gothic"/>
                <a:ea typeface="Yu Gothic"/>
                <a:cs typeface="Yu Gothic"/>
              </a:defRPr>
            </a:pPr>
            <a:r>
              <a:rPr sz="2175" b="1">
                <a:solidFill>
                  <a:srgbClr val="263D4D"/>
                </a:solidFill>
                <a:latin typeface="Yu Gothic"/>
                <a:ea typeface="Yu Gothic"/>
                <a:cs typeface="Yu Gothic"/>
              </a:rPr>
              <a:t>載荷直後</a:t>
            </a:r>
          </a:p>
        </p:txBody>
      </p:sp>
      <p:sp>
        <p:nvSpPr>
          <p:cNvPr id="17" name="">
            <a:extLst xmlns:a="http://schemas.openxmlformats.org/drawingml/2006/main">
              <a:ext uri="{FF2B5EF4-FFF2-40B4-BE49-F238E27FC236}">
                <a16:creationId xmlns:a16="http://schemas.microsoft.com/office/drawing/2014/main" id="{184983AE-C202-4796-824B-28F95DBFA85B}"/>
              </a:ext>
            </a:extLst>
          </p:cNvPr>
          <p:cNvSpPr>
            <a:spLocks xmlns:a="http://schemas.openxmlformats.org/drawingml/2006/main" noGrp="1"/>
          </p:cNvSpPr>
          <p:nvPr/>
        </p:nvSpPr>
        <p:spPr>
          <a:xfrm xmlns:a="http://schemas.openxmlformats.org/drawingml/2006/main">
            <a:off x="4381500" y="1714500"/>
            <a:ext cx="70961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0">
                <a:solidFill>
                  <a:srgbClr val="263D4D"/>
                </a:solidFill>
                <a:latin typeface="Yu Gothic"/>
                <a:ea typeface="Yu Gothic"/>
                <a:cs typeface="Yu Gothic"/>
              </a:defRPr>
            </a:defPPr>
            <a:lvl1pPr>
              <a:defRPr sz="2100" b="0">
                <a:solidFill>
                  <a:srgbClr val="263D4D"/>
                </a:solidFill>
                <a:latin typeface="Yu Gothic"/>
                <a:ea typeface="Yu Gothic"/>
                <a:cs typeface="Yu Gothic"/>
              </a:defRPr>
            </a:lvl1pPr>
            <a:lvl2pPr>
              <a:defRPr sz="2100" b="0">
                <a:solidFill>
                  <a:srgbClr val="263D4D"/>
                </a:solidFill>
                <a:latin typeface="Yu Gothic"/>
                <a:ea typeface="Yu Gothic"/>
                <a:cs typeface="Yu Gothic"/>
              </a:defRPr>
            </a:lvl2pPr>
            <a:lvl3pPr>
              <a:defRPr sz="2100" b="0">
                <a:solidFill>
                  <a:srgbClr val="263D4D"/>
                </a:solidFill>
                <a:latin typeface="Yu Gothic"/>
                <a:ea typeface="Yu Gothic"/>
                <a:cs typeface="Yu Gothic"/>
              </a:defRPr>
            </a:lvl3pPr>
            <a:lvl4pPr>
              <a:defRPr sz="2100" b="0">
                <a:solidFill>
                  <a:srgbClr val="263D4D"/>
                </a:solidFill>
                <a:latin typeface="Yu Gothic"/>
                <a:ea typeface="Yu Gothic"/>
                <a:cs typeface="Yu Gothic"/>
              </a:defRPr>
            </a:lvl4pPr>
            <a:lvl5pPr>
              <a:defRPr sz="2100" b="0">
                <a:solidFill>
                  <a:srgbClr val="263D4D"/>
                </a:solidFill>
                <a:latin typeface="Yu Gothic"/>
                <a:ea typeface="Yu Gothic"/>
                <a:cs typeface="Yu Gothic"/>
              </a:defRPr>
            </a:lvl5pPr>
            <a:lvl6pPr>
              <a:defRPr sz="2100" b="0">
                <a:solidFill>
                  <a:srgbClr val="263D4D"/>
                </a:solidFill>
                <a:latin typeface="Yu Gothic"/>
                <a:ea typeface="Yu Gothic"/>
                <a:cs typeface="Yu Gothic"/>
              </a:defRPr>
            </a:lvl6pPr>
            <a:lvl7pPr>
              <a:defRPr sz="2100" b="0">
                <a:solidFill>
                  <a:srgbClr val="263D4D"/>
                </a:solidFill>
                <a:latin typeface="Yu Gothic"/>
                <a:ea typeface="Yu Gothic"/>
                <a:cs typeface="Yu Gothic"/>
              </a:defRPr>
            </a:lvl7pPr>
            <a:lvl8pPr>
              <a:defRPr sz="2100" b="0">
                <a:solidFill>
                  <a:srgbClr val="263D4D"/>
                </a:solidFill>
                <a:latin typeface="Yu Gothic"/>
                <a:ea typeface="Yu Gothic"/>
                <a:cs typeface="Yu Gothic"/>
              </a:defRPr>
            </a:lvl8pPr>
            <a:lvl9pPr>
              <a:defRPr sz="2100" b="0">
                <a:solidFill>
                  <a:srgbClr val="263D4D"/>
                </a:solidFill>
                <a:latin typeface="Yu Gothic"/>
                <a:ea typeface="Yu Gothic"/>
                <a:cs typeface="Yu Gothic"/>
              </a:defRPr>
            </a:lvl9pPr>
          </a:lstStyle>
          <a:p xmlns:a="http://schemas.openxmlformats.org/drawingml/2006/main">
            <a:pPr>
              <a:defRPr sz="2100" b="0">
                <a:solidFill>
                  <a:srgbClr val="263D4D"/>
                </a:solidFill>
                <a:latin typeface="Yu Gothic"/>
                <a:ea typeface="Yu Gothic"/>
                <a:cs typeface="Yu Gothic"/>
              </a:defRPr>
            </a:pPr>
            <a:r>
              <a:rPr sz="2100" b="0">
                <a:solidFill>
                  <a:srgbClr val="263D4D"/>
                </a:solidFill>
                <a:latin typeface="Yu Gothic"/>
                <a:ea typeface="Yu Gothic"/>
                <a:cs typeface="Yu Gothic"/>
              </a:rPr>
              <a:t>瞬間的な変形を含む初期の値</a:t>
            </a:r>
          </a:p>
        </p:txBody>
      </p:sp>
      <p:sp>
        <p:nvSpPr>
          <p:cNvPr id="18" name="">
            <a:extLst xmlns:a="http://schemas.openxmlformats.org/drawingml/2006/main">
              <a:ext uri="{FF2B5EF4-FFF2-40B4-BE49-F238E27FC236}">
                <a16:creationId xmlns:a16="http://schemas.microsoft.com/office/drawing/2014/main" id="{0B595A6D-21B6-4F7A-8DBD-6935E4B7606E}"/>
              </a:ext>
            </a:extLst>
          </p:cNvPr>
          <p:cNvSpPr>
            <a:spLocks xmlns:a="http://schemas.openxmlformats.org/drawingml/2006/main" noGrp="1"/>
          </p:cNvSpPr>
          <p:nvPr/>
        </p:nvSpPr>
        <p:spPr>
          <a:xfrm xmlns:a="http://schemas.openxmlformats.org/drawingml/2006/main">
            <a:off x="809625" y="2619375"/>
            <a:ext cx="314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263D4D"/>
                </a:solidFill>
                <a:latin typeface="Yu Gothic"/>
                <a:ea typeface="Yu Gothic"/>
                <a:cs typeface="Yu Gothic"/>
              </a:defRPr>
            </a:defPPr>
            <a:lvl1pPr>
              <a:defRPr sz="2175" b="1">
                <a:solidFill>
                  <a:srgbClr val="263D4D"/>
                </a:solidFill>
                <a:latin typeface="Yu Gothic"/>
                <a:ea typeface="Yu Gothic"/>
                <a:cs typeface="Yu Gothic"/>
              </a:defRPr>
            </a:lvl1pPr>
            <a:lvl2pPr>
              <a:defRPr sz="2175" b="1">
                <a:solidFill>
                  <a:srgbClr val="263D4D"/>
                </a:solidFill>
                <a:latin typeface="Yu Gothic"/>
                <a:ea typeface="Yu Gothic"/>
                <a:cs typeface="Yu Gothic"/>
              </a:defRPr>
            </a:lvl2pPr>
            <a:lvl3pPr>
              <a:defRPr sz="2175" b="1">
                <a:solidFill>
                  <a:srgbClr val="263D4D"/>
                </a:solidFill>
                <a:latin typeface="Yu Gothic"/>
                <a:ea typeface="Yu Gothic"/>
                <a:cs typeface="Yu Gothic"/>
              </a:defRPr>
            </a:lvl3pPr>
            <a:lvl4pPr>
              <a:defRPr sz="2175" b="1">
                <a:solidFill>
                  <a:srgbClr val="263D4D"/>
                </a:solidFill>
                <a:latin typeface="Yu Gothic"/>
                <a:ea typeface="Yu Gothic"/>
                <a:cs typeface="Yu Gothic"/>
              </a:defRPr>
            </a:lvl4pPr>
            <a:lvl5pPr>
              <a:defRPr sz="2175" b="1">
                <a:solidFill>
                  <a:srgbClr val="263D4D"/>
                </a:solidFill>
                <a:latin typeface="Yu Gothic"/>
                <a:ea typeface="Yu Gothic"/>
                <a:cs typeface="Yu Gothic"/>
              </a:defRPr>
            </a:lvl5pPr>
            <a:lvl6pPr>
              <a:defRPr sz="2175" b="1">
                <a:solidFill>
                  <a:srgbClr val="263D4D"/>
                </a:solidFill>
                <a:latin typeface="Yu Gothic"/>
                <a:ea typeface="Yu Gothic"/>
                <a:cs typeface="Yu Gothic"/>
              </a:defRPr>
            </a:lvl6pPr>
            <a:lvl7pPr>
              <a:defRPr sz="2175" b="1">
                <a:solidFill>
                  <a:srgbClr val="263D4D"/>
                </a:solidFill>
                <a:latin typeface="Yu Gothic"/>
                <a:ea typeface="Yu Gothic"/>
                <a:cs typeface="Yu Gothic"/>
              </a:defRPr>
            </a:lvl7pPr>
            <a:lvl8pPr>
              <a:defRPr sz="2175" b="1">
                <a:solidFill>
                  <a:srgbClr val="263D4D"/>
                </a:solidFill>
                <a:latin typeface="Yu Gothic"/>
                <a:ea typeface="Yu Gothic"/>
                <a:cs typeface="Yu Gothic"/>
              </a:defRPr>
            </a:lvl8pPr>
            <a:lvl9pPr>
              <a:defRPr sz="2175" b="1">
                <a:solidFill>
                  <a:srgbClr val="263D4D"/>
                </a:solidFill>
                <a:latin typeface="Yu Gothic"/>
                <a:ea typeface="Yu Gothic"/>
                <a:cs typeface="Yu Gothic"/>
              </a:defRPr>
            </a:lvl9pPr>
          </a:lstStyle>
          <a:p xmlns:a="http://schemas.openxmlformats.org/drawingml/2006/main">
            <a:pPr>
              <a:defRPr sz="2175" b="1">
                <a:solidFill>
                  <a:srgbClr val="263D4D"/>
                </a:solidFill>
                <a:latin typeface="Yu Gothic"/>
                <a:ea typeface="Yu Gothic"/>
                <a:cs typeface="Yu Gothic"/>
              </a:defRPr>
            </a:pPr>
            <a:r>
              <a:rPr sz="2175" b="1">
                <a:solidFill>
                  <a:srgbClr val="263D4D"/>
                </a:solidFill>
                <a:latin typeface="Yu Gothic"/>
                <a:ea typeface="Yu Gothic"/>
                <a:cs typeface="Yu Gothic"/>
              </a:rPr>
              <a:t>載荷を続ける</a:t>
            </a:r>
          </a:p>
        </p:txBody>
      </p:sp>
      <p:sp>
        <p:nvSpPr>
          <p:cNvPr id="19" name="">
            <a:extLst xmlns:a="http://schemas.openxmlformats.org/drawingml/2006/main">
              <a:ext uri="{FF2B5EF4-FFF2-40B4-BE49-F238E27FC236}">
                <a16:creationId xmlns:a16="http://schemas.microsoft.com/office/drawing/2014/main" id="{D10998D4-AA20-428E-8F3B-36CFA5213B07}"/>
              </a:ext>
            </a:extLst>
          </p:cNvPr>
          <p:cNvSpPr>
            <a:spLocks xmlns:a="http://schemas.openxmlformats.org/drawingml/2006/main" noGrp="1"/>
          </p:cNvSpPr>
          <p:nvPr/>
        </p:nvSpPr>
        <p:spPr>
          <a:xfrm xmlns:a="http://schemas.openxmlformats.org/drawingml/2006/main">
            <a:off x="4381500" y="2619375"/>
            <a:ext cx="70961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0">
                <a:solidFill>
                  <a:srgbClr val="263D4D"/>
                </a:solidFill>
                <a:latin typeface="Yu Gothic"/>
                <a:ea typeface="Yu Gothic"/>
                <a:cs typeface="Yu Gothic"/>
              </a:defRPr>
            </a:defPPr>
            <a:lvl1pPr>
              <a:defRPr sz="2100" b="0">
                <a:solidFill>
                  <a:srgbClr val="263D4D"/>
                </a:solidFill>
                <a:latin typeface="Yu Gothic"/>
                <a:ea typeface="Yu Gothic"/>
                <a:cs typeface="Yu Gothic"/>
              </a:defRPr>
            </a:lvl1pPr>
            <a:lvl2pPr>
              <a:defRPr sz="2100" b="0">
                <a:solidFill>
                  <a:srgbClr val="263D4D"/>
                </a:solidFill>
                <a:latin typeface="Yu Gothic"/>
                <a:ea typeface="Yu Gothic"/>
                <a:cs typeface="Yu Gothic"/>
              </a:defRPr>
            </a:lvl2pPr>
            <a:lvl3pPr>
              <a:defRPr sz="2100" b="0">
                <a:solidFill>
                  <a:srgbClr val="263D4D"/>
                </a:solidFill>
                <a:latin typeface="Yu Gothic"/>
                <a:ea typeface="Yu Gothic"/>
                <a:cs typeface="Yu Gothic"/>
              </a:defRPr>
            </a:lvl3pPr>
            <a:lvl4pPr>
              <a:defRPr sz="2100" b="0">
                <a:solidFill>
                  <a:srgbClr val="263D4D"/>
                </a:solidFill>
                <a:latin typeface="Yu Gothic"/>
                <a:ea typeface="Yu Gothic"/>
                <a:cs typeface="Yu Gothic"/>
              </a:defRPr>
            </a:lvl4pPr>
            <a:lvl5pPr>
              <a:defRPr sz="2100" b="0">
                <a:solidFill>
                  <a:srgbClr val="263D4D"/>
                </a:solidFill>
                <a:latin typeface="Yu Gothic"/>
                <a:ea typeface="Yu Gothic"/>
                <a:cs typeface="Yu Gothic"/>
              </a:defRPr>
            </a:lvl5pPr>
            <a:lvl6pPr>
              <a:defRPr sz="2100" b="0">
                <a:solidFill>
                  <a:srgbClr val="263D4D"/>
                </a:solidFill>
                <a:latin typeface="Yu Gothic"/>
                <a:ea typeface="Yu Gothic"/>
                <a:cs typeface="Yu Gothic"/>
              </a:defRPr>
            </a:lvl6pPr>
            <a:lvl7pPr>
              <a:defRPr sz="2100" b="0">
                <a:solidFill>
                  <a:srgbClr val="263D4D"/>
                </a:solidFill>
                <a:latin typeface="Yu Gothic"/>
                <a:ea typeface="Yu Gothic"/>
                <a:cs typeface="Yu Gothic"/>
              </a:defRPr>
            </a:lvl7pPr>
            <a:lvl8pPr>
              <a:defRPr sz="2100" b="0">
                <a:solidFill>
                  <a:srgbClr val="263D4D"/>
                </a:solidFill>
                <a:latin typeface="Yu Gothic"/>
                <a:ea typeface="Yu Gothic"/>
                <a:cs typeface="Yu Gothic"/>
              </a:defRPr>
            </a:lvl8pPr>
            <a:lvl9pPr>
              <a:defRPr sz="2100" b="0">
                <a:solidFill>
                  <a:srgbClr val="263D4D"/>
                </a:solidFill>
                <a:latin typeface="Yu Gothic"/>
                <a:ea typeface="Yu Gothic"/>
                <a:cs typeface="Yu Gothic"/>
              </a:defRPr>
            </a:lvl9pPr>
          </a:lstStyle>
          <a:p xmlns:a="http://schemas.openxmlformats.org/drawingml/2006/main">
            <a:pPr>
              <a:defRPr sz="2100" b="0">
                <a:solidFill>
                  <a:srgbClr val="263D4D"/>
                </a:solidFill>
                <a:latin typeface="Yu Gothic"/>
                <a:ea typeface="Yu Gothic"/>
                <a:cs typeface="Yu Gothic"/>
              </a:defRPr>
            </a:pPr>
            <a:r>
              <a:rPr sz="2100" b="0">
                <a:solidFill>
                  <a:srgbClr val="263D4D"/>
                </a:solidFill>
                <a:latin typeface="Yu Gothic"/>
                <a:ea typeface="Yu Gothic"/>
                <a:cs typeface="Yu Gothic"/>
              </a:rPr>
              <a:t>時間とともに増える変形</a:t>
            </a:r>
          </a:p>
        </p:txBody>
      </p:sp>
      <p:sp>
        <p:nvSpPr>
          <p:cNvPr id="20" name="">
            <a:extLst xmlns:a="http://schemas.openxmlformats.org/drawingml/2006/main">
              <a:ext uri="{FF2B5EF4-FFF2-40B4-BE49-F238E27FC236}">
                <a16:creationId xmlns:a16="http://schemas.microsoft.com/office/drawing/2014/main" id="{8D4DC5D2-8948-4381-AE6A-9EA7A515242B}"/>
              </a:ext>
            </a:extLst>
          </p:cNvPr>
          <p:cNvSpPr>
            <a:spLocks xmlns:a="http://schemas.openxmlformats.org/drawingml/2006/main" noGrp="1"/>
          </p:cNvSpPr>
          <p:nvPr/>
        </p:nvSpPr>
        <p:spPr>
          <a:xfrm xmlns:a="http://schemas.openxmlformats.org/drawingml/2006/main">
            <a:off x="809625" y="3524250"/>
            <a:ext cx="314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263D4D"/>
                </a:solidFill>
                <a:latin typeface="Yu Gothic"/>
                <a:ea typeface="Yu Gothic"/>
                <a:cs typeface="Yu Gothic"/>
              </a:defRPr>
            </a:defPPr>
            <a:lvl1pPr>
              <a:defRPr sz="2175" b="1">
                <a:solidFill>
                  <a:srgbClr val="263D4D"/>
                </a:solidFill>
                <a:latin typeface="Yu Gothic"/>
                <a:ea typeface="Yu Gothic"/>
                <a:cs typeface="Yu Gothic"/>
              </a:defRPr>
            </a:lvl1pPr>
            <a:lvl2pPr>
              <a:defRPr sz="2175" b="1">
                <a:solidFill>
                  <a:srgbClr val="263D4D"/>
                </a:solidFill>
                <a:latin typeface="Yu Gothic"/>
                <a:ea typeface="Yu Gothic"/>
                <a:cs typeface="Yu Gothic"/>
              </a:defRPr>
            </a:lvl2pPr>
            <a:lvl3pPr>
              <a:defRPr sz="2175" b="1">
                <a:solidFill>
                  <a:srgbClr val="263D4D"/>
                </a:solidFill>
                <a:latin typeface="Yu Gothic"/>
                <a:ea typeface="Yu Gothic"/>
                <a:cs typeface="Yu Gothic"/>
              </a:defRPr>
            </a:lvl3pPr>
            <a:lvl4pPr>
              <a:defRPr sz="2175" b="1">
                <a:solidFill>
                  <a:srgbClr val="263D4D"/>
                </a:solidFill>
                <a:latin typeface="Yu Gothic"/>
                <a:ea typeface="Yu Gothic"/>
                <a:cs typeface="Yu Gothic"/>
              </a:defRPr>
            </a:lvl4pPr>
            <a:lvl5pPr>
              <a:defRPr sz="2175" b="1">
                <a:solidFill>
                  <a:srgbClr val="263D4D"/>
                </a:solidFill>
                <a:latin typeface="Yu Gothic"/>
                <a:ea typeface="Yu Gothic"/>
                <a:cs typeface="Yu Gothic"/>
              </a:defRPr>
            </a:lvl5pPr>
            <a:lvl6pPr>
              <a:defRPr sz="2175" b="1">
                <a:solidFill>
                  <a:srgbClr val="263D4D"/>
                </a:solidFill>
                <a:latin typeface="Yu Gothic"/>
                <a:ea typeface="Yu Gothic"/>
                <a:cs typeface="Yu Gothic"/>
              </a:defRPr>
            </a:lvl6pPr>
            <a:lvl7pPr>
              <a:defRPr sz="2175" b="1">
                <a:solidFill>
                  <a:srgbClr val="263D4D"/>
                </a:solidFill>
                <a:latin typeface="Yu Gothic"/>
                <a:ea typeface="Yu Gothic"/>
                <a:cs typeface="Yu Gothic"/>
              </a:defRPr>
            </a:lvl7pPr>
            <a:lvl8pPr>
              <a:defRPr sz="2175" b="1">
                <a:solidFill>
                  <a:srgbClr val="263D4D"/>
                </a:solidFill>
                <a:latin typeface="Yu Gothic"/>
                <a:ea typeface="Yu Gothic"/>
                <a:cs typeface="Yu Gothic"/>
              </a:defRPr>
            </a:lvl8pPr>
            <a:lvl9pPr>
              <a:defRPr sz="2175" b="1">
                <a:solidFill>
                  <a:srgbClr val="263D4D"/>
                </a:solidFill>
                <a:latin typeface="Yu Gothic"/>
                <a:ea typeface="Yu Gothic"/>
                <a:cs typeface="Yu Gothic"/>
              </a:defRPr>
            </a:lvl9pPr>
          </a:lstStyle>
          <a:p xmlns:a="http://schemas.openxmlformats.org/drawingml/2006/main">
            <a:pPr>
              <a:defRPr sz="2175" b="1">
                <a:solidFill>
                  <a:srgbClr val="263D4D"/>
                </a:solidFill>
                <a:latin typeface="Yu Gothic"/>
                <a:ea typeface="Yu Gothic"/>
                <a:cs typeface="Yu Gothic"/>
              </a:defRPr>
            </a:pPr>
            <a:r>
              <a:rPr sz="2175" b="1">
                <a:solidFill>
                  <a:srgbClr val="263D4D"/>
                </a:solidFill>
                <a:latin typeface="Yu Gothic"/>
                <a:ea typeface="Yu Gothic"/>
                <a:cs typeface="Yu Gothic"/>
              </a:rPr>
              <a:t>荷重を除く</a:t>
            </a:r>
          </a:p>
        </p:txBody>
      </p:sp>
      <p:sp>
        <p:nvSpPr>
          <p:cNvPr id="21" name="">
            <a:extLst xmlns:a="http://schemas.openxmlformats.org/drawingml/2006/main">
              <a:ext uri="{FF2B5EF4-FFF2-40B4-BE49-F238E27FC236}">
                <a16:creationId xmlns:a16="http://schemas.microsoft.com/office/drawing/2014/main" id="{46473982-2D83-4AA0-AC82-81C9375E5FDD}"/>
              </a:ext>
            </a:extLst>
          </p:cNvPr>
          <p:cNvSpPr>
            <a:spLocks xmlns:a="http://schemas.openxmlformats.org/drawingml/2006/main" noGrp="1"/>
          </p:cNvSpPr>
          <p:nvPr/>
        </p:nvSpPr>
        <p:spPr>
          <a:xfrm xmlns:a="http://schemas.openxmlformats.org/drawingml/2006/main">
            <a:off x="4381500" y="3524250"/>
            <a:ext cx="70961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0">
                <a:solidFill>
                  <a:srgbClr val="263D4D"/>
                </a:solidFill>
                <a:latin typeface="Yu Gothic"/>
                <a:ea typeface="Yu Gothic"/>
                <a:cs typeface="Yu Gothic"/>
              </a:defRPr>
            </a:defPPr>
            <a:lvl1pPr>
              <a:defRPr sz="2100" b="0">
                <a:solidFill>
                  <a:srgbClr val="263D4D"/>
                </a:solidFill>
                <a:latin typeface="Yu Gothic"/>
                <a:ea typeface="Yu Gothic"/>
                <a:cs typeface="Yu Gothic"/>
              </a:defRPr>
            </a:lvl1pPr>
            <a:lvl2pPr>
              <a:defRPr sz="2100" b="0">
                <a:solidFill>
                  <a:srgbClr val="263D4D"/>
                </a:solidFill>
                <a:latin typeface="Yu Gothic"/>
                <a:ea typeface="Yu Gothic"/>
                <a:cs typeface="Yu Gothic"/>
              </a:defRPr>
            </a:lvl2pPr>
            <a:lvl3pPr>
              <a:defRPr sz="2100" b="0">
                <a:solidFill>
                  <a:srgbClr val="263D4D"/>
                </a:solidFill>
                <a:latin typeface="Yu Gothic"/>
                <a:ea typeface="Yu Gothic"/>
                <a:cs typeface="Yu Gothic"/>
              </a:defRPr>
            </a:lvl3pPr>
            <a:lvl4pPr>
              <a:defRPr sz="2100" b="0">
                <a:solidFill>
                  <a:srgbClr val="263D4D"/>
                </a:solidFill>
                <a:latin typeface="Yu Gothic"/>
                <a:ea typeface="Yu Gothic"/>
                <a:cs typeface="Yu Gothic"/>
              </a:defRPr>
            </a:lvl4pPr>
            <a:lvl5pPr>
              <a:defRPr sz="2100" b="0">
                <a:solidFill>
                  <a:srgbClr val="263D4D"/>
                </a:solidFill>
                <a:latin typeface="Yu Gothic"/>
                <a:ea typeface="Yu Gothic"/>
                <a:cs typeface="Yu Gothic"/>
              </a:defRPr>
            </a:lvl5pPr>
            <a:lvl6pPr>
              <a:defRPr sz="2100" b="0">
                <a:solidFill>
                  <a:srgbClr val="263D4D"/>
                </a:solidFill>
                <a:latin typeface="Yu Gothic"/>
                <a:ea typeface="Yu Gothic"/>
                <a:cs typeface="Yu Gothic"/>
              </a:defRPr>
            </a:lvl6pPr>
            <a:lvl7pPr>
              <a:defRPr sz="2100" b="0">
                <a:solidFill>
                  <a:srgbClr val="263D4D"/>
                </a:solidFill>
                <a:latin typeface="Yu Gothic"/>
                <a:ea typeface="Yu Gothic"/>
                <a:cs typeface="Yu Gothic"/>
              </a:defRPr>
            </a:lvl7pPr>
            <a:lvl8pPr>
              <a:defRPr sz="2100" b="0">
                <a:solidFill>
                  <a:srgbClr val="263D4D"/>
                </a:solidFill>
                <a:latin typeface="Yu Gothic"/>
                <a:ea typeface="Yu Gothic"/>
                <a:cs typeface="Yu Gothic"/>
              </a:defRPr>
            </a:lvl8pPr>
            <a:lvl9pPr>
              <a:defRPr sz="2100" b="0">
                <a:solidFill>
                  <a:srgbClr val="263D4D"/>
                </a:solidFill>
                <a:latin typeface="Yu Gothic"/>
                <a:ea typeface="Yu Gothic"/>
                <a:cs typeface="Yu Gothic"/>
              </a:defRPr>
            </a:lvl9pPr>
          </a:lstStyle>
          <a:p xmlns:a="http://schemas.openxmlformats.org/drawingml/2006/main">
            <a:pPr>
              <a:defRPr sz="2100" b="0">
                <a:solidFill>
                  <a:srgbClr val="263D4D"/>
                </a:solidFill>
                <a:latin typeface="Yu Gothic"/>
                <a:ea typeface="Yu Gothic"/>
                <a:cs typeface="Yu Gothic"/>
              </a:defRPr>
            </a:pPr>
            <a:r>
              <a:rPr sz="2100" b="0">
                <a:solidFill>
                  <a:srgbClr val="263D4D"/>
                </a:solidFill>
                <a:latin typeface="Yu Gothic"/>
                <a:ea typeface="Yu Gothic"/>
                <a:cs typeface="Yu Gothic"/>
              </a:rPr>
              <a:t>回復と残る変形を別に測る</a:t>
            </a:r>
          </a:p>
        </p:txBody>
      </p:sp>
      <p:sp>
        <p:nvSpPr>
          <p:cNvPr id="22" name="">
            <a:extLst xmlns:a="http://schemas.openxmlformats.org/drawingml/2006/main">
              <a:ext uri="{FF2B5EF4-FFF2-40B4-BE49-F238E27FC236}">
                <a16:creationId xmlns:a16="http://schemas.microsoft.com/office/drawing/2014/main" id="{35D04594-7DB3-4431-BF54-7847172EB89C}"/>
              </a:ext>
            </a:extLst>
          </p:cNvPr>
          <p:cNvSpPr>
            <a:spLocks xmlns:a="http://schemas.openxmlformats.org/drawingml/2006/main" noGrp="1"/>
          </p:cNvSpPr>
          <p:nvPr/>
        </p:nvSpPr>
        <p:spPr>
          <a:xfrm xmlns:a="http://schemas.openxmlformats.org/drawingml/2006/main">
            <a:off x="809625" y="4429125"/>
            <a:ext cx="314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263D4D"/>
                </a:solidFill>
                <a:latin typeface="Yu Gothic"/>
                <a:ea typeface="Yu Gothic"/>
                <a:cs typeface="Yu Gothic"/>
              </a:defRPr>
            </a:defPPr>
            <a:lvl1pPr>
              <a:defRPr sz="2175" b="1">
                <a:solidFill>
                  <a:srgbClr val="263D4D"/>
                </a:solidFill>
                <a:latin typeface="Yu Gothic"/>
                <a:ea typeface="Yu Gothic"/>
                <a:cs typeface="Yu Gothic"/>
              </a:defRPr>
            </a:lvl1pPr>
            <a:lvl2pPr>
              <a:defRPr sz="2175" b="1">
                <a:solidFill>
                  <a:srgbClr val="263D4D"/>
                </a:solidFill>
                <a:latin typeface="Yu Gothic"/>
                <a:ea typeface="Yu Gothic"/>
                <a:cs typeface="Yu Gothic"/>
              </a:defRPr>
            </a:lvl2pPr>
            <a:lvl3pPr>
              <a:defRPr sz="2175" b="1">
                <a:solidFill>
                  <a:srgbClr val="263D4D"/>
                </a:solidFill>
                <a:latin typeface="Yu Gothic"/>
                <a:ea typeface="Yu Gothic"/>
                <a:cs typeface="Yu Gothic"/>
              </a:defRPr>
            </a:lvl3pPr>
            <a:lvl4pPr>
              <a:defRPr sz="2175" b="1">
                <a:solidFill>
                  <a:srgbClr val="263D4D"/>
                </a:solidFill>
                <a:latin typeface="Yu Gothic"/>
                <a:ea typeface="Yu Gothic"/>
                <a:cs typeface="Yu Gothic"/>
              </a:defRPr>
            </a:lvl4pPr>
            <a:lvl5pPr>
              <a:defRPr sz="2175" b="1">
                <a:solidFill>
                  <a:srgbClr val="263D4D"/>
                </a:solidFill>
                <a:latin typeface="Yu Gothic"/>
                <a:ea typeface="Yu Gothic"/>
                <a:cs typeface="Yu Gothic"/>
              </a:defRPr>
            </a:lvl5pPr>
            <a:lvl6pPr>
              <a:defRPr sz="2175" b="1">
                <a:solidFill>
                  <a:srgbClr val="263D4D"/>
                </a:solidFill>
                <a:latin typeface="Yu Gothic"/>
                <a:ea typeface="Yu Gothic"/>
                <a:cs typeface="Yu Gothic"/>
              </a:defRPr>
            </a:lvl6pPr>
            <a:lvl7pPr>
              <a:defRPr sz="2175" b="1">
                <a:solidFill>
                  <a:srgbClr val="263D4D"/>
                </a:solidFill>
                <a:latin typeface="Yu Gothic"/>
                <a:ea typeface="Yu Gothic"/>
                <a:cs typeface="Yu Gothic"/>
              </a:defRPr>
            </a:lvl7pPr>
            <a:lvl8pPr>
              <a:defRPr sz="2175" b="1">
                <a:solidFill>
                  <a:srgbClr val="263D4D"/>
                </a:solidFill>
                <a:latin typeface="Yu Gothic"/>
                <a:ea typeface="Yu Gothic"/>
                <a:cs typeface="Yu Gothic"/>
              </a:defRPr>
            </a:lvl8pPr>
            <a:lvl9pPr>
              <a:defRPr sz="2175" b="1">
                <a:solidFill>
                  <a:srgbClr val="263D4D"/>
                </a:solidFill>
                <a:latin typeface="Yu Gothic"/>
                <a:ea typeface="Yu Gothic"/>
                <a:cs typeface="Yu Gothic"/>
              </a:defRPr>
            </a:lvl9pPr>
          </a:lstStyle>
          <a:p xmlns:a="http://schemas.openxmlformats.org/drawingml/2006/main">
            <a:pPr>
              <a:defRPr sz="2175" b="1">
                <a:solidFill>
                  <a:srgbClr val="263D4D"/>
                </a:solidFill>
                <a:latin typeface="Yu Gothic"/>
                <a:ea typeface="Yu Gothic"/>
                <a:cs typeface="Yu Gothic"/>
              </a:defRPr>
            </a:pPr>
            <a:r>
              <a:rPr sz="2175" b="1">
                <a:solidFill>
                  <a:srgbClr val="263D4D"/>
                </a:solidFill>
                <a:latin typeface="Yu Gothic"/>
                <a:ea typeface="Yu Gothic"/>
                <a:cs typeface="Yu Gothic"/>
              </a:rPr>
              <a:t>今回のデータ</a:t>
            </a:r>
          </a:p>
        </p:txBody>
      </p:sp>
      <p:sp>
        <p:nvSpPr>
          <p:cNvPr id="23" name="">
            <a:extLst xmlns:a="http://schemas.openxmlformats.org/drawingml/2006/main">
              <a:ext uri="{FF2B5EF4-FFF2-40B4-BE49-F238E27FC236}">
                <a16:creationId xmlns:a16="http://schemas.microsoft.com/office/drawing/2014/main" id="{22D27D6B-21EC-400E-ABC2-79A8FDF030BE}"/>
              </a:ext>
            </a:extLst>
          </p:cNvPr>
          <p:cNvSpPr>
            <a:spLocks xmlns:a="http://schemas.openxmlformats.org/drawingml/2006/main" noGrp="1"/>
          </p:cNvSpPr>
          <p:nvPr/>
        </p:nvSpPr>
        <p:spPr>
          <a:xfrm xmlns:a="http://schemas.openxmlformats.org/drawingml/2006/main">
            <a:off x="4381500" y="4429125"/>
            <a:ext cx="70961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0">
                <a:solidFill>
                  <a:srgbClr val="263D4D"/>
                </a:solidFill>
                <a:latin typeface="Yu Gothic"/>
                <a:ea typeface="Yu Gothic"/>
                <a:cs typeface="Yu Gothic"/>
              </a:defRPr>
            </a:defPPr>
            <a:lvl1pPr>
              <a:defRPr sz="2100" b="0">
                <a:solidFill>
                  <a:srgbClr val="263D4D"/>
                </a:solidFill>
                <a:latin typeface="Yu Gothic"/>
                <a:ea typeface="Yu Gothic"/>
                <a:cs typeface="Yu Gothic"/>
              </a:defRPr>
            </a:lvl1pPr>
            <a:lvl2pPr>
              <a:defRPr sz="2100" b="0">
                <a:solidFill>
                  <a:srgbClr val="263D4D"/>
                </a:solidFill>
                <a:latin typeface="Yu Gothic"/>
                <a:ea typeface="Yu Gothic"/>
                <a:cs typeface="Yu Gothic"/>
              </a:defRPr>
            </a:lvl2pPr>
            <a:lvl3pPr>
              <a:defRPr sz="2100" b="0">
                <a:solidFill>
                  <a:srgbClr val="263D4D"/>
                </a:solidFill>
                <a:latin typeface="Yu Gothic"/>
                <a:ea typeface="Yu Gothic"/>
                <a:cs typeface="Yu Gothic"/>
              </a:defRPr>
            </a:lvl3pPr>
            <a:lvl4pPr>
              <a:defRPr sz="2100" b="0">
                <a:solidFill>
                  <a:srgbClr val="263D4D"/>
                </a:solidFill>
                <a:latin typeface="Yu Gothic"/>
                <a:ea typeface="Yu Gothic"/>
                <a:cs typeface="Yu Gothic"/>
              </a:defRPr>
            </a:lvl4pPr>
            <a:lvl5pPr>
              <a:defRPr sz="2100" b="0">
                <a:solidFill>
                  <a:srgbClr val="263D4D"/>
                </a:solidFill>
                <a:latin typeface="Yu Gothic"/>
                <a:ea typeface="Yu Gothic"/>
                <a:cs typeface="Yu Gothic"/>
              </a:defRPr>
            </a:lvl5pPr>
            <a:lvl6pPr>
              <a:defRPr sz="2100" b="0">
                <a:solidFill>
                  <a:srgbClr val="263D4D"/>
                </a:solidFill>
                <a:latin typeface="Yu Gothic"/>
                <a:ea typeface="Yu Gothic"/>
                <a:cs typeface="Yu Gothic"/>
              </a:defRPr>
            </a:lvl6pPr>
            <a:lvl7pPr>
              <a:defRPr sz="2100" b="0">
                <a:solidFill>
                  <a:srgbClr val="263D4D"/>
                </a:solidFill>
                <a:latin typeface="Yu Gothic"/>
                <a:ea typeface="Yu Gothic"/>
                <a:cs typeface="Yu Gothic"/>
              </a:defRPr>
            </a:lvl7pPr>
            <a:lvl8pPr>
              <a:defRPr sz="2100" b="0">
                <a:solidFill>
                  <a:srgbClr val="263D4D"/>
                </a:solidFill>
                <a:latin typeface="Yu Gothic"/>
                <a:ea typeface="Yu Gothic"/>
                <a:cs typeface="Yu Gothic"/>
              </a:defRPr>
            </a:lvl8pPr>
            <a:lvl9pPr>
              <a:defRPr sz="2100" b="0">
                <a:solidFill>
                  <a:srgbClr val="263D4D"/>
                </a:solidFill>
                <a:latin typeface="Yu Gothic"/>
                <a:ea typeface="Yu Gothic"/>
                <a:cs typeface="Yu Gothic"/>
              </a:defRPr>
            </a:lvl9pPr>
          </a:lstStyle>
          <a:p xmlns:a="http://schemas.openxmlformats.org/drawingml/2006/main">
            <a:pPr>
              <a:defRPr sz="2100" b="0">
                <a:solidFill>
                  <a:srgbClr val="263D4D"/>
                </a:solidFill>
                <a:latin typeface="Yu Gothic"/>
                <a:ea typeface="Yu Gothic"/>
                <a:cs typeface="Yu Gothic"/>
              </a:defRPr>
            </a:pPr>
            <a:r>
              <a:rPr sz="2100" b="0">
                <a:solidFill>
                  <a:srgbClr val="263D4D"/>
                </a:solidFill>
                <a:latin typeface="Yu Gothic"/>
                <a:ea typeface="Yu Gothic"/>
                <a:cs typeface="Yu Gothic"/>
              </a:rPr>
              <a:t>除荷後の値は与えていない</a:t>
            </a:r>
          </a:p>
        </p:txBody>
      </p:sp>
      <p:sp>
        <p:nvSpPr>
          <p:cNvPr id="24" name="">
            <a:extLst xmlns:a="http://schemas.openxmlformats.org/drawingml/2006/main">
              <a:ext uri="{FF2B5EF4-FFF2-40B4-BE49-F238E27FC236}">
                <a16:creationId xmlns:a16="http://schemas.microsoft.com/office/drawing/2014/main" id="{88CC8B07-6BFE-402C-9AA5-0431ED9434F1}"/>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defRPr sz="1575" b="0">
                <a:solidFill>
                  <a:srgbClr val="71818B"/>
                </a:solidFill>
                <a:latin typeface="Yu Gothic"/>
                <a:ea typeface="Yu Gothic"/>
                <a:cs typeface="Yu Gothic"/>
              </a:defRPr>
            </a:lvl1pPr>
            <a:lvl2pPr>
              <a:defRPr sz="1575" b="0">
                <a:solidFill>
                  <a:srgbClr val="71818B"/>
                </a:solidFill>
                <a:latin typeface="Yu Gothic"/>
                <a:ea typeface="Yu Gothic"/>
                <a:cs typeface="Yu Gothic"/>
              </a:defRPr>
            </a:lvl2pPr>
            <a:lvl3pPr>
              <a:defRPr sz="1575" b="0">
                <a:solidFill>
                  <a:srgbClr val="71818B"/>
                </a:solidFill>
                <a:latin typeface="Yu Gothic"/>
                <a:ea typeface="Yu Gothic"/>
                <a:cs typeface="Yu Gothic"/>
              </a:defRPr>
            </a:lvl3pPr>
            <a:lvl4pPr>
              <a:defRPr sz="1575" b="0">
                <a:solidFill>
                  <a:srgbClr val="71818B"/>
                </a:solidFill>
                <a:latin typeface="Yu Gothic"/>
                <a:ea typeface="Yu Gothic"/>
                <a:cs typeface="Yu Gothic"/>
              </a:defRPr>
            </a:lvl4pPr>
            <a:lvl5pPr>
              <a:defRPr sz="1575" b="0">
                <a:solidFill>
                  <a:srgbClr val="71818B"/>
                </a:solidFill>
                <a:latin typeface="Yu Gothic"/>
                <a:ea typeface="Yu Gothic"/>
                <a:cs typeface="Yu Gothic"/>
              </a:defRPr>
            </a:lvl5pPr>
            <a:lvl6pPr>
              <a:defRPr sz="1575" b="0">
                <a:solidFill>
                  <a:srgbClr val="71818B"/>
                </a:solidFill>
                <a:latin typeface="Yu Gothic"/>
                <a:ea typeface="Yu Gothic"/>
                <a:cs typeface="Yu Gothic"/>
              </a:defRPr>
            </a:lvl6pPr>
            <a:lvl7pPr>
              <a:defRPr sz="1575" b="0">
                <a:solidFill>
                  <a:srgbClr val="71818B"/>
                </a:solidFill>
                <a:latin typeface="Yu Gothic"/>
                <a:ea typeface="Yu Gothic"/>
                <a:cs typeface="Yu Gothic"/>
              </a:defRPr>
            </a:lvl7pPr>
            <a:lvl8pPr>
              <a:defRPr sz="1575" b="0">
                <a:solidFill>
                  <a:srgbClr val="71818B"/>
                </a:solidFill>
                <a:latin typeface="Yu Gothic"/>
                <a:ea typeface="Yu Gothic"/>
                <a:cs typeface="Yu Gothic"/>
              </a:defRPr>
            </a:lvl8pPr>
            <a:lvl9pPr>
              <a:defRPr sz="1575" b="0">
                <a:solidFill>
                  <a:srgbClr val="71818B"/>
                </a:solidFill>
                <a:latin typeface="Yu Gothic"/>
                <a:ea typeface="Yu Gothic"/>
                <a:cs typeface="Yu Gothic"/>
              </a:defRPr>
            </a:lvl9pPr>
          </a:lstStyle>
          <a:p xmlns:a="http://schemas.openxmlformats.org/drawingml/2006/main">
            <a:pPr>
              <a:defRPr sz="1575" b="0">
                <a:solidFill>
                  <a:srgbClr val="71818B"/>
                </a:solidFill>
                <a:latin typeface="Yu Gothic"/>
                <a:ea typeface="Yu Gothic"/>
                <a:cs typeface="Yu Gothic"/>
              </a:defRPr>
            </a:pPr>
            <a:r>
              <a:rPr sz="1575" b="0">
                <a:solidFill>
                  <a:srgbClr val="71818B"/>
                </a:solidFill>
                <a:latin typeface="Yu Gothic"/>
                <a:ea typeface="Yu Gothic"/>
                <a:cs typeface="Yu Gothic"/>
              </a:rPr>
              <a:t>載荷中のデータだけで、除荷後の回復量や永久変形は求められない。</a:t>
            </a:r>
          </a:p>
        </p:txBody>
      </p:sp>
    </p:spTree>
    <p:extLst>
      <p:ext uri="{BB962C8B-B14F-4D97-AF65-F5344CB8AC3E}">
        <p14:creationId xmlns:p14="http://schemas.microsoft.com/office/powerpoint/2010/main" val="1507289474"/>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49045C31-7435-4809-BA66-A880B9C49470}"/>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93B59"/>
                </a:solidFill>
                <a:latin typeface="Yu Gothic"/>
                <a:ea typeface="Yu Gothic"/>
                <a:cs typeface="Yu Gothic"/>
              </a:defRPr>
            </a:defPPr>
            <a:lvl1pPr>
              <a:buNone/>
              <a:defRPr sz="3000" b="1">
                <a:solidFill>
                  <a:srgbClr val="193B59"/>
                </a:solidFill>
                <a:latin typeface="Yu Gothic"/>
                <a:ea typeface="Yu Gothic"/>
                <a:cs typeface="Yu Gothic"/>
              </a:defRPr>
            </a:lvl1pPr>
            <a:lvl2pPr>
              <a:buNone/>
              <a:defRPr sz="3000" b="1">
                <a:solidFill>
                  <a:srgbClr val="193B59"/>
                </a:solidFill>
                <a:latin typeface="Yu Gothic"/>
                <a:ea typeface="Yu Gothic"/>
                <a:cs typeface="Yu Gothic"/>
              </a:defRPr>
            </a:lvl2pPr>
            <a:lvl3pPr>
              <a:buNone/>
              <a:defRPr sz="3000" b="1">
                <a:solidFill>
                  <a:srgbClr val="193B59"/>
                </a:solidFill>
                <a:latin typeface="Yu Gothic"/>
                <a:ea typeface="Yu Gothic"/>
                <a:cs typeface="Yu Gothic"/>
              </a:defRPr>
            </a:lvl3pPr>
            <a:lvl4pPr>
              <a:buNone/>
              <a:defRPr sz="3000" b="1">
                <a:solidFill>
                  <a:srgbClr val="193B59"/>
                </a:solidFill>
                <a:latin typeface="Yu Gothic"/>
                <a:ea typeface="Yu Gothic"/>
                <a:cs typeface="Yu Gothic"/>
              </a:defRPr>
            </a:lvl4pPr>
            <a:lvl5pPr>
              <a:buNone/>
              <a:defRPr sz="3000" b="1">
                <a:solidFill>
                  <a:srgbClr val="193B59"/>
                </a:solidFill>
                <a:latin typeface="Yu Gothic"/>
                <a:ea typeface="Yu Gothic"/>
                <a:cs typeface="Yu Gothic"/>
              </a:defRPr>
            </a:lvl5pPr>
            <a:lvl6pPr>
              <a:buNone/>
              <a:defRPr sz="3000" b="1">
                <a:solidFill>
                  <a:srgbClr val="193B59"/>
                </a:solidFill>
                <a:latin typeface="Yu Gothic"/>
                <a:ea typeface="Yu Gothic"/>
                <a:cs typeface="Yu Gothic"/>
              </a:defRPr>
            </a:lvl6pPr>
            <a:lvl7pPr>
              <a:buNone/>
              <a:defRPr sz="3000" b="1">
                <a:solidFill>
                  <a:srgbClr val="193B59"/>
                </a:solidFill>
                <a:latin typeface="Yu Gothic"/>
                <a:ea typeface="Yu Gothic"/>
                <a:cs typeface="Yu Gothic"/>
              </a:defRPr>
            </a:lvl7pPr>
            <a:lvl8pPr>
              <a:buNone/>
              <a:defRPr sz="3000" b="1">
                <a:solidFill>
                  <a:srgbClr val="193B59"/>
                </a:solidFill>
                <a:latin typeface="Yu Gothic"/>
                <a:ea typeface="Yu Gothic"/>
                <a:cs typeface="Yu Gothic"/>
              </a:defRPr>
            </a:lvl8pPr>
            <a:lvl9pPr>
              <a:buNone/>
              <a:defRPr sz="3000" b="1">
                <a:solidFill>
                  <a:srgbClr val="193B59"/>
                </a:solidFill>
                <a:latin typeface="Yu Gothic"/>
                <a:ea typeface="Yu Gothic"/>
                <a:cs typeface="Yu Gothic"/>
              </a:defRPr>
            </a:lvl9pPr>
          </a:lstStyle>
          <a:p xmlns:a="http://schemas.openxmlformats.org/drawingml/2006/main">
            <a:pPr>
              <a:buNone/>
              <a:defRPr sz="3000" b="1">
                <a:solidFill>
                  <a:srgbClr val="193B59"/>
                </a:solidFill>
                <a:latin typeface="Yu Gothic"/>
                <a:ea typeface="Yu Gothic"/>
                <a:cs typeface="Yu Gothic"/>
              </a:defRPr>
            </a:pPr>
            <a:r>
              <a:rPr sz="3000" b="1">
                <a:solidFill>
                  <a:srgbClr val="193B59"/>
                </a:solidFill>
                <a:latin typeface="Yu Gothic"/>
                <a:ea typeface="Yu Gothic"/>
                <a:cs typeface="Yu Gothic"/>
              </a:rPr>
              <a:t>演習：仮想の時間データを読む</a:t>
            </a:r>
          </a:p>
        </p:txBody>
      </p:sp>
      <p:sp>
        <p:nvSpPr>
          <p:cNvPr id="2" name="">
            <a:extLst xmlns:a="http://schemas.openxmlformats.org/drawingml/2006/main">
              <a:ext uri="{FF2B5EF4-FFF2-40B4-BE49-F238E27FC236}">
                <a16:creationId xmlns:a16="http://schemas.microsoft.com/office/drawing/2014/main" id="{65BF1163-DFC3-41D0-AE2F-1C97760BFEAF}"/>
              </a:ext>
            </a:extLst>
          </p:cNvPr>
          <p:cNvSpPr>
            <a:spLocks xmlns:a="http://schemas.openxmlformats.org/drawingml/2006/main" noGrp="1"/>
          </p:cNvSpPr>
          <p:nvPr/>
        </p:nvSpPr>
        <p:spPr>
          <a:xfrm xmlns:a="http://schemas.openxmlformats.org/drawingml/2006/main" flipH="0" flipV="0">
            <a:off x="685800" y="1323975"/>
            <a:ext cx="10820400" cy="0"/>
          </a:xfrm>
          <a:prstGeom xmlns:a="http://schemas.openxmlformats.org/drawingml/2006/main" prst="line">
            <a:avLst/>
          </a:prstGeom>
          <a:noFill xmlns:a="http://schemas.openxmlformats.org/drawingml/2006/main"/>
          <a:ln xmlns:a="http://schemas.openxmlformats.org/drawingml/2006/main" w="19050">
            <a:solidFill>
              <a:srgbClr val="D8E1E7"/>
            </a:solidFill>
          </a:ln>
        </p:spPr>
      </p:sp>
      <p:sp>
        <p:nvSpPr>
          <p:cNvPr id="8" name="">
            <a:extLst xmlns:a="http://schemas.openxmlformats.org/drawingml/2006/main">
              <a:ext uri="{FF2B5EF4-FFF2-40B4-BE49-F238E27FC236}">
                <a16:creationId xmlns:a16="http://schemas.microsoft.com/office/drawing/2014/main" id="{CE4A78EC-59BC-4332-B1E8-1D5D4FB580E5}"/>
              </a:ext>
            </a:extLst>
          </p:cNvPr>
          <p:cNvSpPr>
            <a:spLocks xmlns:a="http://schemas.openxmlformats.org/drawingml/2006/main" noGrp="1"/>
          </p:cNvSpPr>
          <p:nvPr/>
        </p:nvSpPr>
        <p:spPr>
          <a:xfrm xmlns:a="http://schemas.openxmlformats.org/drawingml/2006/main">
            <a:off x="685800" y="6353175"/>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第8回</a:t>
            </a:r>
          </a:p>
        </p:txBody>
      </p:sp>
      <p:sp>
        <p:nvSpPr>
          <p:cNvPr id="9" name="">
            <a:extLst xmlns:a="http://schemas.openxmlformats.org/drawingml/2006/main">
              <a:ext uri="{FF2B5EF4-FFF2-40B4-BE49-F238E27FC236}">
                <a16:creationId xmlns:a16="http://schemas.microsoft.com/office/drawing/2014/main" id="{02B4C132-038D-4798-BBBD-6B980CB2DD5A}"/>
              </a:ext>
            </a:extLst>
          </p:cNvPr>
          <p:cNvSpPr>
            <a:spLocks xmlns:a="http://schemas.openxmlformats.org/drawingml/2006/main" noGrp="1"/>
          </p:cNvSpPr>
          <p:nvPr/>
        </p:nvSpPr>
        <p:spPr>
          <a:xfrm xmlns:a="http://schemas.openxmlformats.org/drawingml/2006/main">
            <a:off x="10382250" y="6353175"/>
            <a:ext cx="123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12 / 43</a:t>
            </a:r>
          </a:p>
        </p:txBody>
      </p:sp>
      <p:sp>
        <p:nvSpPr>
          <p:cNvPr id="11" name="">
            <a:extLst xmlns:a="http://schemas.openxmlformats.org/drawingml/2006/main">
              <a:ext uri="{FF2B5EF4-FFF2-40B4-BE49-F238E27FC236}">
                <a16:creationId xmlns:a16="http://schemas.microsoft.com/office/drawing/2014/main" id="{68FDF562-9A8D-403B-8E8B-A42BC1598FA6}"/>
              </a:ext>
            </a:extLst>
          </p:cNvPr>
          <p:cNvSpPr>
            <a:spLocks xmlns:a="http://schemas.openxmlformats.org/drawingml/2006/main" noGrp="1"/>
          </p:cNvSpPr>
          <p:nvPr/>
        </p:nvSpPr>
        <p:spPr>
          <a:xfrm xmlns:a="http://schemas.openxmlformats.org/drawingml/2006/main">
            <a:off x="809625" y="1666875"/>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1">
                <a:solidFill>
                  <a:srgbClr val="263D4D"/>
                </a:solidFill>
                <a:latin typeface="Yu Gothic"/>
                <a:ea typeface="Yu Gothic"/>
                <a:cs typeface="Yu Gothic"/>
              </a:defRPr>
            </a:defPPr>
            <a:lvl1pPr>
              <a:defRPr sz="2250" b="1">
                <a:solidFill>
                  <a:srgbClr val="263D4D"/>
                </a:solidFill>
                <a:latin typeface="Yu Gothic"/>
                <a:ea typeface="Yu Gothic"/>
                <a:cs typeface="Yu Gothic"/>
              </a:defRPr>
            </a:lvl1pPr>
            <a:lvl2pPr>
              <a:defRPr sz="2250" b="1">
                <a:solidFill>
                  <a:srgbClr val="263D4D"/>
                </a:solidFill>
                <a:latin typeface="Yu Gothic"/>
                <a:ea typeface="Yu Gothic"/>
                <a:cs typeface="Yu Gothic"/>
              </a:defRPr>
            </a:lvl2pPr>
            <a:lvl3pPr>
              <a:defRPr sz="2250" b="1">
                <a:solidFill>
                  <a:srgbClr val="263D4D"/>
                </a:solidFill>
                <a:latin typeface="Yu Gothic"/>
                <a:ea typeface="Yu Gothic"/>
                <a:cs typeface="Yu Gothic"/>
              </a:defRPr>
            </a:lvl3pPr>
            <a:lvl4pPr>
              <a:defRPr sz="2250" b="1">
                <a:solidFill>
                  <a:srgbClr val="263D4D"/>
                </a:solidFill>
                <a:latin typeface="Yu Gothic"/>
                <a:ea typeface="Yu Gothic"/>
                <a:cs typeface="Yu Gothic"/>
              </a:defRPr>
            </a:lvl4pPr>
            <a:lvl5pPr>
              <a:defRPr sz="2250" b="1">
                <a:solidFill>
                  <a:srgbClr val="263D4D"/>
                </a:solidFill>
                <a:latin typeface="Yu Gothic"/>
                <a:ea typeface="Yu Gothic"/>
                <a:cs typeface="Yu Gothic"/>
              </a:defRPr>
            </a:lvl5pPr>
            <a:lvl6pPr>
              <a:defRPr sz="2250" b="1">
                <a:solidFill>
                  <a:srgbClr val="263D4D"/>
                </a:solidFill>
                <a:latin typeface="Yu Gothic"/>
                <a:ea typeface="Yu Gothic"/>
                <a:cs typeface="Yu Gothic"/>
              </a:defRPr>
            </a:lvl6pPr>
            <a:lvl7pPr>
              <a:defRPr sz="2250" b="1">
                <a:solidFill>
                  <a:srgbClr val="263D4D"/>
                </a:solidFill>
                <a:latin typeface="Yu Gothic"/>
                <a:ea typeface="Yu Gothic"/>
                <a:cs typeface="Yu Gothic"/>
              </a:defRPr>
            </a:lvl7pPr>
            <a:lvl8pPr>
              <a:defRPr sz="2250" b="1">
                <a:solidFill>
                  <a:srgbClr val="263D4D"/>
                </a:solidFill>
                <a:latin typeface="Yu Gothic"/>
                <a:ea typeface="Yu Gothic"/>
                <a:cs typeface="Yu Gothic"/>
              </a:defRPr>
            </a:lvl8pPr>
            <a:lvl9pPr>
              <a:defRPr sz="2250" b="1">
                <a:solidFill>
                  <a:srgbClr val="263D4D"/>
                </a:solidFill>
                <a:latin typeface="Yu Gothic"/>
                <a:ea typeface="Yu Gothic"/>
                <a:cs typeface="Yu Gothic"/>
              </a:defRPr>
            </a:lvl9pPr>
          </a:lstStyle>
          <a:p xmlns:a="http://schemas.openxmlformats.org/drawingml/2006/main">
            <a:pPr>
              <a:defRPr sz="2250" b="1">
                <a:solidFill>
                  <a:srgbClr val="263D4D"/>
                </a:solidFill>
                <a:latin typeface="Yu Gothic"/>
                <a:ea typeface="Yu Gothic"/>
                <a:cs typeface="Yu Gothic"/>
              </a:defRPr>
            </a:pPr>
            <a:r>
              <a:rPr sz="2250" b="1">
                <a:solidFill>
                  <a:srgbClr val="263D4D"/>
                </a:solidFill>
                <a:latin typeface="Yu Gothic"/>
                <a:ea typeface="Yu Gothic"/>
                <a:cs typeface="Yu Gothic"/>
              </a:rPr>
              <a:t>一定荷重・一定温度の仮想データ</a:t>
            </a:r>
          </a:p>
        </p:txBody>
      </p:sp>
      <p:graphicFrame>
        <p:nvGraphicFramePr>
          <p:cNvPr id="12" name="">
            <a:extLst xmlns:a="http://schemas.openxmlformats.org/drawingml/2006/main">
              <a:ext uri="{FF2B5EF4-FFF2-40B4-BE49-F238E27FC236}">
                <a16:creationId xmlns:a16="http://schemas.microsoft.com/office/drawing/2014/main" id="{D8012B54-6C5B-4DAD-8046-3801BE5BDEBE}"/>
              </a:ext>
            </a:extLst>
          </p:cNvPr>
          <p:cNvGraphicFramePr/>
          <p:nvPr/>
        </p:nvGraphicFramePr>
        <p:xfrm>
          <a:off xmlns:a="http://schemas.openxmlformats.org/drawingml/2006/main" x="714375" y="2571750"/>
          <a:ext xmlns:a="http://schemas.openxmlformats.org/drawingml/2006/main" cx="3619500" cy="2571750"/>
        </p:xfrm>
        <a:graphic xmlns:a="http://schemas.openxmlformats.org/drawingml/2006/main">
          <a:graphicData uri="http://schemas.openxmlformats.org/drawingml/2006/table">
            <a:tbl>
              <a:tblPr/>
              <a:tblGrid>
                <a:gridCol w="1809750"/>
                <a:gridCol w="1809750"/>
              </a:tblGrid>
              <a:tr h="642938">
                <a:tc>
                  <a:txBody>
                    <a:bodyPr lIns="85725" tIns="85725" rIns="85725" bIns="85725"/>
                    <a:lstStyle/>
                    <a:p>
                      <a:r>
                        <a:rPr sz="2025" b="1">
                          <a:solidFill>
                            <a:srgbClr val="FFFFFF"/>
                          </a:solidFill>
                          <a:latin typeface="Yu Gothic"/>
                          <a:ea typeface="Yu Gothic"/>
                          <a:cs typeface="Yu Gothic"/>
                        </a:rPr>
                        <a:t>時点</a:t>
                      </a:r>
                    </a:p>
                  </a:txBody>
                  <a:tcPr marL="91440" marR="91440" marT="45720" marB="45720">
                    <a:solidFill>
                      <a:srgbClr val="193B59"/>
                    </a:solidFill>
                  </a:tcPr>
                </a:tc>
                <a:tc>
                  <a:txBody>
                    <a:bodyPr lIns="85725" tIns="85725" rIns="85725" bIns="85725"/>
                    <a:lstStyle/>
                    <a:p>
                      <a:r>
                        <a:rPr sz="2025" b="1">
                          <a:solidFill>
                            <a:srgbClr val="FFFFFF"/>
                          </a:solidFill>
                          <a:latin typeface="Yu Gothic"/>
                          <a:ea typeface="Yu Gothic"/>
                          <a:cs typeface="Yu Gothic"/>
                        </a:rPr>
                        <a:t>変形 / mm</a:t>
                      </a:r>
                    </a:p>
                  </a:txBody>
                  <a:tcPr marL="91440" marR="91440" marT="45720" marB="45720">
                    <a:solidFill>
                      <a:srgbClr val="193B59"/>
                    </a:solidFill>
                  </a:tcPr>
                </a:tc>
              </a:tr>
              <a:tr h="642938">
                <a:tc>
                  <a:txBody>
                    <a:bodyPr lIns="85725" tIns="85725" rIns="85725" bIns="85725"/>
                    <a:lstStyle/>
                    <a:p>
                      <a:r>
                        <a:rPr sz="2025" b="0">
                          <a:solidFill>
                            <a:srgbClr val="263D4D"/>
                          </a:solidFill>
                          <a:latin typeface="Yu Gothic"/>
                          <a:ea typeface="Yu Gothic"/>
                          <a:cs typeface="Yu Gothic"/>
                        </a:rPr>
                        <a:t>直後</a:t>
                      </a:r>
                    </a:p>
                  </a:txBody>
                  <a:tcPr marL="91440" marR="91440" marT="45720" marB="45720">
                    <a:solidFill>
                      <a:srgbClr val="E8F0F4"/>
                    </a:solidFill>
                  </a:tcPr>
                </a:tc>
                <a:tc>
                  <a:txBody>
                    <a:bodyPr lIns="85725" tIns="85725" rIns="85725" bIns="85725"/>
                    <a:lstStyle/>
                    <a:p>
                      <a:r>
                        <a:rPr sz="2025" b="0">
                          <a:solidFill>
                            <a:srgbClr val="263D4D"/>
                          </a:solidFill>
                          <a:latin typeface="Yu Gothic"/>
                          <a:ea typeface="Yu Gothic"/>
                          <a:cs typeface="Yu Gothic"/>
                        </a:rPr>
                        <a:t>0.8</a:t>
                      </a:r>
                    </a:p>
                  </a:txBody>
                  <a:tcPr marL="91440" marR="91440" marT="45720" marB="45720">
                    <a:solidFill>
                      <a:srgbClr val="E8F0F4"/>
                    </a:solidFill>
                  </a:tcPr>
                </a:tc>
              </a:tr>
              <a:tr h="642938">
                <a:tc>
                  <a:txBody>
                    <a:bodyPr lIns="85725" tIns="85725" rIns="85725" bIns="85725"/>
                    <a:lstStyle/>
                    <a:p>
                      <a:r>
                        <a:rPr sz="2025" b="0">
                          <a:solidFill>
                            <a:srgbClr val="263D4D"/>
                          </a:solidFill>
                          <a:latin typeface="Yu Gothic"/>
                          <a:ea typeface="Yu Gothic"/>
                          <a:cs typeface="Yu Gothic"/>
                        </a:rPr>
                        <a:t>24時間</a:t>
                      </a:r>
                    </a:p>
                  </a:txBody>
                  <a:tcPr marL="91440" marR="91440" marT="45720" marB="45720">
                    <a:solidFill>
                      <a:srgbClr val="FFFFFF"/>
                    </a:solidFill>
                  </a:tcPr>
                </a:tc>
                <a:tc>
                  <a:txBody>
                    <a:bodyPr lIns="85725" tIns="85725" rIns="85725" bIns="85725"/>
                    <a:lstStyle/>
                    <a:p>
                      <a:r>
                        <a:rPr sz="2025" b="0">
                          <a:solidFill>
                            <a:srgbClr val="263D4D"/>
                          </a:solidFill>
                          <a:latin typeface="Yu Gothic"/>
                          <a:ea typeface="Yu Gothic"/>
                          <a:cs typeface="Yu Gothic"/>
                        </a:rPr>
                        <a:t>1.2</a:t>
                      </a:r>
                    </a:p>
                  </a:txBody>
                  <a:tcPr marL="91440" marR="91440" marT="45720" marB="45720">
                    <a:solidFill>
                      <a:srgbClr val="FFFFFF"/>
                    </a:solidFill>
                  </a:tcPr>
                </a:tc>
              </a:tr>
              <a:tr h="642938">
                <a:tc>
                  <a:txBody>
                    <a:bodyPr lIns="85725" tIns="85725" rIns="85725" bIns="85725"/>
                    <a:lstStyle/>
                    <a:p>
                      <a:r>
                        <a:rPr sz="2025" b="0">
                          <a:solidFill>
                            <a:srgbClr val="263D4D"/>
                          </a:solidFill>
                          <a:latin typeface="Yu Gothic"/>
                          <a:ea typeface="Yu Gothic"/>
                          <a:cs typeface="Yu Gothic"/>
                        </a:rPr>
                        <a:t>168時間</a:t>
                      </a:r>
                    </a:p>
                  </a:txBody>
                  <a:tcPr marL="91440" marR="91440" marT="45720" marB="45720">
                    <a:solidFill>
                      <a:srgbClr val="E8F0F4"/>
                    </a:solidFill>
                  </a:tcPr>
                </a:tc>
                <a:tc>
                  <a:txBody>
                    <a:bodyPr lIns="85725" tIns="85725" rIns="85725" bIns="85725"/>
                    <a:lstStyle/>
                    <a:p>
                      <a:r>
                        <a:rPr sz="2025" b="0">
                          <a:solidFill>
                            <a:srgbClr val="263D4D"/>
                          </a:solidFill>
                          <a:latin typeface="Yu Gothic"/>
                          <a:ea typeface="Yu Gothic"/>
                          <a:cs typeface="Yu Gothic"/>
                        </a:rPr>
                        <a:t>1.6</a:t>
                      </a:r>
                    </a:p>
                  </a:txBody>
                  <a:tcPr marL="91440" marR="91440" marT="45720" marB="45720">
                    <a:solidFill>
                      <a:srgbClr val="E8F0F4"/>
                    </a:solidFill>
                  </a:tcPr>
                </a:tc>
              </a:tr>
            </a:tbl>
          </a:graphicData>
        </a:graphic>
      </p:graphicFrame>
      <p:graphicFrame>
        <p:nvGraphicFramePr>
          <p:cNvPr id="13" name="Chart">
            <a:extLst xmlns:a="http://schemas.openxmlformats.org/drawingml/2006/main">
              <a:ext uri="{FF2B5EF4-FFF2-40B4-BE49-F238E27FC236}">
                <a16:creationId xmlns:a16="http://schemas.microsoft.com/office/drawing/2014/main" id="{B2F934D3-FBBC-4C0D-B103-FB4CFE0658B0}"/>
              </a:ext>
            </a:extLst>
          </p:cNvPr>
          <p:cNvGraphicFramePr/>
          <p:nvPr/>
        </p:nvGraphicFramePr>
        <p:xfrm>
          <a:off xmlns:a="http://schemas.openxmlformats.org/drawingml/2006/main" x="4762500" y="2238375"/>
          <a:ext xmlns:a="http://schemas.openxmlformats.org/drawingml/2006/main" cx="6572250" cy="3381375"/>
        </p:xfrm>
        <a:graphic xmlns:a="http://schemas.openxmlformats.org/drawingml/2006/main">
          <a:graphicData uri="http://schemas.openxmlformats.org/drawingml/2006/chart">
            <c:chart xmlns:r="http://schemas.openxmlformats.org/officeDocument/2006/relationships" xmlns:c="http://schemas.openxmlformats.org/drawingml/2006/chart" r:id="R6a5cfeff1cd64998"/>
          </a:graphicData>
        </a:graphic>
      </p:graphicFrame>
      <p:sp>
        <p:nvSpPr>
          <p:cNvPr id="14" name="">
            <a:extLst xmlns:a="http://schemas.openxmlformats.org/drawingml/2006/main">
              <a:ext uri="{FF2B5EF4-FFF2-40B4-BE49-F238E27FC236}">
                <a16:creationId xmlns:a16="http://schemas.microsoft.com/office/drawing/2014/main" id="{3EFACD5E-E49F-4191-A628-6019E8B2E7FE}"/>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defRPr sz="1575" b="0">
                <a:solidFill>
                  <a:srgbClr val="71818B"/>
                </a:solidFill>
                <a:latin typeface="Yu Gothic"/>
                <a:ea typeface="Yu Gothic"/>
                <a:cs typeface="Yu Gothic"/>
              </a:defRPr>
            </a:lvl1pPr>
            <a:lvl2pPr>
              <a:defRPr sz="1575" b="0">
                <a:solidFill>
                  <a:srgbClr val="71818B"/>
                </a:solidFill>
                <a:latin typeface="Yu Gothic"/>
                <a:ea typeface="Yu Gothic"/>
                <a:cs typeface="Yu Gothic"/>
              </a:defRPr>
            </a:lvl2pPr>
            <a:lvl3pPr>
              <a:defRPr sz="1575" b="0">
                <a:solidFill>
                  <a:srgbClr val="71818B"/>
                </a:solidFill>
                <a:latin typeface="Yu Gothic"/>
                <a:ea typeface="Yu Gothic"/>
                <a:cs typeface="Yu Gothic"/>
              </a:defRPr>
            </a:lvl3pPr>
            <a:lvl4pPr>
              <a:defRPr sz="1575" b="0">
                <a:solidFill>
                  <a:srgbClr val="71818B"/>
                </a:solidFill>
                <a:latin typeface="Yu Gothic"/>
                <a:ea typeface="Yu Gothic"/>
                <a:cs typeface="Yu Gothic"/>
              </a:defRPr>
            </a:lvl4pPr>
            <a:lvl5pPr>
              <a:defRPr sz="1575" b="0">
                <a:solidFill>
                  <a:srgbClr val="71818B"/>
                </a:solidFill>
                <a:latin typeface="Yu Gothic"/>
                <a:ea typeface="Yu Gothic"/>
                <a:cs typeface="Yu Gothic"/>
              </a:defRPr>
            </a:lvl5pPr>
            <a:lvl6pPr>
              <a:defRPr sz="1575" b="0">
                <a:solidFill>
                  <a:srgbClr val="71818B"/>
                </a:solidFill>
                <a:latin typeface="Yu Gothic"/>
                <a:ea typeface="Yu Gothic"/>
                <a:cs typeface="Yu Gothic"/>
              </a:defRPr>
            </a:lvl6pPr>
            <a:lvl7pPr>
              <a:defRPr sz="1575" b="0">
                <a:solidFill>
                  <a:srgbClr val="71818B"/>
                </a:solidFill>
                <a:latin typeface="Yu Gothic"/>
                <a:ea typeface="Yu Gothic"/>
                <a:cs typeface="Yu Gothic"/>
              </a:defRPr>
            </a:lvl7pPr>
            <a:lvl8pPr>
              <a:defRPr sz="1575" b="0">
                <a:solidFill>
                  <a:srgbClr val="71818B"/>
                </a:solidFill>
                <a:latin typeface="Yu Gothic"/>
                <a:ea typeface="Yu Gothic"/>
                <a:cs typeface="Yu Gothic"/>
              </a:defRPr>
            </a:lvl8pPr>
            <a:lvl9pPr>
              <a:defRPr sz="1575" b="0">
                <a:solidFill>
                  <a:srgbClr val="71818B"/>
                </a:solidFill>
                <a:latin typeface="Yu Gothic"/>
                <a:ea typeface="Yu Gothic"/>
                <a:cs typeface="Yu Gothic"/>
              </a:defRPr>
            </a:lvl9pPr>
          </a:lstStyle>
          <a:p xmlns:a="http://schemas.openxmlformats.org/drawingml/2006/main">
            <a:pPr>
              <a:defRPr sz="1575" b="0">
                <a:solidFill>
                  <a:srgbClr val="71818B"/>
                </a:solidFill>
                <a:latin typeface="Yu Gothic"/>
                <a:ea typeface="Yu Gothic"/>
                <a:cs typeface="Yu Gothic"/>
              </a:defRPr>
            </a:pPr>
            <a:r>
              <a:rPr sz="1575" b="0">
                <a:solidFill>
                  <a:srgbClr val="71818B"/>
                </a:solidFill>
                <a:latin typeface="Yu Gothic"/>
                <a:ea typeface="Yu Gothic"/>
                <a:cs typeface="Yu Gothic"/>
              </a:rPr>
              <a:t>授業用の仮想値。点を結ぶ線は見やすさのためで、長期予測の式や実測曲線ではない。</a:t>
            </a:r>
          </a:p>
        </p:txBody>
      </p:sp>
    </p:spTree>
    <p:extLst>
      <p:ext uri="{BB962C8B-B14F-4D97-AF65-F5344CB8AC3E}">
        <p14:creationId xmlns:p14="http://schemas.microsoft.com/office/powerpoint/2010/main" val="782441467"/>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BBE075D-B2CE-4410-85F6-C913995EF28B}"/>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93B59"/>
                </a:solidFill>
                <a:latin typeface="Yu Gothic"/>
                <a:ea typeface="Yu Gothic"/>
                <a:cs typeface="Yu Gothic"/>
              </a:defRPr>
            </a:defPPr>
            <a:lvl1pPr>
              <a:buNone/>
              <a:defRPr sz="3000" b="1">
                <a:solidFill>
                  <a:srgbClr val="193B59"/>
                </a:solidFill>
                <a:latin typeface="Yu Gothic"/>
                <a:ea typeface="Yu Gothic"/>
                <a:cs typeface="Yu Gothic"/>
              </a:defRPr>
            </a:lvl1pPr>
            <a:lvl2pPr>
              <a:buNone/>
              <a:defRPr sz="3000" b="1">
                <a:solidFill>
                  <a:srgbClr val="193B59"/>
                </a:solidFill>
                <a:latin typeface="Yu Gothic"/>
                <a:ea typeface="Yu Gothic"/>
                <a:cs typeface="Yu Gothic"/>
              </a:defRPr>
            </a:lvl2pPr>
            <a:lvl3pPr>
              <a:buNone/>
              <a:defRPr sz="3000" b="1">
                <a:solidFill>
                  <a:srgbClr val="193B59"/>
                </a:solidFill>
                <a:latin typeface="Yu Gothic"/>
                <a:ea typeface="Yu Gothic"/>
                <a:cs typeface="Yu Gothic"/>
              </a:defRPr>
            </a:lvl3pPr>
            <a:lvl4pPr>
              <a:buNone/>
              <a:defRPr sz="3000" b="1">
                <a:solidFill>
                  <a:srgbClr val="193B59"/>
                </a:solidFill>
                <a:latin typeface="Yu Gothic"/>
                <a:ea typeface="Yu Gothic"/>
                <a:cs typeface="Yu Gothic"/>
              </a:defRPr>
            </a:lvl4pPr>
            <a:lvl5pPr>
              <a:buNone/>
              <a:defRPr sz="3000" b="1">
                <a:solidFill>
                  <a:srgbClr val="193B59"/>
                </a:solidFill>
                <a:latin typeface="Yu Gothic"/>
                <a:ea typeface="Yu Gothic"/>
                <a:cs typeface="Yu Gothic"/>
              </a:defRPr>
            </a:lvl5pPr>
            <a:lvl6pPr>
              <a:buNone/>
              <a:defRPr sz="3000" b="1">
                <a:solidFill>
                  <a:srgbClr val="193B59"/>
                </a:solidFill>
                <a:latin typeface="Yu Gothic"/>
                <a:ea typeface="Yu Gothic"/>
                <a:cs typeface="Yu Gothic"/>
              </a:defRPr>
            </a:lvl6pPr>
            <a:lvl7pPr>
              <a:buNone/>
              <a:defRPr sz="3000" b="1">
                <a:solidFill>
                  <a:srgbClr val="193B59"/>
                </a:solidFill>
                <a:latin typeface="Yu Gothic"/>
                <a:ea typeface="Yu Gothic"/>
                <a:cs typeface="Yu Gothic"/>
              </a:defRPr>
            </a:lvl7pPr>
            <a:lvl8pPr>
              <a:buNone/>
              <a:defRPr sz="3000" b="1">
                <a:solidFill>
                  <a:srgbClr val="193B59"/>
                </a:solidFill>
                <a:latin typeface="Yu Gothic"/>
                <a:ea typeface="Yu Gothic"/>
                <a:cs typeface="Yu Gothic"/>
              </a:defRPr>
            </a:lvl8pPr>
            <a:lvl9pPr>
              <a:buNone/>
              <a:defRPr sz="3000" b="1">
                <a:solidFill>
                  <a:srgbClr val="193B59"/>
                </a:solidFill>
                <a:latin typeface="Yu Gothic"/>
                <a:ea typeface="Yu Gothic"/>
                <a:cs typeface="Yu Gothic"/>
              </a:defRPr>
            </a:lvl9pPr>
          </a:lstStyle>
          <a:p xmlns:a="http://schemas.openxmlformats.org/drawingml/2006/main">
            <a:pPr>
              <a:buNone/>
              <a:defRPr sz="3000" b="1">
                <a:solidFill>
                  <a:srgbClr val="193B59"/>
                </a:solidFill>
                <a:latin typeface="Yu Gothic"/>
                <a:ea typeface="Yu Gothic"/>
                <a:cs typeface="Yu Gothic"/>
              </a:defRPr>
            </a:pPr>
            <a:r>
              <a:rPr sz="3000" b="1">
                <a:solidFill>
                  <a:srgbClr val="193B59"/>
                </a:solidFill>
                <a:latin typeface="Yu Gothic"/>
                <a:ea typeface="Yu Gothic"/>
                <a:cs typeface="Yu Gothic"/>
              </a:rPr>
              <a:t>時間データの解説</a:t>
            </a:r>
          </a:p>
        </p:txBody>
      </p:sp>
      <p:sp>
        <p:nvSpPr>
          <p:cNvPr id="2" name="">
            <a:extLst xmlns:a="http://schemas.openxmlformats.org/drawingml/2006/main">
              <a:ext uri="{FF2B5EF4-FFF2-40B4-BE49-F238E27FC236}">
                <a16:creationId xmlns:a16="http://schemas.microsoft.com/office/drawing/2014/main" id="{A52C6815-CD21-4A31-8424-F67F6DF6BEF0}"/>
              </a:ext>
            </a:extLst>
          </p:cNvPr>
          <p:cNvSpPr>
            <a:spLocks xmlns:a="http://schemas.openxmlformats.org/drawingml/2006/main" noGrp="1"/>
          </p:cNvSpPr>
          <p:nvPr/>
        </p:nvSpPr>
        <p:spPr>
          <a:xfrm xmlns:a="http://schemas.openxmlformats.org/drawingml/2006/main" flipH="0" flipV="0">
            <a:off x="685800" y="1323975"/>
            <a:ext cx="10820400" cy="0"/>
          </a:xfrm>
          <a:prstGeom xmlns:a="http://schemas.openxmlformats.org/drawingml/2006/main" prst="line">
            <a:avLst/>
          </a:prstGeom>
          <a:noFill xmlns:a="http://schemas.openxmlformats.org/drawingml/2006/main"/>
          <a:ln xmlns:a="http://schemas.openxmlformats.org/drawingml/2006/main" w="19050">
            <a:solidFill>
              <a:srgbClr val="D8E1E7"/>
            </a:solidFill>
          </a:ln>
        </p:spPr>
      </p:sp>
      <p:sp>
        <p:nvSpPr>
          <p:cNvPr id="7" name="">
            <a:extLst xmlns:a="http://schemas.openxmlformats.org/drawingml/2006/main">
              <a:ext uri="{FF2B5EF4-FFF2-40B4-BE49-F238E27FC236}">
                <a16:creationId xmlns:a16="http://schemas.microsoft.com/office/drawing/2014/main" id="{B5258B27-065E-4075-B5A0-F8A03B2CF5BA}"/>
              </a:ext>
            </a:extLst>
          </p:cNvPr>
          <p:cNvSpPr>
            <a:spLocks xmlns:a="http://schemas.openxmlformats.org/drawingml/2006/main" noGrp="1"/>
          </p:cNvSpPr>
          <p:nvPr/>
        </p:nvSpPr>
        <p:spPr>
          <a:xfrm xmlns:a="http://schemas.openxmlformats.org/drawingml/2006/main">
            <a:off x="685800" y="6353175"/>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第8回</a:t>
            </a:r>
          </a:p>
        </p:txBody>
      </p:sp>
      <p:sp>
        <p:nvSpPr>
          <p:cNvPr id="8" name="">
            <a:extLst xmlns:a="http://schemas.openxmlformats.org/drawingml/2006/main">
              <a:ext uri="{FF2B5EF4-FFF2-40B4-BE49-F238E27FC236}">
                <a16:creationId xmlns:a16="http://schemas.microsoft.com/office/drawing/2014/main" id="{F01F4A3F-E1BC-416F-A63B-E7B238A1293B}"/>
              </a:ext>
            </a:extLst>
          </p:cNvPr>
          <p:cNvSpPr>
            <a:spLocks xmlns:a="http://schemas.openxmlformats.org/drawingml/2006/main" noGrp="1"/>
          </p:cNvSpPr>
          <p:nvPr/>
        </p:nvSpPr>
        <p:spPr>
          <a:xfrm xmlns:a="http://schemas.openxmlformats.org/drawingml/2006/main">
            <a:off x="10382250" y="6353175"/>
            <a:ext cx="123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13 / 43</a:t>
            </a:r>
          </a:p>
        </p:txBody>
      </p:sp>
      <p:graphicFrame>
        <p:nvGraphicFramePr>
          <p:cNvPr id="10" name="">
            <a:extLst xmlns:a="http://schemas.openxmlformats.org/drawingml/2006/main">
              <a:ext uri="{FF2B5EF4-FFF2-40B4-BE49-F238E27FC236}">
                <a16:creationId xmlns:a16="http://schemas.microsoft.com/office/drawing/2014/main" id="{5C0EE2C3-F202-4658-8347-DB4AEE048305}"/>
              </a:ext>
            </a:extLst>
          </p:cNvPr>
          <p:cNvGraphicFramePr/>
          <p:nvPr/>
        </p:nvGraphicFramePr>
        <p:xfrm>
          <a:off xmlns:a="http://schemas.openxmlformats.org/drawingml/2006/main" x="714375" y="2047875"/>
          <a:ext xmlns:a="http://schemas.openxmlformats.org/drawingml/2006/main" cx="10763250" cy="2286000"/>
        </p:xfrm>
        <a:graphic xmlns:a="http://schemas.openxmlformats.org/drawingml/2006/main">
          <a:graphicData uri="http://schemas.openxmlformats.org/drawingml/2006/table">
            <a:tbl>
              <a:tblPr/>
              <a:tblGrid>
                <a:gridCol w="2476500"/>
                <a:gridCol w="4095750"/>
                <a:gridCol w="4191000"/>
              </a:tblGrid>
              <a:tr h="762000">
                <a:tc>
                  <a:txBody>
                    <a:bodyPr lIns="85725" tIns="85725" rIns="85725" bIns="85725"/>
                    <a:lstStyle/>
                    <a:p>
                      <a:r>
                        <a:rPr sz="2100" b="1">
                          <a:solidFill>
                            <a:srgbClr val="FFFFFF"/>
                          </a:solidFill>
                          <a:latin typeface="Yu Gothic"/>
                          <a:ea typeface="Yu Gothic"/>
                          <a:cs typeface="Yu Gothic"/>
                        </a:rPr>
                        <a:t>時点</a:t>
                      </a:r>
                    </a:p>
                  </a:txBody>
                  <a:tcPr marL="91440" marR="91440" marT="45720" marB="45720">
                    <a:solidFill>
                      <a:srgbClr val="193B59"/>
                    </a:solidFill>
                  </a:tcPr>
                </a:tc>
                <a:tc>
                  <a:txBody>
                    <a:bodyPr lIns="85725" tIns="85725" rIns="85725" bIns="85725"/>
                    <a:lstStyle/>
                    <a:p>
                      <a:r>
                        <a:rPr sz="2100" b="1">
                          <a:solidFill>
                            <a:srgbClr val="FFFFFF"/>
                          </a:solidFill>
                          <a:latin typeface="Yu Gothic"/>
                          <a:ea typeface="Yu Gothic"/>
                          <a:cs typeface="Yu Gothic"/>
                        </a:rPr>
                        <a:t>直後に対する倍率</a:t>
                      </a:r>
                    </a:p>
                  </a:txBody>
                  <a:tcPr marL="91440" marR="91440" marT="45720" marB="45720">
                    <a:solidFill>
                      <a:srgbClr val="193B59"/>
                    </a:solidFill>
                  </a:tcPr>
                </a:tc>
                <a:tc>
                  <a:txBody>
                    <a:bodyPr lIns="85725" tIns="85725" rIns="85725" bIns="85725"/>
                    <a:lstStyle/>
                    <a:p>
                      <a:r>
                        <a:rPr sz="2100" b="1">
                          <a:solidFill>
                            <a:srgbClr val="FFFFFF"/>
                          </a:solidFill>
                          <a:latin typeface="Yu Gothic"/>
                          <a:ea typeface="Yu Gothic"/>
                          <a:cs typeface="Yu Gothic"/>
                        </a:rPr>
                        <a:t>直後からの増加量</a:t>
                      </a:r>
                    </a:p>
                  </a:txBody>
                  <a:tcPr marL="91440" marR="91440" marT="45720" marB="45720">
                    <a:solidFill>
                      <a:srgbClr val="193B59"/>
                    </a:solidFill>
                  </a:tcPr>
                </a:tc>
              </a:tr>
              <a:tr h="762000">
                <a:tc>
                  <a:txBody>
                    <a:bodyPr lIns="85725" tIns="85725" rIns="85725" bIns="85725"/>
                    <a:lstStyle/>
                    <a:p>
                      <a:r>
                        <a:rPr sz="2100" b="0">
                          <a:solidFill>
                            <a:srgbClr val="263D4D"/>
                          </a:solidFill>
                          <a:latin typeface="Yu Gothic"/>
                          <a:ea typeface="Yu Gothic"/>
                          <a:cs typeface="Yu Gothic"/>
                        </a:rPr>
                        <a:t>24時間</a:t>
                      </a:r>
                    </a:p>
                  </a:txBody>
                  <a:tcPr marL="91440" marR="91440" marT="45720" marB="45720">
                    <a:solidFill>
                      <a:srgbClr val="E8F0F4"/>
                    </a:solidFill>
                  </a:tcPr>
                </a:tc>
                <a:tc>
                  <a:txBody>
                    <a:bodyPr lIns="85725" tIns="85725" rIns="85725" bIns="85725"/>
                    <a:lstStyle/>
                    <a:p>
                      <a:r>
                        <a:rPr sz="2100" b="0">
                          <a:solidFill>
                            <a:srgbClr val="263D4D"/>
                          </a:solidFill>
                          <a:latin typeface="Yu Gothic"/>
                          <a:ea typeface="Yu Gothic"/>
                          <a:cs typeface="Yu Gothic"/>
                        </a:rPr>
                        <a:t>1.2 / 0.8 = 1.5倍</a:t>
                      </a:r>
                    </a:p>
                  </a:txBody>
                  <a:tcPr marL="91440" marR="91440" marT="45720" marB="45720">
                    <a:solidFill>
                      <a:srgbClr val="E8F0F4"/>
                    </a:solidFill>
                  </a:tcPr>
                </a:tc>
                <a:tc>
                  <a:txBody>
                    <a:bodyPr lIns="85725" tIns="85725" rIns="85725" bIns="85725"/>
                    <a:lstStyle/>
                    <a:p>
                      <a:r>
                        <a:rPr sz="2100" b="0">
                          <a:solidFill>
                            <a:srgbClr val="263D4D"/>
                          </a:solidFill>
                          <a:latin typeface="Yu Gothic"/>
                          <a:ea typeface="Yu Gothic"/>
                          <a:cs typeface="Yu Gothic"/>
                        </a:rPr>
                        <a:t>1.2 − 0.8 = 0.4 mm</a:t>
                      </a:r>
                    </a:p>
                  </a:txBody>
                  <a:tcPr marL="91440" marR="91440" marT="45720" marB="45720">
                    <a:solidFill>
                      <a:srgbClr val="E8F0F4"/>
                    </a:solidFill>
                  </a:tcPr>
                </a:tc>
              </a:tr>
              <a:tr h="762000">
                <a:tc>
                  <a:txBody>
                    <a:bodyPr lIns="85725" tIns="85725" rIns="85725" bIns="85725"/>
                    <a:lstStyle/>
                    <a:p>
                      <a:r>
                        <a:rPr sz="2100" b="0">
                          <a:solidFill>
                            <a:srgbClr val="263D4D"/>
                          </a:solidFill>
                          <a:latin typeface="Yu Gothic"/>
                          <a:ea typeface="Yu Gothic"/>
                          <a:cs typeface="Yu Gothic"/>
                        </a:rPr>
                        <a:t>168時間</a:t>
                      </a:r>
                    </a:p>
                  </a:txBody>
                  <a:tcPr marL="91440" marR="91440" marT="45720" marB="45720">
                    <a:solidFill>
                      <a:srgbClr val="FFFFFF"/>
                    </a:solidFill>
                  </a:tcPr>
                </a:tc>
                <a:tc>
                  <a:txBody>
                    <a:bodyPr lIns="85725" tIns="85725" rIns="85725" bIns="85725"/>
                    <a:lstStyle/>
                    <a:p>
                      <a:r>
                        <a:rPr sz="2100" b="0">
                          <a:solidFill>
                            <a:srgbClr val="263D4D"/>
                          </a:solidFill>
                          <a:latin typeface="Yu Gothic"/>
                          <a:ea typeface="Yu Gothic"/>
                          <a:cs typeface="Yu Gothic"/>
                        </a:rPr>
                        <a:t>1.6 / 0.8 = 2倍</a:t>
                      </a:r>
                    </a:p>
                  </a:txBody>
                  <a:tcPr marL="91440" marR="91440" marT="45720" marB="45720">
                    <a:solidFill>
                      <a:srgbClr val="FFFFFF"/>
                    </a:solidFill>
                  </a:tcPr>
                </a:tc>
                <a:tc>
                  <a:txBody>
                    <a:bodyPr lIns="85725" tIns="85725" rIns="85725" bIns="85725"/>
                    <a:lstStyle/>
                    <a:p>
                      <a:r>
                        <a:rPr sz="2100" b="0">
                          <a:solidFill>
                            <a:srgbClr val="263D4D"/>
                          </a:solidFill>
                          <a:latin typeface="Yu Gothic"/>
                          <a:ea typeface="Yu Gothic"/>
                          <a:cs typeface="Yu Gothic"/>
                        </a:rPr>
                        <a:t>1.6 − 0.8 = 0.8 mm</a:t>
                      </a:r>
                    </a:p>
                  </a:txBody>
                  <a:tcPr marL="91440" marR="91440" marT="45720" marB="45720">
                    <a:solidFill>
                      <a:srgbClr val="FFFFFF"/>
                    </a:solidFill>
                  </a:tcPr>
                </a:tc>
              </a:tr>
            </a:tbl>
          </a:graphicData>
        </a:graphic>
      </p:graphicFrame>
      <p:sp>
        <p:nvSpPr>
          <p:cNvPr id="11" name="">
            <a:extLst xmlns:a="http://schemas.openxmlformats.org/drawingml/2006/main">
              <a:ext uri="{FF2B5EF4-FFF2-40B4-BE49-F238E27FC236}">
                <a16:creationId xmlns:a16="http://schemas.microsoft.com/office/drawing/2014/main" id="{CAD815D2-B7CA-4FB5-ABC0-7735D338D008}"/>
              </a:ext>
            </a:extLst>
          </p:cNvPr>
          <p:cNvSpPr>
            <a:spLocks xmlns:a="http://schemas.openxmlformats.org/drawingml/2006/main" noGrp="1"/>
          </p:cNvSpPr>
          <p:nvPr/>
        </p:nvSpPr>
        <p:spPr>
          <a:xfrm xmlns:a="http://schemas.openxmlformats.org/drawingml/2006/main">
            <a:off x="809625" y="476250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1">
                <a:solidFill>
                  <a:srgbClr val="C4483C"/>
                </a:solidFill>
                <a:latin typeface="Yu Gothic"/>
                <a:ea typeface="Yu Gothic"/>
                <a:cs typeface="Yu Gothic"/>
              </a:defRPr>
            </a:defPPr>
            <a:lvl1pPr>
              <a:defRPr sz="2250" b="1">
                <a:solidFill>
                  <a:srgbClr val="C4483C"/>
                </a:solidFill>
                <a:latin typeface="Yu Gothic"/>
                <a:ea typeface="Yu Gothic"/>
                <a:cs typeface="Yu Gothic"/>
              </a:defRPr>
            </a:lvl1pPr>
            <a:lvl2pPr>
              <a:defRPr sz="2250" b="1">
                <a:solidFill>
                  <a:srgbClr val="C4483C"/>
                </a:solidFill>
                <a:latin typeface="Yu Gothic"/>
                <a:ea typeface="Yu Gothic"/>
                <a:cs typeface="Yu Gothic"/>
              </a:defRPr>
            </a:lvl2pPr>
            <a:lvl3pPr>
              <a:defRPr sz="2250" b="1">
                <a:solidFill>
                  <a:srgbClr val="C4483C"/>
                </a:solidFill>
                <a:latin typeface="Yu Gothic"/>
                <a:ea typeface="Yu Gothic"/>
                <a:cs typeface="Yu Gothic"/>
              </a:defRPr>
            </a:lvl3pPr>
            <a:lvl4pPr>
              <a:defRPr sz="2250" b="1">
                <a:solidFill>
                  <a:srgbClr val="C4483C"/>
                </a:solidFill>
                <a:latin typeface="Yu Gothic"/>
                <a:ea typeface="Yu Gothic"/>
                <a:cs typeface="Yu Gothic"/>
              </a:defRPr>
            </a:lvl4pPr>
            <a:lvl5pPr>
              <a:defRPr sz="2250" b="1">
                <a:solidFill>
                  <a:srgbClr val="C4483C"/>
                </a:solidFill>
                <a:latin typeface="Yu Gothic"/>
                <a:ea typeface="Yu Gothic"/>
                <a:cs typeface="Yu Gothic"/>
              </a:defRPr>
            </a:lvl5pPr>
            <a:lvl6pPr>
              <a:defRPr sz="2250" b="1">
                <a:solidFill>
                  <a:srgbClr val="C4483C"/>
                </a:solidFill>
                <a:latin typeface="Yu Gothic"/>
                <a:ea typeface="Yu Gothic"/>
                <a:cs typeface="Yu Gothic"/>
              </a:defRPr>
            </a:lvl6pPr>
            <a:lvl7pPr>
              <a:defRPr sz="2250" b="1">
                <a:solidFill>
                  <a:srgbClr val="C4483C"/>
                </a:solidFill>
                <a:latin typeface="Yu Gothic"/>
                <a:ea typeface="Yu Gothic"/>
                <a:cs typeface="Yu Gothic"/>
              </a:defRPr>
            </a:lvl7pPr>
            <a:lvl8pPr>
              <a:defRPr sz="2250" b="1">
                <a:solidFill>
                  <a:srgbClr val="C4483C"/>
                </a:solidFill>
                <a:latin typeface="Yu Gothic"/>
                <a:ea typeface="Yu Gothic"/>
                <a:cs typeface="Yu Gothic"/>
              </a:defRPr>
            </a:lvl8pPr>
            <a:lvl9pPr>
              <a:defRPr sz="2250" b="1">
                <a:solidFill>
                  <a:srgbClr val="C4483C"/>
                </a:solidFill>
                <a:latin typeface="Yu Gothic"/>
                <a:ea typeface="Yu Gothic"/>
                <a:cs typeface="Yu Gothic"/>
              </a:defRPr>
            </a:lvl9pPr>
          </a:lstStyle>
          <a:p xmlns:a="http://schemas.openxmlformats.org/drawingml/2006/main">
            <a:pPr>
              <a:defRPr sz="2250" b="1">
                <a:solidFill>
                  <a:srgbClr val="C4483C"/>
                </a:solidFill>
                <a:latin typeface="Yu Gothic"/>
                <a:ea typeface="Yu Gothic"/>
                <a:cs typeface="Yu Gothic"/>
              </a:defRPr>
            </a:pPr>
            <a:r>
              <a:rPr sz="2250" b="1">
                <a:solidFill>
                  <a:srgbClr val="C4483C"/>
                </a:solidFill>
                <a:latin typeface="Yu Gothic"/>
                <a:ea typeface="Yu Gothic"/>
                <a:cs typeface="Yu Gothic"/>
              </a:rPr>
              <a:t>測定期間外・別温度・除荷後の回復は未評価</a:t>
            </a:r>
          </a:p>
        </p:txBody>
      </p:sp>
      <p:sp>
        <p:nvSpPr>
          <p:cNvPr id="12" name="">
            <a:extLst xmlns:a="http://schemas.openxmlformats.org/drawingml/2006/main">
              <a:ext uri="{FF2B5EF4-FFF2-40B4-BE49-F238E27FC236}">
                <a16:creationId xmlns:a16="http://schemas.microsoft.com/office/drawing/2014/main" id="{FA322CD5-FD3A-40F3-8FB8-1803950CDE45}"/>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defRPr sz="1575" b="0">
                <a:solidFill>
                  <a:srgbClr val="71818B"/>
                </a:solidFill>
                <a:latin typeface="Yu Gothic"/>
                <a:ea typeface="Yu Gothic"/>
                <a:cs typeface="Yu Gothic"/>
              </a:defRPr>
            </a:lvl1pPr>
            <a:lvl2pPr>
              <a:defRPr sz="1575" b="0">
                <a:solidFill>
                  <a:srgbClr val="71818B"/>
                </a:solidFill>
                <a:latin typeface="Yu Gothic"/>
                <a:ea typeface="Yu Gothic"/>
                <a:cs typeface="Yu Gothic"/>
              </a:defRPr>
            </a:lvl2pPr>
            <a:lvl3pPr>
              <a:defRPr sz="1575" b="0">
                <a:solidFill>
                  <a:srgbClr val="71818B"/>
                </a:solidFill>
                <a:latin typeface="Yu Gothic"/>
                <a:ea typeface="Yu Gothic"/>
                <a:cs typeface="Yu Gothic"/>
              </a:defRPr>
            </a:lvl3pPr>
            <a:lvl4pPr>
              <a:defRPr sz="1575" b="0">
                <a:solidFill>
                  <a:srgbClr val="71818B"/>
                </a:solidFill>
                <a:latin typeface="Yu Gothic"/>
                <a:ea typeface="Yu Gothic"/>
                <a:cs typeface="Yu Gothic"/>
              </a:defRPr>
            </a:lvl4pPr>
            <a:lvl5pPr>
              <a:defRPr sz="1575" b="0">
                <a:solidFill>
                  <a:srgbClr val="71818B"/>
                </a:solidFill>
                <a:latin typeface="Yu Gothic"/>
                <a:ea typeface="Yu Gothic"/>
                <a:cs typeface="Yu Gothic"/>
              </a:defRPr>
            </a:lvl5pPr>
            <a:lvl6pPr>
              <a:defRPr sz="1575" b="0">
                <a:solidFill>
                  <a:srgbClr val="71818B"/>
                </a:solidFill>
                <a:latin typeface="Yu Gothic"/>
                <a:ea typeface="Yu Gothic"/>
                <a:cs typeface="Yu Gothic"/>
              </a:defRPr>
            </a:lvl6pPr>
            <a:lvl7pPr>
              <a:defRPr sz="1575" b="0">
                <a:solidFill>
                  <a:srgbClr val="71818B"/>
                </a:solidFill>
                <a:latin typeface="Yu Gothic"/>
                <a:ea typeface="Yu Gothic"/>
                <a:cs typeface="Yu Gothic"/>
              </a:defRPr>
            </a:lvl7pPr>
            <a:lvl8pPr>
              <a:defRPr sz="1575" b="0">
                <a:solidFill>
                  <a:srgbClr val="71818B"/>
                </a:solidFill>
                <a:latin typeface="Yu Gothic"/>
                <a:ea typeface="Yu Gothic"/>
                <a:cs typeface="Yu Gothic"/>
              </a:defRPr>
            </a:lvl8pPr>
            <a:lvl9pPr>
              <a:defRPr sz="1575" b="0">
                <a:solidFill>
                  <a:srgbClr val="71818B"/>
                </a:solidFill>
                <a:latin typeface="Yu Gothic"/>
                <a:ea typeface="Yu Gothic"/>
                <a:cs typeface="Yu Gothic"/>
              </a:defRPr>
            </a:lvl9pPr>
          </a:lstStyle>
          <a:p xmlns:a="http://schemas.openxmlformats.org/drawingml/2006/main">
            <a:pPr>
              <a:defRPr sz="1575" b="0">
                <a:solidFill>
                  <a:srgbClr val="71818B"/>
                </a:solidFill>
                <a:latin typeface="Yu Gothic"/>
                <a:ea typeface="Yu Gothic"/>
                <a:cs typeface="Yu Gothic"/>
              </a:defRPr>
            </a:pPr>
            <a:r>
              <a:rPr sz="1575" b="0">
                <a:solidFill>
                  <a:srgbClr val="71818B"/>
                </a:solidFill>
                <a:latin typeface="Yu Gothic"/>
                <a:ea typeface="Yu Gothic"/>
                <a:cs typeface="Yu Gothic"/>
              </a:rPr>
              <a:t>三つの点から、長期にわたり同じ倍率で変形が増す法則を仮定しない。</a:t>
            </a:r>
          </a:p>
        </p:txBody>
      </p:sp>
    </p:spTree>
    <p:extLst>
      <p:ext uri="{BB962C8B-B14F-4D97-AF65-F5344CB8AC3E}">
        <p14:creationId xmlns:p14="http://schemas.microsoft.com/office/powerpoint/2010/main" val="1758692414"/>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7547D4A0-2536-495D-A31C-D008A61349B4}"/>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93B59"/>
                </a:solidFill>
                <a:latin typeface="Yu Gothic"/>
                <a:ea typeface="Yu Gothic"/>
                <a:cs typeface="Yu Gothic"/>
              </a:defRPr>
            </a:defPPr>
            <a:lvl1pPr>
              <a:buNone/>
              <a:defRPr sz="3000" b="1">
                <a:solidFill>
                  <a:srgbClr val="193B59"/>
                </a:solidFill>
                <a:latin typeface="Yu Gothic"/>
                <a:ea typeface="Yu Gothic"/>
                <a:cs typeface="Yu Gothic"/>
              </a:defRPr>
            </a:lvl1pPr>
            <a:lvl2pPr>
              <a:buNone/>
              <a:defRPr sz="3000" b="1">
                <a:solidFill>
                  <a:srgbClr val="193B59"/>
                </a:solidFill>
                <a:latin typeface="Yu Gothic"/>
                <a:ea typeface="Yu Gothic"/>
                <a:cs typeface="Yu Gothic"/>
              </a:defRPr>
            </a:lvl2pPr>
            <a:lvl3pPr>
              <a:buNone/>
              <a:defRPr sz="3000" b="1">
                <a:solidFill>
                  <a:srgbClr val="193B59"/>
                </a:solidFill>
                <a:latin typeface="Yu Gothic"/>
                <a:ea typeface="Yu Gothic"/>
                <a:cs typeface="Yu Gothic"/>
              </a:defRPr>
            </a:lvl3pPr>
            <a:lvl4pPr>
              <a:buNone/>
              <a:defRPr sz="3000" b="1">
                <a:solidFill>
                  <a:srgbClr val="193B59"/>
                </a:solidFill>
                <a:latin typeface="Yu Gothic"/>
                <a:ea typeface="Yu Gothic"/>
                <a:cs typeface="Yu Gothic"/>
              </a:defRPr>
            </a:lvl4pPr>
            <a:lvl5pPr>
              <a:buNone/>
              <a:defRPr sz="3000" b="1">
                <a:solidFill>
                  <a:srgbClr val="193B59"/>
                </a:solidFill>
                <a:latin typeface="Yu Gothic"/>
                <a:ea typeface="Yu Gothic"/>
                <a:cs typeface="Yu Gothic"/>
              </a:defRPr>
            </a:lvl5pPr>
            <a:lvl6pPr>
              <a:buNone/>
              <a:defRPr sz="3000" b="1">
                <a:solidFill>
                  <a:srgbClr val="193B59"/>
                </a:solidFill>
                <a:latin typeface="Yu Gothic"/>
                <a:ea typeface="Yu Gothic"/>
                <a:cs typeface="Yu Gothic"/>
              </a:defRPr>
            </a:lvl6pPr>
            <a:lvl7pPr>
              <a:buNone/>
              <a:defRPr sz="3000" b="1">
                <a:solidFill>
                  <a:srgbClr val="193B59"/>
                </a:solidFill>
                <a:latin typeface="Yu Gothic"/>
                <a:ea typeface="Yu Gothic"/>
                <a:cs typeface="Yu Gothic"/>
              </a:defRPr>
            </a:lvl7pPr>
            <a:lvl8pPr>
              <a:buNone/>
              <a:defRPr sz="3000" b="1">
                <a:solidFill>
                  <a:srgbClr val="193B59"/>
                </a:solidFill>
                <a:latin typeface="Yu Gothic"/>
                <a:ea typeface="Yu Gothic"/>
                <a:cs typeface="Yu Gothic"/>
              </a:defRPr>
            </a:lvl8pPr>
            <a:lvl9pPr>
              <a:buNone/>
              <a:defRPr sz="3000" b="1">
                <a:solidFill>
                  <a:srgbClr val="193B59"/>
                </a:solidFill>
                <a:latin typeface="Yu Gothic"/>
                <a:ea typeface="Yu Gothic"/>
                <a:cs typeface="Yu Gothic"/>
              </a:defRPr>
            </a:lvl9pPr>
          </a:lstStyle>
          <a:p xmlns:a="http://schemas.openxmlformats.org/drawingml/2006/main">
            <a:pPr>
              <a:buNone/>
              <a:defRPr sz="3000" b="1">
                <a:solidFill>
                  <a:srgbClr val="193B59"/>
                </a:solidFill>
                <a:latin typeface="Yu Gothic"/>
                <a:ea typeface="Yu Gothic"/>
                <a:cs typeface="Yu Gothic"/>
              </a:defRPr>
            </a:pPr>
            <a:r>
              <a:rPr sz="3000" b="1">
                <a:solidFill>
                  <a:srgbClr val="193B59"/>
                </a:solidFill>
                <a:latin typeface="Yu Gothic"/>
                <a:ea typeface="Yu Gothic"/>
                <a:cs typeface="Yu Gothic"/>
              </a:rPr>
              <a:t>日射・熱・水・薬品</a:t>
            </a:r>
          </a:p>
        </p:txBody>
      </p:sp>
      <p:sp>
        <p:nvSpPr>
          <p:cNvPr id="2" name="">
            <a:extLst xmlns:a="http://schemas.openxmlformats.org/drawingml/2006/main">
              <a:ext uri="{FF2B5EF4-FFF2-40B4-BE49-F238E27FC236}">
                <a16:creationId xmlns:a16="http://schemas.microsoft.com/office/drawing/2014/main" id="{B1DD3D7F-789F-4109-BB60-06ABC7F1D830}"/>
              </a:ext>
            </a:extLst>
          </p:cNvPr>
          <p:cNvSpPr>
            <a:spLocks xmlns:a="http://schemas.openxmlformats.org/drawingml/2006/main" noGrp="1"/>
          </p:cNvSpPr>
          <p:nvPr/>
        </p:nvSpPr>
        <p:spPr>
          <a:xfrm xmlns:a="http://schemas.openxmlformats.org/drawingml/2006/main" flipH="0" flipV="0">
            <a:off x="685800" y="1323975"/>
            <a:ext cx="10820400" cy="0"/>
          </a:xfrm>
          <a:prstGeom xmlns:a="http://schemas.openxmlformats.org/drawingml/2006/main" prst="line">
            <a:avLst/>
          </a:prstGeom>
          <a:noFill xmlns:a="http://schemas.openxmlformats.org/drawingml/2006/main"/>
          <a:ln xmlns:a="http://schemas.openxmlformats.org/drawingml/2006/main" w="19050">
            <a:solidFill>
              <a:srgbClr val="D8E1E7"/>
            </a:solidFill>
          </a:ln>
        </p:spPr>
      </p:sp>
      <p:sp>
        <p:nvSpPr>
          <p:cNvPr id="15" name="">
            <a:extLst xmlns:a="http://schemas.openxmlformats.org/drawingml/2006/main">
              <a:ext uri="{FF2B5EF4-FFF2-40B4-BE49-F238E27FC236}">
                <a16:creationId xmlns:a16="http://schemas.microsoft.com/office/drawing/2014/main" id="{2666B9AE-0724-4DC6-A118-E681090DFA3E}"/>
              </a:ext>
            </a:extLst>
          </p:cNvPr>
          <p:cNvSpPr>
            <a:spLocks xmlns:a="http://schemas.openxmlformats.org/drawingml/2006/main" noGrp="1"/>
          </p:cNvSpPr>
          <p:nvPr/>
        </p:nvSpPr>
        <p:spPr>
          <a:xfrm xmlns:a="http://schemas.openxmlformats.org/drawingml/2006/main">
            <a:off x="685800" y="6353175"/>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第8回</a:t>
            </a:r>
          </a:p>
        </p:txBody>
      </p:sp>
      <p:sp>
        <p:nvSpPr>
          <p:cNvPr id="16" name="">
            <a:extLst xmlns:a="http://schemas.openxmlformats.org/drawingml/2006/main">
              <a:ext uri="{FF2B5EF4-FFF2-40B4-BE49-F238E27FC236}">
                <a16:creationId xmlns:a16="http://schemas.microsoft.com/office/drawing/2014/main" id="{4FFE1FE6-D4CF-48BE-BF7D-12631EEEF1DD}"/>
              </a:ext>
            </a:extLst>
          </p:cNvPr>
          <p:cNvSpPr>
            <a:spLocks xmlns:a="http://schemas.openxmlformats.org/drawingml/2006/main" noGrp="1"/>
          </p:cNvSpPr>
          <p:nvPr/>
        </p:nvSpPr>
        <p:spPr>
          <a:xfrm xmlns:a="http://schemas.openxmlformats.org/drawingml/2006/main">
            <a:off x="10382250" y="6353175"/>
            <a:ext cx="123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14 / 43</a:t>
            </a:r>
          </a:p>
        </p:txBody>
      </p:sp>
      <p:graphicFrame>
        <p:nvGraphicFramePr>
          <p:cNvPr id="18" name="">
            <a:extLst xmlns:a="http://schemas.openxmlformats.org/drawingml/2006/main">
              <a:ext uri="{FF2B5EF4-FFF2-40B4-BE49-F238E27FC236}">
                <a16:creationId xmlns:a16="http://schemas.microsoft.com/office/drawing/2014/main" id="{0E6CBC58-5D8A-490A-B42E-8CEBB033CD26}"/>
              </a:ext>
            </a:extLst>
          </p:cNvPr>
          <p:cNvGraphicFramePr/>
          <p:nvPr/>
        </p:nvGraphicFramePr>
        <p:xfrm>
          <a:off xmlns:a="http://schemas.openxmlformats.org/drawingml/2006/main" x="714375" y="2047875"/>
          <a:ext xmlns:a="http://schemas.openxmlformats.org/drawingml/2006/main" cx="10763250" cy="2762250"/>
        </p:xfrm>
        <a:graphic xmlns:a="http://schemas.openxmlformats.org/drawingml/2006/main">
          <a:graphicData uri="http://schemas.openxmlformats.org/drawingml/2006/table">
            <a:tbl>
              <a:tblPr/>
              <a:tblGrid>
                <a:gridCol w="3619500"/>
                <a:gridCol w="7143750"/>
              </a:tblGrid>
              <a:tr h="690563">
                <a:tc>
                  <a:txBody>
                    <a:bodyPr lIns="85725" tIns="85725" rIns="85725" bIns="85725"/>
                    <a:lstStyle/>
                    <a:p>
                      <a:r>
                        <a:rPr sz="2100" b="1">
                          <a:solidFill>
                            <a:srgbClr val="FFFFFF"/>
                          </a:solidFill>
                          <a:latin typeface="Yu Gothic"/>
                          <a:ea typeface="Yu Gothic"/>
                          <a:cs typeface="Yu Gothic"/>
                        </a:rPr>
                        <a:t>使用環境</a:t>
                      </a:r>
                    </a:p>
                  </a:txBody>
                  <a:tcPr marL="91440" marR="91440" marT="45720" marB="45720">
                    <a:solidFill>
                      <a:srgbClr val="193B59"/>
                    </a:solidFill>
                  </a:tcPr>
                </a:tc>
                <a:tc>
                  <a:txBody>
                    <a:bodyPr lIns="85725" tIns="85725" rIns="85725" bIns="85725"/>
                    <a:lstStyle/>
                    <a:p>
                      <a:r>
                        <a:rPr sz="2100" b="1">
                          <a:solidFill>
                            <a:srgbClr val="FFFFFF"/>
                          </a:solidFill>
                          <a:latin typeface="Yu Gothic"/>
                          <a:ea typeface="Yu Gothic"/>
                          <a:cs typeface="Yu Gothic"/>
                        </a:rPr>
                        <a:t>確認したいこと</a:t>
                      </a:r>
                    </a:p>
                  </a:txBody>
                  <a:tcPr marL="91440" marR="91440" marT="45720" marB="45720">
                    <a:solidFill>
                      <a:srgbClr val="193B59"/>
                    </a:solidFill>
                  </a:tcPr>
                </a:tc>
              </a:tr>
              <a:tr h="690563">
                <a:tc>
                  <a:txBody>
                    <a:bodyPr lIns="85725" tIns="85725" rIns="85725" bIns="85725"/>
                    <a:lstStyle/>
                    <a:p>
                      <a:r>
                        <a:rPr sz="2100" b="0">
                          <a:solidFill>
                            <a:srgbClr val="263D4D"/>
                          </a:solidFill>
                          <a:latin typeface="Yu Gothic"/>
                          <a:ea typeface="Yu Gothic"/>
                          <a:cs typeface="Yu Gothic"/>
                        </a:rPr>
                        <a:t>日射・熱</a:t>
                      </a:r>
                    </a:p>
                  </a:txBody>
                  <a:tcPr marL="91440" marR="91440" marT="45720" marB="45720">
                    <a:solidFill>
                      <a:srgbClr val="E8F0F4"/>
                    </a:solidFill>
                  </a:tcPr>
                </a:tc>
                <a:tc>
                  <a:txBody>
                    <a:bodyPr lIns="85725" tIns="85725" rIns="85725" bIns="85725"/>
                    <a:lstStyle/>
                    <a:p>
                      <a:r>
                        <a:rPr sz="2100" b="0">
                          <a:solidFill>
                            <a:srgbClr val="263D4D"/>
                          </a:solidFill>
                          <a:latin typeface="Yu Gothic"/>
                          <a:ea typeface="Yu Gothic"/>
                          <a:cs typeface="Yu Gothic"/>
                        </a:rPr>
                        <a:t>光・熱酸化等による変化、温度</a:t>
                      </a:r>
                    </a:p>
                  </a:txBody>
                  <a:tcPr marL="91440" marR="91440" marT="45720" marB="45720">
                    <a:solidFill>
                      <a:srgbClr val="E8F0F4"/>
                    </a:solidFill>
                  </a:tcPr>
                </a:tc>
              </a:tr>
              <a:tr h="690563">
                <a:tc>
                  <a:txBody>
                    <a:bodyPr lIns="85725" tIns="85725" rIns="85725" bIns="85725"/>
                    <a:lstStyle/>
                    <a:p>
                      <a:r>
                        <a:rPr sz="2100" b="0">
                          <a:solidFill>
                            <a:srgbClr val="263D4D"/>
                          </a:solidFill>
                          <a:latin typeface="Yu Gothic"/>
                          <a:ea typeface="Yu Gothic"/>
                          <a:cs typeface="Yu Gothic"/>
                        </a:rPr>
                        <a:t>水・薬品・清掃</a:t>
                      </a:r>
                    </a:p>
                  </a:txBody>
                  <a:tcPr marL="91440" marR="91440" marT="45720" marB="45720">
                    <a:solidFill>
                      <a:srgbClr val="FFFFFF"/>
                    </a:solidFill>
                  </a:tcPr>
                </a:tc>
                <a:tc>
                  <a:txBody>
                    <a:bodyPr lIns="85725" tIns="85725" rIns="85725" bIns="85725"/>
                    <a:lstStyle/>
                    <a:p>
                      <a:r>
                        <a:rPr sz="2100" b="0">
                          <a:solidFill>
                            <a:srgbClr val="263D4D"/>
                          </a:solidFill>
                          <a:latin typeface="Yu Gothic"/>
                          <a:ea typeface="Yu Gothic"/>
                          <a:cs typeface="Yu Gothic"/>
                        </a:rPr>
                        <a:t>材種と配合、接触条件との適合</a:t>
                      </a:r>
                    </a:p>
                  </a:txBody>
                  <a:tcPr marL="91440" marR="91440" marT="45720" marB="45720">
                    <a:solidFill>
                      <a:srgbClr val="FFFFFF"/>
                    </a:solidFill>
                  </a:tcPr>
                </a:tc>
              </a:tr>
              <a:tr h="690563">
                <a:tc>
                  <a:txBody>
                    <a:bodyPr lIns="85725" tIns="85725" rIns="85725" bIns="85725"/>
                    <a:lstStyle/>
                    <a:p>
                      <a:r>
                        <a:rPr sz="2100" b="0">
                          <a:solidFill>
                            <a:srgbClr val="263D4D"/>
                          </a:solidFill>
                          <a:latin typeface="Yu Gothic"/>
                          <a:ea typeface="Yu Gothic"/>
                          <a:cs typeface="Yu Gothic"/>
                        </a:rPr>
                        <a:t>時間・荷重</a:t>
                      </a:r>
                    </a:p>
                  </a:txBody>
                  <a:tcPr marL="91440" marR="91440" marT="45720" marB="45720">
                    <a:solidFill>
                      <a:srgbClr val="E8F0F4"/>
                    </a:solidFill>
                  </a:tcPr>
                </a:tc>
                <a:tc>
                  <a:txBody>
                    <a:bodyPr lIns="85725" tIns="85725" rIns="85725" bIns="85725"/>
                    <a:lstStyle/>
                    <a:p>
                      <a:r>
                        <a:rPr sz="2100" b="0">
                          <a:solidFill>
                            <a:srgbClr val="263D4D"/>
                          </a:solidFill>
                          <a:latin typeface="Yu Gothic"/>
                          <a:ea typeface="Yu Gothic"/>
                          <a:cs typeface="Yu Gothic"/>
                        </a:rPr>
                        <a:t>変形・割れ・機能の維持</a:t>
                      </a:r>
                    </a:p>
                  </a:txBody>
                  <a:tcPr marL="91440" marR="91440" marT="45720" marB="45720">
                    <a:solidFill>
                      <a:srgbClr val="E8F0F4"/>
                    </a:solidFill>
                  </a:tcPr>
                </a:tc>
              </a:tr>
            </a:tbl>
          </a:graphicData>
        </a:graphic>
      </p:graphicFrame>
      <p:sp>
        <p:nvSpPr>
          <p:cNvPr id="19" name="">
            <a:extLst xmlns:a="http://schemas.openxmlformats.org/drawingml/2006/main">
              <a:ext uri="{FF2B5EF4-FFF2-40B4-BE49-F238E27FC236}">
                <a16:creationId xmlns:a16="http://schemas.microsoft.com/office/drawing/2014/main" id="{9B11D257-0929-4EEB-B469-1541DED7A7F6}"/>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defRPr sz="1575" b="0">
                <a:solidFill>
                  <a:srgbClr val="71818B"/>
                </a:solidFill>
                <a:latin typeface="Yu Gothic"/>
                <a:ea typeface="Yu Gothic"/>
                <a:cs typeface="Yu Gothic"/>
              </a:defRPr>
            </a:lvl1pPr>
            <a:lvl2pPr>
              <a:defRPr sz="1575" b="0">
                <a:solidFill>
                  <a:srgbClr val="71818B"/>
                </a:solidFill>
                <a:latin typeface="Yu Gothic"/>
                <a:ea typeface="Yu Gothic"/>
                <a:cs typeface="Yu Gothic"/>
              </a:defRPr>
            </a:lvl2pPr>
            <a:lvl3pPr>
              <a:defRPr sz="1575" b="0">
                <a:solidFill>
                  <a:srgbClr val="71818B"/>
                </a:solidFill>
                <a:latin typeface="Yu Gothic"/>
                <a:ea typeface="Yu Gothic"/>
                <a:cs typeface="Yu Gothic"/>
              </a:defRPr>
            </a:lvl3pPr>
            <a:lvl4pPr>
              <a:defRPr sz="1575" b="0">
                <a:solidFill>
                  <a:srgbClr val="71818B"/>
                </a:solidFill>
                <a:latin typeface="Yu Gothic"/>
                <a:ea typeface="Yu Gothic"/>
                <a:cs typeface="Yu Gothic"/>
              </a:defRPr>
            </a:lvl4pPr>
            <a:lvl5pPr>
              <a:defRPr sz="1575" b="0">
                <a:solidFill>
                  <a:srgbClr val="71818B"/>
                </a:solidFill>
                <a:latin typeface="Yu Gothic"/>
                <a:ea typeface="Yu Gothic"/>
                <a:cs typeface="Yu Gothic"/>
              </a:defRPr>
            </a:lvl5pPr>
            <a:lvl6pPr>
              <a:defRPr sz="1575" b="0">
                <a:solidFill>
                  <a:srgbClr val="71818B"/>
                </a:solidFill>
                <a:latin typeface="Yu Gothic"/>
                <a:ea typeface="Yu Gothic"/>
                <a:cs typeface="Yu Gothic"/>
              </a:defRPr>
            </a:lvl6pPr>
            <a:lvl7pPr>
              <a:defRPr sz="1575" b="0">
                <a:solidFill>
                  <a:srgbClr val="71818B"/>
                </a:solidFill>
                <a:latin typeface="Yu Gothic"/>
                <a:ea typeface="Yu Gothic"/>
                <a:cs typeface="Yu Gothic"/>
              </a:defRPr>
            </a:lvl7pPr>
            <a:lvl8pPr>
              <a:defRPr sz="1575" b="0">
                <a:solidFill>
                  <a:srgbClr val="71818B"/>
                </a:solidFill>
                <a:latin typeface="Yu Gothic"/>
                <a:ea typeface="Yu Gothic"/>
                <a:cs typeface="Yu Gothic"/>
              </a:defRPr>
            </a:lvl8pPr>
            <a:lvl9pPr>
              <a:defRPr sz="1575" b="0">
                <a:solidFill>
                  <a:srgbClr val="71818B"/>
                </a:solidFill>
                <a:latin typeface="Yu Gothic"/>
                <a:ea typeface="Yu Gothic"/>
                <a:cs typeface="Yu Gothic"/>
              </a:defRPr>
            </a:lvl9pPr>
          </a:lstStyle>
          <a:p xmlns:a="http://schemas.openxmlformats.org/drawingml/2006/main">
            <a:pPr>
              <a:defRPr sz="1575" b="0">
                <a:solidFill>
                  <a:srgbClr val="71818B"/>
                </a:solidFill>
                <a:latin typeface="Yu Gothic"/>
                <a:ea typeface="Yu Gothic"/>
                <a:cs typeface="Yu Gothic"/>
              </a:defRPr>
            </a:pPr>
            <a:r>
              <a:rPr sz="1575" b="0">
                <a:solidFill>
                  <a:srgbClr val="71818B"/>
                </a:solidFill>
                <a:latin typeface="Yu Gothic"/>
                <a:ea typeface="Yu Gothic"/>
                <a:cs typeface="Yu Gothic"/>
              </a:rPr>
              <a:t>表面の色や外観だけで、内部を含む全性能を判断しない。</a:t>
            </a:r>
          </a:p>
        </p:txBody>
      </p:sp>
    </p:spTree>
    <p:extLst>
      <p:ext uri="{BB962C8B-B14F-4D97-AF65-F5344CB8AC3E}">
        <p14:creationId xmlns:p14="http://schemas.microsoft.com/office/powerpoint/2010/main" val="1756119900"/>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DFD2C05-BA34-4A71-96C2-A8F65FF81605}"/>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93B59"/>
                </a:solidFill>
                <a:latin typeface="Yu Gothic"/>
                <a:ea typeface="Yu Gothic"/>
                <a:cs typeface="Yu Gothic"/>
              </a:defRPr>
            </a:defPPr>
            <a:lvl1pPr>
              <a:buNone/>
              <a:defRPr sz="3000" b="1">
                <a:solidFill>
                  <a:srgbClr val="193B59"/>
                </a:solidFill>
                <a:latin typeface="Yu Gothic"/>
                <a:ea typeface="Yu Gothic"/>
                <a:cs typeface="Yu Gothic"/>
              </a:defRPr>
            </a:lvl1pPr>
            <a:lvl2pPr>
              <a:buNone/>
              <a:defRPr sz="3000" b="1">
                <a:solidFill>
                  <a:srgbClr val="193B59"/>
                </a:solidFill>
                <a:latin typeface="Yu Gothic"/>
                <a:ea typeface="Yu Gothic"/>
                <a:cs typeface="Yu Gothic"/>
              </a:defRPr>
            </a:lvl2pPr>
            <a:lvl3pPr>
              <a:buNone/>
              <a:defRPr sz="3000" b="1">
                <a:solidFill>
                  <a:srgbClr val="193B59"/>
                </a:solidFill>
                <a:latin typeface="Yu Gothic"/>
                <a:ea typeface="Yu Gothic"/>
                <a:cs typeface="Yu Gothic"/>
              </a:defRPr>
            </a:lvl3pPr>
            <a:lvl4pPr>
              <a:buNone/>
              <a:defRPr sz="3000" b="1">
                <a:solidFill>
                  <a:srgbClr val="193B59"/>
                </a:solidFill>
                <a:latin typeface="Yu Gothic"/>
                <a:ea typeface="Yu Gothic"/>
                <a:cs typeface="Yu Gothic"/>
              </a:defRPr>
            </a:lvl4pPr>
            <a:lvl5pPr>
              <a:buNone/>
              <a:defRPr sz="3000" b="1">
                <a:solidFill>
                  <a:srgbClr val="193B59"/>
                </a:solidFill>
                <a:latin typeface="Yu Gothic"/>
                <a:ea typeface="Yu Gothic"/>
                <a:cs typeface="Yu Gothic"/>
              </a:defRPr>
            </a:lvl5pPr>
            <a:lvl6pPr>
              <a:buNone/>
              <a:defRPr sz="3000" b="1">
                <a:solidFill>
                  <a:srgbClr val="193B59"/>
                </a:solidFill>
                <a:latin typeface="Yu Gothic"/>
                <a:ea typeface="Yu Gothic"/>
                <a:cs typeface="Yu Gothic"/>
              </a:defRPr>
            </a:lvl6pPr>
            <a:lvl7pPr>
              <a:buNone/>
              <a:defRPr sz="3000" b="1">
                <a:solidFill>
                  <a:srgbClr val="193B59"/>
                </a:solidFill>
                <a:latin typeface="Yu Gothic"/>
                <a:ea typeface="Yu Gothic"/>
                <a:cs typeface="Yu Gothic"/>
              </a:defRPr>
            </a:lvl7pPr>
            <a:lvl8pPr>
              <a:buNone/>
              <a:defRPr sz="3000" b="1">
                <a:solidFill>
                  <a:srgbClr val="193B59"/>
                </a:solidFill>
                <a:latin typeface="Yu Gothic"/>
                <a:ea typeface="Yu Gothic"/>
                <a:cs typeface="Yu Gothic"/>
              </a:defRPr>
            </a:lvl8pPr>
            <a:lvl9pPr>
              <a:buNone/>
              <a:defRPr sz="3000" b="1">
                <a:solidFill>
                  <a:srgbClr val="193B59"/>
                </a:solidFill>
                <a:latin typeface="Yu Gothic"/>
                <a:ea typeface="Yu Gothic"/>
                <a:cs typeface="Yu Gothic"/>
              </a:defRPr>
            </a:lvl9pPr>
          </a:lstStyle>
          <a:p xmlns:a="http://schemas.openxmlformats.org/drawingml/2006/main">
            <a:pPr>
              <a:buNone/>
              <a:defRPr sz="3000" b="1">
                <a:solidFill>
                  <a:srgbClr val="193B59"/>
                </a:solidFill>
                <a:latin typeface="Yu Gothic"/>
                <a:ea typeface="Yu Gothic"/>
                <a:cs typeface="Yu Gothic"/>
              </a:defRPr>
            </a:pPr>
            <a:r>
              <a:rPr sz="3000" b="1">
                <a:solidFill>
                  <a:srgbClr val="193B59"/>
                </a:solidFill>
                <a:latin typeface="Yu Gothic"/>
                <a:ea typeface="Yu Gothic"/>
                <a:cs typeface="Yu Gothic"/>
              </a:rPr>
              <a:t>短い休憩</a:t>
            </a:r>
          </a:p>
        </p:txBody>
      </p:sp>
      <p:sp>
        <p:nvSpPr>
          <p:cNvPr id="2" name="">
            <a:extLst xmlns:a="http://schemas.openxmlformats.org/drawingml/2006/main">
              <a:ext uri="{FF2B5EF4-FFF2-40B4-BE49-F238E27FC236}">
                <a16:creationId xmlns:a16="http://schemas.microsoft.com/office/drawing/2014/main" id="{256445FC-CD55-43B2-B721-CAB8FC6E235E}"/>
              </a:ext>
            </a:extLst>
          </p:cNvPr>
          <p:cNvSpPr>
            <a:spLocks xmlns:a="http://schemas.openxmlformats.org/drawingml/2006/main" noGrp="1"/>
          </p:cNvSpPr>
          <p:nvPr/>
        </p:nvSpPr>
        <p:spPr>
          <a:xfrm xmlns:a="http://schemas.openxmlformats.org/drawingml/2006/main" flipH="0" flipV="0">
            <a:off x="685800" y="1323975"/>
            <a:ext cx="10820400" cy="0"/>
          </a:xfrm>
          <a:prstGeom xmlns:a="http://schemas.openxmlformats.org/drawingml/2006/main" prst="line">
            <a:avLst/>
          </a:pr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17CBE372-7C2E-4D48-8671-7E7A80474F0B}"/>
              </a:ext>
            </a:extLst>
          </p:cNvPr>
          <p:cNvSpPr>
            <a:spLocks xmlns:a="http://schemas.openxmlformats.org/drawingml/2006/main" noGrp="1"/>
          </p:cNvSpPr>
          <p:nvPr/>
        </p:nvSpPr>
        <p:spPr>
          <a:xfrm xmlns:a="http://schemas.openxmlformats.org/drawingml/2006/main">
            <a:off x="809625" y="16668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1">
                <a:solidFill>
                  <a:srgbClr val="2A6C9B"/>
                </a:solidFill>
                <a:latin typeface="Yu Gothic"/>
                <a:ea typeface="Yu Gothic"/>
                <a:cs typeface="Yu Gothic"/>
              </a:defRPr>
            </a:defPPr>
            <a:lvl1pPr>
              <a:buNone/>
              <a:defRPr sz="2325" b="1">
                <a:solidFill>
                  <a:srgbClr val="2A6C9B"/>
                </a:solidFill>
                <a:latin typeface="Yu Gothic"/>
                <a:ea typeface="Yu Gothic"/>
                <a:cs typeface="Yu Gothic"/>
              </a:defRPr>
            </a:lvl1pPr>
            <a:lvl2pPr>
              <a:buNone/>
              <a:defRPr sz="2325" b="1">
                <a:solidFill>
                  <a:srgbClr val="2A6C9B"/>
                </a:solidFill>
                <a:latin typeface="Yu Gothic"/>
                <a:ea typeface="Yu Gothic"/>
                <a:cs typeface="Yu Gothic"/>
              </a:defRPr>
            </a:lvl2pPr>
            <a:lvl3pPr>
              <a:buNone/>
              <a:defRPr sz="2325" b="1">
                <a:solidFill>
                  <a:srgbClr val="2A6C9B"/>
                </a:solidFill>
                <a:latin typeface="Yu Gothic"/>
                <a:ea typeface="Yu Gothic"/>
                <a:cs typeface="Yu Gothic"/>
              </a:defRPr>
            </a:lvl3pPr>
            <a:lvl4pPr>
              <a:buNone/>
              <a:defRPr sz="2325" b="1">
                <a:solidFill>
                  <a:srgbClr val="2A6C9B"/>
                </a:solidFill>
                <a:latin typeface="Yu Gothic"/>
                <a:ea typeface="Yu Gothic"/>
                <a:cs typeface="Yu Gothic"/>
              </a:defRPr>
            </a:lvl4pPr>
            <a:lvl5pPr>
              <a:buNone/>
              <a:defRPr sz="2325" b="1">
                <a:solidFill>
                  <a:srgbClr val="2A6C9B"/>
                </a:solidFill>
                <a:latin typeface="Yu Gothic"/>
                <a:ea typeface="Yu Gothic"/>
                <a:cs typeface="Yu Gothic"/>
              </a:defRPr>
            </a:lvl5pPr>
            <a:lvl6pPr>
              <a:buNone/>
              <a:defRPr sz="2325" b="1">
                <a:solidFill>
                  <a:srgbClr val="2A6C9B"/>
                </a:solidFill>
                <a:latin typeface="Yu Gothic"/>
                <a:ea typeface="Yu Gothic"/>
                <a:cs typeface="Yu Gothic"/>
              </a:defRPr>
            </a:lvl6pPr>
            <a:lvl7pPr>
              <a:buNone/>
              <a:defRPr sz="2325" b="1">
                <a:solidFill>
                  <a:srgbClr val="2A6C9B"/>
                </a:solidFill>
                <a:latin typeface="Yu Gothic"/>
                <a:ea typeface="Yu Gothic"/>
                <a:cs typeface="Yu Gothic"/>
              </a:defRPr>
            </a:lvl7pPr>
            <a:lvl8pPr>
              <a:buNone/>
              <a:defRPr sz="2325" b="1">
                <a:solidFill>
                  <a:srgbClr val="2A6C9B"/>
                </a:solidFill>
                <a:latin typeface="Yu Gothic"/>
                <a:ea typeface="Yu Gothic"/>
                <a:cs typeface="Yu Gothic"/>
              </a:defRPr>
            </a:lvl8pPr>
            <a:lvl9pPr>
              <a:buNone/>
              <a:defRPr sz="2325" b="1">
                <a:solidFill>
                  <a:srgbClr val="2A6C9B"/>
                </a:solidFill>
                <a:latin typeface="Yu Gothic"/>
                <a:ea typeface="Yu Gothic"/>
                <a:cs typeface="Yu Gothic"/>
              </a:defRPr>
            </a:lvl9pPr>
          </a:lstStyle>
          <a:p xmlns:a="http://schemas.openxmlformats.org/drawingml/2006/main">
            <a:pPr>
              <a:buNone/>
              <a:defRPr sz="2325" b="1">
                <a:solidFill>
                  <a:srgbClr val="2A6C9B"/>
                </a:solidFill>
                <a:latin typeface="Yu Gothic"/>
                <a:ea typeface="Yu Gothic"/>
                <a:cs typeface="Yu Gothic"/>
              </a:defRPr>
            </a:pPr>
            <a:r>
              <a:rPr sz="2325" b="1">
                <a:solidFill>
                  <a:srgbClr val="2A6C9B"/>
                </a:solidFill>
                <a:latin typeface="Yu Gothic"/>
                <a:ea typeface="Yu Gothic"/>
                <a:cs typeface="Yu Gothic"/>
              </a:rPr>
              <a:t>画面から目を離しましょう</a:t>
            </a:r>
          </a:p>
        </p:txBody>
      </p:sp>
      <p:sp>
        <p:nvSpPr>
          <p:cNvPr id="4" name="">
            <a:extLst xmlns:a="http://schemas.openxmlformats.org/drawingml/2006/main">
              <a:ext uri="{FF2B5EF4-FFF2-40B4-BE49-F238E27FC236}">
                <a16:creationId xmlns:a16="http://schemas.microsoft.com/office/drawing/2014/main" id="{8152BAB9-07D1-48BE-A72C-8025F2E720C1}"/>
              </a:ext>
            </a:extLst>
          </p:cNvPr>
          <p:cNvSpPr>
            <a:spLocks xmlns:a="http://schemas.openxmlformats.org/drawingml/2006/main" noGrp="1"/>
          </p:cNvSpPr>
          <p:nvPr/>
        </p:nvSpPr>
        <p:spPr>
          <a:xfrm xmlns:a="http://schemas.openxmlformats.org/drawingml/2006/main">
            <a:off x="809625" y="26193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A6C9B"/>
                </a:solidFill>
                <a:latin typeface="Yu Gothic"/>
                <a:ea typeface="Yu Gothic"/>
                <a:cs typeface="Yu Gothic"/>
              </a:defRPr>
            </a:defPPr>
            <a:lvl1pPr>
              <a:buNone/>
              <a:defRPr sz="2325" b="0">
                <a:solidFill>
                  <a:srgbClr val="2A6C9B"/>
                </a:solidFill>
                <a:latin typeface="Yu Gothic"/>
                <a:ea typeface="Yu Gothic"/>
                <a:cs typeface="Yu Gothic"/>
              </a:defRPr>
            </a:lvl1pPr>
            <a:lvl2pPr>
              <a:buNone/>
              <a:defRPr sz="2325" b="0">
                <a:solidFill>
                  <a:srgbClr val="2A6C9B"/>
                </a:solidFill>
                <a:latin typeface="Yu Gothic"/>
                <a:ea typeface="Yu Gothic"/>
                <a:cs typeface="Yu Gothic"/>
              </a:defRPr>
            </a:lvl2pPr>
            <a:lvl3pPr>
              <a:buNone/>
              <a:defRPr sz="2325" b="0">
                <a:solidFill>
                  <a:srgbClr val="2A6C9B"/>
                </a:solidFill>
                <a:latin typeface="Yu Gothic"/>
                <a:ea typeface="Yu Gothic"/>
                <a:cs typeface="Yu Gothic"/>
              </a:defRPr>
            </a:lvl3pPr>
            <a:lvl4pPr>
              <a:buNone/>
              <a:defRPr sz="2325" b="0">
                <a:solidFill>
                  <a:srgbClr val="2A6C9B"/>
                </a:solidFill>
                <a:latin typeface="Yu Gothic"/>
                <a:ea typeface="Yu Gothic"/>
                <a:cs typeface="Yu Gothic"/>
              </a:defRPr>
            </a:lvl4pPr>
            <a:lvl5pPr>
              <a:buNone/>
              <a:defRPr sz="2325" b="0">
                <a:solidFill>
                  <a:srgbClr val="2A6C9B"/>
                </a:solidFill>
                <a:latin typeface="Yu Gothic"/>
                <a:ea typeface="Yu Gothic"/>
                <a:cs typeface="Yu Gothic"/>
              </a:defRPr>
            </a:lvl5pPr>
            <a:lvl6pPr>
              <a:buNone/>
              <a:defRPr sz="2325" b="0">
                <a:solidFill>
                  <a:srgbClr val="2A6C9B"/>
                </a:solidFill>
                <a:latin typeface="Yu Gothic"/>
                <a:ea typeface="Yu Gothic"/>
                <a:cs typeface="Yu Gothic"/>
              </a:defRPr>
            </a:lvl6pPr>
            <a:lvl7pPr>
              <a:buNone/>
              <a:defRPr sz="2325" b="0">
                <a:solidFill>
                  <a:srgbClr val="2A6C9B"/>
                </a:solidFill>
                <a:latin typeface="Yu Gothic"/>
                <a:ea typeface="Yu Gothic"/>
                <a:cs typeface="Yu Gothic"/>
              </a:defRPr>
            </a:lvl7pPr>
            <a:lvl8pPr>
              <a:buNone/>
              <a:defRPr sz="2325" b="0">
                <a:solidFill>
                  <a:srgbClr val="2A6C9B"/>
                </a:solidFill>
                <a:latin typeface="Yu Gothic"/>
                <a:ea typeface="Yu Gothic"/>
                <a:cs typeface="Yu Gothic"/>
              </a:defRPr>
            </a:lvl8pPr>
            <a:lvl9pPr>
              <a:buNone/>
              <a:defRPr sz="2325" b="0">
                <a:solidFill>
                  <a:srgbClr val="2A6C9B"/>
                </a:solidFill>
                <a:latin typeface="Yu Gothic"/>
                <a:ea typeface="Yu Gothic"/>
                <a:cs typeface="Yu Gothic"/>
              </a:defRPr>
            </a:lvl9pPr>
          </a:lstStyle>
          <a:p xmlns:a="http://schemas.openxmlformats.org/drawingml/2006/main">
            <a:pPr>
              <a:buNone/>
              <a:defRPr sz="2325" b="0">
                <a:solidFill>
                  <a:srgbClr val="2A6C9B"/>
                </a:solidFill>
                <a:latin typeface="Yu Gothic"/>
                <a:ea typeface="Yu Gothic"/>
                <a:cs typeface="Yu Gothic"/>
              </a:defRPr>
            </a:pPr>
            <a:r>
              <a:rPr sz="2325" b="0">
                <a:solidFill>
                  <a:srgbClr val="2A6C9B"/>
                </a:solidFill>
                <a:latin typeface="Yu Gothic"/>
                <a:ea typeface="Yu Gothic"/>
                <a:cs typeface="Yu Gothic"/>
              </a:rPr>
              <a:t>休憩の目安：60秒</a:t>
            </a:r>
          </a:p>
        </p:txBody>
      </p:sp>
      <p:sp>
        <p:nvSpPr>
          <p:cNvPr id="5" name="">
            <a:extLst xmlns:a="http://schemas.openxmlformats.org/drawingml/2006/main">
              <a:ext uri="{FF2B5EF4-FFF2-40B4-BE49-F238E27FC236}">
                <a16:creationId xmlns:a16="http://schemas.microsoft.com/office/drawing/2014/main" id="{C7F3DB3B-39D9-461F-9FD8-3A256EFA28B2}"/>
              </a:ext>
            </a:extLst>
          </p:cNvPr>
          <p:cNvSpPr>
            <a:spLocks xmlns:a="http://schemas.openxmlformats.org/drawingml/2006/main" noGrp="1"/>
          </p:cNvSpPr>
          <p:nvPr/>
        </p:nvSpPr>
        <p:spPr>
          <a:xfrm xmlns:a="http://schemas.openxmlformats.org/drawingml/2006/main">
            <a:off x="809625" y="35718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A6C9B"/>
                </a:solidFill>
                <a:latin typeface="Yu Gothic"/>
                <a:ea typeface="Yu Gothic"/>
                <a:cs typeface="Yu Gothic"/>
              </a:defRPr>
            </a:defPPr>
            <a:lvl1pPr>
              <a:buNone/>
              <a:defRPr sz="2325" b="0">
                <a:solidFill>
                  <a:srgbClr val="2A6C9B"/>
                </a:solidFill>
                <a:latin typeface="Yu Gothic"/>
                <a:ea typeface="Yu Gothic"/>
                <a:cs typeface="Yu Gothic"/>
              </a:defRPr>
            </a:lvl1pPr>
            <a:lvl2pPr>
              <a:buNone/>
              <a:defRPr sz="2325" b="0">
                <a:solidFill>
                  <a:srgbClr val="2A6C9B"/>
                </a:solidFill>
                <a:latin typeface="Yu Gothic"/>
                <a:ea typeface="Yu Gothic"/>
                <a:cs typeface="Yu Gothic"/>
              </a:defRPr>
            </a:lvl2pPr>
            <a:lvl3pPr>
              <a:buNone/>
              <a:defRPr sz="2325" b="0">
                <a:solidFill>
                  <a:srgbClr val="2A6C9B"/>
                </a:solidFill>
                <a:latin typeface="Yu Gothic"/>
                <a:ea typeface="Yu Gothic"/>
                <a:cs typeface="Yu Gothic"/>
              </a:defRPr>
            </a:lvl3pPr>
            <a:lvl4pPr>
              <a:buNone/>
              <a:defRPr sz="2325" b="0">
                <a:solidFill>
                  <a:srgbClr val="2A6C9B"/>
                </a:solidFill>
                <a:latin typeface="Yu Gothic"/>
                <a:ea typeface="Yu Gothic"/>
                <a:cs typeface="Yu Gothic"/>
              </a:defRPr>
            </a:lvl4pPr>
            <a:lvl5pPr>
              <a:buNone/>
              <a:defRPr sz="2325" b="0">
                <a:solidFill>
                  <a:srgbClr val="2A6C9B"/>
                </a:solidFill>
                <a:latin typeface="Yu Gothic"/>
                <a:ea typeface="Yu Gothic"/>
                <a:cs typeface="Yu Gothic"/>
              </a:defRPr>
            </a:lvl5pPr>
            <a:lvl6pPr>
              <a:buNone/>
              <a:defRPr sz="2325" b="0">
                <a:solidFill>
                  <a:srgbClr val="2A6C9B"/>
                </a:solidFill>
                <a:latin typeface="Yu Gothic"/>
                <a:ea typeface="Yu Gothic"/>
                <a:cs typeface="Yu Gothic"/>
              </a:defRPr>
            </a:lvl6pPr>
            <a:lvl7pPr>
              <a:buNone/>
              <a:defRPr sz="2325" b="0">
                <a:solidFill>
                  <a:srgbClr val="2A6C9B"/>
                </a:solidFill>
                <a:latin typeface="Yu Gothic"/>
                <a:ea typeface="Yu Gothic"/>
                <a:cs typeface="Yu Gothic"/>
              </a:defRPr>
            </a:lvl7pPr>
            <a:lvl8pPr>
              <a:buNone/>
              <a:defRPr sz="2325" b="0">
                <a:solidFill>
                  <a:srgbClr val="2A6C9B"/>
                </a:solidFill>
                <a:latin typeface="Yu Gothic"/>
                <a:ea typeface="Yu Gothic"/>
                <a:cs typeface="Yu Gothic"/>
              </a:defRPr>
            </a:lvl8pPr>
            <a:lvl9pPr>
              <a:buNone/>
              <a:defRPr sz="2325" b="0">
                <a:solidFill>
                  <a:srgbClr val="2A6C9B"/>
                </a:solidFill>
                <a:latin typeface="Yu Gothic"/>
                <a:ea typeface="Yu Gothic"/>
                <a:cs typeface="Yu Gothic"/>
              </a:defRPr>
            </a:lvl9pPr>
          </a:lstStyle>
          <a:p xmlns:a="http://schemas.openxmlformats.org/drawingml/2006/main">
            <a:pPr>
              <a:buNone/>
              <a:defRPr sz="2325" b="0">
                <a:solidFill>
                  <a:srgbClr val="2A6C9B"/>
                </a:solidFill>
                <a:latin typeface="Yu Gothic"/>
                <a:ea typeface="Yu Gothic"/>
                <a:cs typeface="Yu Gothic"/>
              </a:defRPr>
            </a:pPr>
            <a:r>
              <a:rPr sz="2325" b="0">
                <a:solidFill>
                  <a:srgbClr val="2A6C9B"/>
                </a:solidFill>
                <a:latin typeface="Yu Gothic"/>
                <a:ea typeface="Yu Gothic"/>
                <a:cs typeface="Yu Gothic"/>
              </a:rPr>
              <a:t>再開後：栽培容器の選択と維持</a:t>
            </a:r>
          </a:p>
        </p:txBody>
      </p:sp>
      <p:sp>
        <p:nvSpPr>
          <p:cNvPr id="6" name="">
            <a:extLst xmlns:a="http://schemas.openxmlformats.org/drawingml/2006/main">
              <a:ext uri="{FF2B5EF4-FFF2-40B4-BE49-F238E27FC236}">
                <a16:creationId xmlns:a16="http://schemas.microsoft.com/office/drawing/2014/main" id="{8B86AEFF-B72D-413B-B129-21FEB93C750F}"/>
              </a:ext>
            </a:extLst>
          </p:cNvPr>
          <p:cNvSpPr>
            <a:spLocks xmlns:a="http://schemas.openxmlformats.org/drawingml/2006/main" noGrp="1"/>
          </p:cNvSpPr>
          <p:nvPr/>
        </p:nvSpPr>
        <p:spPr>
          <a:xfrm xmlns:a="http://schemas.openxmlformats.org/drawingml/2006/main">
            <a:off x="809625" y="5667375"/>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725" b="1">
                <a:solidFill>
                  <a:srgbClr val="337568"/>
                </a:solidFill>
                <a:latin typeface="Yu Gothic"/>
                <a:ea typeface="Yu Gothic"/>
                <a:cs typeface="Yu Gothic"/>
              </a:defRPr>
            </a:defPPr>
            <a:lvl1pPr>
              <a:buNone/>
              <a:defRPr sz="1725" b="1">
                <a:solidFill>
                  <a:srgbClr val="337568"/>
                </a:solidFill>
                <a:latin typeface="Yu Gothic"/>
                <a:ea typeface="Yu Gothic"/>
                <a:cs typeface="Yu Gothic"/>
              </a:defRPr>
            </a:lvl1pPr>
            <a:lvl2pPr>
              <a:buNone/>
              <a:defRPr sz="1725" b="1">
                <a:solidFill>
                  <a:srgbClr val="337568"/>
                </a:solidFill>
                <a:latin typeface="Yu Gothic"/>
                <a:ea typeface="Yu Gothic"/>
                <a:cs typeface="Yu Gothic"/>
              </a:defRPr>
            </a:lvl2pPr>
            <a:lvl3pPr>
              <a:buNone/>
              <a:defRPr sz="1725" b="1">
                <a:solidFill>
                  <a:srgbClr val="337568"/>
                </a:solidFill>
                <a:latin typeface="Yu Gothic"/>
                <a:ea typeface="Yu Gothic"/>
                <a:cs typeface="Yu Gothic"/>
              </a:defRPr>
            </a:lvl3pPr>
            <a:lvl4pPr>
              <a:buNone/>
              <a:defRPr sz="1725" b="1">
                <a:solidFill>
                  <a:srgbClr val="337568"/>
                </a:solidFill>
                <a:latin typeface="Yu Gothic"/>
                <a:ea typeface="Yu Gothic"/>
                <a:cs typeface="Yu Gothic"/>
              </a:defRPr>
            </a:lvl4pPr>
            <a:lvl5pPr>
              <a:buNone/>
              <a:defRPr sz="1725" b="1">
                <a:solidFill>
                  <a:srgbClr val="337568"/>
                </a:solidFill>
                <a:latin typeface="Yu Gothic"/>
                <a:ea typeface="Yu Gothic"/>
                <a:cs typeface="Yu Gothic"/>
              </a:defRPr>
            </a:lvl5pPr>
            <a:lvl6pPr>
              <a:buNone/>
              <a:defRPr sz="1725" b="1">
                <a:solidFill>
                  <a:srgbClr val="337568"/>
                </a:solidFill>
                <a:latin typeface="Yu Gothic"/>
                <a:ea typeface="Yu Gothic"/>
                <a:cs typeface="Yu Gothic"/>
              </a:defRPr>
            </a:lvl6pPr>
            <a:lvl7pPr>
              <a:buNone/>
              <a:defRPr sz="1725" b="1">
                <a:solidFill>
                  <a:srgbClr val="337568"/>
                </a:solidFill>
                <a:latin typeface="Yu Gothic"/>
                <a:ea typeface="Yu Gothic"/>
                <a:cs typeface="Yu Gothic"/>
              </a:defRPr>
            </a:lvl7pPr>
            <a:lvl8pPr>
              <a:buNone/>
              <a:defRPr sz="1725" b="1">
                <a:solidFill>
                  <a:srgbClr val="337568"/>
                </a:solidFill>
                <a:latin typeface="Yu Gothic"/>
                <a:ea typeface="Yu Gothic"/>
                <a:cs typeface="Yu Gothic"/>
              </a:defRPr>
            </a:lvl8pPr>
            <a:lvl9pPr>
              <a:buNone/>
              <a:defRPr sz="1725" b="1">
                <a:solidFill>
                  <a:srgbClr val="337568"/>
                </a:solidFill>
                <a:latin typeface="Yu Gothic"/>
                <a:ea typeface="Yu Gothic"/>
                <a:cs typeface="Yu Gothic"/>
              </a:defRPr>
            </a:lvl9pPr>
          </a:lstStyle>
          <a:p xmlns:a="http://schemas.openxmlformats.org/drawingml/2006/main">
            <a:pPr>
              <a:buNone/>
              <a:defRPr sz="1725" b="1">
                <a:solidFill>
                  <a:srgbClr val="337568"/>
                </a:solidFill>
                <a:latin typeface="Yu Gothic"/>
                <a:ea typeface="Yu Gothic"/>
                <a:cs typeface="Yu Gothic"/>
              </a:defRPr>
            </a:pPr>
            <a:r>
              <a:rPr sz="1725" b="1">
                <a:solidFill>
                  <a:srgbClr val="337568"/>
                </a:solidFill>
                <a:latin typeface="Yu Gothic"/>
                <a:ea typeface="Yu Gothic"/>
                <a:cs typeface="Yu Gothic"/>
              </a:rPr>
              <a:t>目安 60秒／必要に応じて一時停止</a:t>
            </a:r>
          </a:p>
        </p:txBody>
      </p:sp>
      <p:sp>
        <p:nvSpPr>
          <p:cNvPr id="7" name="">
            <a:extLst xmlns:a="http://schemas.openxmlformats.org/drawingml/2006/main">
              <a:ext uri="{FF2B5EF4-FFF2-40B4-BE49-F238E27FC236}">
                <a16:creationId xmlns:a16="http://schemas.microsoft.com/office/drawing/2014/main" id="{3C5234CB-C6FC-4736-A00D-59B1ADCFA8AC}"/>
              </a:ext>
            </a:extLst>
          </p:cNvPr>
          <p:cNvSpPr>
            <a:spLocks xmlns:a="http://schemas.openxmlformats.org/drawingml/2006/main" noGrp="1"/>
          </p:cNvSpPr>
          <p:nvPr/>
        </p:nvSpPr>
        <p:spPr>
          <a:xfrm xmlns:a="http://schemas.openxmlformats.org/drawingml/2006/main">
            <a:off x="685800" y="6353175"/>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第8回</a:t>
            </a:r>
          </a:p>
        </p:txBody>
      </p:sp>
      <p:sp>
        <p:nvSpPr>
          <p:cNvPr id="8" name="">
            <a:extLst xmlns:a="http://schemas.openxmlformats.org/drawingml/2006/main">
              <a:ext uri="{FF2B5EF4-FFF2-40B4-BE49-F238E27FC236}">
                <a16:creationId xmlns:a16="http://schemas.microsoft.com/office/drawing/2014/main" id="{DAB205F7-995C-4828-88A2-7B29866AA7EB}"/>
              </a:ext>
            </a:extLst>
          </p:cNvPr>
          <p:cNvSpPr>
            <a:spLocks xmlns:a="http://schemas.openxmlformats.org/drawingml/2006/main" noGrp="1"/>
          </p:cNvSpPr>
          <p:nvPr/>
        </p:nvSpPr>
        <p:spPr>
          <a:xfrm xmlns:a="http://schemas.openxmlformats.org/drawingml/2006/main">
            <a:off x="10382250" y="6353175"/>
            <a:ext cx="123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15 / 43</a:t>
            </a:r>
          </a:p>
        </p:txBody>
      </p:sp>
    </p:spTree>
    <p:extLst>
      <p:ext uri="{BB962C8B-B14F-4D97-AF65-F5344CB8AC3E}">
        <p14:creationId xmlns:p14="http://schemas.microsoft.com/office/powerpoint/2010/main" val="1460407470"/>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10AE7C17-B1C2-4692-AA18-6AE7325ADF52}"/>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93B59"/>
                </a:solidFill>
                <a:latin typeface="Yu Gothic"/>
                <a:ea typeface="Yu Gothic"/>
                <a:cs typeface="Yu Gothic"/>
              </a:defRPr>
            </a:defPPr>
            <a:lvl1pPr>
              <a:buNone/>
              <a:defRPr sz="3000" b="1">
                <a:solidFill>
                  <a:srgbClr val="193B59"/>
                </a:solidFill>
                <a:latin typeface="Yu Gothic"/>
                <a:ea typeface="Yu Gothic"/>
                <a:cs typeface="Yu Gothic"/>
              </a:defRPr>
            </a:lvl1pPr>
            <a:lvl2pPr>
              <a:buNone/>
              <a:defRPr sz="3000" b="1">
                <a:solidFill>
                  <a:srgbClr val="193B59"/>
                </a:solidFill>
                <a:latin typeface="Yu Gothic"/>
                <a:ea typeface="Yu Gothic"/>
                <a:cs typeface="Yu Gothic"/>
              </a:defRPr>
            </a:lvl2pPr>
            <a:lvl3pPr>
              <a:buNone/>
              <a:defRPr sz="3000" b="1">
                <a:solidFill>
                  <a:srgbClr val="193B59"/>
                </a:solidFill>
                <a:latin typeface="Yu Gothic"/>
                <a:ea typeface="Yu Gothic"/>
                <a:cs typeface="Yu Gothic"/>
              </a:defRPr>
            </a:lvl3pPr>
            <a:lvl4pPr>
              <a:buNone/>
              <a:defRPr sz="3000" b="1">
                <a:solidFill>
                  <a:srgbClr val="193B59"/>
                </a:solidFill>
                <a:latin typeface="Yu Gothic"/>
                <a:ea typeface="Yu Gothic"/>
                <a:cs typeface="Yu Gothic"/>
              </a:defRPr>
            </a:lvl4pPr>
            <a:lvl5pPr>
              <a:buNone/>
              <a:defRPr sz="3000" b="1">
                <a:solidFill>
                  <a:srgbClr val="193B59"/>
                </a:solidFill>
                <a:latin typeface="Yu Gothic"/>
                <a:ea typeface="Yu Gothic"/>
                <a:cs typeface="Yu Gothic"/>
              </a:defRPr>
            </a:lvl5pPr>
            <a:lvl6pPr>
              <a:buNone/>
              <a:defRPr sz="3000" b="1">
                <a:solidFill>
                  <a:srgbClr val="193B59"/>
                </a:solidFill>
                <a:latin typeface="Yu Gothic"/>
                <a:ea typeface="Yu Gothic"/>
                <a:cs typeface="Yu Gothic"/>
              </a:defRPr>
            </a:lvl6pPr>
            <a:lvl7pPr>
              <a:buNone/>
              <a:defRPr sz="3000" b="1">
                <a:solidFill>
                  <a:srgbClr val="193B59"/>
                </a:solidFill>
                <a:latin typeface="Yu Gothic"/>
                <a:ea typeface="Yu Gothic"/>
                <a:cs typeface="Yu Gothic"/>
              </a:defRPr>
            </a:lvl7pPr>
            <a:lvl8pPr>
              <a:buNone/>
              <a:defRPr sz="3000" b="1">
                <a:solidFill>
                  <a:srgbClr val="193B59"/>
                </a:solidFill>
                <a:latin typeface="Yu Gothic"/>
                <a:ea typeface="Yu Gothic"/>
                <a:cs typeface="Yu Gothic"/>
              </a:defRPr>
            </a:lvl8pPr>
            <a:lvl9pPr>
              <a:buNone/>
              <a:defRPr sz="3000" b="1">
                <a:solidFill>
                  <a:srgbClr val="193B59"/>
                </a:solidFill>
                <a:latin typeface="Yu Gothic"/>
                <a:ea typeface="Yu Gothic"/>
                <a:cs typeface="Yu Gothic"/>
              </a:defRPr>
            </a:lvl9pPr>
          </a:lstStyle>
          <a:p xmlns:a="http://schemas.openxmlformats.org/drawingml/2006/main">
            <a:pPr>
              <a:buNone/>
              <a:defRPr sz="3000" b="1">
                <a:solidFill>
                  <a:srgbClr val="193B59"/>
                </a:solidFill>
                <a:latin typeface="Yu Gothic"/>
                <a:ea typeface="Yu Gothic"/>
                <a:cs typeface="Yu Gothic"/>
              </a:defRPr>
            </a:pPr>
            <a:r>
              <a:rPr sz="3000" b="1">
                <a:solidFill>
                  <a:srgbClr val="193B59"/>
                </a:solidFill>
                <a:latin typeface="Yu Gothic"/>
                <a:ea typeface="Yu Gothic"/>
                <a:cs typeface="Yu Gothic"/>
              </a:rPr>
              <a:t>栽培容器の選択と維持</a:t>
            </a:r>
          </a:p>
        </p:txBody>
      </p:sp>
      <p:sp>
        <p:nvSpPr>
          <p:cNvPr id="2" name="">
            <a:extLst xmlns:a="http://schemas.openxmlformats.org/drawingml/2006/main">
              <a:ext uri="{FF2B5EF4-FFF2-40B4-BE49-F238E27FC236}">
                <a16:creationId xmlns:a16="http://schemas.microsoft.com/office/drawing/2014/main" id="{D16EB77D-12DD-4E73-953E-956C7A5002D8}"/>
              </a:ext>
            </a:extLst>
          </p:cNvPr>
          <p:cNvSpPr>
            <a:spLocks xmlns:a="http://schemas.openxmlformats.org/drawingml/2006/main" noGrp="1"/>
          </p:cNvSpPr>
          <p:nvPr/>
        </p:nvSpPr>
        <p:spPr>
          <a:xfrm xmlns:a="http://schemas.openxmlformats.org/drawingml/2006/main" flipH="0" flipV="0">
            <a:off x="685800" y="1323975"/>
            <a:ext cx="10820400" cy="0"/>
          </a:xfrm>
          <a:prstGeom xmlns:a="http://schemas.openxmlformats.org/drawingml/2006/main" prst="line">
            <a:avLst/>
          </a:prstGeom>
          <a:noFill xmlns:a="http://schemas.openxmlformats.org/drawingml/2006/main"/>
          <a:ln xmlns:a="http://schemas.openxmlformats.org/drawingml/2006/main" w="19050">
            <a:solidFill>
              <a:srgbClr val="D8E1E7"/>
            </a:solidFill>
          </a:ln>
        </p:spPr>
      </p:sp>
      <p:sp>
        <p:nvSpPr>
          <p:cNvPr id="15" name="">
            <a:extLst xmlns:a="http://schemas.openxmlformats.org/drawingml/2006/main">
              <a:ext uri="{FF2B5EF4-FFF2-40B4-BE49-F238E27FC236}">
                <a16:creationId xmlns:a16="http://schemas.microsoft.com/office/drawing/2014/main" id="{F55141F1-CA2D-438B-9A2A-71F669B7C4B9}"/>
              </a:ext>
            </a:extLst>
          </p:cNvPr>
          <p:cNvSpPr>
            <a:spLocks xmlns:a="http://schemas.openxmlformats.org/drawingml/2006/main" noGrp="1"/>
          </p:cNvSpPr>
          <p:nvPr/>
        </p:nvSpPr>
        <p:spPr>
          <a:xfrm xmlns:a="http://schemas.openxmlformats.org/drawingml/2006/main">
            <a:off x="685800" y="6353175"/>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第8回</a:t>
            </a:r>
          </a:p>
        </p:txBody>
      </p:sp>
      <p:sp>
        <p:nvSpPr>
          <p:cNvPr id="16" name="">
            <a:extLst xmlns:a="http://schemas.openxmlformats.org/drawingml/2006/main">
              <a:ext uri="{FF2B5EF4-FFF2-40B4-BE49-F238E27FC236}">
                <a16:creationId xmlns:a16="http://schemas.microsoft.com/office/drawing/2014/main" id="{04F2AE24-72A5-4DD7-ABE3-CBF5F4ABE75C}"/>
              </a:ext>
            </a:extLst>
          </p:cNvPr>
          <p:cNvSpPr>
            <a:spLocks xmlns:a="http://schemas.openxmlformats.org/drawingml/2006/main" noGrp="1"/>
          </p:cNvSpPr>
          <p:nvPr/>
        </p:nvSpPr>
        <p:spPr>
          <a:xfrm xmlns:a="http://schemas.openxmlformats.org/drawingml/2006/main">
            <a:off x="10382250" y="6353175"/>
            <a:ext cx="123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16 / 43</a:t>
            </a:r>
          </a:p>
        </p:txBody>
      </p:sp>
      <p:sp>
        <p:nvSpPr>
          <p:cNvPr id="18" name="">
            <a:extLst xmlns:a="http://schemas.openxmlformats.org/drawingml/2006/main">
              <a:ext uri="{FF2B5EF4-FFF2-40B4-BE49-F238E27FC236}">
                <a16:creationId xmlns:a16="http://schemas.microsoft.com/office/drawing/2014/main" id="{ACCA190A-25A1-4191-B400-622BC1314A92}"/>
              </a:ext>
            </a:extLst>
          </p:cNvPr>
          <p:cNvSpPr>
            <a:spLocks xmlns:a="http://schemas.openxmlformats.org/drawingml/2006/main" noGrp="1"/>
          </p:cNvSpPr>
          <p:nvPr/>
        </p:nvSpPr>
        <p:spPr>
          <a:xfrm xmlns:a="http://schemas.openxmlformats.org/drawingml/2006/main">
            <a:off x="1238250" y="2809875"/>
            <a:ext cx="4381500" cy="1809750"/>
          </a:xfrm>
          <a:prstGeom xmlns:a="http://schemas.openxmlformats.org/drawingml/2006/main" prst="rect">
            <a:avLst/>
          </a:prstGeom>
          <a:solidFill xmlns:a="http://schemas.openxmlformats.org/drawingml/2006/main">
            <a:srgbClr val="E5EFE9"/>
          </a:solidFill>
          <a:ln xmlns:a="http://schemas.openxmlformats.org/drawingml/2006/main" w="16193">
            <a:solidFill>
              <a:srgbClr val="087E8B"/>
            </a:solidFill>
          </a:ln>
        </p:spPr>
      </p:sp>
      <p:sp>
        <p:nvSpPr>
          <p:cNvPr id="19" name="">
            <a:extLst xmlns:a="http://schemas.openxmlformats.org/drawingml/2006/main">
              <a:ext uri="{FF2B5EF4-FFF2-40B4-BE49-F238E27FC236}">
                <a16:creationId xmlns:a16="http://schemas.microsoft.com/office/drawing/2014/main" id="{E20B1832-7778-410A-84BF-CEE8E42ED55E}"/>
              </a:ext>
            </a:extLst>
          </p:cNvPr>
          <p:cNvSpPr>
            <a:spLocks xmlns:a="http://schemas.openxmlformats.org/drawingml/2006/main" noGrp="1"/>
          </p:cNvSpPr>
          <p:nvPr/>
        </p:nvSpPr>
        <p:spPr>
          <a:xfrm xmlns:a="http://schemas.openxmlformats.org/drawingml/2006/main">
            <a:off x="1381125" y="2952750"/>
            <a:ext cx="4095750" cy="381000"/>
          </a:xfrm>
          <a:prstGeom xmlns:a="http://schemas.openxmlformats.org/drawingml/2006/main" prst="rect">
            <a:avLst/>
          </a:prstGeom>
          <a:solidFill xmlns:a="http://schemas.openxmlformats.org/drawingml/2006/main">
            <a:srgbClr val="F3EBDD"/>
          </a:solidFill>
          <a:ln xmlns:a="http://schemas.openxmlformats.org/drawingml/2006/main" w="16193">
            <a:solidFill>
              <a:srgbClr val="AD8760"/>
            </a:solidFill>
          </a:ln>
        </p:spPr>
      </p:sp>
      <p:sp>
        <p:nvSpPr>
          <p:cNvPr id="20" name="">
            <a:extLst xmlns:a="http://schemas.openxmlformats.org/drawingml/2006/main">
              <a:ext uri="{FF2B5EF4-FFF2-40B4-BE49-F238E27FC236}">
                <a16:creationId xmlns:a16="http://schemas.microsoft.com/office/drawing/2014/main" id="{AAB458F9-F3D2-4B76-B54E-6332A6FA73BB}"/>
              </a:ext>
            </a:extLst>
          </p:cNvPr>
          <p:cNvSpPr>
            <a:spLocks xmlns:a="http://schemas.openxmlformats.org/drawingml/2006/main" noGrp="1"/>
          </p:cNvSpPr>
          <p:nvPr/>
        </p:nvSpPr>
        <p:spPr>
          <a:xfrm xmlns:a="http://schemas.openxmlformats.org/drawingml/2006/main">
            <a:off x="2000250" y="2000250"/>
            <a:ext cx="9525" cy="714375"/>
          </a:xfrm>
          <a:custGeom xmlns:a="http://schemas.openxmlformats.org/drawingml/2006/main">
            <a:pathLst>
              <a:path w="9525" h="714375">
                <a:moveTo>
                  <a:pt x="0" y="0"/>
                </a:moveTo>
                <a:lnTo>
                  <a:pt x="0" y="714375"/>
                </a:lnTo>
              </a:path>
            </a:pathLst>
          </a:custGeom>
          <a:noFill xmlns:a="http://schemas.openxmlformats.org/drawingml/2006/main"/>
          <a:ln xmlns:a="http://schemas.openxmlformats.org/drawingml/2006/main" w="28575">
            <a:solidFill>
              <a:srgbClr val="C4483C"/>
            </a:solidFill>
          </a:ln>
        </p:spPr>
      </p:sp>
      <p:sp>
        <p:nvSpPr>
          <p:cNvPr id="21" name="">
            <a:extLst xmlns:a="http://schemas.openxmlformats.org/drawingml/2006/main">
              <a:ext uri="{FF2B5EF4-FFF2-40B4-BE49-F238E27FC236}">
                <a16:creationId xmlns:a16="http://schemas.microsoft.com/office/drawing/2014/main" id="{995C626C-23DF-4FE7-9FF0-E5C5E328ED7D}"/>
              </a:ext>
            </a:extLst>
          </p:cNvPr>
          <p:cNvSpPr>
            <a:spLocks xmlns:a="http://schemas.openxmlformats.org/drawingml/2006/main" noGrp="1"/>
          </p:cNvSpPr>
          <p:nvPr/>
        </p:nvSpPr>
        <p:spPr>
          <a:xfrm xmlns:a="http://schemas.openxmlformats.org/drawingml/2006/main">
            <a:off x="1952244" y="2600325"/>
            <a:ext cx="96012" cy="114300"/>
          </a:xfrm>
          <a:custGeom xmlns:a="http://schemas.openxmlformats.org/drawingml/2006/main">
            <a:pathLst>
              <a:path w="96012" h="114300">
                <a:moveTo>
                  <a:pt x="48006" y="114300"/>
                </a:moveTo>
                <a:lnTo>
                  <a:pt x="96012" y="0"/>
                </a:lnTo>
                <a:lnTo>
                  <a:pt x="0" y="0"/>
                </a:lnTo>
                <a:close/>
              </a:path>
            </a:pathLst>
          </a:custGeom>
          <a:solidFill xmlns:a="http://schemas.openxmlformats.org/drawingml/2006/main">
            <a:srgbClr val="C4483C"/>
          </a:solidFill>
          <a:ln xmlns:a="http://schemas.openxmlformats.org/drawingml/2006/main" w="4763">
            <a:solidFill>
              <a:srgbClr val="C4483C"/>
            </a:solidFill>
          </a:ln>
        </p:spPr>
      </p:sp>
      <p:sp>
        <p:nvSpPr>
          <p:cNvPr id="22" name="">
            <a:extLst xmlns:a="http://schemas.openxmlformats.org/drawingml/2006/main">
              <a:ext uri="{FF2B5EF4-FFF2-40B4-BE49-F238E27FC236}">
                <a16:creationId xmlns:a16="http://schemas.microsoft.com/office/drawing/2014/main" id="{3E30A0FD-58A9-4A1E-8AD2-F068DED5272B}"/>
              </a:ext>
            </a:extLst>
          </p:cNvPr>
          <p:cNvSpPr>
            <a:spLocks xmlns:a="http://schemas.openxmlformats.org/drawingml/2006/main" noGrp="1"/>
          </p:cNvSpPr>
          <p:nvPr/>
        </p:nvSpPr>
        <p:spPr>
          <a:xfrm xmlns:a="http://schemas.openxmlformats.org/drawingml/2006/main">
            <a:off x="3238500" y="2000250"/>
            <a:ext cx="9525" cy="714375"/>
          </a:xfrm>
          <a:custGeom xmlns:a="http://schemas.openxmlformats.org/drawingml/2006/main">
            <a:pathLst>
              <a:path w="9525" h="714375">
                <a:moveTo>
                  <a:pt x="0" y="0"/>
                </a:moveTo>
                <a:lnTo>
                  <a:pt x="0" y="714375"/>
                </a:lnTo>
              </a:path>
            </a:pathLst>
          </a:custGeom>
          <a:noFill xmlns:a="http://schemas.openxmlformats.org/drawingml/2006/main"/>
          <a:ln xmlns:a="http://schemas.openxmlformats.org/drawingml/2006/main" w="28575">
            <a:solidFill>
              <a:srgbClr val="C4483C"/>
            </a:solidFill>
          </a:ln>
        </p:spPr>
      </p:sp>
      <p:sp>
        <p:nvSpPr>
          <p:cNvPr id="23" name="">
            <a:extLst xmlns:a="http://schemas.openxmlformats.org/drawingml/2006/main">
              <a:ext uri="{FF2B5EF4-FFF2-40B4-BE49-F238E27FC236}">
                <a16:creationId xmlns:a16="http://schemas.microsoft.com/office/drawing/2014/main" id="{57103902-754D-431C-A61C-261FB0445651}"/>
              </a:ext>
            </a:extLst>
          </p:cNvPr>
          <p:cNvSpPr>
            <a:spLocks xmlns:a="http://schemas.openxmlformats.org/drawingml/2006/main" noGrp="1"/>
          </p:cNvSpPr>
          <p:nvPr/>
        </p:nvSpPr>
        <p:spPr>
          <a:xfrm xmlns:a="http://schemas.openxmlformats.org/drawingml/2006/main">
            <a:off x="3190494" y="2600325"/>
            <a:ext cx="96012" cy="114300"/>
          </a:xfrm>
          <a:custGeom xmlns:a="http://schemas.openxmlformats.org/drawingml/2006/main">
            <a:pathLst>
              <a:path w="96012" h="114300">
                <a:moveTo>
                  <a:pt x="48006" y="114300"/>
                </a:moveTo>
                <a:lnTo>
                  <a:pt x="96012" y="0"/>
                </a:lnTo>
                <a:lnTo>
                  <a:pt x="0" y="0"/>
                </a:lnTo>
                <a:close/>
              </a:path>
            </a:pathLst>
          </a:custGeom>
          <a:solidFill xmlns:a="http://schemas.openxmlformats.org/drawingml/2006/main">
            <a:srgbClr val="C4483C"/>
          </a:solidFill>
          <a:ln xmlns:a="http://schemas.openxmlformats.org/drawingml/2006/main" w="4763">
            <a:solidFill>
              <a:srgbClr val="C4483C"/>
            </a:solidFill>
          </a:ln>
        </p:spPr>
      </p:sp>
      <p:sp>
        <p:nvSpPr>
          <p:cNvPr id="24" name="">
            <a:extLst xmlns:a="http://schemas.openxmlformats.org/drawingml/2006/main">
              <a:ext uri="{FF2B5EF4-FFF2-40B4-BE49-F238E27FC236}">
                <a16:creationId xmlns:a16="http://schemas.microsoft.com/office/drawing/2014/main" id="{3BCFFA6D-5F01-41F1-AC50-9AC8D00AB747}"/>
              </a:ext>
            </a:extLst>
          </p:cNvPr>
          <p:cNvSpPr>
            <a:spLocks xmlns:a="http://schemas.openxmlformats.org/drawingml/2006/main" noGrp="1"/>
          </p:cNvSpPr>
          <p:nvPr/>
        </p:nvSpPr>
        <p:spPr>
          <a:xfrm xmlns:a="http://schemas.openxmlformats.org/drawingml/2006/main">
            <a:off x="4476750" y="2000250"/>
            <a:ext cx="9525" cy="714375"/>
          </a:xfrm>
          <a:custGeom xmlns:a="http://schemas.openxmlformats.org/drawingml/2006/main">
            <a:pathLst>
              <a:path w="9525" h="714375">
                <a:moveTo>
                  <a:pt x="0" y="0"/>
                </a:moveTo>
                <a:lnTo>
                  <a:pt x="0" y="714375"/>
                </a:lnTo>
              </a:path>
            </a:pathLst>
          </a:custGeom>
          <a:noFill xmlns:a="http://schemas.openxmlformats.org/drawingml/2006/main"/>
          <a:ln xmlns:a="http://schemas.openxmlformats.org/drawingml/2006/main" w="28575">
            <a:solidFill>
              <a:srgbClr val="C4483C"/>
            </a:solidFill>
          </a:ln>
        </p:spPr>
      </p:sp>
      <p:sp>
        <p:nvSpPr>
          <p:cNvPr id="25" name="">
            <a:extLst xmlns:a="http://schemas.openxmlformats.org/drawingml/2006/main">
              <a:ext uri="{FF2B5EF4-FFF2-40B4-BE49-F238E27FC236}">
                <a16:creationId xmlns:a16="http://schemas.microsoft.com/office/drawing/2014/main" id="{E3F4869F-C929-45CB-B64C-CD8EDE162306}"/>
              </a:ext>
            </a:extLst>
          </p:cNvPr>
          <p:cNvSpPr>
            <a:spLocks xmlns:a="http://schemas.openxmlformats.org/drawingml/2006/main" noGrp="1"/>
          </p:cNvSpPr>
          <p:nvPr/>
        </p:nvSpPr>
        <p:spPr>
          <a:xfrm xmlns:a="http://schemas.openxmlformats.org/drawingml/2006/main">
            <a:off x="4428744" y="2600325"/>
            <a:ext cx="96012" cy="114300"/>
          </a:xfrm>
          <a:custGeom xmlns:a="http://schemas.openxmlformats.org/drawingml/2006/main">
            <a:pathLst>
              <a:path w="96012" h="114300">
                <a:moveTo>
                  <a:pt x="48006" y="114300"/>
                </a:moveTo>
                <a:lnTo>
                  <a:pt x="96012" y="0"/>
                </a:lnTo>
                <a:lnTo>
                  <a:pt x="0" y="0"/>
                </a:lnTo>
                <a:close/>
              </a:path>
            </a:pathLst>
          </a:custGeom>
          <a:solidFill xmlns:a="http://schemas.openxmlformats.org/drawingml/2006/main">
            <a:srgbClr val="C4483C"/>
          </a:solidFill>
          <a:ln xmlns:a="http://schemas.openxmlformats.org/drawingml/2006/main" w="4763">
            <a:solidFill>
              <a:srgbClr val="C4483C"/>
            </a:solidFill>
          </a:ln>
        </p:spPr>
      </p:sp>
      <p:sp>
        <p:nvSpPr>
          <p:cNvPr id="26" name="">
            <a:extLst xmlns:a="http://schemas.openxmlformats.org/drawingml/2006/main">
              <a:ext uri="{FF2B5EF4-FFF2-40B4-BE49-F238E27FC236}">
                <a16:creationId xmlns:a16="http://schemas.microsoft.com/office/drawing/2014/main" id="{CB557235-EAE7-41E4-80E4-DC34C3743561}"/>
              </a:ext>
            </a:extLst>
          </p:cNvPr>
          <p:cNvSpPr>
            <a:spLocks xmlns:a="http://schemas.openxmlformats.org/drawingml/2006/main" noGrp="1"/>
          </p:cNvSpPr>
          <p:nvPr/>
        </p:nvSpPr>
        <p:spPr>
          <a:xfrm xmlns:a="http://schemas.openxmlformats.org/drawingml/2006/main">
            <a:off x="809625" y="1476375"/>
            <a:ext cx="590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1">
                <a:solidFill>
                  <a:srgbClr val="263D4D"/>
                </a:solidFill>
                <a:latin typeface="Yu Gothic"/>
                <a:ea typeface="Yu Gothic"/>
                <a:cs typeface="Yu Gothic"/>
              </a:defRPr>
            </a:defPPr>
            <a:lvl1pPr>
              <a:defRPr sz="2250" b="1">
                <a:solidFill>
                  <a:srgbClr val="263D4D"/>
                </a:solidFill>
                <a:latin typeface="Yu Gothic"/>
                <a:ea typeface="Yu Gothic"/>
                <a:cs typeface="Yu Gothic"/>
              </a:defRPr>
            </a:lvl1pPr>
            <a:lvl2pPr>
              <a:defRPr sz="2250" b="1">
                <a:solidFill>
                  <a:srgbClr val="263D4D"/>
                </a:solidFill>
                <a:latin typeface="Yu Gothic"/>
                <a:ea typeface="Yu Gothic"/>
                <a:cs typeface="Yu Gothic"/>
              </a:defRPr>
            </a:lvl2pPr>
            <a:lvl3pPr>
              <a:defRPr sz="2250" b="1">
                <a:solidFill>
                  <a:srgbClr val="263D4D"/>
                </a:solidFill>
                <a:latin typeface="Yu Gothic"/>
                <a:ea typeface="Yu Gothic"/>
                <a:cs typeface="Yu Gothic"/>
              </a:defRPr>
            </a:lvl3pPr>
            <a:lvl4pPr>
              <a:defRPr sz="2250" b="1">
                <a:solidFill>
                  <a:srgbClr val="263D4D"/>
                </a:solidFill>
                <a:latin typeface="Yu Gothic"/>
                <a:ea typeface="Yu Gothic"/>
                <a:cs typeface="Yu Gothic"/>
              </a:defRPr>
            </a:lvl4pPr>
            <a:lvl5pPr>
              <a:defRPr sz="2250" b="1">
                <a:solidFill>
                  <a:srgbClr val="263D4D"/>
                </a:solidFill>
                <a:latin typeface="Yu Gothic"/>
                <a:ea typeface="Yu Gothic"/>
                <a:cs typeface="Yu Gothic"/>
              </a:defRPr>
            </a:lvl5pPr>
            <a:lvl6pPr>
              <a:defRPr sz="2250" b="1">
                <a:solidFill>
                  <a:srgbClr val="263D4D"/>
                </a:solidFill>
                <a:latin typeface="Yu Gothic"/>
                <a:ea typeface="Yu Gothic"/>
                <a:cs typeface="Yu Gothic"/>
              </a:defRPr>
            </a:lvl6pPr>
            <a:lvl7pPr>
              <a:defRPr sz="2250" b="1">
                <a:solidFill>
                  <a:srgbClr val="263D4D"/>
                </a:solidFill>
                <a:latin typeface="Yu Gothic"/>
                <a:ea typeface="Yu Gothic"/>
                <a:cs typeface="Yu Gothic"/>
              </a:defRPr>
            </a:lvl7pPr>
            <a:lvl8pPr>
              <a:defRPr sz="2250" b="1">
                <a:solidFill>
                  <a:srgbClr val="263D4D"/>
                </a:solidFill>
                <a:latin typeface="Yu Gothic"/>
                <a:ea typeface="Yu Gothic"/>
                <a:cs typeface="Yu Gothic"/>
              </a:defRPr>
            </a:lvl8pPr>
            <a:lvl9pPr>
              <a:defRPr sz="2250" b="1">
                <a:solidFill>
                  <a:srgbClr val="263D4D"/>
                </a:solidFill>
                <a:latin typeface="Yu Gothic"/>
                <a:ea typeface="Yu Gothic"/>
                <a:cs typeface="Yu Gothic"/>
              </a:defRPr>
            </a:lvl9pPr>
          </a:lstStyle>
          <a:p xmlns:a="http://schemas.openxmlformats.org/drawingml/2006/main">
            <a:pPr>
              <a:defRPr sz="2250" b="1">
                <a:solidFill>
                  <a:srgbClr val="263D4D"/>
                </a:solidFill>
                <a:latin typeface="Yu Gothic"/>
                <a:ea typeface="Yu Gothic"/>
                <a:cs typeface="Yu Gothic"/>
              </a:defRPr>
            </a:pPr>
            <a:r>
              <a:rPr sz="2250" b="1">
                <a:solidFill>
                  <a:srgbClr val="263D4D"/>
                </a:solidFill>
                <a:latin typeface="Yu Gothic"/>
                <a:ea typeface="Yu Gothic"/>
                <a:cs typeface="Yu Gothic"/>
              </a:rPr>
              <a:t>培地・水・植物の荷重</a:t>
            </a:r>
          </a:p>
        </p:txBody>
      </p:sp>
      <p:sp>
        <p:nvSpPr>
          <p:cNvPr id="27" name="">
            <a:extLst xmlns:a="http://schemas.openxmlformats.org/drawingml/2006/main">
              <a:ext uri="{FF2B5EF4-FFF2-40B4-BE49-F238E27FC236}">
                <a16:creationId xmlns:a16="http://schemas.microsoft.com/office/drawing/2014/main" id="{690B81C7-963A-447C-9046-4ECEDEA4671C}"/>
              </a:ext>
            </a:extLst>
          </p:cNvPr>
          <p:cNvSpPr>
            <a:spLocks xmlns:a="http://schemas.openxmlformats.org/drawingml/2006/main" noGrp="1"/>
          </p:cNvSpPr>
          <p:nvPr/>
        </p:nvSpPr>
        <p:spPr>
          <a:xfrm xmlns:a="http://schemas.openxmlformats.org/drawingml/2006/main">
            <a:off x="7000875" y="2190750"/>
            <a:ext cx="4476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263D4D"/>
                </a:solidFill>
                <a:latin typeface="Yu Gothic"/>
                <a:ea typeface="Yu Gothic"/>
                <a:cs typeface="Yu Gothic"/>
              </a:defRPr>
            </a:defPPr>
            <a:lvl1pPr>
              <a:defRPr sz="2175" b="1">
                <a:solidFill>
                  <a:srgbClr val="263D4D"/>
                </a:solidFill>
                <a:latin typeface="Yu Gothic"/>
                <a:ea typeface="Yu Gothic"/>
                <a:cs typeface="Yu Gothic"/>
              </a:defRPr>
            </a:lvl1pPr>
            <a:lvl2pPr>
              <a:defRPr sz="2175" b="1">
                <a:solidFill>
                  <a:srgbClr val="263D4D"/>
                </a:solidFill>
                <a:latin typeface="Yu Gothic"/>
                <a:ea typeface="Yu Gothic"/>
                <a:cs typeface="Yu Gothic"/>
              </a:defRPr>
            </a:lvl2pPr>
            <a:lvl3pPr>
              <a:defRPr sz="2175" b="1">
                <a:solidFill>
                  <a:srgbClr val="263D4D"/>
                </a:solidFill>
                <a:latin typeface="Yu Gothic"/>
                <a:ea typeface="Yu Gothic"/>
                <a:cs typeface="Yu Gothic"/>
              </a:defRPr>
            </a:lvl3pPr>
            <a:lvl4pPr>
              <a:defRPr sz="2175" b="1">
                <a:solidFill>
                  <a:srgbClr val="263D4D"/>
                </a:solidFill>
                <a:latin typeface="Yu Gothic"/>
                <a:ea typeface="Yu Gothic"/>
                <a:cs typeface="Yu Gothic"/>
              </a:defRPr>
            </a:lvl4pPr>
            <a:lvl5pPr>
              <a:defRPr sz="2175" b="1">
                <a:solidFill>
                  <a:srgbClr val="263D4D"/>
                </a:solidFill>
                <a:latin typeface="Yu Gothic"/>
                <a:ea typeface="Yu Gothic"/>
                <a:cs typeface="Yu Gothic"/>
              </a:defRPr>
            </a:lvl5pPr>
            <a:lvl6pPr>
              <a:defRPr sz="2175" b="1">
                <a:solidFill>
                  <a:srgbClr val="263D4D"/>
                </a:solidFill>
                <a:latin typeface="Yu Gothic"/>
                <a:ea typeface="Yu Gothic"/>
                <a:cs typeface="Yu Gothic"/>
              </a:defRPr>
            </a:lvl6pPr>
            <a:lvl7pPr>
              <a:defRPr sz="2175" b="1">
                <a:solidFill>
                  <a:srgbClr val="263D4D"/>
                </a:solidFill>
                <a:latin typeface="Yu Gothic"/>
                <a:ea typeface="Yu Gothic"/>
                <a:cs typeface="Yu Gothic"/>
              </a:defRPr>
            </a:lvl7pPr>
            <a:lvl8pPr>
              <a:defRPr sz="2175" b="1">
                <a:solidFill>
                  <a:srgbClr val="263D4D"/>
                </a:solidFill>
                <a:latin typeface="Yu Gothic"/>
                <a:ea typeface="Yu Gothic"/>
                <a:cs typeface="Yu Gothic"/>
              </a:defRPr>
            </a:lvl8pPr>
            <a:lvl9pPr>
              <a:defRPr sz="2175" b="1">
                <a:solidFill>
                  <a:srgbClr val="263D4D"/>
                </a:solidFill>
                <a:latin typeface="Yu Gothic"/>
                <a:ea typeface="Yu Gothic"/>
                <a:cs typeface="Yu Gothic"/>
              </a:defRPr>
            </a:lvl9pPr>
          </a:lstStyle>
          <a:p xmlns:a="http://schemas.openxmlformats.org/drawingml/2006/main">
            <a:pPr>
              <a:defRPr sz="2175" b="1">
                <a:solidFill>
                  <a:srgbClr val="263D4D"/>
                </a:solidFill>
                <a:latin typeface="Yu Gothic"/>
                <a:ea typeface="Yu Gothic"/>
                <a:cs typeface="Yu Gothic"/>
              </a:defRPr>
            </a:pPr>
            <a:r>
              <a:rPr sz="2175" b="1">
                <a:solidFill>
                  <a:srgbClr val="263D4D"/>
                </a:solidFill>
                <a:latin typeface="Yu Gothic"/>
                <a:ea typeface="Yu Gothic"/>
                <a:cs typeface="Yu Gothic"/>
              </a:rPr>
              <a:t>使用期間・温度・日射</a:t>
            </a:r>
          </a:p>
        </p:txBody>
      </p:sp>
      <p:sp>
        <p:nvSpPr>
          <p:cNvPr id="28" name="">
            <a:extLst xmlns:a="http://schemas.openxmlformats.org/drawingml/2006/main">
              <a:ext uri="{FF2B5EF4-FFF2-40B4-BE49-F238E27FC236}">
                <a16:creationId xmlns:a16="http://schemas.microsoft.com/office/drawing/2014/main" id="{620DC734-96C5-4F86-B658-33EC695E76B7}"/>
              </a:ext>
            </a:extLst>
          </p:cNvPr>
          <p:cNvSpPr>
            <a:spLocks xmlns:a="http://schemas.openxmlformats.org/drawingml/2006/main" noGrp="1"/>
          </p:cNvSpPr>
          <p:nvPr/>
        </p:nvSpPr>
        <p:spPr>
          <a:xfrm xmlns:a="http://schemas.openxmlformats.org/drawingml/2006/main">
            <a:off x="7000875" y="3381375"/>
            <a:ext cx="4476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63D4D"/>
                </a:solidFill>
                <a:latin typeface="Yu Gothic"/>
                <a:ea typeface="Yu Gothic"/>
                <a:cs typeface="Yu Gothic"/>
              </a:defRPr>
            </a:defPPr>
            <a:lvl1pPr>
              <a:defRPr sz="2175" b="0">
                <a:solidFill>
                  <a:srgbClr val="263D4D"/>
                </a:solidFill>
                <a:latin typeface="Yu Gothic"/>
                <a:ea typeface="Yu Gothic"/>
                <a:cs typeface="Yu Gothic"/>
              </a:defRPr>
            </a:lvl1pPr>
            <a:lvl2pPr>
              <a:defRPr sz="2175" b="0">
                <a:solidFill>
                  <a:srgbClr val="263D4D"/>
                </a:solidFill>
                <a:latin typeface="Yu Gothic"/>
                <a:ea typeface="Yu Gothic"/>
                <a:cs typeface="Yu Gothic"/>
              </a:defRPr>
            </a:lvl2pPr>
            <a:lvl3pPr>
              <a:defRPr sz="2175" b="0">
                <a:solidFill>
                  <a:srgbClr val="263D4D"/>
                </a:solidFill>
                <a:latin typeface="Yu Gothic"/>
                <a:ea typeface="Yu Gothic"/>
                <a:cs typeface="Yu Gothic"/>
              </a:defRPr>
            </a:lvl3pPr>
            <a:lvl4pPr>
              <a:defRPr sz="2175" b="0">
                <a:solidFill>
                  <a:srgbClr val="263D4D"/>
                </a:solidFill>
                <a:latin typeface="Yu Gothic"/>
                <a:ea typeface="Yu Gothic"/>
                <a:cs typeface="Yu Gothic"/>
              </a:defRPr>
            </a:lvl4pPr>
            <a:lvl5pPr>
              <a:defRPr sz="2175" b="0">
                <a:solidFill>
                  <a:srgbClr val="263D4D"/>
                </a:solidFill>
                <a:latin typeface="Yu Gothic"/>
                <a:ea typeface="Yu Gothic"/>
                <a:cs typeface="Yu Gothic"/>
              </a:defRPr>
            </a:lvl5pPr>
            <a:lvl6pPr>
              <a:defRPr sz="2175" b="0">
                <a:solidFill>
                  <a:srgbClr val="263D4D"/>
                </a:solidFill>
                <a:latin typeface="Yu Gothic"/>
                <a:ea typeface="Yu Gothic"/>
                <a:cs typeface="Yu Gothic"/>
              </a:defRPr>
            </a:lvl6pPr>
            <a:lvl7pPr>
              <a:defRPr sz="2175" b="0">
                <a:solidFill>
                  <a:srgbClr val="263D4D"/>
                </a:solidFill>
                <a:latin typeface="Yu Gothic"/>
                <a:ea typeface="Yu Gothic"/>
                <a:cs typeface="Yu Gothic"/>
              </a:defRPr>
            </a:lvl7pPr>
            <a:lvl8pPr>
              <a:defRPr sz="2175" b="0">
                <a:solidFill>
                  <a:srgbClr val="263D4D"/>
                </a:solidFill>
                <a:latin typeface="Yu Gothic"/>
                <a:ea typeface="Yu Gothic"/>
                <a:cs typeface="Yu Gothic"/>
              </a:defRPr>
            </a:lvl8pPr>
            <a:lvl9pPr>
              <a:defRPr sz="2175" b="0">
                <a:solidFill>
                  <a:srgbClr val="263D4D"/>
                </a:solidFill>
                <a:latin typeface="Yu Gothic"/>
                <a:ea typeface="Yu Gothic"/>
                <a:cs typeface="Yu Gothic"/>
              </a:defRPr>
            </a:lvl9pPr>
          </a:lstStyle>
          <a:p xmlns:a="http://schemas.openxmlformats.org/drawingml/2006/main">
            <a:pPr>
              <a:defRPr sz="2175" b="0">
                <a:solidFill>
                  <a:srgbClr val="263D4D"/>
                </a:solidFill>
                <a:latin typeface="Yu Gothic"/>
                <a:ea typeface="Yu Gothic"/>
                <a:cs typeface="Yu Gothic"/>
              </a:defRPr>
            </a:pPr>
            <a:r>
              <a:rPr sz="2175" b="0">
                <a:solidFill>
                  <a:srgbClr val="263D4D"/>
                </a:solidFill>
                <a:latin typeface="Yu Gothic"/>
                <a:ea typeface="Yu Gothic"/>
                <a:cs typeface="Yu Gothic"/>
              </a:rPr>
              <a:t>排水・清掃・接合</a:t>
            </a:r>
          </a:p>
        </p:txBody>
      </p:sp>
      <p:sp>
        <p:nvSpPr>
          <p:cNvPr id="29" name="">
            <a:extLst xmlns:a="http://schemas.openxmlformats.org/drawingml/2006/main">
              <a:ext uri="{FF2B5EF4-FFF2-40B4-BE49-F238E27FC236}">
                <a16:creationId xmlns:a16="http://schemas.microsoft.com/office/drawing/2014/main" id="{AA5BF63F-A445-412E-889F-CEEA7C0F9D1C}"/>
              </a:ext>
            </a:extLst>
          </p:cNvPr>
          <p:cNvSpPr>
            <a:spLocks xmlns:a="http://schemas.openxmlformats.org/drawingml/2006/main" noGrp="1"/>
          </p:cNvSpPr>
          <p:nvPr/>
        </p:nvSpPr>
        <p:spPr>
          <a:xfrm xmlns:a="http://schemas.openxmlformats.org/drawingml/2006/main">
            <a:off x="7000875" y="4476750"/>
            <a:ext cx="4476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263D4D"/>
                </a:solidFill>
                <a:latin typeface="Yu Gothic"/>
                <a:ea typeface="Yu Gothic"/>
                <a:cs typeface="Yu Gothic"/>
              </a:defRPr>
            </a:defPPr>
            <a:lvl1pPr>
              <a:defRPr sz="2175" b="1">
                <a:solidFill>
                  <a:srgbClr val="263D4D"/>
                </a:solidFill>
                <a:latin typeface="Yu Gothic"/>
                <a:ea typeface="Yu Gothic"/>
                <a:cs typeface="Yu Gothic"/>
              </a:defRPr>
            </a:lvl1pPr>
            <a:lvl2pPr>
              <a:defRPr sz="2175" b="1">
                <a:solidFill>
                  <a:srgbClr val="263D4D"/>
                </a:solidFill>
                <a:latin typeface="Yu Gothic"/>
                <a:ea typeface="Yu Gothic"/>
                <a:cs typeface="Yu Gothic"/>
              </a:defRPr>
            </a:lvl2pPr>
            <a:lvl3pPr>
              <a:defRPr sz="2175" b="1">
                <a:solidFill>
                  <a:srgbClr val="263D4D"/>
                </a:solidFill>
                <a:latin typeface="Yu Gothic"/>
                <a:ea typeface="Yu Gothic"/>
                <a:cs typeface="Yu Gothic"/>
              </a:defRPr>
            </a:lvl3pPr>
            <a:lvl4pPr>
              <a:defRPr sz="2175" b="1">
                <a:solidFill>
                  <a:srgbClr val="263D4D"/>
                </a:solidFill>
                <a:latin typeface="Yu Gothic"/>
                <a:ea typeface="Yu Gothic"/>
                <a:cs typeface="Yu Gothic"/>
              </a:defRPr>
            </a:lvl4pPr>
            <a:lvl5pPr>
              <a:defRPr sz="2175" b="1">
                <a:solidFill>
                  <a:srgbClr val="263D4D"/>
                </a:solidFill>
                <a:latin typeface="Yu Gothic"/>
                <a:ea typeface="Yu Gothic"/>
                <a:cs typeface="Yu Gothic"/>
              </a:defRPr>
            </a:lvl5pPr>
            <a:lvl6pPr>
              <a:defRPr sz="2175" b="1">
                <a:solidFill>
                  <a:srgbClr val="263D4D"/>
                </a:solidFill>
                <a:latin typeface="Yu Gothic"/>
                <a:ea typeface="Yu Gothic"/>
                <a:cs typeface="Yu Gothic"/>
              </a:defRPr>
            </a:lvl6pPr>
            <a:lvl7pPr>
              <a:defRPr sz="2175" b="1">
                <a:solidFill>
                  <a:srgbClr val="263D4D"/>
                </a:solidFill>
                <a:latin typeface="Yu Gothic"/>
                <a:ea typeface="Yu Gothic"/>
                <a:cs typeface="Yu Gothic"/>
              </a:defRPr>
            </a:lvl7pPr>
            <a:lvl8pPr>
              <a:defRPr sz="2175" b="1">
                <a:solidFill>
                  <a:srgbClr val="263D4D"/>
                </a:solidFill>
                <a:latin typeface="Yu Gothic"/>
                <a:ea typeface="Yu Gothic"/>
                <a:cs typeface="Yu Gothic"/>
              </a:defRPr>
            </a:lvl8pPr>
            <a:lvl9pPr>
              <a:defRPr sz="2175" b="1">
                <a:solidFill>
                  <a:srgbClr val="263D4D"/>
                </a:solidFill>
                <a:latin typeface="Yu Gothic"/>
                <a:ea typeface="Yu Gothic"/>
                <a:cs typeface="Yu Gothic"/>
              </a:defRPr>
            </a:lvl9pPr>
          </a:lstStyle>
          <a:p xmlns:a="http://schemas.openxmlformats.org/drawingml/2006/main">
            <a:pPr>
              <a:defRPr sz="2175" b="1">
                <a:solidFill>
                  <a:srgbClr val="263D4D"/>
                </a:solidFill>
                <a:latin typeface="Yu Gothic"/>
                <a:ea typeface="Yu Gothic"/>
                <a:cs typeface="Yu Gothic"/>
              </a:defRPr>
            </a:pPr>
            <a:r>
              <a:rPr sz="2175" b="1">
                <a:solidFill>
                  <a:srgbClr val="263D4D"/>
                </a:solidFill>
                <a:latin typeface="Yu Gothic"/>
                <a:ea typeface="Yu Gothic"/>
                <a:cs typeface="Yu Gothic"/>
              </a:rPr>
              <a:t>割れ・変形・交換</a:t>
            </a:r>
          </a:p>
        </p:txBody>
      </p:sp>
      <p:sp>
        <p:nvSpPr>
          <p:cNvPr id="30" name="">
            <a:extLst xmlns:a="http://schemas.openxmlformats.org/drawingml/2006/main">
              <a:ext uri="{FF2B5EF4-FFF2-40B4-BE49-F238E27FC236}">
                <a16:creationId xmlns:a16="http://schemas.microsoft.com/office/drawing/2014/main" id="{2F7C2DD8-6DDB-4A67-BAED-085259E0BCE4}"/>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defRPr sz="1575" b="0">
                <a:solidFill>
                  <a:srgbClr val="71818B"/>
                </a:solidFill>
                <a:latin typeface="Yu Gothic"/>
                <a:ea typeface="Yu Gothic"/>
                <a:cs typeface="Yu Gothic"/>
              </a:defRPr>
            </a:lvl1pPr>
            <a:lvl2pPr>
              <a:defRPr sz="1575" b="0">
                <a:solidFill>
                  <a:srgbClr val="71818B"/>
                </a:solidFill>
                <a:latin typeface="Yu Gothic"/>
                <a:ea typeface="Yu Gothic"/>
                <a:cs typeface="Yu Gothic"/>
              </a:defRPr>
            </a:lvl2pPr>
            <a:lvl3pPr>
              <a:defRPr sz="1575" b="0">
                <a:solidFill>
                  <a:srgbClr val="71818B"/>
                </a:solidFill>
                <a:latin typeface="Yu Gothic"/>
                <a:ea typeface="Yu Gothic"/>
                <a:cs typeface="Yu Gothic"/>
              </a:defRPr>
            </a:lvl3pPr>
            <a:lvl4pPr>
              <a:defRPr sz="1575" b="0">
                <a:solidFill>
                  <a:srgbClr val="71818B"/>
                </a:solidFill>
                <a:latin typeface="Yu Gothic"/>
                <a:ea typeface="Yu Gothic"/>
                <a:cs typeface="Yu Gothic"/>
              </a:defRPr>
            </a:lvl4pPr>
            <a:lvl5pPr>
              <a:defRPr sz="1575" b="0">
                <a:solidFill>
                  <a:srgbClr val="71818B"/>
                </a:solidFill>
                <a:latin typeface="Yu Gothic"/>
                <a:ea typeface="Yu Gothic"/>
                <a:cs typeface="Yu Gothic"/>
              </a:defRPr>
            </a:lvl5pPr>
            <a:lvl6pPr>
              <a:defRPr sz="1575" b="0">
                <a:solidFill>
                  <a:srgbClr val="71818B"/>
                </a:solidFill>
                <a:latin typeface="Yu Gothic"/>
                <a:ea typeface="Yu Gothic"/>
                <a:cs typeface="Yu Gothic"/>
              </a:defRPr>
            </a:lvl6pPr>
            <a:lvl7pPr>
              <a:defRPr sz="1575" b="0">
                <a:solidFill>
                  <a:srgbClr val="71818B"/>
                </a:solidFill>
                <a:latin typeface="Yu Gothic"/>
                <a:ea typeface="Yu Gothic"/>
                <a:cs typeface="Yu Gothic"/>
              </a:defRPr>
            </a:lvl7pPr>
            <a:lvl8pPr>
              <a:defRPr sz="1575" b="0">
                <a:solidFill>
                  <a:srgbClr val="71818B"/>
                </a:solidFill>
                <a:latin typeface="Yu Gothic"/>
                <a:ea typeface="Yu Gothic"/>
                <a:cs typeface="Yu Gothic"/>
              </a:defRPr>
            </a:lvl8pPr>
            <a:lvl9pPr>
              <a:defRPr sz="1575" b="0">
                <a:solidFill>
                  <a:srgbClr val="71818B"/>
                </a:solidFill>
                <a:latin typeface="Yu Gothic"/>
                <a:ea typeface="Yu Gothic"/>
                <a:cs typeface="Yu Gothic"/>
              </a:defRPr>
            </a:lvl9pPr>
          </a:lstStyle>
          <a:p xmlns:a="http://schemas.openxmlformats.org/drawingml/2006/main">
            <a:pPr>
              <a:defRPr sz="1575" b="0">
                <a:solidFill>
                  <a:srgbClr val="71818B"/>
                </a:solidFill>
                <a:latin typeface="Yu Gothic"/>
                <a:ea typeface="Yu Gothic"/>
                <a:cs typeface="Yu Gothic"/>
              </a:defRPr>
            </a:pPr>
            <a:r>
              <a:rPr sz="1575" b="0">
                <a:solidFill>
                  <a:srgbClr val="71818B"/>
                </a:solidFill>
                <a:latin typeface="Yu Gothic"/>
                <a:ea typeface="Yu Gothic"/>
                <a:cs typeface="Yu Gothic"/>
              </a:rPr>
              <a:t>生物育成の使用場面。容器・架台・接合がそれぞれ受け持つ働きを分ける。</a:t>
            </a:r>
          </a:p>
        </p:txBody>
      </p:sp>
    </p:spTree>
    <p:extLst>
      <p:ext uri="{BB962C8B-B14F-4D97-AF65-F5344CB8AC3E}">
        <p14:creationId xmlns:p14="http://schemas.microsoft.com/office/powerpoint/2010/main" val="894067866"/>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8BAF7E4-056E-4F54-9065-60C27A35B6D9}"/>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93B59"/>
                </a:solidFill>
                <a:latin typeface="Yu Gothic"/>
                <a:ea typeface="Yu Gothic"/>
                <a:cs typeface="Yu Gothic"/>
              </a:defRPr>
            </a:defPPr>
            <a:lvl1pPr>
              <a:buNone/>
              <a:defRPr sz="3000" b="1">
                <a:solidFill>
                  <a:srgbClr val="193B59"/>
                </a:solidFill>
                <a:latin typeface="Yu Gothic"/>
                <a:ea typeface="Yu Gothic"/>
                <a:cs typeface="Yu Gothic"/>
              </a:defRPr>
            </a:lvl1pPr>
            <a:lvl2pPr>
              <a:buNone/>
              <a:defRPr sz="3000" b="1">
                <a:solidFill>
                  <a:srgbClr val="193B59"/>
                </a:solidFill>
                <a:latin typeface="Yu Gothic"/>
                <a:ea typeface="Yu Gothic"/>
                <a:cs typeface="Yu Gothic"/>
              </a:defRPr>
            </a:lvl2pPr>
            <a:lvl3pPr>
              <a:buNone/>
              <a:defRPr sz="3000" b="1">
                <a:solidFill>
                  <a:srgbClr val="193B59"/>
                </a:solidFill>
                <a:latin typeface="Yu Gothic"/>
                <a:ea typeface="Yu Gothic"/>
                <a:cs typeface="Yu Gothic"/>
              </a:defRPr>
            </a:lvl3pPr>
            <a:lvl4pPr>
              <a:buNone/>
              <a:defRPr sz="3000" b="1">
                <a:solidFill>
                  <a:srgbClr val="193B59"/>
                </a:solidFill>
                <a:latin typeface="Yu Gothic"/>
                <a:ea typeface="Yu Gothic"/>
                <a:cs typeface="Yu Gothic"/>
              </a:defRPr>
            </a:lvl4pPr>
            <a:lvl5pPr>
              <a:buNone/>
              <a:defRPr sz="3000" b="1">
                <a:solidFill>
                  <a:srgbClr val="193B59"/>
                </a:solidFill>
                <a:latin typeface="Yu Gothic"/>
                <a:ea typeface="Yu Gothic"/>
                <a:cs typeface="Yu Gothic"/>
              </a:defRPr>
            </a:lvl5pPr>
            <a:lvl6pPr>
              <a:buNone/>
              <a:defRPr sz="3000" b="1">
                <a:solidFill>
                  <a:srgbClr val="193B59"/>
                </a:solidFill>
                <a:latin typeface="Yu Gothic"/>
                <a:ea typeface="Yu Gothic"/>
                <a:cs typeface="Yu Gothic"/>
              </a:defRPr>
            </a:lvl6pPr>
            <a:lvl7pPr>
              <a:buNone/>
              <a:defRPr sz="3000" b="1">
                <a:solidFill>
                  <a:srgbClr val="193B59"/>
                </a:solidFill>
                <a:latin typeface="Yu Gothic"/>
                <a:ea typeface="Yu Gothic"/>
                <a:cs typeface="Yu Gothic"/>
              </a:defRPr>
            </a:lvl7pPr>
            <a:lvl8pPr>
              <a:buNone/>
              <a:defRPr sz="3000" b="1">
                <a:solidFill>
                  <a:srgbClr val="193B59"/>
                </a:solidFill>
                <a:latin typeface="Yu Gothic"/>
                <a:ea typeface="Yu Gothic"/>
                <a:cs typeface="Yu Gothic"/>
              </a:defRPr>
            </a:lvl8pPr>
            <a:lvl9pPr>
              <a:buNone/>
              <a:defRPr sz="3000" b="1">
                <a:solidFill>
                  <a:srgbClr val="193B59"/>
                </a:solidFill>
                <a:latin typeface="Yu Gothic"/>
                <a:ea typeface="Yu Gothic"/>
                <a:cs typeface="Yu Gothic"/>
              </a:defRPr>
            </a:lvl9pPr>
          </a:lstStyle>
          <a:p xmlns:a="http://schemas.openxmlformats.org/drawingml/2006/main">
            <a:pPr>
              <a:buNone/>
              <a:defRPr sz="3000" b="1">
                <a:solidFill>
                  <a:srgbClr val="193B59"/>
                </a:solidFill>
                <a:latin typeface="Yu Gothic"/>
                <a:ea typeface="Yu Gothic"/>
                <a:cs typeface="Yu Gothic"/>
              </a:defRPr>
            </a:pPr>
            <a:r>
              <a:rPr sz="3000" b="1">
                <a:solidFill>
                  <a:srgbClr val="193B59"/>
                </a:solidFill>
                <a:latin typeface="Yu Gothic"/>
                <a:ea typeface="Yu Gothic"/>
                <a:cs typeface="Yu Gothic"/>
              </a:rPr>
              <a:t>原料由来と分解性は別の軸</a:t>
            </a:r>
          </a:p>
        </p:txBody>
      </p:sp>
      <p:sp>
        <p:nvSpPr>
          <p:cNvPr id="2" name="">
            <a:extLst xmlns:a="http://schemas.openxmlformats.org/drawingml/2006/main">
              <a:ext uri="{FF2B5EF4-FFF2-40B4-BE49-F238E27FC236}">
                <a16:creationId xmlns:a16="http://schemas.microsoft.com/office/drawing/2014/main" id="{484A11E1-194C-462D-A6AF-A8E683E985CE}"/>
              </a:ext>
            </a:extLst>
          </p:cNvPr>
          <p:cNvSpPr>
            <a:spLocks xmlns:a="http://schemas.openxmlformats.org/drawingml/2006/main" noGrp="1"/>
          </p:cNvSpPr>
          <p:nvPr/>
        </p:nvSpPr>
        <p:spPr>
          <a:xfrm xmlns:a="http://schemas.openxmlformats.org/drawingml/2006/main" flipH="0" flipV="0">
            <a:off x="685800" y="1323975"/>
            <a:ext cx="10820400" cy="0"/>
          </a:xfrm>
          <a:prstGeom xmlns:a="http://schemas.openxmlformats.org/drawingml/2006/main" prst="line">
            <a:avLst/>
          </a:prstGeom>
          <a:noFill xmlns:a="http://schemas.openxmlformats.org/drawingml/2006/main"/>
          <a:ln xmlns:a="http://schemas.openxmlformats.org/drawingml/2006/main" w="19050">
            <a:solidFill>
              <a:srgbClr val="D8E1E7"/>
            </a:solidFill>
          </a:ln>
        </p:spPr>
      </p:sp>
      <p:sp>
        <p:nvSpPr>
          <p:cNvPr id="9" name="">
            <a:extLst xmlns:a="http://schemas.openxmlformats.org/drawingml/2006/main">
              <a:ext uri="{FF2B5EF4-FFF2-40B4-BE49-F238E27FC236}">
                <a16:creationId xmlns:a16="http://schemas.microsoft.com/office/drawing/2014/main" id="{0DB594E3-57AE-4DDA-A982-4786C6E79933}"/>
              </a:ext>
            </a:extLst>
          </p:cNvPr>
          <p:cNvSpPr>
            <a:spLocks xmlns:a="http://schemas.openxmlformats.org/drawingml/2006/main" noGrp="1"/>
          </p:cNvSpPr>
          <p:nvPr/>
        </p:nvSpPr>
        <p:spPr>
          <a:xfrm xmlns:a="http://schemas.openxmlformats.org/drawingml/2006/main">
            <a:off x="685800" y="6353175"/>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第8回</a:t>
            </a:r>
          </a:p>
        </p:txBody>
      </p:sp>
      <p:sp>
        <p:nvSpPr>
          <p:cNvPr id="10" name="">
            <a:extLst xmlns:a="http://schemas.openxmlformats.org/drawingml/2006/main">
              <a:ext uri="{FF2B5EF4-FFF2-40B4-BE49-F238E27FC236}">
                <a16:creationId xmlns:a16="http://schemas.microsoft.com/office/drawing/2014/main" id="{7E4480D6-3698-4CCD-830F-A6E80EC2BBD0}"/>
              </a:ext>
            </a:extLst>
          </p:cNvPr>
          <p:cNvSpPr>
            <a:spLocks xmlns:a="http://schemas.openxmlformats.org/drawingml/2006/main" noGrp="1"/>
          </p:cNvSpPr>
          <p:nvPr/>
        </p:nvSpPr>
        <p:spPr>
          <a:xfrm xmlns:a="http://schemas.openxmlformats.org/drawingml/2006/main">
            <a:off x="10382250" y="6353175"/>
            <a:ext cx="123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17 / 43</a:t>
            </a:r>
          </a:p>
        </p:txBody>
      </p:sp>
      <p:graphicFrame>
        <p:nvGraphicFramePr>
          <p:cNvPr id="12" name="">
            <a:extLst xmlns:a="http://schemas.openxmlformats.org/drawingml/2006/main">
              <a:ext uri="{FF2B5EF4-FFF2-40B4-BE49-F238E27FC236}">
                <a16:creationId xmlns:a16="http://schemas.microsoft.com/office/drawing/2014/main" id="{5AA684B4-171A-4F83-8349-BB1B72A110D6}"/>
              </a:ext>
            </a:extLst>
          </p:cNvPr>
          <p:cNvGraphicFramePr/>
          <p:nvPr/>
        </p:nvGraphicFramePr>
        <p:xfrm>
          <a:off xmlns:a="http://schemas.openxmlformats.org/drawingml/2006/main" x="714375" y="2047875"/>
          <a:ext xmlns:a="http://schemas.openxmlformats.org/drawingml/2006/main" cx="10763250" cy="2857500"/>
        </p:xfrm>
        <a:graphic xmlns:a="http://schemas.openxmlformats.org/drawingml/2006/main">
          <a:graphicData uri="http://schemas.openxmlformats.org/drawingml/2006/table">
            <a:tbl>
              <a:tblPr/>
              <a:tblGrid>
                <a:gridCol w="4667250"/>
                <a:gridCol w="3048000"/>
                <a:gridCol w="3048000"/>
              </a:tblGrid>
              <a:tr h="952500">
                <a:tc>
                  <a:txBody>
                    <a:bodyPr lIns="85725" tIns="85725" rIns="85725" bIns="85725"/>
                    <a:lstStyle/>
                    <a:p>
                      <a:r>
                        <a:rPr sz="2175" b="1">
                          <a:solidFill>
                            <a:srgbClr val="FFFFFF"/>
                          </a:solidFill>
                          <a:latin typeface="Yu Gothic"/>
                          <a:ea typeface="Yu Gothic"/>
                          <a:cs typeface="Yu Gothic"/>
                        </a:rPr>
                        <a:t>原料由来／性質</a:t>
                      </a:r>
                    </a:p>
                  </a:txBody>
                  <a:tcPr marL="91440" marR="91440" marT="45720" marB="45720">
                    <a:solidFill>
                      <a:srgbClr val="193B59"/>
                    </a:solidFill>
                  </a:tcPr>
                </a:tc>
                <a:tc>
                  <a:txBody>
                    <a:bodyPr lIns="85725" tIns="85725" rIns="85725" bIns="85725"/>
                    <a:lstStyle/>
                    <a:p>
                      <a:r>
                        <a:rPr sz="2175" b="1">
                          <a:solidFill>
                            <a:srgbClr val="FFFFFF"/>
                          </a:solidFill>
                          <a:latin typeface="Yu Gothic"/>
                          <a:ea typeface="Yu Gothic"/>
                          <a:cs typeface="Yu Gothic"/>
                        </a:rPr>
                        <a:t>非生分解</a:t>
                      </a:r>
                    </a:p>
                  </a:txBody>
                  <a:tcPr marL="91440" marR="91440" marT="45720" marB="45720">
                    <a:solidFill>
                      <a:srgbClr val="193B59"/>
                    </a:solidFill>
                  </a:tcPr>
                </a:tc>
                <a:tc>
                  <a:txBody>
                    <a:bodyPr lIns="85725" tIns="85725" rIns="85725" bIns="85725"/>
                    <a:lstStyle/>
                    <a:p>
                      <a:r>
                        <a:rPr sz="2175" b="1">
                          <a:solidFill>
                            <a:srgbClr val="FFFFFF"/>
                          </a:solidFill>
                          <a:latin typeface="Yu Gothic"/>
                          <a:ea typeface="Yu Gothic"/>
                          <a:cs typeface="Yu Gothic"/>
                        </a:rPr>
                        <a:t>生分解性</a:t>
                      </a:r>
                    </a:p>
                  </a:txBody>
                  <a:tcPr marL="91440" marR="91440" marT="45720" marB="45720">
                    <a:solidFill>
                      <a:srgbClr val="193B59"/>
                    </a:solidFill>
                  </a:tcPr>
                </a:tc>
              </a:tr>
              <a:tr h="952500">
                <a:tc>
                  <a:txBody>
                    <a:bodyPr lIns="85725" tIns="85725" rIns="85725" bIns="85725"/>
                    <a:lstStyle/>
                    <a:p>
                      <a:r>
                        <a:rPr sz="2175" b="0">
                          <a:solidFill>
                            <a:srgbClr val="263D4D"/>
                          </a:solidFill>
                          <a:latin typeface="Yu Gothic"/>
                          <a:ea typeface="Yu Gothic"/>
                          <a:cs typeface="Yu Gothic"/>
                        </a:rPr>
                        <a:t>バイオマス由来</a:t>
                      </a:r>
                    </a:p>
                  </a:txBody>
                  <a:tcPr marL="91440" marR="91440" marT="45720" marB="45720">
                    <a:solidFill>
                      <a:srgbClr val="E8F0F4"/>
                    </a:solidFill>
                  </a:tcPr>
                </a:tc>
                <a:tc>
                  <a:txBody>
                    <a:bodyPr lIns="85725" tIns="85725" rIns="85725" bIns="85725"/>
                    <a:lstStyle/>
                    <a:p>
                      <a:r>
                        <a:rPr sz="2175" b="0">
                          <a:solidFill>
                            <a:srgbClr val="263D4D"/>
                          </a:solidFill>
                          <a:latin typeface="Yu Gothic"/>
                          <a:ea typeface="Yu Gothic"/>
                          <a:cs typeface="Yu Gothic"/>
                        </a:rPr>
                        <a:t>A</a:t>
                      </a:r>
                    </a:p>
                  </a:txBody>
                  <a:tcPr marL="91440" marR="91440" marT="45720" marB="45720">
                    <a:solidFill>
                      <a:srgbClr val="E8F0F4"/>
                    </a:solidFill>
                  </a:tcPr>
                </a:tc>
                <a:tc>
                  <a:txBody>
                    <a:bodyPr lIns="85725" tIns="85725" rIns="85725" bIns="85725"/>
                    <a:lstStyle/>
                    <a:p>
                      <a:r>
                        <a:rPr sz="2175" b="0">
                          <a:solidFill>
                            <a:srgbClr val="263D4D"/>
                          </a:solidFill>
                          <a:latin typeface="Yu Gothic"/>
                          <a:ea typeface="Yu Gothic"/>
                          <a:cs typeface="Yu Gothic"/>
                        </a:rPr>
                        <a:t>C</a:t>
                      </a:r>
                    </a:p>
                  </a:txBody>
                  <a:tcPr marL="91440" marR="91440" marT="45720" marB="45720">
                    <a:solidFill>
                      <a:srgbClr val="E8F0F4"/>
                    </a:solidFill>
                  </a:tcPr>
                </a:tc>
              </a:tr>
              <a:tr h="952500">
                <a:tc>
                  <a:txBody>
                    <a:bodyPr lIns="85725" tIns="85725" rIns="85725" bIns="85725"/>
                    <a:lstStyle/>
                    <a:p>
                      <a:r>
                        <a:rPr sz="2175" b="0">
                          <a:solidFill>
                            <a:srgbClr val="263D4D"/>
                          </a:solidFill>
                          <a:latin typeface="Yu Gothic"/>
                          <a:ea typeface="Yu Gothic"/>
                          <a:cs typeface="Yu Gothic"/>
                        </a:rPr>
                        <a:t>化石資源由来</a:t>
                      </a:r>
                    </a:p>
                  </a:txBody>
                  <a:tcPr marL="91440" marR="91440" marT="45720" marB="45720">
                    <a:solidFill>
                      <a:srgbClr val="FFFFFF"/>
                    </a:solidFill>
                  </a:tcPr>
                </a:tc>
                <a:tc>
                  <a:txBody>
                    <a:bodyPr lIns="85725" tIns="85725" rIns="85725" bIns="85725"/>
                    <a:lstStyle/>
                    <a:p>
                      <a:r>
                        <a:rPr sz="2175" b="0">
                          <a:solidFill>
                            <a:srgbClr val="263D4D"/>
                          </a:solidFill>
                          <a:latin typeface="Yu Gothic"/>
                          <a:ea typeface="Yu Gothic"/>
                          <a:cs typeface="Yu Gothic"/>
                        </a:rPr>
                        <a:t>例あり</a:t>
                      </a:r>
                    </a:p>
                  </a:txBody>
                  <a:tcPr marL="91440" marR="91440" marT="45720" marB="45720">
                    <a:solidFill>
                      <a:srgbClr val="FFFFFF"/>
                    </a:solidFill>
                  </a:tcPr>
                </a:tc>
                <a:tc>
                  <a:txBody>
                    <a:bodyPr lIns="85725" tIns="85725" rIns="85725" bIns="85725"/>
                    <a:lstStyle/>
                    <a:p>
                      <a:r>
                        <a:rPr sz="2175" b="0">
                          <a:solidFill>
                            <a:srgbClr val="263D4D"/>
                          </a:solidFill>
                          <a:latin typeface="Yu Gothic"/>
                          <a:ea typeface="Yu Gothic"/>
                          <a:cs typeface="Yu Gothic"/>
                        </a:rPr>
                        <a:t>B</a:t>
                      </a:r>
                    </a:p>
                  </a:txBody>
                  <a:tcPr marL="91440" marR="91440" marT="45720" marB="45720">
                    <a:solidFill>
                      <a:srgbClr val="FFFFFF"/>
                    </a:solidFill>
                  </a:tcPr>
                </a:tc>
              </a:tr>
            </a:tbl>
          </a:graphicData>
        </a:graphic>
      </p:graphicFrame>
      <p:sp>
        <p:nvSpPr>
          <p:cNvPr id="13" name="">
            <a:extLst xmlns:a="http://schemas.openxmlformats.org/drawingml/2006/main">
              <a:ext uri="{FF2B5EF4-FFF2-40B4-BE49-F238E27FC236}">
                <a16:creationId xmlns:a16="http://schemas.microsoft.com/office/drawing/2014/main" id="{BC15EA41-710A-4EF5-97B5-01A8C4F1D5B1}"/>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defRPr sz="1575" b="0">
                <a:solidFill>
                  <a:srgbClr val="71818B"/>
                </a:solidFill>
                <a:latin typeface="Yu Gothic"/>
                <a:ea typeface="Yu Gothic"/>
                <a:cs typeface="Yu Gothic"/>
              </a:defRPr>
            </a:lvl1pPr>
            <a:lvl2pPr>
              <a:defRPr sz="1575" b="0">
                <a:solidFill>
                  <a:srgbClr val="71818B"/>
                </a:solidFill>
                <a:latin typeface="Yu Gothic"/>
                <a:ea typeface="Yu Gothic"/>
                <a:cs typeface="Yu Gothic"/>
              </a:defRPr>
            </a:lvl2pPr>
            <a:lvl3pPr>
              <a:defRPr sz="1575" b="0">
                <a:solidFill>
                  <a:srgbClr val="71818B"/>
                </a:solidFill>
                <a:latin typeface="Yu Gothic"/>
                <a:ea typeface="Yu Gothic"/>
                <a:cs typeface="Yu Gothic"/>
              </a:defRPr>
            </a:lvl3pPr>
            <a:lvl4pPr>
              <a:defRPr sz="1575" b="0">
                <a:solidFill>
                  <a:srgbClr val="71818B"/>
                </a:solidFill>
                <a:latin typeface="Yu Gothic"/>
                <a:ea typeface="Yu Gothic"/>
                <a:cs typeface="Yu Gothic"/>
              </a:defRPr>
            </a:lvl4pPr>
            <a:lvl5pPr>
              <a:defRPr sz="1575" b="0">
                <a:solidFill>
                  <a:srgbClr val="71818B"/>
                </a:solidFill>
                <a:latin typeface="Yu Gothic"/>
                <a:ea typeface="Yu Gothic"/>
                <a:cs typeface="Yu Gothic"/>
              </a:defRPr>
            </a:lvl5pPr>
            <a:lvl6pPr>
              <a:defRPr sz="1575" b="0">
                <a:solidFill>
                  <a:srgbClr val="71818B"/>
                </a:solidFill>
                <a:latin typeface="Yu Gothic"/>
                <a:ea typeface="Yu Gothic"/>
                <a:cs typeface="Yu Gothic"/>
              </a:defRPr>
            </a:lvl6pPr>
            <a:lvl7pPr>
              <a:defRPr sz="1575" b="0">
                <a:solidFill>
                  <a:srgbClr val="71818B"/>
                </a:solidFill>
                <a:latin typeface="Yu Gothic"/>
                <a:ea typeface="Yu Gothic"/>
                <a:cs typeface="Yu Gothic"/>
              </a:defRPr>
            </a:lvl7pPr>
            <a:lvl8pPr>
              <a:defRPr sz="1575" b="0">
                <a:solidFill>
                  <a:srgbClr val="71818B"/>
                </a:solidFill>
                <a:latin typeface="Yu Gothic"/>
                <a:ea typeface="Yu Gothic"/>
                <a:cs typeface="Yu Gothic"/>
              </a:defRPr>
            </a:lvl8pPr>
            <a:lvl9pPr>
              <a:defRPr sz="1575" b="0">
                <a:solidFill>
                  <a:srgbClr val="71818B"/>
                </a:solidFill>
                <a:latin typeface="Yu Gothic"/>
                <a:ea typeface="Yu Gothic"/>
                <a:cs typeface="Yu Gothic"/>
              </a:defRPr>
            </a:lvl9pPr>
          </a:lstStyle>
          <a:p xmlns:a="http://schemas.openxmlformats.org/drawingml/2006/main">
            <a:pPr>
              <a:defRPr sz="1575" b="0">
                <a:solidFill>
                  <a:srgbClr val="71818B"/>
                </a:solidFill>
                <a:latin typeface="Yu Gothic"/>
                <a:ea typeface="Yu Gothic"/>
                <a:cs typeface="Yu Gothic"/>
              </a:defRPr>
            </a:pPr>
            <a:r>
              <a:rPr sz="1575" b="0">
                <a:solidFill>
                  <a:srgbClr val="71818B"/>
                </a:solidFill>
                <a:latin typeface="Yu Gothic"/>
                <a:ea typeface="Yu Gothic"/>
                <a:cs typeface="Yu Gothic"/>
              </a:rPr>
              <a:t>A・B・Cは分類用の仮想材料。原料にバイオマスを含む割合や分解条件は別に確認する。</a:t>
            </a:r>
          </a:p>
        </p:txBody>
      </p:sp>
    </p:spTree>
    <p:extLst>
      <p:ext uri="{BB962C8B-B14F-4D97-AF65-F5344CB8AC3E}">
        <p14:creationId xmlns:p14="http://schemas.microsoft.com/office/powerpoint/2010/main" val="1400827389"/>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9AA19BA-F87E-4956-AE3A-B1401C038FFF}"/>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93B59"/>
                </a:solidFill>
                <a:latin typeface="Yu Gothic"/>
                <a:ea typeface="Yu Gothic"/>
                <a:cs typeface="Yu Gothic"/>
              </a:defRPr>
            </a:defPPr>
            <a:lvl1pPr>
              <a:buNone/>
              <a:defRPr sz="3000" b="1">
                <a:solidFill>
                  <a:srgbClr val="193B59"/>
                </a:solidFill>
                <a:latin typeface="Yu Gothic"/>
                <a:ea typeface="Yu Gothic"/>
                <a:cs typeface="Yu Gothic"/>
              </a:defRPr>
            </a:lvl1pPr>
            <a:lvl2pPr>
              <a:buNone/>
              <a:defRPr sz="3000" b="1">
                <a:solidFill>
                  <a:srgbClr val="193B59"/>
                </a:solidFill>
                <a:latin typeface="Yu Gothic"/>
                <a:ea typeface="Yu Gothic"/>
                <a:cs typeface="Yu Gothic"/>
              </a:defRPr>
            </a:lvl2pPr>
            <a:lvl3pPr>
              <a:buNone/>
              <a:defRPr sz="3000" b="1">
                <a:solidFill>
                  <a:srgbClr val="193B59"/>
                </a:solidFill>
                <a:latin typeface="Yu Gothic"/>
                <a:ea typeface="Yu Gothic"/>
                <a:cs typeface="Yu Gothic"/>
              </a:defRPr>
            </a:lvl3pPr>
            <a:lvl4pPr>
              <a:buNone/>
              <a:defRPr sz="3000" b="1">
                <a:solidFill>
                  <a:srgbClr val="193B59"/>
                </a:solidFill>
                <a:latin typeface="Yu Gothic"/>
                <a:ea typeface="Yu Gothic"/>
                <a:cs typeface="Yu Gothic"/>
              </a:defRPr>
            </a:lvl4pPr>
            <a:lvl5pPr>
              <a:buNone/>
              <a:defRPr sz="3000" b="1">
                <a:solidFill>
                  <a:srgbClr val="193B59"/>
                </a:solidFill>
                <a:latin typeface="Yu Gothic"/>
                <a:ea typeface="Yu Gothic"/>
                <a:cs typeface="Yu Gothic"/>
              </a:defRPr>
            </a:lvl5pPr>
            <a:lvl6pPr>
              <a:buNone/>
              <a:defRPr sz="3000" b="1">
                <a:solidFill>
                  <a:srgbClr val="193B59"/>
                </a:solidFill>
                <a:latin typeface="Yu Gothic"/>
                <a:ea typeface="Yu Gothic"/>
                <a:cs typeface="Yu Gothic"/>
              </a:defRPr>
            </a:lvl6pPr>
            <a:lvl7pPr>
              <a:buNone/>
              <a:defRPr sz="3000" b="1">
                <a:solidFill>
                  <a:srgbClr val="193B59"/>
                </a:solidFill>
                <a:latin typeface="Yu Gothic"/>
                <a:ea typeface="Yu Gothic"/>
                <a:cs typeface="Yu Gothic"/>
              </a:defRPr>
            </a:lvl7pPr>
            <a:lvl8pPr>
              <a:buNone/>
              <a:defRPr sz="3000" b="1">
                <a:solidFill>
                  <a:srgbClr val="193B59"/>
                </a:solidFill>
                <a:latin typeface="Yu Gothic"/>
                <a:ea typeface="Yu Gothic"/>
                <a:cs typeface="Yu Gothic"/>
              </a:defRPr>
            </a:lvl8pPr>
            <a:lvl9pPr>
              <a:buNone/>
              <a:defRPr sz="3000" b="1">
                <a:solidFill>
                  <a:srgbClr val="193B59"/>
                </a:solidFill>
                <a:latin typeface="Yu Gothic"/>
                <a:ea typeface="Yu Gothic"/>
                <a:cs typeface="Yu Gothic"/>
              </a:defRPr>
            </a:lvl9pPr>
          </a:lstStyle>
          <a:p xmlns:a="http://schemas.openxmlformats.org/drawingml/2006/main">
            <a:pPr>
              <a:buNone/>
              <a:defRPr sz="3000" b="1">
                <a:solidFill>
                  <a:srgbClr val="193B59"/>
                </a:solidFill>
                <a:latin typeface="Yu Gothic"/>
                <a:ea typeface="Yu Gothic"/>
                <a:cs typeface="Yu Gothic"/>
              </a:defRPr>
            </a:pPr>
            <a:r>
              <a:rPr sz="3000" b="1">
                <a:solidFill>
                  <a:srgbClr val="193B59"/>
                </a:solidFill>
                <a:latin typeface="Yu Gothic"/>
                <a:ea typeface="Yu Gothic"/>
                <a:cs typeface="Yu Gothic"/>
              </a:rPr>
              <a:t>生分解は条件付きで読む</a:t>
            </a:r>
          </a:p>
        </p:txBody>
      </p:sp>
      <p:sp>
        <p:nvSpPr>
          <p:cNvPr id="2" name="">
            <a:extLst xmlns:a="http://schemas.openxmlformats.org/drawingml/2006/main">
              <a:ext uri="{FF2B5EF4-FFF2-40B4-BE49-F238E27FC236}">
                <a16:creationId xmlns:a16="http://schemas.microsoft.com/office/drawing/2014/main" id="{C71694EE-761C-408F-ACBF-A0275D23FF34}"/>
              </a:ext>
            </a:extLst>
          </p:cNvPr>
          <p:cNvSpPr>
            <a:spLocks xmlns:a="http://schemas.openxmlformats.org/drawingml/2006/main" noGrp="1"/>
          </p:cNvSpPr>
          <p:nvPr/>
        </p:nvSpPr>
        <p:spPr>
          <a:xfrm xmlns:a="http://schemas.openxmlformats.org/drawingml/2006/main" flipH="0" flipV="0">
            <a:off x="685800" y="1323975"/>
            <a:ext cx="10820400" cy="0"/>
          </a:xfrm>
          <a:prstGeom xmlns:a="http://schemas.openxmlformats.org/drawingml/2006/main" prst="line">
            <a:avLst/>
          </a:prstGeom>
          <a:noFill xmlns:a="http://schemas.openxmlformats.org/drawingml/2006/main"/>
          <a:ln xmlns:a="http://schemas.openxmlformats.org/drawingml/2006/main" w="19050">
            <a:solidFill>
              <a:srgbClr val="D8E1E7"/>
            </a:solidFill>
          </a:ln>
        </p:spPr>
      </p:sp>
      <p:sp>
        <p:nvSpPr>
          <p:cNvPr id="7" name="">
            <a:extLst xmlns:a="http://schemas.openxmlformats.org/drawingml/2006/main">
              <a:ext uri="{FF2B5EF4-FFF2-40B4-BE49-F238E27FC236}">
                <a16:creationId xmlns:a16="http://schemas.microsoft.com/office/drawing/2014/main" id="{B463DAE2-985B-4620-A431-D484164E27BA}"/>
              </a:ext>
            </a:extLst>
          </p:cNvPr>
          <p:cNvSpPr>
            <a:spLocks xmlns:a="http://schemas.openxmlformats.org/drawingml/2006/main" noGrp="1"/>
          </p:cNvSpPr>
          <p:nvPr/>
        </p:nvSpPr>
        <p:spPr>
          <a:xfrm xmlns:a="http://schemas.openxmlformats.org/drawingml/2006/main">
            <a:off x="685800" y="6353175"/>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第8回</a:t>
            </a:r>
          </a:p>
        </p:txBody>
      </p:sp>
      <p:sp>
        <p:nvSpPr>
          <p:cNvPr id="8" name="">
            <a:extLst xmlns:a="http://schemas.openxmlformats.org/drawingml/2006/main">
              <a:ext uri="{FF2B5EF4-FFF2-40B4-BE49-F238E27FC236}">
                <a16:creationId xmlns:a16="http://schemas.microsoft.com/office/drawing/2014/main" id="{26EDACD2-58A2-4F03-A31E-B3D4B6C7E1D4}"/>
              </a:ext>
            </a:extLst>
          </p:cNvPr>
          <p:cNvSpPr>
            <a:spLocks xmlns:a="http://schemas.openxmlformats.org/drawingml/2006/main" noGrp="1"/>
          </p:cNvSpPr>
          <p:nvPr/>
        </p:nvSpPr>
        <p:spPr>
          <a:xfrm xmlns:a="http://schemas.openxmlformats.org/drawingml/2006/main">
            <a:off x="10382250" y="6353175"/>
            <a:ext cx="123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18 / 43</a:t>
            </a:r>
          </a:p>
        </p:txBody>
      </p:sp>
      <p:sp>
        <p:nvSpPr>
          <p:cNvPr id="10" name="">
            <a:extLst xmlns:a="http://schemas.openxmlformats.org/drawingml/2006/main">
              <a:ext uri="{FF2B5EF4-FFF2-40B4-BE49-F238E27FC236}">
                <a16:creationId xmlns:a16="http://schemas.microsoft.com/office/drawing/2014/main" id="{CB199307-CD9A-4618-A981-E3DEA9932B33}"/>
              </a:ext>
            </a:extLst>
          </p:cNvPr>
          <p:cNvSpPr>
            <a:spLocks xmlns:a="http://schemas.openxmlformats.org/drawingml/2006/main" noGrp="1"/>
          </p:cNvSpPr>
          <p:nvPr/>
        </p:nvSpPr>
        <p:spPr>
          <a:xfrm xmlns:a="http://schemas.openxmlformats.org/drawingml/2006/main">
            <a:off x="809625" y="1714500"/>
            <a:ext cx="314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263D4D"/>
                </a:solidFill>
                <a:latin typeface="Yu Gothic"/>
                <a:ea typeface="Yu Gothic"/>
                <a:cs typeface="Yu Gothic"/>
              </a:defRPr>
            </a:defPPr>
            <a:lvl1pPr>
              <a:defRPr sz="2175" b="1">
                <a:solidFill>
                  <a:srgbClr val="263D4D"/>
                </a:solidFill>
                <a:latin typeface="Yu Gothic"/>
                <a:ea typeface="Yu Gothic"/>
                <a:cs typeface="Yu Gothic"/>
              </a:defRPr>
            </a:lvl1pPr>
            <a:lvl2pPr>
              <a:defRPr sz="2175" b="1">
                <a:solidFill>
                  <a:srgbClr val="263D4D"/>
                </a:solidFill>
                <a:latin typeface="Yu Gothic"/>
                <a:ea typeface="Yu Gothic"/>
                <a:cs typeface="Yu Gothic"/>
              </a:defRPr>
            </a:lvl2pPr>
            <a:lvl3pPr>
              <a:defRPr sz="2175" b="1">
                <a:solidFill>
                  <a:srgbClr val="263D4D"/>
                </a:solidFill>
                <a:latin typeface="Yu Gothic"/>
                <a:ea typeface="Yu Gothic"/>
                <a:cs typeface="Yu Gothic"/>
              </a:defRPr>
            </a:lvl3pPr>
            <a:lvl4pPr>
              <a:defRPr sz="2175" b="1">
                <a:solidFill>
                  <a:srgbClr val="263D4D"/>
                </a:solidFill>
                <a:latin typeface="Yu Gothic"/>
                <a:ea typeface="Yu Gothic"/>
                <a:cs typeface="Yu Gothic"/>
              </a:defRPr>
            </a:lvl4pPr>
            <a:lvl5pPr>
              <a:defRPr sz="2175" b="1">
                <a:solidFill>
                  <a:srgbClr val="263D4D"/>
                </a:solidFill>
                <a:latin typeface="Yu Gothic"/>
                <a:ea typeface="Yu Gothic"/>
                <a:cs typeface="Yu Gothic"/>
              </a:defRPr>
            </a:lvl5pPr>
            <a:lvl6pPr>
              <a:defRPr sz="2175" b="1">
                <a:solidFill>
                  <a:srgbClr val="263D4D"/>
                </a:solidFill>
                <a:latin typeface="Yu Gothic"/>
                <a:ea typeface="Yu Gothic"/>
                <a:cs typeface="Yu Gothic"/>
              </a:defRPr>
            </a:lvl6pPr>
            <a:lvl7pPr>
              <a:defRPr sz="2175" b="1">
                <a:solidFill>
                  <a:srgbClr val="263D4D"/>
                </a:solidFill>
                <a:latin typeface="Yu Gothic"/>
                <a:ea typeface="Yu Gothic"/>
                <a:cs typeface="Yu Gothic"/>
              </a:defRPr>
            </a:lvl7pPr>
            <a:lvl8pPr>
              <a:defRPr sz="2175" b="1">
                <a:solidFill>
                  <a:srgbClr val="263D4D"/>
                </a:solidFill>
                <a:latin typeface="Yu Gothic"/>
                <a:ea typeface="Yu Gothic"/>
                <a:cs typeface="Yu Gothic"/>
              </a:defRPr>
            </a:lvl8pPr>
            <a:lvl9pPr>
              <a:defRPr sz="2175" b="1">
                <a:solidFill>
                  <a:srgbClr val="263D4D"/>
                </a:solidFill>
                <a:latin typeface="Yu Gothic"/>
                <a:ea typeface="Yu Gothic"/>
                <a:cs typeface="Yu Gothic"/>
              </a:defRPr>
            </a:lvl9pPr>
          </a:lstStyle>
          <a:p xmlns:a="http://schemas.openxmlformats.org/drawingml/2006/main">
            <a:pPr>
              <a:defRPr sz="2175" b="1">
                <a:solidFill>
                  <a:srgbClr val="263D4D"/>
                </a:solidFill>
                <a:latin typeface="Yu Gothic"/>
                <a:ea typeface="Yu Gothic"/>
                <a:cs typeface="Yu Gothic"/>
              </a:defRPr>
            </a:pPr>
            <a:r>
              <a:rPr sz="2175" b="1">
                <a:solidFill>
                  <a:srgbClr val="263D4D"/>
                </a:solidFill>
                <a:latin typeface="Yu Gothic"/>
                <a:ea typeface="Yu Gothic"/>
                <a:cs typeface="Yu Gothic"/>
              </a:rPr>
              <a:t>環境</a:t>
            </a:r>
          </a:p>
        </p:txBody>
      </p:sp>
      <p:sp>
        <p:nvSpPr>
          <p:cNvPr id="11" name="">
            <a:extLst xmlns:a="http://schemas.openxmlformats.org/drawingml/2006/main">
              <a:ext uri="{FF2B5EF4-FFF2-40B4-BE49-F238E27FC236}">
                <a16:creationId xmlns:a16="http://schemas.microsoft.com/office/drawing/2014/main" id="{5802FD56-C762-4205-9AA7-598D7381923A}"/>
              </a:ext>
            </a:extLst>
          </p:cNvPr>
          <p:cNvSpPr>
            <a:spLocks xmlns:a="http://schemas.openxmlformats.org/drawingml/2006/main" noGrp="1"/>
          </p:cNvSpPr>
          <p:nvPr/>
        </p:nvSpPr>
        <p:spPr>
          <a:xfrm xmlns:a="http://schemas.openxmlformats.org/drawingml/2006/main">
            <a:off x="4381500" y="1714500"/>
            <a:ext cx="70961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0">
                <a:solidFill>
                  <a:srgbClr val="263D4D"/>
                </a:solidFill>
                <a:latin typeface="Yu Gothic"/>
                <a:ea typeface="Yu Gothic"/>
                <a:cs typeface="Yu Gothic"/>
              </a:defRPr>
            </a:defPPr>
            <a:lvl1pPr>
              <a:defRPr sz="2100" b="0">
                <a:solidFill>
                  <a:srgbClr val="263D4D"/>
                </a:solidFill>
                <a:latin typeface="Yu Gothic"/>
                <a:ea typeface="Yu Gothic"/>
                <a:cs typeface="Yu Gothic"/>
              </a:defRPr>
            </a:lvl1pPr>
            <a:lvl2pPr>
              <a:defRPr sz="2100" b="0">
                <a:solidFill>
                  <a:srgbClr val="263D4D"/>
                </a:solidFill>
                <a:latin typeface="Yu Gothic"/>
                <a:ea typeface="Yu Gothic"/>
                <a:cs typeface="Yu Gothic"/>
              </a:defRPr>
            </a:lvl2pPr>
            <a:lvl3pPr>
              <a:defRPr sz="2100" b="0">
                <a:solidFill>
                  <a:srgbClr val="263D4D"/>
                </a:solidFill>
                <a:latin typeface="Yu Gothic"/>
                <a:ea typeface="Yu Gothic"/>
                <a:cs typeface="Yu Gothic"/>
              </a:defRPr>
            </a:lvl3pPr>
            <a:lvl4pPr>
              <a:defRPr sz="2100" b="0">
                <a:solidFill>
                  <a:srgbClr val="263D4D"/>
                </a:solidFill>
                <a:latin typeface="Yu Gothic"/>
                <a:ea typeface="Yu Gothic"/>
                <a:cs typeface="Yu Gothic"/>
              </a:defRPr>
            </a:lvl4pPr>
            <a:lvl5pPr>
              <a:defRPr sz="2100" b="0">
                <a:solidFill>
                  <a:srgbClr val="263D4D"/>
                </a:solidFill>
                <a:latin typeface="Yu Gothic"/>
                <a:ea typeface="Yu Gothic"/>
                <a:cs typeface="Yu Gothic"/>
              </a:defRPr>
            </a:lvl5pPr>
            <a:lvl6pPr>
              <a:defRPr sz="2100" b="0">
                <a:solidFill>
                  <a:srgbClr val="263D4D"/>
                </a:solidFill>
                <a:latin typeface="Yu Gothic"/>
                <a:ea typeface="Yu Gothic"/>
                <a:cs typeface="Yu Gothic"/>
              </a:defRPr>
            </a:lvl6pPr>
            <a:lvl7pPr>
              <a:defRPr sz="2100" b="0">
                <a:solidFill>
                  <a:srgbClr val="263D4D"/>
                </a:solidFill>
                <a:latin typeface="Yu Gothic"/>
                <a:ea typeface="Yu Gothic"/>
                <a:cs typeface="Yu Gothic"/>
              </a:defRPr>
            </a:lvl7pPr>
            <a:lvl8pPr>
              <a:defRPr sz="2100" b="0">
                <a:solidFill>
                  <a:srgbClr val="263D4D"/>
                </a:solidFill>
                <a:latin typeface="Yu Gothic"/>
                <a:ea typeface="Yu Gothic"/>
                <a:cs typeface="Yu Gothic"/>
              </a:defRPr>
            </a:lvl8pPr>
            <a:lvl9pPr>
              <a:defRPr sz="2100" b="0">
                <a:solidFill>
                  <a:srgbClr val="263D4D"/>
                </a:solidFill>
                <a:latin typeface="Yu Gothic"/>
                <a:ea typeface="Yu Gothic"/>
                <a:cs typeface="Yu Gothic"/>
              </a:defRPr>
            </a:lvl9pPr>
          </a:lstStyle>
          <a:p xmlns:a="http://schemas.openxmlformats.org/drawingml/2006/main">
            <a:pPr>
              <a:defRPr sz="2100" b="0">
                <a:solidFill>
                  <a:srgbClr val="263D4D"/>
                </a:solidFill>
                <a:latin typeface="Yu Gothic"/>
                <a:ea typeface="Yu Gothic"/>
                <a:cs typeface="Yu Gothic"/>
              </a:defRPr>
            </a:pPr>
            <a:r>
              <a:rPr sz="2100" b="0">
                <a:solidFill>
                  <a:srgbClr val="263D4D"/>
                </a:solidFill>
                <a:latin typeface="Yu Gothic"/>
                <a:ea typeface="Yu Gothic"/>
                <a:cs typeface="Yu Gothic"/>
              </a:rPr>
              <a:t>土壌・堆肥化・水中等を区別</a:t>
            </a:r>
          </a:p>
        </p:txBody>
      </p:sp>
      <p:sp>
        <p:nvSpPr>
          <p:cNvPr id="12" name="">
            <a:extLst xmlns:a="http://schemas.openxmlformats.org/drawingml/2006/main">
              <a:ext uri="{FF2B5EF4-FFF2-40B4-BE49-F238E27FC236}">
                <a16:creationId xmlns:a16="http://schemas.microsoft.com/office/drawing/2014/main" id="{14849275-6F5E-4F56-BCA1-45A26B30B550}"/>
              </a:ext>
            </a:extLst>
          </p:cNvPr>
          <p:cNvSpPr>
            <a:spLocks xmlns:a="http://schemas.openxmlformats.org/drawingml/2006/main" noGrp="1"/>
          </p:cNvSpPr>
          <p:nvPr/>
        </p:nvSpPr>
        <p:spPr>
          <a:xfrm xmlns:a="http://schemas.openxmlformats.org/drawingml/2006/main">
            <a:off x="809625" y="2619375"/>
            <a:ext cx="314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263D4D"/>
                </a:solidFill>
                <a:latin typeface="Yu Gothic"/>
                <a:ea typeface="Yu Gothic"/>
                <a:cs typeface="Yu Gothic"/>
              </a:defRPr>
            </a:defPPr>
            <a:lvl1pPr>
              <a:defRPr sz="2175" b="1">
                <a:solidFill>
                  <a:srgbClr val="263D4D"/>
                </a:solidFill>
                <a:latin typeface="Yu Gothic"/>
                <a:ea typeface="Yu Gothic"/>
                <a:cs typeface="Yu Gothic"/>
              </a:defRPr>
            </a:lvl1pPr>
            <a:lvl2pPr>
              <a:defRPr sz="2175" b="1">
                <a:solidFill>
                  <a:srgbClr val="263D4D"/>
                </a:solidFill>
                <a:latin typeface="Yu Gothic"/>
                <a:ea typeface="Yu Gothic"/>
                <a:cs typeface="Yu Gothic"/>
              </a:defRPr>
            </a:lvl2pPr>
            <a:lvl3pPr>
              <a:defRPr sz="2175" b="1">
                <a:solidFill>
                  <a:srgbClr val="263D4D"/>
                </a:solidFill>
                <a:latin typeface="Yu Gothic"/>
                <a:ea typeface="Yu Gothic"/>
                <a:cs typeface="Yu Gothic"/>
              </a:defRPr>
            </a:lvl3pPr>
            <a:lvl4pPr>
              <a:defRPr sz="2175" b="1">
                <a:solidFill>
                  <a:srgbClr val="263D4D"/>
                </a:solidFill>
                <a:latin typeface="Yu Gothic"/>
                <a:ea typeface="Yu Gothic"/>
                <a:cs typeface="Yu Gothic"/>
              </a:defRPr>
            </a:lvl4pPr>
            <a:lvl5pPr>
              <a:defRPr sz="2175" b="1">
                <a:solidFill>
                  <a:srgbClr val="263D4D"/>
                </a:solidFill>
                <a:latin typeface="Yu Gothic"/>
                <a:ea typeface="Yu Gothic"/>
                <a:cs typeface="Yu Gothic"/>
              </a:defRPr>
            </a:lvl5pPr>
            <a:lvl6pPr>
              <a:defRPr sz="2175" b="1">
                <a:solidFill>
                  <a:srgbClr val="263D4D"/>
                </a:solidFill>
                <a:latin typeface="Yu Gothic"/>
                <a:ea typeface="Yu Gothic"/>
                <a:cs typeface="Yu Gothic"/>
              </a:defRPr>
            </a:lvl6pPr>
            <a:lvl7pPr>
              <a:defRPr sz="2175" b="1">
                <a:solidFill>
                  <a:srgbClr val="263D4D"/>
                </a:solidFill>
                <a:latin typeface="Yu Gothic"/>
                <a:ea typeface="Yu Gothic"/>
                <a:cs typeface="Yu Gothic"/>
              </a:defRPr>
            </a:lvl7pPr>
            <a:lvl8pPr>
              <a:defRPr sz="2175" b="1">
                <a:solidFill>
                  <a:srgbClr val="263D4D"/>
                </a:solidFill>
                <a:latin typeface="Yu Gothic"/>
                <a:ea typeface="Yu Gothic"/>
                <a:cs typeface="Yu Gothic"/>
              </a:defRPr>
            </a:lvl8pPr>
            <a:lvl9pPr>
              <a:defRPr sz="2175" b="1">
                <a:solidFill>
                  <a:srgbClr val="263D4D"/>
                </a:solidFill>
                <a:latin typeface="Yu Gothic"/>
                <a:ea typeface="Yu Gothic"/>
                <a:cs typeface="Yu Gothic"/>
              </a:defRPr>
            </a:lvl9pPr>
          </a:lstStyle>
          <a:p xmlns:a="http://schemas.openxmlformats.org/drawingml/2006/main">
            <a:pPr>
              <a:defRPr sz="2175" b="1">
                <a:solidFill>
                  <a:srgbClr val="263D4D"/>
                </a:solidFill>
                <a:latin typeface="Yu Gothic"/>
                <a:ea typeface="Yu Gothic"/>
                <a:cs typeface="Yu Gothic"/>
              </a:defRPr>
            </a:pPr>
            <a:r>
              <a:rPr sz="2175" b="1">
                <a:solidFill>
                  <a:srgbClr val="263D4D"/>
                </a:solidFill>
                <a:latin typeface="Yu Gothic"/>
                <a:ea typeface="Yu Gothic"/>
                <a:cs typeface="Yu Gothic"/>
              </a:rPr>
              <a:t>条件</a:t>
            </a:r>
          </a:p>
        </p:txBody>
      </p:sp>
      <p:sp>
        <p:nvSpPr>
          <p:cNvPr id="13" name="">
            <a:extLst xmlns:a="http://schemas.openxmlformats.org/drawingml/2006/main">
              <a:ext uri="{FF2B5EF4-FFF2-40B4-BE49-F238E27FC236}">
                <a16:creationId xmlns:a16="http://schemas.microsoft.com/office/drawing/2014/main" id="{B7550797-374E-433B-8931-A9315C112E22}"/>
              </a:ext>
            </a:extLst>
          </p:cNvPr>
          <p:cNvSpPr>
            <a:spLocks xmlns:a="http://schemas.openxmlformats.org/drawingml/2006/main" noGrp="1"/>
          </p:cNvSpPr>
          <p:nvPr/>
        </p:nvSpPr>
        <p:spPr>
          <a:xfrm xmlns:a="http://schemas.openxmlformats.org/drawingml/2006/main">
            <a:off x="4381500" y="2619375"/>
            <a:ext cx="70961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0">
                <a:solidFill>
                  <a:srgbClr val="263D4D"/>
                </a:solidFill>
                <a:latin typeface="Yu Gothic"/>
                <a:ea typeface="Yu Gothic"/>
                <a:cs typeface="Yu Gothic"/>
              </a:defRPr>
            </a:defPPr>
            <a:lvl1pPr>
              <a:defRPr sz="2100" b="0">
                <a:solidFill>
                  <a:srgbClr val="263D4D"/>
                </a:solidFill>
                <a:latin typeface="Yu Gothic"/>
                <a:ea typeface="Yu Gothic"/>
                <a:cs typeface="Yu Gothic"/>
              </a:defRPr>
            </a:lvl1pPr>
            <a:lvl2pPr>
              <a:defRPr sz="2100" b="0">
                <a:solidFill>
                  <a:srgbClr val="263D4D"/>
                </a:solidFill>
                <a:latin typeface="Yu Gothic"/>
                <a:ea typeface="Yu Gothic"/>
                <a:cs typeface="Yu Gothic"/>
              </a:defRPr>
            </a:lvl2pPr>
            <a:lvl3pPr>
              <a:defRPr sz="2100" b="0">
                <a:solidFill>
                  <a:srgbClr val="263D4D"/>
                </a:solidFill>
                <a:latin typeface="Yu Gothic"/>
                <a:ea typeface="Yu Gothic"/>
                <a:cs typeface="Yu Gothic"/>
              </a:defRPr>
            </a:lvl3pPr>
            <a:lvl4pPr>
              <a:defRPr sz="2100" b="0">
                <a:solidFill>
                  <a:srgbClr val="263D4D"/>
                </a:solidFill>
                <a:latin typeface="Yu Gothic"/>
                <a:ea typeface="Yu Gothic"/>
                <a:cs typeface="Yu Gothic"/>
              </a:defRPr>
            </a:lvl4pPr>
            <a:lvl5pPr>
              <a:defRPr sz="2100" b="0">
                <a:solidFill>
                  <a:srgbClr val="263D4D"/>
                </a:solidFill>
                <a:latin typeface="Yu Gothic"/>
                <a:ea typeface="Yu Gothic"/>
                <a:cs typeface="Yu Gothic"/>
              </a:defRPr>
            </a:lvl5pPr>
            <a:lvl6pPr>
              <a:defRPr sz="2100" b="0">
                <a:solidFill>
                  <a:srgbClr val="263D4D"/>
                </a:solidFill>
                <a:latin typeface="Yu Gothic"/>
                <a:ea typeface="Yu Gothic"/>
                <a:cs typeface="Yu Gothic"/>
              </a:defRPr>
            </a:lvl6pPr>
            <a:lvl7pPr>
              <a:defRPr sz="2100" b="0">
                <a:solidFill>
                  <a:srgbClr val="263D4D"/>
                </a:solidFill>
                <a:latin typeface="Yu Gothic"/>
                <a:ea typeface="Yu Gothic"/>
                <a:cs typeface="Yu Gothic"/>
              </a:defRPr>
            </a:lvl7pPr>
            <a:lvl8pPr>
              <a:defRPr sz="2100" b="0">
                <a:solidFill>
                  <a:srgbClr val="263D4D"/>
                </a:solidFill>
                <a:latin typeface="Yu Gothic"/>
                <a:ea typeface="Yu Gothic"/>
                <a:cs typeface="Yu Gothic"/>
              </a:defRPr>
            </a:lvl8pPr>
            <a:lvl9pPr>
              <a:defRPr sz="2100" b="0">
                <a:solidFill>
                  <a:srgbClr val="263D4D"/>
                </a:solidFill>
                <a:latin typeface="Yu Gothic"/>
                <a:ea typeface="Yu Gothic"/>
                <a:cs typeface="Yu Gothic"/>
              </a:defRPr>
            </a:lvl9pPr>
          </a:lstStyle>
          <a:p xmlns:a="http://schemas.openxmlformats.org/drawingml/2006/main">
            <a:pPr>
              <a:defRPr sz="2100" b="0">
                <a:solidFill>
                  <a:srgbClr val="263D4D"/>
                </a:solidFill>
                <a:latin typeface="Yu Gothic"/>
                <a:ea typeface="Yu Gothic"/>
                <a:cs typeface="Yu Gothic"/>
              </a:defRPr>
            </a:pPr>
            <a:r>
              <a:rPr sz="2100" b="0">
                <a:solidFill>
                  <a:srgbClr val="263D4D"/>
                </a:solidFill>
                <a:latin typeface="Yu Gothic"/>
                <a:ea typeface="Yu Gothic"/>
                <a:cs typeface="Yu Gothic"/>
              </a:rPr>
              <a:t>温度・水分・微生物・時間</a:t>
            </a:r>
          </a:p>
        </p:txBody>
      </p:sp>
      <p:sp>
        <p:nvSpPr>
          <p:cNvPr id="14" name="">
            <a:extLst xmlns:a="http://schemas.openxmlformats.org/drawingml/2006/main">
              <a:ext uri="{FF2B5EF4-FFF2-40B4-BE49-F238E27FC236}">
                <a16:creationId xmlns:a16="http://schemas.microsoft.com/office/drawing/2014/main" id="{8FE868D7-4A1E-4702-90F6-03E44687B9AA}"/>
              </a:ext>
            </a:extLst>
          </p:cNvPr>
          <p:cNvSpPr>
            <a:spLocks xmlns:a="http://schemas.openxmlformats.org/drawingml/2006/main" noGrp="1"/>
          </p:cNvSpPr>
          <p:nvPr/>
        </p:nvSpPr>
        <p:spPr>
          <a:xfrm xmlns:a="http://schemas.openxmlformats.org/drawingml/2006/main">
            <a:off x="809625" y="3524250"/>
            <a:ext cx="314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263D4D"/>
                </a:solidFill>
                <a:latin typeface="Yu Gothic"/>
                <a:ea typeface="Yu Gothic"/>
                <a:cs typeface="Yu Gothic"/>
              </a:defRPr>
            </a:defPPr>
            <a:lvl1pPr>
              <a:defRPr sz="2175" b="1">
                <a:solidFill>
                  <a:srgbClr val="263D4D"/>
                </a:solidFill>
                <a:latin typeface="Yu Gothic"/>
                <a:ea typeface="Yu Gothic"/>
                <a:cs typeface="Yu Gothic"/>
              </a:defRPr>
            </a:lvl1pPr>
            <a:lvl2pPr>
              <a:defRPr sz="2175" b="1">
                <a:solidFill>
                  <a:srgbClr val="263D4D"/>
                </a:solidFill>
                <a:latin typeface="Yu Gothic"/>
                <a:ea typeface="Yu Gothic"/>
                <a:cs typeface="Yu Gothic"/>
              </a:defRPr>
            </a:lvl2pPr>
            <a:lvl3pPr>
              <a:defRPr sz="2175" b="1">
                <a:solidFill>
                  <a:srgbClr val="263D4D"/>
                </a:solidFill>
                <a:latin typeface="Yu Gothic"/>
                <a:ea typeface="Yu Gothic"/>
                <a:cs typeface="Yu Gothic"/>
              </a:defRPr>
            </a:lvl3pPr>
            <a:lvl4pPr>
              <a:defRPr sz="2175" b="1">
                <a:solidFill>
                  <a:srgbClr val="263D4D"/>
                </a:solidFill>
                <a:latin typeface="Yu Gothic"/>
                <a:ea typeface="Yu Gothic"/>
                <a:cs typeface="Yu Gothic"/>
              </a:defRPr>
            </a:lvl4pPr>
            <a:lvl5pPr>
              <a:defRPr sz="2175" b="1">
                <a:solidFill>
                  <a:srgbClr val="263D4D"/>
                </a:solidFill>
                <a:latin typeface="Yu Gothic"/>
                <a:ea typeface="Yu Gothic"/>
                <a:cs typeface="Yu Gothic"/>
              </a:defRPr>
            </a:lvl5pPr>
            <a:lvl6pPr>
              <a:defRPr sz="2175" b="1">
                <a:solidFill>
                  <a:srgbClr val="263D4D"/>
                </a:solidFill>
                <a:latin typeface="Yu Gothic"/>
                <a:ea typeface="Yu Gothic"/>
                <a:cs typeface="Yu Gothic"/>
              </a:defRPr>
            </a:lvl6pPr>
            <a:lvl7pPr>
              <a:defRPr sz="2175" b="1">
                <a:solidFill>
                  <a:srgbClr val="263D4D"/>
                </a:solidFill>
                <a:latin typeface="Yu Gothic"/>
                <a:ea typeface="Yu Gothic"/>
                <a:cs typeface="Yu Gothic"/>
              </a:defRPr>
            </a:lvl7pPr>
            <a:lvl8pPr>
              <a:defRPr sz="2175" b="1">
                <a:solidFill>
                  <a:srgbClr val="263D4D"/>
                </a:solidFill>
                <a:latin typeface="Yu Gothic"/>
                <a:ea typeface="Yu Gothic"/>
                <a:cs typeface="Yu Gothic"/>
              </a:defRPr>
            </a:lvl8pPr>
            <a:lvl9pPr>
              <a:defRPr sz="2175" b="1">
                <a:solidFill>
                  <a:srgbClr val="263D4D"/>
                </a:solidFill>
                <a:latin typeface="Yu Gothic"/>
                <a:ea typeface="Yu Gothic"/>
                <a:cs typeface="Yu Gothic"/>
              </a:defRPr>
            </a:lvl9pPr>
          </a:lstStyle>
          <a:p xmlns:a="http://schemas.openxmlformats.org/drawingml/2006/main">
            <a:pPr>
              <a:defRPr sz="2175" b="1">
                <a:solidFill>
                  <a:srgbClr val="263D4D"/>
                </a:solidFill>
                <a:latin typeface="Yu Gothic"/>
                <a:ea typeface="Yu Gothic"/>
                <a:cs typeface="Yu Gothic"/>
              </a:defRPr>
            </a:pPr>
            <a:r>
              <a:rPr sz="2175" b="1">
                <a:solidFill>
                  <a:srgbClr val="263D4D"/>
                </a:solidFill>
                <a:latin typeface="Yu Gothic"/>
                <a:ea typeface="Yu Gothic"/>
                <a:cs typeface="Yu Gothic"/>
              </a:rPr>
              <a:t>現象</a:t>
            </a:r>
          </a:p>
        </p:txBody>
      </p:sp>
      <p:sp>
        <p:nvSpPr>
          <p:cNvPr id="15" name="">
            <a:extLst xmlns:a="http://schemas.openxmlformats.org/drawingml/2006/main">
              <a:ext uri="{FF2B5EF4-FFF2-40B4-BE49-F238E27FC236}">
                <a16:creationId xmlns:a16="http://schemas.microsoft.com/office/drawing/2014/main" id="{1B54DCE9-F778-4E75-89FA-80C02AA775D4}"/>
              </a:ext>
            </a:extLst>
          </p:cNvPr>
          <p:cNvSpPr>
            <a:spLocks xmlns:a="http://schemas.openxmlformats.org/drawingml/2006/main" noGrp="1"/>
          </p:cNvSpPr>
          <p:nvPr/>
        </p:nvSpPr>
        <p:spPr>
          <a:xfrm xmlns:a="http://schemas.openxmlformats.org/drawingml/2006/main">
            <a:off x="4381500" y="3524250"/>
            <a:ext cx="70961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0">
                <a:solidFill>
                  <a:srgbClr val="263D4D"/>
                </a:solidFill>
                <a:latin typeface="Yu Gothic"/>
                <a:ea typeface="Yu Gothic"/>
                <a:cs typeface="Yu Gothic"/>
              </a:defRPr>
            </a:defPPr>
            <a:lvl1pPr>
              <a:defRPr sz="2100" b="0">
                <a:solidFill>
                  <a:srgbClr val="263D4D"/>
                </a:solidFill>
                <a:latin typeface="Yu Gothic"/>
                <a:ea typeface="Yu Gothic"/>
                <a:cs typeface="Yu Gothic"/>
              </a:defRPr>
            </a:lvl1pPr>
            <a:lvl2pPr>
              <a:defRPr sz="2100" b="0">
                <a:solidFill>
                  <a:srgbClr val="263D4D"/>
                </a:solidFill>
                <a:latin typeface="Yu Gothic"/>
                <a:ea typeface="Yu Gothic"/>
                <a:cs typeface="Yu Gothic"/>
              </a:defRPr>
            </a:lvl2pPr>
            <a:lvl3pPr>
              <a:defRPr sz="2100" b="0">
                <a:solidFill>
                  <a:srgbClr val="263D4D"/>
                </a:solidFill>
                <a:latin typeface="Yu Gothic"/>
                <a:ea typeface="Yu Gothic"/>
                <a:cs typeface="Yu Gothic"/>
              </a:defRPr>
            </a:lvl3pPr>
            <a:lvl4pPr>
              <a:defRPr sz="2100" b="0">
                <a:solidFill>
                  <a:srgbClr val="263D4D"/>
                </a:solidFill>
                <a:latin typeface="Yu Gothic"/>
                <a:ea typeface="Yu Gothic"/>
                <a:cs typeface="Yu Gothic"/>
              </a:defRPr>
            </a:lvl4pPr>
            <a:lvl5pPr>
              <a:defRPr sz="2100" b="0">
                <a:solidFill>
                  <a:srgbClr val="263D4D"/>
                </a:solidFill>
                <a:latin typeface="Yu Gothic"/>
                <a:ea typeface="Yu Gothic"/>
                <a:cs typeface="Yu Gothic"/>
              </a:defRPr>
            </a:lvl5pPr>
            <a:lvl6pPr>
              <a:defRPr sz="2100" b="0">
                <a:solidFill>
                  <a:srgbClr val="263D4D"/>
                </a:solidFill>
                <a:latin typeface="Yu Gothic"/>
                <a:ea typeface="Yu Gothic"/>
                <a:cs typeface="Yu Gothic"/>
              </a:defRPr>
            </a:lvl6pPr>
            <a:lvl7pPr>
              <a:defRPr sz="2100" b="0">
                <a:solidFill>
                  <a:srgbClr val="263D4D"/>
                </a:solidFill>
                <a:latin typeface="Yu Gothic"/>
                <a:ea typeface="Yu Gothic"/>
                <a:cs typeface="Yu Gothic"/>
              </a:defRPr>
            </a:lvl7pPr>
            <a:lvl8pPr>
              <a:defRPr sz="2100" b="0">
                <a:solidFill>
                  <a:srgbClr val="263D4D"/>
                </a:solidFill>
                <a:latin typeface="Yu Gothic"/>
                <a:ea typeface="Yu Gothic"/>
                <a:cs typeface="Yu Gothic"/>
              </a:defRPr>
            </a:lvl8pPr>
            <a:lvl9pPr>
              <a:defRPr sz="2100" b="0">
                <a:solidFill>
                  <a:srgbClr val="263D4D"/>
                </a:solidFill>
                <a:latin typeface="Yu Gothic"/>
                <a:ea typeface="Yu Gothic"/>
                <a:cs typeface="Yu Gothic"/>
              </a:defRPr>
            </a:lvl9pPr>
          </a:lstStyle>
          <a:p xmlns:a="http://schemas.openxmlformats.org/drawingml/2006/main">
            <a:pPr>
              <a:defRPr sz="2100" b="0">
                <a:solidFill>
                  <a:srgbClr val="263D4D"/>
                </a:solidFill>
                <a:latin typeface="Yu Gothic"/>
                <a:ea typeface="Yu Gothic"/>
                <a:cs typeface="Yu Gothic"/>
              </a:defRPr>
            </a:pPr>
            <a:r>
              <a:rPr sz="2100" b="0">
                <a:solidFill>
                  <a:srgbClr val="263D4D"/>
                </a:solidFill>
                <a:latin typeface="Yu Gothic"/>
                <a:ea typeface="Yu Gothic"/>
                <a:cs typeface="Yu Gothic"/>
              </a:rPr>
              <a:t>細かくなることと、生分解は別</a:t>
            </a:r>
          </a:p>
        </p:txBody>
      </p:sp>
      <p:sp>
        <p:nvSpPr>
          <p:cNvPr id="16" name="">
            <a:extLst xmlns:a="http://schemas.openxmlformats.org/drawingml/2006/main">
              <a:ext uri="{FF2B5EF4-FFF2-40B4-BE49-F238E27FC236}">
                <a16:creationId xmlns:a16="http://schemas.microsoft.com/office/drawing/2014/main" id="{1B5326C2-57E7-4A56-9EF9-38EF31484223}"/>
              </a:ext>
            </a:extLst>
          </p:cNvPr>
          <p:cNvSpPr>
            <a:spLocks xmlns:a="http://schemas.openxmlformats.org/drawingml/2006/main" noGrp="1"/>
          </p:cNvSpPr>
          <p:nvPr/>
        </p:nvSpPr>
        <p:spPr>
          <a:xfrm xmlns:a="http://schemas.openxmlformats.org/drawingml/2006/main">
            <a:off x="809625" y="4429125"/>
            <a:ext cx="314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263D4D"/>
                </a:solidFill>
                <a:latin typeface="Yu Gothic"/>
                <a:ea typeface="Yu Gothic"/>
                <a:cs typeface="Yu Gothic"/>
              </a:defRPr>
            </a:defPPr>
            <a:lvl1pPr>
              <a:defRPr sz="2175" b="1">
                <a:solidFill>
                  <a:srgbClr val="263D4D"/>
                </a:solidFill>
                <a:latin typeface="Yu Gothic"/>
                <a:ea typeface="Yu Gothic"/>
                <a:cs typeface="Yu Gothic"/>
              </a:defRPr>
            </a:lvl1pPr>
            <a:lvl2pPr>
              <a:defRPr sz="2175" b="1">
                <a:solidFill>
                  <a:srgbClr val="263D4D"/>
                </a:solidFill>
                <a:latin typeface="Yu Gothic"/>
                <a:ea typeface="Yu Gothic"/>
                <a:cs typeface="Yu Gothic"/>
              </a:defRPr>
            </a:lvl2pPr>
            <a:lvl3pPr>
              <a:defRPr sz="2175" b="1">
                <a:solidFill>
                  <a:srgbClr val="263D4D"/>
                </a:solidFill>
                <a:latin typeface="Yu Gothic"/>
                <a:ea typeface="Yu Gothic"/>
                <a:cs typeface="Yu Gothic"/>
              </a:defRPr>
            </a:lvl3pPr>
            <a:lvl4pPr>
              <a:defRPr sz="2175" b="1">
                <a:solidFill>
                  <a:srgbClr val="263D4D"/>
                </a:solidFill>
                <a:latin typeface="Yu Gothic"/>
                <a:ea typeface="Yu Gothic"/>
                <a:cs typeface="Yu Gothic"/>
              </a:defRPr>
            </a:lvl4pPr>
            <a:lvl5pPr>
              <a:defRPr sz="2175" b="1">
                <a:solidFill>
                  <a:srgbClr val="263D4D"/>
                </a:solidFill>
                <a:latin typeface="Yu Gothic"/>
                <a:ea typeface="Yu Gothic"/>
                <a:cs typeface="Yu Gothic"/>
              </a:defRPr>
            </a:lvl5pPr>
            <a:lvl6pPr>
              <a:defRPr sz="2175" b="1">
                <a:solidFill>
                  <a:srgbClr val="263D4D"/>
                </a:solidFill>
                <a:latin typeface="Yu Gothic"/>
                <a:ea typeface="Yu Gothic"/>
                <a:cs typeface="Yu Gothic"/>
              </a:defRPr>
            </a:lvl6pPr>
            <a:lvl7pPr>
              <a:defRPr sz="2175" b="1">
                <a:solidFill>
                  <a:srgbClr val="263D4D"/>
                </a:solidFill>
                <a:latin typeface="Yu Gothic"/>
                <a:ea typeface="Yu Gothic"/>
                <a:cs typeface="Yu Gothic"/>
              </a:defRPr>
            </a:lvl7pPr>
            <a:lvl8pPr>
              <a:defRPr sz="2175" b="1">
                <a:solidFill>
                  <a:srgbClr val="263D4D"/>
                </a:solidFill>
                <a:latin typeface="Yu Gothic"/>
                <a:ea typeface="Yu Gothic"/>
                <a:cs typeface="Yu Gothic"/>
              </a:defRPr>
            </a:lvl8pPr>
            <a:lvl9pPr>
              <a:defRPr sz="2175" b="1">
                <a:solidFill>
                  <a:srgbClr val="263D4D"/>
                </a:solidFill>
                <a:latin typeface="Yu Gothic"/>
                <a:ea typeface="Yu Gothic"/>
                <a:cs typeface="Yu Gothic"/>
              </a:defRPr>
            </a:lvl9pPr>
          </a:lstStyle>
          <a:p xmlns:a="http://schemas.openxmlformats.org/drawingml/2006/main">
            <a:pPr>
              <a:defRPr sz="2175" b="1">
                <a:solidFill>
                  <a:srgbClr val="263D4D"/>
                </a:solidFill>
                <a:latin typeface="Yu Gothic"/>
                <a:ea typeface="Yu Gothic"/>
                <a:cs typeface="Yu Gothic"/>
              </a:defRPr>
            </a:pPr>
            <a:r>
              <a:rPr sz="2175" b="1">
                <a:solidFill>
                  <a:srgbClr val="263D4D"/>
                </a:solidFill>
                <a:latin typeface="Yu Gothic"/>
                <a:ea typeface="Yu Gothic"/>
                <a:cs typeface="Yu Gothic"/>
              </a:rPr>
              <a:t>使用後</a:t>
            </a:r>
          </a:p>
        </p:txBody>
      </p:sp>
      <p:sp>
        <p:nvSpPr>
          <p:cNvPr id="17" name="">
            <a:extLst xmlns:a="http://schemas.openxmlformats.org/drawingml/2006/main">
              <a:ext uri="{FF2B5EF4-FFF2-40B4-BE49-F238E27FC236}">
                <a16:creationId xmlns:a16="http://schemas.microsoft.com/office/drawing/2014/main" id="{7803407F-37F5-4FC3-A1C2-6060323619CE}"/>
              </a:ext>
            </a:extLst>
          </p:cNvPr>
          <p:cNvSpPr>
            <a:spLocks xmlns:a="http://schemas.openxmlformats.org/drawingml/2006/main" noGrp="1"/>
          </p:cNvSpPr>
          <p:nvPr/>
        </p:nvSpPr>
        <p:spPr>
          <a:xfrm xmlns:a="http://schemas.openxmlformats.org/drawingml/2006/main">
            <a:off x="4381500" y="4429125"/>
            <a:ext cx="70961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0">
                <a:solidFill>
                  <a:srgbClr val="263D4D"/>
                </a:solidFill>
                <a:latin typeface="Yu Gothic"/>
                <a:ea typeface="Yu Gothic"/>
                <a:cs typeface="Yu Gothic"/>
              </a:defRPr>
            </a:defPPr>
            <a:lvl1pPr>
              <a:defRPr sz="2100" b="0">
                <a:solidFill>
                  <a:srgbClr val="263D4D"/>
                </a:solidFill>
                <a:latin typeface="Yu Gothic"/>
                <a:ea typeface="Yu Gothic"/>
                <a:cs typeface="Yu Gothic"/>
              </a:defRPr>
            </a:lvl1pPr>
            <a:lvl2pPr>
              <a:defRPr sz="2100" b="0">
                <a:solidFill>
                  <a:srgbClr val="263D4D"/>
                </a:solidFill>
                <a:latin typeface="Yu Gothic"/>
                <a:ea typeface="Yu Gothic"/>
                <a:cs typeface="Yu Gothic"/>
              </a:defRPr>
            </a:lvl2pPr>
            <a:lvl3pPr>
              <a:defRPr sz="2100" b="0">
                <a:solidFill>
                  <a:srgbClr val="263D4D"/>
                </a:solidFill>
                <a:latin typeface="Yu Gothic"/>
                <a:ea typeface="Yu Gothic"/>
                <a:cs typeface="Yu Gothic"/>
              </a:defRPr>
            </a:lvl3pPr>
            <a:lvl4pPr>
              <a:defRPr sz="2100" b="0">
                <a:solidFill>
                  <a:srgbClr val="263D4D"/>
                </a:solidFill>
                <a:latin typeface="Yu Gothic"/>
                <a:ea typeface="Yu Gothic"/>
                <a:cs typeface="Yu Gothic"/>
              </a:defRPr>
            </a:lvl4pPr>
            <a:lvl5pPr>
              <a:defRPr sz="2100" b="0">
                <a:solidFill>
                  <a:srgbClr val="263D4D"/>
                </a:solidFill>
                <a:latin typeface="Yu Gothic"/>
                <a:ea typeface="Yu Gothic"/>
                <a:cs typeface="Yu Gothic"/>
              </a:defRPr>
            </a:lvl5pPr>
            <a:lvl6pPr>
              <a:defRPr sz="2100" b="0">
                <a:solidFill>
                  <a:srgbClr val="263D4D"/>
                </a:solidFill>
                <a:latin typeface="Yu Gothic"/>
                <a:ea typeface="Yu Gothic"/>
                <a:cs typeface="Yu Gothic"/>
              </a:defRPr>
            </a:lvl6pPr>
            <a:lvl7pPr>
              <a:defRPr sz="2100" b="0">
                <a:solidFill>
                  <a:srgbClr val="263D4D"/>
                </a:solidFill>
                <a:latin typeface="Yu Gothic"/>
                <a:ea typeface="Yu Gothic"/>
                <a:cs typeface="Yu Gothic"/>
              </a:defRPr>
            </a:lvl7pPr>
            <a:lvl8pPr>
              <a:defRPr sz="2100" b="0">
                <a:solidFill>
                  <a:srgbClr val="263D4D"/>
                </a:solidFill>
                <a:latin typeface="Yu Gothic"/>
                <a:ea typeface="Yu Gothic"/>
                <a:cs typeface="Yu Gothic"/>
              </a:defRPr>
            </a:lvl8pPr>
            <a:lvl9pPr>
              <a:defRPr sz="2100" b="0">
                <a:solidFill>
                  <a:srgbClr val="263D4D"/>
                </a:solidFill>
                <a:latin typeface="Yu Gothic"/>
                <a:ea typeface="Yu Gothic"/>
                <a:cs typeface="Yu Gothic"/>
              </a:defRPr>
            </a:lvl9pPr>
          </a:lstStyle>
          <a:p xmlns:a="http://schemas.openxmlformats.org/drawingml/2006/main">
            <a:pPr>
              <a:defRPr sz="2100" b="0">
                <a:solidFill>
                  <a:srgbClr val="263D4D"/>
                </a:solidFill>
                <a:latin typeface="Yu Gothic"/>
                <a:ea typeface="Yu Gothic"/>
                <a:cs typeface="Yu Gothic"/>
              </a:defRPr>
            </a:pPr>
            <a:r>
              <a:rPr sz="2100" b="0">
                <a:solidFill>
                  <a:srgbClr val="263D4D"/>
                </a:solidFill>
                <a:latin typeface="Yu Gothic"/>
                <a:ea typeface="Yu Gothic"/>
                <a:cs typeface="Yu Gothic"/>
              </a:rPr>
              <a:t>表示対象と受入れ先・処理条件を確認</a:t>
            </a:r>
          </a:p>
        </p:txBody>
      </p:sp>
      <p:sp>
        <p:nvSpPr>
          <p:cNvPr id="18" name="">
            <a:extLst xmlns:a="http://schemas.openxmlformats.org/drawingml/2006/main">
              <a:ext uri="{FF2B5EF4-FFF2-40B4-BE49-F238E27FC236}">
                <a16:creationId xmlns:a16="http://schemas.microsoft.com/office/drawing/2014/main" id="{93A277C0-1657-42EA-A001-E9DF3E631E21}"/>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defRPr sz="1575" b="0">
                <a:solidFill>
                  <a:srgbClr val="71818B"/>
                </a:solidFill>
                <a:latin typeface="Yu Gothic"/>
                <a:ea typeface="Yu Gothic"/>
                <a:cs typeface="Yu Gothic"/>
              </a:defRPr>
            </a:lvl1pPr>
            <a:lvl2pPr>
              <a:defRPr sz="1575" b="0">
                <a:solidFill>
                  <a:srgbClr val="71818B"/>
                </a:solidFill>
                <a:latin typeface="Yu Gothic"/>
                <a:ea typeface="Yu Gothic"/>
                <a:cs typeface="Yu Gothic"/>
              </a:defRPr>
            </a:lvl2pPr>
            <a:lvl3pPr>
              <a:defRPr sz="1575" b="0">
                <a:solidFill>
                  <a:srgbClr val="71818B"/>
                </a:solidFill>
                <a:latin typeface="Yu Gothic"/>
                <a:ea typeface="Yu Gothic"/>
                <a:cs typeface="Yu Gothic"/>
              </a:defRPr>
            </a:lvl3pPr>
            <a:lvl4pPr>
              <a:defRPr sz="1575" b="0">
                <a:solidFill>
                  <a:srgbClr val="71818B"/>
                </a:solidFill>
                <a:latin typeface="Yu Gothic"/>
                <a:ea typeface="Yu Gothic"/>
                <a:cs typeface="Yu Gothic"/>
              </a:defRPr>
            </a:lvl4pPr>
            <a:lvl5pPr>
              <a:defRPr sz="1575" b="0">
                <a:solidFill>
                  <a:srgbClr val="71818B"/>
                </a:solidFill>
                <a:latin typeface="Yu Gothic"/>
                <a:ea typeface="Yu Gothic"/>
                <a:cs typeface="Yu Gothic"/>
              </a:defRPr>
            </a:lvl5pPr>
            <a:lvl6pPr>
              <a:defRPr sz="1575" b="0">
                <a:solidFill>
                  <a:srgbClr val="71818B"/>
                </a:solidFill>
                <a:latin typeface="Yu Gothic"/>
                <a:ea typeface="Yu Gothic"/>
                <a:cs typeface="Yu Gothic"/>
              </a:defRPr>
            </a:lvl6pPr>
            <a:lvl7pPr>
              <a:defRPr sz="1575" b="0">
                <a:solidFill>
                  <a:srgbClr val="71818B"/>
                </a:solidFill>
                <a:latin typeface="Yu Gothic"/>
                <a:ea typeface="Yu Gothic"/>
                <a:cs typeface="Yu Gothic"/>
              </a:defRPr>
            </a:lvl7pPr>
            <a:lvl8pPr>
              <a:defRPr sz="1575" b="0">
                <a:solidFill>
                  <a:srgbClr val="71818B"/>
                </a:solidFill>
                <a:latin typeface="Yu Gothic"/>
                <a:ea typeface="Yu Gothic"/>
                <a:cs typeface="Yu Gothic"/>
              </a:defRPr>
            </a:lvl8pPr>
            <a:lvl9pPr>
              <a:defRPr sz="1575" b="0">
                <a:solidFill>
                  <a:srgbClr val="71818B"/>
                </a:solidFill>
                <a:latin typeface="Yu Gothic"/>
                <a:ea typeface="Yu Gothic"/>
                <a:cs typeface="Yu Gothic"/>
              </a:defRPr>
            </a:lvl9pPr>
          </a:lstStyle>
          <a:p xmlns:a="http://schemas.openxmlformats.org/drawingml/2006/main">
            <a:pPr>
              <a:defRPr sz="1575" b="0">
                <a:solidFill>
                  <a:srgbClr val="71818B"/>
                </a:solidFill>
                <a:latin typeface="Yu Gothic"/>
                <a:ea typeface="Yu Gothic"/>
                <a:cs typeface="Yu Gothic"/>
              </a:defRPr>
            </a:pPr>
            <a:r>
              <a:rPr sz="1575" b="0">
                <a:solidFill>
                  <a:srgbClr val="71818B"/>
                </a:solidFill>
                <a:latin typeface="Yu Gothic"/>
                <a:ea typeface="Yu Gothic"/>
                <a:cs typeface="Yu Gothic"/>
              </a:rPr>
              <a:t>生分解性を、投棄してよい・どこでも短期間で消えるという意味へ読み替えない。</a:t>
            </a:r>
          </a:p>
        </p:txBody>
      </p:sp>
    </p:spTree>
    <p:extLst>
      <p:ext uri="{BB962C8B-B14F-4D97-AF65-F5344CB8AC3E}">
        <p14:creationId xmlns:p14="http://schemas.microsoft.com/office/powerpoint/2010/main" val="1159217733"/>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BF222697-32F9-41A8-8EFB-CCBE7BF02E01}"/>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93B59"/>
                </a:solidFill>
                <a:latin typeface="Yu Gothic"/>
                <a:ea typeface="Yu Gothic"/>
                <a:cs typeface="Yu Gothic"/>
              </a:defRPr>
            </a:defPPr>
            <a:lvl1pPr>
              <a:buNone/>
              <a:defRPr sz="3000" b="1">
                <a:solidFill>
                  <a:srgbClr val="193B59"/>
                </a:solidFill>
                <a:latin typeface="Yu Gothic"/>
                <a:ea typeface="Yu Gothic"/>
                <a:cs typeface="Yu Gothic"/>
              </a:defRPr>
            </a:lvl1pPr>
            <a:lvl2pPr>
              <a:buNone/>
              <a:defRPr sz="3000" b="1">
                <a:solidFill>
                  <a:srgbClr val="193B59"/>
                </a:solidFill>
                <a:latin typeface="Yu Gothic"/>
                <a:ea typeface="Yu Gothic"/>
                <a:cs typeface="Yu Gothic"/>
              </a:defRPr>
            </a:lvl2pPr>
            <a:lvl3pPr>
              <a:buNone/>
              <a:defRPr sz="3000" b="1">
                <a:solidFill>
                  <a:srgbClr val="193B59"/>
                </a:solidFill>
                <a:latin typeface="Yu Gothic"/>
                <a:ea typeface="Yu Gothic"/>
                <a:cs typeface="Yu Gothic"/>
              </a:defRPr>
            </a:lvl3pPr>
            <a:lvl4pPr>
              <a:buNone/>
              <a:defRPr sz="3000" b="1">
                <a:solidFill>
                  <a:srgbClr val="193B59"/>
                </a:solidFill>
                <a:latin typeface="Yu Gothic"/>
                <a:ea typeface="Yu Gothic"/>
                <a:cs typeface="Yu Gothic"/>
              </a:defRPr>
            </a:lvl4pPr>
            <a:lvl5pPr>
              <a:buNone/>
              <a:defRPr sz="3000" b="1">
                <a:solidFill>
                  <a:srgbClr val="193B59"/>
                </a:solidFill>
                <a:latin typeface="Yu Gothic"/>
                <a:ea typeface="Yu Gothic"/>
                <a:cs typeface="Yu Gothic"/>
              </a:defRPr>
            </a:lvl5pPr>
            <a:lvl6pPr>
              <a:buNone/>
              <a:defRPr sz="3000" b="1">
                <a:solidFill>
                  <a:srgbClr val="193B59"/>
                </a:solidFill>
                <a:latin typeface="Yu Gothic"/>
                <a:ea typeface="Yu Gothic"/>
                <a:cs typeface="Yu Gothic"/>
              </a:defRPr>
            </a:lvl6pPr>
            <a:lvl7pPr>
              <a:buNone/>
              <a:defRPr sz="3000" b="1">
                <a:solidFill>
                  <a:srgbClr val="193B59"/>
                </a:solidFill>
                <a:latin typeface="Yu Gothic"/>
                <a:ea typeface="Yu Gothic"/>
                <a:cs typeface="Yu Gothic"/>
              </a:defRPr>
            </a:lvl7pPr>
            <a:lvl8pPr>
              <a:buNone/>
              <a:defRPr sz="3000" b="1">
                <a:solidFill>
                  <a:srgbClr val="193B59"/>
                </a:solidFill>
                <a:latin typeface="Yu Gothic"/>
                <a:ea typeface="Yu Gothic"/>
                <a:cs typeface="Yu Gothic"/>
              </a:defRPr>
            </a:lvl8pPr>
            <a:lvl9pPr>
              <a:buNone/>
              <a:defRPr sz="3000" b="1">
                <a:solidFill>
                  <a:srgbClr val="193B59"/>
                </a:solidFill>
                <a:latin typeface="Yu Gothic"/>
                <a:ea typeface="Yu Gothic"/>
                <a:cs typeface="Yu Gothic"/>
              </a:defRPr>
            </a:lvl9pPr>
          </a:lstStyle>
          <a:p xmlns:a="http://schemas.openxmlformats.org/drawingml/2006/main">
            <a:pPr>
              <a:buNone/>
              <a:defRPr sz="3000" b="1">
                <a:solidFill>
                  <a:srgbClr val="193B59"/>
                </a:solidFill>
                <a:latin typeface="Yu Gothic"/>
                <a:ea typeface="Yu Gothic"/>
                <a:cs typeface="Yu Gothic"/>
              </a:defRPr>
            </a:pPr>
            <a:r>
              <a:rPr sz="3000" b="1">
                <a:solidFill>
                  <a:srgbClr val="193B59"/>
                </a:solidFill>
                <a:latin typeface="Yu Gothic"/>
                <a:ea typeface="Yu Gothic"/>
                <a:cs typeface="Yu Gothic"/>
              </a:rPr>
              <a:t>再使用とリサイクルを分ける</a:t>
            </a:r>
          </a:p>
        </p:txBody>
      </p:sp>
      <p:sp>
        <p:nvSpPr>
          <p:cNvPr id="2" name="">
            <a:extLst xmlns:a="http://schemas.openxmlformats.org/drawingml/2006/main">
              <a:ext uri="{FF2B5EF4-FFF2-40B4-BE49-F238E27FC236}">
                <a16:creationId xmlns:a16="http://schemas.microsoft.com/office/drawing/2014/main" id="{8F0FE708-3F5C-4B37-8E7C-8EA6B0722E64}"/>
              </a:ext>
            </a:extLst>
          </p:cNvPr>
          <p:cNvSpPr>
            <a:spLocks xmlns:a="http://schemas.openxmlformats.org/drawingml/2006/main" noGrp="1"/>
          </p:cNvSpPr>
          <p:nvPr/>
        </p:nvSpPr>
        <p:spPr>
          <a:xfrm xmlns:a="http://schemas.openxmlformats.org/drawingml/2006/main" flipH="0" flipV="0">
            <a:off x="685800" y="1323975"/>
            <a:ext cx="10820400" cy="0"/>
          </a:xfrm>
          <a:prstGeom xmlns:a="http://schemas.openxmlformats.org/drawingml/2006/main" prst="line">
            <a:avLst/>
          </a:prstGeom>
          <a:noFill xmlns:a="http://schemas.openxmlformats.org/drawingml/2006/main"/>
          <a:ln xmlns:a="http://schemas.openxmlformats.org/drawingml/2006/main" w="19050">
            <a:solidFill>
              <a:srgbClr val="D8E1E7"/>
            </a:solidFill>
          </a:ln>
        </p:spPr>
      </p:sp>
      <p:sp>
        <p:nvSpPr>
          <p:cNvPr id="10" name="">
            <a:extLst xmlns:a="http://schemas.openxmlformats.org/drawingml/2006/main">
              <a:ext uri="{FF2B5EF4-FFF2-40B4-BE49-F238E27FC236}">
                <a16:creationId xmlns:a16="http://schemas.microsoft.com/office/drawing/2014/main" id="{11F46F55-DFCD-45C5-93F9-81E9377B3B63}"/>
              </a:ext>
            </a:extLst>
          </p:cNvPr>
          <p:cNvSpPr>
            <a:spLocks xmlns:a="http://schemas.openxmlformats.org/drawingml/2006/main" noGrp="1"/>
          </p:cNvSpPr>
          <p:nvPr/>
        </p:nvSpPr>
        <p:spPr>
          <a:xfrm xmlns:a="http://schemas.openxmlformats.org/drawingml/2006/main">
            <a:off x="685800" y="6353175"/>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第8回</a:t>
            </a:r>
          </a:p>
        </p:txBody>
      </p:sp>
      <p:sp>
        <p:nvSpPr>
          <p:cNvPr id="11" name="">
            <a:extLst xmlns:a="http://schemas.openxmlformats.org/drawingml/2006/main">
              <a:ext uri="{FF2B5EF4-FFF2-40B4-BE49-F238E27FC236}">
                <a16:creationId xmlns:a16="http://schemas.microsoft.com/office/drawing/2014/main" id="{ECABB433-A4CE-4D88-BA70-9A51BC7D1A04}"/>
              </a:ext>
            </a:extLst>
          </p:cNvPr>
          <p:cNvSpPr>
            <a:spLocks xmlns:a="http://schemas.openxmlformats.org/drawingml/2006/main" noGrp="1"/>
          </p:cNvSpPr>
          <p:nvPr/>
        </p:nvSpPr>
        <p:spPr>
          <a:xfrm xmlns:a="http://schemas.openxmlformats.org/drawingml/2006/main">
            <a:off x="10382250" y="6353175"/>
            <a:ext cx="123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19 / 43</a:t>
            </a:r>
          </a:p>
        </p:txBody>
      </p:sp>
      <p:sp>
        <p:nvSpPr>
          <p:cNvPr id="13" name="">
            <a:extLst xmlns:a="http://schemas.openxmlformats.org/drawingml/2006/main">
              <a:ext uri="{FF2B5EF4-FFF2-40B4-BE49-F238E27FC236}">
                <a16:creationId xmlns:a16="http://schemas.microsoft.com/office/drawing/2014/main" id="{EDA52B20-790E-4B27-A137-A74C89FEC5F0}"/>
              </a:ext>
            </a:extLst>
          </p:cNvPr>
          <p:cNvSpPr>
            <a:spLocks xmlns:a="http://schemas.openxmlformats.org/drawingml/2006/main" noGrp="1"/>
          </p:cNvSpPr>
          <p:nvPr/>
        </p:nvSpPr>
        <p:spPr>
          <a:xfrm xmlns:a="http://schemas.openxmlformats.org/drawingml/2006/main">
            <a:off x="809625" y="1714500"/>
            <a:ext cx="314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263D4D"/>
                </a:solidFill>
                <a:latin typeface="Yu Gothic"/>
                <a:ea typeface="Yu Gothic"/>
                <a:cs typeface="Yu Gothic"/>
              </a:defRPr>
            </a:defPPr>
            <a:lvl1pPr>
              <a:defRPr sz="2175" b="1">
                <a:solidFill>
                  <a:srgbClr val="263D4D"/>
                </a:solidFill>
                <a:latin typeface="Yu Gothic"/>
                <a:ea typeface="Yu Gothic"/>
                <a:cs typeface="Yu Gothic"/>
              </a:defRPr>
            </a:lvl1pPr>
            <a:lvl2pPr>
              <a:defRPr sz="2175" b="1">
                <a:solidFill>
                  <a:srgbClr val="263D4D"/>
                </a:solidFill>
                <a:latin typeface="Yu Gothic"/>
                <a:ea typeface="Yu Gothic"/>
                <a:cs typeface="Yu Gothic"/>
              </a:defRPr>
            </a:lvl2pPr>
            <a:lvl3pPr>
              <a:defRPr sz="2175" b="1">
                <a:solidFill>
                  <a:srgbClr val="263D4D"/>
                </a:solidFill>
                <a:latin typeface="Yu Gothic"/>
                <a:ea typeface="Yu Gothic"/>
                <a:cs typeface="Yu Gothic"/>
              </a:defRPr>
            </a:lvl3pPr>
            <a:lvl4pPr>
              <a:defRPr sz="2175" b="1">
                <a:solidFill>
                  <a:srgbClr val="263D4D"/>
                </a:solidFill>
                <a:latin typeface="Yu Gothic"/>
                <a:ea typeface="Yu Gothic"/>
                <a:cs typeface="Yu Gothic"/>
              </a:defRPr>
            </a:lvl4pPr>
            <a:lvl5pPr>
              <a:defRPr sz="2175" b="1">
                <a:solidFill>
                  <a:srgbClr val="263D4D"/>
                </a:solidFill>
                <a:latin typeface="Yu Gothic"/>
                <a:ea typeface="Yu Gothic"/>
                <a:cs typeface="Yu Gothic"/>
              </a:defRPr>
            </a:lvl5pPr>
            <a:lvl6pPr>
              <a:defRPr sz="2175" b="1">
                <a:solidFill>
                  <a:srgbClr val="263D4D"/>
                </a:solidFill>
                <a:latin typeface="Yu Gothic"/>
                <a:ea typeface="Yu Gothic"/>
                <a:cs typeface="Yu Gothic"/>
              </a:defRPr>
            </a:lvl6pPr>
            <a:lvl7pPr>
              <a:defRPr sz="2175" b="1">
                <a:solidFill>
                  <a:srgbClr val="263D4D"/>
                </a:solidFill>
                <a:latin typeface="Yu Gothic"/>
                <a:ea typeface="Yu Gothic"/>
                <a:cs typeface="Yu Gothic"/>
              </a:defRPr>
            </a:lvl7pPr>
            <a:lvl8pPr>
              <a:defRPr sz="2175" b="1">
                <a:solidFill>
                  <a:srgbClr val="263D4D"/>
                </a:solidFill>
                <a:latin typeface="Yu Gothic"/>
                <a:ea typeface="Yu Gothic"/>
                <a:cs typeface="Yu Gothic"/>
              </a:defRPr>
            </a:lvl8pPr>
            <a:lvl9pPr>
              <a:defRPr sz="2175" b="1">
                <a:solidFill>
                  <a:srgbClr val="263D4D"/>
                </a:solidFill>
                <a:latin typeface="Yu Gothic"/>
                <a:ea typeface="Yu Gothic"/>
                <a:cs typeface="Yu Gothic"/>
              </a:defRPr>
            </a:lvl9pPr>
          </a:lstStyle>
          <a:p xmlns:a="http://schemas.openxmlformats.org/drawingml/2006/main">
            <a:pPr>
              <a:defRPr sz="2175" b="1">
                <a:solidFill>
                  <a:srgbClr val="263D4D"/>
                </a:solidFill>
                <a:latin typeface="Yu Gothic"/>
                <a:ea typeface="Yu Gothic"/>
                <a:cs typeface="Yu Gothic"/>
              </a:defRPr>
            </a:pPr>
            <a:r>
              <a:rPr sz="2175" b="1">
                <a:solidFill>
                  <a:srgbClr val="263D4D"/>
                </a:solidFill>
                <a:latin typeface="Yu Gothic"/>
                <a:ea typeface="Yu Gothic"/>
                <a:cs typeface="Yu Gothic"/>
              </a:rPr>
              <a:t>再使用</a:t>
            </a:r>
          </a:p>
        </p:txBody>
      </p:sp>
      <p:sp>
        <p:nvSpPr>
          <p:cNvPr id="14" name="">
            <a:extLst xmlns:a="http://schemas.openxmlformats.org/drawingml/2006/main">
              <a:ext uri="{FF2B5EF4-FFF2-40B4-BE49-F238E27FC236}">
                <a16:creationId xmlns:a16="http://schemas.microsoft.com/office/drawing/2014/main" id="{CC43D497-92DB-428F-8602-90DC95606B77}"/>
              </a:ext>
            </a:extLst>
          </p:cNvPr>
          <p:cNvSpPr>
            <a:spLocks xmlns:a="http://schemas.openxmlformats.org/drawingml/2006/main" noGrp="1"/>
          </p:cNvSpPr>
          <p:nvPr/>
        </p:nvSpPr>
        <p:spPr>
          <a:xfrm xmlns:a="http://schemas.openxmlformats.org/drawingml/2006/main">
            <a:off x="4381500" y="1714500"/>
            <a:ext cx="70961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0">
                <a:solidFill>
                  <a:srgbClr val="263D4D"/>
                </a:solidFill>
                <a:latin typeface="Yu Gothic"/>
                <a:ea typeface="Yu Gothic"/>
                <a:cs typeface="Yu Gothic"/>
              </a:defRPr>
            </a:defPPr>
            <a:lvl1pPr>
              <a:defRPr sz="2100" b="0">
                <a:solidFill>
                  <a:srgbClr val="263D4D"/>
                </a:solidFill>
                <a:latin typeface="Yu Gothic"/>
                <a:ea typeface="Yu Gothic"/>
                <a:cs typeface="Yu Gothic"/>
              </a:defRPr>
            </a:lvl1pPr>
            <a:lvl2pPr>
              <a:defRPr sz="2100" b="0">
                <a:solidFill>
                  <a:srgbClr val="263D4D"/>
                </a:solidFill>
                <a:latin typeface="Yu Gothic"/>
                <a:ea typeface="Yu Gothic"/>
                <a:cs typeface="Yu Gothic"/>
              </a:defRPr>
            </a:lvl2pPr>
            <a:lvl3pPr>
              <a:defRPr sz="2100" b="0">
                <a:solidFill>
                  <a:srgbClr val="263D4D"/>
                </a:solidFill>
                <a:latin typeface="Yu Gothic"/>
                <a:ea typeface="Yu Gothic"/>
                <a:cs typeface="Yu Gothic"/>
              </a:defRPr>
            </a:lvl3pPr>
            <a:lvl4pPr>
              <a:defRPr sz="2100" b="0">
                <a:solidFill>
                  <a:srgbClr val="263D4D"/>
                </a:solidFill>
                <a:latin typeface="Yu Gothic"/>
                <a:ea typeface="Yu Gothic"/>
                <a:cs typeface="Yu Gothic"/>
              </a:defRPr>
            </a:lvl4pPr>
            <a:lvl5pPr>
              <a:defRPr sz="2100" b="0">
                <a:solidFill>
                  <a:srgbClr val="263D4D"/>
                </a:solidFill>
                <a:latin typeface="Yu Gothic"/>
                <a:ea typeface="Yu Gothic"/>
                <a:cs typeface="Yu Gothic"/>
              </a:defRPr>
            </a:lvl5pPr>
            <a:lvl6pPr>
              <a:defRPr sz="2100" b="0">
                <a:solidFill>
                  <a:srgbClr val="263D4D"/>
                </a:solidFill>
                <a:latin typeface="Yu Gothic"/>
                <a:ea typeface="Yu Gothic"/>
                <a:cs typeface="Yu Gothic"/>
              </a:defRPr>
            </a:lvl6pPr>
            <a:lvl7pPr>
              <a:defRPr sz="2100" b="0">
                <a:solidFill>
                  <a:srgbClr val="263D4D"/>
                </a:solidFill>
                <a:latin typeface="Yu Gothic"/>
                <a:ea typeface="Yu Gothic"/>
                <a:cs typeface="Yu Gothic"/>
              </a:defRPr>
            </a:lvl7pPr>
            <a:lvl8pPr>
              <a:defRPr sz="2100" b="0">
                <a:solidFill>
                  <a:srgbClr val="263D4D"/>
                </a:solidFill>
                <a:latin typeface="Yu Gothic"/>
                <a:ea typeface="Yu Gothic"/>
                <a:cs typeface="Yu Gothic"/>
              </a:defRPr>
            </a:lvl8pPr>
            <a:lvl9pPr>
              <a:defRPr sz="2100" b="0">
                <a:solidFill>
                  <a:srgbClr val="263D4D"/>
                </a:solidFill>
                <a:latin typeface="Yu Gothic"/>
                <a:ea typeface="Yu Gothic"/>
                <a:cs typeface="Yu Gothic"/>
              </a:defRPr>
            </a:lvl9pPr>
          </a:lstStyle>
          <a:p xmlns:a="http://schemas.openxmlformats.org/drawingml/2006/main">
            <a:pPr>
              <a:defRPr sz="2100" b="0">
                <a:solidFill>
                  <a:srgbClr val="263D4D"/>
                </a:solidFill>
                <a:latin typeface="Yu Gothic"/>
                <a:ea typeface="Yu Gothic"/>
                <a:cs typeface="Yu Gothic"/>
              </a:defRPr>
            </a:pPr>
            <a:r>
              <a:rPr sz="2100" b="0">
                <a:solidFill>
                  <a:srgbClr val="263D4D"/>
                </a:solidFill>
                <a:latin typeface="Yu Gothic"/>
                <a:ea typeface="Yu Gothic"/>
                <a:cs typeface="Yu Gothic"/>
              </a:rPr>
              <a:t>製品・部品の働きを保って使う</a:t>
            </a:r>
          </a:p>
        </p:txBody>
      </p:sp>
      <p:sp>
        <p:nvSpPr>
          <p:cNvPr id="15" name="">
            <a:extLst xmlns:a="http://schemas.openxmlformats.org/drawingml/2006/main">
              <a:ext uri="{FF2B5EF4-FFF2-40B4-BE49-F238E27FC236}">
                <a16:creationId xmlns:a16="http://schemas.microsoft.com/office/drawing/2014/main" id="{04A98B85-89F6-4C97-A4F2-02092D211DD1}"/>
              </a:ext>
            </a:extLst>
          </p:cNvPr>
          <p:cNvSpPr>
            <a:spLocks xmlns:a="http://schemas.openxmlformats.org/drawingml/2006/main" noGrp="1"/>
          </p:cNvSpPr>
          <p:nvPr/>
        </p:nvSpPr>
        <p:spPr>
          <a:xfrm xmlns:a="http://schemas.openxmlformats.org/drawingml/2006/main">
            <a:off x="809625" y="2619375"/>
            <a:ext cx="314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263D4D"/>
                </a:solidFill>
                <a:latin typeface="Yu Gothic"/>
                <a:ea typeface="Yu Gothic"/>
                <a:cs typeface="Yu Gothic"/>
              </a:defRPr>
            </a:defPPr>
            <a:lvl1pPr>
              <a:defRPr sz="2175" b="1">
                <a:solidFill>
                  <a:srgbClr val="263D4D"/>
                </a:solidFill>
                <a:latin typeface="Yu Gothic"/>
                <a:ea typeface="Yu Gothic"/>
                <a:cs typeface="Yu Gothic"/>
              </a:defRPr>
            </a:lvl1pPr>
            <a:lvl2pPr>
              <a:defRPr sz="2175" b="1">
                <a:solidFill>
                  <a:srgbClr val="263D4D"/>
                </a:solidFill>
                <a:latin typeface="Yu Gothic"/>
                <a:ea typeface="Yu Gothic"/>
                <a:cs typeface="Yu Gothic"/>
              </a:defRPr>
            </a:lvl2pPr>
            <a:lvl3pPr>
              <a:defRPr sz="2175" b="1">
                <a:solidFill>
                  <a:srgbClr val="263D4D"/>
                </a:solidFill>
                <a:latin typeface="Yu Gothic"/>
                <a:ea typeface="Yu Gothic"/>
                <a:cs typeface="Yu Gothic"/>
              </a:defRPr>
            </a:lvl3pPr>
            <a:lvl4pPr>
              <a:defRPr sz="2175" b="1">
                <a:solidFill>
                  <a:srgbClr val="263D4D"/>
                </a:solidFill>
                <a:latin typeface="Yu Gothic"/>
                <a:ea typeface="Yu Gothic"/>
                <a:cs typeface="Yu Gothic"/>
              </a:defRPr>
            </a:lvl4pPr>
            <a:lvl5pPr>
              <a:defRPr sz="2175" b="1">
                <a:solidFill>
                  <a:srgbClr val="263D4D"/>
                </a:solidFill>
                <a:latin typeface="Yu Gothic"/>
                <a:ea typeface="Yu Gothic"/>
                <a:cs typeface="Yu Gothic"/>
              </a:defRPr>
            </a:lvl5pPr>
            <a:lvl6pPr>
              <a:defRPr sz="2175" b="1">
                <a:solidFill>
                  <a:srgbClr val="263D4D"/>
                </a:solidFill>
                <a:latin typeface="Yu Gothic"/>
                <a:ea typeface="Yu Gothic"/>
                <a:cs typeface="Yu Gothic"/>
              </a:defRPr>
            </a:lvl6pPr>
            <a:lvl7pPr>
              <a:defRPr sz="2175" b="1">
                <a:solidFill>
                  <a:srgbClr val="263D4D"/>
                </a:solidFill>
                <a:latin typeface="Yu Gothic"/>
                <a:ea typeface="Yu Gothic"/>
                <a:cs typeface="Yu Gothic"/>
              </a:defRPr>
            </a:lvl7pPr>
            <a:lvl8pPr>
              <a:defRPr sz="2175" b="1">
                <a:solidFill>
                  <a:srgbClr val="263D4D"/>
                </a:solidFill>
                <a:latin typeface="Yu Gothic"/>
                <a:ea typeface="Yu Gothic"/>
                <a:cs typeface="Yu Gothic"/>
              </a:defRPr>
            </a:lvl8pPr>
            <a:lvl9pPr>
              <a:defRPr sz="2175" b="1">
                <a:solidFill>
                  <a:srgbClr val="263D4D"/>
                </a:solidFill>
                <a:latin typeface="Yu Gothic"/>
                <a:ea typeface="Yu Gothic"/>
                <a:cs typeface="Yu Gothic"/>
              </a:defRPr>
            </a:lvl9pPr>
          </a:lstStyle>
          <a:p xmlns:a="http://schemas.openxmlformats.org/drawingml/2006/main">
            <a:pPr>
              <a:defRPr sz="2175" b="1">
                <a:solidFill>
                  <a:srgbClr val="263D4D"/>
                </a:solidFill>
                <a:latin typeface="Yu Gothic"/>
                <a:ea typeface="Yu Gothic"/>
                <a:cs typeface="Yu Gothic"/>
              </a:defRPr>
            </a:pPr>
            <a:r>
              <a:rPr sz="2175" b="1">
                <a:solidFill>
                  <a:srgbClr val="263D4D"/>
                </a:solidFill>
                <a:latin typeface="Yu Gothic"/>
                <a:ea typeface="Yu Gothic"/>
                <a:cs typeface="Yu Gothic"/>
              </a:rPr>
              <a:t>材料再利用</a:t>
            </a:r>
          </a:p>
        </p:txBody>
      </p:sp>
      <p:sp>
        <p:nvSpPr>
          <p:cNvPr id="16" name="">
            <a:extLst xmlns:a="http://schemas.openxmlformats.org/drawingml/2006/main">
              <a:ext uri="{FF2B5EF4-FFF2-40B4-BE49-F238E27FC236}">
                <a16:creationId xmlns:a16="http://schemas.microsoft.com/office/drawing/2014/main" id="{DA2FF9A9-C820-4E4F-8738-0F7CB145F65D}"/>
              </a:ext>
            </a:extLst>
          </p:cNvPr>
          <p:cNvSpPr>
            <a:spLocks xmlns:a="http://schemas.openxmlformats.org/drawingml/2006/main" noGrp="1"/>
          </p:cNvSpPr>
          <p:nvPr/>
        </p:nvSpPr>
        <p:spPr>
          <a:xfrm xmlns:a="http://schemas.openxmlformats.org/drawingml/2006/main">
            <a:off x="4381500" y="2619375"/>
            <a:ext cx="70961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0">
                <a:solidFill>
                  <a:srgbClr val="263D4D"/>
                </a:solidFill>
                <a:latin typeface="Yu Gothic"/>
                <a:ea typeface="Yu Gothic"/>
                <a:cs typeface="Yu Gothic"/>
              </a:defRPr>
            </a:defPPr>
            <a:lvl1pPr>
              <a:defRPr sz="2100" b="0">
                <a:solidFill>
                  <a:srgbClr val="263D4D"/>
                </a:solidFill>
                <a:latin typeface="Yu Gothic"/>
                <a:ea typeface="Yu Gothic"/>
                <a:cs typeface="Yu Gothic"/>
              </a:defRPr>
            </a:lvl1pPr>
            <a:lvl2pPr>
              <a:defRPr sz="2100" b="0">
                <a:solidFill>
                  <a:srgbClr val="263D4D"/>
                </a:solidFill>
                <a:latin typeface="Yu Gothic"/>
                <a:ea typeface="Yu Gothic"/>
                <a:cs typeface="Yu Gothic"/>
              </a:defRPr>
            </a:lvl2pPr>
            <a:lvl3pPr>
              <a:defRPr sz="2100" b="0">
                <a:solidFill>
                  <a:srgbClr val="263D4D"/>
                </a:solidFill>
                <a:latin typeface="Yu Gothic"/>
                <a:ea typeface="Yu Gothic"/>
                <a:cs typeface="Yu Gothic"/>
              </a:defRPr>
            </a:lvl3pPr>
            <a:lvl4pPr>
              <a:defRPr sz="2100" b="0">
                <a:solidFill>
                  <a:srgbClr val="263D4D"/>
                </a:solidFill>
                <a:latin typeface="Yu Gothic"/>
                <a:ea typeface="Yu Gothic"/>
                <a:cs typeface="Yu Gothic"/>
              </a:defRPr>
            </a:lvl4pPr>
            <a:lvl5pPr>
              <a:defRPr sz="2100" b="0">
                <a:solidFill>
                  <a:srgbClr val="263D4D"/>
                </a:solidFill>
                <a:latin typeface="Yu Gothic"/>
                <a:ea typeface="Yu Gothic"/>
                <a:cs typeface="Yu Gothic"/>
              </a:defRPr>
            </a:lvl5pPr>
            <a:lvl6pPr>
              <a:defRPr sz="2100" b="0">
                <a:solidFill>
                  <a:srgbClr val="263D4D"/>
                </a:solidFill>
                <a:latin typeface="Yu Gothic"/>
                <a:ea typeface="Yu Gothic"/>
                <a:cs typeface="Yu Gothic"/>
              </a:defRPr>
            </a:lvl6pPr>
            <a:lvl7pPr>
              <a:defRPr sz="2100" b="0">
                <a:solidFill>
                  <a:srgbClr val="263D4D"/>
                </a:solidFill>
                <a:latin typeface="Yu Gothic"/>
                <a:ea typeface="Yu Gothic"/>
                <a:cs typeface="Yu Gothic"/>
              </a:defRPr>
            </a:lvl7pPr>
            <a:lvl8pPr>
              <a:defRPr sz="2100" b="0">
                <a:solidFill>
                  <a:srgbClr val="263D4D"/>
                </a:solidFill>
                <a:latin typeface="Yu Gothic"/>
                <a:ea typeface="Yu Gothic"/>
                <a:cs typeface="Yu Gothic"/>
              </a:defRPr>
            </a:lvl8pPr>
            <a:lvl9pPr>
              <a:defRPr sz="2100" b="0">
                <a:solidFill>
                  <a:srgbClr val="263D4D"/>
                </a:solidFill>
                <a:latin typeface="Yu Gothic"/>
                <a:ea typeface="Yu Gothic"/>
                <a:cs typeface="Yu Gothic"/>
              </a:defRPr>
            </a:lvl9pPr>
          </a:lstStyle>
          <a:p xmlns:a="http://schemas.openxmlformats.org/drawingml/2006/main">
            <a:pPr>
              <a:defRPr sz="2100" b="0">
                <a:solidFill>
                  <a:srgbClr val="263D4D"/>
                </a:solidFill>
                <a:latin typeface="Yu Gothic"/>
                <a:ea typeface="Yu Gothic"/>
                <a:cs typeface="Yu Gothic"/>
              </a:defRPr>
            </a:pPr>
            <a:r>
              <a:rPr sz="2100" b="0">
                <a:solidFill>
                  <a:srgbClr val="263D4D"/>
                </a:solidFill>
                <a:latin typeface="Yu Gothic"/>
                <a:ea typeface="Yu Gothic"/>
                <a:cs typeface="Yu Gothic"/>
              </a:rPr>
              <a:t>選別・洗浄・粉砕・再加工等</a:t>
            </a:r>
          </a:p>
        </p:txBody>
      </p:sp>
      <p:sp>
        <p:nvSpPr>
          <p:cNvPr id="17" name="">
            <a:extLst xmlns:a="http://schemas.openxmlformats.org/drawingml/2006/main">
              <a:ext uri="{FF2B5EF4-FFF2-40B4-BE49-F238E27FC236}">
                <a16:creationId xmlns:a16="http://schemas.microsoft.com/office/drawing/2014/main" id="{ECA5F2F2-50D4-4DD7-A5E4-17E67338C5D5}"/>
              </a:ext>
            </a:extLst>
          </p:cNvPr>
          <p:cNvSpPr>
            <a:spLocks xmlns:a="http://schemas.openxmlformats.org/drawingml/2006/main" noGrp="1"/>
          </p:cNvSpPr>
          <p:nvPr/>
        </p:nvSpPr>
        <p:spPr>
          <a:xfrm xmlns:a="http://schemas.openxmlformats.org/drawingml/2006/main">
            <a:off x="809625" y="3524250"/>
            <a:ext cx="314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263D4D"/>
                </a:solidFill>
                <a:latin typeface="Yu Gothic"/>
                <a:ea typeface="Yu Gothic"/>
                <a:cs typeface="Yu Gothic"/>
              </a:defRPr>
            </a:defPPr>
            <a:lvl1pPr>
              <a:defRPr sz="2175" b="1">
                <a:solidFill>
                  <a:srgbClr val="263D4D"/>
                </a:solidFill>
                <a:latin typeface="Yu Gothic"/>
                <a:ea typeface="Yu Gothic"/>
                <a:cs typeface="Yu Gothic"/>
              </a:defRPr>
            </a:lvl1pPr>
            <a:lvl2pPr>
              <a:defRPr sz="2175" b="1">
                <a:solidFill>
                  <a:srgbClr val="263D4D"/>
                </a:solidFill>
                <a:latin typeface="Yu Gothic"/>
                <a:ea typeface="Yu Gothic"/>
                <a:cs typeface="Yu Gothic"/>
              </a:defRPr>
            </a:lvl2pPr>
            <a:lvl3pPr>
              <a:defRPr sz="2175" b="1">
                <a:solidFill>
                  <a:srgbClr val="263D4D"/>
                </a:solidFill>
                <a:latin typeface="Yu Gothic"/>
                <a:ea typeface="Yu Gothic"/>
                <a:cs typeface="Yu Gothic"/>
              </a:defRPr>
            </a:lvl3pPr>
            <a:lvl4pPr>
              <a:defRPr sz="2175" b="1">
                <a:solidFill>
                  <a:srgbClr val="263D4D"/>
                </a:solidFill>
                <a:latin typeface="Yu Gothic"/>
                <a:ea typeface="Yu Gothic"/>
                <a:cs typeface="Yu Gothic"/>
              </a:defRPr>
            </a:lvl4pPr>
            <a:lvl5pPr>
              <a:defRPr sz="2175" b="1">
                <a:solidFill>
                  <a:srgbClr val="263D4D"/>
                </a:solidFill>
                <a:latin typeface="Yu Gothic"/>
                <a:ea typeface="Yu Gothic"/>
                <a:cs typeface="Yu Gothic"/>
              </a:defRPr>
            </a:lvl5pPr>
            <a:lvl6pPr>
              <a:defRPr sz="2175" b="1">
                <a:solidFill>
                  <a:srgbClr val="263D4D"/>
                </a:solidFill>
                <a:latin typeface="Yu Gothic"/>
                <a:ea typeface="Yu Gothic"/>
                <a:cs typeface="Yu Gothic"/>
              </a:defRPr>
            </a:lvl6pPr>
            <a:lvl7pPr>
              <a:defRPr sz="2175" b="1">
                <a:solidFill>
                  <a:srgbClr val="263D4D"/>
                </a:solidFill>
                <a:latin typeface="Yu Gothic"/>
                <a:ea typeface="Yu Gothic"/>
                <a:cs typeface="Yu Gothic"/>
              </a:defRPr>
            </a:lvl7pPr>
            <a:lvl8pPr>
              <a:defRPr sz="2175" b="1">
                <a:solidFill>
                  <a:srgbClr val="263D4D"/>
                </a:solidFill>
                <a:latin typeface="Yu Gothic"/>
                <a:ea typeface="Yu Gothic"/>
                <a:cs typeface="Yu Gothic"/>
              </a:defRPr>
            </a:lvl8pPr>
            <a:lvl9pPr>
              <a:defRPr sz="2175" b="1">
                <a:solidFill>
                  <a:srgbClr val="263D4D"/>
                </a:solidFill>
                <a:latin typeface="Yu Gothic"/>
                <a:ea typeface="Yu Gothic"/>
                <a:cs typeface="Yu Gothic"/>
              </a:defRPr>
            </a:lvl9pPr>
          </a:lstStyle>
          <a:p xmlns:a="http://schemas.openxmlformats.org/drawingml/2006/main">
            <a:pPr>
              <a:defRPr sz="2175" b="1">
                <a:solidFill>
                  <a:srgbClr val="263D4D"/>
                </a:solidFill>
                <a:latin typeface="Yu Gothic"/>
                <a:ea typeface="Yu Gothic"/>
                <a:cs typeface="Yu Gothic"/>
              </a:defRPr>
            </a:pPr>
            <a:r>
              <a:rPr sz="2175" b="1">
                <a:solidFill>
                  <a:srgbClr val="263D4D"/>
                </a:solidFill>
                <a:latin typeface="Yu Gothic"/>
                <a:ea typeface="Yu Gothic"/>
                <a:cs typeface="Yu Gothic"/>
              </a:rPr>
              <a:t>化学原料等へ</a:t>
            </a:r>
          </a:p>
        </p:txBody>
      </p:sp>
      <p:sp>
        <p:nvSpPr>
          <p:cNvPr id="18" name="">
            <a:extLst xmlns:a="http://schemas.openxmlformats.org/drawingml/2006/main">
              <a:ext uri="{FF2B5EF4-FFF2-40B4-BE49-F238E27FC236}">
                <a16:creationId xmlns:a16="http://schemas.microsoft.com/office/drawing/2014/main" id="{9F481BC0-D156-4B2C-83AE-12D4DCA7B626}"/>
              </a:ext>
            </a:extLst>
          </p:cNvPr>
          <p:cNvSpPr>
            <a:spLocks xmlns:a="http://schemas.openxmlformats.org/drawingml/2006/main" noGrp="1"/>
          </p:cNvSpPr>
          <p:nvPr/>
        </p:nvSpPr>
        <p:spPr>
          <a:xfrm xmlns:a="http://schemas.openxmlformats.org/drawingml/2006/main">
            <a:off x="4381500" y="3524250"/>
            <a:ext cx="70961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0">
                <a:solidFill>
                  <a:srgbClr val="263D4D"/>
                </a:solidFill>
                <a:latin typeface="Yu Gothic"/>
                <a:ea typeface="Yu Gothic"/>
                <a:cs typeface="Yu Gothic"/>
              </a:defRPr>
            </a:defPPr>
            <a:lvl1pPr>
              <a:defRPr sz="2100" b="0">
                <a:solidFill>
                  <a:srgbClr val="263D4D"/>
                </a:solidFill>
                <a:latin typeface="Yu Gothic"/>
                <a:ea typeface="Yu Gothic"/>
                <a:cs typeface="Yu Gothic"/>
              </a:defRPr>
            </a:lvl1pPr>
            <a:lvl2pPr>
              <a:defRPr sz="2100" b="0">
                <a:solidFill>
                  <a:srgbClr val="263D4D"/>
                </a:solidFill>
                <a:latin typeface="Yu Gothic"/>
                <a:ea typeface="Yu Gothic"/>
                <a:cs typeface="Yu Gothic"/>
              </a:defRPr>
            </a:lvl2pPr>
            <a:lvl3pPr>
              <a:defRPr sz="2100" b="0">
                <a:solidFill>
                  <a:srgbClr val="263D4D"/>
                </a:solidFill>
                <a:latin typeface="Yu Gothic"/>
                <a:ea typeface="Yu Gothic"/>
                <a:cs typeface="Yu Gothic"/>
              </a:defRPr>
            </a:lvl3pPr>
            <a:lvl4pPr>
              <a:defRPr sz="2100" b="0">
                <a:solidFill>
                  <a:srgbClr val="263D4D"/>
                </a:solidFill>
                <a:latin typeface="Yu Gothic"/>
                <a:ea typeface="Yu Gothic"/>
                <a:cs typeface="Yu Gothic"/>
              </a:defRPr>
            </a:lvl4pPr>
            <a:lvl5pPr>
              <a:defRPr sz="2100" b="0">
                <a:solidFill>
                  <a:srgbClr val="263D4D"/>
                </a:solidFill>
                <a:latin typeface="Yu Gothic"/>
                <a:ea typeface="Yu Gothic"/>
                <a:cs typeface="Yu Gothic"/>
              </a:defRPr>
            </a:lvl5pPr>
            <a:lvl6pPr>
              <a:defRPr sz="2100" b="0">
                <a:solidFill>
                  <a:srgbClr val="263D4D"/>
                </a:solidFill>
                <a:latin typeface="Yu Gothic"/>
                <a:ea typeface="Yu Gothic"/>
                <a:cs typeface="Yu Gothic"/>
              </a:defRPr>
            </a:lvl6pPr>
            <a:lvl7pPr>
              <a:defRPr sz="2100" b="0">
                <a:solidFill>
                  <a:srgbClr val="263D4D"/>
                </a:solidFill>
                <a:latin typeface="Yu Gothic"/>
                <a:ea typeface="Yu Gothic"/>
                <a:cs typeface="Yu Gothic"/>
              </a:defRPr>
            </a:lvl7pPr>
            <a:lvl8pPr>
              <a:defRPr sz="2100" b="0">
                <a:solidFill>
                  <a:srgbClr val="263D4D"/>
                </a:solidFill>
                <a:latin typeface="Yu Gothic"/>
                <a:ea typeface="Yu Gothic"/>
                <a:cs typeface="Yu Gothic"/>
              </a:defRPr>
            </a:lvl8pPr>
            <a:lvl9pPr>
              <a:defRPr sz="2100" b="0">
                <a:solidFill>
                  <a:srgbClr val="263D4D"/>
                </a:solidFill>
                <a:latin typeface="Yu Gothic"/>
                <a:ea typeface="Yu Gothic"/>
                <a:cs typeface="Yu Gothic"/>
              </a:defRPr>
            </a:lvl9pPr>
          </a:lstStyle>
          <a:p xmlns:a="http://schemas.openxmlformats.org/drawingml/2006/main">
            <a:pPr>
              <a:defRPr sz="2100" b="0">
                <a:solidFill>
                  <a:srgbClr val="263D4D"/>
                </a:solidFill>
                <a:latin typeface="Yu Gothic"/>
                <a:ea typeface="Yu Gothic"/>
                <a:cs typeface="Yu Gothic"/>
              </a:defRPr>
            </a:pPr>
            <a:r>
              <a:rPr sz="2100" b="0">
                <a:solidFill>
                  <a:srgbClr val="263D4D"/>
                </a:solidFill>
                <a:latin typeface="Yu Gothic"/>
                <a:ea typeface="Yu Gothic"/>
                <a:cs typeface="Yu Gothic"/>
              </a:rPr>
              <a:t>化学的な転換の工程を確認</a:t>
            </a:r>
          </a:p>
        </p:txBody>
      </p:sp>
      <p:sp>
        <p:nvSpPr>
          <p:cNvPr id="19" name="">
            <a:extLst xmlns:a="http://schemas.openxmlformats.org/drawingml/2006/main">
              <a:ext uri="{FF2B5EF4-FFF2-40B4-BE49-F238E27FC236}">
                <a16:creationId xmlns:a16="http://schemas.microsoft.com/office/drawing/2014/main" id="{041F1D74-2E85-4D31-B619-ADAD82FDA7BF}"/>
              </a:ext>
            </a:extLst>
          </p:cNvPr>
          <p:cNvSpPr>
            <a:spLocks xmlns:a="http://schemas.openxmlformats.org/drawingml/2006/main" noGrp="1"/>
          </p:cNvSpPr>
          <p:nvPr/>
        </p:nvSpPr>
        <p:spPr>
          <a:xfrm xmlns:a="http://schemas.openxmlformats.org/drawingml/2006/main">
            <a:off x="809625" y="4429125"/>
            <a:ext cx="314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263D4D"/>
                </a:solidFill>
                <a:latin typeface="Yu Gothic"/>
                <a:ea typeface="Yu Gothic"/>
                <a:cs typeface="Yu Gothic"/>
              </a:defRPr>
            </a:defPPr>
            <a:lvl1pPr>
              <a:defRPr sz="2175" b="1">
                <a:solidFill>
                  <a:srgbClr val="263D4D"/>
                </a:solidFill>
                <a:latin typeface="Yu Gothic"/>
                <a:ea typeface="Yu Gothic"/>
                <a:cs typeface="Yu Gothic"/>
              </a:defRPr>
            </a:lvl1pPr>
            <a:lvl2pPr>
              <a:defRPr sz="2175" b="1">
                <a:solidFill>
                  <a:srgbClr val="263D4D"/>
                </a:solidFill>
                <a:latin typeface="Yu Gothic"/>
                <a:ea typeface="Yu Gothic"/>
                <a:cs typeface="Yu Gothic"/>
              </a:defRPr>
            </a:lvl2pPr>
            <a:lvl3pPr>
              <a:defRPr sz="2175" b="1">
                <a:solidFill>
                  <a:srgbClr val="263D4D"/>
                </a:solidFill>
                <a:latin typeface="Yu Gothic"/>
                <a:ea typeface="Yu Gothic"/>
                <a:cs typeface="Yu Gothic"/>
              </a:defRPr>
            </a:lvl3pPr>
            <a:lvl4pPr>
              <a:defRPr sz="2175" b="1">
                <a:solidFill>
                  <a:srgbClr val="263D4D"/>
                </a:solidFill>
                <a:latin typeface="Yu Gothic"/>
                <a:ea typeface="Yu Gothic"/>
                <a:cs typeface="Yu Gothic"/>
              </a:defRPr>
            </a:lvl4pPr>
            <a:lvl5pPr>
              <a:defRPr sz="2175" b="1">
                <a:solidFill>
                  <a:srgbClr val="263D4D"/>
                </a:solidFill>
                <a:latin typeface="Yu Gothic"/>
                <a:ea typeface="Yu Gothic"/>
                <a:cs typeface="Yu Gothic"/>
              </a:defRPr>
            </a:lvl5pPr>
            <a:lvl6pPr>
              <a:defRPr sz="2175" b="1">
                <a:solidFill>
                  <a:srgbClr val="263D4D"/>
                </a:solidFill>
                <a:latin typeface="Yu Gothic"/>
                <a:ea typeface="Yu Gothic"/>
                <a:cs typeface="Yu Gothic"/>
              </a:defRPr>
            </a:lvl6pPr>
            <a:lvl7pPr>
              <a:defRPr sz="2175" b="1">
                <a:solidFill>
                  <a:srgbClr val="263D4D"/>
                </a:solidFill>
                <a:latin typeface="Yu Gothic"/>
                <a:ea typeface="Yu Gothic"/>
                <a:cs typeface="Yu Gothic"/>
              </a:defRPr>
            </a:lvl7pPr>
            <a:lvl8pPr>
              <a:defRPr sz="2175" b="1">
                <a:solidFill>
                  <a:srgbClr val="263D4D"/>
                </a:solidFill>
                <a:latin typeface="Yu Gothic"/>
                <a:ea typeface="Yu Gothic"/>
                <a:cs typeface="Yu Gothic"/>
              </a:defRPr>
            </a:lvl8pPr>
            <a:lvl9pPr>
              <a:defRPr sz="2175" b="1">
                <a:solidFill>
                  <a:srgbClr val="263D4D"/>
                </a:solidFill>
                <a:latin typeface="Yu Gothic"/>
                <a:ea typeface="Yu Gothic"/>
                <a:cs typeface="Yu Gothic"/>
              </a:defRPr>
            </a:lvl9pPr>
          </a:lstStyle>
          <a:p xmlns:a="http://schemas.openxmlformats.org/drawingml/2006/main">
            <a:pPr>
              <a:defRPr sz="2175" b="1">
                <a:solidFill>
                  <a:srgbClr val="263D4D"/>
                </a:solidFill>
                <a:latin typeface="Yu Gothic"/>
                <a:ea typeface="Yu Gothic"/>
                <a:cs typeface="Yu Gothic"/>
              </a:defRPr>
            </a:pPr>
            <a:r>
              <a:rPr sz="2175" b="1">
                <a:solidFill>
                  <a:srgbClr val="263D4D"/>
                </a:solidFill>
                <a:latin typeface="Yu Gothic"/>
                <a:ea typeface="Yu Gothic"/>
                <a:cs typeface="Yu Gothic"/>
              </a:rPr>
              <a:t>熱回収</a:t>
            </a:r>
          </a:p>
        </p:txBody>
      </p:sp>
      <p:sp>
        <p:nvSpPr>
          <p:cNvPr id="20" name="">
            <a:extLst xmlns:a="http://schemas.openxmlformats.org/drawingml/2006/main">
              <a:ext uri="{FF2B5EF4-FFF2-40B4-BE49-F238E27FC236}">
                <a16:creationId xmlns:a16="http://schemas.microsoft.com/office/drawing/2014/main" id="{073E3325-DADC-49CD-9CD5-69F930BDFFF5}"/>
              </a:ext>
            </a:extLst>
          </p:cNvPr>
          <p:cNvSpPr>
            <a:spLocks xmlns:a="http://schemas.openxmlformats.org/drawingml/2006/main" noGrp="1"/>
          </p:cNvSpPr>
          <p:nvPr/>
        </p:nvSpPr>
        <p:spPr>
          <a:xfrm xmlns:a="http://schemas.openxmlformats.org/drawingml/2006/main">
            <a:off x="4381500" y="4429125"/>
            <a:ext cx="70961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0">
                <a:solidFill>
                  <a:srgbClr val="263D4D"/>
                </a:solidFill>
                <a:latin typeface="Yu Gothic"/>
                <a:ea typeface="Yu Gothic"/>
                <a:cs typeface="Yu Gothic"/>
              </a:defRPr>
            </a:defPPr>
            <a:lvl1pPr>
              <a:defRPr sz="2100" b="0">
                <a:solidFill>
                  <a:srgbClr val="263D4D"/>
                </a:solidFill>
                <a:latin typeface="Yu Gothic"/>
                <a:ea typeface="Yu Gothic"/>
                <a:cs typeface="Yu Gothic"/>
              </a:defRPr>
            </a:lvl1pPr>
            <a:lvl2pPr>
              <a:defRPr sz="2100" b="0">
                <a:solidFill>
                  <a:srgbClr val="263D4D"/>
                </a:solidFill>
                <a:latin typeface="Yu Gothic"/>
                <a:ea typeface="Yu Gothic"/>
                <a:cs typeface="Yu Gothic"/>
              </a:defRPr>
            </a:lvl2pPr>
            <a:lvl3pPr>
              <a:defRPr sz="2100" b="0">
                <a:solidFill>
                  <a:srgbClr val="263D4D"/>
                </a:solidFill>
                <a:latin typeface="Yu Gothic"/>
                <a:ea typeface="Yu Gothic"/>
                <a:cs typeface="Yu Gothic"/>
              </a:defRPr>
            </a:lvl3pPr>
            <a:lvl4pPr>
              <a:defRPr sz="2100" b="0">
                <a:solidFill>
                  <a:srgbClr val="263D4D"/>
                </a:solidFill>
                <a:latin typeface="Yu Gothic"/>
                <a:ea typeface="Yu Gothic"/>
                <a:cs typeface="Yu Gothic"/>
              </a:defRPr>
            </a:lvl4pPr>
            <a:lvl5pPr>
              <a:defRPr sz="2100" b="0">
                <a:solidFill>
                  <a:srgbClr val="263D4D"/>
                </a:solidFill>
                <a:latin typeface="Yu Gothic"/>
                <a:ea typeface="Yu Gothic"/>
                <a:cs typeface="Yu Gothic"/>
              </a:defRPr>
            </a:lvl5pPr>
            <a:lvl6pPr>
              <a:defRPr sz="2100" b="0">
                <a:solidFill>
                  <a:srgbClr val="263D4D"/>
                </a:solidFill>
                <a:latin typeface="Yu Gothic"/>
                <a:ea typeface="Yu Gothic"/>
                <a:cs typeface="Yu Gothic"/>
              </a:defRPr>
            </a:lvl6pPr>
            <a:lvl7pPr>
              <a:defRPr sz="2100" b="0">
                <a:solidFill>
                  <a:srgbClr val="263D4D"/>
                </a:solidFill>
                <a:latin typeface="Yu Gothic"/>
                <a:ea typeface="Yu Gothic"/>
                <a:cs typeface="Yu Gothic"/>
              </a:defRPr>
            </a:lvl7pPr>
            <a:lvl8pPr>
              <a:defRPr sz="2100" b="0">
                <a:solidFill>
                  <a:srgbClr val="263D4D"/>
                </a:solidFill>
                <a:latin typeface="Yu Gothic"/>
                <a:ea typeface="Yu Gothic"/>
                <a:cs typeface="Yu Gothic"/>
              </a:defRPr>
            </a:lvl8pPr>
            <a:lvl9pPr>
              <a:defRPr sz="2100" b="0">
                <a:solidFill>
                  <a:srgbClr val="263D4D"/>
                </a:solidFill>
                <a:latin typeface="Yu Gothic"/>
                <a:ea typeface="Yu Gothic"/>
                <a:cs typeface="Yu Gothic"/>
              </a:defRPr>
            </a:lvl9pPr>
          </a:lstStyle>
          <a:p xmlns:a="http://schemas.openxmlformats.org/drawingml/2006/main">
            <a:pPr>
              <a:defRPr sz="2100" b="0">
                <a:solidFill>
                  <a:srgbClr val="263D4D"/>
                </a:solidFill>
                <a:latin typeface="Yu Gothic"/>
                <a:ea typeface="Yu Gothic"/>
                <a:cs typeface="Yu Gothic"/>
              </a:defRPr>
            </a:pPr>
            <a:r>
              <a:rPr sz="2100" b="0">
                <a:solidFill>
                  <a:srgbClr val="263D4D"/>
                </a:solidFill>
                <a:latin typeface="Yu Gothic"/>
                <a:ea typeface="Yu Gothic"/>
                <a:cs typeface="Yu Gothic"/>
              </a:rPr>
              <a:t>燃焼等でエネルギーを回収</a:t>
            </a:r>
          </a:p>
        </p:txBody>
      </p:sp>
      <p:sp>
        <p:nvSpPr>
          <p:cNvPr id="21" name="">
            <a:extLst xmlns:a="http://schemas.openxmlformats.org/drawingml/2006/main">
              <a:ext uri="{FF2B5EF4-FFF2-40B4-BE49-F238E27FC236}">
                <a16:creationId xmlns:a16="http://schemas.microsoft.com/office/drawing/2014/main" id="{EA5F6408-A43B-48AC-A4F4-BF1DC2009C10}"/>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defRPr sz="1575" b="0">
                <a:solidFill>
                  <a:srgbClr val="71818B"/>
                </a:solidFill>
                <a:latin typeface="Yu Gothic"/>
                <a:ea typeface="Yu Gothic"/>
                <a:cs typeface="Yu Gothic"/>
              </a:defRPr>
            </a:lvl1pPr>
            <a:lvl2pPr>
              <a:defRPr sz="1575" b="0">
                <a:solidFill>
                  <a:srgbClr val="71818B"/>
                </a:solidFill>
                <a:latin typeface="Yu Gothic"/>
                <a:ea typeface="Yu Gothic"/>
                <a:cs typeface="Yu Gothic"/>
              </a:defRPr>
            </a:lvl2pPr>
            <a:lvl3pPr>
              <a:defRPr sz="1575" b="0">
                <a:solidFill>
                  <a:srgbClr val="71818B"/>
                </a:solidFill>
                <a:latin typeface="Yu Gothic"/>
                <a:ea typeface="Yu Gothic"/>
                <a:cs typeface="Yu Gothic"/>
              </a:defRPr>
            </a:lvl3pPr>
            <a:lvl4pPr>
              <a:defRPr sz="1575" b="0">
                <a:solidFill>
                  <a:srgbClr val="71818B"/>
                </a:solidFill>
                <a:latin typeface="Yu Gothic"/>
                <a:ea typeface="Yu Gothic"/>
                <a:cs typeface="Yu Gothic"/>
              </a:defRPr>
            </a:lvl4pPr>
            <a:lvl5pPr>
              <a:defRPr sz="1575" b="0">
                <a:solidFill>
                  <a:srgbClr val="71818B"/>
                </a:solidFill>
                <a:latin typeface="Yu Gothic"/>
                <a:ea typeface="Yu Gothic"/>
                <a:cs typeface="Yu Gothic"/>
              </a:defRPr>
            </a:lvl5pPr>
            <a:lvl6pPr>
              <a:defRPr sz="1575" b="0">
                <a:solidFill>
                  <a:srgbClr val="71818B"/>
                </a:solidFill>
                <a:latin typeface="Yu Gothic"/>
                <a:ea typeface="Yu Gothic"/>
                <a:cs typeface="Yu Gothic"/>
              </a:defRPr>
            </a:lvl6pPr>
            <a:lvl7pPr>
              <a:defRPr sz="1575" b="0">
                <a:solidFill>
                  <a:srgbClr val="71818B"/>
                </a:solidFill>
                <a:latin typeface="Yu Gothic"/>
                <a:ea typeface="Yu Gothic"/>
                <a:cs typeface="Yu Gothic"/>
              </a:defRPr>
            </a:lvl7pPr>
            <a:lvl8pPr>
              <a:defRPr sz="1575" b="0">
                <a:solidFill>
                  <a:srgbClr val="71818B"/>
                </a:solidFill>
                <a:latin typeface="Yu Gothic"/>
                <a:ea typeface="Yu Gothic"/>
                <a:cs typeface="Yu Gothic"/>
              </a:defRPr>
            </a:lvl8pPr>
            <a:lvl9pPr>
              <a:defRPr sz="1575" b="0">
                <a:solidFill>
                  <a:srgbClr val="71818B"/>
                </a:solidFill>
                <a:latin typeface="Yu Gothic"/>
                <a:ea typeface="Yu Gothic"/>
                <a:cs typeface="Yu Gothic"/>
              </a:defRPr>
            </a:lvl9pPr>
          </a:lstStyle>
          <a:p xmlns:a="http://schemas.openxmlformats.org/drawingml/2006/main">
            <a:pPr>
              <a:defRPr sz="1575" b="0">
                <a:solidFill>
                  <a:srgbClr val="71818B"/>
                </a:solidFill>
                <a:latin typeface="Yu Gothic"/>
                <a:ea typeface="Yu Gothic"/>
                <a:cs typeface="Yu Gothic"/>
              </a:defRPr>
            </a:pPr>
            <a:r>
              <a:rPr sz="1575" b="0">
                <a:solidFill>
                  <a:srgbClr val="71818B"/>
                </a:solidFill>
                <a:latin typeface="Yu Gothic"/>
                <a:ea typeface="Yu Gothic"/>
                <a:cs typeface="Yu Gothic"/>
              </a:rPr>
              <a:t>得るものと工程が異なる。経路名だけで環境負荷の順位を断定しない。</a:t>
            </a:r>
          </a:p>
        </p:txBody>
      </p:sp>
    </p:spTree>
    <p:extLst>
      <p:ext uri="{BB962C8B-B14F-4D97-AF65-F5344CB8AC3E}">
        <p14:creationId xmlns:p14="http://schemas.microsoft.com/office/powerpoint/2010/main" val="102721056"/>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BB0F291C-8A1B-458E-A65A-CE34B7312597}"/>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93B59"/>
                </a:solidFill>
                <a:latin typeface="Yu Gothic"/>
                <a:ea typeface="Yu Gothic"/>
                <a:cs typeface="Yu Gothic"/>
              </a:defRPr>
            </a:defPPr>
            <a:lvl1pPr>
              <a:buNone/>
              <a:defRPr sz="3000" b="1">
                <a:solidFill>
                  <a:srgbClr val="193B59"/>
                </a:solidFill>
                <a:latin typeface="Yu Gothic"/>
                <a:ea typeface="Yu Gothic"/>
                <a:cs typeface="Yu Gothic"/>
              </a:defRPr>
            </a:lvl1pPr>
            <a:lvl2pPr>
              <a:buNone/>
              <a:defRPr sz="3000" b="1">
                <a:solidFill>
                  <a:srgbClr val="193B59"/>
                </a:solidFill>
                <a:latin typeface="Yu Gothic"/>
                <a:ea typeface="Yu Gothic"/>
                <a:cs typeface="Yu Gothic"/>
              </a:defRPr>
            </a:lvl2pPr>
            <a:lvl3pPr>
              <a:buNone/>
              <a:defRPr sz="3000" b="1">
                <a:solidFill>
                  <a:srgbClr val="193B59"/>
                </a:solidFill>
                <a:latin typeface="Yu Gothic"/>
                <a:ea typeface="Yu Gothic"/>
                <a:cs typeface="Yu Gothic"/>
              </a:defRPr>
            </a:lvl3pPr>
            <a:lvl4pPr>
              <a:buNone/>
              <a:defRPr sz="3000" b="1">
                <a:solidFill>
                  <a:srgbClr val="193B59"/>
                </a:solidFill>
                <a:latin typeface="Yu Gothic"/>
                <a:ea typeface="Yu Gothic"/>
                <a:cs typeface="Yu Gothic"/>
              </a:defRPr>
            </a:lvl4pPr>
            <a:lvl5pPr>
              <a:buNone/>
              <a:defRPr sz="3000" b="1">
                <a:solidFill>
                  <a:srgbClr val="193B59"/>
                </a:solidFill>
                <a:latin typeface="Yu Gothic"/>
                <a:ea typeface="Yu Gothic"/>
                <a:cs typeface="Yu Gothic"/>
              </a:defRPr>
            </a:lvl5pPr>
            <a:lvl6pPr>
              <a:buNone/>
              <a:defRPr sz="3000" b="1">
                <a:solidFill>
                  <a:srgbClr val="193B59"/>
                </a:solidFill>
                <a:latin typeface="Yu Gothic"/>
                <a:ea typeface="Yu Gothic"/>
                <a:cs typeface="Yu Gothic"/>
              </a:defRPr>
            </a:lvl6pPr>
            <a:lvl7pPr>
              <a:buNone/>
              <a:defRPr sz="3000" b="1">
                <a:solidFill>
                  <a:srgbClr val="193B59"/>
                </a:solidFill>
                <a:latin typeface="Yu Gothic"/>
                <a:ea typeface="Yu Gothic"/>
                <a:cs typeface="Yu Gothic"/>
              </a:defRPr>
            </a:lvl7pPr>
            <a:lvl8pPr>
              <a:buNone/>
              <a:defRPr sz="3000" b="1">
                <a:solidFill>
                  <a:srgbClr val="193B59"/>
                </a:solidFill>
                <a:latin typeface="Yu Gothic"/>
                <a:ea typeface="Yu Gothic"/>
                <a:cs typeface="Yu Gothic"/>
              </a:defRPr>
            </a:lvl8pPr>
            <a:lvl9pPr>
              <a:buNone/>
              <a:defRPr sz="3000" b="1">
                <a:solidFill>
                  <a:srgbClr val="193B59"/>
                </a:solidFill>
                <a:latin typeface="Yu Gothic"/>
                <a:ea typeface="Yu Gothic"/>
                <a:cs typeface="Yu Gothic"/>
              </a:defRPr>
            </a:lvl9pPr>
          </a:lstStyle>
          <a:p xmlns:a="http://schemas.openxmlformats.org/drawingml/2006/main">
            <a:pPr>
              <a:buNone/>
              <a:defRPr sz="3000" b="1">
                <a:solidFill>
                  <a:srgbClr val="193B59"/>
                </a:solidFill>
                <a:latin typeface="Yu Gothic"/>
                <a:ea typeface="Yu Gothic"/>
                <a:cs typeface="Yu Gothic"/>
              </a:defRPr>
            </a:pPr>
            <a:r>
              <a:rPr sz="3000" b="1">
                <a:solidFill>
                  <a:srgbClr val="193B59"/>
                </a:solidFill>
                <a:latin typeface="Yu Gothic"/>
                <a:ea typeface="Yu Gothic"/>
                <a:cs typeface="Yu Gothic"/>
              </a:rPr>
              <a:t>マテリアルリサイクル</a:t>
            </a:r>
          </a:p>
        </p:txBody>
      </p:sp>
      <p:sp>
        <p:nvSpPr>
          <p:cNvPr id="2" name="">
            <a:extLst xmlns:a="http://schemas.openxmlformats.org/drawingml/2006/main">
              <a:ext uri="{FF2B5EF4-FFF2-40B4-BE49-F238E27FC236}">
                <a16:creationId xmlns:a16="http://schemas.microsoft.com/office/drawing/2014/main" id="{B872D28F-6669-4ED6-8983-59FF036EEAC2}"/>
              </a:ext>
            </a:extLst>
          </p:cNvPr>
          <p:cNvSpPr>
            <a:spLocks xmlns:a="http://schemas.openxmlformats.org/drawingml/2006/main" noGrp="1"/>
          </p:cNvSpPr>
          <p:nvPr/>
        </p:nvSpPr>
        <p:spPr>
          <a:xfrm xmlns:a="http://schemas.openxmlformats.org/drawingml/2006/main" flipH="0" flipV="0">
            <a:off x="685800" y="1323975"/>
            <a:ext cx="10820400" cy="0"/>
          </a:xfrm>
          <a:prstGeom xmlns:a="http://schemas.openxmlformats.org/drawingml/2006/main" prst="line">
            <a:avLst/>
          </a:prstGeom>
          <a:noFill xmlns:a="http://schemas.openxmlformats.org/drawingml/2006/main"/>
          <a:ln xmlns:a="http://schemas.openxmlformats.org/drawingml/2006/main" w="19050">
            <a:solidFill>
              <a:srgbClr val="D8E1E7"/>
            </a:solidFill>
          </a:ln>
        </p:spPr>
      </p:sp>
      <p:sp>
        <p:nvSpPr>
          <p:cNvPr id="10" name="">
            <a:extLst xmlns:a="http://schemas.openxmlformats.org/drawingml/2006/main">
              <a:ext uri="{FF2B5EF4-FFF2-40B4-BE49-F238E27FC236}">
                <a16:creationId xmlns:a16="http://schemas.microsoft.com/office/drawing/2014/main" id="{E4303BCD-2234-4E5D-AE99-170E287F8062}"/>
              </a:ext>
            </a:extLst>
          </p:cNvPr>
          <p:cNvSpPr>
            <a:spLocks xmlns:a="http://schemas.openxmlformats.org/drawingml/2006/main" noGrp="1"/>
          </p:cNvSpPr>
          <p:nvPr/>
        </p:nvSpPr>
        <p:spPr>
          <a:xfrm xmlns:a="http://schemas.openxmlformats.org/drawingml/2006/main">
            <a:off x="685800" y="6353175"/>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第8回</a:t>
            </a:r>
          </a:p>
        </p:txBody>
      </p:sp>
      <p:sp>
        <p:nvSpPr>
          <p:cNvPr id="11" name="">
            <a:extLst xmlns:a="http://schemas.openxmlformats.org/drawingml/2006/main">
              <a:ext uri="{FF2B5EF4-FFF2-40B4-BE49-F238E27FC236}">
                <a16:creationId xmlns:a16="http://schemas.microsoft.com/office/drawing/2014/main" id="{2AA17553-A884-4F6C-B3D5-A74A39864DFA}"/>
              </a:ext>
            </a:extLst>
          </p:cNvPr>
          <p:cNvSpPr>
            <a:spLocks xmlns:a="http://schemas.openxmlformats.org/drawingml/2006/main" noGrp="1"/>
          </p:cNvSpPr>
          <p:nvPr/>
        </p:nvSpPr>
        <p:spPr>
          <a:xfrm xmlns:a="http://schemas.openxmlformats.org/drawingml/2006/main">
            <a:off x="10382250" y="6353175"/>
            <a:ext cx="123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20 / 43</a:t>
            </a:r>
          </a:p>
        </p:txBody>
      </p:sp>
      <p:sp>
        <p:nvSpPr>
          <p:cNvPr id="13" name="">
            <a:extLst xmlns:a="http://schemas.openxmlformats.org/drawingml/2006/main">
              <a:ext uri="{FF2B5EF4-FFF2-40B4-BE49-F238E27FC236}">
                <a16:creationId xmlns:a16="http://schemas.microsoft.com/office/drawing/2014/main" id="{1409EAD4-138B-4A65-BD35-C30A0D9460B7}"/>
              </a:ext>
            </a:extLst>
          </p:cNvPr>
          <p:cNvSpPr>
            <a:spLocks xmlns:a="http://schemas.openxmlformats.org/drawingml/2006/main" noGrp="1"/>
          </p:cNvSpPr>
          <p:nvPr/>
        </p:nvSpPr>
        <p:spPr>
          <a:xfrm xmlns:a="http://schemas.openxmlformats.org/drawingml/2006/main">
            <a:off x="809625" y="2381250"/>
            <a:ext cx="2476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1">
                <a:solidFill>
                  <a:srgbClr val="263D4D"/>
                </a:solidFill>
                <a:latin typeface="Yu Gothic"/>
                <a:ea typeface="Yu Gothic"/>
                <a:cs typeface="Yu Gothic"/>
              </a:defRPr>
            </a:defPPr>
            <a:lvl1pPr>
              <a:defRPr sz="2250" b="1">
                <a:solidFill>
                  <a:srgbClr val="263D4D"/>
                </a:solidFill>
                <a:latin typeface="Yu Gothic"/>
                <a:ea typeface="Yu Gothic"/>
                <a:cs typeface="Yu Gothic"/>
              </a:defRPr>
            </a:lvl1pPr>
            <a:lvl2pPr>
              <a:defRPr sz="2250" b="1">
                <a:solidFill>
                  <a:srgbClr val="263D4D"/>
                </a:solidFill>
                <a:latin typeface="Yu Gothic"/>
                <a:ea typeface="Yu Gothic"/>
                <a:cs typeface="Yu Gothic"/>
              </a:defRPr>
            </a:lvl2pPr>
            <a:lvl3pPr>
              <a:defRPr sz="2250" b="1">
                <a:solidFill>
                  <a:srgbClr val="263D4D"/>
                </a:solidFill>
                <a:latin typeface="Yu Gothic"/>
                <a:ea typeface="Yu Gothic"/>
                <a:cs typeface="Yu Gothic"/>
              </a:defRPr>
            </a:lvl3pPr>
            <a:lvl4pPr>
              <a:defRPr sz="2250" b="1">
                <a:solidFill>
                  <a:srgbClr val="263D4D"/>
                </a:solidFill>
                <a:latin typeface="Yu Gothic"/>
                <a:ea typeface="Yu Gothic"/>
                <a:cs typeface="Yu Gothic"/>
              </a:defRPr>
            </a:lvl4pPr>
            <a:lvl5pPr>
              <a:defRPr sz="2250" b="1">
                <a:solidFill>
                  <a:srgbClr val="263D4D"/>
                </a:solidFill>
                <a:latin typeface="Yu Gothic"/>
                <a:ea typeface="Yu Gothic"/>
                <a:cs typeface="Yu Gothic"/>
              </a:defRPr>
            </a:lvl5pPr>
            <a:lvl6pPr>
              <a:defRPr sz="2250" b="1">
                <a:solidFill>
                  <a:srgbClr val="263D4D"/>
                </a:solidFill>
                <a:latin typeface="Yu Gothic"/>
                <a:ea typeface="Yu Gothic"/>
                <a:cs typeface="Yu Gothic"/>
              </a:defRPr>
            </a:lvl6pPr>
            <a:lvl7pPr>
              <a:defRPr sz="2250" b="1">
                <a:solidFill>
                  <a:srgbClr val="263D4D"/>
                </a:solidFill>
                <a:latin typeface="Yu Gothic"/>
                <a:ea typeface="Yu Gothic"/>
                <a:cs typeface="Yu Gothic"/>
              </a:defRPr>
            </a:lvl7pPr>
            <a:lvl8pPr>
              <a:defRPr sz="2250" b="1">
                <a:solidFill>
                  <a:srgbClr val="263D4D"/>
                </a:solidFill>
                <a:latin typeface="Yu Gothic"/>
                <a:ea typeface="Yu Gothic"/>
                <a:cs typeface="Yu Gothic"/>
              </a:defRPr>
            </a:lvl8pPr>
            <a:lvl9pPr>
              <a:defRPr sz="2250" b="1">
                <a:solidFill>
                  <a:srgbClr val="263D4D"/>
                </a:solidFill>
                <a:latin typeface="Yu Gothic"/>
                <a:ea typeface="Yu Gothic"/>
                <a:cs typeface="Yu Gothic"/>
              </a:defRPr>
            </a:lvl9pPr>
          </a:lstStyle>
          <a:p xmlns:a="http://schemas.openxmlformats.org/drawingml/2006/main">
            <a:pPr>
              <a:defRPr sz="2250" b="1">
                <a:solidFill>
                  <a:srgbClr val="263D4D"/>
                </a:solidFill>
                <a:latin typeface="Yu Gothic"/>
                <a:ea typeface="Yu Gothic"/>
                <a:cs typeface="Yu Gothic"/>
              </a:defRPr>
            </a:pPr>
            <a:r>
              <a:rPr sz="2250" b="1">
                <a:solidFill>
                  <a:srgbClr val="263D4D"/>
                </a:solidFill>
                <a:latin typeface="Yu Gothic"/>
                <a:ea typeface="Yu Gothic"/>
                <a:cs typeface="Yu Gothic"/>
              </a:rPr>
              <a:t>分別・回収</a:t>
            </a:r>
          </a:p>
        </p:txBody>
      </p:sp>
      <p:sp>
        <p:nvSpPr>
          <p:cNvPr id="14" name="">
            <a:extLst xmlns:a="http://schemas.openxmlformats.org/drawingml/2006/main">
              <a:ext uri="{FF2B5EF4-FFF2-40B4-BE49-F238E27FC236}">
                <a16:creationId xmlns:a16="http://schemas.microsoft.com/office/drawing/2014/main" id="{DF7DF23A-65D0-4AB2-B12A-3C8644A64078}"/>
              </a:ext>
            </a:extLst>
          </p:cNvPr>
          <p:cNvSpPr>
            <a:spLocks xmlns:a="http://schemas.openxmlformats.org/drawingml/2006/main" noGrp="1"/>
          </p:cNvSpPr>
          <p:nvPr/>
        </p:nvSpPr>
        <p:spPr>
          <a:xfrm xmlns:a="http://schemas.openxmlformats.org/drawingml/2006/main">
            <a:off x="2857500" y="3571875"/>
            <a:ext cx="523875" cy="9525"/>
          </a:xfrm>
          <a:custGeom xmlns:a="http://schemas.openxmlformats.org/drawingml/2006/main">
            <a:pathLst>
              <a:path w="523875" h="9525">
                <a:moveTo>
                  <a:pt x="0" y="0"/>
                </a:moveTo>
                <a:lnTo>
                  <a:pt x="523875" y="0"/>
                </a:lnTo>
              </a:path>
            </a:pathLst>
          </a:custGeom>
          <a:noFill xmlns:a="http://schemas.openxmlformats.org/drawingml/2006/main"/>
          <a:ln xmlns:a="http://schemas.openxmlformats.org/drawingml/2006/main" w="28575">
            <a:solidFill>
              <a:srgbClr val="2876A8"/>
            </a:solidFill>
          </a:ln>
        </p:spPr>
      </p:sp>
      <p:sp>
        <p:nvSpPr>
          <p:cNvPr id="15" name="">
            <a:extLst xmlns:a="http://schemas.openxmlformats.org/drawingml/2006/main">
              <a:ext uri="{FF2B5EF4-FFF2-40B4-BE49-F238E27FC236}">
                <a16:creationId xmlns:a16="http://schemas.microsoft.com/office/drawing/2014/main" id="{4916EB88-369C-4CF3-9A08-86D4A80EA77A}"/>
              </a:ext>
            </a:extLst>
          </p:cNvPr>
          <p:cNvSpPr>
            <a:spLocks xmlns:a="http://schemas.openxmlformats.org/drawingml/2006/main" noGrp="1"/>
          </p:cNvSpPr>
          <p:nvPr/>
        </p:nvSpPr>
        <p:spPr>
          <a:xfrm xmlns:a="http://schemas.openxmlformats.org/drawingml/2006/main">
            <a:off x="3267075" y="3523869"/>
            <a:ext cx="114300" cy="96012"/>
          </a:xfrm>
          <a:custGeom xmlns:a="http://schemas.openxmlformats.org/drawingml/2006/main">
            <a:pathLst>
              <a:path w="114300" h="96012">
                <a:moveTo>
                  <a:pt x="114300" y="48006"/>
                </a:moveTo>
                <a:lnTo>
                  <a:pt x="0" y="0"/>
                </a:lnTo>
                <a:lnTo>
                  <a:pt x="0" y="96012"/>
                </a:lnTo>
                <a:close/>
              </a:path>
            </a:pathLst>
          </a:custGeom>
          <a:solidFill xmlns:a="http://schemas.openxmlformats.org/drawingml/2006/main">
            <a:srgbClr val="2876A8"/>
          </a:solidFill>
          <a:ln xmlns:a="http://schemas.openxmlformats.org/drawingml/2006/main" w="4763">
            <a:solidFill>
              <a:srgbClr val="2876A8"/>
            </a:solidFill>
          </a:ln>
        </p:spPr>
      </p:sp>
      <p:sp>
        <p:nvSpPr>
          <p:cNvPr id="16" name="">
            <a:extLst xmlns:a="http://schemas.openxmlformats.org/drawingml/2006/main">
              <a:ext uri="{FF2B5EF4-FFF2-40B4-BE49-F238E27FC236}">
                <a16:creationId xmlns:a16="http://schemas.microsoft.com/office/drawing/2014/main" id="{10E4C3B9-EF8B-4B84-ACD4-DA7710BF0767}"/>
              </a:ext>
            </a:extLst>
          </p:cNvPr>
          <p:cNvSpPr>
            <a:spLocks xmlns:a="http://schemas.openxmlformats.org/drawingml/2006/main" noGrp="1"/>
          </p:cNvSpPr>
          <p:nvPr/>
        </p:nvSpPr>
        <p:spPr>
          <a:xfrm xmlns:a="http://schemas.openxmlformats.org/drawingml/2006/main">
            <a:off x="3571875" y="2381250"/>
            <a:ext cx="2476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1">
                <a:solidFill>
                  <a:srgbClr val="263D4D"/>
                </a:solidFill>
                <a:latin typeface="Yu Gothic"/>
                <a:ea typeface="Yu Gothic"/>
                <a:cs typeface="Yu Gothic"/>
              </a:defRPr>
            </a:defPPr>
            <a:lvl1pPr>
              <a:defRPr sz="2250" b="1">
                <a:solidFill>
                  <a:srgbClr val="263D4D"/>
                </a:solidFill>
                <a:latin typeface="Yu Gothic"/>
                <a:ea typeface="Yu Gothic"/>
                <a:cs typeface="Yu Gothic"/>
              </a:defRPr>
            </a:lvl1pPr>
            <a:lvl2pPr>
              <a:defRPr sz="2250" b="1">
                <a:solidFill>
                  <a:srgbClr val="263D4D"/>
                </a:solidFill>
                <a:latin typeface="Yu Gothic"/>
                <a:ea typeface="Yu Gothic"/>
                <a:cs typeface="Yu Gothic"/>
              </a:defRPr>
            </a:lvl2pPr>
            <a:lvl3pPr>
              <a:defRPr sz="2250" b="1">
                <a:solidFill>
                  <a:srgbClr val="263D4D"/>
                </a:solidFill>
                <a:latin typeface="Yu Gothic"/>
                <a:ea typeface="Yu Gothic"/>
                <a:cs typeface="Yu Gothic"/>
              </a:defRPr>
            </a:lvl3pPr>
            <a:lvl4pPr>
              <a:defRPr sz="2250" b="1">
                <a:solidFill>
                  <a:srgbClr val="263D4D"/>
                </a:solidFill>
                <a:latin typeface="Yu Gothic"/>
                <a:ea typeface="Yu Gothic"/>
                <a:cs typeface="Yu Gothic"/>
              </a:defRPr>
            </a:lvl4pPr>
            <a:lvl5pPr>
              <a:defRPr sz="2250" b="1">
                <a:solidFill>
                  <a:srgbClr val="263D4D"/>
                </a:solidFill>
                <a:latin typeface="Yu Gothic"/>
                <a:ea typeface="Yu Gothic"/>
                <a:cs typeface="Yu Gothic"/>
              </a:defRPr>
            </a:lvl5pPr>
            <a:lvl6pPr>
              <a:defRPr sz="2250" b="1">
                <a:solidFill>
                  <a:srgbClr val="263D4D"/>
                </a:solidFill>
                <a:latin typeface="Yu Gothic"/>
                <a:ea typeface="Yu Gothic"/>
                <a:cs typeface="Yu Gothic"/>
              </a:defRPr>
            </a:lvl6pPr>
            <a:lvl7pPr>
              <a:defRPr sz="2250" b="1">
                <a:solidFill>
                  <a:srgbClr val="263D4D"/>
                </a:solidFill>
                <a:latin typeface="Yu Gothic"/>
                <a:ea typeface="Yu Gothic"/>
                <a:cs typeface="Yu Gothic"/>
              </a:defRPr>
            </a:lvl7pPr>
            <a:lvl8pPr>
              <a:defRPr sz="2250" b="1">
                <a:solidFill>
                  <a:srgbClr val="263D4D"/>
                </a:solidFill>
                <a:latin typeface="Yu Gothic"/>
                <a:ea typeface="Yu Gothic"/>
                <a:cs typeface="Yu Gothic"/>
              </a:defRPr>
            </a:lvl8pPr>
            <a:lvl9pPr>
              <a:defRPr sz="2250" b="1">
                <a:solidFill>
                  <a:srgbClr val="263D4D"/>
                </a:solidFill>
                <a:latin typeface="Yu Gothic"/>
                <a:ea typeface="Yu Gothic"/>
                <a:cs typeface="Yu Gothic"/>
              </a:defRPr>
            </a:lvl9pPr>
          </a:lstStyle>
          <a:p xmlns:a="http://schemas.openxmlformats.org/drawingml/2006/main">
            <a:pPr>
              <a:defRPr sz="2250" b="1">
                <a:solidFill>
                  <a:srgbClr val="263D4D"/>
                </a:solidFill>
                <a:latin typeface="Yu Gothic"/>
                <a:ea typeface="Yu Gothic"/>
                <a:cs typeface="Yu Gothic"/>
              </a:defRPr>
            </a:pPr>
            <a:r>
              <a:rPr sz="2250" b="1">
                <a:solidFill>
                  <a:srgbClr val="263D4D"/>
                </a:solidFill>
                <a:latin typeface="Yu Gothic"/>
                <a:ea typeface="Yu Gothic"/>
                <a:cs typeface="Yu Gothic"/>
              </a:rPr>
              <a:t>選別・洗浄</a:t>
            </a:r>
          </a:p>
        </p:txBody>
      </p:sp>
      <p:sp>
        <p:nvSpPr>
          <p:cNvPr id="17" name="">
            <a:extLst xmlns:a="http://schemas.openxmlformats.org/drawingml/2006/main">
              <a:ext uri="{FF2B5EF4-FFF2-40B4-BE49-F238E27FC236}">
                <a16:creationId xmlns:a16="http://schemas.microsoft.com/office/drawing/2014/main" id="{F1116259-2A54-4FCD-B130-BA4111E0288C}"/>
              </a:ext>
            </a:extLst>
          </p:cNvPr>
          <p:cNvSpPr>
            <a:spLocks xmlns:a="http://schemas.openxmlformats.org/drawingml/2006/main" noGrp="1"/>
          </p:cNvSpPr>
          <p:nvPr/>
        </p:nvSpPr>
        <p:spPr>
          <a:xfrm xmlns:a="http://schemas.openxmlformats.org/drawingml/2006/main">
            <a:off x="5619750" y="3571875"/>
            <a:ext cx="523875" cy="9525"/>
          </a:xfrm>
          <a:custGeom xmlns:a="http://schemas.openxmlformats.org/drawingml/2006/main">
            <a:pathLst>
              <a:path w="523875" h="9525">
                <a:moveTo>
                  <a:pt x="0" y="0"/>
                </a:moveTo>
                <a:lnTo>
                  <a:pt x="523875" y="0"/>
                </a:lnTo>
              </a:path>
            </a:pathLst>
          </a:custGeom>
          <a:noFill xmlns:a="http://schemas.openxmlformats.org/drawingml/2006/main"/>
          <a:ln xmlns:a="http://schemas.openxmlformats.org/drawingml/2006/main" w="28575">
            <a:solidFill>
              <a:srgbClr val="2876A8"/>
            </a:solidFill>
          </a:ln>
        </p:spPr>
      </p:sp>
      <p:sp>
        <p:nvSpPr>
          <p:cNvPr id="18" name="">
            <a:extLst xmlns:a="http://schemas.openxmlformats.org/drawingml/2006/main">
              <a:ext uri="{FF2B5EF4-FFF2-40B4-BE49-F238E27FC236}">
                <a16:creationId xmlns:a16="http://schemas.microsoft.com/office/drawing/2014/main" id="{2C40FD1F-5EA6-4EEB-BD3B-F390D3606AEF}"/>
              </a:ext>
            </a:extLst>
          </p:cNvPr>
          <p:cNvSpPr>
            <a:spLocks xmlns:a="http://schemas.openxmlformats.org/drawingml/2006/main" noGrp="1"/>
          </p:cNvSpPr>
          <p:nvPr/>
        </p:nvSpPr>
        <p:spPr>
          <a:xfrm xmlns:a="http://schemas.openxmlformats.org/drawingml/2006/main">
            <a:off x="6029325" y="3523869"/>
            <a:ext cx="114300" cy="96012"/>
          </a:xfrm>
          <a:custGeom xmlns:a="http://schemas.openxmlformats.org/drawingml/2006/main">
            <a:pathLst>
              <a:path w="114300" h="96012">
                <a:moveTo>
                  <a:pt x="114300" y="48006"/>
                </a:moveTo>
                <a:lnTo>
                  <a:pt x="0" y="0"/>
                </a:lnTo>
                <a:lnTo>
                  <a:pt x="0" y="96012"/>
                </a:lnTo>
                <a:close/>
              </a:path>
            </a:pathLst>
          </a:custGeom>
          <a:solidFill xmlns:a="http://schemas.openxmlformats.org/drawingml/2006/main">
            <a:srgbClr val="2876A8"/>
          </a:solidFill>
          <a:ln xmlns:a="http://schemas.openxmlformats.org/drawingml/2006/main" w="4763">
            <a:solidFill>
              <a:srgbClr val="2876A8"/>
            </a:solidFill>
          </a:ln>
        </p:spPr>
      </p:sp>
      <p:sp>
        <p:nvSpPr>
          <p:cNvPr id="19" name="">
            <a:extLst xmlns:a="http://schemas.openxmlformats.org/drawingml/2006/main">
              <a:ext uri="{FF2B5EF4-FFF2-40B4-BE49-F238E27FC236}">
                <a16:creationId xmlns:a16="http://schemas.microsoft.com/office/drawing/2014/main" id="{D6FA5544-21AA-44F8-8FF5-90FFB480F59B}"/>
              </a:ext>
            </a:extLst>
          </p:cNvPr>
          <p:cNvSpPr>
            <a:spLocks xmlns:a="http://schemas.openxmlformats.org/drawingml/2006/main" noGrp="1"/>
          </p:cNvSpPr>
          <p:nvPr/>
        </p:nvSpPr>
        <p:spPr>
          <a:xfrm xmlns:a="http://schemas.openxmlformats.org/drawingml/2006/main">
            <a:off x="6334125" y="2381250"/>
            <a:ext cx="2476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1">
                <a:solidFill>
                  <a:srgbClr val="263D4D"/>
                </a:solidFill>
                <a:latin typeface="Yu Gothic"/>
                <a:ea typeface="Yu Gothic"/>
                <a:cs typeface="Yu Gothic"/>
              </a:defRPr>
            </a:defPPr>
            <a:lvl1pPr>
              <a:defRPr sz="2250" b="1">
                <a:solidFill>
                  <a:srgbClr val="263D4D"/>
                </a:solidFill>
                <a:latin typeface="Yu Gothic"/>
                <a:ea typeface="Yu Gothic"/>
                <a:cs typeface="Yu Gothic"/>
              </a:defRPr>
            </a:lvl1pPr>
            <a:lvl2pPr>
              <a:defRPr sz="2250" b="1">
                <a:solidFill>
                  <a:srgbClr val="263D4D"/>
                </a:solidFill>
                <a:latin typeface="Yu Gothic"/>
                <a:ea typeface="Yu Gothic"/>
                <a:cs typeface="Yu Gothic"/>
              </a:defRPr>
            </a:lvl2pPr>
            <a:lvl3pPr>
              <a:defRPr sz="2250" b="1">
                <a:solidFill>
                  <a:srgbClr val="263D4D"/>
                </a:solidFill>
                <a:latin typeface="Yu Gothic"/>
                <a:ea typeface="Yu Gothic"/>
                <a:cs typeface="Yu Gothic"/>
              </a:defRPr>
            </a:lvl3pPr>
            <a:lvl4pPr>
              <a:defRPr sz="2250" b="1">
                <a:solidFill>
                  <a:srgbClr val="263D4D"/>
                </a:solidFill>
                <a:latin typeface="Yu Gothic"/>
                <a:ea typeface="Yu Gothic"/>
                <a:cs typeface="Yu Gothic"/>
              </a:defRPr>
            </a:lvl4pPr>
            <a:lvl5pPr>
              <a:defRPr sz="2250" b="1">
                <a:solidFill>
                  <a:srgbClr val="263D4D"/>
                </a:solidFill>
                <a:latin typeface="Yu Gothic"/>
                <a:ea typeface="Yu Gothic"/>
                <a:cs typeface="Yu Gothic"/>
              </a:defRPr>
            </a:lvl5pPr>
            <a:lvl6pPr>
              <a:defRPr sz="2250" b="1">
                <a:solidFill>
                  <a:srgbClr val="263D4D"/>
                </a:solidFill>
                <a:latin typeface="Yu Gothic"/>
                <a:ea typeface="Yu Gothic"/>
                <a:cs typeface="Yu Gothic"/>
              </a:defRPr>
            </a:lvl6pPr>
            <a:lvl7pPr>
              <a:defRPr sz="2250" b="1">
                <a:solidFill>
                  <a:srgbClr val="263D4D"/>
                </a:solidFill>
                <a:latin typeface="Yu Gothic"/>
                <a:ea typeface="Yu Gothic"/>
                <a:cs typeface="Yu Gothic"/>
              </a:defRPr>
            </a:lvl7pPr>
            <a:lvl8pPr>
              <a:defRPr sz="2250" b="1">
                <a:solidFill>
                  <a:srgbClr val="263D4D"/>
                </a:solidFill>
                <a:latin typeface="Yu Gothic"/>
                <a:ea typeface="Yu Gothic"/>
                <a:cs typeface="Yu Gothic"/>
              </a:defRPr>
            </a:lvl8pPr>
            <a:lvl9pPr>
              <a:defRPr sz="2250" b="1">
                <a:solidFill>
                  <a:srgbClr val="263D4D"/>
                </a:solidFill>
                <a:latin typeface="Yu Gothic"/>
                <a:ea typeface="Yu Gothic"/>
                <a:cs typeface="Yu Gothic"/>
              </a:defRPr>
            </a:lvl9pPr>
          </a:lstStyle>
          <a:p xmlns:a="http://schemas.openxmlformats.org/drawingml/2006/main">
            <a:pPr>
              <a:defRPr sz="2250" b="1">
                <a:solidFill>
                  <a:srgbClr val="263D4D"/>
                </a:solidFill>
                <a:latin typeface="Yu Gothic"/>
                <a:ea typeface="Yu Gothic"/>
                <a:cs typeface="Yu Gothic"/>
              </a:defRPr>
            </a:pPr>
            <a:r>
              <a:rPr sz="2250" b="1">
                <a:solidFill>
                  <a:srgbClr val="263D4D"/>
                </a:solidFill>
                <a:latin typeface="Yu Gothic"/>
                <a:ea typeface="Yu Gothic"/>
                <a:cs typeface="Yu Gothic"/>
              </a:rPr>
              <a:t>粉砕等</a:t>
            </a:r>
          </a:p>
        </p:txBody>
      </p:sp>
      <p:sp>
        <p:nvSpPr>
          <p:cNvPr id="20" name="">
            <a:extLst xmlns:a="http://schemas.openxmlformats.org/drawingml/2006/main">
              <a:ext uri="{FF2B5EF4-FFF2-40B4-BE49-F238E27FC236}">
                <a16:creationId xmlns:a16="http://schemas.microsoft.com/office/drawing/2014/main" id="{15CB8C7D-9671-4E42-ADCD-D560F4553B77}"/>
              </a:ext>
            </a:extLst>
          </p:cNvPr>
          <p:cNvSpPr>
            <a:spLocks xmlns:a="http://schemas.openxmlformats.org/drawingml/2006/main" noGrp="1"/>
          </p:cNvSpPr>
          <p:nvPr/>
        </p:nvSpPr>
        <p:spPr>
          <a:xfrm xmlns:a="http://schemas.openxmlformats.org/drawingml/2006/main">
            <a:off x="8382000" y="3571875"/>
            <a:ext cx="523875" cy="9525"/>
          </a:xfrm>
          <a:custGeom xmlns:a="http://schemas.openxmlformats.org/drawingml/2006/main">
            <a:pathLst>
              <a:path w="523875" h="9525">
                <a:moveTo>
                  <a:pt x="0" y="0"/>
                </a:moveTo>
                <a:lnTo>
                  <a:pt x="523875" y="0"/>
                </a:lnTo>
              </a:path>
            </a:pathLst>
          </a:custGeom>
          <a:noFill xmlns:a="http://schemas.openxmlformats.org/drawingml/2006/main"/>
          <a:ln xmlns:a="http://schemas.openxmlformats.org/drawingml/2006/main" w="28575">
            <a:solidFill>
              <a:srgbClr val="2876A8"/>
            </a:solidFill>
          </a:ln>
        </p:spPr>
      </p:sp>
      <p:sp>
        <p:nvSpPr>
          <p:cNvPr id="21" name="">
            <a:extLst xmlns:a="http://schemas.openxmlformats.org/drawingml/2006/main">
              <a:ext uri="{FF2B5EF4-FFF2-40B4-BE49-F238E27FC236}">
                <a16:creationId xmlns:a16="http://schemas.microsoft.com/office/drawing/2014/main" id="{FE949412-75E5-46C1-80CF-DE79604B3F85}"/>
              </a:ext>
            </a:extLst>
          </p:cNvPr>
          <p:cNvSpPr>
            <a:spLocks xmlns:a="http://schemas.openxmlformats.org/drawingml/2006/main" noGrp="1"/>
          </p:cNvSpPr>
          <p:nvPr/>
        </p:nvSpPr>
        <p:spPr>
          <a:xfrm xmlns:a="http://schemas.openxmlformats.org/drawingml/2006/main">
            <a:off x="8791575" y="3523869"/>
            <a:ext cx="114300" cy="96012"/>
          </a:xfrm>
          <a:custGeom xmlns:a="http://schemas.openxmlformats.org/drawingml/2006/main">
            <a:pathLst>
              <a:path w="114300" h="96012">
                <a:moveTo>
                  <a:pt x="114300" y="48006"/>
                </a:moveTo>
                <a:lnTo>
                  <a:pt x="0" y="0"/>
                </a:lnTo>
                <a:lnTo>
                  <a:pt x="0" y="96012"/>
                </a:lnTo>
                <a:close/>
              </a:path>
            </a:pathLst>
          </a:custGeom>
          <a:solidFill xmlns:a="http://schemas.openxmlformats.org/drawingml/2006/main">
            <a:srgbClr val="2876A8"/>
          </a:solidFill>
          <a:ln xmlns:a="http://schemas.openxmlformats.org/drawingml/2006/main" w="4763">
            <a:solidFill>
              <a:srgbClr val="2876A8"/>
            </a:solidFill>
          </a:ln>
        </p:spPr>
      </p:sp>
      <p:sp>
        <p:nvSpPr>
          <p:cNvPr id="22" name="">
            <a:extLst xmlns:a="http://schemas.openxmlformats.org/drawingml/2006/main">
              <a:ext uri="{FF2B5EF4-FFF2-40B4-BE49-F238E27FC236}">
                <a16:creationId xmlns:a16="http://schemas.microsoft.com/office/drawing/2014/main" id="{E5B2FD38-B8A4-4A07-A7D9-2C2300198C9C}"/>
              </a:ext>
            </a:extLst>
          </p:cNvPr>
          <p:cNvSpPr>
            <a:spLocks xmlns:a="http://schemas.openxmlformats.org/drawingml/2006/main" noGrp="1"/>
          </p:cNvSpPr>
          <p:nvPr/>
        </p:nvSpPr>
        <p:spPr>
          <a:xfrm xmlns:a="http://schemas.openxmlformats.org/drawingml/2006/main">
            <a:off x="9096375" y="2381250"/>
            <a:ext cx="2476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1">
                <a:solidFill>
                  <a:srgbClr val="263D4D"/>
                </a:solidFill>
                <a:latin typeface="Yu Gothic"/>
                <a:ea typeface="Yu Gothic"/>
                <a:cs typeface="Yu Gothic"/>
              </a:defRPr>
            </a:defPPr>
            <a:lvl1pPr>
              <a:defRPr sz="2250" b="1">
                <a:solidFill>
                  <a:srgbClr val="263D4D"/>
                </a:solidFill>
                <a:latin typeface="Yu Gothic"/>
                <a:ea typeface="Yu Gothic"/>
                <a:cs typeface="Yu Gothic"/>
              </a:defRPr>
            </a:lvl1pPr>
            <a:lvl2pPr>
              <a:defRPr sz="2250" b="1">
                <a:solidFill>
                  <a:srgbClr val="263D4D"/>
                </a:solidFill>
                <a:latin typeface="Yu Gothic"/>
                <a:ea typeface="Yu Gothic"/>
                <a:cs typeface="Yu Gothic"/>
              </a:defRPr>
            </a:lvl2pPr>
            <a:lvl3pPr>
              <a:defRPr sz="2250" b="1">
                <a:solidFill>
                  <a:srgbClr val="263D4D"/>
                </a:solidFill>
                <a:latin typeface="Yu Gothic"/>
                <a:ea typeface="Yu Gothic"/>
                <a:cs typeface="Yu Gothic"/>
              </a:defRPr>
            </a:lvl3pPr>
            <a:lvl4pPr>
              <a:defRPr sz="2250" b="1">
                <a:solidFill>
                  <a:srgbClr val="263D4D"/>
                </a:solidFill>
                <a:latin typeface="Yu Gothic"/>
                <a:ea typeface="Yu Gothic"/>
                <a:cs typeface="Yu Gothic"/>
              </a:defRPr>
            </a:lvl4pPr>
            <a:lvl5pPr>
              <a:defRPr sz="2250" b="1">
                <a:solidFill>
                  <a:srgbClr val="263D4D"/>
                </a:solidFill>
                <a:latin typeface="Yu Gothic"/>
                <a:ea typeface="Yu Gothic"/>
                <a:cs typeface="Yu Gothic"/>
              </a:defRPr>
            </a:lvl5pPr>
            <a:lvl6pPr>
              <a:defRPr sz="2250" b="1">
                <a:solidFill>
                  <a:srgbClr val="263D4D"/>
                </a:solidFill>
                <a:latin typeface="Yu Gothic"/>
                <a:ea typeface="Yu Gothic"/>
                <a:cs typeface="Yu Gothic"/>
              </a:defRPr>
            </a:lvl6pPr>
            <a:lvl7pPr>
              <a:defRPr sz="2250" b="1">
                <a:solidFill>
                  <a:srgbClr val="263D4D"/>
                </a:solidFill>
                <a:latin typeface="Yu Gothic"/>
                <a:ea typeface="Yu Gothic"/>
                <a:cs typeface="Yu Gothic"/>
              </a:defRPr>
            </a:lvl7pPr>
            <a:lvl8pPr>
              <a:defRPr sz="2250" b="1">
                <a:solidFill>
                  <a:srgbClr val="263D4D"/>
                </a:solidFill>
                <a:latin typeface="Yu Gothic"/>
                <a:ea typeface="Yu Gothic"/>
                <a:cs typeface="Yu Gothic"/>
              </a:defRPr>
            </a:lvl8pPr>
            <a:lvl9pPr>
              <a:defRPr sz="2250" b="1">
                <a:solidFill>
                  <a:srgbClr val="263D4D"/>
                </a:solidFill>
                <a:latin typeface="Yu Gothic"/>
                <a:ea typeface="Yu Gothic"/>
                <a:cs typeface="Yu Gothic"/>
              </a:defRPr>
            </a:lvl9pPr>
          </a:lstStyle>
          <a:p xmlns:a="http://schemas.openxmlformats.org/drawingml/2006/main">
            <a:pPr>
              <a:defRPr sz="2250" b="1">
                <a:solidFill>
                  <a:srgbClr val="263D4D"/>
                </a:solidFill>
                <a:latin typeface="Yu Gothic"/>
                <a:ea typeface="Yu Gothic"/>
                <a:cs typeface="Yu Gothic"/>
              </a:defRPr>
            </a:pPr>
            <a:r>
              <a:rPr sz="2250" b="1">
                <a:solidFill>
                  <a:srgbClr val="263D4D"/>
                </a:solidFill>
                <a:latin typeface="Yu Gothic"/>
                <a:ea typeface="Yu Gothic"/>
                <a:cs typeface="Yu Gothic"/>
              </a:rPr>
              <a:t>再加工</a:t>
            </a:r>
          </a:p>
        </p:txBody>
      </p:sp>
      <p:sp>
        <p:nvSpPr>
          <p:cNvPr id="23" name="">
            <a:extLst xmlns:a="http://schemas.openxmlformats.org/drawingml/2006/main">
              <a:ext uri="{FF2B5EF4-FFF2-40B4-BE49-F238E27FC236}">
                <a16:creationId xmlns:a16="http://schemas.microsoft.com/office/drawing/2014/main" id="{4648FE9A-6CF8-4932-B9CE-2AAD723ADC2F}"/>
              </a:ext>
            </a:extLst>
          </p:cNvPr>
          <p:cNvSpPr>
            <a:spLocks xmlns:a="http://schemas.openxmlformats.org/drawingml/2006/main" noGrp="1"/>
          </p:cNvSpPr>
          <p:nvPr/>
        </p:nvSpPr>
        <p:spPr>
          <a:xfrm xmlns:a="http://schemas.openxmlformats.org/drawingml/2006/main">
            <a:off x="809625" y="4476750"/>
            <a:ext cx="1057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1">
                <a:solidFill>
                  <a:srgbClr val="263D4D"/>
                </a:solidFill>
                <a:latin typeface="Yu Gothic"/>
                <a:ea typeface="Yu Gothic"/>
                <a:cs typeface="Yu Gothic"/>
              </a:defRPr>
            </a:defPPr>
            <a:lvl1pPr>
              <a:defRPr sz="2325" b="1">
                <a:solidFill>
                  <a:srgbClr val="263D4D"/>
                </a:solidFill>
                <a:latin typeface="Yu Gothic"/>
                <a:ea typeface="Yu Gothic"/>
                <a:cs typeface="Yu Gothic"/>
              </a:defRPr>
            </a:lvl1pPr>
            <a:lvl2pPr>
              <a:defRPr sz="2325" b="1">
                <a:solidFill>
                  <a:srgbClr val="263D4D"/>
                </a:solidFill>
                <a:latin typeface="Yu Gothic"/>
                <a:ea typeface="Yu Gothic"/>
                <a:cs typeface="Yu Gothic"/>
              </a:defRPr>
            </a:lvl2pPr>
            <a:lvl3pPr>
              <a:defRPr sz="2325" b="1">
                <a:solidFill>
                  <a:srgbClr val="263D4D"/>
                </a:solidFill>
                <a:latin typeface="Yu Gothic"/>
                <a:ea typeface="Yu Gothic"/>
                <a:cs typeface="Yu Gothic"/>
              </a:defRPr>
            </a:lvl3pPr>
            <a:lvl4pPr>
              <a:defRPr sz="2325" b="1">
                <a:solidFill>
                  <a:srgbClr val="263D4D"/>
                </a:solidFill>
                <a:latin typeface="Yu Gothic"/>
                <a:ea typeface="Yu Gothic"/>
                <a:cs typeface="Yu Gothic"/>
              </a:defRPr>
            </a:lvl4pPr>
            <a:lvl5pPr>
              <a:defRPr sz="2325" b="1">
                <a:solidFill>
                  <a:srgbClr val="263D4D"/>
                </a:solidFill>
                <a:latin typeface="Yu Gothic"/>
                <a:ea typeface="Yu Gothic"/>
                <a:cs typeface="Yu Gothic"/>
              </a:defRPr>
            </a:lvl5pPr>
            <a:lvl6pPr>
              <a:defRPr sz="2325" b="1">
                <a:solidFill>
                  <a:srgbClr val="263D4D"/>
                </a:solidFill>
                <a:latin typeface="Yu Gothic"/>
                <a:ea typeface="Yu Gothic"/>
                <a:cs typeface="Yu Gothic"/>
              </a:defRPr>
            </a:lvl6pPr>
            <a:lvl7pPr>
              <a:defRPr sz="2325" b="1">
                <a:solidFill>
                  <a:srgbClr val="263D4D"/>
                </a:solidFill>
                <a:latin typeface="Yu Gothic"/>
                <a:ea typeface="Yu Gothic"/>
                <a:cs typeface="Yu Gothic"/>
              </a:defRPr>
            </a:lvl7pPr>
            <a:lvl8pPr>
              <a:defRPr sz="2325" b="1">
                <a:solidFill>
                  <a:srgbClr val="263D4D"/>
                </a:solidFill>
                <a:latin typeface="Yu Gothic"/>
                <a:ea typeface="Yu Gothic"/>
                <a:cs typeface="Yu Gothic"/>
              </a:defRPr>
            </a:lvl8pPr>
            <a:lvl9pPr>
              <a:defRPr sz="2325" b="1">
                <a:solidFill>
                  <a:srgbClr val="263D4D"/>
                </a:solidFill>
                <a:latin typeface="Yu Gothic"/>
                <a:ea typeface="Yu Gothic"/>
                <a:cs typeface="Yu Gothic"/>
              </a:defRPr>
            </a:lvl9pPr>
          </a:lstStyle>
          <a:p xmlns:a="http://schemas.openxmlformats.org/drawingml/2006/main">
            <a:pPr>
              <a:defRPr sz="2325" b="1">
                <a:solidFill>
                  <a:srgbClr val="263D4D"/>
                </a:solidFill>
                <a:latin typeface="Yu Gothic"/>
                <a:ea typeface="Yu Gothic"/>
                <a:cs typeface="Yu Gothic"/>
              </a:defRPr>
            </a:pPr>
            <a:r>
              <a:rPr sz="2325" b="1">
                <a:solidFill>
                  <a:srgbClr val="263D4D"/>
                </a:solidFill>
                <a:latin typeface="Yu Gothic"/>
                <a:ea typeface="Yu Gothic"/>
                <a:cs typeface="Yu Gothic"/>
              </a:rPr>
              <a:t>材種・汚れ・異物・劣化を確認する</a:t>
            </a:r>
          </a:p>
        </p:txBody>
      </p:sp>
      <p:sp>
        <p:nvSpPr>
          <p:cNvPr id="24" name="">
            <a:extLst xmlns:a="http://schemas.openxmlformats.org/drawingml/2006/main">
              <a:ext uri="{FF2B5EF4-FFF2-40B4-BE49-F238E27FC236}">
                <a16:creationId xmlns:a16="http://schemas.microsoft.com/office/drawing/2014/main" id="{C1C76951-1006-46CF-A043-4EF8DA4921CB}"/>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defRPr sz="1575" b="0">
                <a:solidFill>
                  <a:srgbClr val="71818B"/>
                </a:solidFill>
                <a:latin typeface="Yu Gothic"/>
                <a:ea typeface="Yu Gothic"/>
                <a:cs typeface="Yu Gothic"/>
              </a:defRPr>
            </a:lvl1pPr>
            <a:lvl2pPr>
              <a:defRPr sz="1575" b="0">
                <a:solidFill>
                  <a:srgbClr val="71818B"/>
                </a:solidFill>
                <a:latin typeface="Yu Gothic"/>
                <a:ea typeface="Yu Gothic"/>
                <a:cs typeface="Yu Gothic"/>
              </a:defRPr>
            </a:lvl2pPr>
            <a:lvl3pPr>
              <a:defRPr sz="1575" b="0">
                <a:solidFill>
                  <a:srgbClr val="71818B"/>
                </a:solidFill>
                <a:latin typeface="Yu Gothic"/>
                <a:ea typeface="Yu Gothic"/>
                <a:cs typeface="Yu Gothic"/>
              </a:defRPr>
            </a:lvl3pPr>
            <a:lvl4pPr>
              <a:defRPr sz="1575" b="0">
                <a:solidFill>
                  <a:srgbClr val="71818B"/>
                </a:solidFill>
                <a:latin typeface="Yu Gothic"/>
                <a:ea typeface="Yu Gothic"/>
                <a:cs typeface="Yu Gothic"/>
              </a:defRPr>
            </a:lvl4pPr>
            <a:lvl5pPr>
              <a:defRPr sz="1575" b="0">
                <a:solidFill>
                  <a:srgbClr val="71818B"/>
                </a:solidFill>
                <a:latin typeface="Yu Gothic"/>
                <a:ea typeface="Yu Gothic"/>
                <a:cs typeface="Yu Gothic"/>
              </a:defRPr>
            </a:lvl5pPr>
            <a:lvl6pPr>
              <a:defRPr sz="1575" b="0">
                <a:solidFill>
                  <a:srgbClr val="71818B"/>
                </a:solidFill>
                <a:latin typeface="Yu Gothic"/>
                <a:ea typeface="Yu Gothic"/>
                <a:cs typeface="Yu Gothic"/>
              </a:defRPr>
            </a:lvl6pPr>
            <a:lvl7pPr>
              <a:defRPr sz="1575" b="0">
                <a:solidFill>
                  <a:srgbClr val="71818B"/>
                </a:solidFill>
                <a:latin typeface="Yu Gothic"/>
                <a:ea typeface="Yu Gothic"/>
                <a:cs typeface="Yu Gothic"/>
              </a:defRPr>
            </a:lvl7pPr>
            <a:lvl8pPr>
              <a:defRPr sz="1575" b="0">
                <a:solidFill>
                  <a:srgbClr val="71818B"/>
                </a:solidFill>
                <a:latin typeface="Yu Gothic"/>
                <a:ea typeface="Yu Gothic"/>
                <a:cs typeface="Yu Gothic"/>
              </a:defRPr>
            </a:lvl8pPr>
            <a:lvl9pPr>
              <a:defRPr sz="1575" b="0">
                <a:solidFill>
                  <a:srgbClr val="71818B"/>
                </a:solidFill>
                <a:latin typeface="Yu Gothic"/>
                <a:ea typeface="Yu Gothic"/>
                <a:cs typeface="Yu Gothic"/>
              </a:defRPr>
            </a:lvl9pPr>
          </a:lstStyle>
          <a:p xmlns:a="http://schemas.openxmlformats.org/drawingml/2006/main">
            <a:pPr>
              <a:defRPr sz="1575" b="0">
                <a:solidFill>
                  <a:srgbClr val="71818B"/>
                </a:solidFill>
                <a:latin typeface="Yu Gothic"/>
                <a:ea typeface="Yu Gothic"/>
                <a:cs typeface="Yu Gothic"/>
              </a:defRPr>
            </a:pPr>
            <a:r>
              <a:rPr sz="1575" b="0">
                <a:solidFill>
                  <a:srgbClr val="71818B"/>
                </a:solidFill>
                <a:latin typeface="Yu Gothic"/>
                <a:ea typeface="Yu Gothic"/>
                <a:cs typeface="Yu Gothic"/>
              </a:rPr>
              <a:t>工程の一例。すべての製品がこの経路で再利用できると決まったものではない。</a:t>
            </a:r>
          </a:p>
        </p:txBody>
      </p:sp>
    </p:spTree>
    <p:extLst>
      <p:ext uri="{BB962C8B-B14F-4D97-AF65-F5344CB8AC3E}">
        <p14:creationId xmlns:p14="http://schemas.microsoft.com/office/powerpoint/2010/main" val="232876701"/>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307B8C6-6164-4E55-A48A-BE24630E05C2}"/>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93B59"/>
                </a:solidFill>
                <a:latin typeface="Yu Gothic"/>
                <a:ea typeface="Yu Gothic"/>
                <a:cs typeface="Yu Gothic"/>
              </a:defRPr>
            </a:defPPr>
            <a:lvl1pPr>
              <a:buNone/>
              <a:defRPr sz="3000" b="1">
                <a:solidFill>
                  <a:srgbClr val="193B59"/>
                </a:solidFill>
                <a:latin typeface="Yu Gothic"/>
                <a:ea typeface="Yu Gothic"/>
                <a:cs typeface="Yu Gothic"/>
              </a:defRPr>
            </a:lvl1pPr>
            <a:lvl2pPr>
              <a:buNone/>
              <a:defRPr sz="3000" b="1">
                <a:solidFill>
                  <a:srgbClr val="193B59"/>
                </a:solidFill>
                <a:latin typeface="Yu Gothic"/>
                <a:ea typeface="Yu Gothic"/>
                <a:cs typeface="Yu Gothic"/>
              </a:defRPr>
            </a:lvl2pPr>
            <a:lvl3pPr>
              <a:buNone/>
              <a:defRPr sz="3000" b="1">
                <a:solidFill>
                  <a:srgbClr val="193B59"/>
                </a:solidFill>
                <a:latin typeface="Yu Gothic"/>
                <a:ea typeface="Yu Gothic"/>
                <a:cs typeface="Yu Gothic"/>
              </a:defRPr>
            </a:lvl3pPr>
            <a:lvl4pPr>
              <a:buNone/>
              <a:defRPr sz="3000" b="1">
                <a:solidFill>
                  <a:srgbClr val="193B59"/>
                </a:solidFill>
                <a:latin typeface="Yu Gothic"/>
                <a:ea typeface="Yu Gothic"/>
                <a:cs typeface="Yu Gothic"/>
              </a:defRPr>
            </a:lvl4pPr>
            <a:lvl5pPr>
              <a:buNone/>
              <a:defRPr sz="3000" b="1">
                <a:solidFill>
                  <a:srgbClr val="193B59"/>
                </a:solidFill>
                <a:latin typeface="Yu Gothic"/>
                <a:ea typeface="Yu Gothic"/>
                <a:cs typeface="Yu Gothic"/>
              </a:defRPr>
            </a:lvl5pPr>
            <a:lvl6pPr>
              <a:buNone/>
              <a:defRPr sz="3000" b="1">
                <a:solidFill>
                  <a:srgbClr val="193B59"/>
                </a:solidFill>
                <a:latin typeface="Yu Gothic"/>
                <a:ea typeface="Yu Gothic"/>
                <a:cs typeface="Yu Gothic"/>
              </a:defRPr>
            </a:lvl6pPr>
            <a:lvl7pPr>
              <a:buNone/>
              <a:defRPr sz="3000" b="1">
                <a:solidFill>
                  <a:srgbClr val="193B59"/>
                </a:solidFill>
                <a:latin typeface="Yu Gothic"/>
                <a:ea typeface="Yu Gothic"/>
                <a:cs typeface="Yu Gothic"/>
              </a:defRPr>
            </a:lvl7pPr>
            <a:lvl8pPr>
              <a:buNone/>
              <a:defRPr sz="3000" b="1">
                <a:solidFill>
                  <a:srgbClr val="193B59"/>
                </a:solidFill>
                <a:latin typeface="Yu Gothic"/>
                <a:ea typeface="Yu Gothic"/>
                <a:cs typeface="Yu Gothic"/>
              </a:defRPr>
            </a:lvl8pPr>
            <a:lvl9pPr>
              <a:buNone/>
              <a:defRPr sz="3000" b="1">
                <a:solidFill>
                  <a:srgbClr val="193B59"/>
                </a:solidFill>
                <a:latin typeface="Yu Gothic"/>
                <a:ea typeface="Yu Gothic"/>
                <a:cs typeface="Yu Gothic"/>
              </a:defRPr>
            </a:lvl9pPr>
          </a:lstStyle>
          <a:p xmlns:a="http://schemas.openxmlformats.org/drawingml/2006/main">
            <a:pPr>
              <a:buNone/>
              <a:defRPr sz="3000" b="1">
                <a:solidFill>
                  <a:srgbClr val="193B59"/>
                </a:solidFill>
                <a:latin typeface="Yu Gothic"/>
                <a:ea typeface="Yu Gothic"/>
                <a:cs typeface="Yu Gothic"/>
              </a:defRPr>
            </a:pPr>
            <a:r>
              <a:rPr sz="3000" b="1">
                <a:solidFill>
                  <a:srgbClr val="193B59"/>
                </a:solidFill>
                <a:latin typeface="Yu Gothic"/>
                <a:ea typeface="Yu Gothic"/>
                <a:cs typeface="Yu Gothic"/>
              </a:rPr>
              <a:t>短い休憩</a:t>
            </a:r>
          </a:p>
        </p:txBody>
      </p:sp>
      <p:sp>
        <p:nvSpPr>
          <p:cNvPr id="2" name="">
            <a:extLst xmlns:a="http://schemas.openxmlformats.org/drawingml/2006/main">
              <a:ext uri="{FF2B5EF4-FFF2-40B4-BE49-F238E27FC236}">
                <a16:creationId xmlns:a16="http://schemas.microsoft.com/office/drawing/2014/main" id="{E38AA5F8-A37B-4D51-B041-629D3C7599B7}"/>
              </a:ext>
            </a:extLst>
          </p:cNvPr>
          <p:cNvSpPr>
            <a:spLocks xmlns:a="http://schemas.openxmlformats.org/drawingml/2006/main" noGrp="1"/>
          </p:cNvSpPr>
          <p:nvPr/>
        </p:nvSpPr>
        <p:spPr>
          <a:xfrm xmlns:a="http://schemas.openxmlformats.org/drawingml/2006/main" flipH="0" flipV="0">
            <a:off x="685800" y="1323975"/>
            <a:ext cx="10820400" cy="0"/>
          </a:xfrm>
          <a:prstGeom xmlns:a="http://schemas.openxmlformats.org/drawingml/2006/main" prst="line">
            <a:avLst/>
          </a:pr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FB2A7339-BBBF-451F-AD5F-D4B279E8D625}"/>
              </a:ext>
            </a:extLst>
          </p:cNvPr>
          <p:cNvSpPr>
            <a:spLocks xmlns:a="http://schemas.openxmlformats.org/drawingml/2006/main" noGrp="1"/>
          </p:cNvSpPr>
          <p:nvPr/>
        </p:nvSpPr>
        <p:spPr>
          <a:xfrm xmlns:a="http://schemas.openxmlformats.org/drawingml/2006/main">
            <a:off x="809625" y="16668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1">
                <a:solidFill>
                  <a:srgbClr val="2A6C9B"/>
                </a:solidFill>
                <a:latin typeface="Yu Gothic"/>
                <a:ea typeface="Yu Gothic"/>
                <a:cs typeface="Yu Gothic"/>
              </a:defRPr>
            </a:defPPr>
            <a:lvl1pPr>
              <a:buNone/>
              <a:defRPr sz="2325" b="1">
                <a:solidFill>
                  <a:srgbClr val="2A6C9B"/>
                </a:solidFill>
                <a:latin typeface="Yu Gothic"/>
                <a:ea typeface="Yu Gothic"/>
                <a:cs typeface="Yu Gothic"/>
              </a:defRPr>
            </a:lvl1pPr>
            <a:lvl2pPr>
              <a:buNone/>
              <a:defRPr sz="2325" b="1">
                <a:solidFill>
                  <a:srgbClr val="2A6C9B"/>
                </a:solidFill>
                <a:latin typeface="Yu Gothic"/>
                <a:ea typeface="Yu Gothic"/>
                <a:cs typeface="Yu Gothic"/>
              </a:defRPr>
            </a:lvl2pPr>
            <a:lvl3pPr>
              <a:buNone/>
              <a:defRPr sz="2325" b="1">
                <a:solidFill>
                  <a:srgbClr val="2A6C9B"/>
                </a:solidFill>
                <a:latin typeface="Yu Gothic"/>
                <a:ea typeface="Yu Gothic"/>
                <a:cs typeface="Yu Gothic"/>
              </a:defRPr>
            </a:lvl3pPr>
            <a:lvl4pPr>
              <a:buNone/>
              <a:defRPr sz="2325" b="1">
                <a:solidFill>
                  <a:srgbClr val="2A6C9B"/>
                </a:solidFill>
                <a:latin typeface="Yu Gothic"/>
                <a:ea typeface="Yu Gothic"/>
                <a:cs typeface="Yu Gothic"/>
              </a:defRPr>
            </a:lvl4pPr>
            <a:lvl5pPr>
              <a:buNone/>
              <a:defRPr sz="2325" b="1">
                <a:solidFill>
                  <a:srgbClr val="2A6C9B"/>
                </a:solidFill>
                <a:latin typeface="Yu Gothic"/>
                <a:ea typeface="Yu Gothic"/>
                <a:cs typeface="Yu Gothic"/>
              </a:defRPr>
            </a:lvl5pPr>
            <a:lvl6pPr>
              <a:buNone/>
              <a:defRPr sz="2325" b="1">
                <a:solidFill>
                  <a:srgbClr val="2A6C9B"/>
                </a:solidFill>
                <a:latin typeface="Yu Gothic"/>
                <a:ea typeface="Yu Gothic"/>
                <a:cs typeface="Yu Gothic"/>
              </a:defRPr>
            </a:lvl6pPr>
            <a:lvl7pPr>
              <a:buNone/>
              <a:defRPr sz="2325" b="1">
                <a:solidFill>
                  <a:srgbClr val="2A6C9B"/>
                </a:solidFill>
                <a:latin typeface="Yu Gothic"/>
                <a:ea typeface="Yu Gothic"/>
                <a:cs typeface="Yu Gothic"/>
              </a:defRPr>
            </a:lvl7pPr>
            <a:lvl8pPr>
              <a:buNone/>
              <a:defRPr sz="2325" b="1">
                <a:solidFill>
                  <a:srgbClr val="2A6C9B"/>
                </a:solidFill>
                <a:latin typeface="Yu Gothic"/>
                <a:ea typeface="Yu Gothic"/>
                <a:cs typeface="Yu Gothic"/>
              </a:defRPr>
            </a:lvl8pPr>
            <a:lvl9pPr>
              <a:buNone/>
              <a:defRPr sz="2325" b="1">
                <a:solidFill>
                  <a:srgbClr val="2A6C9B"/>
                </a:solidFill>
                <a:latin typeface="Yu Gothic"/>
                <a:ea typeface="Yu Gothic"/>
                <a:cs typeface="Yu Gothic"/>
              </a:defRPr>
            </a:lvl9pPr>
          </a:lstStyle>
          <a:p xmlns:a="http://schemas.openxmlformats.org/drawingml/2006/main">
            <a:pPr>
              <a:buNone/>
              <a:defRPr sz="2325" b="1">
                <a:solidFill>
                  <a:srgbClr val="2A6C9B"/>
                </a:solidFill>
                <a:latin typeface="Yu Gothic"/>
                <a:ea typeface="Yu Gothic"/>
                <a:cs typeface="Yu Gothic"/>
              </a:defRPr>
            </a:pPr>
            <a:r>
              <a:rPr sz="2325" b="1">
                <a:solidFill>
                  <a:srgbClr val="2A6C9B"/>
                </a:solidFill>
                <a:latin typeface="Yu Gothic"/>
                <a:ea typeface="Yu Gothic"/>
                <a:cs typeface="Yu Gothic"/>
              </a:rPr>
              <a:t>画面から目を離しましょう</a:t>
            </a:r>
          </a:p>
        </p:txBody>
      </p:sp>
      <p:sp>
        <p:nvSpPr>
          <p:cNvPr id="4" name="">
            <a:extLst xmlns:a="http://schemas.openxmlformats.org/drawingml/2006/main">
              <a:ext uri="{FF2B5EF4-FFF2-40B4-BE49-F238E27FC236}">
                <a16:creationId xmlns:a16="http://schemas.microsoft.com/office/drawing/2014/main" id="{F428C8AD-86F0-4869-96E9-B2588DA00C25}"/>
              </a:ext>
            </a:extLst>
          </p:cNvPr>
          <p:cNvSpPr>
            <a:spLocks xmlns:a="http://schemas.openxmlformats.org/drawingml/2006/main" noGrp="1"/>
          </p:cNvSpPr>
          <p:nvPr/>
        </p:nvSpPr>
        <p:spPr>
          <a:xfrm xmlns:a="http://schemas.openxmlformats.org/drawingml/2006/main">
            <a:off x="809625" y="26193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A6C9B"/>
                </a:solidFill>
                <a:latin typeface="Yu Gothic"/>
                <a:ea typeface="Yu Gothic"/>
                <a:cs typeface="Yu Gothic"/>
              </a:defRPr>
            </a:defPPr>
            <a:lvl1pPr>
              <a:buNone/>
              <a:defRPr sz="2325" b="0">
                <a:solidFill>
                  <a:srgbClr val="2A6C9B"/>
                </a:solidFill>
                <a:latin typeface="Yu Gothic"/>
                <a:ea typeface="Yu Gothic"/>
                <a:cs typeface="Yu Gothic"/>
              </a:defRPr>
            </a:lvl1pPr>
            <a:lvl2pPr>
              <a:buNone/>
              <a:defRPr sz="2325" b="0">
                <a:solidFill>
                  <a:srgbClr val="2A6C9B"/>
                </a:solidFill>
                <a:latin typeface="Yu Gothic"/>
                <a:ea typeface="Yu Gothic"/>
                <a:cs typeface="Yu Gothic"/>
              </a:defRPr>
            </a:lvl2pPr>
            <a:lvl3pPr>
              <a:buNone/>
              <a:defRPr sz="2325" b="0">
                <a:solidFill>
                  <a:srgbClr val="2A6C9B"/>
                </a:solidFill>
                <a:latin typeface="Yu Gothic"/>
                <a:ea typeface="Yu Gothic"/>
                <a:cs typeface="Yu Gothic"/>
              </a:defRPr>
            </a:lvl3pPr>
            <a:lvl4pPr>
              <a:buNone/>
              <a:defRPr sz="2325" b="0">
                <a:solidFill>
                  <a:srgbClr val="2A6C9B"/>
                </a:solidFill>
                <a:latin typeface="Yu Gothic"/>
                <a:ea typeface="Yu Gothic"/>
                <a:cs typeface="Yu Gothic"/>
              </a:defRPr>
            </a:lvl4pPr>
            <a:lvl5pPr>
              <a:buNone/>
              <a:defRPr sz="2325" b="0">
                <a:solidFill>
                  <a:srgbClr val="2A6C9B"/>
                </a:solidFill>
                <a:latin typeface="Yu Gothic"/>
                <a:ea typeface="Yu Gothic"/>
                <a:cs typeface="Yu Gothic"/>
              </a:defRPr>
            </a:lvl5pPr>
            <a:lvl6pPr>
              <a:buNone/>
              <a:defRPr sz="2325" b="0">
                <a:solidFill>
                  <a:srgbClr val="2A6C9B"/>
                </a:solidFill>
                <a:latin typeface="Yu Gothic"/>
                <a:ea typeface="Yu Gothic"/>
                <a:cs typeface="Yu Gothic"/>
              </a:defRPr>
            </a:lvl6pPr>
            <a:lvl7pPr>
              <a:buNone/>
              <a:defRPr sz="2325" b="0">
                <a:solidFill>
                  <a:srgbClr val="2A6C9B"/>
                </a:solidFill>
                <a:latin typeface="Yu Gothic"/>
                <a:ea typeface="Yu Gothic"/>
                <a:cs typeface="Yu Gothic"/>
              </a:defRPr>
            </a:lvl7pPr>
            <a:lvl8pPr>
              <a:buNone/>
              <a:defRPr sz="2325" b="0">
                <a:solidFill>
                  <a:srgbClr val="2A6C9B"/>
                </a:solidFill>
                <a:latin typeface="Yu Gothic"/>
                <a:ea typeface="Yu Gothic"/>
                <a:cs typeface="Yu Gothic"/>
              </a:defRPr>
            </a:lvl8pPr>
            <a:lvl9pPr>
              <a:buNone/>
              <a:defRPr sz="2325" b="0">
                <a:solidFill>
                  <a:srgbClr val="2A6C9B"/>
                </a:solidFill>
                <a:latin typeface="Yu Gothic"/>
                <a:ea typeface="Yu Gothic"/>
                <a:cs typeface="Yu Gothic"/>
              </a:defRPr>
            </a:lvl9pPr>
          </a:lstStyle>
          <a:p xmlns:a="http://schemas.openxmlformats.org/drawingml/2006/main">
            <a:pPr>
              <a:buNone/>
              <a:defRPr sz="2325" b="0">
                <a:solidFill>
                  <a:srgbClr val="2A6C9B"/>
                </a:solidFill>
                <a:latin typeface="Yu Gothic"/>
                <a:ea typeface="Yu Gothic"/>
                <a:cs typeface="Yu Gothic"/>
              </a:defRPr>
            </a:pPr>
            <a:r>
              <a:rPr sz="2325" b="0">
                <a:solidFill>
                  <a:srgbClr val="2A6C9B"/>
                </a:solidFill>
                <a:latin typeface="Yu Gothic"/>
                <a:ea typeface="Yu Gothic"/>
                <a:cs typeface="Yu Gothic"/>
              </a:rPr>
              <a:t>休憩の目安：60秒</a:t>
            </a:r>
          </a:p>
        </p:txBody>
      </p:sp>
      <p:sp>
        <p:nvSpPr>
          <p:cNvPr id="5" name="">
            <a:extLst xmlns:a="http://schemas.openxmlformats.org/drawingml/2006/main">
              <a:ext uri="{FF2B5EF4-FFF2-40B4-BE49-F238E27FC236}">
                <a16:creationId xmlns:a16="http://schemas.microsoft.com/office/drawing/2014/main" id="{540AEF08-0B33-411E-B84E-63241B2C76E7}"/>
              </a:ext>
            </a:extLst>
          </p:cNvPr>
          <p:cNvSpPr>
            <a:spLocks xmlns:a="http://schemas.openxmlformats.org/drawingml/2006/main" noGrp="1"/>
          </p:cNvSpPr>
          <p:nvPr/>
        </p:nvSpPr>
        <p:spPr>
          <a:xfrm xmlns:a="http://schemas.openxmlformats.org/drawingml/2006/main">
            <a:off x="809625" y="35718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A6C9B"/>
                </a:solidFill>
                <a:latin typeface="Yu Gothic"/>
                <a:ea typeface="Yu Gothic"/>
                <a:cs typeface="Yu Gothic"/>
              </a:defRPr>
            </a:defPPr>
            <a:lvl1pPr>
              <a:buNone/>
              <a:defRPr sz="2325" b="0">
                <a:solidFill>
                  <a:srgbClr val="2A6C9B"/>
                </a:solidFill>
                <a:latin typeface="Yu Gothic"/>
                <a:ea typeface="Yu Gothic"/>
                <a:cs typeface="Yu Gothic"/>
              </a:defRPr>
            </a:lvl1pPr>
            <a:lvl2pPr>
              <a:buNone/>
              <a:defRPr sz="2325" b="0">
                <a:solidFill>
                  <a:srgbClr val="2A6C9B"/>
                </a:solidFill>
                <a:latin typeface="Yu Gothic"/>
                <a:ea typeface="Yu Gothic"/>
                <a:cs typeface="Yu Gothic"/>
              </a:defRPr>
            </a:lvl2pPr>
            <a:lvl3pPr>
              <a:buNone/>
              <a:defRPr sz="2325" b="0">
                <a:solidFill>
                  <a:srgbClr val="2A6C9B"/>
                </a:solidFill>
                <a:latin typeface="Yu Gothic"/>
                <a:ea typeface="Yu Gothic"/>
                <a:cs typeface="Yu Gothic"/>
              </a:defRPr>
            </a:lvl3pPr>
            <a:lvl4pPr>
              <a:buNone/>
              <a:defRPr sz="2325" b="0">
                <a:solidFill>
                  <a:srgbClr val="2A6C9B"/>
                </a:solidFill>
                <a:latin typeface="Yu Gothic"/>
                <a:ea typeface="Yu Gothic"/>
                <a:cs typeface="Yu Gothic"/>
              </a:defRPr>
            </a:lvl4pPr>
            <a:lvl5pPr>
              <a:buNone/>
              <a:defRPr sz="2325" b="0">
                <a:solidFill>
                  <a:srgbClr val="2A6C9B"/>
                </a:solidFill>
                <a:latin typeface="Yu Gothic"/>
                <a:ea typeface="Yu Gothic"/>
                <a:cs typeface="Yu Gothic"/>
              </a:defRPr>
            </a:lvl5pPr>
            <a:lvl6pPr>
              <a:buNone/>
              <a:defRPr sz="2325" b="0">
                <a:solidFill>
                  <a:srgbClr val="2A6C9B"/>
                </a:solidFill>
                <a:latin typeface="Yu Gothic"/>
                <a:ea typeface="Yu Gothic"/>
                <a:cs typeface="Yu Gothic"/>
              </a:defRPr>
            </a:lvl6pPr>
            <a:lvl7pPr>
              <a:buNone/>
              <a:defRPr sz="2325" b="0">
                <a:solidFill>
                  <a:srgbClr val="2A6C9B"/>
                </a:solidFill>
                <a:latin typeface="Yu Gothic"/>
                <a:ea typeface="Yu Gothic"/>
                <a:cs typeface="Yu Gothic"/>
              </a:defRPr>
            </a:lvl7pPr>
            <a:lvl8pPr>
              <a:buNone/>
              <a:defRPr sz="2325" b="0">
                <a:solidFill>
                  <a:srgbClr val="2A6C9B"/>
                </a:solidFill>
                <a:latin typeface="Yu Gothic"/>
                <a:ea typeface="Yu Gothic"/>
                <a:cs typeface="Yu Gothic"/>
              </a:defRPr>
            </a:lvl8pPr>
            <a:lvl9pPr>
              <a:buNone/>
              <a:defRPr sz="2325" b="0">
                <a:solidFill>
                  <a:srgbClr val="2A6C9B"/>
                </a:solidFill>
                <a:latin typeface="Yu Gothic"/>
                <a:ea typeface="Yu Gothic"/>
                <a:cs typeface="Yu Gothic"/>
              </a:defRPr>
            </a:lvl9pPr>
          </a:lstStyle>
          <a:p xmlns:a="http://schemas.openxmlformats.org/drawingml/2006/main">
            <a:pPr>
              <a:buNone/>
              <a:defRPr sz="2325" b="0">
                <a:solidFill>
                  <a:srgbClr val="2A6C9B"/>
                </a:solidFill>
                <a:latin typeface="Yu Gothic"/>
                <a:ea typeface="Yu Gothic"/>
                <a:cs typeface="Yu Gothic"/>
              </a:defRPr>
            </a:pPr>
            <a:r>
              <a:rPr sz="2325" b="0">
                <a:solidFill>
                  <a:srgbClr val="2A6C9B"/>
                </a:solidFill>
                <a:latin typeface="Yu Gothic"/>
                <a:ea typeface="Yu Gothic"/>
                <a:cs typeface="Yu Gothic"/>
              </a:rPr>
              <a:t>再開後：ケミカルリサイクルと熱回収</a:t>
            </a:r>
          </a:p>
        </p:txBody>
      </p:sp>
      <p:sp>
        <p:nvSpPr>
          <p:cNvPr id="6" name="">
            <a:extLst xmlns:a="http://schemas.openxmlformats.org/drawingml/2006/main">
              <a:ext uri="{FF2B5EF4-FFF2-40B4-BE49-F238E27FC236}">
                <a16:creationId xmlns:a16="http://schemas.microsoft.com/office/drawing/2014/main" id="{A90C45B7-D6E7-4700-8D98-9D4EE65A3C54}"/>
              </a:ext>
            </a:extLst>
          </p:cNvPr>
          <p:cNvSpPr>
            <a:spLocks xmlns:a="http://schemas.openxmlformats.org/drawingml/2006/main" noGrp="1"/>
          </p:cNvSpPr>
          <p:nvPr/>
        </p:nvSpPr>
        <p:spPr>
          <a:xfrm xmlns:a="http://schemas.openxmlformats.org/drawingml/2006/main">
            <a:off x="809625" y="5667375"/>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725" b="1">
                <a:solidFill>
                  <a:srgbClr val="337568"/>
                </a:solidFill>
                <a:latin typeface="Yu Gothic"/>
                <a:ea typeface="Yu Gothic"/>
                <a:cs typeface="Yu Gothic"/>
              </a:defRPr>
            </a:defPPr>
            <a:lvl1pPr>
              <a:buNone/>
              <a:defRPr sz="1725" b="1">
                <a:solidFill>
                  <a:srgbClr val="337568"/>
                </a:solidFill>
                <a:latin typeface="Yu Gothic"/>
                <a:ea typeface="Yu Gothic"/>
                <a:cs typeface="Yu Gothic"/>
              </a:defRPr>
            </a:lvl1pPr>
            <a:lvl2pPr>
              <a:buNone/>
              <a:defRPr sz="1725" b="1">
                <a:solidFill>
                  <a:srgbClr val="337568"/>
                </a:solidFill>
                <a:latin typeface="Yu Gothic"/>
                <a:ea typeface="Yu Gothic"/>
                <a:cs typeface="Yu Gothic"/>
              </a:defRPr>
            </a:lvl2pPr>
            <a:lvl3pPr>
              <a:buNone/>
              <a:defRPr sz="1725" b="1">
                <a:solidFill>
                  <a:srgbClr val="337568"/>
                </a:solidFill>
                <a:latin typeface="Yu Gothic"/>
                <a:ea typeface="Yu Gothic"/>
                <a:cs typeface="Yu Gothic"/>
              </a:defRPr>
            </a:lvl3pPr>
            <a:lvl4pPr>
              <a:buNone/>
              <a:defRPr sz="1725" b="1">
                <a:solidFill>
                  <a:srgbClr val="337568"/>
                </a:solidFill>
                <a:latin typeface="Yu Gothic"/>
                <a:ea typeface="Yu Gothic"/>
                <a:cs typeface="Yu Gothic"/>
              </a:defRPr>
            </a:lvl4pPr>
            <a:lvl5pPr>
              <a:buNone/>
              <a:defRPr sz="1725" b="1">
                <a:solidFill>
                  <a:srgbClr val="337568"/>
                </a:solidFill>
                <a:latin typeface="Yu Gothic"/>
                <a:ea typeface="Yu Gothic"/>
                <a:cs typeface="Yu Gothic"/>
              </a:defRPr>
            </a:lvl5pPr>
            <a:lvl6pPr>
              <a:buNone/>
              <a:defRPr sz="1725" b="1">
                <a:solidFill>
                  <a:srgbClr val="337568"/>
                </a:solidFill>
                <a:latin typeface="Yu Gothic"/>
                <a:ea typeface="Yu Gothic"/>
                <a:cs typeface="Yu Gothic"/>
              </a:defRPr>
            </a:lvl6pPr>
            <a:lvl7pPr>
              <a:buNone/>
              <a:defRPr sz="1725" b="1">
                <a:solidFill>
                  <a:srgbClr val="337568"/>
                </a:solidFill>
                <a:latin typeface="Yu Gothic"/>
                <a:ea typeface="Yu Gothic"/>
                <a:cs typeface="Yu Gothic"/>
              </a:defRPr>
            </a:lvl7pPr>
            <a:lvl8pPr>
              <a:buNone/>
              <a:defRPr sz="1725" b="1">
                <a:solidFill>
                  <a:srgbClr val="337568"/>
                </a:solidFill>
                <a:latin typeface="Yu Gothic"/>
                <a:ea typeface="Yu Gothic"/>
                <a:cs typeface="Yu Gothic"/>
              </a:defRPr>
            </a:lvl8pPr>
            <a:lvl9pPr>
              <a:buNone/>
              <a:defRPr sz="1725" b="1">
                <a:solidFill>
                  <a:srgbClr val="337568"/>
                </a:solidFill>
                <a:latin typeface="Yu Gothic"/>
                <a:ea typeface="Yu Gothic"/>
                <a:cs typeface="Yu Gothic"/>
              </a:defRPr>
            </a:lvl9pPr>
          </a:lstStyle>
          <a:p xmlns:a="http://schemas.openxmlformats.org/drawingml/2006/main">
            <a:pPr>
              <a:buNone/>
              <a:defRPr sz="1725" b="1">
                <a:solidFill>
                  <a:srgbClr val="337568"/>
                </a:solidFill>
                <a:latin typeface="Yu Gothic"/>
                <a:ea typeface="Yu Gothic"/>
                <a:cs typeface="Yu Gothic"/>
              </a:defRPr>
            </a:pPr>
            <a:r>
              <a:rPr sz="1725" b="1">
                <a:solidFill>
                  <a:srgbClr val="337568"/>
                </a:solidFill>
                <a:latin typeface="Yu Gothic"/>
                <a:ea typeface="Yu Gothic"/>
                <a:cs typeface="Yu Gothic"/>
              </a:rPr>
              <a:t>目安 60秒／必要に応じて一時停止</a:t>
            </a:r>
          </a:p>
        </p:txBody>
      </p:sp>
      <p:sp>
        <p:nvSpPr>
          <p:cNvPr id="7" name="">
            <a:extLst xmlns:a="http://schemas.openxmlformats.org/drawingml/2006/main">
              <a:ext uri="{FF2B5EF4-FFF2-40B4-BE49-F238E27FC236}">
                <a16:creationId xmlns:a16="http://schemas.microsoft.com/office/drawing/2014/main" id="{10D77FE3-8A90-4D57-ACAA-D1BA0C017477}"/>
              </a:ext>
            </a:extLst>
          </p:cNvPr>
          <p:cNvSpPr>
            <a:spLocks xmlns:a="http://schemas.openxmlformats.org/drawingml/2006/main" noGrp="1"/>
          </p:cNvSpPr>
          <p:nvPr/>
        </p:nvSpPr>
        <p:spPr>
          <a:xfrm xmlns:a="http://schemas.openxmlformats.org/drawingml/2006/main">
            <a:off x="685800" y="6353175"/>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第8回</a:t>
            </a:r>
          </a:p>
        </p:txBody>
      </p:sp>
      <p:sp>
        <p:nvSpPr>
          <p:cNvPr id="8" name="">
            <a:extLst xmlns:a="http://schemas.openxmlformats.org/drawingml/2006/main">
              <a:ext uri="{FF2B5EF4-FFF2-40B4-BE49-F238E27FC236}">
                <a16:creationId xmlns:a16="http://schemas.microsoft.com/office/drawing/2014/main" id="{E45F59D1-3D84-4BE6-8D7E-B50BB7D5122F}"/>
              </a:ext>
            </a:extLst>
          </p:cNvPr>
          <p:cNvSpPr>
            <a:spLocks xmlns:a="http://schemas.openxmlformats.org/drawingml/2006/main" noGrp="1"/>
          </p:cNvSpPr>
          <p:nvPr/>
        </p:nvSpPr>
        <p:spPr>
          <a:xfrm xmlns:a="http://schemas.openxmlformats.org/drawingml/2006/main">
            <a:off x="10382250" y="6353175"/>
            <a:ext cx="123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21 / 43</a:t>
            </a:r>
          </a:p>
        </p:txBody>
      </p:sp>
    </p:spTree>
    <p:extLst>
      <p:ext uri="{BB962C8B-B14F-4D97-AF65-F5344CB8AC3E}">
        <p14:creationId xmlns:p14="http://schemas.microsoft.com/office/powerpoint/2010/main" val="1261304193"/>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12205B05-2269-4C9B-9F0D-EF9471E2FE85}"/>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93B59"/>
                </a:solidFill>
                <a:latin typeface="Yu Gothic"/>
                <a:ea typeface="Yu Gothic"/>
                <a:cs typeface="Yu Gothic"/>
              </a:defRPr>
            </a:defPPr>
            <a:lvl1pPr>
              <a:buNone/>
              <a:defRPr sz="3000" b="1">
                <a:solidFill>
                  <a:srgbClr val="193B59"/>
                </a:solidFill>
                <a:latin typeface="Yu Gothic"/>
                <a:ea typeface="Yu Gothic"/>
                <a:cs typeface="Yu Gothic"/>
              </a:defRPr>
            </a:lvl1pPr>
            <a:lvl2pPr>
              <a:buNone/>
              <a:defRPr sz="3000" b="1">
                <a:solidFill>
                  <a:srgbClr val="193B59"/>
                </a:solidFill>
                <a:latin typeface="Yu Gothic"/>
                <a:ea typeface="Yu Gothic"/>
                <a:cs typeface="Yu Gothic"/>
              </a:defRPr>
            </a:lvl2pPr>
            <a:lvl3pPr>
              <a:buNone/>
              <a:defRPr sz="3000" b="1">
                <a:solidFill>
                  <a:srgbClr val="193B59"/>
                </a:solidFill>
                <a:latin typeface="Yu Gothic"/>
                <a:ea typeface="Yu Gothic"/>
                <a:cs typeface="Yu Gothic"/>
              </a:defRPr>
            </a:lvl3pPr>
            <a:lvl4pPr>
              <a:buNone/>
              <a:defRPr sz="3000" b="1">
                <a:solidFill>
                  <a:srgbClr val="193B59"/>
                </a:solidFill>
                <a:latin typeface="Yu Gothic"/>
                <a:ea typeface="Yu Gothic"/>
                <a:cs typeface="Yu Gothic"/>
              </a:defRPr>
            </a:lvl4pPr>
            <a:lvl5pPr>
              <a:buNone/>
              <a:defRPr sz="3000" b="1">
                <a:solidFill>
                  <a:srgbClr val="193B59"/>
                </a:solidFill>
                <a:latin typeface="Yu Gothic"/>
                <a:ea typeface="Yu Gothic"/>
                <a:cs typeface="Yu Gothic"/>
              </a:defRPr>
            </a:lvl5pPr>
            <a:lvl6pPr>
              <a:buNone/>
              <a:defRPr sz="3000" b="1">
                <a:solidFill>
                  <a:srgbClr val="193B59"/>
                </a:solidFill>
                <a:latin typeface="Yu Gothic"/>
                <a:ea typeface="Yu Gothic"/>
                <a:cs typeface="Yu Gothic"/>
              </a:defRPr>
            </a:lvl6pPr>
            <a:lvl7pPr>
              <a:buNone/>
              <a:defRPr sz="3000" b="1">
                <a:solidFill>
                  <a:srgbClr val="193B59"/>
                </a:solidFill>
                <a:latin typeface="Yu Gothic"/>
                <a:ea typeface="Yu Gothic"/>
                <a:cs typeface="Yu Gothic"/>
              </a:defRPr>
            </a:lvl7pPr>
            <a:lvl8pPr>
              <a:buNone/>
              <a:defRPr sz="3000" b="1">
                <a:solidFill>
                  <a:srgbClr val="193B59"/>
                </a:solidFill>
                <a:latin typeface="Yu Gothic"/>
                <a:ea typeface="Yu Gothic"/>
                <a:cs typeface="Yu Gothic"/>
              </a:defRPr>
            </a:lvl8pPr>
            <a:lvl9pPr>
              <a:buNone/>
              <a:defRPr sz="3000" b="1">
                <a:solidFill>
                  <a:srgbClr val="193B59"/>
                </a:solidFill>
                <a:latin typeface="Yu Gothic"/>
                <a:ea typeface="Yu Gothic"/>
                <a:cs typeface="Yu Gothic"/>
              </a:defRPr>
            </a:lvl9pPr>
          </a:lstStyle>
          <a:p xmlns:a="http://schemas.openxmlformats.org/drawingml/2006/main">
            <a:pPr>
              <a:buNone/>
              <a:defRPr sz="3000" b="1">
                <a:solidFill>
                  <a:srgbClr val="193B59"/>
                </a:solidFill>
                <a:latin typeface="Yu Gothic"/>
                <a:ea typeface="Yu Gothic"/>
                <a:cs typeface="Yu Gothic"/>
              </a:defRPr>
            </a:pPr>
            <a:r>
              <a:rPr sz="3000" b="1">
                <a:solidFill>
                  <a:srgbClr val="193B59"/>
                </a:solidFill>
                <a:latin typeface="Yu Gothic"/>
                <a:ea typeface="Yu Gothic"/>
                <a:cs typeface="Yu Gothic"/>
              </a:rPr>
              <a:t>ケミカルリサイクルと熱回収</a:t>
            </a:r>
          </a:p>
        </p:txBody>
      </p:sp>
      <p:sp>
        <p:nvSpPr>
          <p:cNvPr id="2" name="">
            <a:extLst xmlns:a="http://schemas.openxmlformats.org/drawingml/2006/main">
              <a:ext uri="{FF2B5EF4-FFF2-40B4-BE49-F238E27FC236}">
                <a16:creationId xmlns:a16="http://schemas.microsoft.com/office/drawing/2014/main" id="{8045EB27-1A89-40D5-8CF1-CBD0C798A15E}"/>
              </a:ext>
            </a:extLst>
          </p:cNvPr>
          <p:cNvSpPr>
            <a:spLocks xmlns:a="http://schemas.openxmlformats.org/drawingml/2006/main" noGrp="1"/>
          </p:cNvSpPr>
          <p:nvPr/>
        </p:nvSpPr>
        <p:spPr>
          <a:xfrm xmlns:a="http://schemas.openxmlformats.org/drawingml/2006/main" flipH="0" flipV="0">
            <a:off x="685800" y="1323975"/>
            <a:ext cx="10820400" cy="0"/>
          </a:xfrm>
          <a:prstGeom xmlns:a="http://schemas.openxmlformats.org/drawingml/2006/main" prst="line">
            <a:avLst/>
          </a:prstGeom>
          <a:noFill xmlns:a="http://schemas.openxmlformats.org/drawingml/2006/main"/>
          <a:ln xmlns:a="http://schemas.openxmlformats.org/drawingml/2006/main" w="19050">
            <a:solidFill>
              <a:srgbClr val="D8E1E7"/>
            </a:solidFill>
          </a:ln>
        </p:spPr>
      </p:sp>
      <p:sp>
        <p:nvSpPr>
          <p:cNvPr id="10" name="">
            <a:extLst xmlns:a="http://schemas.openxmlformats.org/drawingml/2006/main">
              <a:ext uri="{FF2B5EF4-FFF2-40B4-BE49-F238E27FC236}">
                <a16:creationId xmlns:a16="http://schemas.microsoft.com/office/drawing/2014/main" id="{92D16BC1-1949-4102-89C5-2B8E02DD9084}"/>
              </a:ext>
            </a:extLst>
          </p:cNvPr>
          <p:cNvSpPr>
            <a:spLocks xmlns:a="http://schemas.openxmlformats.org/drawingml/2006/main" noGrp="1"/>
          </p:cNvSpPr>
          <p:nvPr/>
        </p:nvSpPr>
        <p:spPr>
          <a:xfrm xmlns:a="http://schemas.openxmlformats.org/drawingml/2006/main">
            <a:off x="685800" y="6353175"/>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第8回</a:t>
            </a:r>
          </a:p>
        </p:txBody>
      </p:sp>
      <p:sp>
        <p:nvSpPr>
          <p:cNvPr id="11" name="">
            <a:extLst xmlns:a="http://schemas.openxmlformats.org/drawingml/2006/main">
              <a:ext uri="{FF2B5EF4-FFF2-40B4-BE49-F238E27FC236}">
                <a16:creationId xmlns:a16="http://schemas.microsoft.com/office/drawing/2014/main" id="{4A938E94-90ED-443F-9D49-A6D67375BA28}"/>
              </a:ext>
            </a:extLst>
          </p:cNvPr>
          <p:cNvSpPr>
            <a:spLocks xmlns:a="http://schemas.openxmlformats.org/drawingml/2006/main" noGrp="1"/>
          </p:cNvSpPr>
          <p:nvPr/>
        </p:nvSpPr>
        <p:spPr>
          <a:xfrm xmlns:a="http://schemas.openxmlformats.org/drawingml/2006/main">
            <a:off x="10382250" y="6353175"/>
            <a:ext cx="123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22 / 43</a:t>
            </a:r>
          </a:p>
        </p:txBody>
      </p:sp>
      <p:sp>
        <p:nvSpPr>
          <p:cNvPr id="13" name="">
            <a:extLst xmlns:a="http://schemas.openxmlformats.org/drawingml/2006/main">
              <a:ext uri="{FF2B5EF4-FFF2-40B4-BE49-F238E27FC236}">
                <a16:creationId xmlns:a16="http://schemas.microsoft.com/office/drawing/2014/main" id="{E8AD07A7-35C9-42B6-A58F-97EBD99C0F45}"/>
              </a:ext>
            </a:extLst>
          </p:cNvPr>
          <p:cNvSpPr>
            <a:spLocks xmlns:a="http://schemas.openxmlformats.org/drawingml/2006/main" noGrp="1"/>
          </p:cNvSpPr>
          <p:nvPr/>
        </p:nvSpPr>
        <p:spPr>
          <a:xfrm xmlns:a="http://schemas.openxmlformats.org/drawingml/2006/main">
            <a:off x="809625" y="1666875"/>
            <a:ext cx="4857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1">
                <a:solidFill>
                  <a:srgbClr val="263D4D"/>
                </a:solidFill>
                <a:latin typeface="Yu Gothic"/>
                <a:ea typeface="Yu Gothic"/>
                <a:cs typeface="Yu Gothic"/>
              </a:defRPr>
            </a:defPPr>
            <a:lvl1pPr>
              <a:defRPr sz="2325" b="1">
                <a:solidFill>
                  <a:srgbClr val="263D4D"/>
                </a:solidFill>
                <a:latin typeface="Yu Gothic"/>
                <a:ea typeface="Yu Gothic"/>
                <a:cs typeface="Yu Gothic"/>
              </a:defRPr>
            </a:lvl1pPr>
            <a:lvl2pPr>
              <a:defRPr sz="2325" b="1">
                <a:solidFill>
                  <a:srgbClr val="263D4D"/>
                </a:solidFill>
                <a:latin typeface="Yu Gothic"/>
                <a:ea typeface="Yu Gothic"/>
                <a:cs typeface="Yu Gothic"/>
              </a:defRPr>
            </a:lvl2pPr>
            <a:lvl3pPr>
              <a:defRPr sz="2325" b="1">
                <a:solidFill>
                  <a:srgbClr val="263D4D"/>
                </a:solidFill>
                <a:latin typeface="Yu Gothic"/>
                <a:ea typeface="Yu Gothic"/>
                <a:cs typeface="Yu Gothic"/>
              </a:defRPr>
            </a:lvl3pPr>
            <a:lvl4pPr>
              <a:defRPr sz="2325" b="1">
                <a:solidFill>
                  <a:srgbClr val="263D4D"/>
                </a:solidFill>
                <a:latin typeface="Yu Gothic"/>
                <a:ea typeface="Yu Gothic"/>
                <a:cs typeface="Yu Gothic"/>
              </a:defRPr>
            </a:lvl4pPr>
            <a:lvl5pPr>
              <a:defRPr sz="2325" b="1">
                <a:solidFill>
                  <a:srgbClr val="263D4D"/>
                </a:solidFill>
                <a:latin typeface="Yu Gothic"/>
                <a:ea typeface="Yu Gothic"/>
                <a:cs typeface="Yu Gothic"/>
              </a:defRPr>
            </a:lvl5pPr>
            <a:lvl6pPr>
              <a:defRPr sz="2325" b="1">
                <a:solidFill>
                  <a:srgbClr val="263D4D"/>
                </a:solidFill>
                <a:latin typeface="Yu Gothic"/>
                <a:ea typeface="Yu Gothic"/>
                <a:cs typeface="Yu Gothic"/>
              </a:defRPr>
            </a:lvl6pPr>
            <a:lvl7pPr>
              <a:defRPr sz="2325" b="1">
                <a:solidFill>
                  <a:srgbClr val="263D4D"/>
                </a:solidFill>
                <a:latin typeface="Yu Gothic"/>
                <a:ea typeface="Yu Gothic"/>
                <a:cs typeface="Yu Gothic"/>
              </a:defRPr>
            </a:lvl7pPr>
            <a:lvl8pPr>
              <a:defRPr sz="2325" b="1">
                <a:solidFill>
                  <a:srgbClr val="263D4D"/>
                </a:solidFill>
                <a:latin typeface="Yu Gothic"/>
                <a:ea typeface="Yu Gothic"/>
                <a:cs typeface="Yu Gothic"/>
              </a:defRPr>
            </a:lvl8pPr>
            <a:lvl9pPr>
              <a:defRPr sz="2325" b="1">
                <a:solidFill>
                  <a:srgbClr val="263D4D"/>
                </a:solidFill>
                <a:latin typeface="Yu Gothic"/>
                <a:ea typeface="Yu Gothic"/>
                <a:cs typeface="Yu Gothic"/>
              </a:defRPr>
            </a:lvl9pPr>
          </a:lstStyle>
          <a:p xmlns:a="http://schemas.openxmlformats.org/drawingml/2006/main">
            <a:pPr>
              <a:defRPr sz="2325" b="1">
                <a:solidFill>
                  <a:srgbClr val="263D4D"/>
                </a:solidFill>
                <a:latin typeface="Yu Gothic"/>
                <a:ea typeface="Yu Gothic"/>
                <a:cs typeface="Yu Gothic"/>
              </a:defRPr>
            </a:pPr>
            <a:r>
              <a:rPr sz="2325" b="1">
                <a:solidFill>
                  <a:srgbClr val="263D4D"/>
                </a:solidFill>
                <a:latin typeface="Yu Gothic"/>
                <a:ea typeface="Yu Gothic"/>
                <a:cs typeface="Yu Gothic"/>
              </a:rPr>
              <a:t>化学原料等への転換</a:t>
            </a:r>
          </a:p>
        </p:txBody>
      </p:sp>
      <p:sp>
        <p:nvSpPr>
          <p:cNvPr id="14" name="">
            <a:extLst xmlns:a="http://schemas.openxmlformats.org/drawingml/2006/main">
              <a:ext uri="{FF2B5EF4-FFF2-40B4-BE49-F238E27FC236}">
                <a16:creationId xmlns:a16="http://schemas.microsoft.com/office/drawing/2014/main" id="{8BDC65C9-3FFA-40A1-A7C4-36943EBD2C2D}"/>
              </a:ext>
            </a:extLst>
          </p:cNvPr>
          <p:cNvSpPr>
            <a:spLocks xmlns:a="http://schemas.openxmlformats.org/drawingml/2006/main" noGrp="1"/>
          </p:cNvSpPr>
          <p:nvPr/>
        </p:nvSpPr>
        <p:spPr>
          <a:xfrm xmlns:a="http://schemas.openxmlformats.org/drawingml/2006/main">
            <a:off x="7000875" y="1666875"/>
            <a:ext cx="4476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1">
                <a:solidFill>
                  <a:srgbClr val="263D4D"/>
                </a:solidFill>
                <a:latin typeface="Yu Gothic"/>
                <a:ea typeface="Yu Gothic"/>
                <a:cs typeface="Yu Gothic"/>
              </a:defRPr>
            </a:defPPr>
            <a:lvl1pPr>
              <a:defRPr sz="2325" b="1">
                <a:solidFill>
                  <a:srgbClr val="263D4D"/>
                </a:solidFill>
                <a:latin typeface="Yu Gothic"/>
                <a:ea typeface="Yu Gothic"/>
                <a:cs typeface="Yu Gothic"/>
              </a:defRPr>
            </a:lvl1pPr>
            <a:lvl2pPr>
              <a:defRPr sz="2325" b="1">
                <a:solidFill>
                  <a:srgbClr val="263D4D"/>
                </a:solidFill>
                <a:latin typeface="Yu Gothic"/>
                <a:ea typeface="Yu Gothic"/>
                <a:cs typeface="Yu Gothic"/>
              </a:defRPr>
            </a:lvl2pPr>
            <a:lvl3pPr>
              <a:defRPr sz="2325" b="1">
                <a:solidFill>
                  <a:srgbClr val="263D4D"/>
                </a:solidFill>
                <a:latin typeface="Yu Gothic"/>
                <a:ea typeface="Yu Gothic"/>
                <a:cs typeface="Yu Gothic"/>
              </a:defRPr>
            </a:lvl3pPr>
            <a:lvl4pPr>
              <a:defRPr sz="2325" b="1">
                <a:solidFill>
                  <a:srgbClr val="263D4D"/>
                </a:solidFill>
                <a:latin typeface="Yu Gothic"/>
                <a:ea typeface="Yu Gothic"/>
                <a:cs typeface="Yu Gothic"/>
              </a:defRPr>
            </a:lvl4pPr>
            <a:lvl5pPr>
              <a:defRPr sz="2325" b="1">
                <a:solidFill>
                  <a:srgbClr val="263D4D"/>
                </a:solidFill>
                <a:latin typeface="Yu Gothic"/>
                <a:ea typeface="Yu Gothic"/>
                <a:cs typeface="Yu Gothic"/>
              </a:defRPr>
            </a:lvl5pPr>
            <a:lvl6pPr>
              <a:defRPr sz="2325" b="1">
                <a:solidFill>
                  <a:srgbClr val="263D4D"/>
                </a:solidFill>
                <a:latin typeface="Yu Gothic"/>
                <a:ea typeface="Yu Gothic"/>
                <a:cs typeface="Yu Gothic"/>
              </a:defRPr>
            </a:lvl6pPr>
            <a:lvl7pPr>
              <a:defRPr sz="2325" b="1">
                <a:solidFill>
                  <a:srgbClr val="263D4D"/>
                </a:solidFill>
                <a:latin typeface="Yu Gothic"/>
                <a:ea typeface="Yu Gothic"/>
                <a:cs typeface="Yu Gothic"/>
              </a:defRPr>
            </a:lvl7pPr>
            <a:lvl8pPr>
              <a:defRPr sz="2325" b="1">
                <a:solidFill>
                  <a:srgbClr val="263D4D"/>
                </a:solidFill>
                <a:latin typeface="Yu Gothic"/>
                <a:ea typeface="Yu Gothic"/>
                <a:cs typeface="Yu Gothic"/>
              </a:defRPr>
            </a:lvl8pPr>
            <a:lvl9pPr>
              <a:defRPr sz="2325" b="1">
                <a:solidFill>
                  <a:srgbClr val="263D4D"/>
                </a:solidFill>
                <a:latin typeface="Yu Gothic"/>
                <a:ea typeface="Yu Gothic"/>
                <a:cs typeface="Yu Gothic"/>
              </a:defRPr>
            </a:lvl9pPr>
          </a:lstStyle>
          <a:p xmlns:a="http://schemas.openxmlformats.org/drawingml/2006/main">
            <a:pPr>
              <a:defRPr sz="2325" b="1">
                <a:solidFill>
                  <a:srgbClr val="263D4D"/>
                </a:solidFill>
                <a:latin typeface="Yu Gothic"/>
                <a:ea typeface="Yu Gothic"/>
                <a:cs typeface="Yu Gothic"/>
              </a:defRPr>
            </a:pPr>
            <a:r>
              <a:rPr sz="2325" b="1">
                <a:solidFill>
                  <a:srgbClr val="263D4D"/>
                </a:solidFill>
                <a:latin typeface="Yu Gothic"/>
                <a:ea typeface="Yu Gothic"/>
                <a:cs typeface="Yu Gothic"/>
              </a:rPr>
              <a:t>熱回収</a:t>
            </a:r>
          </a:p>
        </p:txBody>
      </p:sp>
      <p:sp>
        <p:nvSpPr>
          <p:cNvPr id="15" name="">
            <a:extLst xmlns:a="http://schemas.openxmlformats.org/drawingml/2006/main">
              <a:ext uri="{FF2B5EF4-FFF2-40B4-BE49-F238E27FC236}">
                <a16:creationId xmlns:a16="http://schemas.microsoft.com/office/drawing/2014/main" id="{B2CF14D0-C0ED-4B40-963F-6A63D93DFDFC}"/>
              </a:ext>
            </a:extLst>
          </p:cNvPr>
          <p:cNvSpPr>
            <a:spLocks xmlns:a="http://schemas.openxmlformats.org/drawingml/2006/main" noGrp="1"/>
          </p:cNvSpPr>
          <p:nvPr/>
        </p:nvSpPr>
        <p:spPr>
          <a:xfrm xmlns:a="http://schemas.openxmlformats.org/drawingml/2006/main">
            <a:off x="809625" y="2857500"/>
            <a:ext cx="50482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63D4D"/>
                </a:solidFill>
                <a:latin typeface="Yu Gothic"/>
                <a:ea typeface="Yu Gothic"/>
                <a:cs typeface="Yu Gothic"/>
              </a:defRPr>
            </a:defPPr>
            <a:lvl1pPr>
              <a:defRPr sz="2250" b="0">
                <a:solidFill>
                  <a:srgbClr val="263D4D"/>
                </a:solidFill>
                <a:latin typeface="Yu Gothic"/>
                <a:ea typeface="Yu Gothic"/>
                <a:cs typeface="Yu Gothic"/>
              </a:defRPr>
            </a:lvl1pPr>
            <a:lvl2pPr>
              <a:defRPr sz="2250" b="0">
                <a:solidFill>
                  <a:srgbClr val="263D4D"/>
                </a:solidFill>
                <a:latin typeface="Yu Gothic"/>
                <a:ea typeface="Yu Gothic"/>
                <a:cs typeface="Yu Gothic"/>
              </a:defRPr>
            </a:lvl2pPr>
            <a:lvl3pPr>
              <a:defRPr sz="2250" b="0">
                <a:solidFill>
                  <a:srgbClr val="263D4D"/>
                </a:solidFill>
                <a:latin typeface="Yu Gothic"/>
                <a:ea typeface="Yu Gothic"/>
                <a:cs typeface="Yu Gothic"/>
              </a:defRPr>
            </a:lvl3pPr>
            <a:lvl4pPr>
              <a:defRPr sz="2250" b="0">
                <a:solidFill>
                  <a:srgbClr val="263D4D"/>
                </a:solidFill>
                <a:latin typeface="Yu Gothic"/>
                <a:ea typeface="Yu Gothic"/>
                <a:cs typeface="Yu Gothic"/>
              </a:defRPr>
            </a:lvl4pPr>
            <a:lvl5pPr>
              <a:defRPr sz="2250" b="0">
                <a:solidFill>
                  <a:srgbClr val="263D4D"/>
                </a:solidFill>
                <a:latin typeface="Yu Gothic"/>
                <a:ea typeface="Yu Gothic"/>
                <a:cs typeface="Yu Gothic"/>
              </a:defRPr>
            </a:lvl5pPr>
            <a:lvl6pPr>
              <a:defRPr sz="2250" b="0">
                <a:solidFill>
                  <a:srgbClr val="263D4D"/>
                </a:solidFill>
                <a:latin typeface="Yu Gothic"/>
                <a:ea typeface="Yu Gothic"/>
                <a:cs typeface="Yu Gothic"/>
              </a:defRPr>
            </a:lvl6pPr>
            <a:lvl7pPr>
              <a:defRPr sz="2250" b="0">
                <a:solidFill>
                  <a:srgbClr val="263D4D"/>
                </a:solidFill>
                <a:latin typeface="Yu Gothic"/>
                <a:ea typeface="Yu Gothic"/>
                <a:cs typeface="Yu Gothic"/>
              </a:defRPr>
            </a:lvl7pPr>
            <a:lvl8pPr>
              <a:defRPr sz="2250" b="0">
                <a:solidFill>
                  <a:srgbClr val="263D4D"/>
                </a:solidFill>
                <a:latin typeface="Yu Gothic"/>
                <a:ea typeface="Yu Gothic"/>
                <a:cs typeface="Yu Gothic"/>
              </a:defRPr>
            </a:lvl8pPr>
            <a:lvl9pPr>
              <a:defRPr sz="2250" b="0">
                <a:solidFill>
                  <a:srgbClr val="263D4D"/>
                </a:solidFill>
                <a:latin typeface="Yu Gothic"/>
                <a:ea typeface="Yu Gothic"/>
                <a:cs typeface="Yu Gothic"/>
              </a:defRPr>
            </a:lvl9pPr>
          </a:lstStyle>
          <a:p xmlns:a="http://schemas.openxmlformats.org/drawingml/2006/main">
            <a:pPr>
              <a:defRPr sz="2250" b="0">
                <a:solidFill>
                  <a:srgbClr val="263D4D"/>
                </a:solidFill>
                <a:latin typeface="Yu Gothic"/>
                <a:ea typeface="Yu Gothic"/>
                <a:cs typeface="Yu Gothic"/>
              </a:defRPr>
            </a:pPr>
            <a:r>
              <a:rPr sz="2250" b="0">
                <a:solidFill>
                  <a:srgbClr val="263D4D"/>
                </a:solidFill>
                <a:latin typeface="Yu Gothic"/>
                <a:ea typeface="Yu Gothic"/>
                <a:cs typeface="Yu Gothic"/>
              </a:rPr>
              <a:t>原料等として得るものと</a:t>
            </a:r>
          </a:p>
          <a:p xmlns:a="http://schemas.openxmlformats.org/drawingml/2006/main">
            <a:pPr>
              <a:defRPr sz="2250" b="0">
                <a:solidFill>
                  <a:srgbClr val="263D4D"/>
                </a:solidFill>
                <a:latin typeface="Yu Gothic"/>
                <a:ea typeface="Yu Gothic"/>
                <a:cs typeface="Yu Gothic"/>
              </a:defRPr>
            </a:pPr>
            <a:r>
              <a:rPr sz="2250" b="0">
                <a:solidFill>
                  <a:srgbClr val="263D4D"/>
                </a:solidFill>
                <a:latin typeface="Yu Gothic"/>
                <a:ea typeface="Yu Gothic"/>
                <a:cs typeface="Yu Gothic"/>
              </a:rPr>
              <a:t>転換の工程を調べる</a:t>
            </a:r>
          </a:p>
        </p:txBody>
      </p:sp>
      <p:sp>
        <p:nvSpPr>
          <p:cNvPr id="16" name="">
            <a:extLst xmlns:a="http://schemas.openxmlformats.org/drawingml/2006/main">
              <a:ext uri="{FF2B5EF4-FFF2-40B4-BE49-F238E27FC236}">
                <a16:creationId xmlns:a16="http://schemas.microsoft.com/office/drawing/2014/main" id="{ED881506-3B1C-41E7-9F35-0CAECA24DC68}"/>
              </a:ext>
            </a:extLst>
          </p:cNvPr>
          <p:cNvSpPr>
            <a:spLocks xmlns:a="http://schemas.openxmlformats.org/drawingml/2006/main" noGrp="1"/>
          </p:cNvSpPr>
          <p:nvPr/>
        </p:nvSpPr>
        <p:spPr>
          <a:xfrm xmlns:a="http://schemas.openxmlformats.org/drawingml/2006/main">
            <a:off x="7000875" y="2857500"/>
            <a:ext cx="4476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250" b="0">
                <a:solidFill>
                  <a:srgbClr val="263D4D"/>
                </a:solidFill>
                <a:latin typeface="Yu Gothic"/>
                <a:ea typeface="Yu Gothic"/>
                <a:cs typeface="Yu Gothic"/>
              </a:defRPr>
            </a:defPPr>
            <a:lvl1pPr>
              <a:defRPr sz="2250" b="0">
                <a:solidFill>
                  <a:srgbClr val="263D4D"/>
                </a:solidFill>
                <a:latin typeface="Yu Gothic"/>
                <a:ea typeface="Yu Gothic"/>
                <a:cs typeface="Yu Gothic"/>
              </a:defRPr>
            </a:lvl1pPr>
            <a:lvl2pPr>
              <a:defRPr sz="2250" b="0">
                <a:solidFill>
                  <a:srgbClr val="263D4D"/>
                </a:solidFill>
                <a:latin typeface="Yu Gothic"/>
                <a:ea typeface="Yu Gothic"/>
                <a:cs typeface="Yu Gothic"/>
              </a:defRPr>
            </a:lvl2pPr>
            <a:lvl3pPr>
              <a:defRPr sz="2250" b="0">
                <a:solidFill>
                  <a:srgbClr val="263D4D"/>
                </a:solidFill>
                <a:latin typeface="Yu Gothic"/>
                <a:ea typeface="Yu Gothic"/>
                <a:cs typeface="Yu Gothic"/>
              </a:defRPr>
            </a:lvl3pPr>
            <a:lvl4pPr>
              <a:defRPr sz="2250" b="0">
                <a:solidFill>
                  <a:srgbClr val="263D4D"/>
                </a:solidFill>
                <a:latin typeface="Yu Gothic"/>
                <a:ea typeface="Yu Gothic"/>
                <a:cs typeface="Yu Gothic"/>
              </a:defRPr>
            </a:lvl4pPr>
            <a:lvl5pPr>
              <a:defRPr sz="2250" b="0">
                <a:solidFill>
                  <a:srgbClr val="263D4D"/>
                </a:solidFill>
                <a:latin typeface="Yu Gothic"/>
                <a:ea typeface="Yu Gothic"/>
                <a:cs typeface="Yu Gothic"/>
              </a:defRPr>
            </a:lvl5pPr>
            <a:lvl6pPr>
              <a:defRPr sz="2250" b="0">
                <a:solidFill>
                  <a:srgbClr val="263D4D"/>
                </a:solidFill>
                <a:latin typeface="Yu Gothic"/>
                <a:ea typeface="Yu Gothic"/>
                <a:cs typeface="Yu Gothic"/>
              </a:defRPr>
            </a:lvl6pPr>
            <a:lvl7pPr>
              <a:defRPr sz="2250" b="0">
                <a:solidFill>
                  <a:srgbClr val="263D4D"/>
                </a:solidFill>
                <a:latin typeface="Yu Gothic"/>
                <a:ea typeface="Yu Gothic"/>
                <a:cs typeface="Yu Gothic"/>
              </a:defRPr>
            </a:lvl7pPr>
            <a:lvl8pPr>
              <a:defRPr sz="2250" b="0">
                <a:solidFill>
                  <a:srgbClr val="263D4D"/>
                </a:solidFill>
                <a:latin typeface="Yu Gothic"/>
                <a:ea typeface="Yu Gothic"/>
                <a:cs typeface="Yu Gothic"/>
              </a:defRPr>
            </a:lvl8pPr>
            <a:lvl9pPr>
              <a:defRPr sz="2250" b="0">
                <a:solidFill>
                  <a:srgbClr val="263D4D"/>
                </a:solidFill>
                <a:latin typeface="Yu Gothic"/>
                <a:ea typeface="Yu Gothic"/>
                <a:cs typeface="Yu Gothic"/>
              </a:defRPr>
            </a:lvl9pPr>
          </a:lstStyle>
          <a:p xmlns:a="http://schemas.openxmlformats.org/drawingml/2006/main">
            <a:pPr>
              <a:defRPr sz="2250" b="0">
                <a:solidFill>
                  <a:srgbClr val="263D4D"/>
                </a:solidFill>
                <a:latin typeface="Yu Gothic"/>
                <a:ea typeface="Yu Gothic"/>
                <a:cs typeface="Yu Gothic"/>
              </a:defRPr>
            </a:pPr>
            <a:r>
              <a:rPr sz="2250" b="0">
                <a:solidFill>
                  <a:srgbClr val="263D4D"/>
                </a:solidFill>
                <a:latin typeface="Yu Gothic"/>
                <a:ea typeface="Yu Gothic"/>
                <a:cs typeface="Yu Gothic"/>
              </a:rPr>
              <a:t>エネルギーとして得るものと</a:t>
            </a:r>
          </a:p>
          <a:p xmlns:a="http://schemas.openxmlformats.org/drawingml/2006/main">
            <a:pPr>
              <a:defRPr sz="2250" b="0">
                <a:solidFill>
                  <a:srgbClr val="263D4D"/>
                </a:solidFill>
                <a:latin typeface="Yu Gothic"/>
                <a:ea typeface="Yu Gothic"/>
                <a:cs typeface="Yu Gothic"/>
              </a:defRPr>
            </a:pPr>
            <a:r>
              <a:rPr sz="2250" b="0">
                <a:solidFill>
                  <a:srgbClr val="263D4D"/>
                </a:solidFill>
                <a:latin typeface="Yu Gothic"/>
                <a:ea typeface="Yu Gothic"/>
                <a:cs typeface="Yu Gothic"/>
              </a:rPr>
              <a:t>回収の工程を調べる</a:t>
            </a:r>
          </a:p>
        </p:txBody>
      </p:sp>
      <p:sp>
        <p:nvSpPr>
          <p:cNvPr id="17" name="">
            <a:extLst xmlns:a="http://schemas.openxmlformats.org/drawingml/2006/main">
              <a:ext uri="{FF2B5EF4-FFF2-40B4-BE49-F238E27FC236}">
                <a16:creationId xmlns:a16="http://schemas.microsoft.com/office/drawing/2014/main" id="{2DD9D67A-D0EA-4B5C-AF64-A0B6C9525E40}"/>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defRPr sz="1575" b="0">
                <a:solidFill>
                  <a:srgbClr val="71818B"/>
                </a:solidFill>
                <a:latin typeface="Yu Gothic"/>
                <a:ea typeface="Yu Gothic"/>
                <a:cs typeface="Yu Gothic"/>
              </a:defRPr>
            </a:lvl1pPr>
            <a:lvl2pPr>
              <a:defRPr sz="1575" b="0">
                <a:solidFill>
                  <a:srgbClr val="71818B"/>
                </a:solidFill>
                <a:latin typeface="Yu Gothic"/>
                <a:ea typeface="Yu Gothic"/>
                <a:cs typeface="Yu Gothic"/>
              </a:defRPr>
            </a:lvl2pPr>
            <a:lvl3pPr>
              <a:defRPr sz="1575" b="0">
                <a:solidFill>
                  <a:srgbClr val="71818B"/>
                </a:solidFill>
                <a:latin typeface="Yu Gothic"/>
                <a:ea typeface="Yu Gothic"/>
                <a:cs typeface="Yu Gothic"/>
              </a:defRPr>
            </a:lvl3pPr>
            <a:lvl4pPr>
              <a:defRPr sz="1575" b="0">
                <a:solidFill>
                  <a:srgbClr val="71818B"/>
                </a:solidFill>
                <a:latin typeface="Yu Gothic"/>
                <a:ea typeface="Yu Gothic"/>
                <a:cs typeface="Yu Gothic"/>
              </a:defRPr>
            </a:lvl4pPr>
            <a:lvl5pPr>
              <a:defRPr sz="1575" b="0">
                <a:solidFill>
                  <a:srgbClr val="71818B"/>
                </a:solidFill>
                <a:latin typeface="Yu Gothic"/>
                <a:ea typeface="Yu Gothic"/>
                <a:cs typeface="Yu Gothic"/>
              </a:defRPr>
            </a:lvl5pPr>
            <a:lvl6pPr>
              <a:defRPr sz="1575" b="0">
                <a:solidFill>
                  <a:srgbClr val="71818B"/>
                </a:solidFill>
                <a:latin typeface="Yu Gothic"/>
                <a:ea typeface="Yu Gothic"/>
                <a:cs typeface="Yu Gothic"/>
              </a:defRPr>
            </a:lvl6pPr>
            <a:lvl7pPr>
              <a:defRPr sz="1575" b="0">
                <a:solidFill>
                  <a:srgbClr val="71818B"/>
                </a:solidFill>
                <a:latin typeface="Yu Gothic"/>
                <a:ea typeface="Yu Gothic"/>
                <a:cs typeface="Yu Gothic"/>
              </a:defRPr>
            </a:lvl7pPr>
            <a:lvl8pPr>
              <a:defRPr sz="1575" b="0">
                <a:solidFill>
                  <a:srgbClr val="71818B"/>
                </a:solidFill>
                <a:latin typeface="Yu Gothic"/>
                <a:ea typeface="Yu Gothic"/>
                <a:cs typeface="Yu Gothic"/>
              </a:defRPr>
            </a:lvl8pPr>
            <a:lvl9pPr>
              <a:defRPr sz="1575" b="0">
                <a:solidFill>
                  <a:srgbClr val="71818B"/>
                </a:solidFill>
                <a:latin typeface="Yu Gothic"/>
                <a:ea typeface="Yu Gothic"/>
                <a:cs typeface="Yu Gothic"/>
              </a:defRPr>
            </a:lvl9pPr>
          </a:lstStyle>
          <a:p xmlns:a="http://schemas.openxmlformats.org/drawingml/2006/main">
            <a:pPr>
              <a:defRPr sz="1575" b="0">
                <a:solidFill>
                  <a:srgbClr val="71818B"/>
                </a:solidFill>
                <a:latin typeface="Yu Gothic"/>
                <a:ea typeface="Yu Gothic"/>
                <a:cs typeface="Yu Gothic"/>
              </a:defRPr>
            </a:pPr>
            <a:r>
              <a:rPr sz="1575" b="0">
                <a:solidFill>
                  <a:srgbClr val="71818B"/>
                </a:solidFill>
                <a:latin typeface="Yu Gothic"/>
                <a:ea typeface="Yu Gothic"/>
                <a:cs typeface="Yu Gothic"/>
              </a:rPr>
              <a:t>比較の範囲、必要な資源・エネルギー、受入れ条件をそろえて検討する。</a:t>
            </a:r>
          </a:p>
        </p:txBody>
      </p:sp>
    </p:spTree>
    <p:extLst>
      <p:ext uri="{BB962C8B-B14F-4D97-AF65-F5344CB8AC3E}">
        <p14:creationId xmlns:p14="http://schemas.microsoft.com/office/powerpoint/2010/main" val="694659807"/>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8ABDB742-433A-4A59-AF3C-B402703CE7FC}"/>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93B59"/>
                </a:solidFill>
                <a:latin typeface="Yu Gothic"/>
                <a:ea typeface="Yu Gothic"/>
                <a:cs typeface="Yu Gothic"/>
              </a:defRPr>
            </a:defPPr>
            <a:lvl1pPr>
              <a:buNone/>
              <a:defRPr sz="3000" b="1">
                <a:solidFill>
                  <a:srgbClr val="193B59"/>
                </a:solidFill>
                <a:latin typeface="Yu Gothic"/>
                <a:ea typeface="Yu Gothic"/>
                <a:cs typeface="Yu Gothic"/>
              </a:defRPr>
            </a:lvl1pPr>
            <a:lvl2pPr>
              <a:buNone/>
              <a:defRPr sz="3000" b="1">
                <a:solidFill>
                  <a:srgbClr val="193B59"/>
                </a:solidFill>
                <a:latin typeface="Yu Gothic"/>
                <a:ea typeface="Yu Gothic"/>
                <a:cs typeface="Yu Gothic"/>
              </a:defRPr>
            </a:lvl2pPr>
            <a:lvl3pPr>
              <a:buNone/>
              <a:defRPr sz="3000" b="1">
                <a:solidFill>
                  <a:srgbClr val="193B59"/>
                </a:solidFill>
                <a:latin typeface="Yu Gothic"/>
                <a:ea typeface="Yu Gothic"/>
                <a:cs typeface="Yu Gothic"/>
              </a:defRPr>
            </a:lvl3pPr>
            <a:lvl4pPr>
              <a:buNone/>
              <a:defRPr sz="3000" b="1">
                <a:solidFill>
                  <a:srgbClr val="193B59"/>
                </a:solidFill>
                <a:latin typeface="Yu Gothic"/>
                <a:ea typeface="Yu Gothic"/>
                <a:cs typeface="Yu Gothic"/>
              </a:defRPr>
            </a:lvl4pPr>
            <a:lvl5pPr>
              <a:buNone/>
              <a:defRPr sz="3000" b="1">
                <a:solidFill>
                  <a:srgbClr val="193B59"/>
                </a:solidFill>
                <a:latin typeface="Yu Gothic"/>
                <a:ea typeface="Yu Gothic"/>
                <a:cs typeface="Yu Gothic"/>
              </a:defRPr>
            </a:lvl5pPr>
            <a:lvl6pPr>
              <a:buNone/>
              <a:defRPr sz="3000" b="1">
                <a:solidFill>
                  <a:srgbClr val="193B59"/>
                </a:solidFill>
                <a:latin typeface="Yu Gothic"/>
                <a:ea typeface="Yu Gothic"/>
                <a:cs typeface="Yu Gothic"/>
              </a:defRPr>
            </a:lvl6pPr>
            <a:lvl7pPr>
              <a:buNone/>
              <a:defRPr sz="3000" b="1">
                <a:solidFill>
                  <a:srgbClr val="193B59"/>
                </a:solidFill>
                <a:latin typeface="Yu Gothic"/>
                <a:ea typeface="Yu Gothic"/>
                <a:cs typeface="Yu Gothic"/>
              </a:defRPr>
            </a:lvl7pPr>
            <a:lvl8pPr>
              <a:buNone/>
              <a:defRPr sz="3000" b="1">
                <a:solidFill>
                  <a:srgbClr val="193B59"/>
                </a:solidFill>
                <a:latin typeface="Yu Gothic"/>
                <a:ea typeface="Yu Gothic"/>
                <a:cs typeface="Yu Gothic"/>
              </a:defRPr>
            </a:lvl8pPr>
            <a:lvl9pPr>
              <a:buNone/>
              <a:defRPr sz="3000" b="1">
                <a:solidFill>
                  <a:srgbClr val="193B59"/>
                </a:solidFill>
                <a:latin typeface="Yu Gothic"/>
                <a:ea typeface="Yu Gothic"/>
                <a:cs typeface="Yu Gothic"/>
              </a:defRPr>
            </a:lvl9pPr>
          </a:lstStyle>
          <a:p xmlns:a="http://schemas.openxmlformats.org/drawingml/2006/main">
            <a:pPr>
              <a:buNone/>
              <a:defRPr sz="3000" b="1">
                <a:solidFill>
                  <a:srgbClr val="193B59"/>
                </a:solidFill>
                <a:latin typeface="Yu Gothic"/>
                <a:ea typeface="Yu Gothic"/>
                <a:cs typeface="Yu Gothic"/>
              </a:defRPr>
            </a:pPr>
            <a:r>
              <a:rPr sz="3000" b="1">
                <a:solidFill>
                  <a:srgbClr val="193B59"/>
                </a:solidFill>
                <a:latin typeface="Yu Gothic"/>
                <a:ea typeface="Yu Gothic"/>
                <a:cs typeface="Yu Gothic"/>
              </a:rPr>
              <a:t>演習：二つの軸で分類</a:t>
            </a:r>
          </a:p>
        </p:txBody>
      </p:sp>
      <p:sp>
        <p:nvSpPr>
          <p:cNvPr id="2" name="">
            <a:extLst xmlns:a="http://schemas.openxmlformats.org/drawingml/2006/main">
              <a:ext uri="{FF2B5EF4-FFF2-40B4-BE49-F238E27FC236}">
                <a16:creationId xmlns:a16="http://schemas.microsoft.com/office/drawing/2014/main" id="{6DF7580B-F6A8-4C93-AE71-1AACE377D35B}"/>
              </a:ext>
            </a:extLst>
          </p:cNvPr>
          <p:cNvSpPr>
            <a:spLocks xmlns:a="http://schemas.openxmlformats.org/drawingml/2006/main" noGrp="1"/>
          </p:cNvSpPr>
          <p:nvPr/>
        </p:nvSpPr>
        <p:spPr>
          <a:xfrm xmlns:a="http://schemas.openxmlformats.org/drawingml/2006/main" flipH="0" flipV="0">
            <a:off x="685800" y="1323975"/>
            <a:ext cx="10820400" cy="0"/>
          </a:xfrm>
          <a:prstGeom xmlns:a="http://schemas.openxmlformats.org/drawingml/2006/main" prst="line">
            <a:avLst/>
          </a:pr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B3097FF4-8907-425A-BF42-2ADA98D86C24}"/>
              </a:ext>
            </a:extLst>
          </p:cNvPr>
          <p:cNvSpPr>
            <a:spLocks xmlns:a="http://schemas.openxmlformats.org/drawingml/2006/main" noGrp="1"/>
          </p:cNvSpPr>
          <p:nvPr/>
        </p:nvSpPr>
        <p:spPr>
          <a:xfrm xmlns:a="http://schemas.openxmlformats.org/drawingml/2006/main">
            <a:off x="809625" y="16668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1">
                <a:solidFill>
                  <a:srgbClr val="243845"/>
                </a:solidFill>
                <a:latin typeface="Yu Gothic"/>
                <a:ea typeface="Yu Gothic"/>
                <a:cs typeface="Yu Gothic"/>
              </a:defRPr>
            </a:defPPr>
            <a:lvl1pPr>
              <a:buNone/>
              <a:defRPr sz="2325" b="1">
                <a:solidFill>
                  <a:srgbClr val="243845"/>
                </a:solidFill>
                <a:latin typeface="Yu Gothic"/>
                <a:ea typeface="Yu Gothic"/>
                <a:cs typeface="Yu Gothic"/>
              </a:defRPr>
            </a:lvl1pPr>
            <a:lvl2pPr>
              <a:buNone/>
              <a:defRPr sz="2325" b="1">
                <a:solidFill>
                  <a:srgbClr val="243845"/>
                </a:solidFill>
                <a:latin typeface="Yu Gothic"/>
                <a:ea typeface="Yu Gothic"/>
                <a:cs typeface="Yu Gothic"/>
              </a:defRPr>
            </a:lvl2pPr>
            <a:lvl3pPr>
              <a:buNone/>
              <a:defRPr sz="2325" b="1">
                <a:solidFill>
                  <a:srgbClr val="243845"/>
                </a:solidFill>
                <a:latin typeface="Yu Gothic"/>
                <a:ea typeface="Yu Gothic"/>
                <a:cs typeface="Yu Gothic"/>
              </a:defRPr>
            </a:lvl3pPr>
            <a:lvl4pPr>
              <a:buNone/>
              <a:defRPr sz="2325" b="1">
                <a:solidFill>
                  <a:srgbClr val="243845"/>
                </a:solidFill>
                <a:latin typeface="Yu Gothic"/>
                <a:ea typeface="Yu Gothic"/>
                <a:cs typeface="Yu Gothic"/>
              </a:defRPr>
            </a:lvl4pPr>
            <a:lvl5pPr>
              <a:buNone/>
              <a:defRPr sz="2325" b="1">
                <a:solidFill>
                  <a:srgbClr val="243845"/>
                </a:solidFill>
                <a:latin typeface="Yu Gothic"/>
                <a:ea typeface="Yu Gothic"/>
                <a:cs typeface="Yu Gothic"/>
              </a:defRPr>
            </a:lvl5pPr>
            <a:lvl6pPr>
              <a:buNone/>
              <a:defRPr sz="2325" b="1">
                <a:solidFill>
                  <a:srgbClr val="243845"/>
                </a:solidFill>
                <a:latin typeface="Yu Gothic"/>
                <a:ea typeface="Yu Gothic"/>
                <a:cs typeface="Yu Gothic"/>
              </a:defRPr>
            </a:lvl6pPr>
            <a:lvl7pPr>
              <a:buNone/>
              <a:defRPr sz="2325" b="1">
                <a:solidFill>
                  <a:srgbClr val="243845"/>
                </a:solidFill>
                <a:latin typeface="Yu Gothic"/>
                <a:ea typeface="Yu Gothic"/>
                <a:cs typeface="Yu Gothic"/>
              </a:defRPr>
            </a:lvl7pPr>
            <a:lvl8pPr>
              <a:buNone/>
              <a:defRPr sz="2325" b="1">
                <a:solidFill>
                  <a:srgbClr val="243845"/>
                </a:solidFill>
                <a:latin typeface="Yu Gothic"/>
                <a:ea typeface="Yu Gothic"/>
                <a:cs typeface="Yu Gothic"/>
              </a:defRPr>
            </a:lvl8pPr>
            <a:lvl9pPr>
              <a:buNone/>
              <a:defRPr sz="2325" b="1">
                <a:solidFill>
                  <a:srgbClr val="243845"/>
                </a:solidFill>
                <a:latin typeface="Yu Gothic"/>
                <a:ea typeface="Yu Gothic"/>
                <a:cs typeface="Yu Gothic"/>
              </a:defRPr>
            </a:lvl9pPr>
          </a:lstStyle>
          <a:p xmlns:a="http://schemas.openxmlformats.org/drawingml/2006/main">
            <a:pPr>
              <a:buNone/>
              <a:defRPr sz="2325" b="1">
                <a:solidFill>
                  <a:srgbClr val="243845"/>
                </a:solidFill>
                <a:latin typeface="Yu Gothic"/>
                <a:ea typeface="Yu Gothic"/>
                <a:cs typeface="Yu Gothic"/>
              </a:defRPr>
            </a:pPr>
            <a:r>
              <a:rPr sz="2325" b="1">
                <a:solidFill>
                  <a:srgbClr val="243845"/>
                </a:solidFill>
                <a:latin typeface="Yu Gothic"/>
                <a:ea typeface="Yu Gothic"/>
                <a:cs typeface="Yu Gothic"/>
              </a:rPr>
              <a:t>A：植物由来、非生分解</a:t>
            </a:r>
          </a:p>
        </p:txBody>
      </p:sp>
      <p:sp>
        <p:nvSpPr>
          <p:cNvPr id="4" name="">
            <a:extLst xmlns:a="http://schemas.openxmlformats.org/drawingml/2006/main">
              <a:ext uri="{FF2B5EF4-FFF2-40B4-BE49-F238E27FC236}">
                <a16:creationId xmlns:a16="http://schemas.microsoft.com/office/drawing/2014/main" id="{E6D57CD2-F907-4679-9011-E8BFC21540E4}"/>
              </a:ext>
            </a:extLst>
          </p:cNvPr>
          <p:cNvSpPr>
            <a:spLocks xmlns:a="http://schemas.openxmlformats.org/drawingml/2006/main" noGrp="1"/>
          </p:cNvSpPr>
          <p:nvPr/>
        </p:nvSpPr>
        <p:spPr>
          <a:xfrm xmlns:a="http://schemas.openxmlformats.org/drawingml/2006/main">
            <a:off x="809625" y="26193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43845"/>
                </a:solidFill>
                <a:latin typeface="Yu Gothic"/>
                <a:ea typeface="Yu Gothic"/>
                <a:cs typeface="Yu Gothic"/>
              </a:defRPr>
            </a:defPPr>
            <a:lvl1pPr>
              <a:buNone/>
              <a:defRPr sz="2325" b="0">
                <a:solidFill>
                  <a:srgbClr val="243845"/>
                </a:solidFill>
                <a:latin typeface="Yu Gothic"/>
                <a:ea typeface="Yu Gothic"/>
                <a:cs typeface="Yu Gothic"/>
              </a:defRPr>
            </a:lvl1pPr>
            <a:lvl2pPr>
              <a:buNone/>
              <a:defRPr sz="2325" b="0">
                <a:solidFill>
                  <a:srgbClr val="243845"/>
                </a:solidFill>
                <a:latin typeface="Yu Gothic"/>
                <a:ea typeface="Yu Gothic"/>
                <a:cs typeface="Yu Gothic"/>
              </a:defRPr>
            </a:lvl2pPr>
            <a:lvl3pPr>
              <a:buNone/>
              <a:defRPr sz="2325" b="0">
                <a:solidFill>
                  <a:srgbClr val="243845"/>
                </a:solidFill>
                <a:latin typeface="Yu Gothic"/>
                <a:ea typeface="Yu Gothic"/>
                <a:cs typeface="Yu Gothic"/>
              </a:defRPr>
            </a:lvl3pPr>
            <a:lvl4pPr>
              <a:buNone/>
              <a:defRPr sz="2325" b="0">
                <a:solidFill>
                  <a:srgbClr val="243845"/>
                </a:solidFill>
                <a:latin typeface="Yu Gothic"/>
                <a:ea typeface="Yu Gothic"/>
                <a:cs typeface="Yu Gothic"/>
              </a:defRPr>
            </a:lvl4pPr>
            <a:lvl5pPr>
              <a:buNone/>
              <a:defRPr sz="2325" b="0">
                <a:solidFill>
                  <a:srgbClr val="243845"/>
                </a:solidFill>
                <a:latin typeface="Yu Gothic"/>
                <a:ea typeface="Yu Gothic"/>
                <a:cs typeface="Yu Gothic"/>
              </a:defRPr>
            </a:lvl5pPr>
            <a:lvl6pPr>
              <a:buNone/>
              <a:defRPr sz="2325" b="0">
                <a:solidFill>
                  <a:srgbClr val="243845"/>
                </a:solidFill>
                <a:latin typeface="Yu Gothic"/>
                <a:ea typeface="Yu Gothic"/>
                <a:cs typeface="Yu Gothic"/>
              </a:defRPr>
            </a:lvl6pPr>
            <a:lvl7pPr>
              <a:buNone/>
              <a:defRPr sz="2325" b="0">
                <a:solidFill>
                  <a:srgbClr val="243845"/>
                </a:solidFill>
                <a:latin typeface="Yu Gothic"/>
                <a:ea typeface="Yu Gothic"/>
                <a:cs typeface="Yu Gothic"/>
              </a:defRPr>
            </a:lvl7pPr>
            <a:lvl8pPr>
              <a:buNone/>
              <a:defRPr sz="2325" b="0">
                <a:solidFill>
                  <a:srgbClr val="243845"/>
                </a:solidFill>
                <a:latin typeface="Yu Gothic"/>
                <a:ea typeface="Yu Gothic"/>
                <a:cs typeface="Yu Gothic"/>
              </a:defRPr>
            </a:lvl8pPr>
            <a:lvl9pPr>
              <a:buNone/>
              <a:defRPr sz="2325" b="0">
                <a:solidFill>
                  <a:srgbClr val="243845"/>
                </a:solidFill>
                <a:latin typeface="Yu Gothic"/>
                <a:ea typeface="Yu Gothic"/>
                <a:cs typeface="Yu Gothic"/>
              </a:defRPr>
            </a:lvl9pPr>
          </a:lstStyle>
          <a:p xmlns:a="http://schemas.openxmlformats.org/drawingml/2006/main">
            <a:pPr>
              <a:buNone/>
              <a:defRPr sz="2325" b="0">
                <a:solidFill>
                  <a:srgbClr val="243845"/>
                </a:solidFill>
                <a:latin typeface="Yu Gothic"/>
                <a:ea typeface="Yu Gothic"/>
                <a:cs typeface="Yu Gothic"/>
              </a:defRPr>
            </a:pPr>
            <a:r>
              <a:rPr sz="2325" b="0">
                <a:solidFill>
                  <a:srgbClr val="243845"/>
                </a:solidFill>
                <a:latin typeface="Yu Gothic"/>
                <a:ea typeface="Yu Gothic"/>
                <a:cs typeface="Yu Gothic"/>
              </a:rPr>
              <a:t>B：化石由来、生分解性</a:t>
            </a:r>
          </a:p>
        </p:txBody>
      </p:sp>
      <p:sp>
        <p:nvSpPr>
          <p:cNvPr id="5" name="">
            <a:extLst xmlns:a="http://schemas.openxmlformats.org/drawingml/2006/main">
              <a:ext uri="{FF2B5EF4-FFF2-40B4-BE49-F238E27FC236}">
                <a16:creationId xmlns:a16="http://schemas.microsoft.com/office/drawing/2014/main" id="{AFCF1A15-09CC-4433-B89B-522ED7C3CFF1}"/>
              </a:ext>
            </a:extLst>
          </p:cNvPr>
          <p:cNvSpPr>
            <a:spLocks xmlns:a="http://schemas.openxmlformats.org/drawingml/2006/main" noGrp="1"/>
          </p:cNvSpPr>
          <p:nvPr/>
        </p:nvSpPr>
        <p:spPr>
          <a:xfrm xmlns:a="http://schemas.openxmlformats.org/drawingml/2006/main">
            <a:off x="809625" y="35718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43845"/>
                </a:solidFill>
                <a:latin typeface="Yu Gothic"/>
                <a:ea typeface="Yu Gothic"/>
                <a:cs typeface="Yu Gothic"/>
              </a:defRPr>
            </a:defPPr>
            <a:lvl1pPr>
              <a:buNone/>
              <a:defRPr sz="2325" b="0">
                <a:solidFill>
                  <a:srgbClr val="243845"/>
                </a:solidFill>
                <a:latin typeface="Yu Gothic"/>
                <a:ea typeface="Yu Gothic"/>
                <a:cs typeface="Yu Gothic"/>
              </a:defRPr>
            </a:lvl1pPr>
            <a:lvl2pPr>
              <a:buNone/>
              <a:defRPr sz="2325" b="0">
                <a:solidFill>
                  <a:srgbClr val="243845"/>
                </a:solidFill>
                <a:latin typeface="Yu Gothic"/>
                <a:ea typeface="Yu Gothic"/>
                <a:cs typeface="Yu Gothic"/>
              </a:defRPr>
            </a:lvl2pPr>
            <a:lvl3pPr>
              <a:buNone/>
              <a:defRPr sz="2325" b="0">
                <a:solidFill>
                  <a:srgbClr val="243845"/>
                </a:solidFill>
                <a:latin typeface="Yu Gothic"/>
                <a:ea typeface="Yu Gothic"/>
                <a:cs typeface="Yu Gothic"/>
              </a:defRPr>
            </a:lvl3pPr>
            <a:lvl4pPr>
              <a:buNone/>
              <a:defRPr sz="2325" b="0">
                <a:solidFill>
                  <a:srgbClr val="243845"/>
                </a:solidFill>
                <a:latin typeface="Yu Gothic"/>
                <a:ea typeface="Yu Gothic"/>
                <a:cs typeface="Yu Gothic"/>
              </a:defRPr>
            </a:lvl4pPr>
            <a:lvl5pPr>
              <a:buNone/>
              <a:defRPr sz="2325" b="0">
                <a:solidFill>
                  <a:srgbClr val="243845"/>
                </a:solidFill>
                <a:latin typeface="Yu Gothic"/>
                <a:ea typeface="Yu Gothic"/>
                <a:cs typeface="Yu Gothic"/>
              </a:defRPr>
            </a:lvl5pPr>
            <a:lvl6pPr>
              <a:buNone/>
              <a:defRPr sz="2325" b="0">
                <a:solidFill>
                  <a:srgbClr val="243845"/>
                </a:solidFill>
                <a:latin typeface="Yu Gothic"/>
                <a:ea typeface="Yu Gothic"/>
                <a:cs typeface="Yu Gothic"/>
              </a:defRPr>
            </a:lvl6pPr>
            <a:lvl7pPr>
              <a:buNone/>
              <a:defRPr sz="2325" b="0">
                <a:solidFill>
                  <a:srgbClr val="243845"/>
                </a:solidFill>
                <a:latin typeface="Yu Gothic"/>
                <a:ea typeface="Yu Gothic"/>
                <a:cs typeface="Yu Gothic"/>
              </a:defRPr>
            </a:lvl7pPr>
            <a:lvl8pPr>
              <a:buNone/>
              <a:defRPr sz="2325" b="0">
                <a:solidFill>
                  <a:srgbClr val="243845"/>
                </a:solidFill>
                <a:latin typeface="Yu Gothic"/>
                <a:ea typeface="Yu Gothic"/>
                <a:cs typeface="Yu Gothic"/>
              </a:defRPr>
            </a:lvl8pPr>
            <a:lvl9pPr>
              <a:buNone/>
              <a:defRPr sz="2325" b="0">
                <a:solidFill>
                  <a:srgbClr val="243845"/>
                </a:solidFill>
                <a:latin typeface="Yu Gothic"/>
                <a:ea typeface="Yu Gothic"/>
                <a:cs typeface="Yu Gothic"/>
              </a:defRPr>
            </a:lvl9pPr>
          </a:lstStyle>
          <a:p xmlns:a="http://schemas.openxmlformats.org/drawingml/2006/main">
            <a:pPr>
              <a:buNone/>
              <a:defRPr sz="2325" b="0">
                <a:solidFill>
                  <a:srgbClr val="243845"/>
                </a:solidFill>
                <a:latin typeface="Yu Gothic"/>
                <a:ea typeface="Yu Gothic"/>
                <a:cs typeface="Yu Gothic"/>
              </a:defRPr>
            </a:pPr>
            <a:r>
              <a:rPr sz="2325" b="0">
                <a:solidFill>
                  <a:srgbClr val="243845"/>
                </a:solidFill>
                <a:latin typeface="Yu Gothic"/>
                <a:ea typeface="Yu Gothic"/>
                <a:cs typeface="Yu Gothic"/>
              </a:rPr>
              <a:t>C：植物由来、生分解性</a:t>
            </a:r>
          </a:p>
        </p:txBody>
      </p:sp>
      <p:sp>
        <p:nvSpPr>
          <p:cNvPr id="6" name="">
            <a:extLst xmlns:a="http://schemas.openxmlformats.org/drawingml/2006/main">
              <a:ext uri="{FF2B5EF4-FFF2-40B4-BE49-F238E27FC236}">
                <a16:creationId xmlns:a16="http://schemas.microsoft.com/office/drawing/2014/main" id="{B4F4EFBD-8D60-46B0-A3FB-0AB88DE066E8}"/>
              </a:ext>
            </a:extLst>
          </p:cNvPr>
          <p:cNvSpPr>
            <a:spLocks xmlns:a="http://schemas.openxmlformats.org/drawingml/2006/main" noGrp="1"/>
          </p:cNvSpPr>
          <p:nvPr/>
        </p:nvSpPr>
        <p:spPr>
          <a:xfrm xmlns:a="http://schemas.openxmlformats.org/drawingml/2006/main">
            <a:off x="809625" y="45243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43845"/>
                </a:solidFill>
                <a:latin typeface="Yu Gothic"/>
                <a:ea typeface="Yu Gothic"/>
                <a:cs typeface="Yu Gothic"/>
              </a:defRPr>
            </a:defPPr>
            <a:lvl1pPr>
              <a:buNone/>
              <a:defRPr sz="2325" b="0">
                <a:solidFill>
                  <a:srgbClr val="243845"/>
                </a:solidFill>
                <a:latin typeface="Yu Gothic"/>
                <a:ea typeface="Yu Gothic"/>
                <a:cs typeface="Yu Gothic"/>
              </a:defRPr>
            </a:lvl1pPr>
            <a:lvl2pPr>
              <a:buNone/>
              <a:defRPr sz="2325" b="0">
                <a:solidFill>
                  <a:srgbClr val="243845"/>
                </a:solidFill>
                <a:latin typeface="Yu Gothic"/>
                <a:ea typeface="Yu Gothic"/>
                <a:cs typeface="Yu Gothic"/>
              </a:defRPr>
            </a:lvl2pPr>
            <a:lvl3pPr>
              <a:buNone/>
              <a:defRPr sz="2325" b="0">
                <a:solidFill>
                  <a:srgbClr val="243845"/>
                </a:solidFill>
                <a:latin typeface="Yu Gothic"/>
                <a:ea typeface="Yu Gothic"/>
                <a:cs typeface="Yu Gothic"/>
              </a:defRPr>
            </a:lvl3pPr>
            <a:lvl4pPr>
              <a:buNone/>
              <a:defRPr sz="2325" b="0">
                <a:solidFill>
                  <a:srgbClr val="243845"/>
                </a:solidFill>
                <a:latin typeface="Yu Gothic"/>
                <a:ea typeface="Yu Gothic"/>
                <a:cs typeface="Yu Gothic"/>
              </a:defRPr>
            </a:lvl4pPr>
            <a:lvl5pPr>
              <a:buNone/>
              <a:defRPr sz="2325" b="0">
                <a:solidFill>
                  <a:srgbClr val="243845"/>
                </a:solidFill>
                <a:latin typeface="Yu Gothic"/>
                <a:ea typeface="Yu Gothic"/>
                <a:cs typeface="Yu Gothic"/>
              </a:defRPr>
            </a:lvl5pPr>
            <a:lvl6pPr>
              <a:buNone/>
              <a:defRPr sz="2325" b="0">
                <a:solidFill>
                  <a:srgbClr val="243845"/>
                </a:solidFill>
                <a:latin typeface="Yu Gothic"/>
                <a:ea typeface="Yu Gothic"/>
                <a:cs typeface="Yu Gothic"/>
              </a:defRPr>
            </a:lvl6pPr>
            <a:lvl7pPr>
              <a:buNone/>
              <a:defRPr sz="2325" b="0">
                <a:solidFill>
                  <a:srgbClr val="243845"/>
                </a:solidFill>
                <a:latin typeface="Yu Gothic"/>
                <a:ea typeface="Yu Gothic"/>
                <a:cs typeface="Yu Gothic"/>
              </a:defRPr>
            </a:lvl7pPr>
            <a:lvl8pPr>
              <a:buNone/>
              <a:defRPr sz="2325" b="0">
                <a:solidFill>
                  <a:srgbClr val="243845"/>
                </a:solidFill>
                <a:latin typeface="Yu Gothic"/>
                <a:ea typeface="Yu Gothic"/>
                <a:cs typeface="Yu Gothic"/>
              </a:defRPr>
            </a:lvl8pPr>
            <a:lvl9pPr>
              <a:buNone/>
              <a:defRPr sz="2325" b="0">
                <a:solidFill>
                  <a:srgbClr val="243845"/>
                </a:solidFill>
                <a:latin typeface="Yu Gothic"/>
                <a:ea typeface="Yu Gothic"/>
                <a:cs typeface="Yu Gothic"/>
              </a:defRPr>
            </a:lvl9pPr>
          </a:lstStyle>
          <a:p xmlns:a="http://schemas.openxmlformats.org/drawingml/2006/main">
            <a:pPr>
              <a:buNone/>
              <a:defRPr sz="2325" b="0">
                <a:solidFill>
                  <a:srgbClr val="243845"/>
                </a:solidFill>
                <a:latin typeface="Yu Gothic"/>
                <a:ea typeface="Yu Gothic"/>
                <a:cs typeface="Yu Gothic"/>
              </a:defRPr>
            </a:pPr>
            <a:r>
              <a:rPr sz="2325" b="0">
                <a:solidFill>
                  <a:srgbClr val="243845"/>
                </a:solidFill>
                <a:latin typeface="Yu Gothic"/>
                <a:ea typeface="Yu Gothic"/>
                <a:cs typeface="Yu Gothic"/>
              </a:rPr>
              <a:t>条件と処理を追加して考える</a:t>
            </a:r>
          </a:p>
        </p:txBody>
      </p:sp>
      <p:sp>
        <p:nvSpPr>
          <p:cNvPr id="7" name="">
            <a:extLst xmlns:a="http://schemas.openxmlformats.org/drawingml/2006/main">
              <a:ext uri="{FF2B5EF4-FFF2-40B4-BE49-F238E27FC236}">
                <a16:creationId xmlns:a16="http://schemas.microsoft.com/office/drawing/2014/main" id="{44F50B36-CA87-4140-B3E1-1FE726E1983B}"/>
              </a:ext>
            </a:extLst>
          </p:cNvPr>
          <p:cNvSpPr>
            <a:spLocks xmlns:a="http://schemas.openxmlformats.org/drawingml/2006/main" noGrp="1"/>
          </p:cNvSpPr>
          <p:nvPr/>
        </p:nvSpPr>
        <p:spPr>
          <a:xfrm xmlns:a="http://schemas.openxmlformats.org/drawingml/2006/main">
            <a:off x="809625" y="5667375"/>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725" b="1">
                <a:solidFill>
                  <a:srgbClr val="337568"/>
                </a:solidFill>
                <a:latin typeface="Yu Gothic"/>
                <a:ea typeface="Yu Gothic"/>
                <a:cs typeface="Yu Gothic"/>
              </a:defRPr>
            </a:defPPr>
            <a:lvl1pPr>
              <a:buNone/>
              <a:defRPr sz="1725" b="1">
                <a:solidFill>
                  <a:srgbClr val="337568"/>
                </a:solidFill>
                <a:latin typeface="Yu Gothic"/>
                <a:ea typeface="Yu Gothic"/>
                <a:cs typeface="Yu Gothic"/>
              </a:defRPr>
            </a:lvl1pPr>
            <a:lvl2pPr>
              <a:buNone/>
              <a:defRPr sz="1725" b="1">
                <a:solidFill>
                  <a:srgbClr val="337568"/>
                </a:solidFill>
                <a:latin typeface="Yu Gothic"/>
                <a:ea typeface="Yu Gothic"/>
                <a:cs typeface="Yu Gothic"/>
              </a:defRPr>
            </a:lvl2pPr>
            <a:lvl3pPr>
              <a:buNone/>
              <a:defRPr sz="1725" b="1">
                <a:solidFill>
                  <a:srgbClr val="337568"/>
                </a:solidFill>
                <a:latin typeface="Yu Gothic"/>
                <a:ea typeface="Yu Gothic"/>
                <a:cs typeface="Yu Gothic"/>
              </a:defRPr>
            </a:lvl3pPr>
            <a:lvl4pPr>
              <a:buNone/>
              <a:defRPr sz="1725" b="1">
                <a:solidFill>
                  <a:srgbClr val="337568"/>
                </a:solidFill>
                <a:latin typeface="Yu Gothic"/>
                <a:ea typeface="Yu Gothic"/>
                <a:cs typeface="Yu Gothic"/>
              </a:defRPr>
            </a:lvl4pPr>
            <a:lvl5pPr>
              <a:buNone/>
              <a:defRPr sz="1725" b="1">
                <a:solidFill>
                  <a:srgbClr val="337568"/>
                </a:solidFill>
                <a:latin typeface="Yu Gothic"/>
                <a:ea typeface="Yu Gothic"/>
                <a:cs typeface="Yu Gothic"/>
              </a:defRPr>
            </a:lvl5pPr>
            <a:lvl6pPr>
              <a:buNone/>
              <a:defRPr sz="1725" b="1">
                <a:solidFill>
                  <a:srgbClr val="337568"/>
                </a:solidFill>
                <a:latin typeface="Yu Gothic"/>
                <a:ea typeface="Yu Gothic"/>
                <a:cs typeface="Yu Gothic"/>
              </a:defRPr>
            </a:lvl6pPr>
            <a:lvl7pPr>
              <a:buNone/>
              <a:defRPr sz="1725" b="1">
                <a:solidFill>
                  <a:srgbClr val="337568"/>
                </a:solidFill>
                <a:latin typeface="Yu Gothic"/>
                <a:ea typeface="Yu Gothic"/>
                <a:cs typeface="Yu Gothic"/>
              </a:defRPr>
            </a:lvl7pPr>
            <a:lvl8pPr>
              <a:buNone/>
              <a:defRPr sz="1725" b="1">
                <a:solidFill>
                  <a:srgbClr val="337568"/>
                </a:solidFill>
                <a:latin typeface="Yu Gothic"/>
                <a:ea typeface="Yu Gothic"/>
                <a:cs typeface="Yu Gothic"/>
              </a:defRPr>
            </a:lvl8pPr>
            <a:lvl9pPr>
              <a:buNone/>
              <a:defRPr sz="1725" b="1">
                <a:solidFill>
                  <a:srgbClr val="337568"/>
                </a:solidFill>
                <a:latin typeface="Yu Gothic"/>
                <a:ea typeface="Yu Gothic"/>
                <a:cs typeface="Yu Gothic"/>
              </a:defRPr>
            </a:lvl9pPr>
          </a:lstStyle>
          <a:p xmlns:a="http://schemas.openxmlformats.org/drawingml/2006/main">
            <a:pPr>
              <a:buNone/>
              <a:defRPr sz="1725" b="1">
                <a:solidFill>
                  <a:srgbClr val="337568"/>
                </a:solidFill>
                <a:latin typeface="Yu Gothic"/>
                <a:ea typeface="Yu Gothic"/>
                <a:cs typeface="Yu Gothic"/>
              </a:defRPr>
            </a:pPr>
            <a:r>
              <a:rPr sz="1725" b="1">
                <a:solidFill>
                  <a:srgbClr val="337568"/>
                </a:solidFill>
                <a:latin typeface="Yu Gothic"/>
                <a:ea typeface="Yu Gothic"/>
                <a:cs typeface="Yu Gothic"/>
              </a:rPr>
              <a:t>目安 120秒／必要に応じて一時停止</a:t>
            </a:r>
          </a:p>
        </p:txBody>
      </p:sp>
      <p:sp>
        <p:nvSpPr>
          <p:cNvPr id="8" name="">
            <a:extLst xmlns:a="http://schemas.openxmlformats.org/drawingml/2006/main">
              <a:ext uri="{FF2B5EF4-FFF2-40B4-BE49-F238E27FC236}">
                <a16:creationId xmlns:a16="http://schemas.microsoft.com/office/drawing/2014/main" id="{8FE94D6D-AEC8-421F-8A06-DD75289846AA}"/>
              </a:ext>
            </a:extLst>
          </p:cNvPr>
          <p:cNvSpPr>
            <a:spLocks xmlns:a="http://schemas.openxmlformats.org/drawingml/2006/main" noGrp="1"/>
          </p:cNvSpPr>
          <p:nvPr/>
        </p:nvSpPr>
        <p:spPr>
          <a:xfrm xmlns:a="http://schemas.openxmlformats.org/drawingml/2006/main">
            <a:off x="685800" y="6353175"/>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第8回</a:t>
            </a:r>
          </a:p>
        </p:txBody>
      </p:sp>
      <p:sp>
        <p:nvSpPr>
          <p:cNvPr id="9" name="">
            <a:extLst xmlns:a="http://schemas.openxmlformats.org/drawingml/2006/main">
              <a:ext uri="{FF2B5EF4-FFF2-40B4-BE49-F238E27FC236}">
                <a16:creationId xmlns:a16="http://schemas.microsoft.com/office/drawing/2014/main" id="{A9AD4A15-4005-43EB-8F7F-472B4D56E839}"/>
              </a:ext>
            </a:extLst>
          </p:cNvPr>
          <p:cNvSpPr>
            <a:spLocks xmlns:a="http://schemas.openxmlformats.org/drawingml/2006/main" noGrp="1"/>
          </p:cNvSpPr>
          <p:nvPr/>
        </p:nvSpPr>
        <p:spPr>
          <a:xfrm xmlns:a="http://schemas.openxmlformats.org/drawingml/2006/main">
            <a:off x="10382250" y="6353175"/>
            <a:ext cx="123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23 / 43</a:t>
            </a:r>
          </a:p>
        </p:txBody>
      </p:sp>
    </p:spTree>
    <p:extLst>
      <p:ext uri="{BB962C8B-B14F-4D97-AF65-F5344CB8AC3E}">
        <p14:creationId xmlns:p14="http://schemas.microsoft.com/office/powerpoint/2010/main" val="2146844986"/>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40328BD-6409-4049-BF89-7A0D7F5BCB12}"/>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93B59"/>
                </a:solidFill>
                <a:latin typeface="Yu Gothic"/>
                <a:ea typeface="Yu Gothic"/>
                <a:cs typeface="Yu Gothic"/>
              </a:defRPr>
            </a:defPPr>
            <a:lvl1pPr>
              <a:buNone/>
              <a:defRPr sz="3000" b="1">
                <a:solidFill>
                  <a:srgbClr val="193B59"/>
                </a:solidFill>
                <a:latin typeface="Yu Gothic"/>
                <a:ea typeface="Yu Gothic"/>
                <a:cs typeface="Yu Gothic"/>
              </a:defRPr>
            </a:lvl1pPr>
            <a:lvl2pPr>
              <a:buNone/>
              <a:defRPr sz="3000" b="1">
                <a:solidFill>
                  <a:srgbClr val="193B59"/>
                </a:solidFill>
                <a:latin typeface="Yu Gothic"/>
                <a:ea typeface="Yu Gothic"/>
                <a:cs typeface="Yu Gothic"/>
              </a:defRPr>
            </a:lvl2pPr>
            <a:lvl3pPr>
              <a:buNone/>
              <a:defRPr sz="3000" b="1">
                <a:solidFill>
                  <a:srgbClr val="193B59"/>
                </a:solidFill>
                <a:latin typeface="Yu Gothic"/>
                <a:ea typeface="Yu Gothic"/>
                <a:cs typeface="Yu Gothic"/>
              </a:defRPr>
            </a:lvl3pPr>
            <a:lvl4pPr>
              <a:buNone/>
              <a:defRPr sz="3000" b="1">
                <a:solidFill>
                  <a:srgbClr val="193B59"/>
                </a:solidFill>
                <a:latin typeface="Yu Gothic"/>
                <a:ea typeface="Yu Gothic"/>
                <a:cs typeface="Yu Gothic"/>
              </a:defRPr>
            </a:lvl4pPr>
            <a:lvl5pPr>
              <a:buNone/>
              <a:defRPr sz="3000" b="1">
                <a:solidFill>
                  <a:srgbClr val="193B59"/>
                </a:solidFill>
                <a:latin typeface="Yu Gothic"/>
                <a:ea typeface="Yu Gothic"/>
                <a:cs typeface="Yu Gothic"/>
              </a:defRPr>
            </a:lvl5pPr>
            <a:lvl6pPr>
              <a:buNone/>
              <a:defRPr sz="3000" b="1">
                <a:solidFill>
                  <a:srgbClr val="193B59"/>
                </a:solidFill>
                <a:latin typeface="Yu Gothic"/>
                <a:ea typeface="Yu Gothic"/>
                <a:cs typeface="Yu Gothic"/>
              </a:defRPr>
            </a:lvl6pPr>
            <a:lvl7pPr>
              <a:buNone/>
              <a:defRPr sz="3000" b="1">
                <a:solidFill>
                  <a:srgbClr val="193B59"/>
                </a:solidFill>
                <a:latin typeface="Yu Gothic"/>
                <a:ea typeface="Yu Gothic"/>
                <a:cs typeface="Yu Gothic"/>
              </a:defRPr>
            </a:lvl7pPr>
            <a:lvl8pPr>
              <a:buNone/>
              <a:defRPr sz="3000" b="1">
                <a:solidFill>
                  <a:srgbClr val="193B59"/>
                </a:solidFill>
                <a:latin typeface="Yu Gothic"/>
                <a:ea typeface="Yu Gothic"/>
                <a:cs typeface="Yu Gothic"/>
              </a:defRPr>
            </a:lvl8pPr>
            <a:lvl9pPr>
              <a:buNone/>
              <a:defRPr sz="3000" b="1">
                <a:solidFill>
                  <a:srgbClr val="193B59"/>
                </a:solidFill>
                <a:latin typeface="Yu Gothic"/>
                <a:ea typeface="Yu Gothic"/>
                <a:cs typeface="Yu Gothic"/>
              </a:defRPr>
            </a:lvl9pPr>
          </a:lstStyle>
          <a:p xmlns:a="http://schemas.openxmlformats.org/drawingml/2006/main">
            <a:pPr>
              <a:buNone/>
              <a:defRPr sz="3000" b="1">
                <a:solidFill>
                  <a:srgbClr val="193B59"/>
                </a:solidFill>
                <a:latin typeface="Yu Gothic"/>
                <a:ea typeface="Yu Gothic"/>
                <a:cs typeface="Yu Gothic"/>
              </a:defRPr>
            </a:pPr>
            <a:r>
              <a:rPr sz="3000" b="1">
                <a:solidFill>
                  <a:srgbClr val="193B59"/>
                </a:solidFill>
                <a:latin typeface="Yu Gothic"/>
                <a:ea typeface="Yu Gothic"/>
                <a:cs typeface="Yu Gothic"/>
              </a:rPr>
              <a:t>分類の解説</a:t>
            </a:r>
          </a:p>
        </p:txBody>
      </p:sp>
      <p:sp>
        <p:nvSpPr>
          <p:cNvPr id="2" name="">
            <a:extLst xmlns:a="http://schemas.openxmlformats.org/drawingml/2006/main">
              <a:ext uri="{FF2B5EF4-FFF2-40B4-BE49-F238E27FC236}">
                <a16:creationId xmlns:a16="http://schemas.microsoft.com/office/drawing/2014/main" id="{0FFDFFCB-D701-4A3E-8465-0E373EB69EC6}"/>
              </a:ext>
            </a:extLst>
          </p:cNvPr>
          <p:cNvSpPr>
            <a:spLocks xmlns:a="http://schemas.openxmlformats.org/drawingml/2006/main" noGrp="1"/>
          </p:cNvSpPr>
          <p:nvPr/>
        </p:nvSpPr>
        <p:spPr>
          <a:xfrm xmlns:a="http://schemas.openxmlformats.org/drawingml/2006/main" flipH="0" flipV="0">
            <a:off x="685800" y="1323975"/>
            <a:ext cx="10820400" cy="0"/>
          </a:xfrm>
          <a:prstGeom xmlns:a="http://schemas.openxmlformats.org/drawingml/2006/main" prst="line">
            <a:avLst/>
          </a:prstGeom>
          <a:noFill xmlns:a="http://schemas.openxmlformats.org/drawingml/2006/main"/>
          <a:ln xmlns:a="http://schemas.openxmlformats.org/drawingml/2006/main" w="19050">
            <a:solidFill>
              <a:srgbClr val="D8E1E7"/>
            </a:solidFill>
          </a:ln>
        </p:spPr>
      </p:sp>
      <p:sp>
        <p:nvSpPr>
          <p:cNvPr id="9" name="">
            <a:extLst xmlns:a="http://schemas.openxmlformats.org/drawingml/2006/main">
              <a:ext uri="{FF2B5EF4-FFF2-40B4-BE49-F238E27FC236}">
                <a16:creationId xmlns:a16="http://schemas.microsoft.com/office/drawing/2014/main" id="{EE57ED5E-7F72-48FE-A539-7F56D079C486}"/>
              </a:ext>
            </a:extLst>
          </p:cNvPr>
          <p:cNvSpPr>
            <a:spLocks xmlns:a="http://schemas.openxmlformats.org/drawingml/2006/main" noGrp="1"/>
          </p:cNvSpPr>
          <p:nvPr/>
        </p:nvSpPr>
        <p:spPr>
          <a:xfrm xmlns:a="http://schemas.openxmlformats.org/drawingml/2006/main">
            <a:off x="685800" y="6353175"/>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第8回</a:t>
            </a:r>
          </a:p>
        </p:txBody>
      </p:sp>
      <p:sp>
        <p:nvSpPr>
          <p:cNvPr id="10" name="">
            <a:extLst xmlns:a="http://schemas.openxmlformats.org/drawingml/2006/main">
              <a:ext uri="{FF2B5EF4-FFF2-40B4-BE49-F238E27FC236}">
                <a16:creationId xmlns:a16="http://schemas.microsoft.com/office/drawing/2014/main" id="{71765A78-4A04-47DF-8B5D-5E9E8683FE79}"/>
              </a:ext>
            </a:extLst>
          </p:cNvPr>
          <p:cNvSpPr>
            <a:spLocks xmlns:a="http://schemas.openxmlformats.org/drawingml/2006/main" noGrp="1"/>
          </p:cNvSpPr>
          <p:nvPr/>
        </p:nvSpPr>
        <p:spPr>
          <a:xfrm xmlns:a="http://schemas.openxmlformats.org/drawingml/2006/main">
            <a:off x="10382250" y="6353175"/>
            <a:ext cx="123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24 / 43</a:t>
            </a:r>
          </a:p>
        </p:txBody>
      </p:sp>
      <p:graphicFrame>
        <p:nvGraphicFramePr>
          <p:cNvPr id="12" name="">
            <a:extLst xmlns:a="http://schemas.openxmlformats.org/drawingml/2006/main">
              <a:ext uri="{FF2B5EF4-FFF2-40B4-BE49-F238E27FC236}">
                <a16:creationId xmlns:a16="http://schemas.microsoft.com/office/drawing/2014/main" id="{F194FA3A-CDF2-4996-A65F-371AF46F8D3E}"/>
              </a:ext>
            </a:extLst>
          </p:cNvPr>
          <p:cNvGraphicFramePr/>
          <p:nvPr/>
        </p:nvGraphicFramePr>
        <p:xfrm>
          <a:off xmlns:a="http://schemas.openxmlformats.org/drawingml/2006/main" x="714375" y="1952625"/>
          <a:ext xmlns:a="http://schemas.openxmlformats.org/drawingml/2006/main" cx="10763250" cy="2857500"/>
        </p:xfrm>
        <a:graphic xmlns:a="http://schemas.openxmlformats.org/drawingml/2006/main">
          <a:graphicData uri="http://schemas.openxmlformats.org/drawingml/2006/table">
            <a:tbl>
              <a:tblPr/>
              <a:tblGrid>
                <a:gridCol w="2667000"/>
                <a:gridCol w="4095750"/>
                <a:gridCol w="4000500"/>
              </a:tblGrid>
              <a:tr h="714375">
                <a:tc>
                  <a:txBody>
                    <a:bodyPr lIns="85725" tIns="85725" rIns="85725" bIns="85725"/>
                    <a:lstStyle/>
                    <a:p>
                      <a:r>
                        <a:rPr sz="2175" b="1">
                          <a:solidFill>
                            <a:srgbClr val="FFFFFF"/>
                          </a:solidFill>
                          <a:latin typeface="Yu Gothic"/>
                          <a:ea typeface="Yu Gothic"/>
                          <a:cs typeface="Yu Gothic"/>
                        </a:rPr>
                        <a:t>仮想材料</a:t>
                      </a:r>
                    </a:p>
                  </a:txBody>
                  <a:tcPr marL="91440" marR="91440" marT="45720" marB="45720">
                    <a:solidFill>
                      <a:srgbClr val="193B59"/>
                    </a:solidFill>
                  </a:tcPr>
                </a:tc>
                <a:tc>
                  <a:txBody>
                    <a:bodyPr lIns="85725" tIns="85725" rIns="85725" bIns="85725"/>
                    <a:lstStyle/>
                    <a:p>
                      <a:r>
                        <a:rPr sz="2175" b="1">
                          <a:solidFill>
                            <a:srgbClr val="FFFFFF"/>
                          </a:solidFill>
                          <a:latin typeface="Yu Gothic"/>
                          <a:ea typeface="Yu Gothic"/>
                          <a:cs typeface="Yu Gothic"/>
                        </a:rPr>
                        <a:t>原料由来</a:t>
                      </a:r>
                    </a:p>
                  </a:txBody>
                  <a:tcPr marL="91440" marR="91440" marT="45720" marB="45720">
                    <a:solidFill>
                      <a:srgbClr val="193B59"/>
                    </a:solidFill>
                  </a:tcPr>
                </a:tc>
                <a:tc>
                  <a:txBody>
                    <a:bodyPr lIns="85725" tIns="85725" rIns="85725" bIns="85725"/>
                    <a:lstStyle/>
                    <a:p>
                      <a:r>
                        <a:rPr sz="2175" b="1">
                          <a:solidFill>
                            <a:srgbClr val="FFFFFF"/>
                          </a:solidFill>
                          <a:latin typeface="Yu Gothic"/>
                          <a:ea typeface="Yu Gothic"/>
                          <a:cs typeface="Yu Gothic"/>
                        </a:rPr>
                        <a:t>生分解性</a:t>
                      </a:r>
                    </a:p>
                  </a:txBody>
                  <a:tcPr marL="91440" marR="91440" marT="45720" marB="45720">
                    <a:solidFill>
                      <a:srgbClr val="193B59"/>
                    </a:solidFill>
                  </a:tcPr>
                </a:tc>
              </a:tr>
              <a:tr h="714375">
                <a:tc>
                  <a:txBody>
                    <a:bodyPr lIns="85725" tIns="85725" rIns="85725" bIns="85725"/>
                    <a:lstStyle/>
                    <a:p>
                      <a:r>
                        <a:rPr sz="2175" b="0">
                          <a:solidFill>
                            <a:srgbClr val="263D4D"/>
                          </a:solidFill>
                          <a:latin typeface="Yu Gothic"/>
                          <a:ea typeface="Yu Gothic"/>
                          <a:cs typeface="Yu Gothic"/>
                        </a:rPr>
                        <a:t>A</a:t>
                      </a:r>
                    </a:p>
                  </a:txBody>
                  <a:tcPr marL="91440" marR="91440" marT="45720" marB="45720">
                    <a:solidFill>
                      <a:srgbClr val="E8F0F4"/>
                    </a:solidFill>
                  </a:tcPr>
                </a:tc>
                <a:tc>
                  <a:txBody>
                    <a:bodyPr lIns="85725" tIns="85725" rIns="85725" bIns="85725"/>
                    <a:lstStyle/>
                    <a:p>
                      <a:r>
                        <a:rPr sz="2175" b="0">
                          <a:solidFill>
                            <a:srgbClr val="263D4D"/>
                          </a:solidFill>
                          <a:latin typeface="Yu Gothic"/>
                          <a:ea typeface="Yu Gothic"/>
                          <a:cs typeface="Yu Gothic"/>
                        </a:rPr>
                        <a:t>植物由来</a:t>
                      </a:r>
                    </a:p>
                  </a:txBody>
                  <a:tcPr marL="91440" marR="91440" marT="45720" marB="45720">
                    <a:solidFill>
                      <a:srgbClr val="E8F0F4"/>
                    </a:solidFill>
                  </a:tcPr>
                </a:tc>
                <a:tc>
                  <a:txBody>
                    <a:bodyPr lIns="85725" tIns="85725" rIns="85725" bIns="85725"/>
                    <a:lstStyle/>
                    <a:p>
                      <a:r>
                        <a:rPr sz="2175" b="0">
                          <a:solidFill>
                            <a:srgbClr val="263D4D"/>
                          </a:solidFill>
                          <a:latin typeface="Yu Gothic"/>
                          <a:ea typeface="Yu Gothic"/>
                          <a:cs typeface="Yu Gothic"/>
                        </a:rPr>
                        <a:t>なし</a:t>
                      </a:r>
                    </a:p>
                  </a:txBody>
                  <a:tcPr marL="91440" marR="91440" marT="45720" marB="45720">
                    <a:solidFill>
                      <a:srgbClr val="E8F0F4"/>
                    </a:solidFill>
                  </a:tcPr>
                </a:tc>
              </a:tr>
              <a:tr h="714375">
                <a:tc>
                  <a:txBody>
                    <a:bodyPr lIns="85725" tIns="85725" rIns="85725" bIns="85725"/>
                    <a:lstStyle/>
                    <a:p>
                      <a:r>
                        <a:rPr sz="2175" b="0">
                          <a:solidFill>
                            <a:srgbClr val="263D4D"/>
                          </a:solidFill>
                          <a:latin typeface="Yu Gothic"/>
                          <a:ea typeface="Yu Gothic"/>
                          <a:cs typeface="Yu Gothic"/>
                        </a:rPr>
                        <a:t>B</a:t>
                      </a:r>
                    </a:p>
                  </a:txBody>
                  <a:tcPr marL="91440" marR="91440" marT="45720" marB="45720">
                    <a:solidFill>
                      <a:srgbClr val="FFFFFF"/>
                    </a:solidFill>
                  </a:tcPr>
                </a:tc>
                <a:tc>
                  <a:txBody>
                    <a:bodyPr lIns="85725" tIns="85725" rIns="85725" bIns="85725"/>
                    <a:lstStyle/>
                    <a:p>
                      <a:r>
                        <a:rPr sz="2175" b="0">
                          <a:solidFill>
                            <a:srgbClr val="263D4D"/>
                          </a:solidFill>
                          <a:latin typeface="Yu Gothic"/>
                          <a:ea typeface="Yu Gothic"/>
                          <a:cs typeface="Yu Gothic"/>
                        </a:rPr>
                        <a:t>化石資源由来</a:t>
                      </a:r>
                    </a:p>
                  </a:txBody>
                  <a:tcPr marL="91440" marR="91440" marT="45720" marB="45720">
                    <a:solidFill>
                      <a:srgbClr val="FFFFFF"/>
                    </a:solidFill>
                  </a:tcPr>
                </a:tc>
                <a:tc>
                  <a:txBody>
                    <a:bodyPr lIns="85725" tIns="85725" rIns="85725" bIns="85725"/>
                    <a:lstStyle/>
                    <a:p>
                      <a:r>
                        <a:rPr sz="2175" b="0">
                          <a:solidFill>
                            <a:srgbClr val="263D4D"/>
                          </a:solidFill>
                          <a:latin typeface="Yu Gothic"/>
                          <a:ea typeface="Yu Gothic"/>
                          <a:cs typeface="Yu Gothic"/>
                        </a:rPr>
                        <a:t>あり</a:t>
                      </a:r>
                    </a:p>
                  </a:txBody>
                  <a:tcPr marL="91440" marR="91440" marT="45720" marB="45720">
                    <a:solidFill>
                      <a:srgbClr val="FFFFFF"/>
                    </a:solidFill>
                  </a:tcPr>
                </a:tc>
              </a:tr>
              <a:tr h="714375">
                <a:tc>
                  <a:txBody>
                    <a:bodyPr lIns="85725" tIns="85725" rIns="85725" bIns="85725"/>
                    <a:lstStyle/>
                    <a:p>
                      <a:r>
                        <a:rPr sz="2175" b="0">
                          <a:solidFill>
                            <a:srgbClr val="263D4D"/>
                          </a:solidFill>
                          <a:latin typeface="Yu Gothic"/>
                          <a:ea typeface="Yu Gothic"/>
                          <a:cs typeface="Yu Gothic"/>
                        </a:rPr>
                        <a:t>C</a:t>
                      </a:r>
                    </a:p>
                  </a:txBody>
                  <a:tcPr marL="91440" marR="91440" marT="45720" marB="45720">
                    <a:solidFill>
                      <a:srgbClr val="E8F0F4"/>
                    </a:solidFill>
                  </a:tcPr>
                </a:tc>
                <a:tc>
                  <a:txBody>
                    <a:bodyPr lIns="85725" tIns="85725" rIns="85725" bIns="85725"/>
                    <a:lstStyle/>
                    <a:p>
                      <a:r>
                        <a:rPr sz="2175" b="0">
                          <a:solidFill>
                            <a:srgbClr val="263D4D"/>
                          </a:solidFill>
                          <a:latin typeface="Yu Gothic"/>
                          <a:ea typeface="Yu Gothic"/>
                          <a:cs typeface="Yu Gothic"/>
                        </a:rPr>
                        <a:t>植物由来</a:t>
                      </a:r>
                    </a:p>
                  </a:txBody>
                  <a:tcPr marL="91440" marR="91440" marT="45720" marB="45720">
                    <a:solidFill>
                      <a:srgbClr val="E8F0F4"/>
                    </a:solidFill>
                  </a:tcPr>
                </a:tc>
                <a:tc>
                  <a:txBody>
                    <a:bodyPr lIns="85725" tIns="85725" rIns="85725" bIns="85725"/>
                    <a:lstStyle/>
                    <a:p>
                      <a:r>
                        <a:rPr sz="2175" b="0">
                          <a:solidFill>
                            <a:srgbClr val="263D4D"/>
                          </a:solidFill>
                          <a:latin typeface="Yu Gothic"/>
                          <a:ea typeface="Yu Gothic"/>
                          <a:cs typeface="Yu Gothic"/>
                        </a:rPr>
                        <a:t>あり</a:t>
                      </a:r>
                    </a:p>
                  </a:txBody>
                  <a:tcPr marL="91440" marR="91440" marT="45720" marB="45720">
                    <a:solidFill>
                      <a:srgbClr val="E8F0F4"/>
                    </a:solidFill>
                  </a:tcPr>
                </a:tc>
              </a:tr>
            </a:tbl>
          </a:graphicData>
        </a:graphic>
      </p:graphicFrame>
      <p:sp>
        <p:nvSpPr>
          <p:cNvPr id="13" name="">
            <a:extLst xmlns:a="http://schemas.openxmlformats.org/drawingml/2006/main">
              <a:ext uri="{FF2B5EF4-FFF2-40B4-BE49-F238E27FC236}">
                <a16:creationId xmlns:a16="http://schemas.microsoft.com/office/drawing/2014/main" id="{B4F2D551-76C0-437F-80DF-7AF84A50CD95}"/>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defRPr sz="1575" b="0">
                <a:solidFill>
                  <a:srgbClr val="71818B"/>
                </a:solidFill>
                <a:latin typeface="Yu Gothic"/>
                <a:ea typeface="Yu Gothic"/>
                <a:cs typeface="Yu Gothic"/>
              </a:defRPr>
            </a:lvl1pPr>
            <a:lvl2pPr>
              <a:defRPr sz="1575" b="0">
                <a:solidFill>
                  <a:srgbClr val="71818B"/>
                </a:solidFill>
                <a:latin typeface="Yu Gothic"/>
                <a:ea typeface="Yu Gothic"/>
                <a:cs typeface="Yu Gothic"/>
              </a:defRPr>
            </a:lvl2pPr>
            <a:lvl3pPr>
              <a:defRPr sz="1575" b="0">
                <a:solidFill>
                  <a:srgbClr val="71818B"/>
                </a:solidFill>
                <a:latin typeface="Yu Gothic"/>
                <a:ea typeface="Yu Gothic"/>
                <a:cs typeface="Yu Gothic"/>
              </a:defRPr>
            </a:lvl3pPr>
            <a:lvl4pPr>
              <a:defRPr sz="1575" b="0">
                <a:solidFill>
                  <a:srgbClr val="71818B"/>
                </a:solidFill>
                <a:latin typeface="Yu Gothic"/>
                <a:ea typeface="Yu Gothic"/>
                <a:cs typeface="Yu Gothic"/>
              </a:defRPr>
            </a:lvl4pPr>
            <a:lvl5pPr>
              <a:defRPr sz="1575" b="0">
                <a:solidFill>
                  <a:srgbClr val="71818B"/>
                </a:solidFill>
                <a:latin typeface="Yu Gothic"/>
                <a:ea typeface="Yu Gothic"/>
                <a:cs typeface="Yu Gothic"/>
              </a:defRPr>
            </a:lvl5pPr>
            <a:lvl6pPr>
              <a:defRPr sz="1575" b="0">
                <a:solidFill>
                  <a:srgbClr val="71818B"/>
                </a:solidFill>
                <a:latin typeface="Yu Gothic"/>
                <a:ea typeface="Yu Gothic"/>
                <a:cs typeface="Yu Gothic"/>
              </a:defRPr>
            </a:lvl6pPr>
            <a:lvl7pPr>
              <a:defRPr sz="1575" b="0">
                <a:solidFill>
                  <a:srgbClr val="71818B"/>
                </a:solidFill>
                <a:latin typeface="Yu Gothic"/>
                <a:ea typeface="Yu Gothic"/>
                <a:cs typeface="Yu Gothic"/>
              </a:defRPr>
            </a:lvl7pPr>
            <a:lvl8pPr>
              <a:defRPr sz="1575" b="0">
                <a:solidFill>
                  <a:srgbClr val="71818B"/>
                </a:solidFill>
                <a:latin typeface="Yu Gothic"/>
                <a:ea typeface="Yu Gothic"/>
                <a:cs typeface="Yu Gothic"/>
              </a:defRPr>
            </a:lvl8pPr>
            <a:lvl9pPr>
              <a:defRPr sz="1575" b="0">
                <a:solidFill>
                  <a:srgbClr val="71818B"/>
                </a:solidFill>
                <a:latin typeface="Yu Gothic"/>
                <a:ea typeface="Yu Gothic"/>
                <a:cs typeface="Yu Gothic"/>
              </a:defRPr>
            </a:lvl9pPr>
          </a:lstStyle>
          <a:p xmlns:a="http://schemas.openxmlformats.org/drawingml/2006/main">
            <a:pPr>
              <a:defRPr sz="1575" b="0">
                <a:solidFill>
                  <a:srgbClr val="71818B"/>
                </a:solidFill>
                <a:latin typeface="Yu Gothic"/>
                <a:ea typeface="Yu Gothic"/>
                <a:cs typeface="Yu Gothic"/>
              </a:defRPr>
            </a:pPr>
            <a:r>
              <a:rPr sz="1575" b="0">
                <a:solidFill>
                  <a:srgbClr val="71818B"/>
                </a:solidFill>
                <a:latin typeface="Yu Gothic"/>
                <a:ea typeface="Yu Gothic"/>
                <a:cs typeface="Yu Gothic"/>
              </a:rPr>
              <a:t>原料由来と分解性を独立に確認する。処理条件や環境負荷の順位までは示していない。</a:t>
            </a:r>
          </a:p>
        </p:txBody>
      </p:sp>
    </p:spTree>
    <p:extLst>
      <p:ext uri="{BB962C8B-B14F-4D97-AF65-F5344CB8AC3E}">
        <p14:creationId xmlns:p14="http://schemas.microsoft.com/office/powerpoint/2010/main" val="74407333"/>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6775B7F7-A666-442A-AED0-18759A9E5658}"/>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93B59"/>
                </a:solidFill>
                <a:latin typeface="Yu Gothic"/>
                <a:ea typeface="Yu Gothic"/>
                <a:cs typeface="Yu Gothic"/>
              </a:defRPr>
            </a:defPPr>
            <a:lvl1pPr>
              <a:buNone/>
              <a:defRPr sz="3000" b="1">
                <a:solidFill>
                  <a:srgbClr val="193B59"/>
                </a:solidFill>
                <a:latin typeface="Yu Gothic"/>
                <a:ea typeface="Yu Gothic"/>
                <a:cs typeface="Yu Gothic"/>
              </a:defRPr>
            </a:lvl1pPr>
            <a:lvl2pPr>
              <a:buNone/>
              <a:defRPr sz="3000" b="1">
                <a:solidFill>
                  <a:srgbClr val="193B59"/>
                </a:solidFill>
                <a:latin typeface="Yu Gothic"/>
                <a:ea typeface="Yu Gothic"/>
                <a:cs typeface="Yu Gothic"/>
              </a:defRPr>
            </a:lvl2pPr>
            <a:lvl3pPr>
              <a:buNone/>
              <a:defRPr sz="3000" b="1">
                <a:solidFill>
                  <a:srgbClr val="193B59"/>
                </a:solidFill>
                <a:latin typeface="Yu Gothic"/>
                <a:ea typeface="Yu Gothic"/>
                <a:cs typeface="Yu Gothic"/>
              </a:defRPr>
            </a:lvl3pPr>
            <a:lvl4pPr>
              <a:buNone/>
              <a:defRPr sz="3000" b="1">
                <a:solidFill>
                  <a:srgbClr val="193B59"/>
                </a:solidFill>
                <a:latin typeface="Yu Gothic"/>
                <a:ea typeface="Yu Gothic"/>
                <a:cs typeface="Yu Gothic"/>
              </a:defRPr>
            </a:lvl4pPr>
            <a:lvl5pPr>
              <a:buNone/>
              <a:defRPr sz="3000" b="1">
                <a:solidFill>
                  <a:srgbClr val="193B59"/>
                </a:solidFill>
                <a:latin typeface="Yu Gothic"/>
                <a:ea typeface="Yu Gothic"/>
                <a:cs typeface="Yu Gothic"/>
              </a:defRPr>
            </a:lvl5pPr>
            <a:lvl6pPr>
              <a:buNone/>
              <a:defRPr sz="3000" b="1">
                <a:solidFill>
                  <a:srgbClr val="193B59"/>
                </a:solidFill>
                <a:latin typeface="Yu Gothic"/>
                <a:ea typeface="Yu Gothic"/>
                <a:cs typeface="Yu Gothic"/>
              </a:defRPr>
            </a:lvl6pPr>
            <a:lvl7pPr>
              <a:buNone/>
              <a:defRPr sz="3000" b="1">
                <a:solidFill>
                  <a:srgbClr val="193B59"/>
                </a:solidFill>
                <a:latin typeface="Yu Gothic"/>
                <a:ea typeface="Yu Gothic"/>
                <a:cs typeface="Yu Gothic"/>
              </a:defRPr>
            </a:lvl7pPr>
            <a:lvl8pPr>
              <a:buNone/>
              <a:defRPr sz="3000" b="1">
                <a:solidFill>
                  <a:srgbClr val="193B59"/>
                </a:solidFill>
                <a:latin typeface="Yu Gothic"/>
                <a:ea typeface="Yu Gothic"/>
                <a:cs typeface="Yu Gothic"/>
              </a:defRPr>
            </a:lvl8pPr>
            <a:lvl9pPr>
              <a:buNone/>
              <a:defRPr sz="3000" b="1">
                <a:solidFill>
                  <a:srgbClr val="193B59"/>
                </a:solidFill>
                <a:latin typeface="Yu Gothic"/>
                <a:ea typeface="Yu Gothic"/>
                <a:cs typeface="Yu Gothic"/>
              </a:defRPr>
            </a:lvl9pPr>
          </a:lstStyle>
          <a:p xmlns:a="http://schemas.openxmlformats.org/drawingml/2006/main">
            <a:pPr>
              <a:buNone/>
              <a:defRPr sz="3000" b="1">
                <a:solidFill>
                  <a:srgbClr val="193B59"/>
                </a:solidFill>
                <a:latin typeface="Yu Gothic"/>
                <a:ea typeface="Yu Gothic"/>
                <a:cs typeface="Yu Gothic"/>
              </a:defRPr>
            </a:pPr>
            <a:r>
              <a:rPr sz="3000" b="1">
                <a:solidFill>
                  <a:srgbClr val="193B59"/>
                </a:solidFill>
                <a:latin typeface="Yu Gothic"/>
                <a:ea typeface="Yu Gothic"/>
                <a:cs typeface="Yu Gothic"/>
              </a:rPr>
              <a:t>演習：栽培容器の計画を見直す</a:t>
            </a:r>
          </a:p>
        </p:txBody>
      </p:sp>
      <p:sp>
        <p:nvSpPr>
          <p:cNvPr id="2" name="">
            <a:extLst xmlns:a="http://schemas.openxmlformats.org/drawingml/2006/main">
              <a:ext uri="{FF2B5EF4-FFF2-40B4-BE49-F238E27FC236}">
                <a16:creationId xmlns:a16="http://schemas.microsoft.com/office/drawing/2014/main" id="{92DD19AE-92ED-475C-A8C4-1EC1F85F4EB1}"/>
              </a:ext>
            </a:extLst>
          </p:cNvPr>
          <p:cNvSpPr>
            <a:spLocks xmlns:a="http://schemas.openxmlformats.org/drawingml/2006/main" noGrp="1"/>
          </p:cNvSpPr>
          <p:nvPr/>
        </p:nvSpPr>
        <p:spPr>
          <a:xfrm xmlns:a="http://schemas.openxmlformats.org/drawingml/2006/main" flipH="0" flipV="0">
            <a:off x="685800" y="1323975"/>
            <a:ext cx="10820400" cy="0"/>
          </a:xfrm>
          <a:prstGeom xmlns:a="http://schemas.openxmlformats.org/drawingml/2006/main" prst="line">
            <a:avLst/>
          </a:pr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3244B789-96B1-467F-931C-E0F3CC1E4AB8}"/>
              </a:ext>
            </a:extLst>
          </p:cNvPr>
          <p:cNvSpPr>
            <a:spLocks xmlns:a="http://schemas.openxmlformats.org/drawingml/2006/main" noGrp="1"/>
          </p:cNvSpPr>
          <p:nvPr/>
        </p:nvSpPr>
        <p:spPr>
          <a:xfrm xmlns:a="http://schemas.openxmlformats.org/drawingml/2006/main">
            <a:off x="809625" y="16668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1">
                <a:solidFill>
                  <a:srgbClr val="243845"/>
                </a:solidFill>
                <a:latin typeface="Yu Gothic"/>
                <a:ea typeface="Yu Gothic"/>
                <a:cs typeface="Yu Gothic"/>
              </a:defRPr>
            </a:defPPr>
            <a:lvl1pPr>
              <a:buNone/>
              <a:defRPr sz="2325" b="1">
                <a:solidFill>
                  <a:srgbClr val="243845"/>
                </a:solidFill>
                <a:latin typeface="Yu Gothic"/>
                <a:ea typeface="Yu Gothic"/>
                <a:cs typeface="Yu Gothic"/>
              </a:defRPr>
            </a:lvl1pPr>
            <a:lvl2pPr>
              <a:buNone/>
              <a:defRPr sz="2325" b="1">
                <a:solidFill>
                  <a:srgbClr val="243845"/>
                </a:solidFill>
                <a:latin typeface="Yu Gothic"/>
                <a:ea typeface="Yu Gothic"/>
                <a:cs typeface="Yu Gothic"/>
              </a:defRPr>
            </a:lvl2pPr>
            <a:lvl3pPr>
              <a:buNone/>
              <a:defRPr sz="2325" b="1">
                <a:solidFill>
                  <a:srgbClr val="243845"/>
                </a:solidFill>
                <a:latin typeface="Yu Gothic"/>
                <a:ea typeface="Yu Gothic"/>
                <a:cs typeface="Yu Gothic"/>
              </a:defRPr>
            </a:lvl3pPr>
            <a:lvl4pPr>
              <a:buNone/>
              <a:defRPr sz="2325" b="1">
                <a:solidFill>
                  <a:srgbClr val="243845"/>
                </a:solidFill>
                <a:latin typeface="Yu Gothic"/>
                <a:ea typeface="Yu Gothic"/>
                <a:cs typeface="Yu Gothic"/>
              </a:defRPr>
            </a:lvl4pPr>
            <a:lvl5pPr>
              <a:buNone/>
              <a:defRPr sz="2325" b="1">
                <a:solidFill>
                  <a:srgbClr val="243845"/>
                </a:solidFill>
                <a:latin typeface="Yu Gothic"/>
                <a:ea typeface="Yu Gothic"/>
                <a:cs typeface="Yu Gothic"/>
              </a:defRPr>
            </a:lvl5pPr>
            <a:lvl6pPr>
              <a:buNone/>
              <a:defRPr sz="2325" b="1">
                <a:solidFill>
                  <a:srgbClr val="243845"/>
                </a:solidFill>
                <a:latin typeface="Yu Gothic"/>
                <a:ea typeface="Yu Gothic"/>
                <a:cs typeface="Yu Gothic"/>
              </a:defRPr>
            </a:lvl6pPr>
            <a:lvl7pPr>
              <a:buNone/>
              <a:defRPr sz="2325" b="1">
                <a:solidFill>
                  <a:srgbClr val="243845"/>
                </a:solidFill>
                <a:latin typeface="Yu Gothic"/>
                <a:ea typeface="Yu Gothic"/>
                <a:cs typeface="Yu Gothic"/>
              </a:defRPr>
            </a:lvl7pPr>
            <a:lvl8pPr>
              <a:buNone/>
              <a:defRPr sz="2325" b="1">
                <a:solidFill>
                  <a:srgbClr val="243845"/>
                </a:solidFill>
                <a:latin typeface="Yu Gothic"/>
                <a:ea typeface="Yu Gothic"/>
                <a:cs typeface="Yu Gothic"/>
              </a:defRPr>
            </a:lvl8pPr>
            <a:lvl9pPr>
              <a:buNone/>
              <a:defRPr sz="2325" b="1">
                <a:solidFill>
                  <a:srgbClr val="243845"/>
                </a:solidFill>
                <a:latin typeface="Yu Gothic"/>
                <a:ea typeface="Yu Gothic"/>
                <a:cs typeface="Yu Gothic"/>
              </a:defRPr>
            </a:lvl9pPr>
          </a:lstStyle>
          <a:p xmlns:a="http://schemas.openxmlformats.org/drawingml/2006/main">
            <a:pPr>
              <a:buNone/>
              <a:defRPr sz="2325" b="1">
                <a:solidFill>
                  <a:srgbClr val="243845"/>
                </a:solidFill>
                <a:latin typeface="Yu Gothic"/>
                <a:ea typeface="Yu Gothic"/>
                <a:cs typeface="Yu Gothic"/>
              </a:defRPr>
            </a:pPr>
            <a:r>
              <a:rPr sz="2325" b="1">
                <a:solidFill>
                  <a:srgbClr val="243845"/>
                </a:solidFill>
                <a:latin typeface="Yu Gothic"/>
                <a:ea typeface="Yu Gothic"/>
                <a:cs typeface="Yu Gothic"/>
              </a:rPr>
              <a:t>必要な使用期間を決める</a:t>
            </a:r>
          </a:p>
        </p:txBody>
      </p:sp>
      <p:sp>
        <p:nvSpPr>
          <p:cNvPr id="4" name="">
            <a:extLst xmlns:a="http://schemas.openxmlformats.org/drawingml/2006/main">
              <a:ext uri="{FF2B5EF4-FFF2-40B4-BE49-F238E27FC236}">
                <a16:creationId xmlns:a16="http://schemas.microsoft.com/office/drawing/2014/main" id="{506E95B8-F1BA-4026-AF98-E64B13AC1C8E}"/>
              </a:ext>
            </a:extLst>
          </p:cNvPr>
          <p:cNvSpPr>
            <a:spLocks xmlns:a="http://schemas.openxmlformats.org/drawingml/2006/main" noGrp="1"/>
          </p:cNvSpPr>
          <p:nvPr/>
        </p:nvSpPr>
        <p:spPr>
          <a:xfrm xmlns:a="http://schemas.openxmlformats.org/drawingml/2006/main">
            <a:off x="809625" y="26193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43845"/>
                </a:solidFill>
                <a:latin typeface="Yu Gothic"/>
                <a:ea typeface="Yu Gothic"/>
                <a:cs typeface="Yu Gothic"/>
              </a:defRPr>
            </a:defPPr>
            <a:lvl1pPr>
              <a:buNone/>
              <a:defRPr sz="2325" b="0">
                <a:solidFill>
                  <a:srgbClr val="243845"/>
                </a:solidFill>
                <a:latin typeface="Yu Gothic"/>
                <a:ea typeface="Yu Gothic"/>
                <a:cs typeface="Yu Gothic"/>
              </a:defRPr>
            </a:lvl1pPr>
            <a:lvl2pPr>
              <a:buNone/>
              <a:defRPr sz="2325" b="0">
                <a:solidFill>
                  <a:srgbClr val="243845"/>
                </a:solidFill>
                <a:latin typeface="Yu Gothic"/>
                <a:ea typeface="Yu Gothic"/>
                <a:cs typeface="Yu Gothic"/>
              </a:defRPr>
            </a:lvl2pPr>
            <a:lvl3pPr>
              <a:buNone/>
              <a:defRPr sz="2325" b="0">
                <a:solidFill>
                  <a:srgbClr val="243845"/>
                </a:solidFill>
                <a:latin typeface="Yu Gothic"/>
                <a:ea typeface="Yu Gothic"/>
                <a:cs typeface="Yu Gothic"/>
              </a:defRPr>
            </a:lvl3pPr>
            <a:lvl4pPr>
              <a:buNone/>
              <a:defRPr sz="2325" b="0">
                <a:solidFill>
                  <a:srgbClr val="243845"/>
                </a:solidFill>
                <a:latin typeface="Yu Gothic"/>
                <a:ea typeface="Yu Gothic"/>
                <a:cs typeface="Yu Gothic"/>
              </a:defRPr>
            </a:lvl4pPr>
            <a:lvl5pPr>
              <a:buNone/>
              <a:defRPr sz="2325" b="0">
                <a:solidFill>
                  <a:srgbClr val="243845"/>
                </a:solidFill>
                <a:latin typeface="Yu Gothic"/>
                <a:ea typeface="Yu Gothic"/>
                <a:cs typeface="Yu Gothic"/>
              </a:defRPr>
            </a:lvl5pPr>
            <a:lvl6pPr>
              <a:buNone/>
              <a:defRPr sz="2325" b="0">
                <a:solidFill>
                  <a:srgbClr val="243845"/>
                </a:solidFill>
                <a:latin typeface="Yu Gothic"/>
                <a:ea typeface="Yu Gothic"/>
                <a:cs typeface="Yu Gothic"/>
              </a:defRPr>
            </a:lvl6pPr>
            <a:lvl7pPr>
              <a:buNone/>
              <a:defRPr sz="2325" b="0">
                <a:solidFill>
                  <a:srgbClr val="243845"/>
                </a:solidFill>
                <a:latin typeface="Yu Gothic"/>
                <a:ea typeface="Yu Gothic"/>
                <a:cs typeface="Yu Gothic"/>
              </a:defRPr>
            </a:lvl7pPr>
            <a:lvl8pPr>
              <a:buNone/>
              <a:defRPr sz="2325" b="0">
                <a:solidFill>
                  <a:srgbClr val="243845"/>
                </a:solidFill>
                <a:latin typeface="Yu Gothic"/>
                <a:ea typeface="Yu Gothic"/>
                <a:cs typeface="Yu Gothic"/>
              </a:defRPr>
            </a:lvl8pPr>
            <a:lvl9pPr>
              <a:buNone/>
              <a:defRPr sz="2325" b="0">
                <a:solidFill>
                  <a:srgbClr val="243845"/>
                </a:solidFill>
                <a:latin typeface="Yu Gothic"/>
                <a:ea typeface="Yu Gothic"/>
                <a:cs typeface="Yu Gothic"/>
              </a:defRPr>
            </a:lvl9pPr>
          </a:lstStyle>
          <a:p xmlns:a="http://schemas.openxmlformats.org/drawingml/2006/main">
            <a:pPr>
              <a:buNone/>
              <a:defRPr sz="2325" b="0">
                <a:solidFill>
                  <a:srgbClr val="243845"/>
                </a:solidFill>
                <a:latin typeface="Yu Gothic"/>
                <a:ea typeface="Yu Gothic"/>
                <a:cs typeface="Yu Gothic"/>
              </a:defRPr>
            </a:pPr>
            <a:r>
              <a:rPr sz="2325" b="0">
                <a:solidFill>
                  <a:srgbClr val="243845"/>
                </a:solidFill>
                <a:latin typeface="Yu Gothic"/>
                <a:ea typeface="Yu Gothic"/>
                <a:cs typeface="Yu Gothic"/>
              </a:rPr>
              <a:t>長期変形と劣化を確認</a:t>
            </a:r>
          </a:p>
        </p:txBody>
      </p:sp>
      <p:sp>
        <p:nvSpPr>
          <p:cNvPr id="5" name="">
            <a:extLst xmlns:a="http://schemas.openxmlformats.org/drawingml/2006/main">
              <a:ext uri="{FF2B5EF4-FFF2-40B4-BE49-F238E27FC236}">
                <a16:creationId xmlns:a16="http://schemas.microsoft.com/office/drawing/2014/main" id="{7A65DA59-9275-4211-92FE-96689CD1D13D}"/>
              </a:ext>
            </a:extLst>
          </p:cNvPr>
          <p:cNvSpPr>
            <a:spLocks xmlns:a="http://schemas.openxmlformats.org/drawingml/2006/main" noGrp="1"/>
          </p:cNvSpPr>
          <p:nvPr/>
        </p:nvSpPr>
        <p:spPr>
          <a:xfrm xmlns:a="http://schemas.openxmlformats.org/drawingml/2006/main">
            <a:off x="809625" y="35718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43845"/>
                </a:solidFill>
                <a:latin typeface="Yu Gothic"/>
                <a:ea typeface="Yu Gothic"/>
                <a:cs typeface="Yu Gothic"/>
              </a:defRPr>
            </a:defPPr>
            <a:lvl1pPr>
              <a:buNone/>
              <a:defRPr sz="2325" b="0">
                <a:solidFill>
                  <a:srgbClr val="243845"/>
                </a:solidFill>
                <a:latin typeface="Yu Gothic"/>
                <a:ea typeface="Yu Gothic"/>
                <a:cs typeface="Yu Gothic"/>
              </a:defRPr>
            </a:lvl1pPr>
            <a:lvl2pPr>
              <a:buNone/>
              <a:defRPr sz="2325" b="0">
                <a:solidFill>
                  <a:srgbClr val="243845"/>
                </a:solidFill>
                <a:latin typeface="Yu Gothic"/>
                <a:ea typeface="Yu Gothic"/>
                <a:cs typeface="Yu Gothic"/>
              </a:defRPr>
            </a:lvl2pPr>
            <a:lvl3pPr>
              <a:buNone/>
              <a:defRPr sz="2325" b="0">
                <a:solidFill>
                  <a:srgbClr val="243845"/>
                </a:solidFill>
                <a:latin typeface="Yu Gothic"/>
                <a:ea typeface="Yu Gothic"/>
                <a:cs typeface="Yu Gothic"/>
              </a:defRPr>
            </a:lvl3pPr>
            <a:lvl4pPr>
              <a:buNone/>
              <a:defRPr sz="2325" b="0">
                <a:solidFill>
                  <a:srgbClr val="243845"/>
                </a:solidFill>
                <a:latin typeface="Yu Gothic"/>
                <a:ea typeface="Yu Gothic"/>
                <a:cs typeface="Yu Gothic"/>
              </a:defRPr>
            </a:lvl4pPr>
            <a:lvl5pPr>
              <a:buNone/>
              <a:defRPr sz="2325" b="0">
                <a:solidFill>
                  <a:srgbClr val="243845"/>
                </a:solidFill>
                <a:latin typeface="Yu Gothic"/>
                <a:ea typeface="Yu Gothic"/>
                <a:cs typeface="Yu Gothic"/>
              </a:defRPr>
            </a:lvl5pPr>
            <a:lvl6pPr>
              <a:buNone/>
              <a:defRPr sz="2325" b="0">
                <a:solidFill>
                  <a:srgbClr val="243845"/>
                </a:solidFill>
                <a:latin typeface="Yu Gothic"/>
                <a:ea typeface="Yu Gothic"/>
                <a:cs typeface="Yu Gothic"/>
              </a:defRPr>
            </a:lvl6pPr>
            <a:lvl7pPr>
              <a:buNone/>
              <a:defRPr sz="2325" b="0">
                <a:solidFill>
                  <a:srgbClr val="243845"/>
                </a:solidFill>
                <a:latin typeface="Yu Gothic"/>
                <a:ea typeface="Yu Gothic"/>
                <a:cs typeface="Yu Gothic"/>
              </a:defRPr>
            </a:lvl7pPr>
            <a:lvl8pPr>
              <a:buNone/>
              <a:defRPr sz="2325" b="0">
                <a:solidFill>
                  <a:srgbClr val="243845"/>
                </a:solidFill>
                <a:latin typeface="Yu Gothic"/>
                <a:ea typeface="Yu Gothic"/>
                <a:cs typeface="Yu Gothic"/>
              </a:defRPr>
            </a:lvl8pPr>
            <a:lvl9pPr>
              <a:buNone/>
              <a:defRPr sz="2325" b="0">
                <a:solidFill>
                  <a:srgbClr val="243845"/>
                </a:solidFill>
                <a:latin typeface="Yu Gothic"/>
                <a:ea typeface="Yu Gothic"/>
                <a:cs typeface="Yu Gothic"/>
              </a:defRPr>
            </a:lvl9pPr>
          </a:lstStyle>
          <a:p xmlns:a="http://schemas.openxmlformats.org/drawingml/2006/main">
            <a:pPr>
              <a:buNone/>
              <a:defRPr sz="2325" b="0">
                <a:solidFill>
                  <a:srgbClr val="243845"/>
                </a:solidFill>
                <a:latin typeface="Yu Gothic"/>
                <a:ea typeface="Yu Gothic"/>
                <a:cs typeface="Yu Gothic"/>
              </a:defRPr>
            </a:pPr>
            <a:r>
              <a:rPr sz="2325" b="0">
                <a:solidFill>
                  <a:srgbClr val="243845"/>
                </a:solidFill>
                <a:latin typeface="Yu Gothic"/>
                <a:ea typeface="Yu Gothic"/>
                <a:cs typeface="Yu Gothic"/>
              </a:rPr>
              <a:t>交換・分解・回収の案</a:t>
            </a:r>
          </a:p>
        </p:txBody>
      </p:sp>
      <p:sp>
        <p:nvSpPr>
          <p:cNvPr id="6" name="">
            <a:extLst xmlns:a="http://schemas.openxmlformats.org/drawingml/2006/main">
              <a:ext uri="{FF2B5EF4-FFF2-40B4-BE49-F238E27FC236}">
                <a16:creationId xmlns:a16="http://schemas.microsoft.com/office/drawing/2014/main" id="{E3A61351-8452-48D8-B17E-BE54CDABE09B}"/>
              </a:ext>
            </a:extLst>
          </p:cNvPr>
          <p:cNvSpPr>
            <a:spLocks xmlns:a="http://schemas.openxmlformats.org/drawingml/2006/main" noGrp="1"/>
          </p:cNvSpPr>
          <p:nvPr/>
        </p:nvSpPr>
        <p:spPr>
          <a:xfrm xmlns:a="http://schemas.openxmlformats.org/drawingml/2006/main">
            <a:off x="809625" y="45243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43845"/>
                </a:solidFill>
                <a:latin typeface="Yu Gothic"/>
                <a:ea typeface="Yu Gothic"/>
                <a:cs typeface="Yu Gothic"/>
              </a:defRPr>
            </a:defPPr>
            <a:lvl1pPr>
              <a:buNone/>
              <a:defRPr sz="2325" b="0">
                <a:solidFill>
                  <a:srgbClr val="243845"/>
                </a:solidFill>
                <a:latin typeface="Yu Gothic"/>
                <a:ea typeface="Yu Gothic"/>
                <a:cs typeface="Yu Gothic"/>
              </a:defRPr>
            </a:lvl1pPr>
            <a:lvl2pPr>
              <a:buNone/>
              <a:defRPr sz="2325" b="0">
                <a:solidFill>
                  <a:srgbClr val="243845"/>
                </a:solidFill>
                <a:latin typeface="Yu Gothic"/>
                <a:ea typeface="Yu Gothic"/>
                <a:cs typeface="Yu Gothic"/>
              </a:defRPr>
            </a:lvl2pPr>
            <a:lvl3pPr>
              <a:buNone/>
              <a:defRPr sz="2325" b="0">
                <a:solidFill>
                  <a:srgbClr val="243845"/>
                </a:solidFill>
                <a:latin typeface="Yu Gothic"/>
                <a:ea typeface="Yu Gothic"/>
                <a:cs typeface="Yu Gothic"/>
              </a:defRPr>
            </a:lvl3pPr>
            <a:lvl4pPr>
              <a:buNone/>
              <a:defRPr sz="2325" b="0">
                <a:solidFill>
                  <a:srgbClr val="243845"/>
                </a:solidFill>
                <a:latin typeface="Yu Gothic"/>
                <a:ea typeface="Yu Gothic"/>
                <a:cs typeface="Yu Gothic"/>
              </a:defRPr>
            </a:lvl4pPr>
            <a:lvl5pPr>
              <a:buNone/>
              <a:defRPr sz="2325" b="0">
                <a:solidFill>
                  <a:srgbClr val="243845"/>
                </a:solidFill>
                <a:latin typeface="Yu Gothic"/>
                <a:ea typeface="Yu Gothic"/>
                <a:cs typeface="Yu Gothic"/>
              </a:defRPr>
            </a:lvl5pPr>
            <a:lvl6pPr>
              <a:buNone/>
              <a:defRPr sz="2325" b="0">
                <a:solidFill>
                  <a:srgbClr val="243845"/>
                </a:solidFill>
                <a:latin typeface="Yu Gothic"/>
                <a:ea typeface="Yu Gothic"/>
                <a:cs typeface="Yu Gothic"/>
              </a:defRPr>
            </a:lvl6pPr>
            <a:lvl7pPr>
              <a:buNone/>
              <a:defRPr sz="2325" b="0">
                <a:solidFill>
                  <a:srgbClr val="243845"/>
                </a:solidFill>
                <a:latin typeface="Yu Gothic"/>
                <a:ea typeface="Yu Gothic"/>
                <a:cs typeface="Yu Gothic"/>
              </a:defRPr>
            </a:lvl7pPr>
            <a:lvl8pPr>
              <a:buNone/>
              <a:defRPr sz="2325" b="0">
                <a:solidFill>
                  <a:srgbClr val="243845"/>
                </a:solidFill>
                <a:latin typeface="Yu Gothic"/>
                <a:ea typeface="Yu Gothic"/>
                <a:cs typeface="Yu Gothic"/>
              </a:defRPr>
            </a:lvl8pPr>
            <a:lvl9pPr>
              <a:buNone/>
              <a:defRPr sz="2325" b="0">
                <a:solidFill>
                  <a:srgbClr val="243845"/>
                </a:solidFill>
                <a:latin typeface="Yu Gothic"/>
                <a:ea typeface="Yu Gothic"/>
                <a:cs typeface="Yu Gothic"/>
              </a:defRPr>
            </a:lvl9pPr>
          </a:lstStyle>
          <a:p xmlns:a="http://schemas.openxmlformats.org/drawingml/2006/main">
            <a:pPr>
              <a:buNone/>
              <a:defRPr sz="2325" b="0">
                <a:solidFill>
                  <a:srgbClr val="243845"/>
                </a:solidFill>
                <a:latin typeface="Yu Gothic"/>
                <a:ea typeface="Yu Gothic"/>
                <a:cs typeface="Yu Gothic"/>
              </a:defRPr>
            </a:pPr>
            <a:r>
              <a:rPr sz="2325" b="0">
                <a:solidFill>
                  <a:srgbClr val="243845"/>
                </a:solidFill>
                <a:latin typeface="Yu Gothic"/>
                <a:ea typeface="Yu Gothic"/>
                <a:cs typeface="Yu Gothic"/>
              </a:rPr>
              <a:t>判断の根拠と不足情報を示す</a:t>
            </a:r>
          </a:p>
        </p:txBody>
      </p:sp>
      <p:sp>
        <p:nvSpPr>
          <p:cNvPr id="7" name="">
            <a:extLst xmlns:a="http://schemas.openxmlformats.org/drawingml/2006/main">
              <a:ext uri="{FF2B5EF4-FFF2-40B4-BE49-F238E27FC236}">
                <a16:creationId xmlns:a16="http://schemas.microsoft.com/office/drawing/2014/main" id="{B08ECD7D-E040-4DE1-8708-6D5D28FF3D36}"/>
              </a:ext>
            </a:extLst>
          </p:cNvPr>
          <p:cNvSpPr>
            <a:spLocks xmlns:a="http://schemas.openxmlformats.org/drawingml/2006/main" noGrp="1"/>
          </p:cNvSpPr>
          <p:nvPr/>
        </p:nvSpPr>
        <p:spPr>
          <a:xfrm xmlns:a="http://schemas.openxmlformats.org/drawingml/2006/main">
            <a:off x="809625" y="5667375"/>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725" b="1">
                <a:solidFill>
                  <a:srgbClr val="337568"/>
                </a:solidFill>
                <a:latin typeface="Yu Gothic"/>
                <a:ea typeface="Yu Gothic"/>
                <a:cs typeface="Yu Gothic"/>
              </a:defRPr>
            </a:defPPr>
            <a:lvl1pPr>
              <a:buNone/>
              <a:defRPr sz="1725" b="1">
                <a:solidFill>
                  <a:srgbClr val="337568"/>
                </a:solidFill>
                <a:latin typeface="Yu Gothic"/>
                <a:ea typeface="Yu Gothic"/>
                <a:cs typeface="Yu Gothic"/>
              </a:defRPr>
            </a:lvl1pPr>
            <a:lvl2pPr>
              <a:buNone/>
              <a:defRPr sz="1725" b="1">
                <a:solidFill>
                  <a:srgbClr val="337568"/>
                </a:solidFill>
                <a:latin typeface="Yu Gothic"/>
                <a:ea typeface="Yu Gothic"/>
                <a:cs typeface="Yu Gothic"/>
              </a:defRPr>
            </a:lvl2pPr>
            <a:lvl3pPr>
              <a:buNone/>
              <a:defRPr sz="1725" b="1">
                <a:solidFill>
                  <a:srgbClr val="337568"/>
                </a:solidFill>
                <a:latin typeface="Yu Gothic"/>
                <a:ea typeface="Yu Gothic"/>
                <a:cs typeface="Yu Gothic"/>
              </a:defRPr>
            </a:lvl3pPr>
            <a:lvl4pPr>
              <a:buNone/>
              <a:defRPr sz="1725" b="1">
                <a:solidFill>
                  <a:srgbClr val="337568"/>
                </a:solidFill>
                <a:latin typeface="Yu Gothic"/>
                <a:ea typeface="Yu Gothic"/>
                <a:cs typeface="Yu Gothic"/>
              </a:defRPr>
            </a:lvl4pPr>
            <a:lvl5pPr>
              <a:buNone/>
              <a:defRPr sz="1725" b="1">
                <a:solidFill>
                  <a:srgbClr val="337568"/>
                </a:solidFill>
                <a:latin typeface="Yu Gothic"/>
                <a:ea typeface="Yu Gothic"/>
                <a:cs typeface="Yu Gothic"/>
              </a:defRPr>
            </a:lvl5pPr>
            <a:lvl6pPr>
              <a:buNone/>
              <a:defRPr sz="1725" b="1">
                <a:solidFill>
                  <a:srgbClr val="337568"/>
                </a:solidFill>
                <a:latin typeface="Yu Gothic"/>
                <a:ea typeface="Yu Gothic"/>
                <a:cs typeface="Yu Gothic"/>
              </a:defRPr>
            </a:lvl6pPr>
            <a:lvl7pPr>
              <a:buNone/>
              <a:defRPr sz="1725" b="1">
                <a:solidFill>
                  <a:srgbClr val="337568"/>
                </a:solidFill>
                <a:latin typeface="Yu Gothic"/>
                <a:ea typeface="Yu Gothic"/>
                <a:cs typeface="Yu Gothic"/>
              </a:defRPr>
            </a:lvl7pPr>
            <a:lvl8pPr>
              <a:buNone/>
              <a:defRPr sz="1725" b="1">
                <a:solidFill>
                  <a:srgbClr val="337568"/>
                </a:solidFill>
                <a:latin typeface="Yu Gothic"/>
                <a:ea typeface="Yu Gothic"/>
                <a:cs typeface="Yu Gothic"/>
              </a:defRPr>
            </a:lvl8pPr>
            <a:lvl9pPr>
              <a:buNone/>
              <a:defRPr sz="1725" b="1">
                <a:solidFill>
                  <a:srgbClr val="337568"/>
                </a:solidFill>
                <a:latin typeface="Yu Gothic"/>
                <a:ea typeface="Yu Gothic"/>
                <a:cs typeface="Yu Gothic"/>
              </a:defRPr>
            </a:lvl9pPr>
          </a:lstStyle>
          <a:p xmlns:a="http://schemas.openxmlformats.org/drawingml/2006/main">
            <a:pPr>
              <a:buNone/>
              <a:defRPr sz="1725" b="1">
                <a:solidFill>
                  <a:srgbClr val="337568"/>
                </a:solidFill>
                <a:latin typeface="Yu Gothic"/>
                <a:ea typeface="Yu Gothic"/>
                <a:cs typeface="Yu Gothic"/>
              </a:defRPr>
            </a:pPr>
            <a:r>
              <a:rPr sz="1725" b="1">
                <a:solidFill>
                  <a:srgbClr val="337568"/>
                </a:solidFill>
                <a:latin typeface="Yu Gothic"/>
                <a:ea typeface="Yu Gothic"/>
                <a:cs typeface="Yu Gothic"/>
              </a:rPr>
              <a:t>目安 240秒／必要に応じて一時停止</a:t>
            </a:r>
          </a:p>
        </p:txBody>
      </p:sp>
      <p:sp>
        <p:nvSpPr>
          <p:cNvPr id="8" name="">
            <a:extLst xmlns:a="http://schemas.openxmlformats.org/drawingml/2006/main">
              <a:ext uri="{FF2B5EF4-FFF2-40B4-BE49-F238E27FC236}">
                <a16:creationId xmlns:a16="http://schemas.microsoft.com/office/drawing/2014/main" id="{BE5AA584-F5B8-4BB0-85F7-3BFDD111C240}"/>
              </a:ext>
            </a:extLst>
          </p:cNvPr>
          <p:cNvSpPr>
            <a:spLocks xmlns:a="http://schemas.openxmlformats.org/drawingml/2006/main" noGrp="1"/>
          </p:cNvSpPr>
          <p:nvPr/>
        </p:nvSpPr>
        <p:spPr>
          <a:xfrm xmlns:a="http://schemas.openxmlformats.org/drawingml/2006/main">
            <a:off x="685800" y="6353175"/>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第8回</a:t>
            </a:r>
          </a:p>
        </p:txBody>
      </p:sp>
      <p:sp>
        <p:nvSpPr>
          <p:cNvPr id="9" name="">
            <a:extLst xmlns:a="http://schemas.openxmlformats.org/drawingml/2006/main">
              <a:ext uri="{FF2B5EF4-FFF2-40B4-BE49-F238E27FC236}">
                <a16:creationId xmlns:a16="http://schemas.microsoft.com/office/drawing/2014/main" id="{CAD1C83C-6244-426E-934C-64050A678CB9}"/>
              </a:ext>
            </a:extLst>
          </p:cNvPr>
          <p:cNvSpPr>
            <a:spLocks xmlns:a="http://schemas.openxmlformats.org/drawingml/2006/main" noGrp="1"/>
          </p:cNvSpPr>
          <p:nvPr/>
        </p:nvSpPr>
        <p:spPr>
          <a:xfrm xmlns:a="http://schemas.openxmlformats.org/drawingml/2006/main">
            <a:off x="10382250" y="6353175"/>
            <a:ext cx="123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25 / 43</a:t>
            </a:r>
          </a:p>
        </p:txBody>
      </p:sp>
    </p:spTree>
    <p:extLst>
      <p:ext uri="{BB962C8B-B14F-4D97-AF65-F5344CB8AC3E}">
        <p14:creationId xmlns:p14="http://schemas.microsoft.com/office/powerpoint/2010/main" val="1201029239"/>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A9A60F5-D763-4D51-B617-B50FE5D33DBF}"/>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93B59"/>
                </a:solidFill>
                <a:latin typeface="Yu Gothic"/>
                <a:ea typeface="Yu Gothic"/>
                <a:cs typeface="Yu Gothic"/>
              </a:defRPr>
            </a:defPPr>
            <a:lvl1pPr>
              <a:buNone/>
              <a:defRPr sz="3000" b="1">
                <a:solidFill>
                  <a:srgbClr val="193B59"/>
                </a:solidFill>
                <a:latin typeface="Yu Gothic"/>
                <a:ea typeface="Yu Gothic"/>
                <a:cs typeface="Yu Gothic"/>
              </a:defRPr>
            </a:lvl1pPr>
            <a:lvl2pPr>
              <a:buNone/>
              <a:defRPr sz="3000" b="1">
                <a:solidFill>
                  <a:srgbClr val="193B59"/>
                </a:solidFill>
                <a:latin typeface="Yu Gothic"/>
                <a:ea typeface="Yu Gothic"/>
                <a:cs typeface="Yu Gothic"/>
              </a:defRPr>
            </a:lvl2pPr>
            <a:lvl3pPr>
              <a:buNone/>
              <a:defRPr sz="3000" b="1">
                <a:solidFill>
                  <a:srgbClr val="193B59"/>
                </a:solidFill>
                <a:latin typeface="Yu Gothic"/>
                <a:ea typeface="Yu Gothic"/>
                <a:cs typeface="Yu Gothic"/>
              </a:defRPr>
            </a:lvl3pPr>
            <a:lvl4pPr>
              <a:buNone/>
              <a:defRPr sz="3000" b="1">
                <a:solidFill>
                  <a:srgbClr val="193B59"/>
                </a:solidFill>
                <a:latin typeface="Yu Gothic"/>
                <a:ea typeface="Yu Gothic"/>
                <a:cs typeface="Yu Gothic"/>
              </a:defRPr>
            </a:lvl4pPr>
            <a:lvl5pPr>
              <a:buNone/>
              <a:defRPr sz="3000" b="1">
                <a:solidFill>
                  <a:srgbClr val="193B59"/>
                </a:solidFill>
                <a:latin typeface="Yu Gothic"/>
                <a:ea typeface="Yu Gothic"/>
                <a:cs typeface="Yu Gothic"/>
              </a:defRPr>
            </a:lvl5pPr>
            <a:lvl6pPr>
              <a:buNone/>
              <a:defRPr sz="3000" b="1">
                <a:solidFill>
                  <a:srgbClr val="193B59"/>
                </a:solidFill>
                <a:latin typeface="Yu Gothic"/>
                <a:ea typeface="Yu Gothic"/>
                <a:cs typeface="Yu Gothic"/>
              </a:defRPr>
            </a:lvl6pPr>
            <a:lvl7pPr>
              <a:buNone/>
              <a:defRPr sz="3000" b="1">
                <a:solidFill>
                  <a:srgbClr val="193B59"/>
                </a:solidFill>
                <a:latin typeface="Yu Gothic"/>
                <a:ea typeface="Yu Gothic"/>
                <a:cs typeface="Yu Gothic"/>
              </a:defRPr>
            </a:lvl7pPr>
            <a:lvl8pPr>
              <a:buNone/>
              <a:defRPr sz="3000" b="1">
                <a:solidFill>
                  <a:srgbClr val="193B59"/>
                </a:solidFill>
                <a:latin typeface="Yu Gothic"/>
                <a:ea typeface="Yu Gothic"/>
                <a:cs typeface="Yu Gothic"/>
              </a:defRPr>
            </a:lvl8pPr>
            <a:lvl9pPr>
              <a:buNone/>
              <a:defRPr sz="3000" b="1">
                <a:solidFill>
                  <a:srgbClr val="193B59"/>
                </a:solidFill>
                <a:latin typeface="Yu Gothic"/>
                <a:ea typeface="Yu Gothic"/>
                <a:cs typeface="Yu Gothic"/>
              </a:defRPr>
            </a:lvl9pPr>
          </a:lstStyle>
          <a:p xmlns:a="http://schemas.openxmlformats.org/drawingml/2006/main">
            <a:pPr>
              <a:buNone/>
              <a:defRPr sz="3000" b="1">
                <a:solidFill>
                  <a:srgbClr val="193B59"/>
                </a:solidFill>
                <a:latin typeface="Yu Gothic"/>
                <a:ea typeface="Yu Gothic"/>
                <a:cs typeface="Yu Gothic"/>
              </a:defRPr>
            </a:pPr>
            <a:r>
              <a:rPr sz="3000" b="1">
                <a:solidFill>
                  <a:srgbClr val="193B59"/>
                </a:solidFill>
                <a:latin typeface="Yu Gothic"/>
                <a:ea typeface="Yu Gothic"/>
                <a:cs typeface="Yu Gothic"/>
              </a:rPr>
              <a:t>計画の見直し：確認項目</a:t>
            </a:r>
          </a:p>
        </p:txBody>
      </p:sp>
      <p:sp>
        <p:nvSpPr>
          <p:cNvPr id="2" name="">
            <a:extLst xmlns:a="http://schemas.openxmlformats.org/drawingml/2006/main">
              <a:ext uri="{FF2B5EF4-FFF2-40B4-BE49-F238E27FC236}">
                <a16:creationId xmlns:a16="http://schemas.microsoft.com/office/drawing/2014/main" id="{90792EC1-FA6D-42D0-858D-6E580D27D9F8}"/>
              </a:ext>
            </a:extLst>
          </p:cNvPr>
          <p:cNvSpPr>
            <a:spLocks xmlns:a="http://schemas.openxmlformats.org/drawingml/2006/main" noGrp="1"/>
          </p:cNvSpPr>
          <p:nvPr/>
        </p:nvSpPr>
        <p:spPr>
          <a:xfrm xmlns:a="http://schemas.openxmlformats.org/drawingml/2006/main" flipH="0" flipV="0">
            <a:off x="685800" y="1323975"/>
            <a:ext cx="10820400" cy="0"/>
          </a:xfrm>
          <a:prstGeom xmlns:a="http://schemas.openxmlformats.org/drawingml/2006/main" prst="line">
            <a:avLst/>
          </a:prstGeom>
          <a:noFill xmlns:a="http://schemas.openxmlformats.org/drawingml/2006/main"/>
          <a:ln xmlns:a="http://schemas.openxmlformats.org/drawingml/2006/main" w="19050">
            <a:solidFill>
              <a:srgbClr val="D8E1E7"/>
            </a:solidFill>
          </a:ln>
        </p:spPr>
      </p:sp>
      <p:sp>
        <p:nvSpPr>
          <p:cNvPr id="7" name="">
            <a:extLst xmlns:a="http://schemas.openxmlformats.org/drawingml/2006/main">
              <a:ext uri="{FF2B5EF4-FFF2-40B4-BE49-F238E27FC236}">
                <a16:creationId xmlns:a16="http://schemas.microsoft.com/office/drawing/2014/main" id="{5B9F0025-5C06-4E8A-9AA5-3C8A92E1648B}"/>
              </a:ext>
            </a:extLst>
          </p:cNvPr>
          <p:cNvSpPr>
            <a:spLocks xmlns:a="http://schemas.openxmlformats.org/drawingml/2006/main" noGrp="1"/>
          </p:cNvSpPr>
          <p:nvPr/>
        </p:nvSpPr>
        <p:spPr>
          <a:xfrm xmlns:a="http://schemas.openxmlformats.org/drawingml/2006/main">
            <a:off x="685800" y="6353175"/>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第8回</a:t>
            </a:r>
          </a:p>
        </p:txBody>
      </p:sp>
      <p:sp>
        <p:nvSpPr>
          <p:cNvPr id="8" name="">
            <a:extLst xmlns:a="http://schemas.openxmlformats.org/drawingml/2006/main">
              <a:ext uri="{FF2B5EF4-FFF2-40B4-BE49-F238E27FC236}">
                <a16:creationId xmlns:a16="http://schemas.microsoft.com/office/drawing/2014/main" id="{287433CF-6003-47C8-98CB-3FA02C26FB0B}"/>
              </a:ext>
            </a:extLst>
          </p:cNvPr>
          <p:cNvSpPr>
            <a:spLocks xmlns:a="http://schemas.openxmlformats.org/drawingml/2006/main" noGrp="1"/>
          </p:cNvSpPr>
          <p:nvPr/>
        </p:nvSpPr>
        <p:spPr>
          <a:xfrm xmlns:a="http://schemas.openxmlformats.org/drawingml/2006/main">
            <a:off x="10382250" y="6353175"/>
            <a:ext cx="123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26 / 43</a:t>
            </a:r>
          </a:p>
        </p:txBody>
      </p:sp>
      <p:sp>
        <p:nvSpPr>
          <p:cNvPr id="10" name="">
            <a:extLst xmlns:a="http://schemas.openxmlformats.org/drawingml/2006/main">
              <a:ext uri="{FF2B5EF4-FFF2-40B4-BE49-F238E27FC236}">
                <a16:creationId xmlns:a16="http://schemas.microsoft.com/office/drawing/2014/main" id="{15062A83-2D4C-4794-BA35-B8D6A382155E}"/>
              </a:ext>
            </a:extLst>
          </p:cNvPr>
          <p:cNvSpPr>
            <a:spLocks xmlns:a="http://schemas.openxmlformats.org/drawingml/2006/main" noGrp="1"/>
          </p:cNvSpPr>
          <p:nvPr/>
        </p:nvSpPr>
        <p:spPr>
          <a:xfrm xmlns:a="http://schemas.openxmlformats.org/drawingml/2006/main">
            <a:off x="809625" y="1714500"/>
            <a:ext cx="314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263D4D"/>
                </a:solidFill>
                <a:latin typeface="Yu Gothic"/>
                <a:ea typeface="Yu Gothic"/>
                <a:cs typeface="Yu Gothic"/>
              </a:defRPr>
            </a:defPPr>
            <a:lvl1pPr>
              <a:defRPr sz="2175" b="1">
                <a:solidFill>
                  <a:srgbClr val="263D4D"/>
                </a:solidFill>
                <a:latin typeface="Yu Gothic"/>
                <a:ea typeface="Yu Gothic"/>
                <a:cs typeface="Yu Gothic"/>
              </a:defRPr>
            </a:lvl1pPr>
            <a:lvl2pPr>
              <a:defRPr sz="2175" b="1">
                <a:solidFill>
                  <a:srgbClr val="263D4D"/>
                </a:solidFill>
                <a:latin typeface="Yu Gothic"/>
                <a:ea typeface="Yu Gothic"/>
                <a:cs typeface="Yu Gothic"/>
              </a:defRPr>
            </a:lvl2pPr>
            <a:lvl3pPr>
              <a:defRPr sz="2175" b="1">
                <a:solidFill>
                  <a:srgbClr val="263D4D"/>
                </a:solidFill>
                <a:latin typeface="Yu Gothic"/>
                <a:ea typeface="Yu Gothic"/>
                <a:cs typeface="Yu Gothic"/>
              </a:defRPr>
            </a:lvl3pPr>
            <a:lvl4pPr>
              <a:defRPr sz="2175" b="1">
                <a:solidFill>
                  <a:srgbClr val="263D4D"/>
                </a:solidFill>
                <a:latin typeface="Yu Gothic"/>
                <a:ea typeface="Yu Gothic"/>
                <a:cs typeface="Yu Gothic"/>
              </a:defRPr>
            </a:lvl4pPr>
            <a:lvl5pPr>
              <a:defRPr sz="2175" b="1">
                <a:solidFill>
                  <a:srgbClr val="263D4D"/>
                </a:solidFill>
                <a:latin typeface="Yu Gothic"/>
                <a:ea typeface="Yu Gothic"/>
                <a:cs typeface="Yu Gothic"/>
              </a:defRPr>
            </a:lvl5pPr>
            <a:lvl6pPr>
              <a:defRPr sz="2175" b="1">
                <a:solidFill>
                  <a:srgbClr val="263D4D"/>
                </a:solidFill>
                <a:latin typeface="Yu Gothic"/>
                <a:ea typeface="Yu Gothic"/>
                <a:cs typeface="Yu Gothic"/>
              </a:defRPr>
            </a:lvl6pPr>
            <a:lvl7pPr>
              <a:defRPr sz="2175" b="1">
                <a:solidFill>
                  <a:srgbClr val="263D4D"/>
                </a:solidFill>
                <a:latin typeface="Yu Gothic"/>
                <a:ea typeface="Yu Gothic"/>
                <a:cs typeface="Yu Gothic"/>
              </a:defRPr>
            </a:lvl7pPr>
            <a:lvl8pPr>
              <a:defRPr sz="2175" b="1">
                <a:solidFill>
                  <a:srgbClr val="263D4D"/>
                </a:solidFill>
                <a:latin typeface="Yu Gothic"/>
                <a:ea typeface="Yu Gothic"/>
                <a:cs typeface="Yu Gothic"/>
              </a:defRPr>
            </a:lvl8pPr>
            <a:lvl9pPr>
              <a:defRPr sz="2175" b="1">
                <a:solidFill>
                  <a:srgbClr val="263D4D"/>
                </a:solidFill>
                <a:latin typeface="Yu Gothic"/>
                <a:ea typeface="Yu Gothic"/>
                <a:cs typeface="Yu Gothic"/>
              </a:defRPr>
            </a:lvl9pPr>
          </a:lstStyle>
          <a:p xmlns:a="http://schemas.openxmlformats.org/drawingml/2006/main">
            <a:pPr>
              <a:defRPr sz="2175" b="1">
                <a:solidFill>
                  <a:srgbClr val="263D4D"/>
                </a:solidFill>
                <a:latin typeface="Yu Gothic"/>
                <a:ea typeface="Yu Gothic"/>
                <a:cs typeface="Yu Gothic"/>
              </a:defRPr>
            </a:pPr>
            <a:r>
              <a:rPr sz="2175" b="1">
                <a:solidFill>
                  <a:srgbClr val="263D4D"/>
                </a:solidFill>
                <a:latin typeface="Yu Gothic"/>
                <a:ea typeface="Yu Gothic"/>
                <a:cs typeface="Yu Gothic"/>
              </a:rPr>
              <a:t>製造</a:t>
            </a:r>
          </a:p>
        </p:txBody>
      </p:sp>
      <p:sp>
        <p:nvSpPr>
          <p:cNvPr id="11" name="">
            <a:extLst xmlns:a="http://schemas.openxmlformats.org/drawingml/2006/main">
              <a:ext uri="{FF2B5EF4-FFF2-40B4-BE49-F238E27FC236}">
                <a16:creationId xmlns:a16="http://schemas.microsoft.com/office/drawing/2014/main" id="{B665CDFC-98E6-458B-A5DA-F354A8399317}"/>
              </a:ext>
            </a:extLst>
          </p:cNvPr>
          <p:cNvSpPr>
            <a:spLocks xmlns:a="http://schemas.openxmlformats.org/drawingml/2006/main" noGrp="1"/>
          </p:cNvSpPr>
          <p:nvPr/>
        </p:nvSpPr>
        <p:spPr>
          <a:xfrm xmlns:a="http://schemas.openxmlformats.org/drawingml/2006/main">
            <a:off x="4381500" y="1714500"/>
            <a:ext cx="70961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0">
                <a:solidFill>
                  <a:srgbClr val="263D4D"/>
                </a:solidFill>
                <a:latin typeface="Yu Gothic"/>
                <a:ea typeface="Yu Gothic"/>
                <a:cs typeface="Yu Gothic"/>
              </a:defRPr>
            </a:defPPr>
            <a:lvl1pPr>
              <a:defRPr sz="2100" b="0">
                <a:solidFill>
                  <a:srgbClr val="263D4D"/>
                </a:solidFill>
                <a:latin typeface="Yu Gothic"/>
                <a:ea typeface="Yu Gothic"/>
                <a:cs typeface="Yu Gothic"/>
              </a:defRPr>
            </a:lvl1pPr>
            <a:lvl2pPr>
              <a:defRPr sz="2100" b="0">
                <a:solidFill>
                  <a:srgbClr val="263D4D"/>
                </a:solidFill>
                <a:latin typeface="Yu Gothic"/>
                <a:ea typeface="Yu Gothic"/>
                <a:cs typeface="Yu Gothic"/>
              </a:defRPr>
            </a:lvl2pPr>
            <a:lvl3pPr>
              <a:defRPr sz="2100" b="0">
                <a:solidFill>
                  <a:srgbClr val="263D4D"/>
                </a:solidFill>
                <a:latin typeface="Yu Gothic"/>
                <a:ea typeface="Yu Gothic"/>
                <a:cs typeface="Yu Gothic"/>
              </a:defRPr>
            </a:lvl3pPr>
            <a:lvl4pPr>
              <a:defRPr sz="2100" b="0">
                <a:solidFill>
                  <a:srgbClr val="263D4D"/>
                </a:solidFill>
                <a:latin typeface="Yu Gothic"/>
                <a:ea typeface="Yu Gothic"/>
                <a:cs typeface="Yu Gothic"/>
              </a:defRPr>
            </a:lvl4pPr>
            <a:lvl5pPr>
              <a:defRPr sz="2100" b="0">
                <a:solidFill>
                  <a:srgbClr val="263D4D"/>
                </a:solidFill>
                <a:latin typeface="Yu Gothic"/>
                <a:ea typeface="Yu Gothic"/>
                <a:cs typeface="Yu Gothic"/>
              </a:defRPr>
            </a:lvl5pPr>
            <a:lvl6pPr>
              <a:defRPr sz="2100" b="0">
                <a:solidFill>
                  <a:srgbClr val="263D4D"/>
                </a:solidFill>
                <a:latin typeface="Yu Gothic"/>
                <a:ea typeface="Yu Gothic"/>
                <a:cs typeface="Yu Gothic"/>
              </a:defRPr>
            </a:lvl6pPr>
            <a:lvl7pPr>
              <a:defRPr sz="2100" b="0">
                <a:solidFill>
                  <a:srgbClr val="263D4D"/>
                </a:solidFill>
                <a:latin typeface="Yu Gothic"/>
                <a:ea typeface="Yu Gothic"/>
                <a:cs typeface="Yu Gothic"/>
              </a:defRPr>
            </a:lvl7pPr>
            <a:lvl8pPr>
              <a:defRPr sz="2100" b="0">
                <a:solidFill>
                  <a:srgbClr val="263D4D"/>
                </a:solidFill>
                <a:latin typeface="Yu Gothic"/>
                <a:ea typeface="Yu Gothic"/>
                <a:cs typeface="Yu Gothic"/>
              </a:defRPr>
            </a:lvl8pPr>
            <a:lvl9pPr>
              <a:defRPr sz="2100" b="0">
                <a:solidFill>
                  <a:srgbClr val="263D4D"/>
                </a:solidFill>
                <a:latin typeface="Yu Gothic"/>
                <a:ea typeface="Yu Gothic"/>
                <a:cs typeface="Yu Gothic"/>
              </a:defRPr>
            </a:lvl9pPr>
          </a:lstStyle>
          <a:p xmlns:a="http://schemas.openxmlformats.org/drawingml/2006/main">
            <a:pPr>
              <a:defRPr sz="2100" b="0">
                <a:solidFill>
                  <a:srgbClr val="263D4D"/>
                </a:solidFill>
                <a:latin typeface="Yu Gothic"/>
                <a:ea typeface="Yu Gothic"/>
                <a:cs typeface="Yu Gothic"/>
              </a:defRPr>
            </a:pPr>
            <a:r>
              <a:rPr sz="2100" b="0">
                <a:solidFill>
                  <a:srgbClr val="263D4D"/>
                </a:solidFill>
                <a:latin typeface="Yu Gothic"/>
                <a:ea typeface="Yu Gothic"/>
                <a:cs typeface="Yu Gothic"/>
              </a:rPr>
              <a:t>成形・接合・必要な寸法を実現できるか</a:t>
            </a:r>
          </a:p>
        </p:txBody>
      </p:sp>
      <p:sp>
        <p:nvSpPr>
          <p:cNvPr id="12" name="">
            <a:extLst xmlns:a="http://schemas.openxmlformats.org/drawingml/2006/main">
              <a:ext uri="{FF2B5EF4-FFF2-40B4-BE49-F238E27FC236}">
                <a16:creationId xmlns:a16="http://schemas.microsoft.com/office/drawing/2014/main" id="{1B4DA510-D613-4652-ACAA-445AC54B09E6}"/>
              </a:ext>
            </a:extLst>
          </p:cNvPr>
          <p:cNvSpPr>
            <a:spLocks xmlns:a="http://schemas.openxmlformats.org/drawingml/2006/main" noGrp="1"/>
          </p:cNvSpPr>
          <p:nvPr/>
        </p:nvSpPr>
        <p:spPr>
          <a:xfrm xmlns:a="http://schemas.openxmlformats.org/drawingml/2006/main">
            <a:off x="809625" y="2619375"/>
            <a:ext cx="314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263D4D"/>
                </a:solidFill>
                <a:latin typeface="Yu Gothic"/>
                <a:ea typeface="Yu Gothic"/>
                <a:cs typeface="Yu Gothic"/>
              </a:defRPr>
            </a:defPPr>
            <a:lvl1pPr>
              <a:defRPr sz="2175" b="1">
                <a:solidFill>
                  <a:srgbClr val="263D4D"/>
                </a:solidFill>
                <a:latin typeface="Yu Gothic"/>
                <a:ea typeface="Yu Gothic"/>
                <a:cs typeface="Yu Gothic"/>
              </a:defRPr>
            </a:lvl1pPr>
            <a:lvl2pPr>
              <a:defRPr sz="2175" b="1">
                <a:solidFill>
                  <a:srgbClr val="263D4D"/>
                </a:solidFill>
                <a:latin typeface="Yu Gothic"/>
                <a:ea typeface="Yu Gothic"/>
                <a:cs typeface="Yu Gothic"/>
              </a:defRPr>
            </a:lvl2pPr>
            <a:lvl3pPr>
              <a:defRPr sz="2175" b="1">
                <a:solidFill>
                  <a:srgbClr val="263D4D"/>
                </a:solidFill>
                <a:latin typeface="Yu Gothic"/>
                <a:ea typeface="Yu Gothic"/>
                <a:cs typeface="Yu Gothic"/>
              </a:defRPr>
            </a:lvl3pPr>
            <a:lvl4pPr>
              <a:defRPr sz="2175" b="1">
                <a:solidFill>
                  <a:srgbClr val="263D4D"/>
                </a:solidFill>
                <a:latin typeface="Yu Gothic"/>
                <a:ea typeface="Yu Gothic"/>
                <a:cs typeface="Yu Gothic"/>
              </a:defRPr>
            </a:lvl4pPr>
            <a:lvl5pPr>
              <a:defRPr sz="2175" b="1">
                <a:solidFill>
                  <a:srgbClr val="263D4D"/>
                </a:solidFill>
                <a:latin typeface="Yu Gothic"/>
                <a:ea typeface="Yu Gothic"/>
                <a:cs typeface="Yu Gothic"/>
              </a:defRPr>
            </a:lvl5pPr>
            <a:lvl6pPr>
              <a:defRPr sz="2175" b="1">
                <a:solidFill>
                  <a:srgbClr val="263D4D"/>
                </a:solidFill>
                <a:latin typeface="Yu Gothic"/>
                <a:ea typeface="Yu Gothic"/>
                <a:cs typeface="Yu Gothic"/>
              </a:defRPr>
            </a:lvl6pPr>
            <a:lvl7pPr>
              <a:defRPr sz="2175" b="1">
                <a:solidFill>
                  <a:srgbClr val="263D4D"/>
                </a:solidFill>
                <a:latin typeface="Yu Gothic"/>
                <a:ea typeface="Yu Gothic"/>
                <a:cs typeface="Yu Gothic"/>
              </a:defRPr>
            </a:lvl7pPr>
            <a:lvl8pPr>
              <a:defRPr sz="2175" b="1">
                <a:solidFill>
                  <a:srgbClr val="263D4D"/>
                </a:solidFill>
                <a:latin typeface="Yu Gothic"/>
                <a:ea typeface="Yu Gothic"/>
                <a:cs typeface="Yu Gothic"/>
              </a:defRPr>
            </a:lvl8pPr>
            <a:lvl9pPr>
              <a:defRPr sz="2175" b="1">
                <a:solidFill>
                  <a:srgbClr val="263D4D"/>
                </a:solidFill>
                <a:latin typeface="Yu Gothic"/>
                <a:ea typeface="Yu Gothic"/>
                <a:cs typeface="Yu Gothic"/>
              </a:defRPr>
            </a:lvl9pPr>
          </a:lstStyle>
          <a:p xmlns:a="http://schemas.openxmlformats.org/drawingml/2006/main">
            <a:pPr>
              <a:defRPr sz="2175" b="1">
                <a:solidFill>
                  <a:srgbClr val="263D4D"/>
                </a:solidFill>
                <a:latin typeface="Yu Gothic"/>
                <a:ea typeface="Yu Gothic"/>
                <a:cs typeface="Yu Gothic"/>
              </a:defRPr>
            </a:pPr>
            <a:r>
              <a:rPr sz="2175" b="1">
                <a:solidFill>
                  <a:srgbClr val="263D4D"/>
                </a:solidFill>
                <a:latin typeface="Yu Gothic"/>
                <a:ea typeface="Yu Gothic"/>
                <a:cs typeface="Yu Gothic"/>
              </a:rPr>
              <a:t>使用</a:t>
            </a:r>
          </a:p>
        </p:txBody>
      </p:sp>
      <p:sp>
        <p:nvSpPr>
          <p:cNvPr id="13" name="">
            <a:extLst xmlns:a="http://schemas.openxmlformats.org/drawingml/2006/main">
              <a:ext uri="{FF2B5EF4-FFF2-40B4-BE49-F238E27FC236}">
                <a16:creationId xmlns:a16="http://schemas.microsoft.com/office/drawing/2014/main" id="{D9539F9E-A604-4E01-92E9-75E3A9C2CFCE}"/>
              </a:ext>
            </a:extLst>
          </p:cNvPr>
          <p:cNvSpPr>
            <a:spLocks xmlns:a="http://schemas.openxmlformats.org/drawingml/2006/main" noGrp="1"/>
          </p:cNvSpPr>
          <p:nvPr/>
        </p:nvSpPr>
        <p:spPr>
          <a:xfrm xmlns:a="http://schemas.openxmlformats.org/drawingml/2006/main">
            <a:off x="4381500" y="2619375"/>
            <a:ext cx="70961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0">
                <a:solidFill>
                  <a:srgbClr val="263D4D"/>
                </a:solidFill>
                <a:latin typeface="Yu Gothic"/>
                <a:ea typeface="Yu Gothic"/>
                <a:cs typeface="Yu Gothic"/>
              </a:defRPr>
            </a:defPPr>
            <a:lvl1pPr>
              <a:defRPr sz="2100" b="0">
                <a:solidFill>
                  <a:srgbClr val="263D4D"/>
                </a:solidFill>
                <a:latin typeface="Yu Gothic"/>
                <a:ea typeface="Yu Gothic"/>
                <a:cs typeface="Yu Gothic"/>
              </a:defRPr>
            </a:lvl1pPr>
            <a:lvl2pPr>
              <a:defRPr sz="2100" b="0">
                <a:solidFill>
                  <a:srgbClr val="263D4D"/>
                </a:solidFill>
                <a:latin typeface="Yu Gothic"/>
                <a:ea typeface="Yu Gothic"/>
                <a:cs typeface="Yu Gothic"/>
              </a:defRPr>
            </a:lvl2pPr>
            <a:lvl3pPr>
              <a:defRPr sz="2100" b="0">
                <a:solidFill>
                  <a:srgbClr val="263D4D"/>
                </a:solidFill>
                <a:latin typeface="Yu Gothic"/>
                <a:ea typeface="Yu Gothic"/>
                <a:cs typeface="Yu Gothic"/>
              </a:defRPr>
            </a:lvl3pPr>
            <a:lvl4pPr>
              <a:defRPr sz="2100" b="0">
                <a:solidFill>
                  <a:srgbClr val="263D4D"/>
                </a:solidFill>
                <a:latin typeface="Yu Gothic"/>
                <a:ea typeface="Yu Gothic"/>
                <a:cs typeface="Yu Gothic"/>
              </a:defRPr>
            </a:lvl4pPr>
            <a:lvl5pPr>
              <a:defRPr sz="2100" b="0">
                <a:solidFill>
                  <a:srgbClr val="263D4D"/>
                </a:solidFill>
                <a:latin typeface="Yu Gothic"/>
                <a:ea typeface="Yu Gothic"/>
                <a:cs typeface="Yu Gothic"/>
              </a:defRPr>
            </a:lvl5pPr>
            <a:lvl6pPr>
              <a:defRPr sz="2100" b="0">
                <a:solidFill>
                  <a:srgbClr val="263D4D"/>
                </a:solidFill>
                <a:latin typeface="Yu Gothic"/>
                <a:ea typeface="Yu Gothic"/>
                <a:cs typeface="Yu Gothic"/>
              </a:defRPr>
            </a:lvl6pPr>
            <a:lvl7pPr>
              <a:defRPr sz="2100" b="0">
                <a:solidFill>
                  <a:srgbClr val="263D4D"/>
                </a:solidFill>
                <a:latin typeface="Yu Gothic"/>
                <a:ea typeface="Yu Gothic"/>
                <a:cs typeface="Yu Gothic"/>
              </a:defRPr>
            </a:lvl7pPr>
            <a:lvl8pPr>
              <a:defRPr sz="2100" b="0">
                <a:solidFill>
                  <a:srgbClr val="263D4D"/>
                </a:solidFill>
                <a:latin typeface="Yu Gothic"/>
                <a:ea typeface="Yu Gothic"/>
                <a:cs typeface="Yu Gothic"/>
              </a:defRPr>
            </a:lvl8pPr>
            <a:lvl9pPr>
              <a:defRPr sz="2100" b="0">
                <a:solidFill>
                  <a:srgbClr val="263D4D"/>
                </a:solidFill>
                <a:latin typeface="Yu Gothic"/>
                <a:ea typeface="Yu Gothic"/>
                <a:cs typeface="Yu Gothic"/>
              </a:defRPr>
            </a:lvl9pPr>
          </a:lstStyle>
          <a:p xmlns:a="http://schemas.openxmlformats.org/drawingml/2006/main">
            <a:pPr>
              <a:defRPr sz="2100" b="0">
                <a:solidFill>
                  <a:srgbClr val="263D4D"/>
                </a:solidFill>
                <a:latin typeface="Yu Gothic"/>
                <a:ea typeface="Yu Gothic"/>
                <a:cs typeface="Yu Gothic"/>
              </a:defRPr>
            </a:pPr>
            <a:r>
              <a:rPr sz="2100" b="0">
                <a:solidFill>
                  <a:srgbClr val="263D4D"/>
                </a:solidFill>
                <a:latin typeface="Yu Gothic"/>
                <a:ea typeface="Yu Gothic"/>
                <a:cs typeface="Yu Gothic"/>
              </a:rPr>
              <a:t>温度・時間・荷重に合う情報があるか</a:t>
            </a:r>
          </a:p>
        </p:txBody>
      </p:sp>
      <p:sp>
        <p:nvSpPr>
          <p:cNvPr id="14" name="">
            <a:extLst xmlns:a="http://schemas.openxmlformats.org/drawingml/2006/main">
              <a:ext uri="{FF2B5EF4-FFF2-40B4-BE49-F238E27FC236}">
                <a16:creationId xmlns:a16="http://schemas.microsoft.com/office/drawing/2014/main" id="{341D5000-993B-406E-97FA-95172CAEEDD9}"/>
              </a:ext>
            </a:extLst>
          </p:cNvPr>
          <p:cNvSpPr>
            <a:spLocks xmlns:a="http://schemas.openxmlformats.org/drawingml/2006/main" noGrp="1"/>
          </p:cNvSpPr>
          <p:nvPr/>
        </p:nvSpPr>
        <p:spPr>
          <a:xfrm xmlns:a="http://schemas.openxmlformats.org/drawingml/2006/main">
            <a:off x="809625" y="3524250"/>
            <a:ext cx="314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263D4D"/>
                </a:solidFill>
                <a:latin typeface="Yu Gothic"/>
                <a:ea typeface="Yu Gothic"/>
                <a:cs typeface="Yu Gothic"/>
              </a:defRPr>
            </a:defPPr>
            <a:lvl1pPr>
              <a:defRPr sz="2175" b="1">
                <a:solidFill>
                  <a:srgbClr val="263D4D"/>
                </a:solidFill>
                <a:latin typeface="Yu Gothic"/>
                <a:ea typeface="Yu Gothic"/>
                <a:cs typeface="Yu Gothic"/>
              </a:defRPr>
            </a:lvl1pPr>
            <a:lvl2pPr>
              <a:defRPr sz="2175" b="1">
                <a:solidFill>
                  <a:srgbClr val="263D4D"/>
                </a:solidFill>
                <a:latin typeface="Yu Gothic"/>
                <a:ea typeface="Yu Gothic"/>
                <a:cs typeface="Yu Gothic"/>
              </a:defRPr>
            </a:lvl2pPr>
            <a:lvl3pPr>
              <a:defRPr sz="2175" b="1">
                <a:solidFill>
                  <a:srgbClr val="263D4D"/>
                </a:solidFill>
                <a:latin typeface="Yu Gothic"/>
                <a:ea typeface="Yu Gothic"/>
                <a:cs typeface="Yu Gothic"/>
              </a:defRPr>
            </a:lvl3pPr>
            <a:lvl4pPr>
              <a:defRPr sz="2175" b="1">
                <a:solidFill>
                  <a:srgbClr val="263D4D"/>
                </a:solidFill>
                <a:latin typeface="Yu Gothic"/>
                <a:ea typeface="Yu Gothic"/>
                <a:cs typeface="Yu Gothic"/>
              </a:defRPr>
            </a:lvl4pPr>
            <a:lvl5pPr>
              <a:defRPr sz="2175" b="1">
                <a:solidFill>
                  <a:srgbClr val="263D4D"/>
                </a:solidFill>
                <a:latin typeface="Yu Gothic"/>
                <a:ea typeface="Yu Gothic"/>
                <a:cs typeface="Yu Gothic"/>
              </a:defRPr>
            </a:lvl5pPr>
            <a:lvl6pPr>
              <a:defRPr sz="2175" b="1">
                <a:solidFill>
                  <a:srgbClr val="263D4D"/>
                </a:solidFill>
                <a:latin typeface="Yu Gothic"/>
                <a:ea typeface="Yu Gothic"/>
                <a:cs typeface="Yu Gothic"/>
              </a:defRPr>
            </a:lvl6pPr>
            <a:lvl7pPr>
              <a:defRPr sz="2175" b="1">
                <a:solidFill>
                  <a:srgbClr val="263D4D"/>
                </a:solidFill>
                <a:latin typeface="Yu Gothic"/>
                <a:ea typeface="Yu Gothic"/>
                <a:cs typeface="Yu Gothic"/>
              </a:defRPr>
            </a:lvl7pPr>
            <a:lvl8pPr>
              <a:defRPr sz="2175" b="1">
                <a:solidFill>
                  <a:srgbClr val="263D4D"/>
                </a:solidFill>
                <a:latin typeface="Yu Gothic"/>
                <a:ea typeface="Yu Gothic"/>
                <a:cs typeface="Yu Gothic"/>
              </a:defRPr>
            </a:lvl8pPr>
            <a:lvl9pPr>
              <a:defRPr sz="2175" b="1">
                <a:solidFill>
                  <a:srgbClr val="263D4D"/>
                </a:solidFill>
                <a:latin typeface="Yu Gothic"/>
                <a:ea typeface="Yu Gothic"/>
                <a:cs typeface="Yu Gothic"/>
              </a:defRPr>
            </a:lvl9pPr>
          </a:lstStyle>
          <a:p xmlns:a="http://schemas.openxmlformats.org/drawingml/2006/main">
            <a:pPr>
              <a:defRPr sz="2175" b="1">
                <a:solidFill>
                  <a:srgbClr val="263D4D"/>
                </a:solidFill>
                <a:latin typeface="Yu Gothic"/>
                <a:ea typeface="Yu Gothic"/>
                <a:cs typeface="Yu Gothic"/>
              </a:defRPr>
            </a:pPr>
            <a:r>
              <a:rPr sz="2175" b="1">
                <a:solidFill>
                  <a:srgbClr val="263D4D"/>
                </a:solidFill>
                <a:latin typeface="Yu Gothic"/>
                <a:ea typeface="Yu Gothic"/>
                <a:cs typeface="Yu Gothic"/>
              </a:rPr>
              <a:t>維持</a:t>
            </a:r>
          </a:p>
        </p:txBody>
      </p:sp>
      <p:sp>
        <p:nvSpPr>
          <p:cNvPr id="15" name="">
            <a:extLst xmlns:a="http://schemas.openxmlformats.org/drawingml/2006/main">
              <a:ext uri="{FF2B5EF4-FFF2-40B4-BE49-F238E27FC236}">
                <a16:creationId xmlns:a16="http://schemas.microsoft.com/office/drawing/2014/main" id="{A8582E52-6326-40C4-A4E0-85FFA1184386}"/>
              </a:ext>
            </a:extLst>
          </p:cNvPr>
          <p:cNvSpPr>
            <a:spLocks xmlns:a="http://schemas.openxmlformats.org/drawingml/2006/main" noGrp="1"/>
          </p:cNvSpPr>
          <p:nvPr/>
        </p:nvSpPr>
        <p:spPr>
          <a:xfrm xmlns:a="http://schemas.openxmlformats.org/drawingml/2006/main">
            <a:off x="4381500" y="3524250"/>
            <a:ext cx="70961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0">
                <a:solidFill>
                  <a:srgbClr val="263D4D"/>
                </a:solidFill>
                <a:latin typeface="Yu Gothic"/>
                <a:ea typeface="Yu Gothic"/>
                <a:cs typeface="Yu Gothic"/>
              </a:defRPr>
            </a:defPPr>
            <a:lvl1pPr>
              <a:defRPr sz="2100" b="0">
                <a:solidFill>
                  <a:srgbClr val="263D4D"/>
                </a:solidFill>
                <a:latin typeface="Yu Gothic"/>
                <a:ea typeface="Yu Gothic"/>
                <a:cs typeface="Yu Gothic"/>
              </a:defRPr>
            </a:lvl1pPr>
            <a:lvl2pPr>
              <a:defRPr sz="2100" b="0">
                <a:solidFill>
                  <a:srgbClr val="263D4D"/>
                </a:solidFill>
                <a:latin typeface="Yu Gothic"/>
                <a:ea typeface="Yu Gothic"/>
                <a:cs typeface="Yu Gothic"/>
              </a:defRPr>
            </a:lvl2pPr>
            <a:lvl3pPr>
              <a:defRPr sz="2100" b="0">
                <a:solidFill>
                  <a:srgbClr val="263D4D"/>
                </a:solidFill>
                <a:latin typeface="Yu Gothic"/>
                <a:ea typeface="Yu Gothic"/>
                <a:cs typeface="Yu Gothic"/>
              </a:defRPr>
            </a:lvl3pPr>
            <a:lvl4pPr>
              <a:defRPr sz="2100" b="0">
                <a:solidFill>
                  <a:srgbClr val="263D4D"/>
                </a:solidFill>
                <a:latin typeface="Yu Gothic"/>
                <a:ea typeface="Yu Gothic"/>
                <a:cs typeface="Yu Gothic"/>
              </a:defRPr>
            </a:lvl4pPr>
            <a:lvl5pPr>
              <a:defRPr sz="2100" b="0">
                <a:solidFill>
                  <a:srgbClr val="263D4D"/>
                </a:solidFill>
                <a:latin typeface="Yu Gothic"/>
                <a:ea typeface="Yu Gothic"/>
                <a:cs typeface="Yu Gothic"/>
              </a:defRPr>
            </a:lvl5pPr>
            <a:lvl6pPr>
              <a:defRPr sz="2100" b="0">
                <a:solidFill>
                  <a:srgbClr val="263D4D"/>
                </a:solidFill>
                <a:latin typeface="Yu Gothic"/>
                <a:ea typeface="Yu Gothic"/>
                <a:cs typeface="Yu Gothic"/>
              </a:defRPr>
            </a:lvl6pPr>
            <a:lvl7pPr>
              <a:defRPr sz="2100" b="0">
                <a:solidFill>
                  <a:srgbClr val="263D4D"/>
                </a:solidFill>
                <a:latin typeface="Yu Gothic"/>
                <a:ea typeface="Yu Gothic"/>
                <a:cs typeface="Yu Gothic"/>
              </a:defRPr>
            </a:lvl7pPr>
            <a:lvl8pPr>
              <a:defRPr sz="2100" b="0">
                <a:solidFill>
                  <a:srgbClr val="263D4D"/>
                </a:solidFill>
                <a:latin typeface="Yu Gothic"/>
                <a:ea typeface="Yu Gothic"/>
                <a:cs typeface="Yu Gothic"/>
              </a:defRPr>
            </a:lvl8pPr>
            <a:lvl9pPr>
              <a:defRPr sz="2100" b="0">
                <a:solidFill>
                  <a:srgbClr val="263D4D"/>
                </a:solidFill>
                <a:latin typeface="Yu Gothic"/>
                <a:ea typeface="Yu Gothic"/>
                <a:cs typeface="Yu Gothic"/>
              </a:defRPr>
            </a:lvl9pPr>
          </a:lstStyle>
          <a:p xmlns:a="http://schemas.openxmlformats.org/drawingml/2006/main">
            <a:pPr>
              <a:defRPr sz="2100" b="0">
                <a:solidFill>
                  <a:srgbClr val="263D4D"/>
                </a:solidFill>
                <a:latin typeface="Yu Gothic"/>
                <a:ea typeface="Yu Gothic"/>
                <a:cs typeface="Yu Gothic"/>
              </a:defRPr>
            </a:pPr>
            <a:r>
              <a:rPr sz="2100" b="0">
                <a:solidFill>
                  <a:srgbClr val="263D4D"/>
                </a:solidFill>
                <a:latin typeface="Yu Gothic"/>
                <a:ea typeface="Yu Gothic"/>
                <a:cs typeface="Yu Gothic"/>
              </a:rPr>
              <a:t>清掃・点検・交換が可能か</a:t>
            </a:r>
          </a:p>
        </p:txBody>
      </p:sp>
      <p:sp>
        <p:nvSpPr>
          <p:cNvPr id="16" name="">
            <a:extLst xmlns:a="http://schemas.openxmlformats.org/drawingml/2006/main">
              <a:ext uri="{FF2B5EF4-FFF2-40B4-BE49-F238E27FC236}">
                <a16:creationId xmlns:a16="http://schemas.microsoft.com/office/drawing/2014/main" id="{3BB11E3B-E2F0-47A0-8DEF-FCEF517E932B}"/>
              </a:ext>
            </a:extLst>
          </p:cNvPr>
          <p:cNvSpPr>
            <a:spLocks xmlns:a="http://schemas.openxmlformats.org/drawingml/2006/main" noGrp="1"/>
          </p:cNvSpPr>
          <p:nvPr/>
        </p:nvSpPr>
        <p:spPr>
          <a:xfrm xmlns:a="http://schemas.openxmlformats.org/drawingml/2006/main">
            <a:off x="809625" y="4429125"/>
            <a:ext cx="314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263D4D"/>
                </a:solidFill>
                <a:latin typeface="Yu Gothic"/>
                <a:ea typeface="Yu Gothic"/>
                <a:cs typeface="Yu Gothic"/>
              </a:defRPr>
            </a:defPPr>
            <a:lvl1pPr>
              <a:defRPr sz="2175" b="1">
                <a:solidFill>
                  <a:srgbClr val="263D4D"/>
                </a:solidFill>
                <a:latin typeface="Yu Gothic"/>
                <a:ea typeface="Yu Gothic"/>
                <a:cs typeface="Yu Gothic"/>
              </a:defRPr>
            </a:lvl1pPr>
            <a:lvl2pPr>
              <a:defRPr sz="2175" b="1">
                <a:solidFill>
                  <a:srgbClr val="263D4D"/>
                </a:solidFill>
                <a:latin typeface="Yu Gothic"/>
                <a:ea typeface="Yu Gothic"/>
                <a:cs typeface="Yu Gothic"/>
              </a:defRPr>
            </a:lvl2pPr>
            <a:lvl3pPr>
              <a:defRPr sz="2175" b="1">
                <a:solidFill>
                  <a:srgbClr val="263D4D"/>
                </a:solidFill>
                <a:latin typeface="Yu Gothic"/>
                <a:ea typeface="Yu Gothic"/>
                <a:cs typeface="Yu Gothic"/>
              </a:defRPr>
            </a:lvl3pPr>
            <a:lvl4pPr>
              <a:defRPr sz="2175" b="1">
                <a:solidFill>
                  <a:srgbClr val="263D4D"/>
                </a:solidFill>
                <a:latin typeface="Yu Gothic"/>
                <a:ea typeface="Yu Gothic"/>
                <a:cs typeface="Yu Gothic"/>
              </a:defRPr>
            </a:lvl4pPr>
            <a:lvl5pPr>
              <a:defRPr sz="2175" b="1">
                <a:solidFill>
                  <a:srgbClr val="263D4D"/>
                </a:solidFill>
                <a:latin typeface="Yu Gothic"/>
                <a:ea typeface="Yu Gothic"/>
                <a:cs typeface="Yu Gothic"/>
              </a:defRPr>
            </a:lvl5pPr>
            <a:lvl6pPr>
              <a:defRPr sz="2175" b="1">
                <a:solidFill>
                  <a:srgbClr val="263D4D"/>
                </a:solidFill>
                <a:latin typeface="Yu Gothic"/>
                <a:ea typeface="Yu Gothic"/>
                <a:cs typeface="Yu Gothic"/>
              </a:defRPr>
            </a:lvl6pPr>
            <a:lvl7pPr>
              <a:defRPr sz="2175" b="1">
                <a:solidFill>
                  <a:srgbClr val="263D4D"/>
                </a:solidFill>
                <a:latin typeface="Yu Gothic"/>
                <a:ea typeface="Yu Gothic"/>
                <a:cs typeface="Yu Gothic"/>
              </a:defRPr>
            </a:lvl7pPr>
            <a:lvl8pPr>
              <a:defRPr sz="2175" b="1">
                <a:solidFill>
                  <a:srgbClr val="263D4D"/>
                </a:solidFill>
                <a:latin typeface="Yu Gothic"/>
                <a:ea typeface="Yu Gothic"/>
                <a:cs typeface="Yu Gothic"/>
              </a:defRPr>
            </a:lvl8pPr>
            <a:lvl9pPr>
              <a:defRPr sz="2175" b="1">
                <a:solidFill>
                  <a:srgbClr val="263D4D"/>
                </a:solidFill>
                <a:latin typeface="Yu Gothic"/>
                <a:ea typeface="Yu Gothic"/>
                <a:cs typeface="Yu Gothic"/>
              </a:defRPr>
            </a:lvl9pPr>
          </a:lstStyle>
          <a:p xmlns:a="http://schemas.openxmlformats.org/drawingml/2006/main">
            <a:pPr>
              <a:defRPr sz="2175" b="1">
                <a:solidFill>
                  <a:srgbClr val="263D4D"/>
                </a:solidFill>
                <a:latin typeface="Yu Gothic"/>
                <a:ea typeface="Yu Gothic"/>
                <a:cs typeface="Yu Gothic"/>
              </a:defRPr>
            </a:pPr>
            <a:r>
              <a:rPr sz="2175" b="1">
                <a:solidFill>
                  <a:srgbClr val="263D4D"/>
                </a:solidFill>
                <a:latin typeface="Yu Gothic"/>
                <a:ea typeface="Yu Gothic"/>
                <a:cs typeface="Yu Gothic"/>
              </a:rPr>
              <a:t>使用後</a:t>
            </a:r>
          </a:p>
        </p:txBody>
      </p:sp>
      <p:sp>
        <p:nvSpPr>
          <p:cNvPr id="17" name="">
            <a:extLst xmlns:a="http://schemas.openxmlformats.org/drawingml/2006/main">
              <a:ext uri="{FF2B5EF4-FFF2-40B4-BE49-F238E27FC236}">
                <a16:creationId xmlns:a16="http://schemas.microsoft.com/office/drawing/2014/main" id="{087E7E3E-2E0F-498C-A6DC-8AD0EA1433CB}"/>
              </a:ext>
            </a:extLst>
          </p:cNvPr>
          <p:cNvSpPr>
            <a:spLocks xmlns:a="http://schemas.openxmlformats.org/drawingml/2006/main" noGrp="1"/>
          </p:cNvSpPr>
          <p:nvPr/>
        </p:nvSpPr>
        <p:spPr>
          <a:xfrm xmlns:a="http://schemas.openxmlformats.org/drawingml/2006/main">
            <a:off x="4381500" y="4429125"/>
            <a:ext cx="70961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0">
                <a:solidFill>
                  <a:srgbClr val="263D4D"/>
                </a:solidFill>
                <a:latin typeface="Yu Gothic"/>
                <a:ea typeface="Yu Gothic"/>
                <a:cs typeface="Yu Gothic"/>
              </a:defRPr>
            </a:defPPr>
            <a:lvl1pPr>
              <a:defRPr sz="2100" b="0">
                <a:solidFill>
                  <a:srgbClr val="263D4D"/>
                </a:solidFill>
                <a:latin typeface="Yu Gothic"/>
                <a:ea typeface="Yu Gothic"/>
                <a:cs typeface="Yu Gothic"/>
              </a:defRPr>
            </a:lvl1pPr>
            <a:lvl2pPr>
              <a:defRPr sz="2100" b="0">
                <a:solidFill>
                  <a:srgbClr val="263D4D"/>
                </a:solidFill>
                <a:latin typeface="Yu Gothic"/>
                <a:ea typeface="Yu Gothic"/>
                <a:cs typeface="Yu Gothic"/>
              </a:defRPr>
            </a:lvl2pPr>
            <a:lvl3pPr>
              <a:defRPr sz="2100" b="0">
                <a:solidFill>
                  <a:srgbClr val="263D4D"/>
                </a:solidFill>
                <a:latin typeface="Yu Gothic"/>
                <a:ea typeface="Yu Gothic"/>
                <a:cs typeface="Yu Gothic"/>
              </a:defRPr>
            </a:lvl3pPr>
            <a:lvl4pPr>
              <a:defRPr sz="2100" b="0">
                <a:solidFill>
                  <a:srgbClr val="263D4D"/>
                </a:solidFill>
                <a:latin typeface="Yu Gothic"/>
                <a:ea typeface="Yu Gothic"/>
                <a:cs typeface="Yu Gothic"/>
              </a:defRPr>
            </a:lvl4pPr>
            <a:lvl5pPr>
              <a:defRPr sz="2100" b="0">
                <a:solidFill>
                  <a:srgbClr val="263D4D"/>
                </a:solidFill>
                <a:latin typeface="Yu Gothic"/>
                <a:ea typeface="Yu Gothic"/>
                <a:cs typeface="Yu Gothic"/>
              </a:defRPr>
            </a:lvl5pPr>
            <a:lvl6pPr>
              <a:defRPr sz="2100" b="0">
                <a:solidFill>
                  <a:srgbClr val="263D4D"/>
                </a:solidFill>
                <a:latin typeface="Yu Gothic"/>
                <a:ea typeface="Yu Gothic"/>
                <a:cs typeface="Yu Gothic"/>
              </a:defRPr>
            </a:lvl6pPr>
            <a:lvl7pPr>
              <a:defRPr sz="2100" b="0">
                <a:solidFill>
                  <a:srgbClr val="263D4D"/>
                </a:solidFill>
                <a:latin typeface="Yu Gothic"/>
                <a:ea typeface="Yu Gothic"/>
                <a:cs typeface="Yu Gothic"/>
              </a:defRPr>
            </a:lvl7pPr>
            <a:lvl8pPr>
              <a:defRPr sz="2100" b="0">
                <a:solidFill>
                  <a:srgbClr val="263D4D"/>
                </a:solidFill>
                <a:latin typeface="Yu Gothic"/>
                <a:ea typeface="Yu Gothic"/>
                <a:cs typeface="Yu Gothic"/>
              </a:defRPr>
            </a:lvl8pPr>
            <a:lvl9pPr>
              <a:defRPr sz="2100" b="0">
                <a:solidFill>
                  <a:srgbClr val="263D4D"/>
                </a:solidFill>
                <a:latin typeface="Yu Gothic"/>
                <a:ea typeface="Yu Gothic"/>
                <a:cs typeface="Yu Gothic"/>
              </a:defRPr>
            </a:lvl9pPr>
          </a:lstStyle>
          <a:p xmlns:a="http://schemas.openxmlformats.org/drawingml/2006/main">
            <a:pPr>
              <a:defRPr sz="2100" b="0">
                <a:solidFill>
                  <a:srgbClr val="263D4D"/>
                </a:solidFill>
                <a:latin typeface="Yu Gothic"/>
                <a:ea typeface="Yu Gothic"/>
                <a:cs typeface="Yu Gothic"/>
              </a:defRPr>
            </a:pPr>
            <a:r>
              <a:rPr sz="2100" b="0">
                <a:solidFill>
                  <a:srgbClr val="263D4D"/>
                </a:solidFill>
                <a:latin typeface="Yu Gothic"/>
                <a:ea typeface="Yu Gothic"/>
                <a:cs typeface="Yu Gothic"/>
              </a:rPr>
              <a:t>分別・受入れ先・処理条件を確認したか</a:t>
            </a:r>
          </a:p>
        </p:txBody>
      </p:sp>
      <p:sp>
        <p:nvSpPr>
          <p:cNvPr id="18" name="">
            <a:extLst xmlns:a="http://schemas.openxmlformats.org/drawingml/2006/main">
              <a:ext uri="{FF2B5EF4-FFF2-40B4-BE49-F238E27FC236}">
                <a16:creationId xmlns:a16="http://schemas.microsoft.com/office/drawing/2014/main" id="{74260577-E6D8-4774-B633-92C1A15C61D7}"/>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defRPr sz="1575" b="0">
                <a:solidFill>
                  <a:srgbClr val="71818B"/>
                </a:solidFill>
                <a:latin typeface="Yu Gothic"/>
                <a:ea typeface="Yu Gothic"/>
                <a:cs typeface="Yu Gothic"/>
              </a:defRPr>
            </a:lvl1pPr>
            <a:lvl2pPr>
              <a:defRPr sz="1575" b="0">
                <a:solidFill>
                  <a:srgbClr val="71818B"/>
                </a:solidFill>
                <a:latin typeface="Yu Gothic"/>
                <a:ea typeface="Yu Gothic"/>
                <a:cs typeface="Yu Gothic"/>
              </a:defRPr>
            </a:lvl2pPr>
            <a:lvl3pPr>
              <a:defRPr sz="1575" b="0">
                <a:solidFill>
                  <a:srgbClr val="71818B"/>
                </a:solidFill>
                <a:latin typeface="Yu Gothic"/>
                <a:ea typeface="Yu Gothic"/>
                <a:cs typeface="Yu Gothic"/>
              </a:defRPr>
            </a:lvl3pPr>
            <a:lvl4pPr>
              <a:defRPr sz="1575" b="0">
                <a:solidFill>
                  <a:srgbClr val="71818B"/>
                </a:solidFill>
                <a:latin typeface="Yu Gothic"/>
                <a:ea typeface="Yu Gothic"/>
                <a:cs typeface="Yu Gothic"/>
              </a:defRPr>
            </a:lvl4pPr>
            <a:lvl5pPr>
              <a:defRPr sz="1575" b="0">
                <a:solidFill>
                  <a:srgbClr val="71818B"/>
                </a:solidFill>
                <a:latin typeface="Yu Gothic"/>
                <a:ea typeface="Yu Gothic"/>
                <a:cs typeface="Yu Gothic"/>
              </a:defRPr>
            </a:lvl5pPr>
            <a:lvl6pPr>
              <a:defRPr sz="1575" b="0">
                <a:solidFill>
                  <a:srgbClr val="71818B"/>
                </a:solidFill>
                <a:latin typeface="Yu Gothic"/>
                <a:ea typeface="Yu Gothic"/>
                <a:cs typeface="Yu Gothic"/>
              </a:defRPr>
            </a:lvl6pPr>
            <a:lvl7pPr>
              <a:defRPr sz="1575" b="0">
                <a:solidFill>
                  <a:srgbClr val="71818B"/>
                </a:solidFill>
                <a:latin typeface="Yu Gothic"/>
                <a:ea typeface="Yu Gothic"/>
                <a:cs typeface="Yu Gothic"/>
              </a:defRPr>
            </a:lvl7pPr>
            <a:lvl8pPr>
              <a:defRPr sz="1575" b="0">
                <a:solidFill>
                  <a:srgbClr val="71818B"/>
                </a:solidFill>
                <a:latin typeface="Yu Gothic"/>
                <a:ea typeface="Yu Gothic"/>
                <a:cs typeface="Yu Gothic"/>
              </a:defRPr>
            </a:lvl8pPr>
            <a:lvl9pPr>
              <a:defRPr sz="1575" b="0">
                <a:solidFill>
                  <a:srgbClr val="71818B"/>
                </a:solidFill>
                <a:latin typeface="Yu Gothic"/>
                <a:ea typeface="Yu Gothic"/>
                <a:cs typeface="Yu Gothic"/>
              </a:defRPr>
            </a:lvl9pPr>
          </a:lstStyle>
          <a:p xmlns:a="http://schemas.openxmlformats.org/drawingml/2006/main">
            <a:pPr>
              <a:defRPr sz="1575" b="0">
                <a:solidFill>
                  <a:srgbClr val="71818B"/>
                </a:solidFill>
                <a:latin typeface="Yu Gothic"/>
                <a:ea typeface="Yu Gothic"/>
                <a:cs typeface="Yu Gothic"/>
              </a:defRPr>
            </a:pPr>
            <a:r>
              <a:rPr sz="1575" b="0">
                <a:solidFill>
                  <a:srgbClr val="71818B"/>
                </a:solidFill>
                <a:latin typeface="Yu Gothic"/>
                <a:ea typeface="Yu Gothic"/>
                <a:cs typeface="Yu Gothic"/>
              </a:rPr>
              <a:t>根拠と不足情報を記録し、初回の材料選択の理由を更新する。</a:t>
            </a:r>
          </a:p>
        </p:txBody>
      </p:sp>
    </p:spTree>
    <p:extLst>
      <p:ext uri="{BB962C8B-B14F-4D97-AF65-F5344CB8AC3E}">
        <p14:creationId xmlns:p14="http://schemas.microsoft.com/office/powerpoint/2010/main" val="1372963875"/>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15AD71C-EE2C-49E3-BFB3-1AF158B6307A}"/>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700" b="1">
                <a:solidFill>
                  <a:srgbClr val="193B59"/>
                </a:solidFill>
                <a:latin typeface="Yu Gothic"/>
                <a:ea typeface="Yu Gothic"/>
                <a:cs typeface="Yu Gothic"/>
              </a:defRPr>
            </a:defPPr>
            <a:lvl1pPr>
              <a:defRPr sz="2700" b="1">
                <a:solidFill>
                  <a:srgbClr val="193B59"/>
                </a:solidFill>
                <a:latin typeface="Yu Gothic"/>
                <a:ea typeface="Yu Gothic"/>
                <a:cs typeface="Yu Gothic"/>
              </a:defRPr>
            </a:lvl1pPr>
            <a:lvl2pPr>
              <a:defRPr sz="2700" b="1">
                <a:solidFill>
                  <a:srgbClr val="193B59"/>
                </a:solidFill>
                <a:latin typeface="Yu Gothic"/>
                <a:ea typeface="Yu Gothic"/>
                <a:cs typeface="Yu Gothic"/>
              </a:defRPr>
            </a:lvl2pPr>
            <a:lvl3pPr>
              <a:defRPr sz="2700" b="1">
                <a:solidFill>
                  <a:srgbClr val="193B59"/>
                </a:solidFill>
                <a:latin typeface="Yu Gothic"/>
                <a:ea typeface="Yu Gothic"/>
                <a:cs typeface="Yu Gothic"/>
              </a:defRPr>
            </a:lvl3pPr>
            <a:lvl4pPr>
              <a:defRPr sz="2700" b="1">
                <a:solidFill>
                  <a:srgbClr val="193B59"/>
                </a:solidFill>
                <a:latin typeface="Yu Gothic"/>
                <a:ea typeface="Yu Gothic"/>
                <a:cs typeface="Yu Gothic"/>
              </a:defRPr>
            </a:lvl4pPr>
            <a:lvl5pPr>
              <a:defRPr sz="2700" b="1">
                <a:solidFill>
                  <a:srgbClr val="193B59"/>
                </a:solidFill>
                <a:latin typeface="Yu Gothic"/>
                <a:ea typeface="Yu Gothic"/>
                <a:cs typeface="Yu Gothic"/>
              </a:defRPr>
            </a:lvl5pPr>
            <a:lvl6pPr>
              <a:defRPr sz="2700" b="1">
                <a:solidFill>
                  <a:srgbClr val="193B59"/>
                </a:solidFill>
                <a:latin typeface="Yu Gothic"/>
                <a:ea typeface="Yu Gothic"/>
                <a:cs typeface="Yu Gothic"/>
              </a:defRPr>
            </a:lvl6pPr>
            <a:lvl7pPr>
              <a:defRPr sz="2700" b="1">
                <a:solidFill>
                  <a:srgbClr val="193B59"/>
                </a:solidFill>
                <a:latin typeface="Yu Gothic"/>
                <a:ea typeface="Yu Gothic"/>
                <a:cs typeface="Yu Gothic"/>
              </a:defRPr>
            </a:lvl7pPr>
            <a:lvl8pPr>
              <a:defRPr sz="2700" b="1">
                <a:solidFill>
                  <a:srgbClr val="193B59"/>
                </a:solidFill>
                <a:latin typeface="Yu Gothic"/>
                <a:ea typeface="Yu Gothic"/>
                <a:cs typeface="Yu Gothic"/>
              </a:defRPr>
            </a:lvl8pPr>
            <a:lvl9pPr>
              <a:defRPr sz="2700" b="1">
                <a:solidFill>
                  <a:srgbClr val="193B59"/>
                </a:solidFill>
                <a:latin typeface="Yu Gothic"/>
                <a:ea typeface="Yu Gothic"/>
                <a:cs typeface="Yu Gothic"/>
              </a:defRPr>
            </a:lvl9pPr>
          </a:lstStyle>
          <a:p xmlns:a="http://schemas.openxmlformats.org/drawingml/2006/main">
            <a:pPr>
              <a:defRPr sz="2700" b="1">
                <a:solidFill>
                  <a:srgbClr val="193B59"/>
                </a:solidFill>
                <a:latin typeface="Yu Gothic"/>
                <a:ea typeface="Yu Gothic"/>
                <a:cs typeface="Yu Gothic"/>
              </a:defRPr>
            </a:pPr>
            <a:r>
              <a:rPr sz="2700" b="1">
                <a:solidFill>
                  <a:srgbClr val="193B59"/>
                </a:solidFill>
                <a:latin typeface="Yu Gothic"/>
                <a:ea typeface="Yu Gothic"/>
                <a:cs typeface="Yu Gothic"/>
              </a:rPr>
              <a:t>想定問題1　成形法と材料の流れ</a:t>
            </a:r>
          </a:p>
        </p:txBody>
      </p:sp>
      <p:sp>
        <p:nvSpPr>
          <p:cNvPr id="2" name="">
            <a:extLst xmlns:a="http://schemas.openxmlformats.org/drawingml/2006/main">
              <a:ext uri="{FF2B5EF4-FFF2-40B4-BE49-F238E27FC236}">
                <a16:creationId xmlns:a16="http://schemas.microsoft.com/office/drawing/2014/main" id="{D454E4C1-709D-49C9-BDA0-6AA9F7FDFCD3}"/>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5DD1CECF-FF6D-41C0-B411-A1AB31139F5B}"/>
              </a:ext>
            </a:extLst>
          </p:cNvPr>
          <p:cNvSpPr>
            <a:spLocks xmlns:a="http://schemas.openxmlformats.org/drawingml/2006/main" noGrp="1"/>
          </p:cNvSpPr>
          <p:nvPr/>
        </p:nvSpPr>
        <p:spPr>
          <a:xfrm xmlns:a="http://schemas.openxmlformats.org/drawingml/2006/main">
            <a:off x="809625" y="1762125"/>
            <a:ext cx="1057275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63D4D"/>
                </a:solidFill>
                <a:latin typeface="Yu Gothic"/>
                <a:ea typeface="Yu Gothic"/>
                <a:cs typeface="Yu Gothic"/>
              </a:defRPr>
            </a:defPPr>
            <a:lvl1pPr>
              <a:defRPr sz="2325" b="0">
                <a:solidFill>
                  <a:srgbClr val="263D4D"/>
                </a:solidFill>
                <a:latin typeface="Yu Gothic"/>
                <a:ea typeface="Yu Gothic"/>
                <a:cs typeface="Yu Gothic"/>
              </a:defRPr>
            </a:lvl1pPr>
            <a:lvl2pPr>
              <a:defRPr sz="2325" b="0">
                <a:solidFill>
                  <a:srgbClr val="263D4D"/>
                </a:solidFill>
                <a:latin typeface="Yu Gothic"/>
                <a:ea typeface="Yu Gothic"/>
                <a:cs typeface="Yu Gothic"/>
              </a:defRPr>
            </a:lvl2pPr>
            <a:lvl3pPr>
              <a:defRPr sz="2325" b="0">
                <a:solidFill>
                  <a:srgbClr val="263D4D"/>
                </a:solidFill>
                <a:latin typeface="Yu Gothic"/>
                <a:ea typeface="Yu Gothic"/>
                <a:cs typeface="Yu Gothic"/>
              </a:defRPr>
            </a:lvl3pPr>
            <a:lvl4pPr>
              <a:defRPr sz="2325" b="0">
                <a:solidFill>
                  <a:srgbClr val="263D4D"/>
                </a:solidFill>
                <a:latin typeface="Yu Gothic"/>
                <a:ea typeface="Yu Gothic"/>
                <a:cs typeface="Yu Gothic"/>
              </a:defRPr>
            </a:lvl4pPr>
            <a:lvl5pPr>
              <a:defRPr sz="2325" b="0">
                <a:solidFill>
                  <a:srgbClr val="263D4D"/>
                </a:solidFill>
                <a:latin typeface="Yu Gothic"/>
                <a:ea typeface="Yu Gothic"/>
                <a:cs typeface="Yu Gothic"/>
              </a:defRPr>
            </a:lvl5pPr>
            <a:lvl6pPr>
              <a:defRPr sz="2325" b="0">
                <a:solidFill>
                  <a:srgbClr val="263D4D"/>
                </a:solidFill>
                <a:latin typeface="Yu Gothic"/>
                <a:ea typeface="Yu Gothic"/>
                <a:cs typeface="Yu Gothic"/>
              </a:defRPr>
            </a:lvl6pPr>
            <a:lvl7pPr>
              <a:defRPr sz="2325" b="0">
                <a:solidFill>
                  <a:srgbClr val="263D4D"/>
                </a:solidFill>
                <a:latin typeface="Yu Gothic"/>
                <a:ea typeface="Yu Gothic"/>
                <a:cs typeface="Yu Gothic"/>
              </a:defRPr>
            </a:lvl7pPr>
            <a:lvl8pPr>
              <a:defRPr sz="2325" b="0">
                <a:solidFill>
                  <a:srgbClr val="263D4D"/>
                </a:solidFill>
                <a:latin typeface="Yu Gothic"/>
                <a:ea typeface="Yu Gothic"/>
                <a:cs typeface="Yu Gothic"/>
              </a:defRPr>
            </a:lvl8pPr>
            <a:lvl9pPr>
              <a:defRPr sz="2325" b="0">
                <a:solidFill>
                  <a:srgbClr val="263D4D"/>
                </a:solidFill>
                <a:latin typeface="Yu Gothic"/>
                <a:ea typeface="Yu Gothic"/>
                <a:cs typeface="Yu Gothic"/>
              </a:defRPr>
            </a:lvl9pPr>
          </a:lstStyle>
          <a:p xmlns:a="http://schemas.openxmlformats.org/drawingml/2006/main">
            <a:pPr>
              <a:defRPr sz="2325" b="0">
                <a:solidFill>
                  <a:srgbClr val="263D4D"/>
                </a:solidFill>
                <a:latin typeface="Yu Gothic"/>
                <a:ea typeface="Yu Gothic"/>
                <a:cs typeface="Yu Gothic"/>
              </a:defRPr>
            </a:pPr>
            <a:r>
              <a:rPr sz="2325" b="0">
                <a:solidFill>
                  <a:srgbClr val="263D4D"/>
                </a:solidFill>
                <a:latin typeface="Yu Gothic"/>
                <a:ea typeface="Yu Gothic"/>
                <a:cs typeface="Yu Gothic"/>
              </a:rPr>
              <a:t>射出・押出・熱成形を、金型への充填、一定断面の連続成形、加熱シートの成形へ対応させる。材料がどこへ移動するか図で示す。</a:t>
            </a:r>
          </a:p>
        </p:txBody>
      </p:sp>
      <p:sp>
        <p:nvSpPr>
          <p:cNvPr id="4" name="">
            <a:extLst xmlns:a="http://schemas.openxmlformats.org/drawingml/2006/main">
              <a:ext uri="{FF2B5EF4-FFF2-40B4-BE49-F238E27FC236}">
                <a16:creationId xmlns:a16="http://schemas.microsoft.com/office/drawing/2014/main" id="{3D159FAF-243A-4692-869A-573F7D18F4C8}"/>
              </a:ext>
            </a:extLst>
          </p:cNvPr>
          <p:cNvSpPr>
            <a:spLocks xmlns:a="http://schemas.openxmlformats.org/drawingml/2006/main" noGrp="1"/>
          </p:cNvSpPr>
          <p:nvPr/>
        </p:nvSpPr>
        <p:spPr>
          <a:xfrm xmlns:a="http://schemas.openxmlformats.org/drawingml/2006/main">
            <a:off x="809625" y="50958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1">
                <a:solidFill>
                  <a:srgbClr val="087E8B"/>
                </a:solidFill>
                <a:latin typeface="Yu Gothic"/>
                <a:ea typeface="Yu Gothic"/>
                <a:cs typeface="Yu Gothic"/>
              </a:defRPr>
            </a:defPPr>
            <a:lvl1pPr>
              <a:defRPr sz="2100" b="1">
                <a:solidFill>
                  <a:srgbClr val="087E8B"/>
                </a:solidFill>
                <a:latin typeface="Yu Gothic"/>
                <a:ea typeface="Yu Gothic"/>
                <a:cs typeface="Yu Gothic"/>
              </a:defRPr>
            </a:lvl1pPr>
            <a:lvl2pPr>
              <a:defRPr sz="2100" b="1">
                <a:solidFill>
                  <a:srgbClr val="087E8B"/>
                </a:solidFill>
                <a:latin typeface="Yu Gothic"/>
                <a:ea typeface="Yu Gothic"/>
                <a:cs typeface="Yu Gothic"/>
              </a:defRPr>
            </a:lvl2pPr>
            <a:lvl3pPr>
              <a:defRPr sz="2100" b="1">
                <a:solidFill>
                  <a:srgbClr val="087E8B"/>
                </a:solidFill>
                <a:latin typeface="Yu Gothic"/>
                <a:ea typeface="Yu Gothic"/>
                <a:cs typeface="Yu Gothic"/>
              </a:defRPr>
            </a:lvl3pPr>
            <a:lvl4pPr>
              <a:defRPr sz="2100" b="1">
                <a:solidFill>
                  <a:srgbClr val="087E8B"/>
                </a:solidFill>
                <a:latin typeface="Yu Gothic"/>
                <a:ea typeface="Yu Gothic"/>
                <a:cs typeface="Yu Gothic"/>
              </a:defRPr>
            </a:lvl4pPr>
            <a:lvl5pPr>
              <a:defRPr sz="2100" b="1">
                <a:solidFill>
                  <a:srgbClr val="087E8B"/>
                </a:solidFill>
                <a:latin typeface="Yu Gothic"/>
                <a:ea typeface="Yu Gothic"/>
                <a:cs typeface="Yu Gothic"/>
              </a:defRPr>
            </a:lvl5pPr>
            <a:lvl6pPr>
              <a:defRPr sz="2100" b="1">
                <a:solidFill>
                  <a:srgbClr val="087E8B"/>
                </a:solidFill>
                <a:latin typeface="Yu Gothic"/>
                <a:ea typeface="Yu Gothic"/>
                <a:cs typeface="Yu Gothic"/>
              </a:defRPr>
            </a:lvl6pPr>
            <a:lvl7pPr>
              <a:defRPr sz="2100" b="1">
                <a:solidFill>
                  <a:srgbClr val="087E8B"/>
                </a:solidFill>
                <a:latin typeface="Yu Gothic"/>
                <a:ea typeface="Yu Gothic"/>
                <a:cs typeface="Yu Gothic"/>
              </a:defRPr>
            </a:lvl7pPr>
            <a:lvl8pPr>
              <a:defRPr sz="2100" b="1">
                <a:solidFill>
                  <a:srgbClr val="087E8B"/>
                </a:solidFill>
                <a:latin typeface="Yu Gothic"/>
                <a:ea typeface="Yu Gothic"/>
                <a:cs typeface="Yu Gothic"/>
              </a:defRPr>
            </a:lvl8pPr>
            <a:lvl9pPr>
              <a:defRPr sz="2100" b="1">
                <a:solidFill>
                  <a:srgbClr val="087E8B"/>
                </a:solidFill>
                <a:latin typeface="Yu Gothic"/>
                <a:ea typeface="Yu Gothic"/>
                <a:cs typeface="Yu Gothic"/>
              </a:defRPr>
            </a:lvl9pPr>
          </a:lstStyle>
          <a:p xmlns:a="http://schemas.openxmlformats.org/drawingml/2006/main">
            <a:pPr>
              <a:defRPr sz="2100" b="1">
                <a:solidFill>
                  <a:srgbClr val="087E8B"/>
                </a:solidFill>
                <a:latin typeface="Yu Gothic"/>
                <a:ea typeface="Yu Gothic"/>
                <a:cs typeface="Yu Gothic"/>
              </a:defRPr>
            </a:pPr>
            <a:r>
              <a:rPr sz="2100" b="1">
                <a:solidFill>
                  <a:srgbClr val="087E8B"/>
                </a:solidFill>
                <a:latin typeface="Yu Gothic"/>
                <a:ea typeface="Yu Gothic"/>
                <a:cs typeface="Yu Gothic"/>
              </a:rPr>
              <a:t>図・途中式・判断の理由を記録する</a:t>
            </a:r>
          </a:p>
        </p:txBody>
      </p:sp>
      <p:sp>
        <p:nvSpPr>
          <p:cNvPr id="5" name="">
            <a:extLst xmlns:a="http://schemas.openxmlformats.org/drawingml/2006/main">
              <a:ext uri="{FF2B5EF4-FFF2-40B4-BE49-F238E27FC236}">
                <a16:creationId xmlns:a16="http://schemas.microsoft.com/office/drawing/2014/main" id="{BF0F1B1C-00CD-4A4B-BCDD-B3A75BCF2D2D}"/>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defRPr sz="1575" b="0">
                <a:solidFill>
                  <a:srgbClr val="71818B"/>
                </a:solidFill>
                <a:latin typeface="Yu Gothic"/>
                <a:ea typeface="Yu Gothic"/>
                <a:cs typeface="Yu Gothic"/>
              </a:defRPr>
            </a:lvl1pPr>
            <a:lvl2pPr>
              <a:defRPr sz="1575" b="0">
                <a:solidFill>
                  <a:srgbClr val="71818B"/>
                </a:solidFill>
                <a:latin typeface="Yu Gothic"/>
                <a:ea typeface="Yu Gothic"/>
                <a:cs typeface="Yu Gothic"/>
              </a:defRPr>
            </a:lvl2pPr>
            <a:lvl3pPr>
              <a:defRPr sz="1575" b="0">
                <a:solidFill>
                  <a:srgbClr val="71818B"/>
                </a:solidFill>
                <a:latin typeface="Yu Gothic"/>
                <a:ea typeface="Yu Gothic"/>
                <a:cs typeface="Yu Gothic"/>
              </a:defRPr>
            </a:lvl3pPr>
            <a:lvl4pPr>
              <a:defRPr sz="1575" b="0">
                <a:solidFill>
                  <a:srgbClr val="71818B"/>
                </a:solidFill>
                <a:latin typeface="Yu Gothic"/>
                <a:ea typeface="Yu Gothic"/>
                <a:cs typeface="Yu Gothic"/>
              </a:defRPr>
            </a:lvl4pPr>
            <a:lvl5pPr>
              <a:defRPr sz="1575" b="0">
                <a:solidFill>
                  <a:srgbClr val="71818B"/>
                </a:solidFill>
                <a:latin typeface="Yu Gothic"/>
                <a:ea typeface="Yu Gothic"/>
                <a:cs typeface="Yu Gothic"/>
              </a:defRPr>
            </a:lvl5pPr>
            <a:lvl6pPr>
              <a:defRPr sz="1575" b="0">
                <a:solidFill>
                  <a:srgbClr val="71818B"/>
                </a:solidFill>
                <a:latin typeface="Yu Gothic"/>
                <a:ea typeface="Yu Gothic"/>
                <a:cs typeface="Yu Gothic"/>
              </a:defRPr>
            </a:lvl6pPr>
            <a:lvl7pPr>
              <a:defRPr sz="1575" b="0">
                <a:solidFill>
                  <a:srgbClr val="71818B"/>
                </a:solidFill>
                <a:latin typeface="Yu Gothic"/>
                <a:ea typeface="Yu Gothic"/>
                <a:cs typeface="Yu Gothic"/>
              </a:defRPr>
            </a:lvl7pPr>
            <a:lvl8pPr>
              <a:defRPr sz="1575" b="0">
                <a:solidFill>
                  <a:srgbClr val="71818B"/>
                </a:solidFill>
                <a:latin typeface="Yu Gothic"/>
                <a:ea typeface="Yu Gothic"/>
                <a:cs typeface="Yu Gothic"/>
              </a:defRPr>
            </a:lvl8pPr>
            <a:lvl9pPr>
              <a:defRPr sz="1575" b="0">
                <a:solidFill>
                  <a:srgbClr val="71818B"/>
                </a:solidFill>
                <a:latin typeface="Yu Gothic"/>
                <a:ea typeface="Yu Gothic"/>
                <a:cs typeface="Yu Gothic"/>
              </a:defRPr>
            </a:lvl9pPr>
          </a:lstStyle>
          <a:p xmlns:a="http://schemas.openxmlformats.org/drawingml/2006/main">
            <a:pPr>
              <a:defRPr sz="1575" b="0">
                <a:solidFill>
                  <a:srgbClr val="71818B"/>
                </a:solidFill>
                <a:latin typeface="Yu Gothic"/>
                <a:ea typeface="Yu Gothic"/>
                <a:cs typeface="Yu Gothic"/>
              </a:defRPr>
            </a:pPr>
            <a:r>
              <a:rPr sz="1575" b="0">
                <a:solidFill>
                  <a:srgbClr val="71818B"/>
                </a:solidFill>
                <a:latin typeface="Yu Gothic"/>
                <a:ea typeface="Yu Gothic"/>
                <a:cs typeface="Yu Gothic"/>
              </a:rPr>
              <a:t>教員採用試験を意識したオリジナル問題。実際の過去問・正式な提出課題とは別。</a:t>
            </a:r>
          </a:p>
        </p:txBody>
      </p:sp>
      <p:sp>
        <p:nvSpPr>
          <p:cNvPr id="6" name="">
            <a:extLst xmlns:a="http://schemas.openxmlformats.org/drawingml/2006/main">
              <a:ext uri="{FF2B5EF4-FFF2-40B4-BE49-F238E27FC236}">
                <a16:creationId xmlns:a16="http://schemas.microsoft.com/office/drawing/2014/main" id="{86C9BFF6-A54E-44FA-B157-37EB4CA2CE05}"/>
              </a:ext>
            </a:extLst>
          </p:cNvPr>
          <p:cNvSpPr>
            <a:spLocks xmlns:a="http://schemas.openxmlformats.org/drawingml/2006/main" noGrp="1"/>
          </p:cNvSpPr>
          <p:nvPr/>
        </p:nvSpPr>
        <p:spPr>
          <a:xfrm xmlns:a="http://schemas.openxmlformats.org/drawingml/2006/main">
            <a:off x="685800" y="6353175"/>
            <a:ext cx="904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第8回</a:t>
            </a:r>
          </a:p>
        </p:txBody>
      </p:sp>
      <p:sp>
        <p:nvSpPr>
          <p:cNvPr id="7" name="">
            <a:extLst xmlns:a="http://schemas.openxmlformats.org/drawingml/2006/main">
              <a:ext uri="{FF2B5EF4-FFF2-40B4-BE49-F238E27FC236}">
                <a16:creationId xmlns:a16="http://schemas.microsoft.com/office/drawing/2014/main" id="{824C9D2B-9DC3-44AA-BA41-FDE17DB8ACC8}"/>
              </a:ext>
            </a:extLst>
          </p:cNvPr>
          <p:cNvSpPr>
            <a:spLocks xmlns:a="http://schemas.openxmlformats.org/drawingml/2006/main" noGrp="1"/>
          </p:cNvSpPr>
          <p:nvPr/>
        </p:nvSpPr>
        <p:spPr>
          <a:xfrm xmlns:a="http://schemas.openxmlformats.org/drawingml/2006/main">
            <a:off x="10477500" y="635317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27 / 43</a:t>
            </a:r>
          </a:p>
        </p:txBody>
      </p:sp>
    </p:spTree>
    <p:extLst>
      <p:ext uri="{BB962C8B-B14F-4D97-AF65-F5344CB8AC3E}">
        <p14:creationId xmlns:p14="http://schemas.microsoft.com/office/powerpoint/2010/main" val="981223309"/>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38DEB457-F988-44AE-B412-00424A62CFEA}"/>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700" b="1">
                <a:solidFill>
                  <a:srgbClr val="193B59"/>
                </a:solidFill>
                <a:latin typeface="Yu Gothic"/>
                <a:ea typeface="Yu Gothic"/>
                <a:cs typeface="Yu Gothic"/>
              </a:defRPr>
            </a:defPPr>
            <a:lvl1pPr>
              <a:defRPr sz="2700" b="1">
                <a:solidFill>
                  <a:srgbClr val="193B59"/>
                </a:solidFill>
                <a:latin typeface="Yu Gothic"/>
                <a:ea typeface="Yu Gothic"/>
                <a:cs typeface="Yu Gothic"/>
              </a:defRPr>
            </a:lvl1pPr>
            <a:lvl2pPr>
              <a:defRPr sz="2700" b="1">
                <a:solidFill>
                  <a:srgbClr val="193B59"/>
                </a:solidFill>
                <a:latin typeface="Yu Gothic"/>
                <a:ea typeface="Yu Gothic"/>
                <a:cs typeface="Yu Gothic"/>
              </a:defRPr>
            </a:lvl2pPr>
            <a:lvl3pPr>
              <a:defRPr sz="2700" b="1">
                <a:solidFill>
                  <a:srgbClr val="193B59"/>
                </a:solidFill>
                <a:latin typeface="Yu Gothic"/>
                <a:ea typeface="Yu Gothic"/>
                <a:cs typeface="Yu Gothic"/>
              </a:defRPr>
            </a:lvl3pPr>
            <a:lvl4pPr>
              <a:defRPr sz="2700" b="1">
                <a:solidFill>
                  <a:srgbClr val="193B59"/>
                </a:solidFill>
                <a:latin typeface="Yu Gothic"/>
                <a:ea typeface="Yu Gothic"/>
                <a:cs typeface="Yu Gothic"/>
              </a:defRPr>
            </a:lvl4pPr>
            <a:lvl5pPr>
              <a:defRPr sz="2700" b="1">
                <a:solidFill>
                  <a:srgbClr val="193B59"/>
                </a:solidFill>
                <a:latin typeface="Yu Gothic"/>
                <a:ea typeface="Yu Gothic"/>
                <a:cs typeface="Yu Gothic"/>
              </a:defRPr>
            </a:lvl5pPr>
            <a:lvl6pPr>
              <a:defRPr sz="2700" b="1">
                <a:solidFill>
                  <a:srgbClr val="193B59"/>
                </a:solidFill>
                <a:latin typeface="Yu Gothic"/>
                <a:ea typeface="Yu Gothic"/>
                <a:cs typeface="Yu Gothic"/>
              </a:defRPr>
            </a:lvl6pPr>
            <a:lvl7pPr>
              <a:defRPr sz="2700" b="1">
                <a:solidFill>
                  <a:srgbClr val="193B59"/>
                </a:solidFill>
                <a:latin typeface="Yu Gothic"/>
                <a:ea typeface="Yu Gothic"/>
                <a:cs typeface="Yu Gothic"/>
              </a:defRPr>
            </a:lvl7pPr>
            <a:lvl8pPr>
              <a:defRPr sz="2700" b="1">
                <a:solidFill>
                  <a:srgbClr val="193B59"/>
                </a:solidFill>
                <a:latin typeface="Yu Gothic"/>
                <a:ea typeface="Yu Gothic"/>
                <a:cs typeface="Yu Gothic"/>
              </a:defRPr>
            </a:lvl8pPr>
            <a:lvl9pPr>
              <a:defRPr sz="2700" b="1">
                <a:solidFill>
                  <a:srgbClr val="193B59"/>
                </a:solidFill>
                <a:latin typeface="Yu Gothic"/>
                <a:ea typeface="Yu Gothic"/>
                <a:cs typeface="Yu Gothic"/>
              </a:defRPr>
            </a:lvl9pPr>
          </a:lstStyle>
          <a:p xmlns:a="http://schemas.openxmlformats.org/drawingml/2006/main">
            <a:pPr>
              <a:defRPr sz="2700" b="1">
                <a:solidFill>
                  <a:srgbClr val="193B59"/>
                </a:solidFill>
                <a:latin typeface="Yu Gothic"/>
                <a:ea typeface="Yu Gothic"/>
                <a:cs typeface="Yu Gothic"/>
              </a:defRPr>
            </a:pPr>
            <a:r>
              <a:rPr sz="2700" b="1">
                <a:solidFill>
                  <a:srgbClr val="193B59"/>
                </a:solidFill>
                <a:latin typeface="Yu Gothic"/>
                <a:ea typeface="Yu Gothic"/>
                <a:cs typeface="Yu Gothic"/>
              </a:rPr>
              <a:t>想定問題1　解説：成形法と材料の流れ</a:t>
            </a:r>
          </a:p>
        </p:txBody>
      </p:sp>
      <p:sp>
        <p:nvSpPr>
          <p:cNvPr id="2" name="">
            <a:extLst xmlns:a="http://schemas.openxmlformats.org/drawingml/2006/main">
              <a:ext uri="{FF2B5EF4-FFF2-40B4-BE49-F238E27FC236}">
                <a16:creationId xmlns:a16="http://schemas.microsoft.com/office/drawing/2014/main" id="{68AB3B2E-4169-4C16-A94D-CB601CC835E9}"/>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9D45AB60-8E0B-46CF-A54A-44FEE391C814}"/>
              </a:ext>
            </a:extLst>
          </p:cNvPr>
          <p:cNvSpPr>
            <a:spLocks xmlns:a="http://schemas.openxmlformats.org/drawingml/2006/main" noGrp="1"/>
          </p:cNvSpPr>
          <p:nvPr/>
        </p:nvSpPr>
        <p:spPr>
          <a:xfrm xmlns:a="http://schemas.openxmlformats.org/drawingml/2006/main">
            <a:off x="809625" y="176212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263D4D"/>
                </a:solidFill>
                <a:latin typeface="Yu Gothic"/>
                <a:ea typeface="Yu Gothic"/>
                <a:cs typeface="Yu Gothic"/>
              </a:defRPr>
            </a:defPPr>
            <a:lvl1pPr>
              <a:defRPr sz="2175" b="1">
                <a:solidFill>
                  <a:srgbClr val="263D4D"/>
                </a:solidFill>
                <a:latin typeface="Yu Gothic"/>
                <a:ea typeface="Yu Gothic"/>
                <a:cs typeface="Yu Gothic"/>
              </a:defRPr>
            </a:lvl1pPr>
            <a:lvl2pPr>
              <a:defRPr sz="2175" b="1">
                <a:solidFill>
                  <a:srgbClr val="263D4D"/>
                </a:solidFill>
                <a:latin typeface="Yu Gothic"/>
                <a:ea typeface="Yu Gothic"/>
                <a:cs typeface="Yu Gothic"/>
              </a:defRPr>
            </a:lvl2pPr>
            <a:lvl3pPr>
              <a:defRPr sz="2175" b="1">
                <a:solidFill>
                  <a:srgbClr val="263D4D"/>
                </a:solidFill>
                <a:latin typeface="Yu Gothic"/>
                <a:ea typeface="Yu Gothic"/>
                <a:cs typeface="Yu Gothic"/>
              </a:defRPr>
            </a:lvl3pPr>
            <a:lvl4pPr>
              <a:defRPr sz="2175" b="1">
                <a:solidFill>
                  <a:srgbClr val="263D4D"/>
                </a:solidFill>
                <a:latin typeface="Yu Gothic"/>
                <a:ea typeface="Yu Gothic"/>
                <a:cs typeface="Yu Gothic"/>
              </a:defRPr>
            </a:lvl4pPr>
            <a:lvl5pPr>
              <a:defRPr sz="2175" b="1">
                <a:solidFill>
                  <a:srgbClr val="263D4D"/>
                </a:solidFill>
                <a:latin typeface="Yu Gothic"/>
                <a:ea typeface="Yu Gothic"/>
                <a:cs typeface="Yu Gothic"/>
              </a:defRPr>
            </a:lvl5pPr>
            <a:lvl6pPr>
              <a:defRPr sz="2175" b="1">
                <a:solidFill>
                  <a:srgbClr val="263D4D"/>
                </a:solidFill>
                <a:latin typeface="Yu Gothic"/>
                <a:ea typeface="Yu Gothic"/>
                <a:cs typeface="Yu Gothic"/>
              </a:defRPr>
            </a:lvl6pPr>
            <a:lvl7pPr>
              <a:defRPr sz="2175" b="1">
                <a:solidFill>
                  <a:srgbClr val="263D4D"/>
                </a:solidFill>
                <a:latin typeface="Yu Gothic"/>
                <a:ea typeface="Yu Gothic"/>
                <a:cs typeface="Yu Gothic"/>
              </a:defRPr>
            </a:lvl7pPr>
            <a:lvl8pPr>
              <a:defRPr sz="2175" b="1">
                <a:solidFill>
                  <a:srgbClr val="263D4D"/>
                </a:solidFill>
                <a:latin typeface="Yu Gothic"/>
                <a:ea typeface="Yu Gothic"/>
                <a:cs typeface="Yu Gothic"/>
              </a:defRPr>
            </a:lvl8pPr>
            <a:lvl9pPr>
              <a:defRPr sz="2175" b="1">
                <a:solidFill>
                  <a:srgbClr val="263D4D"/>
                </a:solidFill>
                <a:latin typeface="Yu Gothic"/>
                <a:ea typeface="Yu Gothic"/>
                <a:cs typeface="Yu Gothic"/>
              </a:defRPr>
            </a:lvl9pPr>
          </a:lstStyle>
          <a:p xmlns:a="http://schemas.openxmlformats.org/drawingml/2006/main">
            <a:pPr>
              <a:defRPr sz="2175" b="1">
                <a:solidFill>
                  <a:srgbClr val="263D4D"/>
                </a:solidFill>
                <a:latin typeface="Yu Gothic"/>
                <a:ea typeface="Yu Gothic"/>
                <a:cs typeface="Yu Gothic"/>
              </a:defRPr>
            </a:pPr>
            <a:r>
              <a:rPr sz="2175" b="1">
                <a:solidFill>
                  <a:srgbClr val="263D4D"/>
                </a:solidFill>
                <a:latin typeface="Yu Gothic"/>
                <a:ea typeface="Yu Gothic"/>
                <a:cs typeface="Yu Gothic"/>
              </a:rPr>
              <a:t>射出：金型へ充填し、冷却して取り出す</a:t>
            </a:r>
          </a:p>
        </p:txBody>
      </p:sp>
      <p:sp>
        <p:nvSpPr>
          <p:cNvPr id="4" name="">
            <a:extLst xmlns:a="http://schemas.openxmlformats.org/drawingml/2006/main">
              <a:ext uri="{FF2B5EF4-FFF2-40B4-BE49-F238E27FC236}">
                <a16:creationId xmlns:a16="http://schemas.microsoft.com/office/drawing/2014/main" id="{0E4B92FD-F851-4DB3-9B04-477D9C15EEFE}"/>
              </a:ext>
            </a:extLst>
          </p:cNvPr>
          <p:cNvSpPr>
            <a:spLocks xmlns:a="http://schemas.openxmlformats.org/drawingml/2006/main" noGrp="1"/>
          </p:cNvSpPr>
          <p:nvPr/>
        </p:nvSpPr>
        <p:spPr>
          <a:xfrm xmlns:a="http://schemas.openxmlformats.org/drawingml/2006/main">
            <a:off x="809625" y="267652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63D4D"/>
                </a:solidFill>
                <a:latin typeface="Yu Gothic"/>
                <a:ea typeface="Yu Gothic"/>
                <a:cs typeface="Yu Gothic"/>
              </a:defRPr>
            </a:defPPr>
            <a:lvl1pPr>
              <a:defRPr sz="2175" b="0">
                <a:solidFill>
                  <a:srgbClr val="263D4D"/>
                </a:solidFill>
                <a:latin typeface="Yu Gothic"/>
                <a:ea typeface="Yu Gothic"/>
                <a:cs typeface="Yu Gothic"/>
              </a:defRPr>
            </a:lvl1pPr>
            <a:lvl2pPr>
              <a:defRPr sz="2175" b="0">
                <a:solidFill>
                  <a:srgbClr val="263D4D"/>
                </a:solidFill>
                <a:latin typeface="Yu Gothic"/>
                <a:ea typeface="Yu Gothic"/>
                <a:cs typeface="Yu Gothic"/>
              </a:defRPr>
            </a:lvl2pPr>
            <a:lvl3pPr>
              <a:defRPr sz="2175" b="0">
                <a:solidFill>
                  <a:srgbClr val="263D4D"/>
                </a:solidFill>
                <a:latin typeface="Yu Gothic"/>
                <a:ea typeface="Yu Gothic"/>
                <a:cs typeface="Yu Gothic"/>
              </a:defRPr>
            </a:lvl3pPr>
            <a:lvl4pPr>
              <a:defRPr sz="2175" b="0">
                <a:solidFill>
                  <a:srgbClr val="263D4D"/>
                </a:solidFill>
                <a:latin typeface="Yu Gothic"/>
                <a:ea typeface="Yu Gothic"/>
                <a:cs typeface="Yu Gothic"/>
              </a:defRPr>
            </a:lvl4pPr>
            <a:lvl5pPr>
              <a:defRPr sz="2175" b="0">
                <a:solidFill>
                  <a:srgbClr val="263D4D"/>
                </a:solidFill>
                <a:latin typeface="Yu Gothic"/>
                <a:ea typeface="Yu Gothic"/>
                <a:cs typeface="Yu Gothic"/>
              </a:defRPr>
            </a:lvl5pPr>
            <a:lvl6pPr>
              <a:defRPr sz="2175" b="0">
                <a:solidFill>
                  <a:srgbClr val="263D4D"/>
                </a:solidFill>
                <a:latin typeface="Yu Gothic"/>
                <a:ea typeface="Yu Gothic"/>
                <a:cs typeface="Yu Gothic"/>
              </a:defRPr>
            </a:lvl6pPr>
            <a:lvl7pPr>
              <a:defRPr sz="2175" b="0">
                <a:solidFill>
                  <a:srgbClr val="263D4D"/>
                </a:solidFill>
                <a:latin typeface="Yu Gothic"/>
                <a:ea typeface="Yu Gothic"/>
                <a:cs typeface="Yu Gothic"/>
              </a:defRPr>
            </a:lvl7pPr>
            <a:lvl8pPr>
              <a:defRPr sz="2175" b="0">
                <a:solidFill>
                  <a:srgbClr val="263D4D"/>
                </a:solidFill>
                <a:latin typeface="Yu Gothic"/>
                <a:ea typeface="Yu Gothic"/>
                <a:cs typeface="Yu Gothic"/>
              </a:defRPr>
            </a:lvl8pPr>
            <a:lvl9pPr>
              <a:defRPr sz="2175" b="0">
                <a:solidFill>
                  <a:srgbClr val="263D4D"/>
                </a:solidFill>
                <a:latin typeface="Yu Gothic"/>
                <a:ea typeface="Yu Gothic"/>
                <a:cs typeface="Yu Gothic"/>
              </a:defRPr>
            </a:lvl9pPr>
          </a:lstStyle>
          <a:p xmlns:a="http://schemas.openxmlformats.org/drawingml/2006/main">
            <a:pPr>
              <a:defRPr sz="2175" b="0">
                <a:solidFill>
                  <a:srgbClr val="263D4D"/>
                </a:solidFill>
                <a:latin typeface="Yu Gothic"/>
                <a:ea typeface="Yu Gothic"/>
                <a:cs typeface="Yu Gothic"/>
              </a:defRPr>
            </a:pPr>
            <a:r>
              <a:rPr sz="2175" b="0">
                <a:solidFill>
                  <a:srgbClr val="263D4D"/>
                </a:solidFill>
                <a:latin typeface="Yu Gothic"/>
                <a:ea typeface="Yu Gothic"/>
                <a:cs typeface="Yu Gothic"/>
              </a:rPr>
              <a:t>押出：ダイスから連続して出し、冷却・引取り</a:t>
            </a:r>
          </a:p>
        </p:txBody>
      </p:sp>
      <p:sp>
        <p:nvSpPr>
          <p:cNvPr id="5" name="">
            <a:extLst xmlns:a="http://schemas.openxmlformats.org/drawingml/2006/main">
              <a:ext uri="{FF2B5EF4-FFF2-40B4-BE49-F238E27FC236}">
                <a16:creationId xmlns:a16="http://schemas.microsoft.com/office/drawing/2014/main" id="{72D64141-CBCD-4DAC-9824-B9930458B011}"/>
              </a:ext>
            </a:extLst>
          </p:cNvPr>
          <p:cNvSpPr>
            <a:spLocks xmlns:a="http://schemas.openxmlformats.org/drawingml/2006/main" noGrp="1"/>
          </p:cNvSpPr>
          <p:nvPr/>
        </p:nvSpPr>
        <p:spPr>
          <a:xfrm xmlns:a="http://schemas.openxmlformats.org/drawingml/2006/main">
            <a:off x="809625" y="359092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63D4D"/>
                </a:solidFill>
                <a:latin typeface="Yu Gothic"/>
                <a:ea typeface="Yu Gothic"/>
                <a:cs typeface="Yu Gothic"/>
              </a:defRPr>
            </a:defPPr>
            <a:lvl1pPr>
              <a:defRPr sz="2175" b="0">
                <a:solidFill>
                  <a:srgbClr val="263D4D"/>
                </a:solidFill>
                <a:latin typeface="Yu Gothic"/>
                <a:ea typeface="Yu Gothic"/>
                <a:cs typeface="Yu Gothic"/>
              </a:defRPr>
            </a:lvl1pPr>
            <a:lvl2pPr>
              <a:defRPr sz="2175" b="0">
                <a:solidFill>
                  <a:srgbClr val="263D4D"/>
                </a:solidFill>
                <a:latin typeface="Yu Gothic"/>
                <a:ea typeface="Yu Gothic"/>
                <a:cs typeface="Yu Gothic"/>
              </a:defRPr>
            </a:lvl2pPr>
            <a:lvl3pPr>
              <a:defRPr sz="2175" b="0">
                <a:solidFill>
                  <a:srgbClr val="263D4D"/>
                </a:solidFill>
                <a:latin typeface="Yu Gothic"/>
                <a:ea typeface="Yu Gothic"/>
                <a:cs typeface="Yu Gothic"/>
              </a:defRPr>
            </a:lvl3pPr>
            <a:lvl4pPr>
              <a:defRPr sz="2175" b="0">
                <a:solidFill>
                  <a:srgbClr val="263D4D"/>
                </a:solidFill>
                <a:latin typeface="Yu Gothic"/>
                <a:ea typeface="Yu Gothic"/>
                <a:cs typeface="Yu Gothic"/>
              </a:defRPr>
            </a:lvl4pPr>
            <a:lvl5pPr>
              <a:defRPr sz="2175" b="0">
                <a:solidFill>
                  <a:srgbClr val="263D4D"/>
                </a:solidFill>
                <a:latin typeface="Yu Gothic"/>
                <a:ea typeface="Yu Gothic"/>
                <a:cs typeface="Yu Gothic"/>
              </a:defRPr>
            </a:lvl5pPr>
            <a:lvl6pPr>
              <a:defRPr sz="2175" b="0">
                <a:solidFill>
                  <a:srgbClr val="263D4D"/>
                </a:solidFill>
                <a:latin typeface="Yu Gothic"/>
                <a:ea typeface="Yu Gothic"/>
                <a:cs typeface="Yu Gothic"/>
              </a:defRPr>
            </a:lvl6pPr>
            <a:lvl7pPr>
              <a:defRPr sz="2175" b="0">
                <a:solidFill>
                  <a:srgbClr val="263D4D"/>
                </a:solidFill>
                <a:latin typeface="Yu Gothic"/>
                <a:ea typeface="Yu Gothic"/>
                <a:cs typeface="Yu Gothic"/>
              </a:defRPr>
            </a:lvl7pPr>
            <a:lvl8pPr>
              <a:defRPr sz="2175" b="0">
                <a:solidFill>
                  <a:srgbClr val="263D4D"/>
                </a:solidFill>
                <a:latin typeface="Yu Gothic"/>
                <a:ea typeface="Yu Gothic"/>
                <a:cs typeface="Yu Gothic"/>
              </a:defRPr>
            </a:lvl8pPr>
            <a:lvl9pPr>
              <a:defRPr sz="2175" b="0">
                <a:solidFill>
                  <a:srgbClr val="263D4D"/>
                </a:solidFill>
                <a:latin typeface="Yu Gothic"/>
                <a:ea typeface="Yu Gothic"/>
                <a:cs typeface="Yu Gothic"/>
              </a:defRPr>
            </a:lvl9pPr>
          </a:lstStyle>
          <a:p xmlns:a="http://schemas.openxmlformats.org/drawingml/2006/main">
            <a:pPr>
              <a:defRPr sz="2175" b="0">
                <a:solidFill>
                  <a:srgbClr val="263D4D"/>
                </a:solidFill>
                <a:latin typeface="Yu Gothic"/>
                <a:ea typeface="Yu Gothic"/>
                <a:cs typeface="Yu Gothic"/>
              </a:defRPr>
            </a:pPr>
            <a:r>
              <a:rPr sz="2175" b="0">
                <a:solidFill>
                  <a:srgbClr val="263D4D"/>
                </a:solidFill>
                <a:latin typeface="Yu Gothic"/>
                <a:ea typeface="Yu Gothic"/>
                <a:cs typeface="Yu Gothic"/>
              </a:rPr>
              <a:t>熱成形：軟化したシートを型に沿わせる</a:t>
            </a:r>
          </a:p>
        </p:txBody>
      </p:sp>
      <p:sp>
        <p:nvSpPr>
          <p:cNvPr id="6" name="">
            <a:extLst xmlns:a="http://schemas.openxmlformats.org/drawingml/2006/main">
              <a:ext uri="{FF2B5EF4-FFF2-40B4-BE49-F238E27FC236}">
                <a16:creationId xmlns:a16="http://schemas.microsoft.com/office/drawing/2014/main" id="{991A0ACE-A3E0-4F8D-8C19-9E3E2864304B}"/>
              </a:ext>
            </a:extLst>
          </p:cNvPr>
          <p:cNvSpPr>
            <a:spLocks xmlns:a="http://schemas.openxmlformats.org/drawingml/2006/main" noGrp="1"/>
          </p:cNvSpPr>
          <p:nvPr/>
        </p:nvSpPr>
        <p:spPr>
          <a:xfrm xmlns:a="http://schemas.openxmlformats.org/drawingml/2006/main">
            <a:off x="809625" y="450532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63D4D"/>
                </a:solidFill>
                <a:latin typeface="Yu Gothic"/>
                <a:ea typeface="Yu Gothic"/>
                <a:cs typeface="Yu Gothic"/>
              </a:defRPr>
            </a:defPPr>
            <a:lvl1pPr>
              <a:defRPr sz="2175" b="0">
                <a:solidFill>
                  <a:srgbClr val="263D4D"/>
                </a:solidFill>
                <a:latin typeface="Yu Gothic"/>
                <a:ea typeface="Yu Gothic"/>
                <a:cs typeface="Yu Gothic"/>
              </a:defRPr>
            </a:lvl1pPr>
            <a:lvl2pPr>
              <a:defRPr sz="2175" b="0">
                <a:solidFill>
                  <a:srgbClr val="263D4D"/>
                </a:solidFill>
                <a:latin typeface="Yu Gothic"/>
                <a:ea typeface="Yu Gothic"/>
                <a:cs typeface="Yu Gothic"/>
              </a:defRPr>
            </a:lvl2pPr>
            <a:lvl3pPr>
              <a:defRPr sz="2175" b="0">
                <a:solidFill>
                  <a:srgbClr val="263D4D"/>
                </a:solidFill>
                <a:latin typeface="Yu Gothic"/>
                <a:ea typeface="Yu Gothic"/>
                <a:cs typeface="Yu Gothic"/>
              </a:defRPr>
            </a:lvl3pPr>
            <a:lvl4pPr>
              <a:defRPr sz="2175" b="0">
                <a:solidFill>
                  <a:srgbClr val="263D4D"/>
                </a:solidFill>
                <a:latin typeface="Yu Gothic"/>
                <a:ea typeface="Yu Gothic"/>
                <a:cs typeface="Yu Gothic"/>
              </a:defRPr>
            </a:lvl4pPr>
            <a:lvl5pPr>
              <a:defRPr sz="2175" b="0">
                <a:solidFill>
                  <a:srgbClr val="263D4D"/>
                </a:solidFill>
                <a:latin typeface="Yu Gothic"/>
                <a:ea typeface="Yu Gothic"/>
                <a:cs typeface="Yu Gothic"/>
              </a:defRPr>
            </a:lvl5pPr>
            <a:lvl6pPr>
              <a:defRPr sz="2175" b="0">
                <a:solidFill>
                  <a:srgbClr val="263D4D"/>
                </a:solidFill>
                <a:latin typeface="Yu Gothic"/>
                <a:ea typeface="Yu Gothic"/>
                <a:cs typeface="Yu Gothic"/>
              </a:defRPr>
            </a:lvl6pPr>
            <a:lvl7pPr>
              <a:defRPr sz="2175" b="0">
                <a:solidFill>
                  <a:srgbClr val="263D4D"/>
                </a:solidFill>
                <a:latin typeface="Yu Gothic"/>
                <a:ea typeface="Yu Gothic"/>
                <a:cs typeface="Yu Gothic"/>
              </a:defRPr>
            </a:lvl7pPr>
            <a:lvl8pPr>
              <a:defRPr sz="2175" b="0">
                <a:solidFill>
                  <a:srgbClr val="263D4D"/>
                </a:solidFill>
                <a:latin typeface="Yu Gothic"/>
                <a:ea typeface="Yu Gothic"/>
                <a:cs typeface="Yu Gothic"/>
              </a:defRPr>
            </a:lvl8pPr>
            <a:lvl9pPr>
              <a:defRPr sz="2175" b="0">
                <a:solidFill>
                  <a:srgbClr val="263D4D"/>
                </a:solidFill>
                <a:latin typeface="Yu Gothic"/>
                <a:ea typeface="Yu Gothic"/>
                <a:cs typeface="Yu Gothic"/>
              </a:defRPr>
            </a:lvl9pPr>
          </a:lstStyle>
          <a:p xmlns:a="http://schemas.openxmlformats.org/drawingml/2006/main">
            <a:pPr>
              <a:defRPr sz="2175" b="0">
                <a:solidFill>
                  <a:srgbClr val="263D4D"/>
                </a:solidFill>
                <a:latin typeface="Yu Gothic"/>
                <a:ea typeface="Yu Gothic"/>
                <a:cs typeface="Yu Gothic"/>
              </a:defRPr>
            </a:pPr>
            <a:r>
              <a:rPr sz="2175" b="0">
                <a:solidFill>
                  <a:srgbClr val="263D4D"/>
                </a:solidFill>
                <a:latin typeface="Yu Gothic"/>
                <a:ea typeface="Yu Gothic"/>
                <a:cs typeface="Yu Gothic"/>
              </a:rPr>
              <a:t>工程と製品の形を対応させる</a:t>
            </a:r>
          </a:p>
        </p:txBody>
      </p:sp>
      <p:sp>
        <p:nvSpPr>
          <p:cNvPr id="7" name="">
            <a:extLst xmlns:a="http://schemas.openxmlformats.org/drawingml/2006/main">
              <a:ext uri="{FF2B5EF4-FFF2-40B4-BE49-F238E27FC236}">
                <a16:creationId xmlns:a16="http://schemas.microsoft.com/office/drawing/2014/main" id="{0245CDCE-5782-4A1C-B474-525264A4C9B1}"/>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defRPr sz="1575" b="0">
                <a:solidFill>
                  <a:srgbClr val="71818B"/>
                </a:solidFill>
                <a:latin typeface="Yu Gothic"/>
                <a:ea typeface="Yu Gothic"/>
                <a:cs typeface="Yu Gothic"/>
              </a:defRPr>
            </a:lvl1pPr>
            <a:lvl2pPr>
              <a:defRPr sz="1575" b="0">
                <a:solidFill>
                  <a:srgbClr val="71818B"/>
                </a:solidFill>
                <a:latin typeface="Yu Gothic"/>
                <a:ea typeface="Yu Gothic"/>
                <a:cs typeface="Yu Gothic"/>
              </a:defRPr>
            </a:lvl2pPr>
            <a:lvl3pPr>
              <a:defRPr sz="1575" b="0">
                <a:solidFill>
                  <a:srgbClr val="71818B"/>
                </a:solidFill>
                <a:latin typeface="Yu Gothic"/>
                <a:ea typeface="Yu Gothic"/>
                <a:cs typeface="Yu Gothic"/>
              </a:defRPr>
            </a:lvl3pPr>
            <a:lvl4pPr>
              <a:defRPr sz="1575" b="0">
                <a:solidFill>
                  <a:srgbClr val="71818B"/>
                </a:solidFill>
                <a:latin typeface="Yu Gothic"/>
                <a:ea typeface="Yu Gothic"/>
                <a:cs typeface="Yu Gothic"/>
              </a:defRPr>
            </a:lvl4pPr>
            <a:lvl5pPr>
              <a:defRPr sz="1575" b="0">
                <a:solidFill>
                  <a:srgbClr val="71818B"/>
                </a:solidFill>
                <a:latin typeface="Yu Gothic"/>
                <a:ea typeface="Yu Gothic"/>
                <a:cs typeface="Yu Gothic"/>
              </a:defRPr>
            </a:lvl5pPr>
            <a:lvl6pPr>
              <a:defRPr sz="1575" b="0">
                <a:solidFill>
                  <a:srgbClr val="71818B"/>
                </a:solidFill>
                <a:latin typeface="Yu Gothic"/>
                <a:ea typeface="Yu Gothic"/>
                <a:cs typeface="Yu Gothic"/>
              </a:defRPr>
            </a:lvl6pPr>
            <a:lvl7pPr>
              <a:defRPr sz="1575" b="0">
                <a:solidFill>
                  <a:srgbClr val="71818B"/>
                </a:solidFill>
                <a:latin typeface="Yu Gothic"/>
                <a:ea typeface="Yu Gothic"/>
                <a:cs typeface="Yu Gothic"/>
              </a:defRPr>
            </a:lvl7pPr>
            <a:lvl8pPr>
              <a:defRPr sz="1575" b="0">
                <a:solidFill>
                  <a:srgbClr val="71818B"/>
                </a:solidFill>
                <a:latin typeface="Yu Gothic"/>
                <a:ea typeface="Yu Gothic"/>
                <a:cs typeface="Yu Gothic"/>
              </a:defRPr>
            </a:lvl8pPr>
            <a:lvl9pPr>
              <a:defRPr sz="1575" b="0">
                <a:solidFill>
                  <a:srgbClr val="71818B"/>
                </a:solidFill>
                <a:latin typeface="Yu Gothic"/>
                <a:ea typeface="Yu Gothic"/>
                <a:cs typeface="Yu Gothic"/>
              </a:defRPr>
            </a:lvl9pPr>
          </a:lstStyle>
          <a:p xmlns:a="http://schemas.openxmlformats.org/drawingml/2006/main">
            <a:pPr>
              <a:defRPr sz="1575" b="0">
                <a:solidFill>
                  <a:srgbClr val="71818B"/>
                </a:solidFill>
                <a:latin typeface="Yu Gothic"/>
                <a:ea typeface="Yu Gothic"/>
                <a:cs typeface="Yu Gothic"/>
              </a:defRPr>
            </a:pPr>
            <a:r>
              <a:rPr sz="1575" b="0">
                <a:solidFill>
                  <a:srgbClr val="71818B"/>
                </a:solidFill>
                <a:latin typeface="Yu Gothic"/>
                <a:ea typeface="Yu Gothic"/>
                <a:cs typeface="Yu Gothic"/>
              </a:rPr>
              <a:t>本編の参照スライド：4・5・6</a:t>
            </a:r>
          </a:p>
        </p:txBody>
      </p:sp>
      <p:sp>
        <p:nvSpPr>
          <p:cNvPr id="8" name="">
            <a:extLst xmlns:a="http://schemas.openxmlformats.org/drawingml/2006/main">
              <a:ext uri="{FF2B5EF4-FFF2-40B4-BE49-F238E27FC236}">
                <a16:creationId xmlns:a16="http://schemas.microsoft.com/office/drawing/2014/main" id="{7E2860BD-61C0-4558-9F12-02D4F886103D}"/>
              </a:ext>
            </a:extLst>
          </p:cNvPr>
          <p:cNvSpPr>
            <a:spLocks xmlns:a="http://schemas.openxmlformats.org/drawingml/2006/main" noGrp="1"/>
          </p:cNvSpPr>
          <p:nvPr/>
        </p:nvSpPr>
        <p:spPr>
          <a:xfrm xmlns:a="http://schemas.openxmlformats.org/drawingml/2006/main">
            <a:off x="685800" y="6353175"/>
            <a:ext cx="904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第8回</a:t>
            </a:r>
          </a:p>
        </p:txBody>
      </p:sp>
      <p:sp>
        <p:nvSpPr>
          <p:cNvPr id="9" name="">
            <a:extLst xmlns:a="http://schemas.openxmlformats.org/drawingml/2006/main">
              <a:ext uri="{FF2B5EF4-FFF2-40B4-BE49-F238E27FC236}">
                <a16:creationId xmlns:a16="http://schemas.microsoft.com/office/drawing/2014/main" id="{6382D3DF-52A8-4383-805C-A4F99A1B2810}"/>
              </a:ext>
            </a:extLst>
          </p:cNvPr>
          <p:cNvSpPr>
            <a:spLocks xmlns:a="http://schemas.openxmlformats.org/drawingml/2006/main" noGrp="1"/>
          </p:cNvSpPr>
          <p:nvPr/>
        </p:nvSpPr>
        <p:spPr>
          <a:xfrm xmlns:a="http://schemas.openxmlformats.org/drawingml/2006/main">
            <a:off x="10477500" y="635317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28 / 43</a:t>
            </a:r>
          </a:p>
        </p:txBody>
      </p:sp>
    </p:spTree>
    <p:extLst>
      <p:ext uri="{BB962C8B-B14F-4D97-AF65-F5344CB8AC3E}">
        <p14:creationId xmlns:p14="http://schemas.microsoft.com/office/powerpoint/2010/main" val="1836088387"/>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6338BB2-37C7-41F0-9D81-2DDDEE7C340D}"/>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700" b="1">
                <a:solidFill>
                  <a:srgbClr val="193B59"/>
                </a:solidFill>
                <a:latin typeface="Yu Gothic"/>
                <a:ea typeface="Yu Gothic"/>
                <a:cs typeface="Yu Gothic"/>
              </a:defRPr>
            </a:defPPr>
            <a:lvl1pPr>
              <a:defRPr sz="2700" b="1">
                <a:solidFill>
                  <a:srgbClr val="193B59"/>
                </a:solidFill>
                <a:latin typeface="Yu Gothic"/>
                <a:ea typeface="Yu Gothic"/>
                <a:cs typeface="Yu Gothic"/>
              </a:defRPr>
            </a:lvl1pPr>
            <a:lvl2pPr>
              <a:defRPr sz="2700" b="1">
                <a:solidFill>
                  <a:srgbClr val="193B59"/>
                </a:solidFill>
                <a:latin typeface="Yu Gothic"/>
                <a:ea typeface="Yu Gothic"/>
                <a:cs typeface="Yu Gothic"/>
              </a:defRPr>
            </a:lvl2pPr>
            <a:lvl3pPr>
              <a:defRPr sz="2700" b="1">
                <a:solidFill>
                  <a:srgbClr val="193B59"/>
                </a:solidFill>
                <a:latin typeface="Yu Gothic"/>
                <a:ea typeface="Yu Gothic"/>
                <a:cs typeface="Yu Gothic"/>
              </a:defRPr>
            </a:lvl3pPr>
            <a:lvl4pPr>
              <a:defRPr sz="2700" b="1">
                <a:solidFill>
                  <a:srgbClr val="193B59"/>
                </a:solidFill>
                <a:latin typeface="Yu Gothic"/>
                <a:ea typeface="Yu Gothic"/>
                <a:cs typeface="Yu Gothic"/>
              </a:defRPr>
            </a:lvl4pPr>
            <a:lvl5pPr>
              <a:defRPr sz="2700" b="1">
                <a:solidFill>
                  <a:srgbClr val="193B59"/>
                </a:solidFill>
                <a:latin typeface="Yu Gothic"/>
                <a:ea typeface="Yu Gothic"/>
                <a:cs typeface="Yu Gothic"/>
              </a:defRPr>
            </a:lvl5pPr>
            <a:lvl6pPr>
              <a:defRPr sz="2700" b="1">
                <a:solidFill>
                  <a:srgbClr val="193B59"/>
                </a:solidFill>
                <a:latin typeface="Yu Gothic"/>
                <a:ea typeface="Yu Gothic"/>
                <a:cs typeface="Yu Gothic"/>
              </a:defRPr>
            </a:lvl6pPr>
            <a:lvl7pPr>
              <a:defRPr sz="2700" b="1">
                <a:solidFill>
                  <a:srgbClr val="193B59"/>
                </a:solidFill>
                <a:latin typeface="Yu Gothic"/>
                <a:ea typeface="Yu Gothic"/>
                <a:cs typeface="Yu Gothic"/>
              </a:defRPr>
            </a:lvl7pPr>
            <a:lvl8pPr>
              <a:defRPr sz="2700" b="1">
                <a:solidFill>
                  <a:srgbClr val="193B59"/>
                </a:solidFill>
                <a:latin typeface="Yu Gothic"/>
                <a:ea typeface="Yu Gothic"/>
                <a:cs typeface="Yu Gothic"/>
              </a:defRPr>
            </a:lvl8pPr>
            <a:lvl9pPr>
              <a:defRPr sz="2700" b="1">
                <a:solidFill>
                  <a:srgbClr val="193B59"/>
                </a:solidFill>
                <a:latin typeface="Yu Gothic"/>
                <a:ea typeface="Yu Gothic"/>
                <a:cs typeface="Yu Gothic"/>
              </a:defRPr>
            </a:lvl9pPr>
          </a:lstStyle>
          <a:p xmlns:a="http://schemas.openxmlformats.org/drawingml/2006/main">
            <a:pPr>
              <a:defRPr sz="2700" b="1">
                <a:solidFill>
                  <a:srgbClr val="193B59"/>
                </a:solidFill>
                <a:latin typeface="Yu Gothic"/>
                <a:ea typeface="Yu Gothic"/>
                <a:cs typeface="Yu Gothic"/>
              </a:defRPr>
            </a:pPr>
            <a:r>
              <a:rPr sz="2700" b="1">
                <a:solidFill>
                  <a:srgbClr val="193B59"/>
                </a:solidFill>
                <a:latin typeface="Yu Gothic"/>
                <a:ea typeface="Yu Gothic"/>
                <a:cs typeface="Yu Gothic"/>
              </a:rPr>
              <a:t>想定問題2　積層造形品の条件</a:t>
            </a:r>
          </a:p>
        </p:txBody>
      </p:sp>
      <p:sp>
        <p:nvSpPr>
          <p:cNvPr id="2" name="">
            <a:extLst xmlns:a="http://schemas.openxmlformats.org/drawingml/2006/main">
              <a:ext uri="{FF2B5EF4-FFF2-40B4-BE49-F238E27FC236}">
                <a16:creationId xmlns:a16="http://schemas.microsoft.com/office/drawing/2014/main" id="{DC2FB154-2EAF-429E-9E5F-370EB69AFAE4}"/>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A890D5C7-6CAF-456A-A149-780C25D1EDDB}"/>
              </a:ext>
            </a:extLst>
          </p:cNvPr>
          <p:cNvSpPr>
            <a:spLocks xmlns:a="http://schemas.openxmlformats.org/drawingml/2006/main" noGrp="1"/>
          </p:cNvSpPr>
          <p:nvPr/>
        </p:nvSpPr>
        <p:spPr>
          <a:xfrm xmlns:a="http://schemas.openxmlformats.org/drawingml/2006/main">
            <a:off x="809625" y="1762125"/>
            <a:ext cx="1057275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63D4D"/>
                </a:solidFill>
                <a:latin typeface="Yu Gothic"/>
                <a:ea typeface="Yu Gothic"/>
                <a:cs typeface="Yu Gothic"/>
              </a:defRPr>
            </a:defPPr>
            <a:lvl1pPr>
              <a:defRPr sz="2325" b="0">
                <a:solidFill>
                  <a:srgbClr val="263D4D"/>
                </a:solidFill>
                <a:latin typeface="Yu Gothic"/>
                <a:ea typeface="Yu Gothic"/>
                <a:cs typeface="Yu Gothic"/>
              </a:defRPr>
            </a:lvl1pPr>
            <a:lvl2pPr>
              <a:defRPr sz="2325" b="0">
                <a:solidFill>
                  <a:srgbClr val="263D4D"/>
                </a:solidFill>
                <a:latin typeface="Yu Gothic"/>
                <a:ea typeface="Yu Gothic"/>
                <a:cs typeface="Yu Gothic"/>
              </a:defRPr>
            </a:lvl2pPr>
            <a:lvl3pPr>
              <a:defRPr sz="2325" b="0">
                <a:solidFill>
                  <a:srgbClr val="263D4D"/>
                </a:solidFill>
                <a:latin typeface="Yu Gothic"/>
                <a:ea typeface="Yu Gothic"/>
                <a:cs typeface="Yu Gothic"/>
              </a:defRPr>
            </a:lvl3pPr>
            <a:lvl4pPr>
              <a:defRPr sz="2325" b="0">
                <a:solidFill>
                  <a:srgbClr val="263D4D"/>
                </a:solidFill>
                <a:latin typeface="Yu Gothic"/>
                <a:ea typeface="Yu Gothic"/>
                <a:cs typeface="Yu Gothic"/>
              </a:defRPr>
            </a:lvl4pPr>
            <a:lvl5pPr>
              <a:defRPr sz="2325" b="0">
                <a:solidFill>
                  <a:srgbClr val="263D4D"/>
                </a:solidFill>
                <a:latin typeface="Yu Gothic"/>
                <a:ea typeface="Yu Gothic"/>
                <a:cs typeface="Yu Gothic"/>
              </a:defRPr>
            </a:lvl5pPr>
            <a:lvl6pPr>
              <a:defRPr sz="2325" b="0">
                <a:solidFill>
                  <a:srgbClr val="263D4D"/>
                </a:solidFill>
                <a:latin typeface="Yu Gothic"/>
                <a:ea typeface="Yu Gothic"/>
                <a:cs typeface="Yu Gothic"/>
              </a:defRPr>
            </a:lvl6pPr>
            <a:lvl7pPr>
              <a:defRPr sz="2325" b="0">
                <a:solidFill>
                  <a:srgbClr val="263D4D"/>
                </a:solidFill>
                <a:latin typeface="Yu Gothic"/>
                <a:ea typeface="Yu Gothic"/>
                <a:cs typeface="Yu Gothic"/>
              </a:defRPr>
            </a:lvl7pPr>
            <a:lvl8pPr>
              <a:defRPr sz="2325" b="0">
                <a:solidFill>
                  <a:srgbClr val="263D4D"/>
                </a:solidFill>
                <a:latin typeface="Yu Gothic"/>
                <a:ea typeface="Yu Gothic"/>
                <a:cs typeface="Yu Gothic"/>
              </a:defRPr>
            </a:lvl8pPr>
            <a:lvl9pPr>
              <a:defRPr sz="2325" b="0">
                <a:solidFill>
                  <a:srgbClr val="263D4D"/>
                </a:solidFill>
                <a:latin typeface="Yu Gothic"/>
                <a:ea typeface="Yu Gothic"/>
                <a:cs typeface="Yu Gothic"/>
              </a:defRPr>
            </a:lvl9pPr>
          </a:lstStyle>
          <a:p xmlns:a="http://schemas.openxmlformats.org/drawingml/2006/main">
            <a:pPr>
              <a:defRPr sz="2325" b="0">
                <a:solidFill>
                  <a:srgbClr val="263D4D"/>
                </a:solidFill>
                <a:latin typeface="Yu Gothic"/>
                <a:ea typeface="Yu Gothic"/>
                <a:cs typeface="Yu Gothic"/>
              </a:defRPr>
            </a:pPr>
            <a:r>
              <a:rPr sz="2325" b="0">
                <a:solidFill>
                  <a:srgbClr val="263D4D"/>
                </a:solidFill>
                <a:latin typeface="Yu Gothic"/>
                <a:ea typeface="Yu Gothic"/>
                <a:cs typeface="Yu Gothic"/>
              </a:rPr>
              <a:t>射出成形試験片の物性値を、同じ樹脂名の積層造形品へそのまま使ってよいか。確認する条件を四つ挙げる。</a:t>
            </a:r>
          </a:p>
        </p:txBody>
      </p:sp>
      <p:sp>
        <p:nvSpPr>
          <p:cNvPr id="4" name="">
            <a:extLst xmlns:a="http://schemas.openxmlformats.org/drawingml/2006/main">
              <a:ext uri="{FF2B5EF4-FFF2-40B4-BE49-F238E27FC236}">
                <a16:creationId xmlns:a16="http://schemas.microsoft.com/office/drawing/2014/main" id="{681DD9C3-C630-40FB-9005-F5444F4F4F8A}"/>
              </a:ext>
            </a:extLst>
          </p:cNvPr>
          <p:cNvSpPr>
            <a:spLocks xmlns:a="http://schemas.openxmlformats.org/drawingml/2006/main" noGrp="1"/>
          </p:cNvSpPr>
          <p:nvPr/>
        </p:nvSpPr>
        <p:spPr>
          <a:xfrm xmlns:a="http://schemas.openxmlformats.org/drawingml/2006/main">
            <a:off x="809625" y="50958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1">
                <a:solidFill>
                  <a:srgbClr val="087E8B"/>
                </a:solidFill>
                <a:latin typeface="Yu Gothic"/>
                <a:ea typeface="Yu Gothic"/>
                <a:cs typeface="Yu Gothic"/>
              </a:defRPr>
            </a:defPPr>
            <a:lvl1pPr>
              <a:defRPr sz="2100" b="1">
                <a:solidFill>
                  <a:srgbClr val="087E8B"/>
                </a:solidFill>
                <a:latin typeface="Yu Gothic"/>
                <a:ea typeface="Yu Gothic"/>
                <a:cs typeface="Yu Gothic"/>
              </a:defRPr>
            </a:lvl1pPr>
            <a:lvl2pPr>
              <a:defRPr sz="2100" b="1">
                <a:solidFill>
                  <a:srgbClr val="087E8B"/>
                </a:solidFill>
                <a:latin typeface="Yu Gothic"/>
                <a:ea typeface="Yu Gothic"/>
                <a:cs typeface="Yu Gothic"/>
              </a:defRPr>
            </a:lvl2pPr>
            <a:lvl3pPr>
              <a:defRPr sz="2100" b="1">
                <a:solidFill>
                  <a:srgbClr val="087E8B"/>
                </a:solidFill>
                <a:latin typeface="Yu Gothic"/>
                <a:ea typeface="Yu Gothic"/>
                <a:cs typeface="Yu Gothic"/>
              </a:defRPr>
            </a:lvl3pPr>
            <a:lvl4pPr>
              <a:defRPr sz="2100" b="1">
                <a:solidFill>
                  <a:srgbClr val="087E8B"/>
                </a:solidFill>
                <a:latin typeface="Yu Gothic"/>
                <a:ea typeface="Yu Gothic"/>
                <a:cs typeface="Yu Gothic"/>
              </a:defRPr>
            </a:lvl4pPr>
            <a:lvl5pPr>
              <a:defRPr sz="2100" b="1">
                <a:solidFill>
                  <a:srgbClr val="087E8B"/>
                </a:solidFill>
                <a:latin typeface="Yu Gothic"/>
                <a:ea typeface="Yu Gothic"/>
                <a:cs typeface="Yu Gothic"/>
              </a:defRPr>
            </a:lvl5pPr>
            <a:lvl6pPr>
              <a:defRPr sz="2100" b="1">
                <a:solidFill>
                  <a:srgbClr val="087E8B"/>
                </a:solidFill>
                <a:latin typeface="Yu Gothic"/>
                <a:ea typeface="Yu Gothic"/>
                <a:cs typeface="Yu Gothic"/>
              </a:defRPr>
            </a:lvl6pPr>
            <a:lvl7pPr>
              <a:defRPr sz="2100" b="1">
                <a:solidFill>
                  <a:srgbClr val="087E8B"/>
                </a:solidFill>
                <a:latin typeface="Yu Gothic"/>
                <a:ea typeface="Yu Gothic"/>
                <a:cs typeface="Yu Gothic"/>
              </a:defRPr>
            </a:lvl7pPr>
            <a:lvl8pPr>
              <a:defRPr sz="2100" b="1">
                <a:solidFill>
                  <a:srgbClr val="087E8B"/>
                </a:solidFill>
                <a:latin typeface="Yu Gothic"/>
                <a:ea typeface="Yu Gothic"/>
                <a:cs typeface="Yu Gothic"/>
              </a:defRPr>
            </a:lvl8pPr>
            <a:lvl9pPr>
              <a:defRPr sz="2100" b="1">
                <a:solidFill>
                  <a:srgbClr val="087E8B"/>
                </a:solidFill>
                <a:latin typeface="Yu Gothic"/>
                <a:ea typeface="Yu Gothic"/>
                <a:cs typeface="Yu Gothic"/>
              </a:defRPr>
            </a:lvl9pPr>
          </a:lstStyle>
          <a:p xmlns:a="http://schemas.openxmlformats.org/drawingml/2006/main">
            <a:pPr>
              <a:defRPr sz="2100" b="1">
                <a:solidFill>
                  <a:srgbClr val="087E8B"/>
                </a:solidFill>
                <a:latin typeface="Yu Gothic"/>
                <a:ea typeface="Yu Gothic"/>
                <a:cs typeface="Yu Gothic"/>
              </a:defRPr>
            </a:pPr>
            <a:r>
              <a:rPr sz="2100" b="1">
                <a:solidFill>
                  <a:srgbClr val="087E8B"/>
                </a:solidFill>
                <a:latin typeface="Yu Gothic"/>
                <a:ea typeface="Yu Gothic"/>
                <a:cs typeface="Yu Gothic"/>
              </a:rPr>
              <a:t>図・途中式・判断の理由を記録する</a:t>
            </a:r>
          </a:p>
        </p:txBody>
      </p:sp>
      <p:sp>
        <p:nvSpPr>
          <p:cNvPr id="5" name="">
            <a:extLst xmlns:a="http://schemas.openxmlformats.org/drawingml/2006/main">
              <a:ext uri="{FF2B5EF4-FFF2-40B4-BE49-F238E27FC236}">
                <a16:creationId xmlns:a16="http://schemas.microsoft.com/office/drawing/2014/main" id="{8E4388A2-C4AC-4FF3-828B-FF6AD496DB14}"/>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defRPr sz="1575" b="0">
                <a:solidFill>
                  <a:srgbClr val="71818B"/>
                </a:solidFill>
                <a:latin typeface="Yu Gothic"/>
                <a:ea typeface="Yu Gothic"/>
                <a:cs typeface="Yu Gothic"/>
              </a:defRPr>
            </a:lvl1pPr>
            <a:lvl2pPr>
              <a:defRPr sz="1575" b="0">
                <a:solidFill>
                  <a:srgbClr val="71818B"/>
                </a:solidFill>
                <a:latin typeface="Yu Gothic"/>
                <a:ea typeface="Yu Gothic"/>
                <a:cs typeface="Yu Gothic"/>
              </a:defRPr>
            </a:lvl2pPr>
            <a:lvl3pPr>
              <a:defRPr sz="1575" b="0">
                <a:solidFill>
                  <a:srgbClr val="71818B"/>
                </a:solidFill>
                <a:latin typeface="Yu Gothic"/>
                <a:ea typeface="Yu Gothic"/>
                <a:cs typeface="Yu Gothic"/>
              </a:defRPr>
            </a:lvl3pPr>
            <a:lvl4pPr>
              <a:defRPr sz="1575" b="0">
                <a:solidFill>
                  <a:srgbClr val="71818B"/>
                </a:solidFill>
                <a:latin typeface="Yu Gothic"/>
                <a:ea typeface="Yu Gothic"/>
                <a:cs typeface="Yu Gothic"/>
              </a:defRPr>
            </a:lvl4pPr>
            <a:lvl5pPr>
              <a:defRPr sz="1575" b="0">
                <a:solidFill>
                  <a:srgbClr val="71818B"/>
                </a:solidFill>
                <a:latin typeface="Yu Gothic"/>
                <a:ea typeface="Yu Gothic"/>
                <a:cs typeface="Yu Gothic"/>
              </a:defRPr>
            </a:lvl5pPr>
            <a:lvl6pPr>
              <a:defRPr sz="1575" b="0">
                <a:solidFill>
                  <a:srgbClr val="71818B"/>
                </a:solidFill>
                <a:latin typeface="Yu Gothic"/>
                <a:ea typeface="Yu Gothic"/>
                <a:cs typeface="Yu Gothic"/>
              </a:defRPr>
            </a:lvl6pPr>
            <a:lvl7pPr>
              <a:defRPr sz="1575" b="0">
                <a:solidFill>
                  <a:srgbClr val="71818B"/>
                </a:solidFill>
                <a:latin typeface="Yu Gothic"/>
                <a:ea typeface="Yu Gothic"/>
                <a:cs typeface="Yu Gothic"/>
              </a:defRPr>
            </a:lvl7pPr>
            <a:lvl8pPr>
              <a:defRPr sz="1575" b="0">
                <a:solidFill>
                  <a:srgbClr val="71818B"/>
                </a:solidFill>
                <a:latin typeface="Yu Gothic"/>
                <a:ea typeface="Yu Gothic"/>
                <a:cs typeface="Yu Gothic"/>
              </a:defRPr>
            </a:lvl8pPr>
            <a:lvl9pPr>
              <a:defRPr sz="1575" b="0">
                <a:solidFill>
                  <a:srgbClr val="71818B"/>
                </a:solidFill>
                <a:latin typeface="Yu Gothic"/>
                <a:ea typeface="Yu Gothic"/>
                <a:cs typeface="Yu Gothic"/>
              </a:defRPr>
            </a:lvl9pPr>
          </a:lstStyle>
          <a:p xmlns:a="http://schemas.openxmlformats.org/drawingml/2006/main">
            <a:pPr>
              <a:defRPr sz="1575" b="0">
                <a:solidFill>
                  <a:srgbClr val="71818B"/>
                </a:solidFill>
                <a:latin typeface="Yu Gothic"/>
                <a:ea typeface="Yu Gothic"/>
                <a:cs typeface="Yu Gothic"/>
              </a:defRPr>
            </a:pPr>
            <a:r>
              <a:rPr sz="1575" b="0">
                <a:solidFill>
                  <a:srgbClr val="71818B"/>
                </a:solidFill>
                <a:latin typeface="Yu Gothic"/>
                <a:ea typeface="Yu Gothic"/>
                <a:cs typeface="Yu Gothic"/>
              </a:rPr>
              <a:t>教員採用試験を意識したオリジナル問題。実際の過去問・正式な提出課題とは別。</a:t>
            </a:r>
          </a:p>
        </p:txBody>
      </p:sp>
      <p:sp>
        <p:nvSpPr>
          <p:cNvPr id="6" name="">
            <a:extLst xmlns:a="http://schemas.openxmlformats.org/drawingml/2006/main">
              <a:ext uri="{FF2B5EF4-FFF2-40B4-BE49-F238E27FC236}">
                <a16:creationId xmlns:a16="http://schemas.microsoft.com/office/drawing/2014/main" id="{4132C5FB-0C60-4739-A615-5A10E1A62D42}"/>
              </a:ext>
            </a:extLst>
          </p:cNvPr>
          <p:cNvSpPr>
            <a:spLocks xmlns:a="http://schemas.openxmlformats.org/drawingml/2006/main" noGrp="1"/>
          </p:cNvSpPr>
          <p:nvPr/>
        </p:nvSpPr>
        <p:spPr>
          <a:xfrm xmlns:a="http://schemas.openxmlformats.org/drawingml/2006/main">
            <a:off x="685800" y="6353175"/>
            <a:ext cx="904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第8回</a:t>
            </a:r>
          </a:p>
        </p:txBody>
      </p:sp>
      <p:sp>
        <p:nvSpPr>
          <p:cNvPr id="7" name="">
            <a:extLst xmlns:a="http://schemas.openxmlformats.org/drawingml/2006/main">
              <a:ext uri="{FF2B5EF4-FFF2-40B4-BE49-F238E27FC236}">
                <a16:creationId xmlns:a16="http://schemas.microsoft.com/office/drawing/2014/main" id="{B5AC8DBF-A648-41E7-BC37-6306ECFF062F}"/>
              </a:ext>
            </a:extLst>
          </p:cNvPr>
          <p:cNvSpPr>
            <a:spLocks xmlns:a="http://schemas.openxmlformats.org/drawingml/2006/main" noGrp="1"/>
          </p:cNvSpPr>
          <p:nvPr/>
        </p:nvSpPr>
        <p:spPr>
          <a:xfrm xmlns:a="http://schemas.openxmlformats.org/drawingml/2006/main">
            <a:off x="10477500" y="635317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29 / 43</a:t>
            </a:r>
          </a:p>
        </p:txBody>
      </p:sp>
    </p:spTree>
    <p:extLst>
      <p:ext uri="{BB962C8B-B14F-4D97-AF65-F5344CB8AC3E}">
        <p14:creationId xmlns:p14="http://schemas.microsoft.com/office/powerpoint/2010/main" val="1616373869"/>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4B00005A-6F02-48CD-93F6-0EE87EC6864E}"/>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700" b="1">
                <a:solidFill>
                  <a:srgbClr val="193B59"/>
                </a:solidFill>
                <a:latin typeface="Yu Gothic"/>
                <a:ea typeface="Yu Gothic"/>
                <a:cs typeface="Yu Gothic"/>
              </a:defRPr>
            </a:defPPr>
            <a:lvl1pPr>
              <a:defRPr sz="2700" b="1">
                <a:solidFill>
                  <a:srgbClr val="193B59"/>
                </a:solidFill>
                <a:latin typeface="Yu Gothic"/>
                <a:ea typeface="Yu Gothic"/>
                <a:cs typeface="Yu Gothic"/>
              </a:defRPr>
            </a:lvl1pPr>
            <a:lvl2pPr>
              <a:defRPr sz="2700" b="1">
                <a:solidFill>
                  <a:srgbClr val="193B59"/>
                </a:solidFill>
                <a:latin typeface="Yu Gothic"/>
                <a:ea typeface="Yu Gothic"/>
                <a:cs typeface="Yu Gothic"/>
              </a:defRPr>
            </a:lvl2pPr>
            <a:lvl3pPr>
              <a:defRPr sz="2700" b="1">
                <a:solidFill>
                  <a:srgbClr val="193B59"/>
                </a:solidFill>
                <a:latin typeface="Yu Gothic"/>
                <a:ea typeface="Yu Gothic"/>
                <a:cs typeface="Yu Gothic"/>
              </a:defRPr>
            </a:lvl3pPr>
            <a:lvl4pPr>
              <a:defRPr sz="2700" b="1">
                <a:solidFill>
                  <a:srgbClr val="193B59"/>
                </a:solidFill>
                <a:latin typeface="Yu Gothic"/>
                <a:ea typeface="Yu Gothic"/>
                <a:cs typeface="Yu Gothic"/>
              </a:defRPr>
            </a:lvl4pPr>
            <a:lvl5pPr>
              <a:defRPr sz="2700" b="1">
                <a:solidFill>
                  <a:srgbClr val="193B59"/>
                </a:solidFill>
                <a:latin typeface="Yu Gothic"/>
                <a:ea typeface="Yu Gothic"/>
                <a:cs typeface="Yu Gothic"/>
              </a:defRPr>
            </a:lvl5pPr>
            <a:lvl6pPr>
              <a:defRPr sz="2700" b="1">
                <a:solidFill>
                  <a:srgbClr val="193B59"/>
                </a:solidFill>
                <a:latin typeface="Yu Gothic"/>
                <a:ea typeface="Yu Gothic"/>
                <a:cs typeface="Yu Gothic"/>
              </a:defRPr>
            </a:lvl6pPr>
            <a:lvl7pPr>
              <a:defRPr sz="2700" b="1">
                <a:solidFill>
                  <a:srgbClr val="193B59"/>
                </a:solidFill>
                <a:latin typeface="Yu Gothic"/>
                <a:ea typeface="Yu Gothic"/>
                <a:cs typeface="Yu Gothic"/>
              </a:defRPr>
            </a:lvl7pPr>
            <a:lvl8pPr>
              <a:defRPr sz="2700" b="1">
                <a:solidFill>
                  <a:srgbClr val="193B59"/>
                </a:solidFill>
                <a:latin typeface="Yu Gothic"/>
                <a:ea typeface="Yu Gothic"/>
                <a:cs typeface="Yu Gothic"/>
              </a:defRPr>
            </a:lvl8pPr>
            <a:lvl9pPr>
              <a:defRPr sz="2700" b="1">
                <a:solidFill>
                  <a:srgbClr val="193B59"/>
                </a:solidFill>
                <a:latin typeface="Yu Gothic"/>
                <a:ea typeface="Yu Gothic"/>
                <a:cs typeface="Yu Gothic"/>
              </a:defRPr>
            </a:lvl9pPr>
          </a:lstStyle>
          <a:p xmlns:a="http://schemas.openxmlformats.org/drawingml/2006/main">
            <a:pPr>
              <a:defRPr sz="2700" b="1">
                <a:solidFill>
                  <a:srgbClr val="193B59"/>
                </a:solidFill>
                <a:latin typeface="Yu Gothic"/>
                <a:ea typeface="Yu Gothic"/>
                <a:cs typeface="Yu Gothic"/>
              </a:defRPr>
            </a:pPr>
            <a:r>
              <a:rPr sz="2700" b="1">
                <a:solidFill>
                  <a:srgbClr val="193B59"/>
                </a:solidFill>
                <a:latin typeface="Yu Gothic"/>
                <a:ea typeface="Yu Gothic"/>
                <a:cs typeface="Yu Gothic"/>
              </a:rPr>
              <a:t>想定問題2　解説：積層造形品の条件</a:t>
            </a:r>
          </a:p>
        </p:txBody>
      </p:sp>
      <p:sp>
        <p:nvSpPr>
          <p:cNvPr id="2" name="">
            <a:extLst xmlns:a="http://schemas.openxmlformats.org/drawingml/2006/main">
              <a:ext uri="{FF2B5EF4-FFF2-40B4-BE49-F238E27FC236}">
                <a16:creationId xmlns:a16="http://schemas.microsoft.com/office/drawing/2014/main" id="{6B87B41A-BC52-4FC7-BA98-8E9377694FAD}"/>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D4C08F7F-B646-471C-A690-88DE8D694CE7}"/>
              </a:ext>
            </a:extLst>
          </p:cNvPr>
          <p:cNvSpPr>
            <a:spLocks xmlns:a="http://schemas.openxmlformats.org/drawingml/2006/main" noGrp="1"/>
          </p:cNvSpPr>
          <p:nvPr/>
        </p:nvSpPr>
        <p:spPr>
          <a:xfrm xmlns:a="http://schemas.openxmlformats.org/drawingml/2006/main">
            <a:off x="809625" y="176212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263D4D"/>
                </a:solidFill>
                <a:latin typeface="Yu Gothic"/>
                <a:ea typeface="Yu Gothic"/>
                <a:cs typeface="Yu Gothic"/>
              </a:defRPr>
            </a:defPPr>
            <a:lvl1pPr>
              <a:defRPr sz="2175" b="1">
                <a:solidFill>
                  <a:srgbClr val="263D4D"/>
                </a:solidFill>
                <a:latin typeface="Yu Gothic"/>
                <a:ea typeface="Yu Gothic"/>
                <a:cs typeface="Yu Gothic"/>
              </a:defRPr>
            </a:lvl1pPr>
            <a:lvl2pPr>
              <a:defRPr sz="2175" b="1">
                <a:solidFill>
                  <a:srgbClr val="263D4D"/>
                </a:solidFill>
                <a:latin typeface="Yu Gothic"/>
                <a:ea typeface="Yu Gothic"/>
                <a:cs typeface="Yu Gothic"/>
              </a:defRPr>
            </a:lvl2pPr>
            <a:lvl3pPr>
              <a:defRPr sz="2175" b="1">
                <a:solidFill>
                  <a:srgbClr val="263D4D"/>
                </a:solidFill>
                <a:latin typeface="Yu Gothic"/>
                <a:ea typeface="Yu Gothic"/>
                <a:cs typeface="Yu Gothic"/>
              </a:defRPr>
            </a:lvl3pPr>
            <a:lvl4pPr>
              <a:defRPr sz="2175" b="1">
                <a:solidFill>
                  <a:srgbClr val="263D4D"/>
                </a:solidFill>
                <a:latin typeface="Yu Gothic"/>
                <a:ea typeface="Yu Gothic"/>
                <a:cs typeface="Yu Gothic"/>
              </a:defRPr>
            </a:lvl4pPr>
            <a:lvl5pPr>
              <a:defRPr sz="2175" b="1">
                <a:solidFill>
                  <a:srgbClr val="263D4D"/>
                </a:solidFill>
                <a:latin typeface="Yu Gothic"/>
                <a:ea typeface="Yu Gothic"/>
                <a:cs typeface="Yu Gothic"/>
              </a:defRPr>
            </a:lvl5pPr>
            <a:lvl6pPr>
              <a:defRPr sz="2175" b="1">
                <a:solidFill>
                  <a:srgbClr val="263D4D"/>
                </a:solidFill>
                <a:latin typeface="Yu Gothic"/>
                <a:ea typeface="Yu Gothic"/>
                <a:cs typeface="Yu Gothic"/>
              </a:defRPr>
            </a:lvl6pPr>
            <a:lvl7pPr>
              <a:defRPr sz="2175" b="1">
                <a:solidFill>
                  <a:srgbClr val="263D4D"/>
                </a:solidFill>
                <a:latin typeface="Yu Gothic"/>
                <a:ea typeface="Yu Gothic"/>
                <a:cs typeface="Yu Gothic"/>
              </a:defRPr>
            </a:lvl7pPr>
            <a:lvl8pPr>
              <a:defRPr sz="2175" b="1">
                <a:solidFill>
                  <a:srgbClr val="263D4D"/>
                </a:solidFill>
                <a:latin typeface="Yu Gothic"/>
                <a:ea typeface="Yu Gothic"/>
                <a:cs typeface="Yu Gothic"/>
              </a:defRPr>
            </a:lvl8pPr>
            <a:lvl9pPr>
              <a:defRPr sz="2175" b="1">
                <a:solidFill>
                  <a:srgbClr val="263D4D"/>
                </a:solidFill>
                <a:latin typeface="Yu Gothic"/>
                <a:ea typeface="Yu Gothic"/>
                <a:cs typeface="Yu Gothic"/>
              </a:defRPr>
            </a:lvl9pPr>
          </a:lstStyle>
          <a:p xmlns:a="http://schemas.openxmlformats.org/drawingml/2006/main">
            <a:pPr>
              <a:defRPr sz="2175" b="1">
                <a:solidFill>
                  <a:srgbClr val="263D4D"/>
                </a:solidFill>
                <a:latin typeface="Yu Gothic"/>
                <a:ea typeface="Yu Gothic"/>
                <a:cs typeface="Yu Gothic"/>
              </a:defRPr>
            </a:pPr>
            <a:r>
              <a:rPr sz="2175" b="1">
                <a:solidFill>
                  <a:srgbClr val="263D4D"/>
                </a:solidFill>
                <a:latin typeface="Yu Gothic"/>
                <a:ea typeface="Yu Gothic"/>
                <a:cs typeface="Yu Gothic"/>
              </a:rPr>
              <a:t>方式・材料グレード・成形方向</a:t>
            </a:r>
          </a:p>
        </p:txBody>
      </p:sp>
      <p:sp>
        <p:nvSpPr>
          <p:cNvPr id="4" name="">
            <a:extLst xmlns:a="http://schemas.openxmlformats.org/drawingml/2006/main">
              <a:ext uri="{FF2B5EF4-FFF2-40B4-BE49-F238E27FC236}">
                <a16:creationId xmlns:a16="http://schemas.microsoft.com/office/drawing/2014/main" id="{B2FC87FE-5214-4D92-A8BE-C264719A5391}"/>
              </a:ext>
            </a:extLst>
          </p:cNvPr>
          <p:cNvSpPr>
            <a:spLocks xmlns:a="http://schemas.openxmlformats.org/drawingml/2006/main" noGrp="1"/>
          </p:cNvSpPr>
          <p:nvPr/>
        </p:nvSpPr>
        <p:spPr>
          <a:xfrm xmlns:a="http://schemas.openxmlformats.org/drawingml/2006/main">
            <a:off x="809625" y="267652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63D4D"/>
                </a:solidFill>
                <a:latin typeface="Yu Gothic"/>
                <a:ea typeface="Yu Gothic"/>
                <a:cs typeface="Yu Gothic"/>
              </a:defRPr>
            </a:defPPr>
            <a:lvl1pPr>
              <a:defRPr sz="2175" b="0">
                <a:solidFill>
                  <a:srgbClr val="263D4D"/>
                </a:solidFill>
                <a:latin typeface="Yu Gothic"/>
                <a:ea typeface="Yu Gothic"/>
                <a:cs typeface="Yu Gothic"/>
              </a:defRPr>
            </a:lvl1pPr>
            <a:lvl2pPr>
              <a:defRPr sz="2175" b="0">
                <a:solidFill>
                  <a:srgbClr val="263D4D"/>
                </a:solidFill>
                <a:latin typeface="Yu Gothic"/>
                <a:ea typeface="Yu Gothic"/>
                <a:cs typeface="Yu Gothic"/>
              </a:defRPr>
            </a:lvl2pPr>
            <a:lvl3pPr>
              <a:defRPr sz="2175" b="0">
                <a:solidFill>
                  <a:srgbClr val="263D4D"/>
                </a:solidFill>
                <a:latin typeface="Yu Gothic"/>
                <a:ea typeface="Yu Gothic"/>
                <a:cs typeface="Yu Gothic"/>
              </a:defRPr>
            </a:lvl3pPr>
            <a:lvl4pPr>
              <a:defRPr sz="2175" b="0">
                <a:solidFill>
                  <a:srgbClr val="263D4D"/>
                </a:solidFill>
                <a:latin typeface="Yu Gothic"/>
                <a:ea typeface="Yu Gothic"/>
                <a:cs typeface="Yu Gothic"/>
              </a:defRPr>
            </a:lvl4pPr>
            <a:lvl5pPr>
              <a:defRPr sz="2175" b="0">
                <a:solidFill>
                  <a:srgbClr val="263D4D"/>
                </a:solidFill>
                <a:latin typeface="Yu Gothic"/>
                <a:ea typeface="Yu Gothic"/>
                <a:cs typeface="Yu Gothic"/>
              </a:defRPr>
            </a:lvl5pPr>
            <a:lvl6pPr>
              <a:defRPr sz="2175" b="0">
                <a:solidFill>
                  <a:srgbClr val="263D4D"/>
                </a:solidFill>
                <a:latin typeface="Yu Gothic"/>
                <a:ea typeface="Yu Gothic"/>
                <a:cs typeface="Yu Gothic"/>
              </a:defRPr>
            </a:lvl6pPr>
            <a:lvl7pPr>
              <a:defRPr sz="2175" b="0">
                <a:solidFill>
                  <a:srgbClr val="263D4D"/>
                </a:solidFill>
                <a:latin typeface="Yu Gothic"/>
                <a:ea typeface="Yu Gothic"/>
                <a:cs typeface="Yu Gothic"/>
              </a:defRPr>
            </a:lvl7pPr>
            <a:lvl8pPr>
              <a:defRPr sz="2175" b="0">
                <a:solidFill>
                  <a:srgbClr val="263D4D"/>
                </a:solidFill>
                <a:latin typeface="Yu Gothic"/>
                <a:ea typeface="Yu Gothic"/>
                <a:cs typeface="Yu Gothic"/>
              </a:defRPr>
            </a:lvl8pPr>
            <a:lvl9pPr>
              <a:defRPr sz="2175" b="0">
                <a:solidFill>
                  <a:srgbClr val="263D4D"/>
                </a:solidFill>
                <a:latin typeface="Yu Gothic"/>
                <a:ea typeface="Yu Gothic"/>
                <a:cs typeface="Yu Gothic"/>
              </a:defRPr>
            </a:lvl9pPr>
          </a:lstStyle>
          <a:p xmlns:a="http://schemas.openxmlformats.org/drawingml/2006/main">
            <a:pPr>
              <a:defRPr sz="2175" b="0">
                <a:solidFill>
                  <a:srgbClr val="263D4D"/>
                </a:solidFill>
                <a:latin typeface="Yu Gothic"/>
                <a:ea typeface="Yu Gothic"/>
                <a:cs typeface="Yu Gothic"/>
              </a:defRPr>
            </a:pPr>
            <a:r>
              <a:rPr sz="2175" b="0">
                <a:solidFill>
                  <a:srgbClr val="263D4D"/>
                </a:solidFill>
                <a:latin typeface="Yu Gothic"/>
                <a:ea typeface="Yu Gothic"/>
                <a:cs typeface="Yu Gothic"/>
              </a:rPr>
              <a:t>層間の接合と空隙、充填の条件</a:t>
            </a:r>
          </a:p>
        </p:txBody>
      </p:sp>
      <p:sp>
        <p:nvSpPr>
          <p:cNvPr id="5" name="">
            <a:extLst xmlns:a="http://schemas.openxmlformats.org/drawingml/2006/main">
              <a:ext uri="{FF2B5EF4-FFF2-40B4-BE49-F238E27FC236}">
                <a16:creationId xmlns:a16="http://schemas.microsoft.com/office/drawing/2014/main" id="{2D9CBC50-2FAB-4E40-927F-1BBD0422ABA6}"/>
              </a:ext>
            </a:extLst>
          </p:cNvPr>
          <p:cNvSpPr>
            <a:spLocks xmlns:a="http://schemas.openxmlformats.org/drawingml/2006/main" noGrp="1"/>
          </p:cNvSpPr>
          <p:nvPr/>
        </p:nvSpPr>
        <p:spPr>
          <a:xfrm xmlns:a="http://schemas.openxmlformats.org/drawingml/2006/main">
            <a:off x="809625" y="359092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63D4D"/>
                </a:solidFill>
                <a:latin typeface="Yu Gothic"/>
                <a:ea typeface="Yu Gothic"/>
                <a:cs typeface="Yu Gothic"/>
              </a:defRPr>
            </a:defPPr>
            <a:lvl1pPr>
              <a:defRPr sz="2175" b="0">
                <a:solidFill>
                  <a:srgbClr val="263D4D"/>
                </a:solidFill>
                <a:latin typeface="Yu Gothic"/>
                <a:ea typeface="Yu Gothic"/>
                <a:cs typeface="Yu Gothic"/>
              </a:defRPr>
            </a:lvl1pPr>
            <a:lvl2pPr>
              <a:defRPr sz="2175" b="0">
                <a:solidFill>
                  <a:srgbClr val="263D4D"/>
                </a:solidFill>
                <a:latin typeface="Yu Gothic"/>
                <a:ea typeface="Yu Gothic"/>
                <a:cs typeface="Yu Gothic"/>
              </a:defRPr>
            </a:lvl2pPr>
            <a:lvl3pPr>
              <a:defRPr sz="2175" b="0">
                <a:solidFill>
                  <a:srgbClr val="263D4D"/>
                </a:solidFill>
                <a:latin typeface="Yu Gothic"/>
                <a:ea typeface="Yu Gothic"/>
                <a:cs typeface="Yu Gothic"/>
              </a:defRPr>
            </a:lvl3pPr>
            <a:lvl4pPr>
              <a:defRPr sz="2175" b="0">
                <a:solidFill>
                  <a:srgbClr val="263D4D"/>
                </a:solidFill>
                <a:latin typeface="Yu Gothic"/>
                <a:ea typeface="Yu Gothic"/>
                <a:cs typeface="Yu Gothic"/>
              </a:defRPr>
            </a:lvl4pPr>
            <a:lvl5pPr>
              <a:defRPr sz="2175" b="0">
                <a:solidFill>
                  <a:srgbClr val="263D4D"/>
                </a:solidFill>
                <a:latin typeface="Yu Gothic"/>
                <a:ea typeface="Yu Gothic"/>
                <a:cs typeface="Yu Gothic"/>
              </a:defRPr>
            </a:lvl5pPr>
            <a:lvl6pPr>
              <a:defRPr sz="2175" b="0">
                <a:solidFill>
                  <a:srgbClr val="263D4D"/>
                </a:solidFill>
                <a:latin typeface="Yu Gothic"/>
                <a:ea typeface="Yu Gothic"/>
                <a:cs typeface="Yu Gothic"/>
              </a:defRPr>
            </a:lvl6pPr>
            <a:lvl7pPr>
              <a:defRPr sz="2175" b="0">
                <a:solidFill>
                  <a:srgbClr val="263D4D"/>
                </a:solidFill>
                <a:latin typeface="Yu Gothic"/>
                <a:ea typeface="Yu Gothic"/>
                <a:cs typeface="Yu Gothic"/>
              </a:defRPr>
            </a:lvl7pPr>
            <a:lvl8pPr>
              <a:defRPr sz="2175" b="0">
                <a:solidFill>
                  <a:srgbClr val="263D4D"/>
                </a:solidFill>
                <a:latin typeface="Yu Gothic"/>
                <a:ea typeface="Yu Gothic"/>
                <a:cs typeface="Yu Gothic"/>
              </a:defRPr>
            </a:lvl8pPr>
            <a:lvl9pPr>
              <a:defRPr sz="2175" b="0">
                <a:solidFill>
                  <a:srgbClr val="263D4D"/>
                </a:solidFill>
                <a:latin typeface="Yu Gothic"/>
                <a:ea typeface="Yu Gothic"/>
                <a:cs typeface="Yu Gothic"/>
              </a:defRPr>
            </a:lvl9pPr>
          </a:lstStyle>
          <a:p xmlns:a="http://schemas.openxmlformats.org/drawingml/2006/main">
            <a:pPr>
              <a:defRPr sz="2175" b="0">
                <a:solidFill>
                  <a:srgbClr val="263D4D"/>
                </a:solidFill>
                <a:latin typeface="Yu Gothic"/>
                <a:ea typeface="Yu Gothic"/>
                <a:cs typeface="Yu Gothic"/>
              </a:defRPr>
            </a:pPr>
            <a:r>
              <a:rPr sz="2175" b="0">
                <a:solidFill>
                  <a:srgbClr val="263D4D"/>
                </a:solidFill>
                <a:latin typeface="Yu Gothic"/>
                <a:ea typeface="Yu Gothic"/>
                <a:cs typeface="Yu Gothic"/>
              </a:rPr>
              <a:t>製品の形状・表面・荷重の方向</a:t>
            </a:r>
          </a:p>
        </p:txBody>
      </p:sp>
      <p:sp>
        <p:nvSpPr>
          <p:cNvPr id="6" name="">
            <a:extLst xmlns:a="http://schemas.openxmlformats.org/drawingml/2006/main">
              <a:ext uri="{FF2B5EF4-FFF2-40B4-BE49-F238E27FC236}">
                <a16:creationId xmlns:a16="http://schemas.microsoft.com/office/drawing/2014/main" id="{B1E70F93-8802-4AAA-B88E-0B172B77E885}"/>
              </a:ext>
            </a:extLst>
          </p:cNvPr>
          <p:cNvSpPr>
            <a:spLocks xmlns:a="http://schemas.openxmlformats.org/drawingml/2006/main" noGrp="1"/>
          </p:cNvSpPr>
          <p:nvPr/>
        </p:nvSpPr>
        <p:spPr>
          <a:xfrm xmlns:a="http://schemas.openxmlformats.org/drawingml/2006/main">
            <a:off x="809625" y="450532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63D4D"/>
                </a:solidFill>
                <a:latin typeface="Yu Gothic"/>
                <a:ea typeface="Yu Gothic"/>
                <a:cs typeface="Yu Gothic"/>
              </a:defRPr>
            </a:defPPr>
            <a:lvl1pPr>
              <a:defRPr sz="2175" b="0">
                <a:solidFill>
                  <a:srgbClr val="263D4D"/>
                </a:solidFill>
                <a:latin typeface="Yu Gothic"/>
                <a:ea typeface="Yu Gothic"/>
                <a:cs typeface="Yu Gothic"/>
              </a:defRPr>
            </a:lvl1pPr>
            <a:lvl2pPr>
              <a:defRPr sz="2175" b="0">
                <a:solidFill>
                  <a:srgbClr val="263D4D"/>
                </a:solidFill>
                <a:latin typeface="Yu Gothic"/>
                <a:ea typeface="Yu Gothic"/>
                <a:cs typeface="Yu Gothic"/>
              </a:defRPr>
            </a:lvl2pPr>
            <a:lvl3pPr>
              <a:defRPr sz="2175" b="0">
                <a:solidFill>
                  <a:srgbClr val="263D4D"/>
                </a:solidFill>
                <a:latin typeface="Yu Gothic"/>
                <a:ea typeface="Yu Gothic"/>
                <a:cs typeface="Yu Gothic"/>
              </a:defRPr>
            </a:lvl3pPr>
            <a:lvl4pPr>
              <a:defRPr sz="2175" b="0">
                <a:solidFill>
                  <a:srgbClr val="263D4D"/>
                </a:solidFill>
                <a:latin typeface="Yu Gothic"/>
                <a:ea typeface="Yu Gothic"/>
                <a:cs typeface="Yu Gothic"/>
              </a:defRPr>
            </a:lvl4pPr>
            <a:lvl5pPr>
              <a:defRPr sz="2175" b="0">
                <a:solidFill>
                  <a:srgbClr val="263D4D"/>
                </a:solidFill>
                <a:latin typeface="Yu Gothic"/>
                <a:ea typeface="Yu Gothic"/>
                <a:cs typeface="Yu Gothic"/>
              </a:defRPr>
            </a:lvl5pPr>
            <a:lvl6pPr>
              <a:defRPr sz="2175" b="0">
                <a:solidFill>
                  <a:srgbClr val="263D4D"/>
                </a:solidFill>
                <a:latin typeface="Yu Gothic"/>
                <a:ea typeface="Yu Gothic"/>
                <a:cs typeface="Yu Gothic"/>
              </a:defRPr>
            </a:lvl6pPr>
            <a:lvl7pPr>
              <a:defRPr sz="2175" b="0">
                <a:solidFill>
                  <a:srgbClr val="263D4D"/>
                </a:solidFill>
                <a:latin typeface="Yu Gothic"/>
                <a:ea typeface="Yu Gothic"/>
                <a:cs typeface="Yu Gothic"/>
              </a:defRPr>
            </a:lvl7pPr>
            <a:lvl8pPr>
              <a:defRPr sz="2175" b="0">
                <a:solidFill>
                  <a:srgbClr val="263D4D"/>
                </a:solidFill>
                <a:latin typeface="Yu Gothic"/>
                <a:ea typeface="Yu Gothic"/>
                <a:cs typeface="Yu Gothic"/>
              </a:defRPr>
            </a:lvl8pPr>
            <a:lvl9pPr>
              <a:defRPr sz="2175" b="0">
                <a:solidFill>
                  <a:srgbClr val="263D4D"/>
                </a:solidFill>
                <a:latin typeface="Yu Gothic"/>
                <a:ea typeface="Yu Gothic"/>
                <a:cs typeface="Yu Gothic"/>
              </a:defRPr>
            </a:lvl9pPr>
          </a:lstStyle>
          <a:p xmlns:a="http://schemas.openxmlformats.org/drawingml/2006/main">
            <a:pPr>
              <a:defRPr sz="2175" b="0">
                <a:solidFill>
                  <a:srgbClr val="263D4D"/>
                </a:solidFill>
                <a:latin typeface="Yu Gothic"/>
                <a:ea typeface="Yu Gothic"/>
                <a:cs typeface="Yu Gothic"/>
              </a:defRPr>
            </a:pPr>
            <a:r>
              <a:rPr sz="2175" b="0">
                <a:solidFill>
                  <a:srgbClr val="263D4D"/>
                </a:solidFill>
                <a:latin typeface="Yu Gothic"/>
                <a:ea typeface="Yu Gothic"/>
                <a:cs typeface="Yu Gothic"/>
              </a:rPr>
              <a:t>同じ樹脂名でも、同じ試験片とは限らない</a:t>
            </a:r>
          </a:p>
        </p:txBody>
      </p:sp>
      <p:sp>
        <p:nvSpPr>
          <p:cNvPr id="7" name="">
            <a:extLst xmlns:a="http://schemas.openxmlformats.org/drawingml/2006/main">
              <a:ext uri="{FF2B5EF4-FFF2-40B4-BE49-F238E27FC236}">
                <a16:creationId xmlns:a16="http://schemas.microsoft.com/office/drawing/2014/main" id="{2BC9F815-0A31-4CB4-9DE0-EE69BF28B946}"/>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defRPr sz="1575" b="0">
                <a:solidFill>
                  <a:srgbClr val="71818B"/>
                </a:solidFill>
                <a:latin typeface="Yu Gothic"/>
                <a:ea typeface="Yu Gothic"/>
                <a:cs typeface="Yu Gothic"/>
              </a:defRPr>
            </a:lvl1pPr>
            <a:lvl2pPr>
              <a:defRPr sz="1575" b="0">
                <a:solidFill>
                  <a:srgbClr val="71818B"/>
                </a:solidFill>
                <a:latin typeface="Yu Gothic"/>
                <a:ea typeface="Yu Gothic"/>
                <a:cs typeface="Yu Gothic"/>
              </a:defRPr>
            </a:lvl2pPr>
            <a:lvl3pPr>
              <a:defRPr sz="1575" b="0">
                <a:solidFill>
                  <a:srgbClr val="71818B"/>
                </a:solidFill>
                <a:latin typeface="Yu Gothic"/>
                <a:ea typeface="Yu Gothic"/>
                <a:cs typeface="Yu Gothic"/>
              </a:defRPr>
            </a:lvl3pPr>
            <a:lvl4pPr>
              <a:defRPr sz="1575" b="0">
                <a:solidFill>
                  <a:srgbClr val="71818B"/>
                </a:solidFill>
                <a:latin typeface="Yu Gothic"/>
                <a:ea typeface="Yu Gothic"/>
                <a:cs typeface="Yu Gothic"/>
              </a:defRPr>
            </a:lvl4pPr>
            <a:lvl5pPr>
              <a:defRPr sz="1575" b="0">
                <a:solidFill>
                  <a:srgbClr val="71818B"/>
                </a:solidFill>
                <a:latin typeface="Yu Gothic"/>
                <a:ea typeface="Yu Gothic"/>
                <a:cs typeface="Yu Gothic"/>
              </a:defRPr>
            </a:lvl5pPr>
            <a:lvl6pPr>
              <a:defRPr sz="1575" b="0">
                <a:solidFill>
                  <a:srgbClr val="71818B"/>
                </a:solidFill>
                <a:latin typeface="Yu Gothic"/>
                <a:ea typeface="Yu Gothic"/>
                <a:cs typeface="Yu Gothic"/>
              </a:defRPr>
            </a:lvl6pPr>
            <a:lvl7pPr>
              <a:defRPr sz="1575" b="0">
                <a:solidFill>
                  <a:srgbClr val="71818B"/>
                </a:solidFill>
                <a:latin typeface="Yu Gothic"/>
                <a:ea typeface="Yu Gothic"/>
                <a:cs typeface="Yu Gothic"/>
              </a:defRPr>
            </a:lvl7pPr>
            <a:lvl8pPr>
              <a:defRPr sz="1575" b="0">
                <a:solidFill>
                  <a:srgbClr val="71818B"/>
                </a:solidFill>
                <a:latin typeface="Yu Gothic"/>
                <a:ea typeface="Yu Gothic"/>
                <a:cs typeface="Yu Gothic"/>
              </a:defRPr>
            </a:lvl8pPr>
            <a:lvl9pPr>
              <a:defRPr sz="1575" b="0">
                <a:solidFill>
                  <a:srgbClr val="71818B"/>
                </a:solidFill>
                <a:latin typeface="Yu Gothic"/>
                <a:ea typeface="Yu Gothic"/>
                <a:cs typeface="Yu Gothic"/>
              </a:defRPr>
            </a:lvl9pPr>
          </a:lstStyle>
          <a:p xmlns:a="http://schemas.openxmlformats.org/drawingml/2006/main">
            <a:pPr>
              <a:defRPr sz="1575" b="0">
                <a:solidFill>
                  <a:srgbClr val="71818B"/>
                </a:solidFill>
                <a:latin typeface="Yu Gothic"/>
                <a:ea typeface="Yu Gothic"/>
                <a:cs typeface="Yu Gothic"/>
              </a:defRPr>
            </a:pPr>
            <a:r>
              <a:rPr sz="1575" b="0">
                <a:solidFill>
                  <a:srgbClr val="71818B"/>
                </a:solidFill>
                <a:latin typeface="Yu Gothic"/>
                <a:ea typeface="Yu Gothic"/>
                <a:cs typeface="Yu Gothic"/>
              </a:rPr>
              <a:t>本編の参照スライド：7・8</a:t>
            </a:r>
          </a:p>
        </p:txBody>
      </p:sp>
      <p:sp>
        <p:nvSpPr>
          <p:cNvPr id="8" name="">
            <a:extLst xmlns:a="http://schemas.openxmlformats.org/drawingml/2006/main">
              <a:ext uri="{FF2B5EF4-FFF2-40B4-BE49-F238E27FC236}">
                <a16:creationId xmlns:a16="http://schemas.microsoft.com/office/drawing/2014/main" id="{224112F1-226F-4516-ADDF-53D3E60F32C9}"/>
              </a:ext>
            </a:extLst>
          </p:cNvPr>
          <p:cNvSpPr>
            <a:spLocks xmlns:a="http://schemas.openxmlformats.org/drawingml/2006/main" noGrp="1"/>
          </p:cNvSpPr>
          <p:nvPr/>
        </p:nvSpPr>
        <p:spPr>
          <a:xfrm xmlns:a="http://schemas.openxmlformats.org/drawingml/2006/main">
            <a:off x="685800" y="6353175"/>
            <a:ext cx="904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第8回</a:t>
            </a:r>
          </a:p>
        </p:txBody>
      </p:sp>
      <p:sp>
        <p:nvSpPr>
          <p:cNvPr id="9" name="">
            <a:extLst xmlns:a="http://schemas.openxmlformats.org/drawingml/2006/main">
              <a:ext uri="{FF2B5EF4-FFF2-40B4-BE49-F238E27FC236}">
                <a16:creationId xmlns:a16="http://schemas.microsoft.com/office/drawing/2014/main" id="{BAD19C7E-0A6A-457D-B093-B428EDD5E46C}"/>
              </a:ext>
            </a:extLst>
          </p:cNvPr>
          <p:cNvSpPr>
            <a:spLocks xmlns:a="http://schemas.openxmlformats.org/drawingml/2006/main" noGrp="1"/>
          </p:cNvSpPr>
          <p:nvPr/>
        </p:nvSpPr>
        <p:spPr>
          <a:xfrm xmlns:a="http://schemas.openxmlformats.org/drawingml/2006/main">
            <a:off x="10477500" y="635317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30 / 43</a:t>
            </a:r>
          </a:p>
        </p:txBody>
      </p:sp>
    </p:spTree>
    <p:extLst>
      <p:ext uri="{BB962C8B-B14F-4D97-AF65-F5344CB8AC3E}">
        <p14:creationId xmlns:p14="http://schemas.microsoft.com/office/powerpoint/2010/main" val="1623751131"/>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8758375-CFE7-428A-BD2B-A4013904FC80}"/>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700" b="1">
                <a:solidFill>
                  <a:srgbClr val="193B59"/>
                </a:solidFill>
                <a:latin typeface="Yu Gothic"/>
                <a:ea typeface="Yu Gothic"/>
                <a:cs typeface="Yu Gothic"/>
              </a:defRPr>
            </a:defPPr>
            <a:lvl1pPr>
              <a:defRPr sz="2700" b="1">
                <a:solidFill>
                  <a:srgbClr val="193B59"/>
                </a:solidFill>
                <a:latin typeface="Yu Gothic"/>
                <a:ea typeface="Yu Gothic"/>
                <a:cs typeface="Yu Gothic"/>
              </a:defRPr>
            </a:lvl1pPr>
            <a:lvl2pPr>
              <a:defRPr sz="2700" b="1">
                <a:solidFill>
                  <a:srgbClr val="193B59"/>
                </a:solidFill>
                <a:latin typeface="Yu Gothic"/>
                <a:ea typeface="Yu Gothic"/>
                <a:cs typeface="Yu Gothic"/>
              </a:defRPr>
            </a:lvl2pPr>
            <a:lvl3pPr>
              <a:defRPr sz="2700" b="1">
                <a:solidFill>
                  <a:srgbClr val="193B59"/>
                </a:solidFill>
                <a:latin typeface="Yu Gothic"/>
                <a:ea typeface="Yu Gothic"/>
                <a:cs typeface="Yu Gothic"/>
              </a:defRPr>
            </a:lvl3pPr>
            <a:lvl4pPr>
              <a:defRPr sz="2700" b="1">
                <a:solidFill>
                  <a:srgbClr val="193B59"/>
                </a:solidFill>
                <a:latin typeface="Yu Gothic"/>
                <a:ea typeface="Yu Gothic"/>
                <a:cs typeface="Yu Gothic"/>
              </a:defRPr>
            </a:lvl4pPr>
            <a:lvl5pPr>
              <a:defRPr sz="2700" b="1">
                <a:solidFill>
                  <a:srgbClr val="193B59"/>
                </a:solidFill>
                <a:latin typeface="Yu Gothic"/>
                <a:ea typeface="Yu Gothic"/>
                <a:cs typeface="Yu Gothic"/>
              </a:defRPr>
            </a:lvl5pPr>
            <a:lvl6pPr>
              <a:defRPr sz="2700" b="1">
                <a:solidFill>
                  <a:srgbClr val="193B59"/>
                </a:solidFill>
                <a:latin typeface="Yu Gothic"/>
                <a:ea typeface="Yu Gothic"/>
                <a:cs typeface="Yu Gothic"/>
              </a:defRPr>
            </a:lvl6pPr>
            <a:lvl7pPr>
              <a:defRPr sz="2700" b="1">
                <a:solidFill>
                  <a:srgbClr val="193B59"/>
                </a:solidFill>
                <a:latin typeface="Yu Gothic"/>
                <a:ea typeface="Yu Gothic"/>
                <a:cs typeface="Yu Gothic"/>
              </a:defRPr>
            </a:lvl7pPr>
            <a:lvl8pPr>
              <a:defRPr sz="2700" b="1">
                <a:solidFill>
                  <a:srgbClr val="193B59"/>
                </a:solidFill>
                <a:latin typeface="Yu Gothic"/>
                <a:ea typeface="Yu Gothic"/>
                <a:cs typeface="Yu Gothic"/>
              </a:defRPr>
            </a:lvl8pPr>
            <a:lvl9pPr>
              <a:defRPr sz="2700" b="1">
                <a:solidFill>
                  <a:srgbClr val="193B59"/>
                </a:solidFill>
                <a:latin typeface="Yu Gothic"/>
                <a:ea typeface="Yu Gothic"/>
                <a:cs typeface="Yu Gothic"/>
              </a:defRPr>
            </a:lvl9pPr>
          </a:lstStyle>
          <a:p xmlns:a="http://schemas.openxmlformats.org/drawingml/2006/main">
            <a:pPr>
              <a:defRPr sz="2700" b="1">
                <a:solidFill>
                  <a:srgbClr val="193B59"/>
                </a:solidFill>
                <a:latin typeface="Yu Gothic"/>
                <a:ea typeface="Yu Gothic"/>
                <a:cs typeface="Yu Gothic"/>
              </a:defRPr>
            </a:pPr>
            <a:r>
              <a:rPr sz="2700" b="1">
                <a:solidFill>
                  <a:srgbClr val="193B59"/>
                </a:solidFill>
                <a:latin typeface="Yu Gothic"/>
                <a:ea typeface="Yu Gothic"/>
                <a:cs typeface="Yu Gothic"/>
              </a:rPr>
              <a:t>想定問題3　クリープのデータを読む</a:t>
            </a:r>
          </a:p>
        </p:txBody>
      </p:sp>
      <p:sp>
        <p:nvSpPr>
          <p:cNvPr id="2" name="">
            <a:extLst xmlns:a="http://schemas.openxmlformats.org/drawingml/2006/main">
              <a:ext uri="{FF2B5EF4-FFF2-40B4-BE49-F238E27FC236}">
                <a16:creationId xmlns:a16="http://schemas.microsoft.com/office/drawing/2014/main" id="{FB4B7D35-F810-4473-9D1B-D5B472A18E5F}"/>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8E65CDC6-1342-4B6C-B41B-46F1AC970BFF}"/>
              </a:ext>
            </a:extLst>
          </p:cNvPr>
          <p:cNvSpPr>
            <a:spLocks xmlns:a="http://schemas.openxmlformats.org/drawingml/2006/main" noGrp="1"/>
          </p:cNvSpPr>
          <p:nvPr/>
        </p:nvSpPr>
        <p:spPr>
          <a:xfrm xmlns:a="http://schemas.openxmlformats.org/drawingml/2006/main">
            <a:off x="809625" y="1762125"/>
            <a:ext cx="1057275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63D4D"/>
                </a:solidFill>
                <a:latin typeface="Yu Gothic"/>
                <a:ea typeface="Yu Gothic"/>
                <a:cs typeface="Yu Gothic"/>
              </a:defRPr>
            </a:defPPr>
            <a:lvl1pPr>
              <a:defRPr sz="2325" b="0">
                <a:solidFill>
                  <a:srgbClr val="263D4D"/>
                </a:solidFill>
                <a:latin typeface="Yu Gothic"/>
                <a:ea typeface="Yu Gothic"/>
                <a:cs typeface="Yu Gothic"/>
              </a:defRPr>
            </a:lvl1pPr>
            <a:lvl2pPr>
              <a:defRPr sz="2325" b="0">
                <a:solidFill>
                  <a:srgbClr val="263D4D"/>
                </a:solidFill>
                <a:latin typeface="Yu Gothic"/>
                <a:ea typeface="Yu Gothic"/>
                <a:cs typeface="Yu Gothic"/>
              </a:defRPr>
            </a:lvl2pPr>
            <a:lvl3pPr>
              <a:defRPr sz="2325" b="0">
                <a:solidFill>
                  <a:srgbClr val="263D4D"/>
                </a:solidFill>
                <a:latin typeface="Yu Gothic"/>
                <a:ea typeface="Yu Gothic"/>
                <a:cs typeface="Yu Gothic"/>
              </a:defRPr>
            </a:lvl3pPr>
            <a:lvl4pPr>
              <a:defRPr sz="2325" b="0">
                <a:solidFill>
                  <a:srgbClr val="263D4D"/>
                </a:solidFill>
                <a:latin typeface="Yu Gothic"/>
                <a:ea typeface="Yu Gothic"/>
                <a:cs typeface="Yu Gothic"/>
              </a:defRPr>
            </a:lvl4pPr>
            <a:lvl5pPr>
              <a:defRPr sz="2325" b="0">
                <a:solidFill>
                  <a:srgbClr val="263D4D"/>
                </a:solidFill>
                <a:latin typeface="Yu Gothic"/>
                <a:ea typeface="Yu Gothic"/>
                <a:cs typeface="Yu Gothic"/>
              </a:defRPr>
            </a:lvl5pPr>
            <a:lvl6pPr>
              <a:defRPr sz="2325" b="0">
                <a:solidFill>
                  <a:srgbClr val="263D4D"/>
                </a:solidFill>
                <a:latin typeface="Yu Gothic"/>
                <a:ea typeface="Yu Gothic"/>
                <a:cs typeface="Yu Gothic"/>
              </a:defRPr>
            </a:lvl6pPr>
            <a:lvl7pPr>
              <a:defRPr sz="2325" b="0">
                <a:solidFill>
                  <a:srgbClr val="263D4D"/>
                </a:solidFill>
                <a:latin typeface="Yu Gothic"/>
                <a:ea typeface="Yu Gothic"/>
                <a:cs typeface="Yu Gothic"/>
              </a:defRPr>
            </a:lvl7pPr>
            <a:lvl8pPr>
              <a:defRPr sz="2325" b="0">
                <a:solidFill>
                  <a:srgbClr val="263D4D"/>
                </a:solidFill>
                <a:latin typeface="Yu Gothic"/>
                <a:ea typeface="Yu Gothic"/>
                <a:cs typeface="Yu Gothic"/>
              </a:defRPr>
            </a:lvl8pPr>
            <a:lvl9pPr>
              <a:defRPr sz="2325" b="0">
                <a:solidFill>
                  <a:srgbClr val="263D4D"/>
                </a:solidFill>
                <a:latin typeface="Yu Gothic"/>
                <a:ea typeface="Yu Gothic"/>
                <a:cs typeface="Yu Gothic"/>
              </a:defRPr>
            </a:lvl9pPr>
          </a:lstStyle>
          <a:p xmlns:a="http://schemas.openxmlformats.org/drawingml/2006/main">
            <a:pPr>
              <a:defRPr sz="2325" b="0">
                <a:solidFill>
                  <a:srgbClr val="263D4D"/>
                </a:solidFill>
                <a:latin typeface="Yu Gothic"/>
                <a:ea typeface="Yu Gothic"/>
                <a:cs typeface="Yu Gothic"/>
              </a:defRPr>
            </a:pPr>
            <a:r>
              <a:rPr sz="2325" b="0">
                <a:solidFill>
                  <a:srgbClr val="263D4D"/>
                </a:solidFill>
                <a:latin typeface="Yu Gothic"/>
                <a:ea typeface="Yu Gothic"/>
                <a:cs typeface="Yu Gothic"/>
              </a:rPr>
              <a:t>仮想データ：同じ荷重と温度で、直後0.8 mm、24時間後1.2 mm、168時間後1.6 mm。直後に対する倍率と増加量を求める。</a:t>
            </a:r>
          </a:p>
        </p:txBody>
      </p:sp>
      <p:sp>
        <p:nvSpPr>
          <p:cNvPr id="4" name="">
            <a:extLst xmlns:a="http://schemas.openxmlformats.org/drawingml/2006/main">
              <a:ext uri="{FF2B5EF4-FFF2-40B4-BE49-F238E27FC236}">
                <a16:creationId xmlns:a16="http://schemas.microsoft.com/office/drawing/2014/main" id="{7C1CD83B-7A64-4B5B-9E9F-90D28A2E0FA3}"/>
              </a:ext>
            </a:extLst>
          </p:cNvPr>
          <p:cNvSpPr>
            <a:spLocks xmlns:a="http://schemas.openxmlformats.org/drawingml/2006/main" noGrp="1"/>
          </p:cNvSpPr>
          <p:nvPr/>
        </p:nvSpPr>
        <p:spPr>
          <a:xfrm xmlns:a="http://schemas.openxmlformats.org/drawingml/2006/main">
            <a:off x="809625" y="50958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1">
                <a:solidFill>
                  <a:srgbClr val="087E8B"/>
                </a:solidFill>
                <a:latin typeface="Yu Gothic"/>
                <a:ea typeface="Yu Gothic"/>
                <a:cs typeface="Yu Gothic"/>
              </a:defRPr>
            </a:defPPr>
            <a:lvl1pPr>
              <a:defRPr sz="2100" b="1">
                <a:solidFill>
                  <a:srgbClr val="087E8B"/>
                </a:solidFill>
                <a:latin typeface="Yu Gothic"/>
                <a:ea typeface="Yu Gothic"/>
                <a:cs typeface="Yu Gothic"/>
              </a:defRPr>
            </a:lvl1pPr>
            <a:lvl2pPr>
              <a:defRPr sz="2100" b="1">
                <a:solidFill>
                  <a:srgbClr val="087E8B"/>
                </a:solidFill>
                <a:latin typeface="Yu Gothic"/>
                <a:ea typeface="Yu Gothic"/>
                <a:cs typeface="Yu Gothic"/>
              </a:defRPr>
            </a:lvl2pPr>
            <a:lvl3pPr>
              <a:defRPr sz="2100" b="1">
                <a:solidFill>
                  <a:srgbClr val="087E8B"/>
                </a:solidFill>
                <a:latin typeface="Yu Gothic"/>
                <a:ea typeface="Yu Gothic"/>
                <a:cs typeface="Yu Gothic"/>
              </a:defRPr>
            </a:lvl3pPr>
            <a:lvl4pPr>
              <a:defRPr sz="2100" b="1">
                <a:solidFill>
                  <a:srgbClr val="087E8B"/>
                </a:solidFill>
                <a:latin typeface="Yu Gothic"/>
                <a:ea typeface="Yu Gothic"/>
                <a:cs typeface="Yu Gothic"/>
              </a:defRPr>
            </a:lvl4pPr>
            <a:lvl5pPr>
              <a:defRPr sz="2100" b="1">
                <a:solidFill>
                  <a:srgbClr val="087E8B"/>
                </a:solidFill>
                <a:latin typeface="Yu Gothic"/>
                <a:ea typeface="Yu Gothic"/>
                <a:cs typeface="Yu Gothic"/>
              </a:defRPr>
            </a:lvl5pPr>
            <a:lvl6pPr>
              <a:defRPr sz="2100" b="1">
                <a:solidFill>
                  <a:srgbClr val="087E8B"/>
                </a:solidFill>
                <a:latin typeface="Yu Gothic"/>
                <a:ea typeface="Yu Gothic"/>
                <a:cs typeface="Yu Gothic"/>
              </a:defRPr>
            </a:lvl6pPr>
            <a:lvl7pPr>
              <a:defRPr sz="2100" b="1">
                <a:solidFill>
                  <a:srgbClr val="087E8B"/>
                </a:solidFill>
                <a:latin typeface="Yu Gothic"/>
                <a:ea typeface="Yu Gothic"/>
                <a:cs typeface="Yu Gothic"/>
              </a:defRPr>
            </a:lvl7pPr>
            <a:lvl8pPr>
              <a:defRPr sz="2100" b="1">
                <a:solidFill>
                  <a:srgbClr val="087E8B"/>
                </a:solidFill>
                <a:latin typeface="Yu Gothic"/>
                <a:ea typeface="Yu Gothic"/>
                <a:cs typeface="Yu Gothic"/>
              </a:defRPr>
            </a:lvl8pPr>
            <a:lvl9pPr>
              <a:defRPr sz="2100" b="1">
                <a:solidFill>
                  <a:srgbClr val="087E8B"/>
                </a:solidFill>
                <a:latin typeface="Yu Gothic"/>
                <a:ea typeface="Yu Gothic"/>
                <a:cs typeface="Yu Gothic"/>
              </a:defRPr>
            </a:lvl9pPr>
          </a:lstStyle>
          <a:p xmlns:a="http://schemas.openxmlformats.org/drawingml/2006/main">
            <a:pPr>
              <a:defRPr sz="2100" b="1">
                <a:solidFill>
                  <a:srgbClr val="087E8B"/>
                </a:solidFill>
                <a:latin typeface="Yu Gothic"/>
                <a:ea typeface="Yu Gothic"/>
                <a:cs typeface="Yu Gothic"/>
              </a:defRPr>
            </a:pPr>
            <a:r>
              <a:rPr sz="2100" b="1">
                <a:solidFill>
                  <a:srgbClr val="087E8B"/>
                </a:solidFill>
                <a:latin typeface="Yu Gothic"/>
                <a:ea typeface="Yu Gothic"/>
                <a:cs typeface="Yu Gothic"/>
              </a:rPr>
              <a:t>図・途中式・判断の理由を記録する</a:t>
            </a:r>
          </a:p>
        </p:txBody>
      </p:sp>
      <p:sp>
        <p:nvSpPr>
          <p:cNvPr id="5" name="">
            <a:extLst xmlns:a="http://schemas.openxmlformats.org/drawingml/2006/main">
              <a:ext uri="{FF2B5EF4-FFF2-40B4-BE49-F238E27FC236}">
                <a16:creationId xmlns:a16="http://schemas.microsoft.com/office/drawing/2014/main" id="{8BF00CCC-9128-4EBF-BD6A-A90F89AE201B}"/>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defRPr sz="1575" b="0">
                <a:solidFill>
                  <a:srgbClr val="71818B"/>
                </a:solidFill>
                <a:latin typeface="Yu Gothic"/>
                <a:ea typeface="Yu Gothic"/>
                <a:cs typeface="Yu Gothic"/>
              </a:defRPr>
            </a:lvl1pPr>
            <a:lvl2pPr>
              <a:defRPr sz="1575" b="0">
                <a:solidFill>
                  <a:srgbClr val="71818B"/>
                </a:solidFill>
                <a:latin typeface="Yu Gothic"/>
                <a:ea typeface="Yu Gothic"/>
                <a:cs typeface="Yu Gothic"/>
              </a:defRPr>
            </a:lvl2pPr>
            <a:lvl3pPr>
              <a:defRPr sz="1575" b="0">
                <a:solidFill>
                  <a:srgbClr val="71818B"/>
                </a:solidFill>
                <a:latin typeface="Yu Gothic"/>
                <a:ea typeface="Yu Gothic"/>
                <a:cs typeface="Yu Gothic"/>
              </a:defRPr>
            </a:lvl3pPr>
            <a:lvl4pPr>
              <a:defRPr sz="1575" b="0">
                <a:solidFill>
                  <a:srgbClr val="71818B"/>
                </a:solidFill>
                <a:latin typeface="Yu Gothic"/>
                <a:ea typeface="Yu Gothic"/>
                <a:cs typeface="Yu Gothic"/>
              </a:defRPr>
            </a:lvl4pPr>
            <a:lvl5pPr>
              <a:defRPr sz="1575" b="0">
                <a:solidFill>
                  <a:srgbClr val="71818B"/>
                </a:solidFill>
                <a:latin typeface="Yu Gothic"/>
                <a:ea typeface="Yu Gothic"/>
                <a:cs typeface="Yu Gothic"/>
              </a:defRPr>
            </a:lvl5pPr>
            <a:lvl6pPr>
              <a:defRPr sz="1575" b="0">
                <a:solidFill>
                  <a:srgbClr val="71818B"/>
                </a:solidFill>
                <a:latin typeface="Yu Gothic"/>
                <a:ea typeface="Yu Gothic"/>
                <a:cs typeface="Yu Gothic"/>
              </a:defRPr>
            </a:lvl6pPr>
            <a:lvl7pPr>
              <a:defRPr sz="1575" b="0">
                <a:solidFill>
                  <a:srgbClr val="71818B"/>
                </a:solidFill>
                <a:latin typeface="Yu Gothic"/>
                <a:ea typeface="Yu Gothic"/>
                <a:cs typeface="Yu Gothic"/>
              </a:defRPr>
            </a:lvl7pPr>
            <a:lvl8pPr>
              <a:defRPr sz="1575" b="0">
                <a:solidFill>
                  <a:srgbClr val="71818B"/>
                </a:solidFill>
                <a:latin typeface="Yu Gothic"/>
                <a:ea typeface="Yu Gothic"/>
                <a:cs typeface="Yu Gothic"/>
              </a:defRPr>
            </a:lvl8pPr>
            <a:lvl9pPr>
              <a:defRPr sz="1575" b="0">
                <a:solidFill>
                  <a:srgbClr val="71818B"/>
                </a:solidFill>
                <a:latin typeface="Yu Gothic"/>
                <a:ea typeface="Yu Gothic"/>
                <a:cs typeface="Yu Gothic"/>
              </a:defRPr>
            </a:lvl9pPr>
          </a:lstStyle>
          <a:p xmlns:a="http://schemas.openxmlformats.org/drawingml/2006/main">
            <a:pPr>
              <a:defRPr sz="1575" b="0">
                <a:solidFill>
                  <a:srgbClr val="71818B"/>
                </a:solidFill>
                <a:latin typeface="Yu Gothic"/>
                <a:ea typeface="Yu Gothic"/>
                <a:cs typeface="Yu Gothic"/>
              </a:defRPr>
            </a:pPr>
            <a:r>
              <a:rPr sz="1575" b="0">
                <a:solidFill>
                  <a:srgbClr val="71818B"/>
                </a:solidFill>
                <a:latin typeface="Yu Gothic"/>
                <a:ea typeface="Yu Gothic"/>
                <a:cs typeface="Yu Gothic"/>
              </a:rPr>
              <a:t>教員採用試験を意識したオリジナル問題。実際の過去問・正式な提出課題とは別。</a:t>
            </a:r>
          </a:p>
        </p:txBody>
      </p:sp>
      <p:sp>
        <p:nvSpPr>
          <p:cNvPr id="6" name="">
            <a:extLst xmlns:a="http://schemas.openxmlformats.org/drawingml/2006/main">
              <a:ext uri="{FF2B5EF4-FFF2-40B4-BE49-F238E27FC236}">
                <a16:creationId xmlns:a16="http://schemas.microsoft.com/office/drawing/2014/main" id="{3BED9C18-7480-420E-837B-277D0EEDAA73}"/>
              </a:ext>
            </a:extLst>
          </p:cNvPr>
          <p:cNvSpPr>
            <a:spLocks xmlns:a="http://schemas.openxmlformats.org/drawingml/2006/main" noGrp="1"/>
          </p:cNvSpPr>
          <p:nvPr/>
        </p:nvSpPr>
        <p:spPr>
          <a:xfrm xmlns:a="http://schemas.openxmlformats.org/drawingml/2006/main">
            <a:off x="685800" y="6353175"/>
            <a:ext cx="904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第8回</a:t>
            </a:r>
          </a:p>
        </p:txBody>
      </p:sp>
      <p:sp>
        <p:nvSpPr>
          <p:cNvPr id="7" name="">
            <a:extLst xmlns:a="http://schemas.openxmlformats.org/drawingml/2006/main">
              <a:ext uri="{FF2B5EF4-FFF2-40B4-BE49-F238E27FC236}">
                <a16:creationId xmlns:a16="http://schemas.microsoft.com/office/drawing/2014/main" id="{B86329A9-C709-40AA-8634-AFD3E30AE358}"/>
              </a:ext>
            </a:extLst>
          </p:cNvPr>
          <p:cNvSpPr>
            <a:spLocks xmlns:a="http://schemas.openxmlformats.org/drawingml/2006/main" noGrp="1"/>
          </p:cNvSpPr>
          <p:nvPr/>
        </p:nvSpPr>
        <p:spPr>
          <a:xfrm xmlns:a="http://schemas.openxmlformats.org/drawingml/2006/main">
            <a:off x="10477500" y="635317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31 / 43</a:t>
            </a:r>
          </a:p>
        </p:txBody>
      </p:sp>
    </p:spTree>
    <p:extLst>
      <p:ext uri="{BB962C8B-B14F-4D97-AF65-F5344CB8AC3E}">
        <p14:creationId xmlns:p14="http://schemas.microsoft.com/office/powerpoint/2010/main" val="509236541"/>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DEAA7ABB-CA21-4ADC-A94B-022DA30DB883}"/>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700" b="1">
                <a:solidFill>
                  <a:srgbClr val="193B59"/>
                </a:solidFill>
                <a:latin typeface="Yu Gothic"/>
                <a:ea typeface="Yu Gothic"/>
                <a:cs typeface="Yu Gothic"/>
              </a:defRPr>
            </a:defPPr>
            <a:lvl1pPr>
              <a:defRPr sz="2700" b="1">
                <a:solidFill>
                  <a:srgbClr val="193B59"/>
                </a:solidFill>
                <a:latin typeface="Yu Gothic"/>
                <a:ea typeface="Yu Gothic"/>
                <a:cs typeface="Yu Gothic"/>
              </a:defRPr>
            </a:lvl1pPr>
            <a:lvl2pPr>
              <a:defRPr sz="2700" b="1">
                <a:solidFill>
                  <a:srgbClr val="193B59"/>
                </a:solidFill>
                <a:latin typeface="Yu Gothic"/>
                <a:ea typeface="Yu Gothic"/>
                <a:cs typeface="Yu Gothic"/>
              </a:defRPr>
            </a:lvl2pPr>
            <a:lvl3pPr>
              <a:defRPr sz="2700" b="1">
                <a:solidFill>
                  <a:srgbClr val="193B59"/>
                </a:solidFill>
                <a:latin typeface="Yu Gothic"/>
                <a:ea typeface="Yu Gothic"/>
                <a:cs typeface="Yu Gothic"/>
              </a:defRPr>
            </a:lvl3pPr>
            <a:lvl4pPr>
              <a:defRPr sz="2700" b="1">
                <a:solidFill>
                  <a:srgbClr val="193B59"/>
                </a:solidFill>
                <a:latin typeface="Yu Gothic"/>
                <a:ea typeface="Yu Gothic"/>
                <a:cs typeface="Yu Gothic"/>
              </a:defRPr>
            </a:lvl4pPr>
            <a:lvl5pPr>
              <a:defRPr sz="2700" b="1">
                <a:solidFill>
                  <a:srgbClr val="193B59"/>
                </a:solidFill>
                <a:latin typeface="Yu Gothic"/>
                <a:ea typeface="Yu Gothic"/>
                <a:cs typeface="Yu Gothic"/>
              </a:defRPr>
            </a:lvl5pPr>
            <a:lvl6pPr>
              <a:defRPr sz="2700" b="1">
                <a:solidFill>
                  <a:srgbClr val="193B59"/>
                </a:solidFill>
                <a:latin typeface="Yu Gothic"/>
                <a:ea typeface="Yu Gothic"/>
                <a:cs typeface="Yu Gothic"/>
              </a:defRPr>
            </a:lvl6pPr>
            <a:lvl7pPr>
              <a:defRPr sz="2700" b="1">
                <a:solidFill>
                  <a:srgbClr val="193B59"/>
                </a:solidFill>
                <a:latin typeface="Yu Gothic"/>
                <a:ea typeface="Yu Gothic"/>
                <a:cs typeface="Yu Gothic"/>
              </a:defRPr>
            </a:lvl7pPr>
            <a:lvl8pPr>
              <a:defRPr sz="2700" b="1">
                <a:solidFill>
                  <a:srgbClr val="193B59"/>
                </a:solidFill>
                <a:latin typeface="Yu Gothic"/>
                <a:ea typeface="Yu Gothic"/>
                <a:cs typeface="Yu Gothic"/>
              </a:defRPr>
            </a:lvl8pPr>
            <a:lvl9pPr>
              <a:defRPr sz="2700" b="1">
                <a:solidFill>
                  <a:srgbClr val="193B59"/>
                </a:solidFill>
                <a:latin typeface="Yu Gothic"/>
                <a:ea typeface="Yu Gothic"/>
                <a:cs typeface="Yu Gothic"/>
              </a:defRPr>
            </a:lvl9pPr>
          </a:lstStyle>
          <a:p xmlns:a="http://schemas.openxmlformats.org/drawingml/2006/main">
            <a:pPr>
              <a:defRPr sz="2700" b="1">
                <a:solidFill>
                  <a:srgbClr val="193B59"/>
                </a:solidFill>
                <a:latin typeface="Yu Gothic"/>
                <a:ea typeface="Yu Gothic"/>
                <a:cs typeface="Yu Gothic"/>
              </a:defRPr>
            </a:pPr>
            <a:r>
              <a:rPr sz="2700" b="1">
                <a:solidFill>
                  <a:srgbClr val="193B59"/>
                </a:solidFill>
                <a:latin typeface="Yu Gothic"/>
                <a:ea typeface="Yu Gothic"/>
                <a:cs typeface="Yu Gothic"/>
              </a:rPr>
              <a:t>想定問題3　解説：クリープのデータを読む</a:t>
            </a:r>
          </a:p>
        </p:txBody>
      </p:sp>
      <p:sp>
        <p:nvSpPr>
          <p:cNvPr id="2" name="">
            <a:extLst xmlns:a="http://schemas.openxmlformats.org/drawingml/2006/main">
              <a:ext uri="{FF2B5EF4-FFF2-40B4-BE49-F238E27FC236}">
                <a16:creationId xmlns:a16="http://schemas.microsoft.com/office/drawing/2014/main" id="{9819FB46-7DAE-4F87-9BC3-5053BDA9E97E}"/>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7992C786-C5A2-4804-ABB0-470C16C837C2}"/>
              </a:ext>
            </a:extLst>
          </p:cNvPr>
          <p:cNvSpPr>
            <a:spLocks xmlns:a="http://schemas.openxmlformats.org/drawingml/2006/main" noGrp="1"/>
          </p:cNvSpPr>
          <p:nvPr/>
        </p:nvSpPr>
        <p:spPr>
          <a:xfrm xmlns:a="http://schemas.openxmlformats.org/drawingml/2006/main">
            <a:off x="809625" y="176212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263D4D"/>
                </a:solidFill>
                <a:latin typeface="Yu Gothic"/>
                <a:ea typeface="Yu Gothic"/>
                <a:cs typeface="Yu Gothic"/>
              </a:defRPr>
            </a:defPPr>
            <a:lvl1pPr>
              <a:defRPr sz="2175" b="1">
                <a:solidFill>
                  <a:srgbClr val="263D4D"/>
                </a:solidFill>
                <a:latin typeface="Yu Gothic"/>
                <a:ea typeface="Yu Gothic"/>
                <a:cs typeface="Yu Gothic"/>
              </a:defRPr>
            </a:lvl1pPr>
            <a:lvl2pPr>
              <a:defRPr sz="2175" b="1">
                <a:solidFill>
                  <a:srgbClr val="263D4D"/>
                </a:solidFill>
                <a:latin typeface="Yu Gothic"/>
                <a:ea typeface="Yu Gothic"/>
                <a:cs typeface="Yu Gothic"/>
              </a:defRPr>
            </a:lvl2pPr>
            <a:lvl3pPr>
              <a:defRPr sz="2175" b="1">
                <a:solidFill>
                  <a:srgbClr val="263D4D"/>
                </a:solidFill>
                <a:latin typeface="Yu Gothic"/>
                <a:ea typeface="Yu Gothic"/>
                <a:cs typeface="Yu Gothic"/>
              </a:defRPr>
            </a:lvl3pPr>
            <a:lvl4pPr>
              <a:defRPr sz="2175" b="1">
                <a:solidFill>
                  <a:srgbClr val="263D4D"/>
                </a:solidFill>
                <a:latin typeface="Yu Gothic"/>
                <a:ea typeface="Yu Gothic"/>
                <a:cs typeface="Yu Gothic"/>
              </a:defRPr>
            </a:lvl4pPr>
            <a:lvl5pPr>
              <a:defRPr sz="2175" b="1">
                <a:solidFill>
                  <a:srgbClr val="263D4D"/>
                </a:solidFill>
                <a:latin typeface="Yu Gothic"/>
                <a:ea typeface="Yu Gothic"/>
                <a:cs typeface="Yu Gothic"/>
              </a:defRPr>
            </a:lvl5pPr>
            <a:lvl6pPr>
              <a:defRPr sz="2175" b="1">
                <a:solidFill>
                  <a:srgbClr val="263D4D"/>
                </a:solidFill>
                <a:latin typeface="Yu Gothic"/>
                <a:ea typeface="Yu Gothic"/>
                <a:cs typeface="Yu Gothic"/>
              </a:defRPr>
            </a:lvl6pPr>
            <a:lvl7pPr>
              <a:defRPr sz="2175" b="1">
                <a:solidFill>
                  <a:srgbClr val="263D4D"/>
                </a:solidFill>
                <a:latin typeface="Yu Gothic"/>
                <a:ea typeface="Yu Gothic"/>
                <a:cs typeface="Yu Gothic"/>
              </a:defRPr>
            </a:lvl7pPr>
            <a:lvl8pPr>
              <a:defRPr sz="2175" b="1">
                <a:solidFill>
                  <a:srgbClr val="263D4D"/>
                </a:solidFill>
                <a:latin typeface="Yu Gothic"/>
                <a:ea typeface="Yu Gothic"/>
                <a:cs typeface="Yu Gothic"/>
              </a:defRPr>
            </a:lvl8pPr>
            <a:lvl9pPr>
              <a:defRPr sz="2175" b="1">
                <a:solidFill>
                  <a:srgbClr val="263D4D"/>
                </a:solidFill>
                <a:latin typeface="Yu Gothic"/>
                <a:ea typeface="Yu Gothic"/>
                <a:cs typeface="Yu Gothic"/>
              </a:defRPr>
            </a:lvl9pPr>
          </a:lstStyle>
          <a:p xmlns:a="http://schemas.openxmlformats.org/drawingml/2006/main">
            <a:pPr>
              <a:defRPr sz="2175" b="1">
                <a:solidFill>
                  <a:srgbClr val="263D4D"/>
                </a:solidFill>
                <a:latin typeface="Yu Gothic"/>
                <a:ea typeface="Yu Gothic"/>
                <a:cs typeface="Yu Gothic"/>
              </a:defRPr>
            </a:pPr>
            <a:r>
              <a:rPr sz="2175" b="1">
                <a:solidFill>
                  <a:srgbClr val="263D4D"/>
                </a:solidFill>
                <a:latin typeface="Yu Gothic"/>
                <a:ea typeface="Yu Gothic"/>
                <a:cs typeface="Yu Gothic"/>
              </a:rPr>
              <a:t>24時間：1.2 / 0.8 = 1.5倍、増加0.4 mm</a:t>
            </a:r>
          </a:p>
        </p:txBody>
      </p:sp>
      <p:sp>
        <p:nvSpPr>
          <p:cNvPr id="4" name="">
            <a:extLst xmlns:a="http://schemas.openxmlformats.org/drawingml/2006/main">
              <a:ext uri="{FF2B5EF4-FFF2-40B4-BE49-F238E27FC236}">
                <a16:creationId xmlns:a16="http://schemas.microsoft.com/office/drawing/2014/main" id="{E2307776-2C03-452A-AD0B-C96E0DC37AD8}"/>
              </a:ext>
            </a:extLst>
          </p:cNvPr>
          <p:cNvSpPr>
            <a:spLocks xmlns:a="http://schemas.openxmlformats.org/drawingml/2006/main" noGrp="1"/>
          </p:cNvSpPr>
          <p:nvPr/>
        </p:nvSpPr>
        <p:spPr>
          <a:xfrm xmlns:a="http://schemas.openxmlformats.org/drawingml/2006/main">
            <a:off x="809625" y="267652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63D4D"/>
                </a:solidFill>
                <a:latin typeface="Yu Gothic"/>
                <a:ea typeface="Yu Gothic"/>
                <a:cs typeface="Yu Gothic"/>
              </a:defRPr>
            </a:defPPr>
            <a:lvl1pPr>
              <a:defRPr sz="2175" b="0">
                <a:solidFill>
                  <a:srgbClr val="263D4D"/>
                </a:solidFill>
                <a:latin typeface="Yu Gothic"/>
                <a:ea typeface="Yu Gothic"/>
                <a:cs typeface="Yu Gothic"/>
              </a:defRPr>
            </a:lvl1pPr>
            <a:lvl2pPr>
              <a:defRPr sz="2175" b="0">
                <a:solidFill>
                  <a:srgbClr val="263D4D"/>
                </a:solidFill>
                <a:latin typeface="Yu Gothic"/>
                <a:ea typeface="Yu Gothic"/>
                <a:cs typeface="Yu Gothic"/>
              </a:defRPr>
            </a:lvl2pPr>
            <a:lvl3pPr>
              <a:defRPr sz="2175" b="0">
                <a:solidFill>
                  <a:srgbClr val="263D4D"/>
                </a:solidFill>
                <a:latin typeface="Yu Gothic"/>
                <a:ea typeface="Yu Gothic"/>
                <a:cs typeface="Yu Gothic"/>
              </a:defRPr>
            </a:lvl3pPr>
            <a:lvl4pPr>
              <a:defRPr sz="2175" b="0">
                <a:solidFill>
                  <a:srgbClr val="263D4D"/>
                </a:solidFill>
                <a:latin typeface="Yu Gothic"/>
                <a:ea typeface="Yu Gothic"/>
                <a:cs typeface="Yu Gothic"/>
              </a:defRPr>
            </a:lvl4pPr>
            <a:lvl5pPr>
              <a:defRPr sz="2175" b="0">
                <a:solidFill>
                  <a:srgbClr val="263D4D"/>
                </a:solidFill>
                <a:latin typeface="Yu Gothic"/>
                <a:ea typeface="Yu Gothic"/>
                <a:cs typeface="Yu Gothic"/>
              </a:defRPr>
            </a:lvl5pPr>
            <a:lvl6pPr>
              <a:defRPr sz="2175" b="0">
                <a:solidFill>
                  <a:srgbClr val="263D4D"/>
                </a:solidFill>
                <a:latin typeface="Yu Gothic"/>
                <a:ea typeface="Yu Gothic"/>
                <a:cs typeface="Yu Gothic"/>
              </a:defRPr>
            </a:lvl6pPr>
            <a:lvl7pPr>
              <a:defRPr sz="2175" b="0">
                <a:solidFill>
                  <a:srgbClr val="263D4D"/>
                </a:solidFill>
                <a:latin typeface="Yu Gothic"/>
                <a:ea typeface="Yu Gothic"/>
                <a:cs typeface="Yu Gothic"/>
              </a:defRPr>
            </a:lvl7pPr>
            <a:lvl8pPr>
              <a:defRPr sz="2175" b="0">
                <a:solidFill>
                  <a:srgbClr val="263D4D"/>
                </a:solidFill>
                <a:latin typeface="Yu Gothic"/>
                <a:ea typeface="Yu Gothic"/>
                <a:cs typeface="Yu Gothic"/>
              </a:defRPr>
            </a:lvl8pPr>
            <a:lvl9pPr>
              <a:defRPr sz="2175" b="0">
                <a:solidFill>
                  <a:srgbClr val="263D4D"/>
                </a:solidFill>
                <a:latin typeface="Yu Gothic"/>
                <a:ea typeface="Yu Gothic"/>
                <a:cs typeface="Yu Gothic"/>
              </a:defRPr>
            </a:lvl9pPr>
          </a:lstStyle>
          <a:p xmlns:a="http://schemas.openxmlformats.org/drawingml/2006/main">
            <a:pPr>
              <a:defRPr sz="2175" b="0">
                <a:solidFill>
                  <a:srgbClr val="263D4D"/>
                </a:solidFill>
                <a:latin typeface="Yu Gothic"/>
                <a:ea typeface="Yu Gothic"/>
                <a:cs typeface="Yu Gothic"/>
              </a:defRPr>
            </a:pPr>
            <a:r>
              <a:rPr sz="2175" b="0">
                <a:solidFill>
                  <a:srgbClr val="263D4D"/>
                </a:solidFill>
                <a:latin typeface="Yu Gothic"/>
                <a:ea typeface="Yu Gothic"/>
                <a:cs typeface="Yu Gothic"/>
              </a:rPr>
              <a:t>168時間：1.6 / 0.8 = 2倍、増加0.8 mm</a:t>
            </a:r>
          </a:p>
        </p:txBody>
      </p:sp>
      <p:sp>
        <p:nvSpPr>
          <p:cNvPr id="5" name="">
            <a:extLst xmlns:a="http://schemas.openxmlformats.org/drawingml/2006/main">
              <a:ext uri="{FF2B5EF4-FFF2-40B4-BE49-F238E27FC236}">
                <a16:creationId xmlns:a16="http://schemas.microsoft.com/office/drawing/2014/main" id="{95B97084-84DB-48E3-95F4-5195D040B261}"/>
              </a:ext>
            </a:extLst>
          </p:cNvPr>
          <p:cNvSpPr>
            <a:spLocks xmlns:a="http://schemas.openxmlformats.org/drawingml/2006/main" noGrp="1"/>
          </p:cNvSpPr>
          <p:nvPr/>
        </p:nvSpPr>
        <p:spPr>
          <a:xfrm xmlns:a="http://schemas.openxmlformats.org/drawingml/2006/main">
            <a:off x="809625" y="359092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63D4D"/>
                </a:solidFill>
                <a:latin typeface="Yu Gothic"/>
                <a:ea typeface="Yu Gothic"/>
                <a:cs typeface="Yu Gothic"/>
              </a:defRPr>
            </a:defPPr>
            <a:lvl1pPr>
              <a:defRPr sz="2175" b="0">
                <a:solidFill>
                  <a:srgbClr val="263D4D"/>
                </a:solidFill>
                <a:latin typeface="Yu Gothic"/>
                <a:ea typeface="Yu Gothic"/>
                <a:cs typeface="Yu Gothic"/>
              </a:defRPr>
            </a:lvl1pPr>
            <a:lvl2pPr>
              <a:defRPr sz="2175" b="0">
                <a:solidFill>
                  <a:srgbClr val="263D4D"/>
                </a:solidFill>
                <a:latin typeface="Yu Gothic"/>
                <a:ea typeface="Yu Gothic"/>
                <a:cs typeface="Yu Gothic"/>
              </a:defRPr>
            </a:lvl2pPr>
            <a:lvl3pPr>
              <a:defRPr sz="2175" b="0">
                <a:solidFill>
                  <a:srgbClr val="263D4D"/>
                </a:solidFill>
                <a:latin typeface="Yu Gothic"/>
                <a:ea typeface="Yu Gothic"/>
                <a:cs typeface="Yu Gothic"/>
              </a:defRPr>
            </a:lvl3pPr>
            <a:lvl4pPr>
              <a:defRPr sz="2175" b="0">
                <a:solidFill>
                  <a:srgbClr val="263D4D"/>
                </a:solidFill>
                <a:latin typeface="Yu Gothic"/>
                <a:ea typeface="Yu Gothic"/>
                <a:cs typeface="Yu Gothic"/>
              </a:defRPr>
            </a:lvl4pPr>
            <a:lvl5pPr>
              <a:defRPr sz="2175" b="0">
                <a:solidFill>
                  <a:srgbClr val="263D4D"/>
                </a:solidFill>
                <a:latin typeface="Yu Gothic"/>
                <a:ea typeface="Yu Gothic"/>
                <a:cs typeface="Yu Gothic"/>
              </a:defRPr>
            </a:lvl5pPr>
            <a:lvl6pPr>
              <a:defRPr sz="2175" b="0">
                <a:solidFill>
                  <a:srgbClr val="263D4D"/>
                </a:solidFill>
                <a:latin typeface="Yu Gothic"/>
                <a:ea typeface="Yu Gothic"/>
                <a:cs typeface="Yu Gothic"/>
              </a:defRPr>
            </a:lvl6pPr>
            <a:lvl7pPr>
              <a:defRPr sz="2175" b="0">
                <a:solidFill>
                  <a:srgbClr val="263D4D"/>
                </a:solidFill>
                <a:latin typeface="Yu Gothic"/>
                <a:ea typeface="Yu Gothic"/>
                <a:cs typeface="Yu Gothic"/>
              </a:defRPr>
            </a:lvl7pPr>
            <a:lvl8pPr>
              <a:defRPr sz="2175" b="0">
                <a:solidFill>
                  <a:srgbClr val="263D4D"/>
                </a:solidFill>
                <a:latin typeface="Yu Gothic"/>
                <a:ea typeface="Yu Gothic"/>
                <a:cs typeface="Yu Gothic"/>
              </a:defRPr>
            </a:lvl8pPr>
            <a:lvl9pPr>
              <a:defRPr sz="2175" b="0">
                <a:solidFill>
                  <a:srgbClr val="263D4D"/>
                </a:solidFill>
                <a:latin typeface="Yu Gothic"/>
                <a:ea typeface="Yu Gothic"/>
                <a:cs typeface="Yu Gothic"/>
              </a:defRPr>
            </a:lvl9pPr>
          </a:lstStyle>
          <a:p xmlns:a="http://schemas.openxmlformats.org/drawingml/2006/main">
            <a:pPr>
              <a:defRPr sz="2175" b="0">
                <a:solidFill>
                  <a:srgbClr val="263D4D"/>
                </a:solidFill>
                <a:latin typeface="Yu Gothic"/>
                <a:ea typeface="Yu Gothic"/>
                <a:cs typeface="Yu Gothic"/>
              </a:defRPr>
            </a:pPr>
            <a:r>
              <a:rPr sz="2175" b="0">
                <a:solidFill>
                  <a:srgbClr val="263D4D"/>
                </a:solidFill>
                <a:latin typeface="Yu Gothic"/>
                <a:ea typeface="Yu Gothic"/>
                <a:cs typeface="Yu Gothic"/>
              </a:rPr>
              <a:t>倍率と増加量は別の量</a:t>
            </a:r>
          </a:p>
        </p:txBody>
      </p:sp>
      <p:sp>
        <p:nvSpPr>
          <p:cNvPr id="6" name="">
            <a:extLst xmlns:a="http://schemas.openxmlformats.org/drawingml/2006/main">
              <a:ext uri="{FF2B5EF4-FFF2-40B4-BE49-F238E27FC236}">
                <a16:creationId xmlns:a16="http://schemas.microsoft.com/office/drawing/2014/main" id="{0AD1DE2B-F5CC-45E8-8E0A-5178E1027E17}"/>
              </a:ext>
            </a:extLst>
          </p:cNvPr>
          <p:cNvSpPr>
            <a:spLocks xmlns:a="http://schemas.openxmlformats.org/drawingml/2006/main" noGrp="1"/>
          </p:cNvSpPr>
          <p:nvPr/>
        </p:nvSpPr>
        <p:spPr>
          <a:xfrm xmlns:a="http://schemas.openxmlformats.org/drawingml/2006/main">
            <a:off x="809625" y="450532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63D4D"/>
                </a:solidFill>
                <a:latin typeface="Yu Gothic"/>
                <a:ea typeface="Yu Gothic"/>
                <a:cs typeface="Yu Gothic"/>
              </a:defRPr>
            </a:defPPr>
            <a:lvl1pPr>
              <a:defRPr sz="2175" b="0">
                <a:solidFill>
                  <a:srgbClr val="263D4D"/>
                </a:solidFill>
                <a:latin typeface="Yu Gothic"/>
                <a:ea typeface="Yu Gothic"/>
                <a:cs typeface="Yu Gothic"/>
              </a:defRPr>
            </a:lvl1pPr>
            <a:lvl2pPr>
              <a:defRPr sz="2175" b="0">
                <a:solidFill>
                  <a:srgbClr val="263D4D"/>
                </a:solidFill>
                <a:latin typeface="Yu Gothic"/>
                <a:ea typeface="Yu Gothic"/>
                <a:cs typeface="Yu Gothic"/>
              </a:defRPr>
            </a:lvl2pPr>
            <a:lvl3pPr>
              <a:defRPr sz="2175" b="0">
                <a:solidFill>
                  <a:srgbClr val="263D4D"/>
                </a:solidFill>
                <a:latin typeface="Yu Gothic"/>
                <a:ea typeface="Yu Gothic"/>
                <a:cs typeface="Yu Gothic"/>
              </a:defRPr>
            </a:lvl3pPr>
            <a:lvl4pPr>
              <a:defRPr sz="2175" b="0">
                <a:solidFill>
                  <a:srgbClr val="263D4D"/>
                </a:solidFill>
                <a:latin typeface="Yu Gothic"/>
                <a:ea typeface="Yu Gothic"/>
                <a:cs typeface="Yu Gothic"/>
              </a:defRPr>
            </a:lvl4pPr>
            <a:lvl5pPr>
              <a:defRPr sz="2175" b="0">
                <a:solidFill>
                  <a:srgbClr val="263D4D"/>
                </a:solidFill>
                <a:latin typeface="Yu Gothic"/>
                <a:ea typeface="Yu Gothic"/>
                <a:cs typeface="Yu Gothic"/>
              </a:defRPr>
            </a:lvl5pPr>
            <a:lvl6pPr>
              <a:defRPr sz="2175" b="0">
                <a:solidFill>
                  <a:srgbClr val="263D4D"/>
                </a:solidFill>
                <a:latin typeface="Yu Gothic"/>
                <a:ea typeface="Yu Gothic"/>
                <a:cs typeface="Yu Gothic"/>
              </a:defRPr>
            </a:lvl6pPr>
            <a:lvl7pPr>
              <a:defRPr sz="2175" b="0">
                <a:solidFill>
                  <a:srgbClr val="263D4D"/>
                </a:solidFill>
                <a:latin typeface="Yu Gothic"/>
                <a:ea typeface="Yu Gothic"/>
                <a:cs typeface="Yu Gothic"/>
              </a:defRPr>
            </a:lvl7pPr>
            <a:lvl8pPr>
              <a:defRPr sz="2175" b="0">
                <a:solidFill>
                  <a:srgbClr val="263D4D"/>
                </a:solidFill>
                <a:latin typeface="Yu Gothic"/>
                <a:ea typeface="Yu Gothic"/>
                <a:cs typeface="Yu Gothic"/>
              </a:defRPr>
            </a:lvl8pPr>
            <a:lvl9pPr>
              <a:defRPr sz="2175" b="0">
                <a:solidFill>
                  <a:srgbClr val="263D4D"/>
                </a:solidFill>
                <a:latin typeface="Yu Gothic"/>
                <a:ea typeface="Yu Gothic"/>
                <a:cs typeface="Yu Gothic"/>
              </a:defRPr>
            </a:lvl9pPr>
          </a:lstStyle>
          <a:p xmlns:a="http://schemas.openxmlformats.org/drawingml/2006/main">
            <a:pPr>
              <a:defRPr sz="2175" b="0">
                <a:solidFill>
                  <a:srgbClr val="263D4D"/>
                </a:solidFill>
                <a:latin typeface="Yu Gothic"/>
                <a:ea typeface="Yu Gothic"/>
                <a:cs typeface="Yu Gothic"/>
              </a:defRPr>
            </a:pPr>
            <a:r>
              <a:rPr sz="2175" b="0">
                <a:solidFill>
                  <a:srgbClr val="263D4D"/>
                </a:solidFill>
                <a:latin typeface="Yu Gothic"/>
                <a:ea typeface="Yu Gothic"/>
                <a:cs typeface="Yu Gothic"/>
              </a:rPr>
              <a:t>測定期間外の性能や除荷後の回復は不明</a:t>
            </a:r>
          </a:p>
        </p:txBody>
      </p:sp>
      <p:sp>
        <p:nvSpPr>
          <p:cNvPr id="7" name="">
            <a:extLst xmlns:a="http://schemas.openxmlformats.org/drawingml/2006/main">
              <a:ext uri="{FF2B5EF4-FFF2-40B4-BE49-F238E27FC236}">
                <a16:creationId xmlns:a16="http://schemas.microsoft.com/office/drawing/2014/main" id="{3C02C711-135E-42B0-A301-66AEAAF8DC4A}"/>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defRPr sz="1575" b="0">
                <a:solidFill>
                  <a:srgbClr val="71818B"/>
                </a:solidFill>
                <a:latin typeface="Yu Gothic"/>
                <a:ea typeface="Yu Gothic"/>
                <a:cs typeface="Yu Gothic"/>
              </a:defRPr>
            </a:lvl1pPr>
            <a:lvl2pPr>
              <a:defRPr sz="1575" b="0">
                <a:solidFill>
                  <a:srgbClr val="71818B"/>
                </a:solidFill>
                <a:latin typeface="Yu Gothic"/>
                <a:ea typeface="Yu Gothic"/>
                <a:cs typeface="Yu Gothic"/>
              </a:defRPr>
            </a:lvl2pPr>
            <a:lvl3pPr>
              <a:defRPr sz="1575" b="0">
                <a:solidFill>
                  <a:srgbClr val="71818B"/>
                </a:solidFill>
                <a:latin typeface="Yu Gothic"/>
                <a:ea typeface="Yu Gothic"/>
                <a:cs typeface="Yu Gothic"/>
              </a:defRPr>
            </a:lvl3pPr>
            <a:lvl4pPr>
              <a:defRPr sz="1575" b="0">
                <a:solidFill>
                  <a:srgbClr val="71818B"/>
                </a:solidFill>
                <a:latin typeface="Yu Gothic"/>
                <a:ea typeface="Yu Gothic"/>
                <a:cs typeface="Yu Gothic"/>
              </a:defRPr>
            </a:lvl4pPr>
            <a:lvl5pPr>
              <a:defRPr sz="1575" b="0">
                <a:solidFill>
                  <a:srgbClr val="71818B"/>
                </a:solidFill>
                <a:latin typeface="Yu Gothic"/>
                <a:ea typeface="Yu Gothic"/>
                <a:cs typeface="Yu Gothic"/>
              </a:defRPr>
            </a:lvl5pPr>
            <a:lvl6pPr>
              <a:defRPr sz="1575" b="0">
                <a:solidFill>
                  <a:srgbClr val="71818B"/>
                </a:solidFill>
                <a:latin typeface="Yu Gothic"/>
                <a:ea typeface="Yu Gothic"/>
                <a:cs typeface="Yu Gothic"/>
              </a:defRPr>
            </a:lvl6pPr>
            <a:lvl7pPr>
              <a:defRPr sz="1575" b="0">
                <a:solidFill>
                  <a:srgbClr val="71818B"/>
                </a:solidFill>
                <a:latin typeface="Yu Gothic"/>
                <a:ea typeface="Yu Gothic"/>
                <a:cs typeface="Yu Gothic"/>
              </a:defRPr>
            </a:lvl7pPr>
            <a:lvl8pPr>
              <a:defRPr sz="1575" b="0">
                <a:solidFill>
                  <a:srgbClr val="71818B"/>
                </a:solidFill>
                <a:latin typeface="Yu Gothic"/>
                <a:ea typeface="Yu Gothic"/>
                <a:cs typeface="Yu Gothic"/>
              </a:defRPr>
            </a:lvl8pPr>
            <a:lvl9pPr>
              <a:defRPr sz="1575" b="0">
                <a:solidFill>
                  <a:srgbClr val="71818B"/>
                </a:solidFill>
                <a:latin typeface="Yu Gothic"/>
                <a:ea typeface="Yu Gothic"/>
                <a:cs typeface="Yu Gothic"/>
              </a:defRPr>
            </a:lvl9pPr>
          </a:lstStyle>
          <a:p xmlns:a="http://schemas.openxmlformats.org/drawingml/2006/main">
            <a:pPr>
              <a:defRPr sz="1575" b="0">
                <a:solidFill>
                  <a:srgbClr val="71818B"/>
                </a:solidFill>
                <a:latin typeface="Yu Gothic"/>
                <a:ea typeface="Yu Gothic"/>
                <a:cs typeface="Yu Gothic"/>
              </a:defRPr>
            </a:pPr>
            <a:r>
              <a:rPr sz="1575" b="0">
                <a:solidFill>
                  <a:srgbClr val="71818B"/>
                </a:solidFill>
                <a:latin typeface="Yu Gothic"/>
                <a:ea typeface="Yu Gothic"/>
                <a:cs typeface="Yu Gothic"/>
              </a:rPr>
              <a:t>本編の参照スライド：10・11・12・13</a:t>
            </a:r>
          </a:p>
        </p:txBody>
      </p:sp>
      <p:sp>
        <p:nvSpPr>
          <p:cNvPr id="8" name="">
            <a:extLst xmlns:a="http://schemas.openxmlformats.org/drawingml/2006/main">
              <a:ext uri="{FF2B5EF4-FFF2-40B4-BE49-F238E27FC236}">
                <a16:creationId xmlns:a16="http://schemas.microsoft.com/office/drawing/2014/main" id="{1326F21C-240C-4E70-B42C-D21F7F8F80AC}"/>
              </a:ext>
            </a:extLst>
          </p:cNvPr>
          <p:cNvSpPr>
            <a:spLocks xmlns:a="http://schemas.openxmlformats.org/drawingml/2006/main" noGrp="1"/>
          </p:cNvSpPr>
          <p:nvPr/>
        </p:nvSpPr>
        <p:spPr>
          <a:xfrm xmlns:a="http://schemas.openxmlformats.org/drawingml/2006/main">
            <a:off x="685800" y="6353175"/>
            <a:ext cx="904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第8回</a:t>
            </a:r>
          </a:p>
        </p:txBody>
      </p:sp>
      <p:sp>
        <p:nvSpPr>
          <p:cNvPr id="9" name="">
            <a:extLst xmlns:a="http://schemas.openxmlformats.org/drawingml/2006/main">
              <a:ext uri="{FF2B5EF4-FFF2-40B4-BE49-F238E27FC236}">
                <a16:creationId xmlns:a16="http://schemas.microsoft.com/office/drawing/2014/main" id="{1922BD0B-83B8-4BDB-A7E6-9DBDF97AC209}"/>
              </a:ext>
            </a:extLst>
          </p:cNvPr>
          <p:cNvSpPr>
            <a:spLocks xmlns:a="http://schemas.openxmlformats.org/drawingml/2006/main" noGrp="1"/>
          </p:cNvSpPr>
          <p:nvPr/>
        </p:nvSpPr>
        <p:spPr>
          <a:xfrm xmlns:a="http://schemas.openxmlformats.org/drawingml/2006/main">
            <a:off x="10477500" y="635317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32 / 43</a:t>
            </a:r>
          </a:p>
        </p:txBody>
      </p:sp>
    </p:spTree>
    <p:extLst>
      <p:ext uri="{BB962C8B-B14F-4D97-AF65-F5344CB8AC3E}">
        <p14:creationId xmlns:p14="http://schemas.microsoft.com/office/powerpoint/2010/main" val="849230999"/>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B21388A-5DCA-41A7-9C0A-89008F91A5AC}"/>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700" b="1">
                <a:solidFill>
                  <a:srgbClr val="193B59"/>
                </a:solidFill>
                <a:latin typeface="Yu Gothic"/>
                <a:ea typeface="Yu Gothic"/>
                <a:cs typeface="Yu Gothic"/>
              </a:defRPr>
            </a:defPPr>
            <a:lvl1pPr>
              <a:defRPr sz="2700" b="1">
                <a:solidFill>
                  <a:srgbClr val="193B59"/>
                </a:solidFill>
                <a:latin typeface="Yu Gothic"/>
                <a:ea typeface="Yu Gothic"/>
                <a:cs typeface="Yu Gothic"/>
              </a:defRPr>
            </a:lvl1pPr>
            <a:lvl2pPr>
              <a:defRPr sz="2700" b="1">
                <a:solidFill>
                  <a:srgbClr val="193B59"/>
                </a:solidFill>
                <a:latin typeface="Yu Gothic"/>
                <a:ea typeface="Yu Gothic"/>
                <a:cs typeface="Yu Gothic"/>
              </a:defRPr>
            </a:lvl2pPr>
            <a:lvl3pPr>
              <a:defRPr sz="2700" b="1">
                <a:solidFill>
                  <a:srgbClr val="193B59"/>
                </a:solidFill>
                <a:latin typeface="Yu Gothic"/>
                <a:ea typeface="Yu Gothic"/>
                <a:cs typeface="Yu Gothic"/>
              </a:defRPr>
            </a:lvl3pPr>
            <a:lvl4pPr>
              <a:defRPr sz="2700" b="1">
                <a:solidFill>
                  <a:srgbClr val="193B59"/>
                </a:solidFill>
                <a:latin typeface="Yu Gothic"/>
                <a:ea typeface="Yu Gothic"/>
                <a:cs typeface="Yu Gothic"/>
              </a:defRPr>
            </a:lvl4pPr>
            <a:lvl5pPr>
              <a:defRPr sz="2700" b="1">
                <a:solidFill>
                  <a:srgbClr val="193B59"/>
                </a:solidFill>
                <a:latin typeface="Yu Gothic"/>
                <a:ea typeface="Yu Gothic"/>
                <a:cs typeface="Yu Gothic"/>
              </a:defRPr>
            </a:lvl5pPr>
            <a:lvl6pPr>
              <a:defRPr sz="2700" b="1">
                <a:solidFill>
                  <a:srgbClr val="193B59"/>
                </a:solidFill>
                <a:latin typeface="Yu Gothic"/>
                <a:ea typeface="Yu Gothic"/>
                <a:cs typeface="Yu Gothic"/>
              </a:defRPr>
            </a:lvl6pPr>
            <a:lvl7pPr>
              <a:defRPr sz="2700" b="1">
                <a:solidFill>
                  <a:srgbClr val="193B59"/>
                </a:solidFill>
                <a:latin typeface="Yu Gothic"/>
                <a:ea typeface="Yu Gothic"/>
                <a:cs typeface="Yu Gothic"/>
              </a:defRPr>
            </a:lvl7pPr>
            <a:lvl8pPr>
              <a:defRPr sz="2700" b="1">
                <a:solidFill>
                  <a:srgbClr val="193B59"/>
                </a:solidFill>
                <a:latin typeface="Yu Gothic"/>
                <a:ea typeface="Yu Gothic"/>
                <a:cs typeface="Yu Gothic"/>
              </a:defRPr>
            </a:lvl8pPr>
            <a:lvl9pPr>
              <a:defRPr sz="2700" b="1">
                <a:solidFill>
                  <a:srgbClr val="193B59"/>
                </a:solidFill>
                <a:latin typeface="Yu Gothic"/>
                <a:ea typeface="Yu Gothic"/>
                <a:cs typeface="Yu Gothic"/>
              </a:defRPr>
            </a:lvl9pPr>
          </a:lstStyle>
          <a:p xmlns:a="http://schemas.openxmlformats.org/drawingml/2006/main">
            <a:pPr>
              <a:defRPr sz="2700" b="1">
                <a:solidFill>
                  <a:srgbClr val="193B59"/>
                </a:solidFill>
                <a:latin typeface="Yu Gothic"/>
                <a:ea typeface="Yu Gothic"/>
                <a:cs typeface="Yu Gothic"/>
              </a:defRPr>
            </a:pPr>
            <a:r>
              <a:rPr sz="2700" b="1">
                <a:solidFill>
                  <a:srgbClr val="193B59"/>
                </a:solidFill>
                <a:latin typeface="Yu Gothic"/>
                <a:ea typeface="Yu Gothic"/>
                <a:cs typeface="Yu Gothic"/>
              </a:rPr>
              <a:t>想定問題4　外挿と使用判断</a:t>
            </a:r>
          </a:p>
        </p:txBody>
      </p:sp>
      <p:sp>
        <p:nvSpPr>
          <p:cNvPr id="2" name="">
            <a:extLst xmlns:a="http://schemas.openxmlformats.org/drawingml/2006/main">
              <a:ext uri="{FF2B5EF4-FFF2-40B4-BE49-F238E27FC236}">
                <a16:creationId xmlns:a16="http://schemas.microsoft.com/office/drawing/2014/main" id="{88CE4555-4D11-4231-90D3-F83EA9C330E9}"/>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9E277DA8-F5B3-4937-8229-FC46821C93AC}"/>
              </a:ext>
            </a:extLst>
          </p:cNvPr>
          <p:cNvSpPr>
            <a:spLocks xmlns:a="http://schemas.openxmlformats.org/drawingml/2006/main" noGrp="1"/>
          </p:cNvSpPr>
          <p:nvPr/>
        </p:nvSpPr>
        <p:spPr>
          <a:xfrm xmlns:a="http://schemas.openxmlformats.org/drawingml/2006/main">
            <a:off x="809625" y="1762125"/>
            <a:ext cx="1057275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63D4D"/>
                </a:solidFill>
                <a:latin typeface="Yu Gothic"/>
                <a:ea typeface="Yu Gothic"/>
                <a:cs typeface="Yu Gothic"/>
              </a:defRPr>
            </a:defPPr>
            <a:lvl1pPr>
              <a:defRPr sz="2325" b="0">
                <a:solidFill>
                  <a:srgbClr val="263D4D"/>
                </a:solidFill>
                <a:latin typeface="Yu Gothic"/>
                <a:ea typeface="Yu Gothic"/>
                <a:cs typeface="Yu Gothic"/>
              </a:defRPr>
            </a:lvl1pPr>
            <a:lvl2pPr>
              <a:defRPr sz="2325" b="0">
                <a:solidFill>
                  <a:srgbClr val="263D4D"/>
                </a:solidFill>
                <a:latin typeface="Yu Gothic"/>
                <a:ea typeface="Yu Gothic"/>
                <a:cs typeface="Yu Gothic"/>
              </a:defRPr>
            </a:lvl2pPr>
            <a:lvl3pPr>
              <a:defRPr sz="2325" b="0">
                <a:solidFill>
                  <a:srgbClr val="263D4D"/>
                </a:solidFill>
                <a:latin typeface="Yu Gothic"/>
                <a:ea typeface="Yu Gothic"/>
                <a:cs typeface="Yu Gothic"/>
              </a:defRPr>
            </a:lvl3pPr>
            <a:lvl4pPr>
              <a:defRPr sz="2325" b="0">
                <a:solidFill>
                  <a:srgbClr val="263D4D"/>
                </a:solidFill>
                <a:latin typeface="Yu Gothic"/>
                <a:ea typeface="Yu Gothic"/>
                <a:cs typeface="Yu Gothic"/>
              </a:defRPr>
            </a:lvl4pPr>
            <a:lvl5pPr>
              <a:defRPr sz="2325" b="0">
                <a:solidFill>
                  <a:srgbClr val="263D4D"/>
                </a:solidFill>
                <a:latin typeface="Yu Gothic"/>
                <a:ea typeface="Yu Gothic"/>
                <a:cs typeface="Yu Gothic"/>
              </a:defRPr>
            </a:lvl5pPr>
            <a:lvl6pPr>
              <a:defRPr sz="2325" b="0">
                <a:solidFill>
                  <a:srgbClr val="263D4D"/>
                </a:solidFill>
                <a:latin typeface="Yu Gothic"/>
                <a:ea typeface="Yu Gothic"/>
                <a:cs typeface="Yu Gothic"/>
              </a:defRPr>
            </a:lvl6pPr>
            <a:lvl7pPr>
              <a:defRPr sz="2325" b="0">
                <a:solidFill>
                  <a:srgbClr val="263D4D"/>
                </a:solidFill>
                <a:latin typeface="Yu Gothic"/>
                <a:ea typeface="Yu Gothic"/>
                <a:cs typeface="Yu Gothic"/>
              </a:defRPr>
            </a:lvl7pPr>
            <a:lvl8pPr>
              <a:defRPr sz="2325" b="0">
                <a:solidFill>
                  <a:srgbClr val="263D4D"/>
                </a:solidFill>
                <a:latin typeface="Yu Gothic"/>
                <a:ea typeface="Yu Gothic"/>
                <a:cs typeface="Yu Gothic"/>
              </a:defRPr>
            </a:lvl8pPr>
            <a:lvl9pPr>
              <a:defRPr sz="2325" b="0">
                <a:solidFill>
                  <a:srgbClr val="263D4D"/>
                </a:solidFill>
                <a:latin typeface="Yu Gothic"/>
                <a:ea typeface="Yu Gothic"/>
                <a:cs typeface="Yu Gothic"/>
              </a:defRPr>
            </a:lvl9pPr>
          </a:lstStyle>
          <a:p xmlns:a="http://schemas.openxmlformats.org/drawingml/2006/main">
            <a:pPr>
              <a:defRPr sz="2325" b="0">
                <a:solidFill>
                  <a:srgbClr val="263D4D"/>
                </a:solidFill>
                <a:latin typeface="Yu Gothic"/>
                <a:ea typeface="Yu Gothic"/>
                <a:cs typeface="Yu Gothic"/>
              </a:defRPr>
            </a:pPr>
            <a:r>
              <a:rPr sz="2325" b="0">
                <a:solidFill>
                  <a:srgbClr val="263D4D"/>
                </a:solidFill>
                <a:latin typeface="Yu Gothic"/>
                <a:ea typeface="Yu Gothic"/>
                <a:cs typeface="Yu Gothic"/>
              </a:rPr>
              <a:t>問3のデータについて「168時間で2倍だから、336時間では4倍、一年後も比例して予測できる」という説明を検討する。</a:t>
            </a:r>
          </a:p>
        </p:txBody>
      </p:sp>
      <p:sp>
        <p:nvSpPr>
          <p:cNvPr id="4" name="">
            <a:extLst xmlns:a="http://schemas.openxmlformats.org/drawingml/2006/main">
              <a:ext uri="{FF2B5EF4-FFF2-40B4-BE49-F238E27FC236}">
                <a16:creationId xmlns:a16="http://schemas.microsoft.com/office/drawing/2014/main" id="{65723519-BCAA-4FCA-871F-996E061E2B68}"/>
              </a:ext>
            </a:extLst>
          </p:cNvPr>
          <p:cNvSpPr>
            <a:spLocks xmlns:a="http://schemas.openxmlformats.org/drawingml/2006/main" noGrp="1"/>
          </p:cNvSpPr>
          <p:nvPr/>
        </p:nvSpPr>
        <p:spPr>
          <a:xfrm xmlns:a="http://schemas.openxmlformats.org/drawingml/2006/main">
            <a:off x="809625" y="50958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1">
                <a:solidFill>
                  <a:srgbClr val="087E8B"/>
                </a:solidFill>
                <a:latin typeface="Yu Gothic"/>
                <a:ea typeface="Yu Gothic"/>
                <a:cs typeface="Yu Gothic"/>
              </a:defRPr>
            </a:defPPr>
            <a:lvl1pPr>
              <a:defRPr sz="2100" b="1">
                <a:solidFill>
                  <a:srgbClr val="087E8B"/>
                </a:solidFill>
                <a:latin typeface="Yu Gothic"/>
                <a:ea typeface="Yu Gothic"/>
                <a:cs typeface="Yu Gothic"/>
              </a:defRPr>
            </a:lvl1pPr>
            <a:lvl2pPr>
              <a:defRPr sz="2100" b="1">
                <a:solidFill>
                  <a:srgbClr val="087E8B"/>
                </a:solidFill>
                <a:latin typeface="Yu Gothic"/>
                <a:ea typeface="Yu Gothic"/>
                <a:cs typeface="Yu Gothic"/>
              </a:defRPr>
            </a:lvl2pPr>
            <a:lvl3pPr>
              <a:defRPr sz="2100" b="1">
                <a:solidFill>
                  <a:srgbClr val="087E8B"/>
                </a:solidFill>
                <a:latin typeface="Yu Gothic"/>
                <a:ea typeface="Yu Gothic"/>
                <a:cs typeface="Yu Gothic"/>
              </a:defRPr>
            </a:lvl3pPr>
            <a:lvl4pPr>
              <a:defRPr sz="2100" b="1">
                <a:solidFill>
                  <a:srgbClr val="087E8B"/>
                </a:solidFill>
                <a:latin typeface="Yu Gothic"/>
                <a:ea typeface="Yu Gothic"/>
                <a:cs typeface="Yu Gothic"/>
              </a:defRPr>
            </a:lvl4pPr>
            <a:lvl5pPr>
              <a:defRPr sz="2100" b="1">
                <a:solidFill>
                  <a:srgbClr val="087E8B"/>
                </a:solidFill>
                <a:latin typeface="Yu Gothic"/>
                <a:ea typeface="Yu Gothic"/>
                <a:cs typeface="Yu Gothic"/>
              </a:defRPr>
            </a:lvl5pPr>
            <a:lvl6pPr>
              <a:defRPr sz="2100" b="1">
                <a:solidFill>
                  <a:srgbClr val="087E8B"/>
                </a:solidFill>
                <a:latin typeface="Yu Gothic"/>
                <a:ea typeface="Yu Gothic"/>
                <a:cs typeface="Yu Gothic"/>
              </a:defRPr>
            </a:lvl6pPr>
            <a:lvl7pPr>
              <a:defRPr sz="2100" b="1">
                <a:solidFill>
                  <a:srgbClr val="087E8B"/>
                </a:solidFill>
                <a:latin typeface="Yu Gothic"/>
                <a:ea typeface="Yu Gothic"/>
                <a:cs typeface="Yu Gothic"/>
              </a:defRPr>
            </a:lvl7pPr>
            <a:lvl8pPr>
              <a:defRPr sz="2100" b="1">
                <a:solidFill>
                  <a:srgbClr val="087E8B"/>
                </a:solidFill>
                <a:latin typeface="Yu Gothic"/>
                <a:ea typeface="Yu Gothic"/>
                <a:cs typeface="Yu Gothic"/>
              </a:defRPr>
            </a:lvl8pPr>
            <a:lvl9pPr>
              <a:defRPr sz="2100" b="1">
                <a:solidFill>
                  <a:srgbClr val="087E8B"/>
                </a:solidFill>
                <a:latin typeface="Yu Gothic"/>
                <a:ea typeface="Yu Gothic"/>
                <a:cs typeface="Yu Gothic"/>
              </a:defRPr>
            </a:lvl9pPr>
          </a:lstStyle>
          <a:p xmlns:a="http://schemas.openxmlformats.org/drawingml/2006/main">
            <a:pPr>
              <a:defRPr sz="2100" b="1">
                <a:solidFill>
                  <a:srgbClr val="087E8B"/>
                </a:solidFill>
                <a:latin typeface="Yu Gothic"/>
                <a:ea typeface="Yu Gothic"/>
                <a:cs typeface="Yu Gothic"/>
              </a:defRPr>
            </a:pPr>
            <a:r>
              <a:rPr sz="2100" b="1">
                <a:solidFill>
                  <a:srgbClr val="087E8B"/>
                </a:solidFill>
                <a:latin typeface="Yu Gothic"/>
                <a:ea typeface="Yu Gothic"/>
                <a:cs typeface="Yu Gothic"/>
              </a:rPr>
              <a:t>図・途中式・判断の理由を記録する</a:t>
            </a:r>
          </a:p>
        </p:txBody>
      </p:sp>
      <p:sp>
        <p:nvSpPr>
          <p:cNvPr id="5" name="">
            <a:extLst xmlns:a="http://schemas.openxmlformats.org/drawingml/2006/main">
              <a:ext uri="{FF2B5EF4-FFF2-40B4-BE49-F238E27FC236}">
                <a16:creationId xmlns:a16="http://schemas.microsoft.com/office/drawing/2014/main" id="{7D4180A6-84AE-4F7A-91F2-BAAA5B872504}"/>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defRPr sz="1575" b="0">
                <a:solidFill>
                  <a:srgbClr val="71818B"/>
                </a:solidFill>
                <a:latin typeface="Yu Gothic"/>
                <a:ea typeface="Yu Gothic"/>
                <a:cs typeface="Yu Gothic"/>
              </a:defRPr>
            </a:lvl1pPr>
            <a:lvl2pPr>
              <a:defRPr sz="1575" b="0">
                <a:solidFill>
                  <a:srgbClr val="71818B"/>
                </a:solidFill>
                <a:latin typeface="Yu Gothic"/>
                <a:ea typeface="Yu Gothic"/>
                <a:cs typeface="Yu Gothic"/>
              </a:defRPr>
            </a:lvl2pPr>
            <a:lvl3pPr>
              <a:defRPr sz="1575" b="0">
                <a:solidFill>
                  <a:srgbClr val="71818B"/>
                </a:solidFill>
                <a:latin typeface="Yu Gothic"/>
                <a:ea typeface="Yu Gothic"/>
                <a:cs typeface="Yu Gothic"/>
              </a:defRPr>
            </a:lvl3pPr>
            <a:lvl4pPr>
              <a:defRPr sz="1575" b="0">
                <a:solidFill>
                  <a:srgbClr val="71818B"/>
                </a:solidFill>
                <a:latin typeface="Yu Gothic"/>
                <a:ea typeface="Yu Gothic"/>
                <a:cs typeface="Yu Gothic"/>
              </a:defRPr>
            </a:lvl4pPr>
            <a:lvl5pPr>
              <a:defRPr sz="1575" b="0">
                <a:solidFill>
                  <a:srgbClr val="71818B"/>
                </a:solidFill>
                <a:latin typeface="Yu Gothic"/>
                <a:ea typeface="Yu Gothic"/>
                <a:cs typeface="Yu Gothic"/>
              </a:defRPr>
            </a:lvl5pPr>
            <a:lvl6pPr>
              <a:defRPr sz="1575" b="0">
                <a:solidFill>
                  <a:srgbClr val="71818B"/>
                </a:solidFill>
                <a:latin typeface="Yu Gothic"/>
                <a:ea typeface="Yu Gothic"/>
                <a:cs typeface="Yu Gothic"/>
              </a:defRPr>
            </a:lvl6pPr>
            <a:lvl7pPr>
              <a:defRPr sz="1575" b="0">
                <a:solidFill>
                  <a:srgbClr val="71818B"/>
                </a:solidFill>
                <a:latin typeface="Yu Gothic"/>
                <a:ea typeface="Yu Gothic"/>
                <a:cs typeface="Yu Gothic"/>
              </a:defRPr>
            </a:lvl7pPr>
            <a:lvl8pPr>
              <a:defRPr sz="1575" b="0">
                <a:solidFill>
                  <a:srgbClr val="71818B"/>
                </a:solidFill>
                <a:latin typeface="Yu Gothic"/>
                <a:ea typeface="Yu Gothic"/>
                <a:cs typeface="Yu Gothic"/>
              </a:defRPr>
            </a:lvl8pPr>
            <a:lvl9pPr>
              <a:defRPr sz="1575" b="0">
                <a:solidFill>
                  <a:srgbClr val="71818B"/>
                </a:solidFill>
                <a:latin typeface="Yu Gothic"/>
                <a:ea typeface="Yu Gothic"/>
                <a:cs typeface="Yu Gothic"/>
              </a:defRPr>
            </a:lvl9pPr>
          </a:lstStyle>
          <a:p xmlns:a="http://schemas.openxmlformats.org/drawingml/2006/main">
            <a:pPr>
              <a:defRPr sz="1575" b="0">
                <a:solidFill>
                  <a:srgbClr val="71818B"/>
                </a:solidFill>
                <a:latin typeface="Yu Gothic"/>
                <a:ea typeface="Yu Gothic"/>
                <a:cs typeface="Yu Gothic"/>
              </a:defRPr>
            </a:pPr>
            <a:r>
              <a:rPr sz="1575" b="0">
                <a:solidFill>
                  <a:srgbClr val="71818B"/>
                </a:solidFill>
                <a:latin typeface="Yu Gothic"/>
                <a:ea typeface="Yu Gothic"/>
                <a:cs typeface="Yu Gothic"/>
              </a:rPr>
              <a:t>教員採用試験を意識したオリジナル問題。実際の過去問・正式な提出課題とは別。</a:t>
            </a:r>
          </a:p>
        </p:txBody>
      </p:sp>
      <p:sp>
        <p:nvSpPr>
          <p:cNvPr id="6" name="">
            <a:extLst xmlns:a="http://schemas.openxmlformats.org/drawingml/2006/main">
              <a:ext uri="{FF2B5EF4-FFF2-40B4-BE49-F238E27FC236}">
                <a16:creationId xmlns:a16="http://schemas.microsoft.com/office/drawing/2014/main" id="{70F5DC90-65DE-4333-9D50-9856777D5DC3}"/>
              </a:ext>
            </a:extLst>
          </p:cNvPr>
          <p:cNvSpPr>
            <a:spLocks xmlns:a="http://schemas.openxmlformats.org/drawingml/2006/main" noGrp="1"/>
          </p:cNvSpPr>
          <p:nvPr/>
        </p:nvSpPr>
        <p:spPr>
          <a:xfrm xmlns:a="http://schemas.openxmlformats.org/drawingml/2006/main">
            <a:off x="685800" y="6353175"/>
            <a:ext cx="904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第8回</a:t>
            </a:r>
          </a:p>
        </p:txBody>
      </p:sp>
      <p:sp>
        <p:nvSpPr>
          <p:cNvPr id="7" name="">
            <a:extLst xmlns:a="http://schemas.openxmlformats.org/drawingml/2006/main">
              <a:ext uri="{FF2B5EF4-FFF2-40B4-BE49-F238E27FC236}">
                <a16:creationId xmlns:a16="http://schemas.microsoft.com/office/drawing/2014/main" id="{5D0ACE8E-6920-4EB8-AADE-D771393B1D4C}"/>
              </a:ext>
            </a:extLst>
          </p:cNvPr>
          <p:cNvSpPr>
            <a:spLocks xmlns:a="http://schemas.openxmlformats.org/drawingml/2006/main" noGrp="1"/>
          </p:cNvSpPr>
          <p:nvPr/>
        </p:nvSpPr>
        <p:spPr>
          <a:xfrm xmlns:a="http://schemas.openxmlformats.org/drawingml/2006/main">
            <a:off x="10477500" y="635317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33 / 43</a:t>
            </a:r>
          </a:p>
        </p:txBody>
      </p:sp>
    </p:spTree>
    <p:extLst>
      <p:ext uri="{BB962C8B-B14F-4D97-AF65-F5344CB8AC3E}">
        <p14:creationId xmlns:p14="http://schemas.microsoft.com/office/powerpoint/2010/main" val="374505845"/>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477F1D41-54BC-4A89-8DC0-D76B469206F8}"/>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700" b="1">
                <a:solidFill>
                  <a:srgbClr val="193B59"/>
                </a:solidFill>
                <a:latin typeface="Yu Gothic"/>
                <a:ea typeface="Yu Gothic"/>
                <a:cs typeface="Yu Gothic"/>
              </a:defRPr>
            </a:defPPr>
            <a:lvl1pPr>
              <a:defRPr sz="2700" b="1">
                <a:solidFill>
                  <a:srgbClr val="193B59"/>
                </a:solidFill>
                <a:latin typeface="Yu Gothic"/>
                <a:ea typeface="Yu Gothic"/>
                <a:cs typeface="Yu Gothic"/>
              </a:defRPr>
            </a:lvl1pPr>
            <a:lvl2pPr>
              <a:defRPr sz="2700" b="1">
                <a:solidFill>
                  <a:srgbClr val="193B59"/>
                </a:solidFill>
                <a:latin typeface="Yu Gothic"/>
                <a:ea typeface="Yu Gothic"/>
                <a:cs typeface="Yu Gothic"/>
              </a:defRPr>
            </a:lvl2pPr>
            <a:lvl3pPr>
              <a:defRPr sz="2700" b="1">
                <a:solidFill>
                  <a:srgbClr val="193B59"/>
                </a:solidFill>
                <a:latin typeface="Yu Gothic"/>
                <a:ea typeface="Yu Gothic"/>
                <a:cs typeface="Yu Gothic"/>
              </a:defRPr>
            </a:lvl3pPr>
            <a:lvl4pPr>
              <a:defRPr sz="2700" b="1">
                <a:solidFill>
                  <a:srgbClr val="193B59"/>
                </a:solidFill>
                <a:latin typeface="Yu Gothic"/>
                <a:ea typeface="Yu Gothic"/>
                <a:cs typeface="Yu Gothic"/>
              </a:defRPr>
            </a:lvl4pPr>
            <a:lvl5pPr>
              <a:defRPr sz="2700" b="1">
                <a:solidFill>
                  <a:srgbClr val="193B59"/>
                </a:solidFill>
                <a:latin typeface="Yu Gothic"/>
                <a:ea typeface="Yu Gothic"/>
                <a:cs typeface="Yu Gothic"/>
              </a:defRPr>
            </a:lvl5pPr>
            <a:lvl6pPr>
              <a:defRPr sz="2700" b="1">
                <a:solidFill>
                  <a:srgbClr val="193B59"/>
                </a:solidFill>
                <a:latin typeface="Yu Gothic"/>
                <a:ea typeface="Yu Gothic"/>
                <a:cs typeface="Yu Gothic"/>
              </a:defRPr>
            </a:lvl6pPr>
            <a:lvl7pPr>
              <a:defRPr sz="2700" b="1">
                <a:solidFill>
                  <a:srgbClr val="193B59"/>
                </a:solidFill>
                <a:latin typeface="Yu Gothic"/>
                <a:ea typeface="Yu Gothic"/>
                <a:cs typeface="Yu Gothic"/>
              </a:defRPr>
            </a:lvl7pPr>
            <a:lvl8pPr>
              <a:defRPr sz="2700" b="1">
                <a:solidFill>
                  <a:srgbClr val="193B59"/>
                </a:solidFill>
                <a:latin typeface="Yu Gothic"/>
                <a:ea typeface="Yu Gothic"/>
                <a:cs typeface="Yu Gothic"/>
              </a:defRPr>
            </a:lvl8pPr>
            <a:lvl9pPr>
              <a:defRPr sz="2700" b="1">
                <a:solidFill>
                  <a:srgbClr val="193B59"/>
                </a:solidFill>
                <a:latin typeface="Yu Gothic"/>
                <a:ea typeface="Yu Gothic"/>
                <a:cs typeface="Yu Gothic"/>
              </a:defRPr>
            </a:lvl9pPr>
          </a:lstStyle>
          <a:p xmlns:a="http://schemas.openxmlformats.org/drawingml/2006/main">
            <a:pPr>
              <a:defRPr sz="2700" b="1">
                <a:solidFill>
                  <a:srgbClr val="193B59"/>
                </a:solidFill>
                <a:latin typeface="Yu Gothic"/>
                <a:ea typeface="Yu Gothic"/>
                <a:cs typeface="Yu Gothic"/>
              </a:defRPr>
            </a:pPr>
            <a:r>
              <a:rPr sz="2700" b="1">
                <a:solidFill>
                  <a:srgbClr val="193B59"/>
                </a:solidFill>
                <a:latin typeface="Yu Gothic"/>
                <a:ea typeface="Yu Gothic"/>
                <a:cs typeface="Yu Gothic"/>
              </a:rPr>
              <a:t>想定問題4　解説：外挿と使用判断</a:t>
            </a:r>
          </a:p>
        </p:txBody>
      </p:sp>
      <p:sp>
        <p:nvSpPr>
          <p:cNvPr id="2" name="">
            <a:extLst xmlns:a="http://schemas.openxmlformats.org/drawingml/2006/main">
              <a:ext uri="{FF2B5EF4-FFF2-40B4-BE49-F238E27FC236}">
                <a16:creationId xmlns:a16="http://schemas.microsoft.com/office/drawing/2014/main" id="{CC92F30B-3B60-495C-B939-EEAD593F9B9D}"/>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666F9928-5C63-46D5-9654-8CAD2438FAA6}"/>
              </a:ext>
            </a:extLst>
          </p:cNvPr>
          <p:cNvSpPr>
            <a:spLocks xmlns:a="http://schemas.openxmlformats.org/drawingml/2006/main" noGrp="1"/>
          </p:cNvSpPr>
          <p:nvPr/>
        </p:nvSpPr>
        <p:spPr>
          <a:xfrm xmlns:a="http://schemas.openxmlformats.org/drawingml/2006/main">
            <a:off x="809625" y="176212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263D4D"/>
                </a:solidFill>
                <a:latin typeface="Yu Gothic"/>
                <a:ea typeface="Yu Gothic"/>
                <a:cs typeface="Yu Gothic"/>
              </a:defRPr>
            </a:defPPr>
            <a:lvl1pPr>
              <a:defRPr sz="2175" b="1">
                <a:solidFill>
                  <a:srgbClr val="263D4D"/>
                </a:solidFill>
                <a:latin typeface="Yu Gothic"/>
                <a:ea typeface="Yu Gothic"/>
                <a:cs typeface="Yu Gothic"/>
              </a:defRPr>
            </a:lvl1pPr>
            <a:lvl2pPr>
              <a:defRPr sz="2175" b="1">
                <a:solidFill>
                  <a:srgbClr val="263D4D"/>
                </a:solidFill>
                <a:latin typeface="Yu Gothic"/>
                <a:ea typeface="Yu Gothic"/>
                <a:cs typeface="Yu Gothic"/>
              </a:defRPr>
            </a:lvl2pPr>
            <a:lvl3pPr>
              <a:defRPr sz="2175" b="1">
                <a:solidFill>
                  <a:srgbClr val="263D4D"/>
                </a:solidFill>
                <a:latin typeface="Yu Gothic"/>
                <a:ea typeface="Yu Gothic"/>
                <a:cs typeface="Yu Gothic"/>
              </a:defRPr>
            </a:lvl3pPr>
            <a:lvl4pPr>
              <a:defRPr sz="2175" b="1">
                <a:solidFill>
                  <a:srgbClr val="263D4D"/>
                </a:solidFill>
                <a:latin typeface="Yu Gothic"/>
                <a:ea typeface="Yu Gothic"/>
                <a:cs typeface="Yu Gothic"/>
              </a:defRPr>
            </a:lvl4pPr>
            <a:lvl5pPr>
              <a:defRPr sz="2175" b="1">
                <a:solidFill>
                  <a:srgbClr val="263D4D"/>
                </a:solidFill>
                <a:latin typeface="Yu Gothic"/>
                <a:ea typeface="Yu Gothic"/>
                <a:cs typeface="Yu Gothic"/>
              </a:defRPr>
            </a:lvl5pPr>
            <a:lvl6pPr>
              <a:defRPr sz="2175" b="1">
                <a:solidFill>
                  <a:srgbClr val="263D4D"/>
                </a:solidFill>
                <a:latin typeface="Yu Gothic"/>
                <a:ea typeface="Yu Gothic"/>
                <a:cs typeface="Yu Gothic"/>
              </a:defRPr>
            </a:lvl6pPr>
            <a:lvl7pPr>
              <a:defRPr sz="2175" b="1">
                <a:solidFill>
                  <a:srgbClr val="263D4D"/>
                </a:solidFill>
                <a:latin typeface="Yu Gothic"/>
                <a:ea typeface="Yu Gothic"/>
                <a:cs typeface="Yu Gothic"/>
              </a:defRPr>
            </a:lvl7pPr>
            <a:lvl8pPr>
              <a:defRPr sz="2175" b="1">
                <a:solidFill>
                  <a:srgbClr val="263D4D"/>
                </a:solidFill>
                <a:latin typeface="Yu Gothic"/>
                <a:ea typeface="Yu Gothic"/>
                <a:cs typeface="Yu Gothic"/>
              </a:defRPr>
            </a:lvl8pPr>
            <a:lvl9pPr>
              <a:defRPr sz="2175" b="1">
                <a:solidFill>
                  <a:srgbClr val="263D4D"/>
                </a:solidFill>
                <a:latin typeface="Yu Gothic"/>
                <a:ea typeface="Yu Gothic"/>
                <a:cs typeface="Yu Gothic"/>
              </a:defRPr>
            </a:lvl9pPr>
          </a:lstStyle>
          <a:p xmlns:a="http://schemas.openxmlformats.org/drawingml/2006/main">
            <a:pPr>
              <a:defRPr sz="2175" b="1">
                <a:solidFill>
                  <a:srgbClr val="263D4D"/>
                </a:solidFill>
                <a:latin typeface="Yu Gothic"/>
                <a:ea typeface="Yu Gothic"/>
                <a:cs typeface="Yu Gothic"/>
              </a:defRPr>
            </a:pPr>
            <a:r>
              <a:rPr sz="2175" b="1">
                <a:solidFill>
                  <a:srgbClr val="263D4D"/>
                </a:solidFill>
                <a:latin typeface="Yu Gothic"/>
                <a:ea typeface="Yu Gothic"/>
                <a:cs typeface="Yu Gothic"/>
              </a:rPr>
              <a:t>倍率の繰返しを裏付けるモデルがない</a:t>
            </a:r>
          </a:p>
        </p:txBody>
      </p:sp>
      <p:sp>
        <p:nvSpPr>
          <p:cNvPr id="4" name="">
            <a:extLst xmlns:a="http://schemas.openxmlformats.org/drawingml/2006/main">
              <a:ext uri="{FF2B5EF4-FFF2-40B4-BE49-F238E27FC236}">
                <a16:creationId xmlns:a16="http://schemas.microsoft.com/office/drawing/2014/main" id="{B2ACD508-CDE1-4CCE-8E10-543A85FEAA9A}"/>
              </a:ext>
            </a:extLst>
          </p:cNvPr>
          <p:cNvSpPr>
            <a:spLocks xmlns:a="http://schemas.openxmlformats.org/drawingml/2006/main" noGrp="1"/>
          </p:cNvSpPr>
          <p:nvPr/>
        </p:nvSpPr>
        <p:spPr>
          <a:xfrm xmlns:a="http://schemas.openxmlformats.org/drawingml/2006/main">
            <a:off x="809625" y="267652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63D4D"/>
                </a:solidFill>
                <a:latin typeface="Yu Gothic"/>
                <a:ea typeface="Yu Gothic"/>
                <a:cs typeface="Yu Gothic"/>
              </a:defRPr>
            </a:defPPr>
            <a:lvl1pPr>
              <a:defRPr sz="2175" b="0">
                <a:solidFill>
                  <a:srgbClr val="263D4D"/>
                </a:solidFill>
                <a:latin typeface="Yu Gothic"/>
                <a:ea typeface="Yu Gothic"/>
                <a:cs typeface="Yu Gothic"/>
              </a:defRPr>
            </a:lvl1pPr>
            <a:lvl2pPr>
              <a:defRPr sz="2175" b="0">
                <a:solidFill>
                  <a:srgbClr val="263D4D"/>
                </a:solidFill>
                <a:latin typeface="Yu Gothic"/>
                <a:ea typeface="Yu Gothic"/>
                <a:cs typeface="Yu Gothic"/>
              </a:defRPr>
            </a:lvl2pPr>
            <a:lvl3pPr>
              <a:defRPr sz="2175" b="0">
                <a:solidFill>
                  <a:srgbClr val="263D4D"/>
                </a:solidFill>
                <a:latin typeface="Yu Gothic"/>
                <a:ea typeface="Yu Gothic"/>
                <a:cs typeface="Yu Gothic"/>
              </a:defRPr>
            </a:lvl3pPr>
            <a:lvl4pPr>
              <a:defRPr sz="2175" b="0">
                <a:solidFill>
                  <a:srgbClr val="263D4D"/>
                </a:solidFill>
                <a:latin typeface="Yu Gothic"/>
                <a:ea typeface="Yu Gothic"/>
                <a:cs typeface="Yu Gothic"/>
              </a:defRPr>
            </a:lvl4pPr>
            <a:lvl5pPr>
              <a:defRPr sz="2175" b="0">
                <a:solidFill>
                  <a:srgbClr val="263D4D"/>
                </a:solidFill>
                <a:latin typeface="Yu Gothic"/>
                <a:ea typeface="Yu Gothic"/>
                <a:cs typeface="Yu Gothic"/>
              </a:defRPr>
            </a:lvl5pPr>
            <a:lvl6pPr>
              <a:defRPr sz="2175" b="0">
                <a:solidFill>
                  <a:srgbClr val="263D4D"/>
                </a:solidFill>
                <a:latin typeface="Yu Gothic"/>
                <a:ea typeface="Yu Gothic"/>
                <a:cs typeface="Yu Gothic"/>
              </a:defRPr>
            </a:lvl6pPr>
            <a:lvl7pPr>
              <a:defRPr sz="2175" b="0">
                <a:solidFill>
                  <a:srgbClr val="263D4D"/>
                </a:solidFill>
                <a:latin typeface="Yu Gothic"/>
                <a:ea typeface="Yu Gothic"/>
                <a:cs typeface="Yu Gothic"/>
              </a:defRPr>
            </a:lvl7pPr>
            <a:lvl8pPr>
              <a:defRPr sz="2175" b="0">
                <a:solidFill>
                  <a:srgbClr val="263D4D"/>
                </a:solidFill>
                <a:latin typeface="Yu Gothic"/>
                <a:ea typeface="Yu Gothic"/>
                <a:cs typeface="Yu Gothic"/>
              </a:defRPr>
            </a:lvl8pPr>
            <a:lvl9pPr>
              <a:defRPr sz="2175" b="0">
                <a:solidFill>
                  <a:srgbClr val="263D4D"/>
                </a:solidFill>
                <a:latin typeface="Yu Gothic"/>
                <a:ea typeface="Yu Gothic"/>
                <a:cs typeface="Yu Gothic"/>
              </a:defRPr>
            </a:lvl9pPr>
          </a:lstStyle>
          <a:p xmlns:a="http://schemas.openxmlformats.org/drawingml/2006/main">
            <a:pPr>
              <a:defRPr sz="2175" b="0">
                <a:solidFill>
                  <a:srgbClr val="263D4D"/>
                </a:solidFill>
                <a:latin typeface="Yu Gothic"/>
                <a:ea typeface="Yu Gothic"/>
                <a:cs typeface="Yu Gothic"/>
              </a:defRPr>
            </a:pPr>
            <a:r>
              <a:rPr sz="2175" b="0">
                <a:solidFill>
                  <a:srgbClr val="263D4D"/>
                </a:solidFill>
                <a:latin typeface="Yu Gothic"/>
                <a:ea typeface="Yu Gothic"/>
                <a:cs typeface="Yu Gothic"/>
              </a:rPr>
              <a:t>短期間の3点だけで長期の法則を決めない</a:t>
            </a:r>
          </a:p>
        </p:txBody>
      </p:sp>
      <p:sp>
        <p:nvSpPr>
          <p:cNvPr id="5" name="">
            <a:extLst xmlns:a="http://schemas.openxmlformats.org/drawingml/2006/main">
              <a:ext uri="{FF2B5EF4-FFF2-40B4-BE49-F238E27FC236}">
                <a16:creationId xmlns:a16="http://schemas.microsoft.com/office/drawing/2014/main" id="{B8420295-B09B-4CCE-BDC1-512CF473800D}"/>
              </a:ext>
            </a:extLst>
          </p:cNvPr>
          <p:cNvSpPr>
            <a:spLocks xmlns:a="http://schemas.openxmlformats.org/drawingml/2006/main" noGrp="1"/>
          </p:cNvSpPr>
          <p:nvPr/>
        </p:nvSpPr>
        <p:spPr>
          <a:xfrm xmlns:a="http://schemas.openxmlformats.org/drawingml/2006/main">
            <a:off x="809625" y="359092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63D4D"/>
                </a:solidFill>
                <a:latin typeface="Yu Gothic"/>
                <a:ea typeface="Yu Gothic"/>
                <a:cs typeface="Yu Gothic"/>
              </a:defRPr>
            </a:defPPr>
            <a:lvl1pPr>
              <a:defRPr sz="2175" b="0">
                <a:solidFill>
                  <a:srgbClr val="263D4D"/>
                </a:solidFill>
                <a:latin typeface="Yu Gothic"/>
                <a:ea typeface="Yu Gothic"/>
                <a:cs typeface="Yu Gothic"/>
              </a:defRPr>
            </a:lvl1pPr>
            <a:lvl2pPr>
              <a:defRPr sz="2175" b="0">
                <a:solidFill>
                  <a:srgbClr val="263D4D"/>
                </a:solidFill>
                <a:latin typeface="Yu Gothic"/>
                <a:ea typeface="Yu Gothic"/>
                <a:cs typeface="Yu Gothic"/>
              </a:defRPr>
            </a:lvl2pPr>
            <a:lvl3pPr>
              <a:defRPr sz="2175" b="0">
                <a:solidFill>
                  <a:srgbClr val="263D4D"/>
                </a:solidFill>
                <a:latin typeface="Yu Gothic"/>
                <a:ea typeface="Yu Gothic"/>
                <a:cs typeface="Yu Gothic"/>
              </a:defRPr>
            </a:lvl3pPr>
            <a:lvl4pPr>
              <a:defRPr sz="2175" b="0">
                <a:solidFill>
                  <a:srgbClr val="263D4D"/>
                </a:solidFill>
                <a:latin typeface="Yu Gothic"/>
                <a:ea typeface="Yu Gothic"/>
                <a:cs typeface="Yu Gothic"/>
              </a:defRPr>
            </a:lvl4pPr>
            <a:lvl5pPr>
              <a:defRPr sz="2175" b="0">
                <a:solidFill>
                  <a:srgbClr val="263D4D"/>
                </a:solidFill>
                <a:latin typeface="Yu Gothic"/>
                <a:ea typeface="Yu Gothic"/>
                <a:cs typeface="Yu Gothic"/>
              </a:defRPr>
            </a:lvl5pPr>
            <a:lvl6pPr>
              <a:defRPr sz="2175" b="0">
                <a:solidFill>
                  <a:srgbClr val="263D4D"/>
                </a:solidFill>
                <a:latin typeface="Yu Gothic"/>
                <a:ea typeface="Yu Gothic"/>
                <a:cs typeface="Yu Gothic"/>
              </a:defRPr>
            </a:lvl6pPr>
            <a:lvl7pPr>
              <a:defRPr sz="2175" b="0">
                <a:solidFill>
                  <a:srgbClr val="263D4D"/>
                </a:solidFill>
                <a:latin typeface="Yu Gothic"/>
                <a:ea typeface="Yu Gothic"/>
                <a:cs typeface="Yu Gothic"/>
              </a:defRPr>
            </a:lvl7pPr>
            <a:lvl8pPr>
              <a:defRPr sz="2175" b="0">
                <a:solidFill>
                  <a:srgbClr val="263D4D"/>
                </a:solidFill>
                <a:latin typeface="Yu Gothic"/>
                <a:ea typeface="Yu Gothic"/>
                <a:cs typeface="Yu Gothic"/>
              </a:defRPr>
            </a:lvl8pPr>
            <a:lvl9pPr>
              <a:defRPr sz="2175" b="0">
                <a:solidFill>
                  <a:srgbClr val="263D4D"/>
                </a:solidFill>
                <a:latin typeface="Yu Gothic"/>
                <a:ea typeface="Yu Gothic"/>
                <a:cs typeface="Yu Gothic"/>
              </a:defRPr>
            </a:lvl9pPr>
          </a:lstStyle>
          <a:p xmlns:a="http://schemas.openxmlformats.org/drawingml/2006/main">
            <a:pPr>
              <a:defRPr sz="2175" b="0">
                <a:solidFill>
                  <a:srgbClr val="263D4D"/>
                </a:solidFill>
                <a:latin typeface="Yu Gothic"/>
                <a:ea typeface="Yu Gothic"/>
                <a:cs typeface="Yu Gothic"/>
              </a:defRPr>
            </a:pPr>
            <a:r>
              <a:rPr sz="2175" b="0">
                <a:solidFill>
                  <a:srgbClr val="263D4D"/>
                </a:solidFill>
                <a:latin typeface="Yu Gothic"/>
                <a:ea typeface="Yu Gothic"/>
                <a:cs typeface="Yu Gothic"/>
              </a:rPr>
              <a:t>荷重・温度・期間・破壊条件に合う情報が必要</a:t>
            </a:r>
          </a:p>
        </p:txBody>
      </p:sp>
      <p:sp>
        <p:nvSpPr>
          <p:cNvPr id="6" name="">
            <a:extLst xmlns:a="http://schemas.openxmlformats.org/drawingml/2006/main">
              <a:ext uri="{FF2B5EF4-FFF2-40B4-BE49-F238E27FC236}">
                <a16:creationId xmlns:a16="http://schemas.microsoft.com/office/drawing/2014/main" id="{E2C65401-582B-4C4E-85B9-40D7C4E44D21}"/>
              </a:ext>
            </a:extLst>
          </p:cNvPr>
          <p:cNvSpPr>
            <a:spLocks xmlns:a="http://schemas.openxmlformats.org/drawingml/2006/main" noGrp="1"/>
          </p:cNvSpPr>
          <p:nvPr/>
        </p:nvSpPr>
        <p:spPr>
          <a:xfrm xmlns:a="http://schemas.openxmlformats.org/drawingml/2006/main">
            <a:off x="809625" y="450532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63D4D"/>
                </a:solidFill>
                <a:latin typeface="Yu Gothic"/>
                <a:ea typeface="Yu Gothic"/>
                <a:cs typeface="Yu Gothic"/>
              </a:defRPr>
            </a:defPPr>
            <a:lvl1pPr>
              <a:defRPr sz="2175" b="0">
                <a:solidFill>
                  <a:srgbClr val="263D4D"/>
                </a:solidFill>
                <a:latin typeface="Yu Gothic"/>
                <a:ea typeface="Yu Gothic"/>
                <a:cs typeface="Yu Gothic"/>
              </a:defRPr>
            </a:lvl1pPr>
            <a:lvl2pPr>
              <a:defRPr sz="2175" b="0">
                <a:solidFill>
                  <a:srgbClr val="263D4D"/>
                </a:solidFill>
                <a:latin typeface="Yu Gothic"/>
                <a:ea typeface="Yu Gothic"/>
                <a:cs typeface="Yu Gothic"/>
              </a:defRPr>
            </a:lvl2pPr>
            <a:lvl3pPr>
              <a:defRPr sz="2175" b="0">
                <a:solidFill>
                  <a:srgbClr val="263D4D"/>
                </a:solidFill>
                <a:latin typeface="Yu Gothic"/>
                <a:ea typeface="Yu Gothic"/>
                <a:cs typeface="Yu Gothic"/>
              </a:defRPr>
            </a:lvl3pPr>
            <a:lvl4pPr>
              <a:defRPr sz="2175" b="0">
                <a:solidFill>
                  <a:srgbClr val="263D4D"/>
                </a:solidFill>
                <a:latin typeface="Yu Gothic"/>
                <a:ea typeface="Yu Gothic"/>
                <a:cs typeface="Yu Gothic"/>
              </a:defRPr>
            </a:lvl4pPr>
            <a:lvl5pPr>
              <a:defRPr sz="2175" b="0">
                <a:solidFill>
                  <a:srgbClr val="263D4D"/>
                </a:solidFill>
                <a:latin typeface="Yu Gothic"/>
                <a:ea typeface="Yu Gothic"/>
                <a:cs typeface="Yu Gothic"/>
              </a:defRPr>
            </a:lvl5pPr>
            <a:lvl6pPr>
              <a:defRPr sz="2175" b="0">
                <a:solidFill>
                  <a:srgbClr val="263D4D"/>
                </a:solidFill>
                <a:latin typeface="Yu Gothic"/>
                <a:ea typeface="Yu Gothic"/>
                <a:cs typeface="Yu Gothic"/>
              </a:defRPr>
            </a:lvl6pPr>
            <a:lvl7pPr>
              <a:defRPr sz="2175" b="0">
                <a:solidFill>
                  <a:srgbClr val="263D4D"/>
                </a:solidFill>
                <a:latin typeface="Yu Gothic"/>
                <a:ea typeface="Yu Gothic"/>
                <a:cs typeface="Yu Gothic"/>
              </a:defRPr>
            </a:lvl7pPr>
            <a:lvl8pPr>
              <a:defRPr sz="2175" b="0">
                <a:solidFill>
                  <a:srgbClr val="263D4D"/>
                </a:solidFill>
                <a:latin typeface="Yu Gothic"/>
                <a:ea typeface="Yu Gothic"/>
                <a:cs typeface="Yu Gothic"/>
              </a:defRPr>
            </a:lvl8pPr>
            <a:lvl9pPr>
              <a:defRPr sz="2175" b="0">
                <a:solidFill>
                  <a:srgbClr val="263D4D"/>
                </a:solidFill>
                <a:latin typeface="Yu Gothic"/>
                <a:ea typeface="Yu Gothic"/>
                <a:cs typeface="Yu Gothic"/>
              </a:defRPr>
            </a:lvl9pPr>
          </a:lstStyle>
          <a:p xmlns:a="http://schemas.openxmlformats.org/drawingml/2006/main">
            <a:pPr>
              <a:defRPr sz="2175" b="0">
                <a:solidFill>
                  <a:srgbClr val="263D4D"/>
                </a:solidFill>
                <a:latin typeface="Yu Gothic"/>
                <a:ea typeface="Yu Gothic"/>
                <a:cs typeface="Yu Gothic"/>
              </a:defRPr>
            </a:pPr>
            <a:r>
              <a:rPr sz="2175" b="0">
                <a:solidFill>
                  <a:srgbClr val="263D4D"/>
                </a:solidFill>
                <a:latin typeface="Yu Gothic"/>
                <a:ea typeface="Yu Gothic"/>
                <a:cs typeface="Yu Gothic"/>
              </a:rPr>
              <a:t>許される変形量と点検・交換の計画を加える</a:t>
            </a:r>
          </a:p>
        </p:txBody>
      </p:sp>
      <p:sp>
        <p:nvSpPr>
          <p:cNvPr id="7" name="">
            <a:extLst xmlns:a="http://schemas.openxmlformats.org/drawingml/2006/main">
              <a:ext uri="{FF2B5EF4-FFF2-40B4-BE49-F238E27FC236}">
                <a16:creationId xmlns:a16="http://schemas.microsoft.com/office/drawing/2014/main" id="{5A1B8EA7-BDD4-438B-A310-B25157AF43DF}"/>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defRPr sz="1575" b="0">
                <a:solidFill>
                  <a:srgbClr val="71818B"/>
                </a:solidFill>
                <a:latin typeface="Yu Gothic"/>
                <a:ea typeface="Yu Gothic"/>
                <a:cs typeface="Yu Gothic"/>
              </a:defRPr>
            </a:lvl1pPr>
            <a:lvl2pPr>
              <a:defRPr sz="1575" b="0">
                <a:solidFill>
                  <a:srgbClr val="71818B"/>
                </a:solidFill>
                <a:latin typeface="Yu Gothic"/>
                <a:ea typeface="Yu Gothic"/>
                <a:cs typeface="Yu Gothic"/>
              </a:defRPr>
            </a:lvl2pPr>
            <a:lvl3pPr>
              <a:defRPr sz="1575" b="0">
                <a:solidFill>
                  <a:srgbClr val="71818B"/>
                </a:solidFill>
                <a:latin typeface="Yu Gothic"/>
                <a:ea typeface="Yu Gothic"/>
                <a:cs typeface="Yu Gothic"/>
              </a:defRPr>
            </a:lvl3pPr>
            <a:lvl4pPr>
              <a:defRPr sz="1575" b="0">
                <a:solidFill>
                  <a:srgbClr val="71818B"/>
                </a:solidFill>
                <a:latin typeface="Yu Gothic"/>
                <a:ea typeface="Yu Gothic"/>
                <a:cs typeface="Yu Gothic"/>
              </a:defRPr>
            </a:lvl4pPr>
            <a:lvl5pPr>
              <a:defRPr sz="1575" b="0">
                <a:solidFill>
                  <a:srgbClr val="71818B"/>
                </a:solidFill>
                <a:latin typeface="Yu Gothic"/>
                <a:ea typeface="Yu Gothic"/>
                <a:cs typeface="Yu Gothic"/>
              </a:defRPr>
            </a:lvl5pPr>
            <a:lvl6pPr>
              <a:defRPr sz="1575" b="0">
                <a:solidFill>
                  <a:srgbClr val="71818B"/>
                </a:solidFill>
                <a:latin typeface="Yu Gothic"/>
                <a:ea typeface="Yu Gothic"/>
                <a:cs typeface="Yu Gothic"/>
              </a:defRPr>
            </a:lvl6pPr>
            <a:lvl7pPr>
              <a:defRPr sz="1575" b="0">
                <a:solidFill>
                  <a:srgbClr val="71818B"/>
                </a:solidFill>
                <a:latin typeface="Yu Gothic"/>
                <a:ea typeface="Yu Gothic"/>
                <a:cs typeface="Yu Gothic"/>
              </a:defRPr>
            </a:lvl7pPr>
            <a:lvl8pPr>
              <a:defRPr sz="1575" b="0">
                <a:solidFill>
                  <a:srgbClr val="71818B"/>
                </a:solidFill>
                <a:latin typeface="Yu Gothic"/>
                <a:ea typeface="Yu Gothic"/>
                <a:cs typeface="Yu Gothic"/>
              </a:defRPr>
            </a:lvl8pPr>
            <a:lvl9pPr>
              <a:defRPr sz="1575" b="0">
                <a:solidFill>
                  <a:srgbClr val="71818B"/>
                </a:solidFill>
                <a:latin typeface="Yu Gothic"/>
                <a:ea typeface="Yu Gothic"/>
                <a:cs typeface="Yu Gothic"/>
              </a:defRPr>
            </a:lvl9pPr>
          </a:lstStyle>
          <a:p xmlns:a="http://schemas.openxmlformats.org/drawingml/2006/main">
            <a:pPr>
              <a:defRPr sz="1575" b="0">
                <a:solidFill>
                  <a:srgbClr val="71818B"/>
                </a:solidFill>
                <a:latin typeface="Yu Gothic"/>
                <a:ea typeface="Yu Gothic"/>
                <a:cs typeface="Yu Gothic"/>
              </a:defRPr>
            </a:pPr>
            <a:r>
              <a:rPr sz="1575" b="0">
                <a:solidFill>
                  <a:srgbClr val="71818B"/>
                </a:solidFill>
                <a:latin typeface="Yu Gothic"/>
                <a:ea typeface="Yu Gothic"/>
                <a:cs typeface="Yu Gothic"/>
              </a:rPr>
              <a:t>本編の参照スライド：10・11・12・13・16</a:t>
            </a:r>
          </a:p>
        </p:txBody>
      </p:sp>
      <p:sp>
        <p:nvSpPr>
          <p:cNvPr id="8" name="">
            <a:extLst xmlns:a="http://schemas.openxmlformats.org/drawingml/2006/main">
              <a:ext uri="{FF2B5EF4-FFF2-40B4-BE49-F238E27FC236}">
                <a16:creationId xmlns:a16="http://schemas.microsoft.com/office/drawing/2014/main" id="{82E33E78-6C1F-443D-AB6D-E23CB08A4D1D}"/>
              </a:ext>
            </a:extLst>
          </p:cNvPr>
          <p:cNvSpPr>
            <a:spLocks xmlns:a="http://schemas.openxmlformats.org/drawingml/2006/main" noGrp="1"/>
          </p:cNvSpPr>
          <p:nvPr/>
        </p:nvSpPr>
        <p:spPr>
          <a:xfrm xmlns:a="http://schemas.openxmlformats.org/drawingml/2006/main">
            <a:off x="685800" y="6353175"/>
            <a:ext cx="904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第8回</a:t>
            </a:r>
          </a:p>
        </p:txBody>
      </p:sp>
      <p:sp>
        <p:nvSpPr>
          <p:cNvPr id="9" name="">
            <a:extLst xmlns:a="http://schemas.openxmlformats.org/drawingml/2006/main">
              <a:ext uri="{FF2B5EF4-FFF2-40B4-BE49-F238E27FC236}">
                <a16:creationId xmlns:a16="http://schemas.microsoft.com/office/drawing/2014/main" id="{B2065153-4E2C-41B0-A707-2D6D297F4EF9}"/>
              </a:ext>
            </a:extLst>
          </p:cNvPr>
          <p:cNvSpPr>
            <a:spLocks xmlns:a="http://schemas.openxmlformats.org/drawingml/2006/main" noGrp="1"/>
          </p:cNvSpPr>
          <p:nvPr/>
        </p:nvSpPr>
        <p:spPr>
          <a:xfrm xmlns:a="http://schemas.openxmlformats.org/drawingml/2006/main">
            <a:off x="10477500" y="635317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34 / 43</a:t>
            </a:r>
          </a:p>
        </p:txBody>
      </p:sp>
    </p:spTree>
    <p:extLst>
      <p:ext uri="{BB962C8B-B14F-4D97-AF65-F5344CB8AC3E}">
        <p14:creationId xmlns:p14="http://schemas.microsoft.com/office/powerpoint/2010/main" val="1833373074"/>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9423F25-0A55-46D4-8801-BCB59B4DD480}"/>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700" b="1">
                <a:solidFill>
                  <a:srgbClr val="193B59"/>
                </a:solidFill>
                <a:latin typeface="Yu Gothic"/>
                <a:ea typeface="Yu Gothic"/>
                <a:cs typeface="Yu Gothic"/>
              </a:defRPr>
            </a:defPPr>
            <a:lvl1pPr>
              <a:defRPr sz="2700" b="1">
                <a:solidFill>
                  <a:srgbClr val="193B59"/>
                </a:solidFill>
                <a:latin typeface="Yu Gothic"/>
                <a:ea typeface="Yu Gothic"/>
                <a:cs typeface="Yu Gothic"/>
              </a:defRPr>
            </a:lvl1pPr>
            <a:lvl2pPr>
              <a:defRPr sz="2700" b="1">
                <a:solidFill>
                  <a:srgbClr val="193B59"/>
                </a:solidFill>
                <a:latin typeface="Yu Gothic"/>
                <a:ea typeface="Yu Gothic"/>
                <a:cs typeface="Yu Gothic"/>
              </a:defRPr>
            </a:lvl2pPr>
            <a:lvl3pPr>
              <a:defRPr sz="2700" b="1">
                <a:solidFill>
                  <a:srgbClr val="193B59"/>
                </a:solidFill>
                <a:latin typeface="Yu Gothic"/>
                <a:ea typeface="Yu Gothic"/>
                <a:cs typeface="Yu Gothic"/>
              </a:defRPr>
            </a:lvl3pPr>
            <a:lvl4pPr>
              <a:defRPr sz="2700" b="1">
                <a:solidFill>
                  <a:srgbClr val="193B59"/>
                </a:solidFill>
                <a:latin typeface="Yu Gothic"/>
                <a:ea typeface="Yu Gothic"/>
                <a:cs typeface="Yu Gothic"/>
              </a:defRPr>
            </a:lvl4pPr>
            <a:lvl5pPr>
              <a:defRPr sz="2700" b="1">
                <a:solidFill>
                  <a:srgbClr val="193B59"/>
                </a:solidFill>
                <a:latin typeface="Yu Gothic"/>
                <a:ea typeface="Yu Gothic"/>
                <a:cs typeface="Yu Gothic"/>
              </a:defRPr>
            </a:lvl5pPr>
            <a:lvl6pPr>
              <a:defRPr sz="2700" b="1">
                <a:solidFill>
                  <a:srgbClr val="193B59"/>
                </a:solidFill>
                <a:latin typeface="Yu Gothic"/>
                <a:ea typeface="Yu Gothic"/>
                <a:cs typeface="Yu Gothic"/>
              </a:defRPr>
            </a:lvl6pPr>
            <a:lvl7pPr>
              <a:defRPr sz="2700" b="1">
                <a:solidFill>
                  <a:srgbClr val="193B59"/>
                </a:solidFill>
                <a:latin typeface="Yu Gothic"/>
                <a:ea typeface="Yu Gothic"/>
                <a:cs typeface="Yu Gothic"/>
              </a:defRPr>
            </a:lvl7pPr>
            <a:lvl8pPr>
              <a:defRPr sz="2700" b="1">
                <a:solidFill>
                  <a:srgbClr val="193B59"/>
                </a:solidFill>
                <a:latin typeface="Yu Gothic"/>
                <a:ea typeface="Yu Gothic"/>
                <a:cs typeface="Yu Gothic"/>
              </a:defRPr>
            </a:lvl8pPr>
            <a:lvl9pPr>
              <a:defRPr sz="2700" b="1">
                <a:solidFill>
                  <a:srgbClr val="193B59"/>
                </a:solidFill>
                <a:latin typeface="Yu Gothic"/>
                <a:ea typeface="Yu Gothic"/>
                <a:cs typeface="Yu Gothic"/>
              </a:defRPr>
            </a:lvl9pPr>
          </a:lstStyle>
          <a:p xmlns:a="http://schemas.openxmlformats.org/drawingml/2006/main">
            <a:pPr>
              <a:defRPr sz="2700" b="1">
                <a:solidFill>
                  <a:srgbClr val="193B59"/>
                </a:solidFill>
                <a:latin typeface="Yu Gothic"/>
                <a:ea typeface="Yu Gothic"/>
                <a:cs typeface="Yu Gothic"/>
              </a:defRPr>
            </a:pPr>
            <a:r>
              <a:rPr sz="2700" b="1">
                <a:solidFill>
                  <a:srgbClr val="193B59"/>
                </a:solidFill>
                <a:latin typeface="Yu Gothic"/>
                <a:ea typeface="Yu Gothic"/>
                <a:cs typeface="Yu Gothic"/>
              </a:rPr>
              <a:t>想定問題5　原料由来と生分解性の分類</a:t>
            </a:r>
          </a:p>
        </p:txBody>
      </p:sp>
      <p:sp>
        <p:nvSpPr>
          <p:cNvPr id="2" name="">
            <a:extLst xmlns:a="http://schemas.openxmlformats.org/drawingml/2006/main">
              <a:ext uri="{FF2B5EF4-FFF2-40B4-BE49-F238E27FC236}">
                <a16:creationId xmlns:a16="http://schemas.microsoft.com/office/drawing/2014/main" id="{BDAF279E-7E61-412B-88FC-942822B054C1}"/>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558B77AD-2805-49BE-BE31-9F4E532B4F60}"/>
              </a:ext>
            </a:extLst>
          </p:cNvPr>
          <p:cNvSpPr>
            <a:spLocks xmlns:a="http://schemas.openxmlformats.org/drawingml/2006/main" noGrp="1"/>
          </p:cNvSpPr>
          <p:nvPr/>
        </p:nvSpPr>
        <p:spPr>
          <a:xfrm xmlns:a="http://schemas.openxmlformats.org/drawingml/2006/main">
            <a:off x="809625" y="1762125"/>
            <a:ext cx="1057275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63D4D"/>
                </a:solidFill>
                <a:latin typeface="Yu Gothic"/>
                <a:ea typeface="Yu Gothic"/>
                <a:cs typeface="Yu Gothic"/>
              </a:defRPr>
            </a:defPPr>
            <a:lvl1pPr>
              <a:defRPr sz="2325" b="0">
                <a:solidFill>
                  <a:srgbClr val="263D4D"/>
                </a:solidFill>
                <a:latin typeface="Yu Gothic"/>
                <a:ea typeface="Yu Gothic"/>
                <a:cs typeface="Yu Gothic"/>
              </a:defRPr>
            </a:lvl1pPr>
            <a:lvl2pPr>
              <a:defRPr sz="2325" b="0">
                <a:solidFill>
                  <a:srgbClr val="263D4D"/>
                </a:solidFill>
                <a:latin typeface="Yu Gothic"/>
                <a:ea typeface="Yu Gothic"/>
                <a:cs typeface="Yu Gothic"/>
              </a:defRPr>
            </a:lvl2pPr>
            <a:lvl3pPr>
              <a:defRPr sz="2325" b="0">
                <a:solidFill>
                  <a:srgbClr val="263D4D"/>
                </a:solidFill>
                <a:latin typeface="Yu Gothic"/>
                <a:ea typeface="Yu Gothic"/>
                <a:cs typeface="Yu Gothic"/>
              </a:defRPr>
            </a:lvl3pPr>
            <a:lvl4pPr>
              <a:defRPr sz="2325" b="0">
                <a:solidFill>
                  <a:srgbClr val="263D4D"/>
                </a:solidFill>
                <a:latin typeface="Yu Gothic"/>
                <a:ea typeface="Yu Gothic"/>
                <a:cs typeface="Yu Gothic"/>
              </a:defRPr>
            </a:lvl4pPr>
            <a:lvl5pPr>
              <a:defRPr sz="2325" b="0">
                <a:solidFill>
                  <a:srgbClr val="263D4D"/>
                </a:solidFill>
                <a:latin typeface="Yu Gothic"/>
                <a:ea typeface="Yu Gothic"/>
                <a:cs typeface="Yu Gothic"/>
              </a:defRPr>
            </a:lvl5pPr>
            <a:lvl6pPr>
              <a:defRPr sz="2325" b="0">
                <a:solidFill>
                  <a:srgbClr val="263D4D"/>
                </a:solidFill>
                <a:latin typeface="Yu Gothic"/>
                <a:ea typeface="Yu Gothic"/>
                <a:cs typeface="Yu Gothic"/>
              </a:defRPr>
            </a:lvl6pPr>
            <a:lvl7pPr>
              <a:defRPr sz="2325" b="0">
                <a:solidFill>
                  <a:srgbClr val="263D4D"/>
                </a:solidFill>
                <a:latin typeface="Yu Gothic"/>
                <a:ea typeface="Yu Gothic"/>
                <a:cs typeface="Yu Gothic"/>
              </a:defRPr>
            </a:lvl7pPr>
            <a:lvl8pPr>
              <a:defRPr sz="2325" b="0">
                <a:solidFill>
                  <a:srgbClr val="263D4D"/>
                </a:solidFill>
                <a:latin typeface="Yu Gothic"/>
                <a:ea typeface="Yu Gothic"/>
                <a:cs typeface="Yu Gothic"/>
              </a:defRPr>
            </a:lvl8pPr>
            <a:lvl9pPr>
              <a:defRPr sz="2325" b="0">
                <a:solidFill>
                  <a:srgbClr val="263D4D"/>
                </a:solidFill>
                <a:latin typeface="Yu Gothic"/>
                <a:ea typeface="Yu Gothic"/>
                <a:cs typeface="Yu Gothic"/>
              </a:defRPr>
            </a:lvl9pPr>
          </a:lstStyle>
          <a:p xmlns:a="http://schemas.openxmlformats.org/drawingml/2006/main">
            <a:pPr>
              <a:defRPr sz="2325" b="0">
                <a:solidFill>
                  <a:srgbClr val="263D4D"/>
                </a:solidFill>
                <a:latin typeface="Yu Gothic"/>
                <a:ea typeface="Yu Gothic"/>
                <a:cs typeface="Yu Gothic"/>
              </a:defRPr>
            </a:pPr>
            <a:r>
              <a:rPr sz="2325" b="0">
                <a:solidFill>
                  <a:srgbClr val="263D4D"/>
                </a:solidFill>
                <a:latin typeface="Yu Gothic"/>
                <a:ea typeface="Yu Gothic"/>
                <a:cs typeface="Yu Gothic"/>
              </a:rPr>
              <a:t>仮想材料A：植物由来・非生分解、B：化石由来・生分解性、C：植物由来・生分解性。二軸の表に分類し、環境面の順位を決められるか説明する。</a:t>
            </a:r>
          </a:p>
        </p:txBody>
      </p:sp>
      <p:sp>
        <p:nvSpPr>
          <p:cNvPr id="4" name="">
            <a:extLst xmlns:a="http://schemas.openxmlformats.org/drawingml/2006/main">
              <a:ext uri="{FF2B5EF4-FFF2-40B4-BE49-F238E27FC236}">
                <a16:creationId xmlns:a16="http://schemas.microsoft.com/office/drawing/2014/main" id="{8CCA5B68-BB1F-43BF-9C67-0631C9A5BCD2}"/>
              </a:ext>
            </a:extLst>
          </p:cNvPr>
          <p:cNvSpPr>
            <a:spLocks xmlns:a="http://schemas.openxmlformats.org/drawingml/2006/main" noGrp="1"/>
          </p:cNvSpPr>
          <p:nvPr/>
        </p:nvSpPr>
        <p:spPr>
          <a:xfrm xmlns:a="http://schemas.openxmlformats.org/drawingml/2006/main">
            <a:off x="809625" y="50958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1">
                <a:solidFill>
                  <a:srgbClr val="087E8B"/>
                </a:solidFill>
                <a:latin typeface="Yu Gothic"/>
                <a:ea typeface="Yu Gothic"/>
                <a:cs typeface="Yu Gothic"/>
              </a:defRPr>
            </a:defPPr>
            <a:lvl1pPr>
              <a:defRPr sz="2100" b="1">
                <a:solidFill>
                  <a:srgbClr val="087E8B"/>
                </a:solidFill>
                <a:latin typeface="Yu Gothic"/>
                <a:ea typeface="Yu Gothic"/>
                <a:cs typeface="Yu Gothic"/>
              </a:defRPr>
            </a:lvl1pPr>
            <a:lvl2pPr>
              <a:defRPr sz="2100" b="1">
                <a:solidFill>
                  <a:srgbClr val="087E8B"/>
                </a:solidFill>
                <a:latin typeface="Yu Gothic"/>
                <a:ea typeface="Yu Gothic"/>
                <a:cs typeface="Yu Gothic"/>
              </a:defRPr>
            </a:lvl2pPr>
            <a:lvl3pPr>
              <a:defRPr sz="2100" b="1">
                <a:solidFill>
                  <a:srgbClr val="087E8B"/>
                </a:solidFill>
                <a:latin typeface="Yu Gothic"/>
                <a:ea typeface="Yu Gothic"/>
                <a:cs typeface="Yu Gothic"/>
              </a:defRPr>
            </a:lvl3pPr>
            <a:lvl4pPr>
              <a:defRPr sz="2100" b="1">
                <a:solidFill>
                  <a:srgbClr val="087E8B"/>
                </a:solidFill>
                <a:latin typeface="Yu Gothic"/>
                <a:ea typeface="Yu Gothic"/>
                <a:cs typeface="Yu Gothic"/>
              </a:defRPr>
            </a:lvl4pPr>
            <a:lvl5pPr>
              <a:defRPr sz="2100" b="1">
                <a:solidFill>
                  <a:srgbClr val="087E8B"/>
                </a:solidFill>
                <a:latin typeface="Yu Gothic"/>
                <a:ea typeface="Yu Gothic"/>
                <a:cs typeface="Yu Gothic"/>
              </a:defRPr>
            </a:lvl5pPr>
            <a:lvl6pPr>
              <a:defRPr sz="2100" b="1">
                <a:solidFill>
                  <a:srgbClr val="087E8B"/>
                </a:solidFill>
                <a:latin typeface="Yu Gothic"/>
                <a:ea typeface="Yu Gothic"/>
                <a:cs typeface="Yu Gothic"/>
              </a:defRPr>
            </a:lvl6pPr>
            <a:lvl7pPr>
              <a:defRPr sz="2100" b="1">
                <a:solidFill>
                  <a:srgbClr val="087E8B"/>
                </a:solidFill>
                <a:latin typeface="Yu Gothic"/>
                <a:ea typeface="Yu Gothic"/>
                <a:cs typeface="Yu Gothic"/>
              </a:defRPr>
            </a:lvl7pPr>
            <a:lvl8pPr>
              <a:defRPr sz="2100" b="1">
                <a:solidFill>
                  <a:srgbClr val="087E8B"/>
                </a:solidFill>
                <a:latin typeface="Yu Gothic"/>
                <a:ea typeface="Yu Gothic"/>
                <a:cs typeface="Yu Gothic"/>
              </a:defRPr>
            </a:lvl8pPr>
            <a:lvl9pPr>
              <a:defRPr sz="2100" b="1">
                <a:solidFill>
                  <a:srgbClr val="087E8B"/>
                </a:solidFill>
                <a:latin typeface="Yu Gothic"/>
                <a:ea typeface="Yu Gothic"/>
                <a:cs typeface="Yu Gothic"/>
              </a:defRPr>
            </a:lvl9pPr>
          </a:lstStyle>
          <a:p xmlns:a="http://schemas.openxmlformats.org/drawingml/2006/main">
            <a:pPr>
              <a:defRPr sz="2100" b="1">
                <a:solidFill>
                  <a:srgbClr val="087E8B"/>
                </a:solidFill>
                <a:latin typeface="Yu Gothic"/>
                <a:ea typeface="Yu Gothic"/>
                <a:cs typeface="Yu Gothic"/>
              </a:defRPr>
            </a:pPr>
            <a:r>
              <a:rPr sz="2100" b="1">
                <a:solidFill>
                  <a:srgbClr val="087E8B"/>
                </a:solidFill>
                <a:latin typeface="Yu Gothic"/>
                <a:ea typeface="Yu Gothic"/>
                <a:cs typeface="Yu Gothic"/>
              </a:rPr>
              <a:t>図・途中式・判断の理由を記録する</a:t>
            </a:r>
          </a:p>
        </p:txBody>
      </p:sp>
      <p:sp>
        <p:nvSpPr>
          <p:cNvPr id="5" name="">
            <a:extLst xmlns:a="http://schemas.openxmlformats.org/drawingml/2006/main">
              <a:ext uri="{FF2B5EF4-FFF2-40B4-BE49-F238E27FC236}">
                <a16:creationId xmlns:a16="http://schemas.microsoft.com/office/drawing/2014/main" id="{215F9609-CE42-4C5E-B3FD-78F1EC0002D3}"/>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defRPr sz="1575" b="0">
                <a:solidFill>
                  <a:srgbClr val="71818B"/>
                </a:solidFill>
                <a:latin typeface="Yu Gothic"/>
                <a:ea typeface="Yu Gothic"/>
                <a:cs typeface="Yu Gothic"/>
              </a:defRPr>
            </a:lvl1pPr>
            <a:lvl2pPr>
              <a:defRPr sz="1575" b="0">
                <a:solidFill>
                  <a:srgbClr val="71818B"/>
                </a:solidFill>
                <a:latin typeface="Yu Gothic"/>
                <a:ea typeface="Yu Gothic"/>
                <a:cs typeface="Yu Gothic"/>
              </a:defRPr>
            </a:lvl2pPr>
            <a:lvl3pPr>
              <a:defRPr sz="1575" b="0">
                <a:solidFill>
                  <a:srgbClr val="71818B"/>
                </a:solidFill>
                <a:latin typeface="Yu Gothic"/>
                <a:ea typeface="Yu Gothic"/>
                <a:cs typeface="Yu Gothic"/>
              </a:defRPr>
            </a:lvl3pPr>
            <a:lvl4pPr>
              <a:defRPr sz="1575" b="0">
                <a:solidFill>
                  <a:srgbClr val="71818B"/>
                </a:solidFill>
                <a:latin typeface="Yu Gothic"/>
                <a:ea typeface="Yu Gothic"/>
                <a:cs typeface="Yu Gothic"/>
              </a:defRPr>
            </a:lvl4pPr>
            <a:lvl5pPr>
              <a:defRPr sz="1575" b="0">
                <a:solidFill>
                  <a:srgbClr val="71818B"/>
                </a:solidFill>
                <a:latin typeface="Yu Gothic"/>
                <a:ea typeface="Yu Gothic"/>
                <a:cs typeface="Yu Gothic"/>
              </a:defRPr>
            </a:lvl5pPr>
            <a:lvl6pPr>
              <a:defRPr sz="1575" b="0">
                <a:solidFill>
                  <a:srgbClr val="71818B"/>
                </a:solidFill>
                <a:latin typeface="Yu Gothic"/>
                <a:ea typeface="Yu Gothic"/>
                <a:cs typeface="Yu Gothic"/>
              </a:defRPr>
            </a:lvl6pPr>
            <a:lvl7pPr>
              <a:defRPr sz="1575" b="0">
                <a:solidFill>
                  <a:srgbClr val="71818B"/>
                </a:solidFill>
                <a:latin typeface="Yu Gothic"/>
                <a:ea typeface="Yu Gothic"/>
                <a:cs typeface="Yu Gothic"/>
              </a:defRPr>
            </a:lvl7pPr>
            <a:lvl8pPr>
              <a:defRPr sz="1575" b="0">
                <a:solidFill>
                  <a:srgbClr val="71818B"/>
                </a:solidFill>
                <a:latin typeface="Yu Gothic"/>
                <a:ea typeface="Yu Gothic"/>
                <a:cs typeface="Yu Gothic"/>
              </a:defRPr>
            </a:lvl8pPr>
            <a:lvl9pPr>
              <a:defRPr sz="1575" b="0">
                <a:solidFill>
                  <a:srgbClr val="71818B"/>
                </a:solidFill>
                <a:latin typeface="Yu Gothic"/>
                <a:ea typeface="Yu Gothic"/>
                <a:cs typeface="Yu Gothic"/>
              </a:defRPr>
            </a:lvl9pPr>
          </a:lstStyle>
          <a:p xmlns:a="http://schemas.openxmlformats.org/drawingml/2006/main">
            <a:pPr>
              <a:defRPr sz="1575" b="0">
                <a:solidFill>
                  <a:srgbClr val="71818B"/>
                </a:solidFill>
                <a:latin typeface="Yu Gothic"/>
                <a:ea typeface="Yu Gothic"/>
                <a:cs typeface="Yu Gothic"/>
              </a:defRPr>
            </a:pPr>
            <a:r>
              <a:rPr sz="1575" b="0">
                <a:solidFill>
                  <a:srgbClr val="71818B"/>
                </a:solidFill>
                <a:latin typeface="Yu Gothic"/>
                <a:ea typeface="Yu Gothic"/>
                <a:cs typeface="Yu Gothic"/>
              </a:rPr>
              <a:t>教員採用試験を意識したオリジナル問題。実際の過去問・正式な提出課題とは別。</a:t>
            </a:r>
          </a:p>
        </p:txBody>
      </p:sp>
      <p:sp>
        <p:nvSpPr>
          <p:cNvPr id="6" name="">
            <a:extLst xmlns:a="http://schemas.openxmlformats.org/drawingml/2006/main">
              <a:ext uri="{FF2B5EF4-FFF2-40B4-BE49-F238E27FC236}">
                <a16:creationId xmlns:a16="http://schemas.microsoft.com/office/drawing/2014/main" id="{68DADCB8-AFEC-4737-AEF7-AB9FDF97A43C}"/>
              </a:ext>
            </a:extLst>
          </p:cNvPr>
          <p:cNvSpPr>
            <a:spLocks xmlns:a="http://schemas.openxmlformats.org/drawingml/2006/main" noGrp="1"/>
          </p:cNvSpPr>
          <p:nvPr/>
        </p:nvSpPr>
        <p:spPr>
          <a:xfrm xmlns:a="http://schemas.openxmlformats.org/drawingml/2006/main">
            <a:off x="685800" y="6353175"/>
            <a:ext cx="904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第8回</a:t>
            </a:r>
          </a:p>
        </p:txBody>
      </p:sp>
      <p:sp>
        <p:nvSpPr>
          <p:cNvPr id="7" name="">
            <a:extLst xmlns:a="http://schemas.openxmlformats.org/drawingml/2006/main">
              <a:ext uri="{FF2B5EF4-FFF2-40B4-BE49-F238E27FC236}">
                <a16:creationId xmlns:a16="http://schemas.microsoft.com/office/drawing/2014/main" id="{6BBFD22E-24E0-4771-838C-03428D23F6BE}"/>
              </a:ext>
            </a:extLst>
          </p:cNvPr>
          <p:cNvSpPr>
            <a:spLocks xmlns:a="http://schemas.openxmlformats.org/drawingml/2006/main" noGrp="1"/>
          </p:cNvSpPr>
          <p:nvPr/>
        </p:nvSpPr>
        <p:spPr>
          <a:xfrm xmlns:a="http://schemas.openxmlformats.org/drawingml/2006/main">
            <a:off x="10477500" y="635317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35 / 43</a:t>
            </a:r>
          </a:p>
        </p:txBody>
      </p:sp>
    </p:spTree>
    <p:extLst>
      <p:ext uri="{BB962C8B-B14F-4D97-AF65-F5344CB8AC3E}">
        <p14:creationId xmlns:p14="http://schemas.microsoft.com/office/powerpoint/2010/main" val="1046933898"/>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71B9B8FF-4E3F-4AF0-A64F-F88D36102BAB}"/>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700" b="1">
                <a:solidFill>
                  <a:srgbClr val="193B59"/>
                </a:solidFill>
                <a:latin typeface="Yu Gothic"/>
                <a:ea typeface="Yu Gothic"/>
                <a:cs typeface="Yu Gothic"/>
              </a:defRPr>
            </a:defPPr>
            <a:lvl1pPr>
              <a:defRPr sz="2700" b="1">
                <a:solidFill>
                  <a:srgbClr val="193B59"/>
                </a:solidFill>
                <a:latin typeface="Yu Gothic"/>
                <a:ea typeface="Yu Gothic"/>
                <a:cs typeface="Yu Gothic"/>
              </a:defRPr>
            </a:lvl1pPr>
            <a:lvl2pPr>
              <a:defRPr sz="2700" b="1">
                <a:solidFill>
                  <a:srgbClr val="193B59"/>
                </a:solidFill>
                <a:latin typeface="Yu Gothic"/>
                <a:ea typeface="Yu Gothic"/>
                <a:cs typeface="Yu Gothic"/>
              </a:defRPr>
            </a:lvl2pPr>
            <a:lvl3pPr>
              <a:defRPr sz="2700" b="1">
                <a:solidFill>
                  <a:srgbClr val="193B59"/>
                </a:solidFill>
                <a:latin typeface="Yu Gothic"/>
                <a:ea typeface="Yu Gothic"/>
                <a:cs typeface="Yu Gothic"/>
              </a:defRPr>
            </a:lvl3pPr>
            <a:lvl4pPr>
              <a:defRPr sz="2700" b="1">
                <a:solidFill>
                  <a:srgbClr val="193B59"/>
                </a:solidFill>
                <a:latin typeface="Yu Gothic"/>
                <a:ea typeface="Yu Gothic"/>
                <a:cs typeface="Yu Gothic"/>
              </a:defRPr>
            </a:lvl4pPr>
            <a:lvl5pPr>
              <a:defRPr sz="2700" b="1">
                <a:solidFill>
                  <a:srgbClr val="193B59"/>
                </a:solidFill>
                <a:latin typeface="Yu Gothic"/>
                <a:ea typeface="Yu Gothic"/>
                <a:cs typeface="Yu Gothic"/>
              </a:defRPr>
            </a:lvl5pPr>
            <a:lvl6pPr>
              <a:defRPr sz="2700" b="1">
                <a:solidFill>
                  <a:srgbClr val="193B59"/>
                </a:solidFill>
                <a:latin typeface="Yu Gothic"/>
                <a:ea typeface="Yu Gothic"/>
                <a:cs typeface="Yu Gothic"/>
              </a:defRPr>
            </a:lvl6pPr>
            <a:lvl7pPr>
              <a:defRPr sz="2700" b="1">
                <a:solidFill>
                  <a:srgbClr val="193B59"/>
                </a:solidFill>
                <a:latin typeface="Yu Gothic"/>
                <a:ea typeface="Yu Gothic"/>
                <a:cs typeface="Yu Gothic"/>
              </a:defRPr>
            </a:lvl7pPr>
            <a:lvl8pPr>
              <a:defRPr sz="2700" b="1">
                <a:solidFill>
                  <a:srgbClr val="193B59"/>
                </a:solidFill>
                <a:latin typeface="Yu Gothic"/>
                <a:ea typeface="Yu Gothic"/>
                <a:cs typeface="Yu Gothic"/>
              </a:defRPr>
            </a:lvl8pPr>
            <a:lvl9pPr>
              <a:defRPr sz="2700" b="1">
                <a:solidFill>
                  <a:srgbClr val="193B59"/>
                </a:solidFill>
                <a:latin typeface="Yu Gothic"/>
                <a:ea typeface="Yu Gothic"/>
                <a:cs typeface="Yu Gothic"/>
              </a:defRPr>
            </a:lvl9pPr>
          </a:lstStyle>
          <a:p xmlns:a="http://schemas.openxmlformats.org/drawingml/2006/main">
            <a:pPr>
              <a:defRPr sz="2700" b="1">
                <a:solidFill>
                  <a:srgbClr val="193B59"/>
                </a:solidFill>
                <a:latin typeface="Yu Gothic"/>
                <a:ea typeface="Yu Gothic"/>
                <a:cs typeface="Yu Gothic"/>
              </a:defRPr>
            </a:pPr>
            <a:r>
              <a:rPr sz="2700" b="1">
                <a:solidFill>
                  <a:srgbClr val="193B59"/>
                </a:solidFill>
                <a:latin typeface="Yu Gothic"/>
                <a:ea typeface="Yu Gothic"/>
                <a:cs typeface="Yu Gothic"/>
              </a:rPr>
              <a:t>想定問題5　解説：原料由来と生分解性の分類</a:t>
            </a:r>
          </a:p>
        </p:txBody>
      </p:sp>
      <p:sp>
        <p:nvSpPr>
          <p:cNvPr id="2" name="">
            <a:extLst xmlns:a="http://schemas.openxmlformats.org/drawingml/2006/main">
              <a:ext uri="{FF2B5EF4-FFF2-40B4-BE49-F238E27FC236}">
                <a16:creationId xmlns:a16="http://schemas.microsoft.com/office/drawing/2014/main" id="{73509C65-AB5F-4A1D-89B6-665BAA8C6B25}"/>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36787BE9-0BAA-43B5-9746-54AAB768C69E}"/>
              </a:ext>
            </a:extLst>
          </p:cNvPr>
          <p:cNvSpPr>
            <a:spLocks xmlns:a="http://schemas.openxmlformats.org/drawingml/2006/main" noGrp="1"/>
          </p:cNvSpPr>
          <p:nvPr/>
        </p:nvSpPr>
        <p:spPr>
          <a:xfrm xmlns:a="http://schemas.openxmlformats.org/drawingml/2006/main">
            <a:off x="809625" y="176212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263D4D"/>
                </a:solidFill>
                <a:latin typeface="Yu Gothic"/>
                <a:ea typeface="Yu Gothic"/>
                <a:cs typeface="Yu Gothic"/>
              </a:defRPr>
            </a:defPPr>
            <a:lvl1pPr>
              <a:defRPr sz="2175" b="1">
                <a:solidFill>
                  <a:srgbClr val="263D4D"/>
                </a:solidFill>
                <a:latin typeface="Yu Gothic"/>
                <a:ea typeface="Yu Gothic"/>
                <a:cs typeface="Yu Gothic"/>
              </a:defRPr>
            </a:lvl1pPr>
            <a:lvl2pPr>
              <a:defRPr sz="2175" b="1">
                <a:solidFill>
                  <a:srgbClr val="263D4D"/>
                </a:solidFill>
                <a:latin typeface="Yu Gothic"/>
                <a:ea typeface="Yu Gothic"/>
                <a:cs typeface="Yu Gothic"/>
              </a:defRPr>
            </a:lvl2pPr>
            <a:lvl3pPr>
              <a:defRPr sz="2175" b="1">
                <a:solidFill>
                  <a:srgbClr val="263D4D"/>
                </a:solidFill>
                <a:latin typeface="Yu Gothic"/>
                <a:ea typeface="Yu Gothic"/>
                <a:cs typeface="Yu Gothic"/>
              </a:defRPr>
            </a:lvl3pPr>
            <a:lvl4pPr>
              <a:defRPr sz="2175" b="1">
                <a:solidFill>
                  <a:srgbClr val="263D4D"/>
                </a:solidFill>
                <a:latin typeface="Yu Gothic"/>
                <a:ea typeface="Yu Gothic"/>
                <a:cs typeface="Yu Gothic"/>
              </a:defRPr>
            </a:lvl4pPr>
            <a:lvl5pPr>
              <a:defRPr sz="2175" b="1">
                <a:solidFill>
                  <a:srgbClr val="263D4D"/>
                </a:solidFill>
                <a:latin typeface="Yu Gothic"/>
                <a:ea typeface="Yu Gothic"/>
                <a:cs typeface="Yu Gothic"/>
              </a:defRPr>
            </a:lvl5pPr>
            <a:lvl6pPr>
              <a:defRPr sz="2175" b="1">
                <a:solidFill>
                  <a:srgbClr val="263D4D"/>
                </a:solidFill>
                <a:latin typeface="Yu Gothic"/>
                <a:ea typeface="Yu Gothic"/>
                <a:cs typeface="Yu Gothic"/>
              </a:defRPr>
            </a:lvl6pPr>
            <a:lvl7pPr>
              <a:defRPr sz="2175" b="1">
                <a:solidFill>
                  <a:srgbClr val="263D4D"/>
                </a:solidFill>
                <a:latin typeface="Yu Gothic"/>
                <a:ea typeface="Yu Gothic"/>
                <a:cs typeface="Yu Gothic"/>
              </a:defRPr>
            </a:lvl7pPr>
            <a:lvl8pPr>
              <a:defRPr sz="2175" b="1">
                <a:solidFill>
                  <a:srgbClr val="263D4D"/>
                </a:solidFill>
                <a:latin typeface="Yu Gothic"/>
                <a:ea typeface="Yu Gothic"/>
                <a:cs typeface="Yu Gothic"/>
              </a:defRPr>
            </a:lvl8pPr>
            <a:lvl9pPr>
              <a:defRPr sz="2175" b="1">
                <a:solidFill>
                  <a:srgbClr val="263D4D"/>
                </a:solidFill>
                <a:latin typeface="Yu Gothic"/>
                <a:ea typeface="Yu Gothic"/>
                <a:cs typeface="Yu Gothic"/>
              </a:defRPr>
            </a:lvl9pPr>
          </a:lstStyle>
          <a:p xmlns:a="http://schemas.openxmlformats.org/drawingml/2006/main">
            <a:pPr>
              <a:defRPr sz="2175" b="1">
                <a:solidFill>
                  <a:srgbClr val="263D4D"/>
                </a:solidFill>
                <a:latin typeface="Yu Gothic"/>
                <a:ea typeface="Yu Gothic"/>
                <a:cs typeface="Yu Gothic"/>
              </a:defRPr>
            </a:pPr>
            <a:r>
              <a:rPr sz="2175" b="1">
                <a:solidFill>
                  <a:srgbClr val="263D4D"/>
                </a:solidFill>
                <a:latin typeface="Yu Gothic"/>
                <a:ea typeface="Yu Gothic"/>
                <a:cs typeface="Yu Gothic"/>
              </a:rPr>
              <a:t>A：バイオマス由来・非生分解</a:t>
            </a:r>
          </a:p>
        </p:txBody>
      </p:sp>
      <p:sp>
        <p:nvSpPr>
          <p:cNvPr id="4" name="">
            <a:extLst xmlns:a="http://schemas.openxmlformats.org/drawingml/2006/main">
              <a:ext uri="{FF2B5EF4-FFF2-40B4-BE49-F238E27FC236}">
                <a16:creationId xmlns:a16="http://schemas.microsoft.com/office/drawing/2014/main" id="{28F46CCE-54A4-4DB4-ACA0-D9D03F2E7BC0}"/>
              </a:ext>
            </a:extLst>
          </p:cNvPr>
          <p:cNvSpPr>
            <a:spLocks xmlns:a="http://schemas.openxmlformats.org/drawingml/2006/main" noGrp="1"/>
          </p:cNvSpPr>
          <p:nvPr/>
        </p:nvSpPr>
        <p:spPr>
          <a:xfrm xmlns:a="http://schemas.openxmlformats.org/drawingml/2006/main">
            <a:off x="809625" y="267652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63D4D"/>
                </a:solidFill>
                <a:latin typeface="Yu Gothic"/>
                <a:ea typeface="Yu Gothic"/>
                <a:cs typeface="Yu Gothic"/>
              </a:defRPr>
            </a:defPPr>
            <a:lvl1pPr>
              <a:defRPr sz="2175" b="0">
                <a:solidFill>
                  <a:srgbClr val="263D4D"/>
                </a:solidFill>
                <a:latin typeface="Yu Gothic"/>
                <a:ea typeface="Yu Gothic"/>
                <a:cs typeface="Yu Gothic"/>
              </a:defRPr>
            </a:lvl1pPr>
            <a:lvl2pPr>
              <a:defRPr sz="2175" b="0">
                <a:solidFill>
                  <a:srgbClr val="263D4D"/>
                </a:solidFill>
                <a:latin typeface="Yu Gothic"/>
                <a:ea typeface="Yu Gothic"/>
                <a:cs typeface="Yu Gothic"/>
              </a:defRPr>
            </a:lvl2pPr>
            <a:lvl3pPr>
              <a:defRPr sz="2175" b="0">
                <a:solidFill>
                  <a:srgbClr val="263D4D"/>
                </a:solidFill>
                <a:latin typeface="Yu Gothic"/>
                <a:ea typeface="Yu Gothic"/>
                <a:cs typeface="Yu Gothic"/>
              </a:defRPr>
            </a:lvl3pPr>
            <a:lvl4pPr>
              <a:defRPr sz="2175" b="0">
                <a:solidFill>
                  <a:srgbClr val="263D4D"/>
                </a:solidFill>
                <a:latin typeface="Yu Gothic"/>
                <a:ea typeface="Yu Gothic"/>
                <a:cs typeface="Yu Gothic"/>
              </a:defRPr>
            </a:lvl4pPr>
            <a:lvl5pPr>
              <a:defRPr sz="2175" b="0">
                <a:solidFill>
                  <a:srgbClr val="263D4D"/>
                </a:solidFill>
                <a:latin typeface="Yu Gothic"/>
                <a:ea typeface="Yu Gothic"/>
                <a:cs typeface="Yu Gothic"/>
              </a:defRPr>
            </a:lvl5pPr>
            <a:lvl6pPr>
              <a:defRPr sz="2175" b="0">
                <a:solidFill>
                  <a:srgbClr val="263D4D"/>
                </a:solidFill>
                <a:latin typeface="Yu Gothic"/>
                <a:ea typeface="Yu Gothic"/>
                <a:cs typeface="Yu Gothic"/>
              </a:defRPr>
            </a:lvl6pPr>
            <a:lvl7pPr>
              <a:defRPr sz="2175" b="0">
                <a:solidFill>
                  <a:srgbClr val="263D4D"/>
                </a:solidFill>
                <a:latin typeface="Yu Gothic"/>
                <a:ea typeface="Yu Gothic"/>
                <a:cs typeface="Yu Gothic"/>
              </a:defRPr>
            </a:lvl7pPr>
            <a:lvl8pPr>
              <a:defRPr sz="2175" b="0">
                <a:solidFill>
                  <a:srgbClr val="263D4D"/>
                </a:solidFill>
                <a:latin typeface="Yu Gothic"/>
                <a:ea typeface="Yu Gothic"/>
                <a:cs typeface="Yu Gothic"/>
              </a:defRPr>
            </a:lvl8pPr>
            <a:lvl9pPr>
              <a:defRPr sz="2175" b="0">
                <a:solidFill>
                  <a:srgbClr val="263D4D"/>
                </a:solidFill>
                <a:latin typeface="Yu Gothic"/>
                <a:ea typeface="Yu Gothic"/>
                <a:cs typeface="Yu Gothic"/>
              </a:defRPr>
            </a:lvl9pPr>
          </a:lstStyle>
          <a:p xmlns:a="http://schemas.openxmlformats.org/drawingml/2006/main">
            <a:pPr>
              <a:defRPr sz="2175" b="0">
                <a:solidFill>
                  <a:srgbClr val="263D4D"/>
                </a:solidFill>
                <a:latin typeface="Yu Gothic"/>
                <a:ea typeface="Yu Gothic"/>
                <a:cs typeface="Yu Gothic"/>
              </a:defRPr>
            </a:pPr>
            <a:r>
              <a:rPr sz="2175" b="0">
                <a:solidFill>
                  <a:srgbClr val="263D4D"/>
                </a:solidFill>
                <a:latin typeface="Yu Gothic"/>
                <a:ea typeface="Yu Gothic"/>
                <a:cs typeface="Yu Gothic"/>
              </a:rPr>
              <a:t>B：化石資源由来・生分解性</a:t>
            </a:r>
          </a:p>
        </p:txBody>
      </p:sp>
      <p:sp>
        <p:nvSpPr>
          <p:cNvPr id="5" name="">
            <a:extLst xmlns:a="http://schemas.openxmlformats.org/drawingml/2006/main">
              <a:ext uri="{FF2B5EF4-FFF2-40B4-BE49-F238E27FC236}">
                <a16:creationId xmlns:a16="http://schemas.microsoft.com/office/drawing/2014/main" id="{FF72A9A2-49FE-45DF-9EAB-AB0BC7BA0C5B}"/>
              </a:ext>
            </a:extLst>
          </p:cNvPr>
          <p:cNvSpPr>
            <a:spLocks xmlns:a="http://schemas.openxmlformats.org/drawingml/2006/main" noGrp="1"/>
          </p:cNvSpPr>
          <p:nvPr/>
        </p:nvSpPr>
        <p:spPr>
          <a:xfrm xmlns:a="http://schemas.openxmlformats.org/drawingml/2006/main">
            <a:off x="809625" y="359092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63D4D"/>
                </a:solidFill>
                <a:latin typeface="Yu Gothic"/>
                <a:ea typeface="Yu Gothic"/>
                <a:cs typeface="Yu Gothic"/>
              </a:defRPr>
            </a:defPPr>
            <a:lvl1pPr>
              <a:defRPr sz="2175" b="0">
                <a:solidFill>
                  <a:srgbClr val="263D4D"/>
                </a:solidFill>
                <a:latin typeface="Yu Gothic"/>
                <a:ea typeface="Yu Gothic"/>
                <a:cs typeface="Yu Gothic"/>
              </a:defRPr>
            </a:lvl1pPr>
            <a:lvl2pPr>
              <a:defRPr sz="2175" b="0">
                <a:solidFill>
                  <a:srgbClr val="263D4D"/>
                </a:solidFill>
                <a:latin typeface="Yu Gothic"/>
                <a:ea typeface="Yu Gothic"/>
                <a:cs typeface="Yu Gothic"/>
              </a:defRPr>
            </a:lvl2pPr>
            <a:lvl3pPr>
              <a:defRPr sz="2175" b="0">
                <a:solidFill>
                  <a:srgbClr val="263D4D"/>
                </a:solidFill>
                <a:latin typeface="Yu Gothic"/>
                <a:ea typeface="Yu Gothic"/>
                <a:cs typeface="Yu Gothic"/>
              </a:defRPr>
            </a:lvl3pPr>
            <a:lvl4pPr>
              <a:defRPr sz="2175" b="0">
                <a:solidFill>
                  <a:srgbClr val="263D4D"/>
                </a:solidFill>
                <a:latin typeface="Yu Gothic"/>
                <a:ea typeface="Yu Gothic"/>
                <a:cs typeface="Yu Gothic"/>
              </a:defRPr>
            </a:lvl4pPr>
            <a:lvl5pPr>
              <a:defRPr sz="2175" b="0">
                <a:solidFill>
                  <a:srgbClr val="263D4D"/>
                </a:solidFill>
                <a:latin typeface="Yu Gothic"/>
                <a:ea typeface="Yu Gothic"/>
                <a:cs typeface="Yu Gothic"/>
              </a:defRPr>
            </a:lvl5pPr>
            <a:lvl6pPr>
              <a:defRPr sz="2175" b="0">
                <a:solidFill>
                  <a:srgbClr val="263D4D"/>
                </a:solidFill>
                <a:latin typeface="Yu Gothic"/>
                <a:ea typeface="Yu Gothic"/>
                <a:cs typeface="Yu Gothic"/>
              </a:defRPr>
            </a:lvl6pPr>
            <a:lvl7pPr>
              <a:defRPr sz="2175" b="0">
                <a:solidFill>
                  <a:srgbClr val="263D4D"/>
                </a:solidFill>
                <a:latin typeface="Yu Gothic"/>
                <a:ea typeface="Yu Gothic"/>
                <a:cs typeface="Yu Gothic"/>
              </a:defRPr>
            </a:lvl7pPr>
            <a:lvl8pPr>
              <a:defRPr sz="2175" b="0">
                <a:solidFill>
                  <a:srgbClr val="263D4D"/>
                </a:solidFill>
                <a:latin typeface="Yu Gothic"/>
                <a:ea typeface="Yu Gothic"/>
                <a:cs typeface="Yu Gothic"/>
              </a:defRPr>
            </a:lvl8pPr>
            <a:lvl9pPr>
              <a:defRPr sz="2175" b="0">
                <a:solidFill>
                  <a:srgbClr val="263D4D"/>
                </a:solidFill>
                <a:latin typeface="Yu Gothic"/>
                <a:ea typeface="Yu Gothic"/>
                <a:cs typeface="Yu Gothic"/>
              </a:defRPr>
            </a:lvl9pPr>
          </a:lstStyle>
          <a:p xmlns:a="http://schemas.openxmlformats.org/drawingml/2006/main">
            <a:pPr>
              <a:defRPr sz="2175" b="0">
                <a:solidFill>
                  <a:srgbClr val="263D4D"/>
                </a:solidFill>
                <a:latin typeface="Yu Gothic"/>
                <a:ea typeface="Yu Gothic"/>
                <a:cs typeface="Yu Gothic"/>
              </a:defRPr>
            </a:pPr>
            <a:r>
              <a:rPr sz="2175" b="0">
                <a:solidFill>
                  <a:srgbClr val="263D4D"/>
                </a:solidFill>
                <a:latin typeface="Yu Gothic"/>
                <a:ea typeface="Yu Gothic"/>
                <a:cs typeface="Yu Gothic"/>
              </a:rPr>
              <a:t>C：バイオマス由来・生分解性</a:t>
            </a:r>
          </a:p>
        </p:txBody>
      </p:sp>
      <p:sp>
        <p:nvSpPr>
          <p:cNvPr id="6" name="">
            <a:extLst xmlns:a="http://schemas.openxmlformats.org/drawingml/2006/main">
              <a:ext uri="{FF2B5EF4-FFF2-40B4-BE49-F238E27FC236}">
                <a16:creationId xmlns:a16="http://schemas.microsoft.com/office/drawing/2014/main" id="{5C53D1FA-7782-4E92-9ABA-405B6CE475C8}"/>
              </a:ext>
            </a:extLst>
          </p:cNvPr>
          <p:cNvSpPr>
            <a:spLocks xmlns:a="http://schemas.openxmlformats.org/drawingml/2006/main" noGrp="1"/>
          </p:cNvSpPr>
          <p:nvPr/>
        </p:nvSpPr>
        <p:spPr>
          <a:xfrm xmlns:a="http://schemas.openxmlformats.org/drawingml/2006/main">
            <a:off x="809625" y="450532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63D4D"/>
                </a:solidFill>
                <a:latin typeface="Yu Gothic"/>
                <a:ea typeface="Yu Gothic"/>
                <a:cs typeface="Yu Gothic"/>
              </a:defRPr>
            </a:defPPr>
            <a:lvl1pPr>
              <a:defRPr sz="2175" b="0">
                <a:solidFill>
                  <a:srgbClr val="263D4D"/>
                </a:solidFill>
                <a:latin typeface="Yu Gothic"/>
                <a:ea typeface="Yu Gothic"/>
                <a:cs typeface="Yu Gothic"/>
              </a:defRPr>
            </a:lvl1pPr>
            <a:lvl2pPr>
              <a:defRPr sz="2175" b="0">
                <a:solidFill>
                  <a:srgbClr val="263D4D"/>
                </a:solidFill>
                <a:latin typeface="Yu Gothic"/>
                <a:ea typeface="Yu Gothic"/>
                <a:cs typeface="Yu Gothic"/>
              </a:defRPr>
            </a:lvl2pPr>
            <a:lvl3pPr>
              <a:defRPr sz="2175" b="0">
                <a:solidFill>
                  <a:srgbClr val="263D4D"/>
                </a:solidFill>
                <a:latin typeface="Yu Gothic"/>
                <a:ea typeface="Yu Gothic"/>
                <a:cs typeface="Yu Gothic"/>
              </a:defRPr>
            </a:lvl3pPr>
            <a:lvl4pPr>
              <a:defRPr sz="2175" b="0">
                <a:solidFill>
                  <a:srgbClr val="263D4D"/>
                </a:solidFill>
                <a:latin typeface="Yu Gothic"/>
                <a:ea typeface="Yu Gothic"/>
                <a:cs typeface="Yu Gothic"/>
              </a:defRPr>
            </a:lvl4pPr>
            <a:lvl5pPr>
              <a:defRPr sz="2175" b="0">
                <a:solidFill>
                  <a:srgbClr val="263D4D"/>
                </a:solidFill>
                <a:latin typeface="Yu Gothic"/>
                <a:ea typeface="Yu Gothic"/>
                <a:cs typeface="Yu Gothic"/>
              </a:defRPr>
            </a:lvl5pPr>
            <a:lvl6pPr>
              <a:defRPr sz="2175" b="0">
                <a:solidFill>
                  <a:srgbClr val="263D4D"/>
                </a:solidFill>
                <a:latin typeface="Yu Gothic"/>
                <a:ea typeface="Yu Gothic"/>
                <a:cs typeface="Yu Gothic"/>
              </a:defRPr>
            </a:lvl6pPr>
            <a:lvl7pPr>
              <a:defRPr sz="2175" b="0">
                <a:solidFill>
                  <a:srgbClr val="263D4D"/>
                </a:solidFill>
                <a:latin typeface="Yu Gothic"/>
                <a:ea typeface="Yu Gothic"/>
                <a:cs typeface="Yu Gothic"/>
              </a:defRPr>
            </a:lvl7pPr>
            <a:lvl8pPr>
              <a:defRPr sz="2175" b="0">
                <a:solidFill>
                  <a:srgbClr val="263D4D"/>
                </a:solidFill>
                <a:latin typeface="Yu Gothic"/>
                <a:ea typeface="Yu Gothic"/>
                <a:cs typeface="Yu Gothic"/>
              </a:defRPr>
            </a:lvl8pPr>
            <a:lvl9pPr>
              <a:defRPr sz="2175" b="0">
                <a:solidFill>
                  <a:srgbClr val="263D4D"/>
                </a:solidFill>
                <a:latin typeface="Yu Gothic"/>
                <a:ea typeface="Yu Gothic"/>
                <a:cs typeface="Yu Gothic"/>
              </a:defRPr>
            </a:lvl9pPr>
          </a:lstStyle>
          <a:p xmlns:a="http://schemas.openxmlformats.org/drawingml/2006/main">
            <a:pPr>
              <a:defRPr sz="2175" b="0">
                <a:solidFill>
                  <a:srgbClr val="263D4D"/>
                </a:solidFill>
                <a:latin typeface="Yu Gothic"/>
                <a:ea typeface="Yu Gothic"/>
                <a:cs typeface="Yu Gothic"/>
              </a:defRPr>
            </a:pPr>
            <a:r>
              <a:rPr sz="2175" b="0">
                <a:solidFill>
                  <a:srgbClr val="263D4D"/>
                </a:solidFill>
                <a:latin typeface="Yu Gothic"/>
                <a:ea typeface="Yu Gothic"/>
                <a:cs typeface="Yu Gothic"/>
              </a:rPr>
              <a:t>分類だけで環境負荷の順位は決まらない</a:t>
            </a:r>
          </a:p>
        </p:txBody>
      </p:sp>
      <p:sp>
        <p:nvSpPr>
          <p:cNvPr id="7" name="">
            <a:extLst xmlns:a="http://schemas.openxmlformats.org/drawingml/2006/main">
              <a:ext uri="{FF2B5EF4-FFF2-40B4-BE49-F238E27FC236}">
                <a16:creationId xmlns:a16="http://schemas.microsoft.com/office/drawing/2014/main" id="{C9E2654A-C7C3-4857-A8A9-A716BB5B4DA9}"/>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defRPr sz="1575" b="0">
                <a:solidFill>
                  <a:srgbClr val="71818B"/>
                </a:solidFill>
                <a:latin typeface="Yu Gothic"/>
                <a:ea typeface="Yu Gothic"/>
                <a:cs typeface="Yu Gothic"/>
              </a:defRPr>
            </a:lvl1pPr>
            <a:lvl2pPr>
              <a:defRPr sz="1575" b="0">
                <a:solidFill>
                  <a:srgbClr val="71818B"/>
                </a:solidFill>
                <a:latin typeface="Yu Gothic"/>
                <a:ea typeface="Yu Gothic"/>
                <a:cs typeface="Yu Gothic"/>
              </a:defRPr>
            </a:lvl2pPr>
            <a:lvl3pPr>
              <a:defRPr sz="1575" b="0">
                <a:solidFill>
                  <a:srgbClr val="71818B"/>
                </a:solidFill>
                <a:latin typeface="Yu Gothic"/>
                <a:ea typeface="Yu Gothic"/>
                <a:cs typeface="Yu Gothic"/>
              </a:defRPr>
            </a:lvl3pPr>
            <a:lvl4pPr>
              <a:defRPr sz="1575" b="0">
                <a:solidFill>
                  <a:srgbClr val="71818B"/>
                </a:solidFill>
                <a:latin typeface="Yu Gothic"/>
                <a:ea typeface="Yu Gothic"/>
                <a:cs typeface="Yu Gothic"/>
              </a:defRPr>
            </a:lvl4pPr>
            <a:lvl5pPr>
              <a:defRPr sz="1575" b="0">
                <a:solidFill>
                  <a:srgbClr val="71818B"/>
                </a:solidFill>
                <a:latin typeface="Yu Gothic"/>
                <a:ea typeface="Yu Gothic"/>
                <a:cs typeface="Yu Gothic"/>
              </a:defRPr>
            </a:lvl5pPr>
            <a:lvl6pPr>
              <a:defRPr sz="1575" b="0">
                <a:solidFill>
                  <a:srgbClr val="71818B"/>
                </a:solidFill>
                <a:latin typeface="Yu Gothic"/>
                <a:ea typeface="Yu Gothic"/>
                <a:cs typeface="Yu Gothic"/>
              </a:defRPr>
            </a:lvl6pPr>
            <a:lvl7pPr>
              <a:defRPr sz="1575" b="0">
                <a:solidFill>
                  <a:srgbClr val="71818B"/>
                </a:solidFill>
                <a:latin typeface="Yu Gothic"/>
                <a:ea typeface="Yu Gothic"/>
                <a:cs typeface="Yu Gothic"/>
              </a:defRPr>
            </a:lvl7pPr>
            <a:lvl8pPr>
              <a:defRPr sz="1575" b="0">
                <a:solidFill>
                  <a:srgbClr val="71818B"/>
                </a:solidFill>
                <a:latin typeface="Yu Gothic"/>
                <a:ea typeface="Yu Gothic"/>
                <a:cs typeface="Yu Gothic"/>
              </a:defRPr>
            </a:lvl8pPr>
            <a:lvl9pPr>
              <a:defRPr sz="1575" b="0">
                <a:solidFill>
                  <a:srgbClr val="71818B"/>
                </a:solidFill>
                <a:latin typeface="Yu Gothic"/>
                <a:ea typeface="Yu Gothic"/>
                <a:cs typeface="Yu Gothic"/>
              </a:defRPr>
            </a:lvl9pPr>
          </a:lstStyle>
          <a:p xmlns:a="http://schemas.openxmlformats.org/drawingml/2006/main">
            <a:pPr>
              <a:defRPr sz="1575" b="0">
                <a:solidFill>
                  <a:srgbClr val="71818B"/>
                </a:solidFill>
                <a:latin typeface="Yu Gothic"/>
                <a:ea typeface="Yu Gothic"/>
                <a:cs typeface="Yu Gothic"/>
              </a:defRPr>
            </a:pPr>
            <a:r>
              <a:rPr sz="1575" b="0">
                <a:solidFill>
                  <a:srgbClr val="71818B"/>
                </a:solidFill>
                <a:latin typeface="Yu Gothic"/>
                <a:ea typeface="Yu Gothic"/>
                <a:cs typeface="Yu Gothic"/>
              </a:rPr>
              <a:t>本編の参照スライド：17・18・23・24</a:t>
            </a:r>
          </a:p>
        </p:txBody>
      </p:sp>
      <p:sp>
        <p:nvSpPr>
          <p:cNvPr id="8" name="">
            <a:extLst xmlns:a="http://schemas.openxmlformats.org/drawingml/2006/main">
              <a:ext uri="{FF2B5EF4-FFF2-40B4-BE49-F238E27FC236}">
                <a16:creationId xmlns:a16="http://schemas.microsoft.com/office/drawing/2014/main" id="{BFF575D6-E5B1-4B60-B13D-23168E45ADD6}"/>
              </a:ext>
            </a:extLst>
          </p:cNvPr>
          <p:cNvSpPr>
            <a:spLocks xmlns:a="http://schemas.openxmlformats.org/drawingml/2006/main" noGrp="1"/>
          </p:cNvSpPr>
          <p:nvPr/>
        </p:nvSpPr>
        <p:spPr>
          <a:xfrm xmlns:a="http://schemas.openxmlformats.org/drawingml/2006/main">
            <a:off x="685800" y="6353175"/>
            <a:ext cx="904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第8回</a:t>
            </a:r>
          </a:p>
        </p:txBody>
      </p:sp>
      <p:sp>
        <p:nvSpPr>
          <p:cNvPr id="9" name="">
            <a:extLst xmlns:a="http://schemas.openxmlformats.org/drawingml/2006/main">
              <a:ext uri="{FF2B5EF4-FFF2-40B4-BE49-F238E27FC236}">
                <a16:creationId xmlns:a16="http://schemas.microsoft.com/office/drawing/2014/main" id="{6F204EF6-AA36-4161-9FA7-4800C910B24C}"/>
              </a:ext>
            </a:extLst>
          </p:cNvPr>
          <p:cNvSpPr>
            <a:spLocks xmlns:a="http://schemas.openxmlformats.org/drawingml/2006/main" noGrp="1"/>
          </p:cNvSpPr>
          <p:nvPr/>
        </p:nvSpPr>
        <p:spPr>
          <a:xfrm xmlns:a="http://schemas.openxmlformats.org/drawingml/2006/main">
            <a:off x="10477500" y="635317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36 / 43</a:t>
            </a:r>
          </a:p>
        </p:txBody>
      </p:sp>
    </p:spTree>
    <p:extLst>
      <p:ext uri="{BB962C8B-B14F-4D97-AF65-F5344CB8AC3E}">
        <p14:creationId xmlns:p14="http://schemas.microsoft.com/office/powerpoint/2010/main" val="683919607"/>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08D141E-4E44-4432-8690-574BD6944C8A}"/>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700" b="1">
                <a:solidFill>
                  <a:srgbClr val="193B59"/>
                </a:solidFill>
                <a:latin typeface="Yu Gothic"/>
                <a:ea typeface="Yu Gothic"/>
                <a:cs typeface="Yu Gothic"/>
              </a:defRPr>
            </a:defPPr>
            <a:lvl1pPr>
              <a:defRPr sz="2700" b="1">
                <a:solidFill>
                  <a:srgbClr val="193B59"/>
                </a:solidFill>
                <a:latin typeface="Yu Gothic"/>
                <a:ea typeface="Yu Gothic"/>
                <a:cs typeface="Yu Gothic"/>
              </a:defRPr>
            </a:lvl1pPr>
            <a:lvl2pPr>
              <a:defRPr sz="2700" b="1">
                <a:solidFill>
                  <a:srgbClr val="193B59"/>
                </a:solidFill>
                <a:latin typeface="Yu Gothic"/>
                <a:ea typeface="Yu Gothic"/>
                <a:cs typeface="Yu Gothic"/>
              </a:defRPr>
            </a:lvl2pPr>
            <a:lvl3pPr>
              <a:defRPr sz="2700" b="1">
                <a:solidFill>
                  <a:srgbClr val="193B59"/>
                </a:solidFill>
                <a:latin typeface="Yu Gothic"/>
                <a:ea typeface="Yu Gothic"/>
                <a:cs typeface="Yu Gothic"/>
              </a:defRPr>
            </a:lvl3pPr>
            <a:lvl4pPr>
              <a:defRPr sz="2700" b="1">
                <a:solidFill>
                  <a:srgbClr val="193B59"/>
                </a:solidFill>
                <a:latin typeface="Yu Gothic"/>
                <a:ea typeface="Yu Gothic"/>
                <a:cs typeface="Yu Gothic"/>
              </a:defRPr>
            </a:lvl4pPr>
            <a:lvl5pPr>
              <a:defRPr sz="2700" b="1">
                <a:solidFill>
                  <a:srgbClr val="193B59"/>
                </a:solidFill>
                <a:latin typeface="Yu Gothic"/>
                <a:ea typeface="Yu Gothic"/>
                <a:cs typeface="Yu Gothic"/>
              </a:defRPr>
            </a:lvl5pPr>
            <a:lvl6pPr>
              <a:defRPr sz="2700" b="1">
                <a:solidFill>
                  <a:srgbClr val="193B59"/>
                </a:solidFill>
                <a:latin typeface="Yu Gothic"/>
                <a:ea typeface="Yu Gothic"/>
                <a:cs typeface="Yu Gothic"/>
              </a:defRPr>
            </a:lvl6pPr>
            <a:lvl7pPr>
              <a:defRPr sz="2700" b="1">
                <a:solidFill>
                  <a:srgbClr val="193B59"/>
                </a:solidFill>
                <a:latin typeface="Yu Gothic"/>
                <a:ea typeface="Yu Gothic"/>
                <a:cs typeface="Yu Gothic"/>
              </a:defRPr>
            </a:lvl7pPr>
            <a:lvl8pPr>
              <a:defRPr sz="2700" b="1">
                <a:solidFill>
                  <a:srgbClr val="193B59"/>
                </a:solidFill>
                <a:latin typeface="Yu Gothic"/>
                <a:ea typeface="Yu Gothic"/>
                <a:cs typeface="Yu Gothic"/>
              </a:defRPr>
            </a:lvl8pPr>
            <a:lvl9pPr>
              <a:defRPr sz="2700" b="1">
                <a:solidFill>
                  <a:srgbClr val="193B59"/>
                </a:solidFill>
                <a:latin typeface="Yu Gothic"/>
                <a:ea typeface="Yu Gothic"/>
                <a:cs typeface="Yu Gothic"/>
              </a:defRPr>
            </a:lvl9pPr>
          </a:lstStyle>
          <a:p xmlns:a="http://schemas.openxmlformats.org/drawingml/2006/main">
            <a:pPr>
              <a:defRPr sz="2700" b="1">
                <a:solidFill>
                  <a:srgbClr val="193B59"/>
                </a:solidFill>
                <a:latin typeface="Yu Gothic"/>
                <a:ea typeface="Yu Gothic"/>
                <a:cs typeface="Yu Gothic"/>
              </a:defRPr>
            </a:pPr>
            <a:r>
              <a:rPr sz="2700" b="1">
                <a:solidFill>
                  <a:srgbClr val="193B59"/>
                </a:solidFill>
                <a:latin typeface="Yu Gothic"/>
                <a:ea typeface="Yu Gothic"/>
                <a:cs typeface="Yu Gothic"/>
              </a:rPr>
              <a:t>想定問題6　細片化・生分解・処理先</a:t>
            </a:r>
          </a:p>
        </p:txBody>
      </p:sp>
      <p:sp>
        <p:nvSpPr>
          <p:cNvPr id="2" name="">
            <a:extLst xmlns:a="http://schemas.openxmlformats.org/drawingml/2006/main">
              <a:ext uri="{FF2B5EF4-FFF2-40B4-BE49-F238E27FC236}">
                <a16:creationId xmlns:a16="http://schemas.microsoft.com/office/drawing/2014/main" id="{1EEC69C4-AD2E-4F15-8E1E-78558D3F5079}"/>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74966004-B967-496B-8DC1-709D10B1D54D}"/>
              </a:ext>
            </a:extLst>
          </p:cNvPr>
          <p:cNvSpPr>
            <a:spLocks xmlns:a="http://schemas.openxmlformats.org/drawingml/2006/main" noGrp="1"/>
          </p:cNvSpPr>
          <p:nvPr/>
        </p:nvSpPr>
        <p:spPr>
          <a:xfrm xmlns:a="http://schemas.openxmlformats.org/drawingml/2006/main">
            <a:off x="809625" y="1762125"/>
            <a:ext cx="1057275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63D4D"/>
                </a:solidFill>
                <a:latin typeface="Yu Gothic"/>
                <a:ea typeface="Yu Gothic"/>
                <a:cs typeface="Yu Gothic"/>
              </a:defRPr>
            </a:defPPr>
            <a:lvl1pPr>
              <a:defRPr sz="2325" b="0">
                <a:solidFill>
                  <a:srgbClr val="263D4D"/>
                </a:solidFill>
                <a:latin typeface="Yu Gothic"/>
                <a:ea typeface="Yu Gothic"/>
                <a:cs typeface="Yu Gothic"/>
              </a:defRPr>
            </a:lvl1pPr>
            <a:lvl2pPr>
              <a:defRPr sz="2325" b="0">
                <a:solidFill>
                  <a:srgbClr val="263D4D"/>
                </a:solidFill>
                <a:latin typeface="Yu Gothic"/>
                <a:ea typeface="Yu Gothic"/>
                <a:cs typeface="Yu Gothic"/>
              </a:defRPr>
            </a:lvl2pPr>
            <a:lvl3pPr>
              <a:defRPr sz="2325" b="0">
                <a:solidFill>
                  <a:srgbClr val="263D4D"/>
                </a:solidFill>
                <a:latin typeface="Yu Gothic"/>
                <a:ea typeface="Yu Gothic"/>
                <a:cs typeface="Yu Gothic"/>
              </a:defRPr>
            </a:lvl3pPr>
            <a:lvl4pPr>
              <a:defRPr sz="2325" b="0">
                <a:solidFill>
                  <a:srgbClr val="263D4D"/>
                </a:solidFill>
                <a:latin typeface="Yu Gothic"/>
                <a:ea typeface="Yu Gothic"/>
                <a:cs typeface="Yu Gothic"/>
              </a:defRPr>
            </a:lvl4pPr>
            <a:lvl5pPr>
              <a:defRPr sz="2325" b="0">
                <a:solidFill>
                  <a:srgbClr val="263D4D"/>
                </a:solidFill>
                <a:latin typeface="Yu Gothic"/>
                <a:ea typeface="Yu Gothic"/>
                <a:cs typeface="Yu Gothic"/>
              </a:defRPr>
            </a:lvl5pPr>
            <a:lvl6pPr>
              <a:defRPr sz="2325" b="0">
                <a:solidFill>
                  <a:srgbClr val="263D4D"/>
                </a:solidFill>
                <a:latin typeface="Yu Gothic"/>
                <a:ea typeface="Yu Gothic"/>
                <a:cs typeface="Yu Gothic"/>
              </a:defRPr>
            </a:lvl6pPr>
            <a:lvl7pPr>
              <a:defRPr sz="2325" b="0">
                <a:solidFill>
                  <a:srgbClr val="263D4D"/>
                </a:solidFill>
                <a:latin typeface="Yu Gothic"/>
                <a:ea typeface="Yu Gothic"/>
                <a:cs typeface="Yu Gothic"/>
              </a:defRPr>
            </a:lvl7pPr>
            <a:lvl8pPr>
              <a:defRPr sz="2325" b="0">
                <a:solidFill>
                  <a:srgbClr val="263D4D"/>
                </a:solidFill>
                <a:latin typeface="Yu Gothic"/>
                <a:ea typeface="Yu Gothic"/>
                <a:cs typeface="Yu Gothic"/>
              </a:defRPr>
            </a:lvl8pPr>
            <a:lvl9pPr>
              <a:defRPr sz="2325" b="0">
                <a:solidFill>
                  <a:srgbClr val="263D4D"/>
                </a:solidFill>
                <a:latin typeface="Yu Gothic"/>
                <a:ea typeface="Yu Gothic"/>
                <a:cs typeface="Yu Gothic"/>
              </a:defRPr>
            </a:lvl9pPr>
          </a:lstStyle>
          <a:p xmlns:a="http://schemas.openxmlformats.org/drawingml/2006/main">
            <a:pPr>
              <a:defRPr sz="2325" b="0">
                <a:solidFill>
                  <a:srgbClr val="263D4D"/>
                </a:solidFill>
                <a:latin typeface="Yu Gothic"/>
                <a:ea typeface="Yu Gothic"/>
                <a:cs typeface="Yu Gothic"/>
              </a:defRPr>
            </a:pPr>
            <a:r>
              <a:rPr sz="2325" b="0">
                <a:solidFill>
                  <a:srgbClr val="263D4D"/>
                </a:solidFill>
                <a:latin typeface="Yu Gothic"/>
                <a:ea typeface="Yu Gothic"/>
                <a:cs typeface="Yu Gothic"/>
              </a:rPr>
              <a:t>「生分解性の容器なら、栽培後に小さく砕いて校庭へまけばよい」という説明を訂正する。表示と処理条件の確認項目を書く。</a:t>
            </a:r>
          </a:p>
        </p:txBody>
      </p:sp>
      <p:sp>
        <p:nvSpPr>
          <p:cNvPr id="4" name="">
            <a:extLst xmlns:a="http://schemas.openxmlformats.org/drawingml/2006/main">
              <a:ext uri="{FF2B5EF4-FFF2-40B4-BE49-F238E27FC236}">
                <a16:creationId xmlns:a16="http://schemas.microsoft.com/office/drawing/2014/main" id="{2BC78DCE-A234-4A34-BE5E-06675D670746}"/>
              </a:ext>
            </a:extLst>
          </p:cNvPr>
          <p:cNvSpPr>
            <a:spLocks xmlns:a="http://schemas.openxmlformats.org/drawingml/2006/main" noGrp="1"/>
          </p:cNvSpPr>
          <p:nvPr/>
        </p:nvSpPr>
        <p:spPr>
          <a:xfrm xmlns:a="http://schemas.openxmlformats.org/drawingml/2006/main">
            <a:off x="809625" y="50958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1">
                <a:solidFill>
                  <a:srgbClr val="087E8B"/>
                </a:solidFill>
                <a:latin typeface="Yu Gothic"/>
                <a:ea typeface="Yu Gothic"/>
                <a:cs typeface="Yu Gothic"/>
              </a:defRPr>
            </a:defPPr>
            <a:lvl1pPr>
              <a:defRPr sz="2100" b="1">
                <a:solidFill>
                  <a:srgbClr val="087E8B"/>
                </a:solidFill>
                <a:latin typeface="Yu Gothic"/>
                <a:ea typeface="Yu Gothic"/>
                <a:cs typeface="Yu Gothic"/>
              </a:defRPr>
            </a:lvl1pPr>
            <a:lvl2pPr>
              <a:defRPr sz="2100" b="1">
                <a:solidFill>
                  <a:srgbClr val="087E8B"/>
                </a:solidFill>
                <a:latin typeface="Yu Gothic"/>
                <a:ea typeface="Yu Gothic"/>
                <a:cs typeface="Yu Gothic"/>
              </a:defRPr>
            </a:lvl2pPr>
            <a:lvl3pPr>
              <a:defRPr sz="2100" b="1">
                <a:solidFill>
                  <a:srgbClr val="087E8B"/>
                </a:solidFill>
                <a:latin typeface="Yu Gothic"/>
                <a:ea typeface="Yu Gothic"/>
                <a:cs typeface="Yu Gothic"/>
              </a:defRPr>
            </a:lvl3pPr>
            <a:lvl4pPr>
              <a:defRPr sz="2100" b="1">
                <a:solidFill>
                  <a:srgbClr val="087E8B"/>
                </a:solidFill>
                <a:latin typeface="Yu Gothic"/>
                <a:ea typeface="Yu Gothic"/>
                <a:cs typeface="Yu Gothic"/>
              </a:defRPr>
            </a:lvl4pPr>
            <a:lvl5pPr>
              <a:defRPr sz="2100" b="1">
                <a:solidFill>
                  <a:srgbClr val="087E8B"/>
                </a:solidFill>
                <a:latin typeface="Yu Gothic"/>
                <a:ea typeface="Yu Gothic"/>
                <a:cs typeface="Yu Gothic"/>
              </a:defRPr>
            </a:lvl5pPr>
            <a:lvl6pPr>
              <a:defRPr sz="2100" b="1">
                <a:solidFill>
                  <a:srgbClr val="087E8B"/>
                </a:solidFill>
                <a:latin typeface="Yu Gothic"/>
                <a:ea typeface="Yu Gothic"/>
                <a:cs typeface="Yu Gothic"/>
              </a:defRPr>
            </a:lvl6pPr>
            <a:lvl7pPr>
              <a:defRPr sz="2100" b="1">
                <a:solidFill>
                  <a:srgbClr val="087E8B"/>
                </a:solidFill>
                <a:latin typeface="Yu Gothic"/>
                <a:ea typeface="Yu Gothic"/>
                <a:cs typeface="Yu Gothic"/>
              </a:defRPr>
            </a:lvl7pPr>
            <a:lvl8pPr>
              <a:defRPr sz="2100" b="1">
                <a:solidFill>
                  <a:srgbClr val="087E8B"/>
                </a:solidFill>
                <a:latin typeface="Yu Gothic"/>
                <a:ea typeface="Yu Gothic"/>
                <a:cs typeface="Yu Gothic"/>
              </a:defRPr>
            </a:lvl8pPr>
            <a:lvl9pPr>
              <a:defRPr sz="2100" b="1">
                <a:solidFill>
                  <a:srgbClr val="087E8B"/>
                </a:solidFill>
                <a:latin typeface="Yu Gothic"/>
                <a:ea typeface="Yu Gothic"/>
                <a:cs typeface="Yu Gothic"/>
              </a:defRPr>
            </a:lvl9pPr>
          </a:lstStyle>
          <a:p xmlns:a="http://schemas.openxmlformats.org/drawingml/2006/main">
            <a:pPr>
              <a:defRPr sz="2100" b="1">
                <a:solidFill>
                  <a:srgbClr val="087E8B"/>
                </a:solidFill>
                <a:latin typeface="Yu Gothic"/>
                <a:ea typeface="Yu Gothic"/>
                <a:cs typeface="Yu Gothic"/>
              </a:defRPr>
            </a:pPr>
            <a:r>
              <a:rPr sz="2100" b="1">
                <a:solidFill>
                  <a:srgbClr val="087E8B"/>
                </a:solidFill>
                <a:latin typeface="Yu Gothic"/>
                <a:ea typeface="Yu Gothic"/>
                <a:cs typeface="Yu Gothic"/>
              </a:rPr>
              <a:t>図・途中式・判断の理由を記録する</a:t>
            </a:r>
          </a:p>
        </p:txBody>
      </p:sp>
      <p:sp>
        <p:nvSpPr>
          <p:cNvPr id="5" name="">
            <a:extLst xmlns:a="http://schemas.openxmlformats.org/drawingml/2006/main">
              <a:ext uri="{FF2B5EF4-FFF2-40B4-BE49-F238E27FC236}">
                <a16:creationId xmlns:a16="http://schemas.microsoft.com/office/drawing/2014/main" id="{AC2C66E0-735A-4B92-8EBE-BFD3622AF2FD}"/>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defRPr sz="1575" b="0">
                <a:solidFill>
                  <a:srgbClr val="71818B"/>
                </a:solidFill>
                <a:latin typeface="Yu Gothic"/>
                <a:ea typeface="Yu Gothic"/>
                <a:cs typeface="Yu Gothic"/>
              </a:defRPr>
            </a:lvl1pPr>
            <a:lvl2pPr>
              <a:defRPr sz="1575" b="0">
                <a:solidFill>
                  <a:srgbClr val="71818B"/>
                </a:solidFill>
                <a:latin typeface="Yu Gothic"/>
                <a:ea typeface="Yu Gothic"/>
                <a:cs typeface="Yu Gothic"/>
              </a:defRPr>
            </a:lvl2pPr>
            <a:lvl3pPr>
              <a:defRPr sz="1575" b="0">
                <a:solidFill>
                  <a:srgbClr val="71818B"/>
                </a:solidFill>
                <a:latin typeface="Yu Gothic"/>
                <a:ea typeface="Yu Gothic"/>
                <a:cs typeface="Yu Gothic"/>
              </a:defRPr>
            </a:lvl3pPr>
            <a:lvl4pPr>
              <a:defRPr sz="1575" b="0">
                <a:solidFill>
                  <a:srgbClr val="71818B"/>
                </a:solidFill>
                <a:latin typeface="Yu Gothic"/>
                <a:ea typeface="Yu Gothic"/>
                <a:cs typeface="Yu Gothic"/>
              </a:defRPr>
            </a:lvl4pPr>
            <a:lvl5pPr>
              <a:defRPr sz="1575" b="0">
                <a:solidFill>
                  <a:srgbClr val="71818B"/>
                </a:solidFill>
                <a:latin typeface="Yu Gothic"/>
                <a:ea typeface="Yu Gothic"/>
                <a:cs typeface="Yu Gothic"/>
              </a:defRPr>
            </a:lvl5pPr>
            <a:lvl6pPr>
              <a:defRPr sz="1575" b="0">
                <a:solidFill>
                  <a:srgbClr val="71818B"/>
                </a:solidFill>
                <a:latin typeface="Yu Gothic"/>
                <a:ea typeface="Yu Gothic"/>
                <a:cs typeface="Yu Gothic"/>
              </a:defRPr>
            </a:lvl6pPr>
            <a:lvl7pPr>
              <a:defRPr sz="1575" b="0">
                <a:solidFill>
                  <a:srgbClr val="71818B"/>
                </a:solidFill>
                <a:latin typeface="Yu Gothic"/>
                <a:ea typeface="Yu Gothic"/>
                <a:cs typeface="Yu Gothic"/>
              </a:defRPr>
            </a:lvl7pPr>
            <a:lvl8pPr>
              <a:defRPr sz="1575" b="0">
                <a:solidFill>
                  <a:srgbClr val="71818B"/>
                </a:solidFill>
                <a:latin typeface="Yu Gothic"/>
                <a:ea typeface="Yu Gothic"/>
                <a:cs typeface="Yu Gothic"/>
              </a:defRPr>
            </a:lvl8pPr>
            <a:lvl9pPr>
              <a:defRPr sz="1575" b="0">
                <a:solidFill>
                  <a:srgbClr val="71818B"/>
                </a:solidFill>
                <a:latin typeface="Yu Gothic"/>
                <a:ea typeface="Yu Gothic"/>
                <a:cs typeface="Yu Gothic"/>
              </a:defRPr>
            </a:lvl9pPr>
          </a:lstStyle>
          <a:p xmlns:a="http://schemas.openxmlformats.org/drawingml/2006/main">
            <a:pPr>
              <a:defRPr sz="1575" b="0">
                <a:solidFill>
                  <a:srgbClr val="71818B"/>
                </a:solidFill>
                <a:latin typeface="Yu Gothic"/>
                <a:ea typeface="Yu Gothic"/>
                <a:cs typeface="Yu Gothic"/>
              </a:defRPr>
            </a:pPr>
            <a:r>
              <a:rPr sz="1575" b="0">
                <a:solidFill>
                  <a:srgbClr val="71818B"/>
                </a:solidFill>
                <a:latin typeface="Yu Gothic"/>
                <a:ea typeface="Yu Gothic"/>
                <a:cs typeface="Yu Gothic"/>
              </a:rPr>
              <a:t>教員採用試験を意識したオリジナル問題。実際の過去問・正式な提出課題とは別。</a:t>
            </a:r>
          </a:p>
        </p:txBody>
      </p:sp>
      <p:sp>
        <p:nvSpPr>
          <p:cNvPr id="6" name="">
            <a:extLst xmlns:a="http://schemas.openxmlformats.org/drawingml/2006/main">
              <a:ext uri="{FF2B5EF4-FFF2-40B4-BE49-F238E27FC236}">
                <a16:creationId xmlns:a16="http://schemas.microsoft.com/office/drawing/2014/main" id="{891D46CD-395A-490A-87F7-7AB85584E2B4}"/>
              </a:ext>
            </a:extLst>
          </p:cNvPr>
          <p:cNvSpPr>
            <a:spLocks xmlns:a="http://schemas.openxmlformats.org/drawingml/2006/main" noGrp="1"/>
          </p:cNvSpPr>
          <p:nvPr/>
        </p:nvSpPr>
        <p:spPr>
          <a:xfrm xmlns:a="http://schemas.openxmlformats.org/drawingml/2006/main">
            <a:off x="685800" y="6353175"/>
            <a:ext cx="904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第8回</a:t>
            </a:r>
          </a:p>
        </p:txBody>
      </p:sp>
      <p:sp>
        <p:nvSpPr>
          <p:cNvPr id="7" name="">
            <a:extLst xmlns:a="http://schemas.openxmlformats.org/drawingml/2006/main">
              <a:ext uri="{FF2B5EF4-FFF2-40B4-BE49-F238E27FC236}">
                <a16:creationId xmlns:a16="http://schemas.microsoft.com/office/drawing/2014/main" id="{EF656E4A-1E04-42D6-8990-EE0EECC688AF}"/>
              </a:ext>
            </a:extLst>
          </p:cNvPr>
          <p:cNvSpPr>
            <a:spLocks xmlns:a="http://schemas.openxmlformats.org/drawingml/2006/main" noGrp="1"/>
          </p:cNvSpPr>
          <p:nvPr/>
        </p:nvSpPr>
        <p:spPr>
          <a:xfrm xmlns:a="http://schemas.openxmlformats.org/drawingml/2006/main">
            <a:off x="10477500" y="635317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37 / 43</a:t>
            </a:r>
          </a:p>
        </p:txBody>
      </p:sp>
    </p:spTree>
    <p:extLst>
      <p:ext uri="{BB962C8B-B14F-4D97-AF65-F5344CB8AC3E}">
        <p14:creationId xmlns:p14="http://schemas.microsoft.com/office/powerpoint/2010/main" val="2088656852"/>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C169B383-9D64-4D19-8B23-78414E23C3EF}"/>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700" b="1">
                <a:solidFill>
                  <a:srgbClr val="193B59"/>
                </a:solidFill>
                <a:latin typeface="Yu Gothic"/>
                <a:ea typeface="Yu Gothic"/>
                <a:cs typeface="Yu Gothic"/>
              </a:defRPr>
            </a:defPPr>
            <a:lvl1pPr>
              <a:defRPr sz="2700" b="1">
                <a:solidFill>
                  <a:srgbClr val="193B59"/>
                </a:solidFill>
                <a:latin typeface="Yu Gothic"/>
                <a:ea typeface="Yu Gothic"/>
                <a:cs typeface="Yu Gothic"/>
              </a:defRPr>
            </a:lvl1pPr>
            <a:lvl2pPr>
              <a:defRPr sz="2700" b="1">
                <a:solidFill>
                  <a:srgbClr val="193B59"/>
                </a:solidFill>
                <a:latin typeface="Yu Gothic"/>
                <a:ea typeface="Yu Gothic"/>
                <a:cs typeface="Yu Gothic"/>
              </a:defRPr>
            </a:lvl2pPr>
            <a:lvl3pPr>
              <a:defRPr sz="2700" b="1">
                <a:solidFill>
                  <a:srgbClr val="193B59"/>
                </a:solidFill>
                <a:latin typeface="Yu Gothic"/>
                <a:ea typeface="Yu Gothic"/>
                <a:cs typeface="Yu Gothic"/>
              </a:defRPr>
            </a:lvl3pPr>
            <a:lvl4pPr>
              <a:defRPr sz="2700" b="1">
                <a:solidFill>
                  <a:srgbClr val="193B59"/>
                </a:solidFill>
                <a:latin typeface="Yu Gothic"/>
                <a:ea typeface="Yu Gothic"/>
                <a:cs typeface="Yu Gothic"/>
              </a:defRPr>
            </a:lvl4pPr>
            <a:lvl5pPr>
              <a:defRPr sz="2700" b="1">
                <a:solidFill>
                  <a:srgbClr val="193B59"/>
                </a:solidFill>
                <a:latin typeface="Yu Gothic"/>
                <a:ea typeface="Yu Gothic"/>
                <a:cs typeface="Yu Gothic"/>
              </a:defRPr>
            </a:lvl5pPr>
            <a:lvl6pPr>
              <a:defRPr sz="2700" b="1">
                <a:solidFill>
                  <a:srgbClr val="193B59"/>
                </a:solidFill>
                <a:latin typeface="Yu Gothic"/>
                <a:ea typeface="Yu Gothic"/>
                <a:cs typeface="Yu Gothic"/>
              </a:defRPr>
            </a:lvl6pPr>
            <a:lvl7pPr>
              <a:defRPr sz="2700" b="1">
                <a:solidFill>
                  <a:srgbClr val="193B59"/>
                </a:solidFill>
                <a:latin typeface="Yu Gothic"/>
                <a:ea typeface="Yu Gothic"/>
                <a:cs typeface="Yu Gothic"/>
              </a:defRPr>
            </a:lvl7pPr>
            <a:lvl8pPr>
              <a:defRPr sz="2700" b="1">
                <a:solidFill>
                  <a:srgbClr val="193B59"/>
                </a:solidFill>
                <a:latin typeface="Yu Gothic"/>
                <a:ea typeface="Yu Gothic"/>
                <a:cs typeface="Yu Gothic"/>
              </a:defRPr>
            </a:lvl8pPr>
            <a:lvl9pPr>
              <a:defRPr sz="2700" b="1">
                <a:solidFill>
                  <a:srgbClr val="193B59"/>
                </a:solidFill>
                <a:latin typeface="Yu Gothic"/>
                <a:ea typeface="Yu Gothic"/>
                <a:cs typeface="Yu Gothic"/>
              </a:defRPr>
            </a:lvl9pPr>
          </a:lstStyle>
          <a:p xmlns:a="http://schemas.openxmlformats.org/drawingml/2006/main">
            <a:pPr>
              <a:defRPr sz="2700" b="1">
                <a:solidFill>
                  <a:srgbClr val="193B59"/>
                </a:solidFill>
                <a:latin typeface="Yu Gothic"/>
                <a:ea typeface="Yu Gothic"/>
                <a:cs typeface="Yu Gothic"/>
              </a:defRPr>
            </a:pPr>
            <a:r>
              <a:rPr sz="2700" b="1">
                <a:solidFill>
                  <a:srgbClr val="193B59"/>
                </a:solidFill>
                <a:latin typeface="Yu Gothic"/>
                <a:ea typeface="Yu Gothic"/>
                <a:cs typeface="Yu Gothic"/>
              </a:rPr>
              <a:t>想定問題6　解説：細片化・生分解・処理先</a:t>
            </a:r>
          </a:p>
        </p:txBody>
      </p:sp>
      <p:sp>
        <p:nvSpPr>
          <p:cNvPr id="2" name="">
            <a:extLst xmlns:a="http://schemas.openxmlformats.org/drawingml/2006/main">
              <a:ext uri="{FF2B5EF4-FFF2-40B4-BE49-F238E27FC236}">
                <a16:creationId xmlns:a16="http://schemas.microsoft.com/office/drawing/2014/main" id="{7B7390FF-7BBD-40DF-80D8-DC1C76E522D5}"/>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BCFB0835-50ED-45DC-A94C-18FEED7D3047}"/>
              </a:ext>
            </a:extLst>
          </p:cNvPr>
          <p:cNvSpPr>
            <a:spLocks xmlns:a="http://schemas.openxmlformats.org/drawingml/2006/main" noGrp="1"/>
          </p:cNvSpPr>
          <p:nvPr/>
        </p:nvSpPr>
        <p:spPr>
          <a:xfrm xmlns:a="http://schemas.openxmlformats.org/drawingml/2006/main">
            <a:off x="809625" y="176212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263D4D"/>
                </a:solidFill>
                <a:latin typeface="Yu Gothic"/>
                <a:ea typeface="Yu Gothic"/>
                <a:cs typeface="Yu Gothic"/>
              </a:defRPr>
            </a:defPPr>
            <a:lvl1pPr>
              <a:defRPr sz="2175" b="1">
                <a:solidFill>
                  <a:srgbClr val="263D4D"/>
                </a:solidFill>
                <a:latin typeface="Yu Gothic"/>
                <a:ea typeface="Yu Gothic"/>
                <a:cs typeface="Yu Gothic"/>
              </a:defRPr>
            </a:lvl1pPr>
            <a:lvl2pPr>
              <a:defRPr sz="2175" b="1">
                <a:solidFill>
                  <a:srgbClr val="263D4D"/>
                </a:solidFill>
                <a:latin typeface="Yu Gothic"/>
                <a:ea typeface="Yu Gothic"/>
                <a:cs typeface="Yu Gothic"/>
              </a:defRPr>
            </a:lvl2pPr>
            <a:lvl3pPr>
              <a:defRPr sz="2175" b="1">
                <a:solidFill>
                  <a:srgbClr val="263D4D"/>
                </a:solidFill>
                <a:latin typeface="Yu Gothic"/>
                <a:ea typeface="Yu Gothic"/>
                <a:cs typeface="Yu Gothic"/>
              </a:defRPr>
            </a:lvl3pPr>
            <a:lvl4pPr>
              <a:defRPr sz="2175" b="1">
                <a:solidFill>
                  <a:srgbClr val="263D4D"/>
                </a:solidFill>
                <a:latin typeface="Yu Gothic"/>
                <a:ea typeface="Yu Gothic"/>
                <a:cs typeface="Yu Gothic"/>
              </a:defRPr>
            </a:lvl4pPr>
            <a:lvl5pPr>
              <a:defRPr sz="2175" b="1">
                <a:solidFill>
                  <a:srgbClr val="263D4D"/>
                </a:solidFill>
                <a:latin typeface="Yu Gothic"/>
                <a:ea typeface="Yu Gothic"/>
                <a:cs typeface="Yu Gothic"/>
              </a:defRPr>
            </a:lvl5pPr>
            <a:lvl6pPr>
              <a:defRPr sz="2175" b="1">
                <a:solidFill>
                  <a:srgbClr val="263D4D"/>
                </a:solidFill>
                <a:latin typeface="Yu Gothic"/>
                <a:ea typeface="Yu Gothic"/>
                <a:cs typeface="Yu Gothic"/>
              </a:defRPr>
            </a:lvl6pPr>
            <a:lvl7pPr>
              <a:defRPr sz="2175" b="1">
                <a:solidFill>
                  <a:srgbClr val="263D4D"/>
                </a:solidFill>
                <a:latin typeface="Yu Gothic"/>
                <a:ea typeface="Yu Gothic"/>
                <a:cs typeface="Yu Gothic"/>
              </a:defRPr>
            </a:lvl7pPr>
            <a:lvl8pPr>
              <a:defRPr sz="2175" b="1">
                <a:solidFill>
                  <a:srgbClr val="263D4D"/>
                </a:solidFill>
                <a:latin typeface="Yu Gothic"/>
                <a:ea typeface="Yu Gothic"/>
                <a:cs typeface="Yu Gothic"/>
              </a:defRPr>
            </a:lvl8pPr>
            <a:lvl9pPr>
              <a:defRPr sz="2175" b="1">
                <a:solidFill>
                  <a:srgbClr val="263D4D"/>
                </a:solidFill>
                <a:latin typeface="Yu Gothic"/>
                <a:ea typeface="Yu Gothic"/>
                <a:cs typeface="Yu Gothic"/>
              </a:defRPr>
            </a:lvl9pPr>
          </a:lstStyle>
          <a:p xmlns:a="http://schemas.openxmlformats.org/drawingml/2006/main">
            <a:pPr>
              <a:defRPr sz="2175" b="1">
                <a:solidFill>
                  <a:srgbClr val="263D4D"/>
                </a:solidFill>
                <a:latin typeface="Yu Gothic"/>
                <a:ea typeface="Yu Gothic"/>
                <a:cs typeface="Yu Gothic"/>
              </a:defRPr>
            </a:pPr>
            <a:r>
              <a:rPr sz="2175" b="1">
                <a:solidFill>
                  <a:srgbClr val="263D4D"/>
                </a:solidFill>
                <a:latin typeface="Yu Gothic"/>
                <a:ea typeface="Yu Gothic"/>
                <a:cs typeface="Yu Gothic"/>
              </a:rPr>
              <a:t>細かく砕けることと、生分解は異なる</a:t>
            </a:r>
          </a:p>
        </p:txBody>
      </p:sp>
      <p:sp>
        <p:nvSpPr>
          <p:cNvPr id="4" name="">
            <a:extLst xmlns:a="http://schemas.openxmlformats.org/drawingml/2006/main">
              <a:ext uri="{FF2B5EF4-FFF2-40B4-BE49-F238E27FC236}">
                <a16:creationId xmlns:a16="http://schemas.microsoft.com/office/drawing/2014/main" id="{E54B3DA2-0106-412B-AFE8-87A000E72890}"/>
              </a:ext>
            </a:extLst>
          </p:cNvPr>
          <p:cNvSpPr>
            <a:spLocks xmlns:a="http://schemas.openxmlformats.org/drawingml/2006/main" noGrp="1"/>
          </p:cNvSpPr>
          <p:nvPr/>
        </p:nvSpPr>
        <p:spPr>
          <a:xfrm xmlns:a="http://schemas.openxmlformats.org/drawingml/2006/main">
            <a:off x="809625" y="267652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63D4D"/>
                </a:solidFill>
                <a:latin typeface="Yu Gothic"/>
                <a:ea typeface="Yu Gothic"/>
                <a:cs typeface="Yu Gothic"/>
              </a:defRPr>
            </a:defPPr>
            <a:lvl1pPr>
              <a:defRPr sz="2175" b="0">
                <a:solidFill>
                  <a:srgbClr val="263D4D"/>
                </a:solidFill>
                <a:latin typeface="Yu Gothic"/>
                <a:ea typeface="Yu Gothic"/>
                <a:cs typeface="Yu Gothic"/>
              </a:defRPr>
            </a:lvl1pPr>
            <a:lvl2pPr>
              <a:defRPr sz="2175" b="0">
                <a:solidFill>
                  <a:srgbClr val="263D4D"/>
                </a:solidFill>
                <a:latin typeface="Yu Gothic"/>
                <a:ea typeface="Yu Gothic"/>
                <a:cs typeface="Yu Gothic"/>
              </a:defRPr>
            </a:lvl2pPr>
            <a:lvl3pPr>
              <a:defRPr sz="2175" b="0">
                <a:solidFill>
                  <a:srgbClr val="263D4D"/>
                </a:solidFill>
                <a:latin typeface="Yu Gothic"/>
                <a:ea typeface="Yu Gothic"/>
                <a:cs typeface="Yu Gothic"/>
              </a:defRPr>
            </a:lvl3pPr>
            <a:lvl4pPr>
              <a:defRPr sz="2175" b="0">
                <a:solidFill>
                  <a:srgbClr val="263D4D"/>
                </a:solidFill>
                <a:latin typeface="Yu Gothic"/>
                <a:ea typeface="Yu Gothic"/>
                <a:cs typeface="Yu Gothic"/>
              </a:defRPr>
            </a:lvl4pPr>
            <a:lvl5pPr>
              <a:defRPr sz="2175" b="0">
                <a:solidFill>
                  <a:srgbClr val="263D4D"/>
                </a:solidFill>
                <a:latin typeface="Yu Gothic"/>
                <a:ea typeface="Yu Gothic"/>
                <a:cs typeface="Yu Gothic"/>
              </a:defRPr>
            </a:lvl5pPr>
            <a:lvl6pPr>
              <a:defRPr sz="2175" b="0">
                <a:solidFill>
                  <a:srgbClr val="263D4D"/>
                </a:solidFill>
                <a:latin typeface="Yu Gothic"/>
                <a:ea typeface="Yu Gothic"/>
                <a:cs typeface="Yu Gothic"/>
              </a:defRPr>
            </a:lvl6pPr>
            <a:lvl7pPr>
              <a:defRPr sz="2175" b="0">
                <a:solidFill>
                  <a:srgbClr val="263D4D"/>
                </a:solidFill>
                <a:latin typeface="Yu Gothic"/>
                <a:ea typeface="Yu Gothic"/>
                <a:cs typeface="Yu Gothic"/>
              </a:defRPr>
            </a:lvl7pPr>
            <a:lvl8pPr>
              <a:defRPr sz="2175" b="0">
                <a:solidFill>
                  <a:srgbClr val="263D4D"/>
                </a:solidFill>
                <a:latin typeface="Yu Gothic"/>
                <a:ea typeface="Yu Gothic"/>
                <a:cs typeface="Yu Gothic"/>
              </a:defRPr>
            </a:lvl8pPr>
            <a:lvl9pPr>
              <a:defRPr sz="2175" b="0">
                <a:solidFill>
                  <a:srgbClr val="263D4D"/>
                </a:solidFill>
                <a:latin typeface="Yu Gothic"/>
                <a:ea typeface="Yu Gothic"/>
                <a:cs typeface="Yu Gothic"/>
              </a:defRPr>
            </a:lvl9pPr>
          </a:lstStyle>
          <a:p xmlns:a="http://schemas.openxmlformats.org/drawingml/2006/main">
            <a:pPr>
              <a:defRPr sz="2175" b="0">
                <a:solidFill>
                  <a:srgbClr val="263D4D"/>
                </a:solidFill>
                <a:latin typeface="Yu Gothic"/>
                <a:ea typeface="Yu Gothic"/>
                <a:cs typeface="Yu Gothic"/>
              </a:defRPr>
            </a:pPr>
            <a:r>
              <a:rPr sz="2175" b="0">
                <a:solidFill>
                  <a:srgbClr val="263D4D"/>
                </a:solidFill>
                <a:latin typeface="Yu Gothic"/>
                <a:ea typeface="Yu Gothic"/>
                <a:cs typeface="Yu Gothic"/>
              </a:rPr>
              <a:t>対象環境・温度・水分・微生物・時間を確認</a:t>
            </a:r>
          </a:p>
        </p:txBody>
      </p:sp>
      <p:sp>
        <p:nvSpPr>
          <p:cNvPr id="5" name="">
            <a:extLst xmlns:a="http://schemas.openxmlformats.org/drawingml/2006/main">
              <a:ext uri="{FF2B5EF4-FFF2-40B4-BE49-F238E27FC236}">
                <a16:creationId xmlns:a16="http://schemas.microsoft.com/office/drawing/2014/main" id="{45BF4D6B-0E6C-4F76-AEEC-FF82E9DA665D}"/>
              </a:ext>
            </a:extLst>
          </p:cNvPr>
          <p:cNvSpPr>
            <a:spLocks xmlns:a="http://schemas.openxmlformats.org/drawingml/2006/main" noGrp="1"/>
          </p:cNvSpPr>
          <p:nvPr/>
        </p:nvSpPr>
        <p:spPr>
          <a:xfrm xmlns:a="http://schemas.openxmlformats.org/drawingml/2006/main">
            <a:off x="809625" y="359092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63D4D"/>
                </a:solidFill>
                <a:latin typeface="Yu Gothic"/>
                <a:ea typeface="Yu Gothic"/>
                <a:cs typeface="Yu Gothic"/>
              </a:defRPr>
            </a:defPPr>
            <a:lvl1pPr>
              <a:defRPr sz="2175" b="0">
                <a:solidFill>
                  <a:srgbClr val="263D4D"/>
                </a:solidFill>
                <a:latin typeface="Yu Gothic"/>
                <a:ea typeface="Yu Gothic"/>
                <a:cs typeface="Yu Gothic"/>
              </a:defRPr>
            </a:lvl1pPr>
            <a:lvl2pPr>
              <a:defRPr sz="2175" b="0">
                <a:solidFill>
                  <a:srgbClr val="263D4D"/>
                </a:solidFill>
                <a:latin typeface="Yu Gothic"/>
                <a:ea typeface="Yu Gothic"/>
                <a:cs typeface="Yu Gothic"/>
              </a:defRPr>
            </a:lvl2pPr>
            <a:lvl3pPr>
              <a:defRPr sz="2175" b="0">
                <a:solidFill>
                  <a:srgbClr val="263D4D"/>
                </a:solidFill>
                <a:latin typeface="Yu Gothic"/>
                <a:ea typeface="Yu Gothic"/>
                <a:cs typeface="Yu Gothic"/>
              </a:defRPr>
            </a:lvl3pPr>
            <a:lvl4pPr>
              <a:defRPr sz="2175" b="0">
                <a:solidFill>
                  <a:srgbClr val="263D4D"/>
                </a:solidFill>
                <a:latin typeface="Yu Gothic"/>
                <a:ea typeface="Yu Gothic"/>
                <a:cs typeface="Yu Gothic"/>
              </a:defRPr>
            </a:lvl4pPr>
            <a:lvl5pPr>
              <a:defRPr sz="2175" b="0">
                <a:solidFill>
                  <a:srgbClr val="263D4D"/>
                </a:solidFill>
                <a:latin typeface="Yu Gothic"/>
                <a:ea typeface="Yu Gothic"/>
                <a:cs typeface="Yu Gothic"/>
              </a:defRPr>
            </a:lvl5pPr>
            <a:lvl6pPr>
              <a:defRPr sz="2175" b="0">
                <a:solidFill>
                  <a:srgbClr val="263D4D"/>
                </a:solidFill>
                <a:latin typeface="Yu Gothic"/>
                <a:ea typeface="Yu Gothic"/>
                <a:cs typeface="Yu Gothic"/>
              </a:defRPr>
            </a:lvl6pPr>
            <a:lvl7pPr>
              <a:defRPr sz="2175" b="0">
                <a:solidFill>
                  <a:srgbClr val="263D4D"/>
                </a:solidFill>
                <a:latin typeface="Yu Gothic"/>
                <a:ea typeface="Yu Gothic"/>
                <a:cs typeface="Yu Gothic"/>
              </a:defRPr>
            </a:lvl7pPr>
            <a:lvl8pPr>
              <a:defRPr sz="2175" b="0">
                <a:solidFill>
                  <a:srgbClr val="263D4D"/>
                </a:solidFill>
                <a:latin typeface="Yu Gothic"/>
                <a:ea typeface="Yu Gothic"/>
                <a:cs typeface="Yu Gothic"/>
              </a:defRPr>
            </a:lvl8pPr>
            <a:lvl9pPr>
              <a:defRPr sz="2175" b="0">
                <a:solidFill>
                  <a:srgbClr val="263D4D"/>
                </a:solidFill>
                <a:latin typeface="Yu Gothic"/>
                <a:ea typeface="Yu Gothic"/>
                <a:cs typeface="Yu Gothic"/>
              </a:defRPr>
            </a:lvl9pPr>
          </a:lstStyle>
          <a:p xmlns:a="http://schemas.openxmlformats.org/drawingml/2006/main">
            <a:pPr>
              <a:defRPr sz="2175" b="0">
                <a:solidFill>
                  <a:srgbClr val="263D4D"/>
                </a:solidFill>
                <a:latin typeface="Yu Gothic"/>
                <a:ea typeface="Yu Gothic"/>
                <a:cs typeface="Yu Gothic"/>
              </a:defRPr>
            </a:pPr>
            <a:r>
              <a:rPr sz="2175" b="0">
                <a:solidFill>
                  <a:srgbClr val="263D4D"/>
                </a:solidFill>
                <a:latin typeface="Yu Gothic"/>
                <a:ea typeface="Yu Gothic"/>
                <a:cs typeface="Yu Gothic"/>
              </a:rPr>
              <a:t>製品の表示と、受入れ可能な回収・処理先を確認</a:t>
            </a:r>
          </a:p>
        </p:txBody>
      </p:sp>
      <p:sp>
        <p:nvSpPr>
          <p:cNvPr id="6" name="">
            <a:extLst xmlns:a="http://schemas.openxmlformats.org/drawingml/2006/main">
              <a:ext uri="{FF2B5EF4-FFF2-40B4-BE49-F238E27FC236}">
                <a16:creationId xmlns:a16="http://schemas.microsoft.com/office/drawing/2014/main" id="{0CD757D4-4D31-4DD0-9183-8EBC584DD86B}"/>
              </a:ext>
            </a:extLst>
          </p:cNvPr>
          <p:cNvSpPr>
            <a:spLocks xmlns:a="http://schemas.openxmlformats.org/drawingml/2006/main" noGrp="1"/>
          </p:cNvSpPr>
          <p:nvPr/>
        </p:nvSpPr>
        <p:spPr>
          <a:xfrm xmlns:a="http://schemas.openxmlformats.org/drawingml/2006/main">
            <a:off x="809625" y="450532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63D4D"/>
                </a:solidFill>
                <a:latin typeface="Yu Gothic"/>
                <a:ea typeface="Yu Gothic"/>
                <a:cs typeface="Yu Gothic"/>
              </a:defRPr>
            </a:defPPr>
            <a:lvl1pPr>
              <a:defRPr sz="2175" b="0">
                <a:solidFill>
                  <a:srgbClr val="263D4D"/>
                </a:solidFill>
                <a:latin typeface="Yu Gothic"/>
                <a:ea typeface="Yu Gothic"/>
                <a:cs typeface="Yu Gothic"/>
              </a:defRPr>
            </a:lvl1pPr>
            <a:lvl2pPr>
              <a:defRPr sz="2175" b="0">
                <a:solidFill>
                  <a:srgbClr val="263D4D"/>
                </a:solidFill>
                <a:latin typeface="Yu Gothic"/>
                <a:ea typeface="Yu Gothic"/>
                <a:cs typeface="Yu Gothic"/>
              </a:defRPr>
            </a:lvl2pPr>
            <a:lvl3pPr>
              <a:defRPr sz="2175" b="0">
                <a:solidFill>
                  <a:srgbClr val="263D4D"/>
                </a:solidFill>
                <a:latin typeface="Yu Gothic"/>
                <a:ea typeface="Yu Gothic"/>
                <a:cs typeface="Yu Gothic"/>
              </a:defRPr>
            </a:lvl3pPr>
            <a:lvl4pPr>
              <a:defRPr sz="2175" b="0">
                <a:solidFill>
                  <a:srgbClr val="263D4D"/>
                </a:solidFill>
                <a:latin typeface="Yu Gothic"/>
                <a:ea typeface="Yu Gothic"/>
                <a:cs typeface="Yu Gothic"/>
              </a:defRPr>
            </a:lvl4pPr>
            <a:lvl5pPr>
              <a:defRPr sz="2175" b="0">
                <a:solidFill>
                  <a:srgbClr val="263D4D"/>
                </a:solidFill>
                <a:latin typeface="Yu Gothic"/>
                <a:ea typeface="Yu Gothic"/>
                <a:cs typeface="Yu Gothic"/>
              </a:defRPr>
            </a:lvl5pPr>
            <a:lvl6pPr>
              <a:defRPr sz="2175" b="0">
                <a:solidFill>
                  <a:srgbClr val="263D4D"/>
                </a:solidFill>
                <a:latin typeface="Yu Gothic"/>
                <a:ea typeface="Yu Gothic"/>
                <a:cs typeface="Yu Gothic"/>
              </a:defRPr>
            </a:lvl6pPr>
            <a:lvl7pPr>
              <a:defRPr sz="2175" b="0">
                <a:solidFill>
                  <a:srgbClr val="263D4D"/>
                </a:solidFill>
                <a:latin typeface="Yu Gothic"/>
                <a:ea typeface="Yu Gothic"/>
                <a:cs typeface="Yu Gothic"/>
              </a:defRPr>
            </a:lvl7pPr>
            <a:lvl8pPr>
              <a:defRPr sz="2175" b="0">
                <a:solidFill>
                  <a:srgbClr val="263D4D"/>
                </a:solidFill>
                <a:latin typeface="Yu Gothic"/>
                <a:ea typeface="Yu Gothic"/>
                <a:cs typeface="Yu Gothic"/>
              </a:defRPr>
            </a:lvl8pPr>
            <a:lvl9pPr>
              <a:defRPr sz="2175" b="0">
                <a:solidFill>
                  <a:srgbClr val="263D4D"/>
                </a:solidFill>
                <a:latin typeface="Yu Gothic"/>
                <a:ea typeface="Yu Gothic"/>
                <a:cs typeface="Yu Gothic"/>
              </a:defRPr>
            </a:lvl9pPr>
          </a:lstStyle>
          <a:p xmlns:a="http://schemas.openxmlformats.org/drawingml/2006/main">
            <a:pPr>
              <a:defRPr sz="2175" b="0">
                <a:solidFill>
                  <a:srgbClr val="263D4D"/>
                </a:solidFill>
                <a:latin typeface="Yu Gothic"/>
                <a:ea typeface="Yu Gothic"/>
                <a:cs typeface="Yu Gothic"/>
              </a:defRPr>
            </a:pPr>
            <a:r>
              <a:rPr sz="2175" b="0">
                <a:solidFill>
                  <a:srgbClr val="263D4D"/>
                </a:solidFill>
                <a:latin typeface="Yu Gothic"/>
                <a:ea typeface="Yu Gothic"/>
                <a:cs typeface="Yu Gothic"/>
              </a:rPr>
              <a:t>生分解性を投棄してよい理由にしない</a:t>
            </a:r>
          </a:p>
        </p:txBody>
      </p:sp>
      <p:sp>
        <p:nvSpPr>
          <p:cNvPr id="7" name="">
            <a:extLst xmlns:a="http://schemas.openxmlformats.org/drawingml/2006/main">
              <a:ext uri="{FF2B5EF4-FFF2-40B4-BE49-F238E27FC236}">
                <a16:creationId xmlns:a16="http://schemas.microsoft.com/office/drawing/2014/main" id="{0F029EDD-BB97-45A3-85F3-373DAC4FD1E4}"/>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defRPr sz="1575" b="0">
                <a:solidFill>
                  <a:srgbClr val="71818B"/>
                </a:solidFill>
                <a:latin typeface="Yu Gothic"/>
                <a:ea typeface="Yu Gothic"/>
                <a:cs typeface="Yu Gothic"/>
              </a:defRPr>
            </a:lvl1pPr>
            <a:lvl2pPr>
              <a:defRPr sz="1575" b="0">
                <a:solidFill>
                  <a:srgbClr val="71818B"/>
                </a:solidFill>
                <a:latin typeface="Yu Gothic"/>
                <a:ea typeface="Yu Gothic"/>
                <a:cs typeface="Yu Gothic"/>
              </a:defRPr>
            </a:lvl2pPr>
            <a:lvl3pPr>
              <a:defRPr sz="1575" b="0">
                <a:solidFill>
                  <a:srgbClr val="71818B"/>
                </a:solidFill>
                <a:latin typeface="Yu Gothic"/>
                <a:ea typeface="Yu Gothic"/>
                <a:cs typeface="Yu Gothic"/>
              </a:defRPr>
            </a:lvl3pPr>
            <a:lvl4pPr>
              <a:defRPr sz="1575" b="0">
                <a:solidFill>
                  <a:srgbClr val="71818B"/>
                </a:solidFill>
                <a:latin typeface="Yu Gothic"/>
                <a:ea typeface="Yu Gothic"/>
                <a:cs typeface="Yu Gothic"/>
              </a:defRPr>
            </a:lvl4pPr>
            <a:lvl5pPr>
              <a:defRPr sz="1575" b="0">
                <a:solidFill>
                  <a:srgbClr val="71818B"/>
                </a:solidFill>
                <a:latin typeface="Yu Gothic"/>
                <a:ea typeface="Yu Gothic"/>
                <a:cs typeface="Yu Gothic"/>
              </a:defRPr>
            </a:lvl5pPr>
            <a:lvl6pPr>
              <a:defRPr sz="1575" b="0">
                <a:solidFill>
                  <a:srgbClr val="71818B"/>
                </a:solidFill>
                <a:latin typeface="Yu Gothic"/>
                <a:ea typeface="Yu Gothic"/>
                <a:cs typeface="Yu Gothic"/>
              </a:defRPr>
            </a:lvl6pPr>
            <a:lvl7pPr>
              <a:defRPr sz="1575" b="0">
                <a:solidFill>
                  <a:srgbClr val="71818B"/>
                </a:solidFill>
                <a:latin typeface="Yu Gothic"/>
                <a:ea typeface="Yu Gothic"/>
                <a:cs typeface="Yu Gothic"/>
              </a:defRPr>
            </a:lvl7pPr>
            <a:lvl8pPr>
              <a:defRPr sz="1575" b="0">
                <a:solidFill>
                  <a:srgbClr val="71818B"/>
                </a:solidFill>
                <a:latin typeface="Yu Gothic"/>
                <a:ea typeface="Yu Gothic"/>
                <a:cs typeface="Yu Gothic"/>
              </a:defRPr>
            </a:lvl8pPr>
            <a:lvl9pPr>
              <a:defRPr sz="1575" b="0">
                <a:solidFill>
                  <a:srgbClr val="71818B"/>
                </a:solidFill>
                <a:latin typeface="Yu Gothic"/>
                <a:ea typeface="Yu Gothic"/>
                <a:cs typeface="Yu Gothic"/>
              </a:defRPr>
            </a:lvl9pPr>
          </a:lstStyle>
          <a:p xmlns:a="http://schemas.openxmlformats.org/drawingml/2006/main">
            <a:pPr>
              <a:defRPr sz="1575" b="0">
                <a:solidFill>
                  <a:srgbClr val="71818B"/>
                </a:solidFill>
                <a:latin typeface="Yu Gothic"/>
                <a:ea typeface="Yu Gothic"/>
                <a:cs typeface="Yu Gothic"/>
              </a:defRPr>
            </a:pPr>
            <a:r>
              <a:rPr sz="1575" b="0">
                <a:solidFill>
                  <a:srgbClr val="71818B"/>
                </a:solidFill>
                <a:latin typeface="Yu Gothic"/>
                <a:ea typeface="Yu Gothic"/>
                <a:cs typeface="Yu Gothic"/>
              </a:rPr>
              <a:t>本編の参照スライド：17・18・25・26</a:t>
            </a:r>
          </a:p>
        </p:txBody>
      </p:sp>
      <p:sp>
        <p:nvSpPr>
          <p:cNvPr id="8" name="">
            <a:extLst xmlns:a="http://schemas.openxmlformats.org/drawingml/2006/main">
              <a:ext uri="{FF2B5EF4-FFF2-40B4-BE49-F238E27FC236}">
                <a16:creationId xmlns:a16="http://schemas.microsoft.com/office/drawing/2014/main" id="{C0C5CFA7-C511-4328-8739-5DE218581AC8}"/>
              </a:ext>
            </a:extLst>
          </p:cNvPr>
          <p:cNvSpPr>
            <a:spLocks xmlns:a="http://schemas.openxmlformats.org/drawingml/2006/main" noGrp="1"/>
          </p:cNvSpPr>
          <p:nvPr/>
        </p:nvSpPr>
        <p:spPr>
          <a:xfrm xmlns:a="http://schemas.openxmlformats.org/drawingml/2006/main">
            <a:off x="685800" y="6353175"/>
            <a:ext cx="904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第8回</a:t>
            </a:r>
          </a:p>
        </p:txBody>
      </p:sp>
      <p:sp>
        <p:nvSpPr>
          <p:cNvPr id="9" name="">
            <a:extLst xmlns:a="http://schemas.openxmlformats.org/drawingml/2006/main">
              <a:ext uri="{FF2B5EF4-FFF2-40B4-BE49-F238E27FC236}">
                <a16:creationId xmlns:a16="http://schemas.microsoft.com/office/drawing/2014/main" id="{3AA534AD-35FB-4E82-A185-4CAD46C18A7C}"/>
              </a:ext>
            </a:extLst>
          </p:cNvPr>
          <p:cNvSpPr>
            <a:spLocks xmlns:a="http://schemas.openxmlformats.org/drawingml/2006/main" noGrp="1"/>
          </p:cNvSpPr>
          <p:nvPr/>
        </p:nvSpPr>
        <p:spPr>
          <a:xfrm xmlns:a="http://schemas.openxmlformats.org/drawingml/2006/main">
            <a:off x="10477500" y="635317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38 / 43</a:t>
            </a:r>
          </a:p>
        </p:txBody>
      </p:sp>
    </p:spTree>
    <p:extLst>
      <p:ext uri="{BB962C8B-B14F-4D97-AF65-F5344CB8AC3E}">
        <p14:creationId xmlns:p14="http://schemas.microsoft.com/office/powerpoint/2010/main" val="788160244"/>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99A2B53-914B-4EA5-88C4-7A020D93A49A}"/>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700" b="1">
                <a:solidFill>
                  <a:srgbClr val="193B59"/>
                </a:solidFill>
                <a:latin typeface="Yu Gothic"/>
                <a:ea typeface="Yu Gothic"/>
                <a:cs typeface="Yu Gothic"/>
              </a:defRPr>
            </a:defPPr>
            <a:lvl1pPr>
              <a:defRPr sz="2700" b="1">
                <a:solidFill>
                  <a:srgbClr val="193B59"/>
                </a:solidFill>
                <a:latin typeface="Yu Gothic"/>
                <a:ea typeface="Yu Gothic"/>
                <a:cs typeface="Yu Gothic"/>
              </a:defRPr>
            </a:lvl1pPr>
            <a:lvl2pPr>
              <a:defRPr sz="2700" b="1">
                <a:solidFill>
                  <a:srgbClr val="193B59"/>
                </a:solidFill>
                <a:latin typeface="Yu Gothic"/>
                <a:ea typeface="Yu Gothic"/>
                <a:cs typeface="Yu Gothic"/>
              </a:defRPr>
            </a:lvl2pPr>
            <a:lvl3pPr>
              <a:defRPr sz="2700" b="1">
                <a:solidFill>
                  <a:srgbClr val="193B59"/>
                </a:solidFill>
                <a:latin typeface="Yu Gothic"/>
                <a:ea typeface="Yu Gothic"/>
                <a:cs typeface="Yu Gothic"/>
              </a:defRPr>
            </a:lvl3pPr>
            <a:lvl4pPr>
              <a:defRPr sz="2700" b="1">
                <a:solidFill>
                  <a:srgbClr val="193B59"/>
                </a:solidFill>
                <a:latin typeface="Yu Gothic"/>
                <a:ea typeface="Yu Gothic"/>
                <a:cs typeface="Yu Gothic"/>
              </a:defRPr>
            </a:lvl4pPr>
            <a:lvl5pPr>
              <a:defRPr sz="2700" b="1">
                <a:solidFill>
                  <a:srgbClr val="193B59"/>
                </a:solidFill>
                <a:latin typeface="Yu Gothic"/>
                <a:ea typeface="Yu Gothic"/>
                <a:cs typeface="Yu Gothic"/>
              </a:defRPr>
            </a:lvl5pPr>
            <a:lvl6pPr>
              <a:defRPr sz="2700" b="1">
                <a:solidFill>
                  <a:srgbClr val="193B59"/>
                </a:solidFill>
                <a:latin typeface="Yu Gothic"/>
                <a:ea typeface="Yu Gothic"/>
                <a:cs typeface="Yu Gothic"/>
              </a:defRPr>
            </a:lvl6pPr>
            <a:lvl7pPr>
              <a:defRPr sz="2700" b="1">
                <a:solidFill>
                  <a:srgbClr val="193B59"/>
                </a:solidFill>
                <a:latin typeface="Yu Gothic"/>
                <a:ea typeface="Yu Gothic"/>
                <a:cs typeface="Yu Gothic"/>
              </a:defRPr>
            </a:lvl7pPr>
            <a:lvl8pPr>
              <a:defRPr sz="2700" b="1">
                <a:solidFill>
                  <a:srgbClr val="193B59"/>
                </a:solidFill>
                <a:latin typeface="Yu Gothic"/>
                <a:ea typeface="Yu Gothic"/>
                <a:cs typeface="Yu Gothic"/>
              </a:defRPr>
            </a:lvl8pPr>
            <a:lvl9pPr>
              <a:defRPr sz="2700" b="1">
                <a:solidFill>
                  <a:srgbClr val="193B59"/>
                </a:solidFill>
                <a:latin typeface="Yu Gothic"/>
                <a:ea typeface="Yu Gothic"/>
                <a:cs typeface="Yu Gothic"/>
              </a:defRPr>
            </a:lvl9pPr>
          </a:lstStyle>
          <a:p xmlns:a="http://schemas.openxmlformats.org/drawingml/2006/main">
            <a:pPr>
              <a:defRPr sz="2700" b="1">
                <a:solidFill>
                  <a:srgbClr val="193B59"/>
                </a:solidFill>
                <a:latin typeface="Yu Gothic"/>
                <a:ea typeface="Yu Gothic"/>
                <a:cs typeface="Yu Gothic"/>
              </a:defRPr>
            </a:pPr>
            <a:r>
              <a:rPr sz="2700" b="1">
                <a:solidFill>
                  <a:srgbClr val="193B59"/>
                </a:solidFill>
                <a:latin typeface="Yu Gothic"/>
                <a:ea typeface="Yu Gothic"/>
                <a:cs typeface="Yu Gothic"/>
              </a:rPr>
              <a:t>想定問題7　図の観察：使用後の経路</a:t>
            </a:r>
          </a:p>
        </p:txBody>
      </p:sp>
      <p:sp>
        <p:nvSpPr>
          <p:cNvPr id="2" name="">
            <a:extLst xmlns:a="http://schemas.openxmlformats.org/drawingml/2006/main">
              <a:ext uri="{FF2B5EF4-FFF2-40B4-BE49-F238E27FC236}">
                <a16:creationId xmlns:a16="http://schemas.microsoft.com/office/drawing/2014/main" id="{5F81F138-1257-4508-8248-ABC90C041A1F}"/>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473B4AF6-7F51-4014-A4BD-DEA9D680A12D}"/>
              </a:ext>
            </a:extLst>
          </p:cNvPr>
          <p:cNvSpPr>
            <a:spLocks xmlns:a="http://schemas.openxmlformats.org/drawingml/2006/main" noGrp="1"/>
          </p:cNvSpPr>
          <p:nvPr/>
        </p:nvSpPr>
        <p:spPr>
          <a:xfrm xmlns:a="http://schemas.openxmlformats.org/drawingml/2006/main">
            <a:off x="809625" y="1762125"/>
            <a:ext cx="1057275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63D4D"/>
                </a:solidFill>
                <a:latin typeface="Yu Gothic"/>
                <a:ea typeface="Yu Gothic"/>
                <a:cs typeface="Yu Gothic"/>
              </a:defRPr>
            </a:defPPr>
            <a:lvl1pPr>
              <a:defRPr sz="2325" b="0">
                <a:solidFill>
                  <a:srgbClr val="263D4D"/>
                </a:solidFill>
                <a:latin typeface="Yu Gothic"/>
                <a:ea typeface="Yu Gothic"/>
                <a:cs typeface="Yu Gothic"/>
              </a:defRPr>
            </a:lvl1pPr>
            <a:lvl2pPr>
              <a:defRPr sz="2325" b="0">
                <a:solidFill>
                  <a:srgbClr val="263D4D"/>
                </a:solidFill>
                <a:latin typeface="Yu Gothic"/>
                <a:ea typeface="Yu Gothic"/>
                <a:cs typeface="Yu Gothic"/>
              </a:defRPr>
            </a:lvl2pPr>
            <a:lvl3pPr>
              <a:defRPr sz="2325" b="0">
                <a:solidFill>
                  <a:srgbClr val="263D4D"/>
                </a:solidFill>
                <a:latin typeface="Yu Gothic"/>
                <a:ea typeface="Yu Gothic"/>
                <a:cs typeface="Yu Gothic"/>
              </a:defRPr>
            </a:lvl3pPr>
            <a:lvl4pPr>
              <a:defRPr sz="2325" b="0">
                <a:solidFill>
                  <a:srgbClr val="263D4D"/>
                </a:solidFill>
                <a:latin typeface="Yu Gothic"/>
                <a:ea typeface="Yu Gothic"/>
                <a:cs typeface="Yu Gothic"/>
              </a:defRPr>
            </a:lvl4pPr>
            <a:lvl5pPr>
              <a:defRPr sz="2325" b="0">
                <a:solidFill>
                  <a:srgbClr val="263D4D"/>
                </a:solidFill>
                <a:latin typeface="Yu Gothic"/>
                <a:ea typeface="Yu Gothic"/>
                <a:cs typeface="Yu Gothic"/>
              </a:defRPr>
            </a:lvl5pPr>
            <a:lvl6pPr>
              <a:defRPr sz="2325" b="0">
                <a:solidFill>
                  <a:srgbClr val="263D4D"/>
                </a:solidFill>
                <a:latin typeface="Yu Gothic"/>
                <a:ea typeface="Yu Gothic"/>
                <a:cs typeface="Yu Gothic"/>
              </a:defRPr>
            </a:lvl6pPr>
            <a:lvl7pPr>
              <a:defRPr sz="2325" b="0">
                <a:solidFill>
                  <a:srgbClr val="263D4D"/>
                </a:solidFill>
                <a:latin typeface="Yu Gothic"/>
                <a:ea typeface="Yu Gothic"/>
                <a:cs typeface="Yu Gothic"/>
              </a:defRPr>
            </a:lvl7pPr>
            <a:lvl8pPr>
              <a:defRPr sz="2325" b="0">
                <a:solidFill>
                  <a:srgbClr val="263D4D"/>
                </a:solidFill>
                <a:latin typeface="Yu Gothic"/>
                <a:ea typeface="Yu Gothic"/>
                <a:cs typeface="Yu Gothic"/>
              </a:defRPr>
            </a:lvl8pPr>
            <a:lvl9pPr>
              <a:defRPr sz="2325" b="0">
                <a:solidFill>
                  <a:srgbClr val="263D4D"/>
                </a:solidFill>
                <a:latin typeface="Yu Gothic"/>
                <a:ea typeface="Yu Gothic"/>
                <a:cs typeface="Yu Gothic"/>
              </a:defRPr>
            </a:lvl9pPr>
          </a:lstStyle>
          <a:p xmlns:a="http://schemas.openxmlformats.org/drawingml/2006/main">
            <a:pPr>
              <a:defRPr sz="2325" b="0">
                <a:solidFill>
                  <a:srgbClr val="263D4D"/>
                </a:solidFill>
                <a:latin typeface="Yu Gothic"/>
                <a:ea typeface="Yu Gothic"/>
                <a:cs typeface="Yu Gothic"/>
              </a:defRPr>
            </a:pPr>
            <a:r>
              <a:rPr sz="2325" b="0">
                <a:solidFill>
                  <a:srgbClr val="263D4D"/>
                </a:solidFill>
                <a:latin typeface="Yu Gothic"/>
                <a:ea typeface="Yu Gothic"/>
                <a:cs typeface="Yu Gothic"/>
              </a:rPr>
              <a:t>同じ栽培容器について、再使用・材料としての再利用・化学原料への転換・熱回収の経路を描く。それぞれで得るものと、確認する条件を書く。</a:t>
            </a:r>
          </a:p>
        </p:txBody>
      </p:sp>
      <p:sp>
        <p:nvSpPr>
          <p:cNvPr id="4" name="">
            <a:extLst xmlns:a="http://schemas.openxmlformats.org/drawingml/2006/main">
              <a:ext uri="{FF2B5EF4-FFF2-40B4-BE49-F238E27FC236}">
                <a16:creationId xmlns:a16="http://schemas.microsoft.com/office/drawing/2014/main" id="{28C8D8E5-7910-425D-A65C-FC3A030DFCA7}"/>
              </a:ext>
            </a:extLst>
          </p:cNvPr>
          <p:cNvSpPr>
            <a:spLocks xmlns:a="http://schemas.openxmlformats.org/drawingml/2006/main" noGrp="1"/>
          </p:cNvSpPr>
          <p:nvPr/>
        </p:nvSpPr>
        <p:spPr>
          <a:xfrm xmlns:a="http://schemas.openxmlformats.org/drawingml/2006/main">
            <a:off x="809625" y="50958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1">
                <a:solidFill>
                  <a:srgbClr val="087E8B"/>
                </a:solidFill>
                <a:latin typeface="Yu Gothic"/>
                <a:ea typeface="Yu Gothic"/>
                <a:cs typeface="Yu Gothic"/>
              </a:defRPr>
            </a:defPPr>
            <a:lvl1pPr>
              <a:defRPr sz="2100" b="1">
                <a:solidFill>
                  <a:srgbClr val="087E8B"/>
                </a:solidFill>
                <a:latin typeface="Yu Gothic"/>
                <a:ea typeface="Yu Gothic"/>
                <a:cs typeface="Yu Gothic"/>
              </a:defRPr>
            </a:lvl1pPr>
            <a:lvl2pPr>
              <a:defRPr sz="2100" b="1">
                <a:solidFill>
                  <a:srgbClr val="087E8B"/>
                </a:solidFill>
                <a:latin typeface="Yu Gothic"/>
                <a:ea typeface="Yu Gothic"/>
                <a:cs typeface="Yu Gothic"/>
              </a:defRPr>
            </a:lvl2pPr>
            <a:lvl3pPr>
              <a:defRPr sz="2100" b="1">
                <a:solidFill>
                  <a:srgbClr val="087E8B"/>
                </a:solidFill>
                <a:latin typeface="Yu Gothic"/>
                <a:ea typeface="Yu Gothic"/>
                <a:cs typeface="Yu Gothic"/>
              </a:defRPr>
            </a:lvl3pPr>
            <a:lvl4pPr>
              <a:defRPr sz="2100" b="1">
                <a:solidFill>
                  <a:srgbClr val="087E8B"/>
                </a:solidFill>
                <a:latin typeface="Yu Gothic"/>
                <a:ea typeface="Yu Gothic"/>
                <a:cs typeface="Yu Gothic"/>
              </a:defRPr>
            </a:lvl4pPr>
            <a:lvl5pPr>
              <a:defRPr sz="2100" b="1">
                <a:solidFill>
                  <a:srgbClr val="087E8B"/>
                </a:solidFill>
                <a:latin typeface="Yu Gothic"/>
                <a:ea typeface="Yu Gothic"/>
                <a:cs typeface="Yu Gothic"/>
              </a:defRPr>
            </a:lvl5pPr>
            <a:lvl6pPr>
              <a:defRPr sz="2100" b="1">
                <a:solidFill>
                  <a:srgbClr val="087E8B"/>
                </a:solidFill>
                <a:latin typeface="Yu Gothic"/>
                <a:ea typeface="Yu Gothic"/>
                <a:cs typeface="Yu Gothic"/>
              </a:defRPr>
            </a:lvl6pPr>
            <a:lvl7pPr>
              <a:defRPr sz="2100" b="1">
                <a:solidFill>
                  <a:srgbClr val="087E8B"/>
                </a:solidFill>
                <a:latin typeface="Yu Gothic"/>
                <a:ea typeface="Yu Gothic"/>
                <a:cs typeface="Yu Gothic"/>
              </a:defRPr>
            </a:lvl7pPr>
            <a:lvl8pPr>
              <a:defRPr sz="2100" b="1">
                <a:solidFill>
                  <a:srgbClr val="087E8B"/>
                </a:solidFill>
                <a:latin typeface="Yu Gothic"/>
                <a:ea typeface="Yu Gothic"/>
                <a:cs typeface="Yu Gothic"/>
              </a:defRPr>
            </a:lvl8pPr>
            <a:lvl9pPr>
              <a:defRPr sz="2100" b="1">
                <a:solidFill>
                  <a:srgbClr val="087E8B"/>
                </a:solidFill>
                <a:latin typeface="Yu Gothic"/>
                <a:ea typeface="Yu Gothic"/>
                <a:cs typeface="Yu Gothic"/>
              </a:defRPr>
            </a:lvl9pPr>
          </a:lstStyle>
          <a:p xmlns:a="http://schemas.openxmlformats.org/drawingml/2006/main">
            <a:pPr>
              <a:defRPr sz="2100" b="1">
                <a:solidFill>
                  <a:srgbClr val="087E8B"/>
                </a:solidFill>
                <a:latin typeface="Yu Gothic"/>
                <a:ea typeface="Yu Gothic"/>
                <a:cs typeface="Yu Gothic"/>
              </a:defRPr>
            </a:pPr>
            <a:r>
              <a:rPr sz="2100" b="1">
                <a:solidFill>
                  <a:srgbClr val="087E8B"/>
                </a:solidFill>
                <a:latin typeface="Yu Gothic"/>
                <a:ea typeface="Yu Gothic"/>
                <a:cs typeface="Yu Gothic"/>
              </a:rPr>
              <a:t>図・途中式・判断の理由を記録する</a:t>
            </a:r>
          </a:p>
        </p:txBody>
      </p:sp>
      <p:sp>
        <p:nvSpPr>
          <p:cNvPr id="5" name="">
            <a:extLst xmlns:a="http://schemas.openxmlformats.org/drawingml/2006/main">
              <a:ext uri="{FF2B5EF4-FFF2-40B4-BE49-F238E27FC236}">
                <a16:creationId xmlns:a16="http://schemas.microsoft.com/office/drawing/2014/main" id="{F02DF8A4-1B28-451E-8BB9-47F32F9E5B00}"/>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defRPr sz="1575" b="0">
                <a:solidFill>
                  <a:srgbClr val="71818B"/>
                </a:solidFill>
                <a:latin typeface="Yu Gothic"/>
                <a:ea typeface="Yu Gothic"/>
                <a:cs typeface="Yu Gothic"/>
              </a:defRPr>
            </a:lvl1pPr>
            <a:lvl2pPr>
              <a:defRPr sz="1575" b="0">
                <a:solidFill>
                  <a:srgbClr val="71818B"/>
                </a:solidFill>
                <a:latin typeface="Yu Gothic"/>
                <a:ea typeface="Yu Gothic"/>
                <a:cs typeface="Yu Gothic"/>
              </a:defRPr>
            </a:lvl2pPr>
            <a:lvl3pPr>
              <a:defRPr sz="1575" b="0">
                <a:solidFill>
                  <a:srgbClr val="71818B"/>
                </a:solidFill>
                <a:latin typeface="Yu Gothic"/>
                <a:ea typeface="Yu Gothic"/>
                <a:cs typeface="Yu Gothic"/>
              </a:defRPr>
            </a:lvl3pPr>
            <a:lvl4pPr>
              <a:defRPr sz="1575" b="0">
                <a:solidFill>
                  <a:srgbClr val="71818B"/>
                </a:solidFill>
                <a:latin typeface="Yu Gothic"/>
                <a:ea typeface="Yu Gothic"/>
                <a:cs typeface="Yu Gothic"/>
              </a:defRPr>
            </a:lvl4pPr>
            <a:lvl5pPr>
              <a:defRPr sz="1575" b="0">
                <a:solidFill>
                  <a:srgbClr val="71818B"/>
                </a:solidFill>
                <a:latin typeface="Yu Gothic"/>
                <a:ea typeface="Yu Gothic"/>
                <a:cs typeface="Yu Gothic"/>
              </a:defRPr>
            </a:lvl5pPr>
            <a:lvl6pPr>
              <a:defRPr sz="1575" b="0">
                <a:solidFill>
                  <a:srgbClr val="71818B"/>
                </a:solidFill>
                <a:latin typeface="Yu Gothic"/>
                <a:ea typeface="Yu Gothic"/>
                <a:cs typeface="Yu Gothic"/>
              </a:defRPr>
            </a:lvl6pPr>
            <a:lvl7pPr>
              <a:defRPr sz="1575" b="0">
                <a:solidFill>
                  <a:srgbClr val="71818B"/>
                </a:solidFill>
                <a:latin typeface="Yu Gothic"/>
                <a:ea typeface="Yu Gothic"/>
                <a:cs typeface="Yu Gothic"/>
              </a:defRPr>
            </a:lvl7pPr>
            <a:lvl8pPr>
              <a:defRPr sz="1575" b="0">
                <a:solidFill>
                  <a:srgbClr val="71818B"/>
                </a:solidFill>
                <a:latin typeface="Yu Gothic"/>
                <a:ea typeface="Yu Gothic"/>
                <a:cs typeface="Yu Gothic"/>
              </a:defRPr>
            </a:lvl8pPr>
            <a:lvl9pPr>
              <a:defRPr sz="1575" b="0">
                <a:solidFill>
                  <a:srgbClr val="71818B"/>
                </a:solidFill>
                <a:latin typeface="Yu Gothic"/>
                <a:ea typeface="Yu Gothic"/>
                <a:cs typeface="Yu Gothic"/>
              </a:defRPr>
            </a:lvl9pPr>
          </a:lstStyle>
          <a:p xmlns:a="http://schemas.openxmlformats.org/drawingml/2006/main">
            <a:pPr>
              <a:defRPr sz="1575" b="0">
                <a:solidFill>
                  <a:srgbClr val="71818B"/>
                </a:solidFill>
                <a:latin typeface="Yu Gothic"/>
                <a:ea typeface="Yu Gothic"/>
                <a:cs typeface="Yu Gothic"/>
              </a:defRPr>
            </a:pPr>
            <a:r>
              <a:rPr sz="1575" b="0">
                <a:solidFill>
                  <a:srgbClr val="71818B"/>
                </a:solidFill>
                <a:latin typeface="Yu Gothic"/>
                <a:ea typeface="Yu Gothic"/>
                <a:cs typeface="Yu Gothic"/>
              </a:rPr>
              <a:t>教員採用試験を意識したオリジナル問題。実際の過去問・正式な提出課題とは別。</a:t>
            </a:r>
          </a:p>
        </p:txBody>
      </p:sp>
      <p:sp>
        <p:nvSpPr>
          <p:cNvPr id="6" name="">
            <a:extLst xmlns:a="http://schemas.openxmlformats.org/drawingml/2006/main">
              <a:ext uri="{FF2B5EF4-FFF2-40B4-BE49-F238E27FC236}">
                <a16:creationId xmlns:a16="http://schemas.microsoft.com/office/drawing/2014/main" id="{0D5268AD-CDA2-46AA-ADCD-9243B0F56D91}"/>
              </a:ext>
            </a:extLst>
          </p:cNvPr>
          <p:cNvSpPr>
            <a:spLocks xmlns:a="http://schemas.openxmlformats.org/drawingml/2006/main" noGrp="1"/>
          </p:cNvSpPr>
          <p:nvPr/>
        </p:nvSpPr>
        <p:spPr>
          <a:xfrm xmlns:a="http://schemas.openxmlformats.org/drawingml/2006/main">
            <a:off x="685800" y="6353175"/>
            <a:ext cx="904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第8回</a:t>
            </a:r>
          </a:p>
        </p:txBody>
      </p:sp>
      <p:sp>
        <p:nvSpPr>
          <p:cNvPr id="7" name="">
            <a:extLst xmlns:a="http://schemas.openxmlformats.org/drawingml/2006/main">
              <a:ext uri="{FF2B5EF4-FFF2-40B4-BE49-F238E27FC236}">
                <a16:creationId xmlns:a16="http://schemas.microsoft.com/office/drawing/2014/main" id="{6DC6AB5B-7038-4ABD-B108-220733826493}"/>
              </a:ext>
            </a:extLst>
          </p:cNvPr>
          <p:cNvSpPr>
            <a:spLocks xmlns:a="http://schemas.openxmlformats.org/drawingml/2006/main" noGrp="1"/>
          </p:cNvSpPr>
          <p:nvPr/>
        </p:nvSpPr>
        <p:spPr>
          <a:xfrm xmlns:a="http://schemas.openxmlformats.org/drawingml/2006/main">
            <a:off x="10477500" y="635317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39 / 43</a:t>
            </a:r>
          </a:p>
        </p:txBody>
      </p:sp>
    </p:spTree>
    <p:extLst>
      <p:ext uri="{BB962C8B-B14F-4D97-AF65-F5344CB8AC3E}">
        <p14:creationId xmlns:p14="http://schemas.microsoft.com/office/powerpoint/2010/main" val="678574069"/>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4F16D53E-9076-4BB5-A052-A0207036911C}"/>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700" b="1">
                <a:solidFill>
                  <a:srgbClr val="193B59"/>
                </a:solidFill>
                <a:latin typeface="Yu Gothic"/>
                <a:ea typeface="Yu Gothic"/>
                <a:cs typeface="Yu Gothic"/>
              </a:defRPr>
            </a:defPPr>
            <a:lvl1pPr>
              <a:defRPr sz="2700" b="1">
                <a:solidFill>
                  <a:srgbClr val="193B59"/>
                </a:solidFill>
                <a:latin typeface="Yu Gothic"/>
                <a:ea typeface="Yu Gothic"/>
                <a:cs typeface="Yu Gothic"/>
              </a:defRPr>
            </a:lvl1pPr>
            <a:lvl2pPr>
              <a:defRPr sz="2700" b="1">
                <a:solidFill>
                  <a:srgbClr val="193B59"/>
                </a:solidFill>
                <a:latin typeface="Yu Gothic"/>
                <a:ea typeface="Yu Gothic"/>
                <a:cs typeface="Yu Gothic"/>
              </a:defRPr>
            </a:lvl2pPr>
            <a:lvl3pPr>
              <a:defRPr sz="2700" b="1">
                <a:solidFill>
                  <a:srgbClr val="193B59"/>
                </a:solidFill>
                <a:latin typeface="Yu Gothic"/>
                <a:ea typeface="Yu Gothic"/>
                <a:cs typeface="Yu Gothic"/>
              </a:defRPr>
            </a:lvl3pPr>
            <a:lvl4pPr>
              <a:defRPr sz="2700" b="1">
                <a:solidFill>
                  <a:srgbClr val="193B59"/>
                </a:solidFill>
                <a:latin typeface="Yu Gothic"/>
                <a:ea typeface="Yu Gothic"/>
                <a:cs typeface="Yu Gothic"/>
              </a:defRPr>
            </a:lvl4pPr>
            <a:lvl5pPr>
              <a:defRPr sz="2700" b="1">
                <a:solidFill>
                  <a:srgbClr val="193B59"/>
                </a:solidFill>
                <a:latin typeface="Yu Gothic"/>
                <a:ea typeface="Yu Gothic"/>
                <a:cs typeface="Yu Gothic"/>
              </a:defRPr>
            </a:lvl5pPr>
            <a:lvl6pPr>
              <a:defRPr sz="2700" b="1">
                <a:solidFill>
                  <a:srgbClr val="193B59"/>
                </a:solidFill>
                <a:latin typeface="Yu Gothic"/>
                <a:ea typeface="Yu Gothic"/>
                <a:cs typeface="Yu Gothic"/>
              </a:defRPr>
            </a:lvl6pPr>
            <a:lvl7pPr>
              <a:defRPr sz="2700" b="1">
                <a:solidFill>
                  <a:srgbClr val="193B59"/>
                </a:solidFill>
                <a:latin typeface="Yu Gothic"/>
                <a:ea typeface="Yu Gothic"/>
                <a:cs typeface="Yu Gothic"/>
              </a:defRPr>
            </a:lvl7pPr>
            <a:lvl8pPr>
              <a:defRPr sz="2700" b="1">
                <a:solidFill>
                  <a:srgbClr val="193B59"/>
                </a:solidFill>
                <a:latin typeface="Yu Gothic"/>
                <a:ea typeface="Yu Gothic"/>
                <a:cs typeface="Yu Gothic"/>
              </a:defRPr>
            </a:lvl8pPr>
            <a:lvl9pPr>
              <a:defRPr sz="2700" b="1">
                <a:solidFill>
                  <a:srgbClr val="193B59"/>
                </a:solidFill>
                <a:latin typeface="Yu Gothic"/>
                <a:ea typeface="Yu Gothic"/>
                <a:cs typeface="Yu Gothic"/>
              </a:defRPr>
            </a:lvl9pPr>
          </a:lstStyle>
          <a:p xmlns:a="http://schemas.openxmlformats.org/drawingml/2006/main">
            <a:pPr>
              <a:defRPr sz="2700" b="1">
                <a:solidFill>
                  <a:srgbClr val="193B59"/>
                </a:solidFill>
                <a:latin typeface="Yu Gothic"/>
                <a:ea typeface="Yu Gothic"/>
                <a:cs typeface="Yu Gothic"/>
              </a:defRPr>
            </a:pPr>
            <a:r>
              <a:rPr sz="2700" b="1">
                <a:solidFill>
                  <a:srgbClr val="193B59"/>
                </a:solidFill>
                <a:latin typeface="Yu Gothic"/>
                <a:ea typeface="Yu Gothic"/>
                <a:cs typeface="Yu Gothic"/>
              </a:rPr>
              <a:t>想定問題7　解説：図の観察：使用後の経路</a:t>
            </a:r>
          </a:p>
        </p:txBody>
      </p:sp>
      <p:sp>
        <p:nvSpPr>
          <p:cNvPr id="2" name="">
            <a:extLst xmlns:a="http://schemas.openxmlformats.org/drawingml/2006/main">
              <a:ext uri="{FF2B5EF4-FFF2-40B4-BE49-F238E27FC236}">
                <a16:creationId xmlns:a16="http://schemas.microsoft.com/office/drawing/2014/main" id="{513D85BF-934A-420B-8FBE-F089FDB12E7A}"/>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D7F85045-9D4C-4928-AC68-B60A020404FD}"/>
              </a:ext>
            </a:extLst>
          </p:cNvPr>
          <p:cNvSpPr>
            <a:spLocks xmlns:a="http://schemas.openxmlformats.org/drawingml/2006/main" noGrp="1"/>
          </p:cNvSpPr>
          <p:nvPr/>
        </p:nvSpPr>
        <p:spPr>
          <a:xfrm xmlns:a="http://schemas.openxmlformats.org/drawingml/2006/main">
            <a:off x="809625" y="176212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263D4D"/>
                </a:solidFill>
                <a:latin typeface="Yu Gothic"/>
                <a:ea typeface="Yu Gothic"/>
                <a:cs typeface="Yu Gothic"/>
              </a:defRPr>
            </a:defPPr>
            <a:lvl1pPr>
              <a:defRPr sz="2175" b="1">
                <a:solidFill>
                  <a:srgbClr val="263D4D"/>
                </a:solidFill>
                <a:latin typeface="Yu Gothic"/>
                <a:ea typeface="Yu Gothic"/>
                <a:cs typeface="Yu Gothic"/>
              </a:defRPr>
            </a:lvl1pPr>
            <a:lvl2pPr>
              <a:defRPr sz="2175" b="1">
                <a:solidFill>
                  <a:srgbClr val="263D4D"/>
                </a:solidFill>
                <a:latin typeface="Yu Gothic"/>
                <a:ea typeface="Yu Gothic"/>
                <a:cs typeface="Yu Gothic"/>
              </a:defRPr>
            </a:lvl2pPr>
            <a:lvl3pPr>
              <a:defRPr sz="2175" b="1">
                <a:solidFill>
                  <a:srgbClr val="263D4D"/>
                </a:solidFill>
                <a:latin typeface="Yu Gothic"/>
                <a:ea typeface="Yu Gothic"/>
                <a:cs typeface="Yu Gothic"/>
              </a:defRPr>
            </a:lvl3pPr>
            <a:lvl4pPr>
              <a:defRPr sz="2175" b="1">
                <a:solidFill>
                  <a:srgbClr val="263D4D"/>
                </a:solidFill>
                <a:latin typeface="Yu Gothic"/>
                <a:ea typeface="Yu Gothic"/>
                <a:cs typeface="Yu Gothic"/>
              </a:defRPr>
            </a:lvl4pPr>
            <a:lvl5pPr>
              <a:defRPr sz="2175" b="1">
                <a:solidFill>
                  <a:srgbClr val="263D4D"/>
                </a:solidFill>
                <a:latin typeface="Yu Gothic"/>
                <a:ea typeface="Yu Gothic"/>
                <a:cs typeface="Yu Gothic"/>
              </a:defRPr>
            </a:lvl5pPr>
            <a:lvl6pPr>
              <a:defRPr sz="2175" b="1">
                <a:solidFill>
                  <a:srgbClr val="263D4D"/>
                </a:solidFill>
                <a:latin typeface="Yu Gothic"/>
                <a:ea typeface="Yu Gothic"/>
                <a:cs typeface="Yu Gothic"/>
              </a:defRPr>
            </a:lvl6pPr>
            <a:lvl7pPr>
              <a:defRPr sz="2175" b="1">
                <a:solidFill>
                  <a:srgbClr val="263D4D"/>
                </a:solidFill>
                <a:latin typeface="Yu Gothic"/>
                <a:ea typeface="Yu Gothic"/>
                <a:cs typeface="Yu Gothic"/>
              </a:defRPr>
            </a:lvl7pPr>
            <a:lvl8pPr>
              <a:defRPr sz="2175" b="1">
                <a:solidFill>
                  <a:srgbClr val="263D4D"/>
                </a:solidFill>
                <a:latin typeface="Yu Gothic"/>
                <a:ea typeface="Yu Gothic"/>
                <a:cs typeface="Yu Gothic"/>
              </a:defRPr>
            </a:lvl8pPr>
            <a:lvl9pPr>
              <a:defRPr sz="2175" b="1">
                <a:solidFill>
                  <a:srgbClr val="263D4D"/>
                </a:solidFill>
                <a:latin typeface="Yu Gothic"/>
                <a:ea typeface="Yu Gothic"/>
                <a:cs typeface="Yu Gothic"/>
              </a:defRPr>
            </a:lvl9pPr>
          </a:lstStyle>
          <a:p xmlns:a="http://schemas.openxmlformats.org/drawingml/2006/main">
            <a:pPr>
              <a:defRPr sz="2175" b="1">
                <a:solidFill>
                  <a:srgbClr val="263D4D"/>
                </a:solidFill>
                <a:latin typeface="Yu Gothic"/>
                <a:ea typeface="Yu Gothic"/>
                <a:cs typeface="Yu Gothic"/>
              </a:defRPr>
            </a:pPr>
            <a:r>
              <a:rPr sz="2175" b="1">
                <a:solidFill>
                  <a:srgbClr val="263D4D"/>
                </a:solidFill>
                <a:latin typeface="Yu Gothic"/>
                <a:ea typeface="Yu Gothic"/>
                <a:cs typeface="Yu Gothic"/>
              </a:rPr>
              <a:t>再使用：製品・部品の働きを保って使う</a:t>
            </a:r>
          </a:p>
        </p:txBody>
      </p:sp>
      <p:sp>
        <p:nvSpPr>
          <p:cNvPr id="4" name="">
            <a:extLst xmlns:a="http://schemas.openxmlformats.org/drawingml/2006/main">
              <a:ext uri="{FF2B5EF4-FFF2-40B4-BE49-F238E27FC236}">
                <a16:creationId xmlns:a16="http://schemas.microsoft.com/office/drawing/2014/main" id="{65B845CD-58BC-4B0A-9550-229834682336}"/>
              </a:ext>
            </a:extLst>
          </p:cNvPr>
          <p:cNvSpPr>
            <a:spLocks xmlns:a="http://schemas.openxmlformats.org/drawingml/2006/main" noGrp="1"/>
          </p:cNvSpPr>
          <p:nvPr/>
        </p:nvSpPr>
        <p:spPr>
          <a:xfrm xmlns:a="http://schemas.openxmlformats.org/drawingml/2006/main">
            <a:off x="809625" y="267652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63D4D"/>
                </a:solidFill>
                <a:latin typeface="Yu Gothic"/>
                <a:ea typeface="Yu Gothic"/>
                <a:cs typeface="Yu Gothic"/>
              </a:defRPr>
            </a:defPPr>
            <a:lvl1pPr>
              <a:defRPr sz="2175" b="0">
                <a:solidFill>
                  <a:srgbClr val="263D4D"/>
                </a:solidFill>
                <a:latin typeface="Yu Gothic"/>
                <a:ea typeface="Yu Gothic"/>
                <a:cs typeface="Yu Gothic"/>
              </a:defRPr>
            </a:lvl1pPr>
            <a:lvl2pPr>
              <a:defRPr sz="2175" b="0">
                <a:solidFill>
                  <a:srgbClr val="263D4D"/>
                </a:solidFill>
                <a:latin typeface="Yu Gothic"/>
                <a:ea typeface="Yu Gothic"/>
                <a:cs typeface="Yu Gothic"/>
              </a:defRPr>
            </a:lvl2pPr>
            <a:lvl3pPr>
              <a:defRPr sz="2175" b="0">
                <a:solidFill>
                  <a:srgbClr val="263D4D"/>
                </a:solidFill>
                <a:latin typeface="Yu Gothic"/>
                <a:ea typeface="Yu Gothic"/>
                <a:cs typeface="Yu Gothic"/>
              </a:defRPr>
            </a:lvl3pPr>
            <a:lvl4pPr>
              <a:defRPr sz="2175" b="0">
                <a:solidFill>
                  <a:srgbClr val="263D4D"/>
                </a:solidFill>
                <a:latin typeface="Yu Gothic"/>
                <a:ea typeface="Yu Gothic"/>
                <a:cs typeface="Yu Gothic"/>
              </a:defRPr>
            </a:lvl4pPr>
            <a:lvl5pPr>
              <a:defRPr sz="2175" b="0">
                <a:solidFill>
                  <a:srgbClr val="263D4D"/>
                </a:solidFill>
                <a:latin typeface="Yu Gothic"/>
                <a:ea typeface="Yu Gothic"/>
                <a:cs typeface="Yu Gothic"/>
              </a:defRPr>
            </a:lvl5pPr>
            <a:lvl6pPr>
              <a:defRPr sz="2175" b="0">
                <a:solidFill>
                  <a:srgbClr val="263D4D"/>
                </a:solidFill>
                <a:latin typeface="Yu Gothic"/>
                <a:ea typeface="Yu Gothic"/>
                <a:cs typeface="Yu Gothic"/>
              </a:defRPr>
            </a:lvl6pPr>
            <a:lvl7pPr>
              <a:defRPr sz="2175" b="0">
                <a:solidFill>
                  <a:srgbClr val="263D4D"/>
                </a:solidFill>
                <a:latin typeface="Yu Gothic"/>
                <a:ea typeface="Yu Gothic"/>
                <a:cs typeface="Yu Gothic"/>
              </a:defRPr>
            </a:lvl7pPr>
            <a:lvl8pPr>
              <a:defRPr sz="2175" b="0">
                <a:solidFill>
                  <a:srgbClr val="263D4D"/>
                </a:solidFill>
                <a:latin typeface="Yu Gothic"/>
                <a:ea typeface="Yu Gothic"/>
                <a:cs typeface="Yu Gothic"/>
              </a:defRPr>
            </a:lvl8pPr>
            <a:lvl9pPr>
              <a:defRPr sz="2175" b="0">
                <a:solidFill>
                  <a:srgbClr val="263D4D"/>
                </a:solidFill>
                <a:latin typeface="Yu Gothic"/>
                <a:ea typeface="Yu Gothic"/>
                <a:cs typeface="Yu Gothic"/>
              </a:defRPr>
            </a:lvl9pPr>
          </a:lstStyle>
          <a:p xmlns:a="http://schemas.openxmlformats.org/drawingml/2006/main">
            <a:pPr>
              <a:defRPr sz="2175" b="0">
                <a:solidFill>
                  <a:srgbClr val="263D4D"/>
                </a:solidFill>
                <a:latin typeface="Yu Gothic"/>
                <a:ea typeface="Yu Gothic"/>
                <a:cs typeface="Yu Gothic"/>
              </a:defRPr>
            </a:pPr>
            <a:r>
              <a:rPr sz="2175" b="0">
                <a:solidFill>
                  <a:srgbClr val="263D4D"/>
                </a:solidFill>
                <a:latin typeface="Yu Gothic"/>
                <a:ea typeface="Yu Gothic"/>
                <a:cs typeface="Yu Gothic"/>
              </a:rPr>
              <a:t>材料再利用：選別・洗浄・粉砕・再加工等</a:t>
            </a:r>
          </a:p>
        </p:txBody>
      </p:sp>
      <p:sp>
        <p:nvSpPr>
          <p:cNvPr id="5" name="">
            <a:extLst xmlns:a="http://schemas.openxmlformats.org/drawingml/2006/main">
              <a:ext uri="{FF2B5EF4-FFF2-40B4-BE49-F238E27FC236}">
                <a16:creationId xmlns:a16="http://schemas.microsoft.com/office/drawing/2014/main" id="{F5E76BC4-A28A-4574-93D8-07529639990F}"/>
              </a:ext>
            </a:extLst>
          </p:cNvPr>
          <p:cNvSpPr>
            <a:spLocks xmlns:a="http://schemas.openxmlformats.org/drawingml/2006/main" noGrp="1"/>
          </p:cNvSpPr>
          <p:nvPr/>
        </p:nvSpPr>
        <p:spPr>
          <a:xfrm xmlns:a="http://schemas.openxmlformats.org/drawingml/2006/main">
            <a:off x="809625" y="359092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63D4D"/>
                </a:solidFill>
                <a:latin typeface="Yu Gothic"/>
                <a:ea typeface="Yu Gothic"/>
                <a:cs typeface="Yu Gothic"/>
              </a:defRPr>
            </a:defPPr>
            <a:lvl1pPr>
              <a:defRPr sz="2175" b="0">
                <a:solidFill>
                  <a:srgbClr val="263D4D"/>
                </a:solidFill>
                <a:latin typeface="Yu Gothic"/>
                <a:ea typeface="Yu Gothic"/>
                <a:cs typeface="Yu Gothic"/>
              </a:defRPr>
            </a:lvl1pPr>
            <a:lvl2pPr>
              <a:defRPr sz="2175" b="0">
                <a:solidFill>
                  <a:srgbClr val="263D4D"/>
                </a:solidFill>
                <a:latin typeface="Yu Gothic"/>
                <a:ea typeface="Yu Gothic"/>
                <a:cs typeface="Yu Gothic"/>
              </a:defRPr>
            </a:lvl2pPr>
            <a:lvl3pPr>
              <a:defRPr sz="2175" b="0">
                <a:solidFill>
                  <a:srgbClr val="263D4D"/>
                </a:solidFill>
                <a:latin typeface="Yu Gothic"/>
                <a:ea typeface="Yu Gothic"/>
                <a:cs typeface="Yu Gothic"/>
              </a:defRPr>
            </a:lvl3pPr>
            <a:lvl4pPr>
              <a:defRPr sz="2175" b="0">
                <a:solidFill>
                  <a:srgbClr val="263D4D"/>
                </a:solidFill>
                <a:latin typeface="Yu Gothic"/>
                <a:ea typeface="Yu Gothic"/>
                <a:cs typeface="Yu Gothic"/>
              </a:defRPr>
            </a:lvl4pPr>
            <a:lvl5pPr>
              <a:defRPr sz="2175" b="0">
                <a:solidFill>
                  <a:srgbClr val="263D4D"/>
                </a:solidFill>
                <a:latin typeface="Yu Gothic"/>
                <a:ea typeface="Yu Gothic"/>
                <a:cs typeface="Yu Gothic"/>
              </a:defRPr>
            </a:lvl5pPr>
            <a:lvl6pPr>
              <a:defRPr sz="2175" b="0">
                <a:solidFill>
                  <a:srgbClr val="263D4D"/>
                </a:solidFill>
                <a:latin typeface="Yu Gothic"/>
                <a:ea typeface="Yu Gothic"/>
                <a:cs typeface="Yu Gothic"/>
              </a:defRPr>
            </a:lvl6pPr>
            <a:lvl7pPr>
              <a:defRPr sz="2175" b="0">
                <a:solidFill>
                  <a:srgbClr val="263D4D"/>
                </a:solidFill>
                <a:latin typeface="Yu Gothic"/>
                <a:ea typeface="Yu Gothic"/>
                <a:cs typeface="Yu Gothic"/>
              </a:defRPr>
            </a:lvl7pPr>
            <a:lvl8pPr>
              <a:defRPr sz="2175" b="0">
                <a:solidFill>
                  <a:srgbClr val="263D4D"/>
                </a:solidFill>
                <a:latin typeface="Yu Gothic"/>
                <a:ea typeface="Yu Gothic"/>
                <a:cs typeface="Yu Gothic"/>
              </a:defRPr>
            </a:lvl8pPr>
            <a:lvl9pPr>
              <a:defRPr sz="2175" b="0">
                <a:solidFill>
                  <a:srgbClr val="263D4D"/>
                </a:solidFill>
                <a:latin typeface="Yu Gothic"/>
                <a:ea typeface="Yu Gothic"/>
                <a:cs typeface="Yu Gothic"/>
              </a:defRPr>
            </a:lvl9pPr>
          </a:lstStyle>
          <a:p xmlns:a="http://schemas.openxmlformats.org/drawingml/2006/main">
            <a:pPr>
              <a:defRPr sz="2175" b="0">
                <a:solidFill>
                  <a:srgbClr val="263D4D"/>
                </a:solidFill>
                <a:latin typeface="Yu Gothic"/>
                <a:ea typeface="Yu Gothic"/>
                <a:cs typeface="Yu Gothic"/>
              </a:defRPr>
            </a:pPr>
            <a:r>
              <a:rPr sz="2175" b="0">
                <a:solidFill>
                  <a:srgbClr val="263D4D"/>
                </a:solidFill>
                <a:latin typeface="Yu Gothic"/>
                <a:ea typeface="Yu Gothic"/>
                <a:cs typeface="Yu Gothic"/>
              </a:rPr>
              <a:t>化学原料への転換と、熱回収は得るものが違う</a:t>
            </a:r>
          </a:p>
        </p:txBody>
      </p:sp>
      <p:sp>
        <p:nvSpPr>
          <p:cNvPr id="6" name="">
            <a:extLst xmlns:a="http://schemas.openxmlformats.org/drawingml/2006/main">
              <a:ext uri="{FF2B5EF4-FFF2-40B4-BE49-F238E27FC236}">
                <a16:creationId xmlns:a16="http://schemas.microsoft.com/office/drawing/2014/main" id="{5F6D371D-4FCB-4379-B447-EAE6E76DD203}"/>
              </a:ext>
            </a:extLst>
          </p:cNvPr>
          <p:cNvSpPr>
            <a:spLocks xmlns:a="http://schemas.openxmlformats.org/drawingml/2006/main" noGrp="1"/>
          </p:cNvSpPr>
          <p:nvPr/>
        </p:nvSpPr>
        <p:spPr>
          <a:xfrm xmlns:a="http://schemas.openxmlformats.org/drawingml/2006/main">
            <a:off x="809625" y="450532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63D4D"/>
                </a:solidFill>
                <a:latin typeface="Yu Gothic"/>
                <a:ea typeface="Yu Gothic"/>
                <a:cs typeface="Yu Gothic"/>
              </a:defRPr>
            </a:defPPr>
            <a:lvl1pPr>
              <a:defRPr sz="2175" b="0">
                <a:solidFill>
                  <a:srgbClr val="263D4D"/>
                </a:solidFill>
                <a:latin typeface="Yu Gothic"/>
                <a:ea typeface="Yu Gothic"/>
                <a:cs typeface="Yu Gothic"/>
              </a:defRPr>
            </a:lvl1pPr>
            <a:lvl2pPr>
              <a:defRPr sz="2175" b="0">
                <a:solidFill>
                  <a:srgbClr val="263D4D"/>
                </a:solidFill>
                <a:latin typeface="Yu Gothic"/>
                <a:ea typeface="Yu Gothic"/>
                <a:cs typeface="Yu Gothic"/>
              </a:defRPr>
            </a:lvl2pPr>
            <a:lvl3pPr>
              <a:defRPr sz="2175" b="0">
                <a:solidFill>
                  <a:srgbClr val="263D4D"/>
                </a:solidFill>
                <a:latin typeface="Yu Gothic"/>
                <a:ea typeface="Yu Gothic"/>
                <a:cs typeface="Yu Gothic"/>
              </a:defRPr>
            </a:lvl3pPr>
            <a:lvl4pPr>
              <a:defRPr sz="2175" b="0">
                <a:solidFill>
                  <a:srgbClr val="263D4D"/>
                </a:solidFill>
                <a:latin typeface="Yu Gothic"/>
                <a:ea typeface="Yu Gothic"/>
                <a:cs typeface="Yu Gothic"/>
              </a:defRPr>
            </a:lvl4pPr>
            <a:lvl5pPr>
              <a:defRPr sz="2175" b="0">
                <a:solidFill>
                  <a:srgbClr val="263D4D"/>
                </a:solidFill>
                <a:latin typeface="Yu Gothic"/>
                <a:ea typeface="Yu Gothic"/>
                <a:cs typeface="Yu Gothic"/>
              </a:defRPr>
            </a:lvl5pPr>
            <a:lvl6pPr>
              <a:defRPr sz="2175" b="0">
                <a:solidFill>
                  <a:srgbClr val="263D4D"/>
                </a:solidFill>
                <a:latin typeface="Yu Gothic"/>
                <a:ea typeface="Yu Gothic"/>
                <a:cs typeface="Yu Gothic"/>
              </a:defRPr>
            </a:lvl6pPr>
            <a:lvl7pPr>
              <a:defRPr sz="2175" b="0">
                <a:solidFill>
                  <a:srgbClr val="263D4D"/>
                </a:solidFill>
                <a:latin typeface="Yu Gothic"/>
                <a:ea typeface="Yu Gothic"/>
                <a:cs typeface="Yu Gothic"/>
              </a:defRPr>
            </a:lvl7pPr>
            <a:lvl8pPr>
              <a:defRPr sz="2175" b="0">
                <a:solidFill>
                  <a:srgbClr val="263D4D"/>
                </a:solidFill>
                <a:latin typeface="Yu Gothic"/>
                <a:ea typeface="Yu Gothic"/>
                <a:cs typeface="Yu Gothic"/>
              </a:defRPr>
            </a:lvl8pPr>
            <a:lvl9pPr>
              <a:defRPr sz="2175" b="0">
                <a:solidFill>
                  <a:srgbClr val="263D4D"/>
                </a:solidFill>
                <a:latin typeface="Yu Gothic"/>
                <a:ea typeface="Yu Gothic"/>
                <a:cs typeface="Yu Gothic"/>
              </a:defRPr>
            </a:lvl9pPr>
          </a:lstStyle>
          <a:p xmlns:a="http://schemas.openxmlformats.org/drawingml/2006/main">
            <a:pPr>
              <a:defRPr sz="2175" b="0">
                <a:solidFill>
                  <a:srgbClr val="263D4D"/>
                </a:solidFill>
                <a:latin typeface="Yu Gothic"/>
                <a:ea typeface="Yu Gothic"/>
                <a:cs typeface="Yu Gothic"/>
              </a:defRPr>
            </a:pPr>
            <a:r>
              <a:rPr sz="2175" b="0">
                <a:solidFill>
                  <a:srgbClr val="263D4D"/>
                </a:solidFill>
                <a:latin typeface="Yu Gothic"/>
                <a:ea typeface="Yu Gothic"/>
                <a:cs typeface="Yu Gothic"/>
              </a:rPr>
              <a:t>汚れ・材種・劣化・受入れ先を確認する</a:t>
            </a:r>
          </a:p>
        </p:txBody>
      </p:sp>
      <p:sp>
        <p:nvSpPr>
          <p:cNvPr id="7" name="">
            <a:extLst xmlns:a="http://schemas.openxmlformats.org/drawingml/2006/main">
              <a:ext uri="{FF2B5EF4-FFF2-40B4-BE49-F238E27FC236}">
                <a16:creationId xmlns:a16="http://schemas.microsoft.com/office/drawing/2014/main" id="{91B34772-1CEE-4E64-8F41-03D3A5146A4C}"/>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defRPr sz="1575" b="0">
                <a:solidFill>
                  <a:srgbClr val="71818B"/>
                </a:solidFill>
                <a:latin typeface="Yu Gothic"/>
                <a:ea typeface="Yu Gothic"/>
                <a:cs typeface="Yu Gothic"/>
              </a:defRPr>
            </a:lvl1pPr>
            <a:lvl2pPr>
              <a:defRPr sz="1575" b="0">
                <a:solidFill>
                  <a:srgbClr val="71818B"/>
                </a:solidFill>
                <a:latin typeface="Yu Gothic"/>
                <a:ea typeface="Yu Gothic"/>
                <a:cs typeface="Yu Gothic"/>
              </a:defRPr>
            </a:lvl2pPr>
            <a:lvl3pPr>
              <a:defRPr sz="1575" b="0">
                <a:solidFill>
                  <a:srgbClr val="71818B"/>
                </a:solidFill>
                <a:latin typeface="Yu Gothic"/>
                <a:ea typeface="Yu Gothic"/>
                <a:cs typeface="Yu Gothic"/>
              </a:defRPr>
            </a:lvl3pPr>
            <a:lvl4pPr>
              <a:defRPr sz="1575" b="0">
                <a:solidFill>
                  <a:srgbClr val="71818B"/>
                </a:solidFill>
                <a:latin typeface="Yu Gothic"/>
                <a:ea typeface="Yu Gothic"/>
                <a:cs typeface="Yu Gothic"/>
              </a:defRPr>
            </a:lvl4pPr>
            <a:lvl5pPr>
              <a:defRPr sz="1575" b="0">
                <a:solidFill>
                  <a:srgbClr val="71818B"/>
                </a:solidFill>
                <a:latin typeface="Yu Gothic"/>
                <a:ea typeface="Yu Gothic"/>
                <a:cs typeface="Yu Gothic"/>
              </a:defRPr>
            </a:lvl5pPr>
            <a:lvl6pPr>
              <a:defRPr sz="1575" b="0">
                <a:solidFill>
                  <a:srgbClr val="71818B"/>
                </a:solidFill>
                <a:latin typeface="Yu Gothic"/>
                <a:ea typeface="Yu Gothic"/>
                <a:cs typeface="Yu Gothic"/>
              </a:defRPr>
            </a:lvl6pPr>
            <a:lvl7pPr>
              <a:defRPr sz="1575" b="0">
                <a:solidFill>
                  <a:srgbClr val="71818B"/>
                </a:solidFill>
                <a:latin typeface="Yu Gothic"/>
                <a:ea typeface="Yu Gothic"/>
                <a:cs typeface="Yu Gothic"/>
              </a:defRPr>
            </a:lvl7pPr>
            <a:lvl8pPr>
              <a:defRPr sz="1575" b="0">
                <a:solidFill>
                  <a:srgbClr val="71818B"/>
                </a:solidFill>
                <a:latin typeface="Yu Gothic"/>
                <a:ea typeface="Yu Gothic"/>
                <a:cs typeface="Yu Gothic"/>
              </a:defRPr>
            </a:lvl8pPr>
            <a:lvl9pPr>
              <a:defRPr sz="1575" b="0">
                <a:solidFill>
                  <a:srgbClr val="71818B"/>
                </a:solidFill>
                <a:latin typeface="Yu Gothic"/>
                <a:ea typeface="Yu Gothic"/>
                <a:cs typeface="Yu Gothic"/>
              </a:defRPr>
            </a:lvl9pPr>
          </a:lstStyle>
          <a:p xmlns:a="http://schemas.openxmlformats.org/drawingml/2006/main">
            <a:pPr>
              <a:defRPr sz="1575" b="0">
                <a:solidFill>
                  <a:srgbClr val="71818B"/>
                </a:solidFill>
                <a:latin typeface="Yu Gothic"/>
                <a:ea typeface="Yu Gothic"/>
                <a:cs typeface="Yu Gothic"/>
              </a:defRPr>
            </a:pPr>
            <a:r>
              <a:rPr sz="1575" b="0">
                <a:solidFill>
                  <a:srgbClr val="71818B"/>
                </a:solidFill>
                <a:latin typeface="Yu Gothic"/>
                <a:ea typeface="Yu Gothic"/>
                <a:cs typeface="Yu Gothic"/>
              </a:rPr>
              <a:t>本編の参照スライド：19・20・22・25・26</a:t>
            </a:r>
          </a:p>
        </p:txBody>
      </p:sp>
      <p:sp>
        <p:nvSpPr>
          <p:cNvPr id="8" name="">
            <a:extLst xmlns:a="http://schemas.openxmlformats.org/drawingml/2006/main">
              <a:ext uri="{FF2B5EF4-FFF2-40B4-BE49-F238E27FC236}">
                <a16:creationId xmlns:a16="http://schemas.microsoft.com/office/drawing/2014/main" id="{E191F07A-D51B-459F-9A5A-C065B25CFA07}"/>
              </a:ext>
            </a:extLst>
          </p:cNvPr>
          <p:cNvSpPr>
            <a:spLocks xmlns:a="http://schemas.openxmlformats.org/drawingml/2006/main" noGrp="1"/>
          </p:cNvSpPr>
          <p:nvPr/>
        </p:nvSpPr>
        <p:spPr>
          <a:xfrm xmlns:a="http://schemas.openxmlformats.org/drawingml/2006/main">
            <a:off x="685800" y="6353175"/>
            <a:ext cx="904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第8回</a:t>
            </a:r>
          </a:p>
        </p:txBody>
      </p:sp>
      <p:sp>
        <p:nvSpPr>
          <p:cNvPr id="9" name="">
            <a:extLst xmlns:a="http://schemas.openxmlformats.org/drawingml/2006/main">
              <a:ext uri="{FF2B5EF4-FFF2-40B4-BE49-F238E27FC236}">
                <a16:creationId xmlns:a16="http://schemas.microsoft.com/office/drawing/2014/main" id="{1DF9DDE8-680D-4BFA-B798-FC86308844BA}"/>
              </a:ext>
            </a:extLst>
          </p:cNvPr>
          <p:cNvSpPr>
            <a:spLocks xmlns:a="http://schemas.openxmlformats.org/drawingml/2006/main" noGrp="1"/>
          </p:cNvSpPr>
          <p:nvPr/>
        </p:nvSpPr>
        <p:spPr>
          <a:xfrm xmlns:a="http://schemas.openxmlformats.org/drawingml/2006/main">
            <a:off x="10477500" y="635317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40 / 43</a:t>
            </a:r>
          </a:p>
        </p:txBody>
      </p:sp>
    </p:spTree>
    <p:extLst>
      <p:ext uri="{BB962C8B-B14F-4D97-AF65-F5344CB8AC3E}">
        <p14:creationId xmlns:p14="http://schemas.microsoft.com/office/powerpoint/2010/main" val="840434536"/>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99B04A1-DE5D-4B12-A318-54BDC369263F}"/>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700" b="1">
                <a:solidFill>
                  <a:srgbClr val="193B59"/>
                </a:solidFill>
                <a:latin typeface="Yu Gothic"/>
                <a:ea typeface="Yu Gothic"/>
                <a:cs typeface="Yu Gothic"/>
              </a:defRPr>
            </a:defPPr>
            <a:lvl1pPr>
              <a:defRPr sz="2700" b="1">
                <a:solidFill>
                  <a:srgbClr val="193B59"/>
                </a:solidFill>
                <a:latin typeface="Yu Gothic"/>
                <a:ea typeface="Yu Gothic"/>
                <a:cs typeface="Yu Gothic"/>
              </a:defRPr>
            </a:lvl1pPr>
            <a:lvl2pPr>
              <a:defRPr sz="2700" b="1">
                <a:solidFill>
                  <a:srgbClr val="193B59"/>
                </a:solidFill>
                <a:latin typeface="Yu Gothic"/>
                <a:ea typeface="Yu Gothic"/>
                <a:cs typeface="Yu Gothic"/>
              </a:defRPr>
            </a:lvl2pPr>
            <a:lvl3pPr>
              <a:defRPr sz="2700" b="1">
                <a:solidFill>
                  <a:srgbClr val="193B59"/>
                </a:solidFill>
                <a:latin typeface="Yu Gothic"/>
                <a:ea typeface="Yu Gothic"/>
                <a:cs typeface="Yu Gothic"/>
              </a:defRPr>
            </a:lvl3pPr>
            <a:lvl4pPr>
              <a:defRPr sz="2700" b="1">
                <a:solidFill>
                  <a:srgbClr val="193B59"/>
                </a:solidFill>
                <a:latin typeface="Yu Gothic"/>
                <a:ea typeface="Yu Gothic"/>
                <a:cs typeface="Yu Gothic"/>
              </a:defRPr>
            </a:lvl4pPr>
            <a:lvl5pPr>
              <a:defRPr sz="2700" b="1">
                <a:solidFill>
                  <a:srgbClr val="193B59"/>
                </a:solidFill>
                <a:latin typeface="Yu Gothic"/>
                <a:ea typeface="Yu Gothic"/>
                <a:cs typeface="Yu Gothic"/>
              </a:defRPr>
            </a:lvl5pPr>
            <a:lvl6pPr>
              <a:defRPr sz="2700" b="1">
                <a:solidFill>
                  <a:srgbClr val="193B59"/>
                </a:solidFill>
                <a:latin typeface="Yu Gothic"/>
                <a:ea typeface="Yu Gothic"/>
                <a:cs typeface="Yu Gothic"/>
              </a:defRPr>
            </a:lvl6pPr>
            <a:lvl7pPr>
              <a:defRPr sz="2700" b="1">
                <a:solidFill>
                  <a:srgbClr val="193B59"/>
                </a:solidFill>
                <a:latin typeface="Yu Gothic"/>
                <a:ea typeface="Yu Gothic"/>
                <a:cs typeface="Yu Gothic"/>
              </a:defRPr>
            </a:lvl7pPr>
            <a:lvl8pPr>
              <a:defRPr sz="2700" b="1">
                <a:solidFill>
                  <a:srgbClr val="193B59"/>
                </a:solidFill>
                <a:latin typeface="Yu Gothic"/>
                <a:ea typeface="Yu Gothic"/>
                <a:cs typeface="Yu Gothic"/>
              </a:defRPr>
            </a:lvl8pPr>
            <a:lvl9pPr>
              <a:defRPr sz="2700" b="1">
                <a:solidFill>
                  <a:srgbClr val="193B59"/>
                </a:solidFill>
                <a:latin typeface="Yu Gothic"/>
                <a:ea typeface="Yu Gothic"/>
                <a:cs typeface="Yu Gothic"/>
              </a:defRPr>
            </a:lvl9pPr>
          </a:lstStyle>
          <a:p xmlns:a="http://schemas.openxmlformats.org/drawingml/2006/main">
            <a:pPr>
              <a:defRPr sz="2700" b="1">
                <a:solidFill>
                  <a:srgbClr val="193B59"/>
                </a:solidFill>
                <a:latin typeface="Yu Gothic"/>
                <a:ea typeface="Yu Gothic"/>
                <a:cs typeface="Yu Gothic"/>
              </a:defRPr>
            </a:pPr>
            <a:r>
              <a:rPr sz="2700" b="1">
                <a:solidFill>
                  <a:srgbClr val="193B59"/>
                </a:solidFill>
                <a:latin typeface="Yu Gothic"/>
                <a:ea typeface="Yu Gothic"/>
                <a:cs typeface="Yu Gothic"/>
              </a:rPr>
              <a:t>想定問題8　栽培容器の計画と説明</a:t>
            </a:r>
          </a:p>
        </p:txBody>
      </p:sp>
      <p:sp>
        <p:nvSpPr>
          <p:cNvPr id="2" name="">
            <a:extLst xmlns:a="http://schemas.openxmlformats.org/drawingml/2006/main">
              <a:ext uri="{FF2B5EF4-FFF2-40B4-BE49-F238E27FC236}">
                <a16:creationId xmlns:a16="http://schemas.microsoft.com/office/drawing/2014/main" id="{91B91FDC-7E2A-4A9E-ACCC-371C275ABDC1}"/>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FCCE3C1E-B1AA-46D6-B18C-2BEE79735EB9}"/>
              </a:ext>
            </a:extLst>
          </p:cNvPr>
          <p:cNvSpPr>
            <a:spLocks xmlns:a="http://schemas.openxmlformats.org/drawingml/2006/main" noGrp="1"/>
          </p:cNvSpPr>
          <p:nvPr/>
        </p:nvSpPr>
        <p:spPr>
          <a:xfrm xmlns:a="http://schemas.openxmlformats.org/drawingml/2006/main">
            <a:off x="809625" y="1762125"/>
            <a:ext cx="1057275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63D4D"/>
                </a:solidFill>
                <a:latin typeface="Yu Gothic"/>
                <a:ea typeface="Yu Gothic"/>
                <a:cs typeface="Yu Gothic"/>
              </a:defRPr>
            </a:defPPr>
            <a:lvl1pPr>
              <a:defRPr sz="2325" b="0">
                <a:solidFill>
                  <a:srgbClr val="263D4D"/>
                </a:solidFill>
                <a:latin typeface="Yu Gothic"/>
                <a:ea typeface="Yu Gothic"/>
                <a:cs typeface="Yu Gothic"/>
              </a:defRPr>
            </a:lvl1pPr>
            <a:lvl2pPr>
              <a:defRPr sz="2325" b="0">
                <a:solidFill>
                  <a:srgbClr val="263D4D"/>
                </a:solidFill>
                <a:latin typeface="Yu Gothic"/>
                <a:ea typeface="Yu Gothic"/>
                <a:cs typeface="Yu Gothic"/>
              </a:defRPr>
            </a:lvl2pPr>
            <a:lvl3pPr>
              <a:defRPr sz="2325" b="0">
                <a:solidFill>
                  <a:srgbClr val="263D4D"/>
                </a:solidFill>
                <a:latin typeface="Yu Gothic"/>
                <a:ea typeface="Yu Gothic"/>
                <a:cs typeface="Yu Gothic"/>
              </a:defRPr>
            </a:lvl3pPr>
            <a:lvl4pPr>
              <a:defRPr sz="2325" b="0">
                <a:solidFill>
                  <a:srgbClr val="263D4D"/>
                </a:solidFill>
                <a:latin typeface="Yu Gothic"/>
                <a:ea typeface="Yu Gothic"/>
                <a:cs typeface="Yu Gothic"/>
              </a:defRPr>
            </a:lvl4pPr>
            <a:lvl5pPr>
              <a:defRPr sz="2325" b="0">
                <a:solidFill>
                  <a:srgbClr val="263D4D"/>
                </a:solidFill>
                <a:latin typeface="Yu Gothic"/>
                <a:ea typeface="Yu Gothic"/>
                <a:cs typeface="Yu Gothic"/>
              </a:defRPr>
            </a:lvl5pPr>
            <a:lvl6pPr>
              <a:defRPr sz="2325" b="0">
                <a:solidFill>
                  <a:srgbClr val="263D4D"/>
                </a:solidFill>
                <a:latin typeface="Yu Gothic"/>
                <a:ea typeface="Yu Gothic"/>
                <a:cs typeface="Yu Gothic"/>
              </a:defRPr>
            </a:lvl6pPr>
            <a:lvl7pPr>
              <a:defRPr sz="2325" b="0">
                <a:solidFill>
                  <a:srgbClr val="263D4D"/>
                </a:solidFill>
                <a:latin typeface="Yu Gothic"/>
                <a:ea typeface="Yu Gothic"/>
                <a:cs typeface="Yu Gothic"/>
              </a:defRPr>
            </a:lvl7pPr>
            <a:lvl8pPr>
              <a:defRPr sz="2325" b="0">
                <a:solidFill>
                  <a:srgbClr val="263D4D"/>
                </a:solidFill>
                <a:latin typeface="Yu Gothic"/>
                <a:ea typeface="Yu Gothic"/>
                <a:cs typeface="Yu Gothic"/>
              </a:defRPr>
            </a:lvl8pPr>
            <a:lvl9pPr>
              <a:defRPr sz="2325" b="0">
                <a:solidFill>
                  <a:srgbClr val="263D4D"/>
                </a:solidFill>
                <a:latin typeface="Yu Gothic"/>
                <a:ea typeface="Yu Gothic"/>
                <a:cs typeface="Yu Gothic"/>
              </a:defRPr>
            </a:lvl9pPr>
          </a:lstStyle>
          <a:p xmlns:a="http://schemas.openxmlformats.org/drawingml/2006/main">
            <a:pPr>
              <a:defRPr sz="2325" b="0">
                <a:solidFill>
                  <a:srgbClr val="263D4D"/>
                </a:solidFill>
                <a:latin typeface="Yu Gothic"/>
                <a:ea typeface="Yu Gothic"/>
                <a:cs typeface="Yu Gothic"/>
              </a:defRPr>
            </a:pPr>
            <a:r>
              <a:rPr sz="2325" b="0">
                <a:solidFill>
                  <a:srgbClr val="263D4D"/>
                </a:solidFill>
                <a:latin typeface="Yu Gothic"/>
                <a:ea typeface="Yu Gothic"/>
                <a:cs typeface="Yu Gothic"/>
              </a:rPr>
              <a:t>屋外で一作期使う栽培容器を考える。荷重・日射・清掃・点検・交換・回収について計画し、追加確認が必要な情報を三つ挙げる。</a:t>
            </a:r>
          </a:p>
        </p:txBody>
      </p:sp>
      <p:sp>
        <p:nvSpPr>
          <p:cNvPr id="4" name="">
            <a:extLst xmlns:a="http://schemas.openxmlformats.org/drawingml/2006/main">
              <a:ext uri="{FF2B5EF4-FFF2-40B4-BE49-F238E27FC236}">
                <a16:creationId xmlns:a16="http://schemas.microsoft.com/office/drawing/2014/main" id="{65AF074E-CBD4-4152-86D0-454508E905F6}"/>
              </a:ext>
            </a:extLst>
          </p:cNvPr>
          <p:cNvSpPr>
            <a:spLocks xmlns:a="http://schemas.openxmlformats.org/drawingml/2006/main" noGrp="1"/>
          </p:cNvSpPr>
          <p:nvPr/>
        </p:nvSpPr>
        <p:spPr>
          <a:xfrm xmlns:a="http://schemas.openxmlformats.org/drawingml/2006/main">
            <a:off x="809625" y="50958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00" b="1">
                <a:solidFill>
                  <a:srgbClr val="087E8B"/>
                </a:solidFill>
                <a:latin typeface="Yu Gothic"/>
                <a:ea typeface="Yu Gothic"/>
                <a:cs typeface="Yu Gothic"/>
              </a:defRPr>
            </a:defPPr>
            <a:lvl1pPr>
              <a:defRPr sz="2100" b="1">
                <a:solidFill>
                  <a:srgbClr val="087E8B"/>
                </a:solidFill>
                <a:latin typeface="Yu Gothic"/>
                <a:ea typeface="Yu Gothic"/>
                <a:cs typeface="Yu Gothic"/>
              </a:defRPr>
            </a:lvl1pPr>
            <a:lvl2pPr>
              <a:defRPr sz="2100" b="1">
                <a:solidFill>
                  <a:srgbClr val="087E8B"/>
                </a:solidFill>
                <a:latin typeface="Yu Gothic"/>
                <a:ea typeface="Yu Gothic"/>
                <a:cs typeface="Yu Gothic"/>
              </a:defRPr>
            </a:lvl2pPr>
            <a:lvl3pPr>
              <a:defRPr sz="2100" b="1">
                <a:solidFill>
                  <a:srgbClr val="087E8B"/>
                </a:solidFill>
                <a:latin typeface="Yu Gothic"/>
                <a:ea typeface="Yu Gothic"/>
                <a:cs typeface="Yu Gothic"/>
              </a:defRPr>
            </a:lvl3pPr>
            <a:lvl4pPr>
              <a:defRPr sz="2100" b="1">
                <a:solidFill>
                  <a:srgbClr val="087E8B"/>
                </a:solidFill>
                <a:latin typeface="Yu Gothic"/>
                <a:ea typeface="Yu Gothic"/>
                <a:cs typeface="Yu Gothic"/>
              </a:defRPr>
            </a:lvl4pPr>
            <a:lvl5pPr>
              <a:defRPr sz="2100" b="1">
                <a:solidFill>
                  <a:srgbClr val="087E8B"/>
                </a:solidFill>
                <a:latin typeface="Yu Gothic"/>
                <a:ea typeface="Yu Gothic"/>
                <a:cs typeface="Yu Gothic"/>
              </a:defRPr>
            </a:lvl5pPr>
            <a:lvl6pPr>
              <a:defRPr sz="2100" b="1">
                <a:solidFill>
                  <a:srgbClr val="087E8B"/>
                </a:solidFill>
                <a:latin typeface="Yu Gothic"/>
                <a:ea typeface="Yu Gothic"/>
                <a:cs typeface="Yu Gothic"/>
              </a:defRPr>
            </a:lvl6pPr>
            <a:lvl7pPr>
              <a:defRPr sz="2100" b="1">
                <a:solidFill>
                  <a:srgbClr val="087E8B"/>
                </a:solidFill>
                <a:latin typeface="Yu Gothic"/>
                <a:ea typeface="Yu Gothic"/>
                <a:cs typeface="Yu Gothic"/>
              </a:defRPr>
            </a:lvl7pPr>
            <a:lvl8pPr>
              <a:defRPr sz="2100" b="1">
                <a:solidFill>
                  <a:srgbClr val="087E8B"/>
                </a:solidFill>
                <a:latin typeface="Yu Gothic"/>
                <a:ea typeface="Yu Gothic"/>
                <a:cs typeface="Yu Gothic"/>
              </a:defRPr>
            </a:lvl8pPr>
            <a:lvl9pPr>
              <a:defRPr sz="2100" b="1">
                <a:solidFill>
                  <a:srgbClr val="087E8B"/>
                </a:solidFill>
                <a:latin typeface="Yu Gothic"/>
                <a:ea typeface="Yu Gothic"/>
                <a:cs typeface="Yu Gothic"/>
              </a:defRPr>
            </a:lvl9pPr>
          </a:lstStyle>
          <a:p xmlns:a="http://schemas.openxmlformats.org/drawingml/2006/main">
            <a:pPr>
              <a:defRPr sz="2100" b="1">
                <a:solidFill>
                  <a:srgbClr val="087E8B"/>
                </a:solidFill>
                <a:latin typeface="Yu Gothic"/>
                <a:ea typeface="Yu Gothic"/>
                <a:cs typeface="Yu Gothic"/>
              </a:defRPr>
            </a:pPr>
            <a:r>
              <a:rPr sz="2100" b="1">
                <a:solidFill>
                  <a:srgbClr val="087E8B"/>
                </a:solidFill>
                <a:latin typeface="Yu Gothic"/>
                <a:ea typeface="Yu Gothic"/>
                <a:cs typeface="Yu Gothic"/>
              </a:rPr>
              <a:t>図・途中式・判断の理由を記録する</a:t>
            </a:r>
          </a:p>
        </p:txBody>
      </p:sp>
      <p:sp>
        <p:nvSpPr>
          <p:cNvPr id="5" name="">
            <a:extLst xmlns:a="http://schemas.openxmlformats.org/drawingml/2006/main">
              <a:ext uri="{FF2B5EF4-FFF2-40B4-BE49-F238E27FC236}">
                <a16:creationId xmlns:a16="http://schemas.microsoft.com/office/drawing/2014/main" id="{BC403DD0-D9A2-4DC8-85C2-B02AA5E5E698}"/>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defRPr sz="1575" b="0">
                <a:solidFill>
                  <a:srgbClr val="71818B"/>
                </a:solidFill>
                <a:latin typeface="Yu Gothic"/>
                <a:ea typeface="Yu Gothic"/>
                <a:cs typeface="Yu Gothic"/>
              </a:defRPr>
            </a:lvl1pPr>
            <a:lvl2pPr>
              <a:defRPr sz="1575" b="0">
                <a:solidFill>
                  <a:srgbClr val="71818B"/>
                </a:solidFill>
                <a:latin typeface="Yu Gothic"/>
                <a:ea typeface="Yu Gothic"/>
                <a:cs typeface="Yu Gothic"/>
              </a:defRPr>
            </a:lvl2pPr>
            <a:lvl3pPr>
              <a:defRPr sz="1575" b="0">
                <a:solidFill>
                  <a:srgbClr val="71818B"/>
                </a:solidFill>
                <a:latin typeface="Yu Gothic"/>
                <a:ea typeface="Yu Gothic"/>
                <a:cs typeface="Yu Gothic"/>
              </a:defRPr>
            </a:lvl3pPr>
            <a:lvl4pPr>
              <a:defRPr sz="1575" b="0">
                <a:solidFill>
                  <a:srgbClr val="71818B"/>
                </a:solidFill>
                <a:latin typeface="Yu Gothic"/>
                <a:ea typeface="Yu Gothic"/>
                <a:cs typeface="Yu Gothic"/>
              </a:defRPr>
            </a:lvl4pPr>
            <a:lvl5pPr>
              <a:defRPr sz="1575" b="0">
                <a:solidFill>
                  <a:srgbClr val="71818B"/>
                </a:solidFill>
                <a:latin typeface="Yu Gothic"/>
                <a:ea typeface="Yu Gothic"/>
                <a:cs typeface="Yu Gothic"/>
              </a:defRPr>
            </a:lvl5pPr>
            <a:lvl6pPr>
              <a:defRPr sz="1575" b="0">
                <a:solidFill>
                  <a:srgbClr val="71818B"/>
                </a:solidFill>
                <a:latin typeface="Yu Gothic"/>
                <a:ea typeface="Yu Gothic"/>
                <a:cs typeface="Yu Gothic"/>
              </a:defRPr>
            </a:lvl6pPr>
            <a:lvl7pPr>
              <a:defRPr sz="1575" b="0">
                <a:solidFill>
                  <a:srgbClr val="71818B"/>
                </a:solidFill>
                <a:latin typeface="Yu Gothic"/>
                <a:ea typeface="Yu Gothic"/>
                <a:cs typeface="Yu Gothic"/>
              </a:defRPr>
            </a:lvl7pPr>
            <a:lvl8pPr>
              <a:defRPr sz="1575" b="0">
                <a:solidFill>
                  <a:srgbClr val="71818B"/>
                </a:solidFill>
                <a:latin typeface="Yu Gothic"/>
                <a:ea typeface="Yu Gothic"/>
                <a:cs typeface="Yu Gothic"/>
              </a:defRPr>
            </a:lvl8pPr>
            <a:lvl9pPr>
              <a:defRPr sz="1575" b="0">
                <a:solidFill>
                  <a:srgbClr val="71818B"/>
                </a:solidFill>
                <a:latin typeface="Yu Gothic"/>
                <a:ea typeface="Yu Gothic"/>
                <a:cs typeface="Yu Gothic"/>
              </a:defRPr>
            </a:lvl9pPr>
          </a:lstStyle>
          <a:p xmlns:a="http://schemas.openxmlformats.org/drawingml/2006/main">
            <a:pPr>
              <a:defRPr sz="1575" b="0">
                <a:solidFill>
                  <a:srgbClr val="71818B"/>
                </a:solidFill>
                <a:latin typeface="Yu Gothic"/>
                <a:ea typeface="Yu Gothic"/>
                <a:cs typeface="Yu Gothic"/>
              </a:defRPr>
            </a:pPr>
            <a:r>
              <a:rPr sz="1575" b="0">
                <a:solidFill>
                  <a:srgbClr val="71818B"/>
                </a:solidFill>
                <a:latin typeface="Yu Gothic"/>
                <a:ea typeface="Yu Gothic"/>
                <a:cs typeface="Yu Gothic"/>
              </a:rPr>
              <a:t>教員採用試験を意識したオリジナル問題。実際の過去問・正式な提出課題とは別。</a:t>
            </a:r>
          </a:p>
        </p:txBody>
      </p:sp>
      <p:sp>
        <p:nvSpPr>
          <p:cNvPr id="6" name="">
            <a:extLst xmlns:a="http://schemas.openxmlformats.org/drawingml/2006/main">
              <a:ext uri="{FF2B5EF4-FFF2-40B4-BE49-F238E27FC236}">
                <a16:creationId xmlns:a16="http://schemas.microsoft.com/office/drawing/2014/main" id="{FC518753-6FEE-47CC-8B3A-441E936079F7}"/>
              </a:ext>
            </a:extLst>
          </p:cNvPr>
          <p:cNvSpPr>
            <a:spLocks xmlns:a="http://schemas.openxmlformats.org/drawingml/2006/main" noGrp="1"/>
          </p:cNvSpPr>
          <p:nvPr/>
        </p:nvSpPr>
        <p:spPr>
          <a:xfrm xmlns:a="http://schemas.openxmlformats.org/drawingml/2006/main">
            <a:off x="685800" y="6353175"/>
            <a:ext cx="904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第8回</a:t>
            </a:r>
          </a:p>
        </p:txBody>
      </p:sp>
      <p:sp>
        <p:nvSpPr>
          <p:cNvPr id="7" name="">
            <a:extLst xmlns:a="http://schemas.openxmlformats.org/drawingml/2006/main">
              <a:ext uri="{FF2B5EF4-FFF2-40B4-BE49-F238E27FC236}">
                <a16:creationId xmlns:a16="http://schemas.microsoft.com/office/drawing/2014/main" id="{CA03398A-79C3-49D7-B488-94746B876EBF}"/>
              </a:ext>
            </a:extLst>
          </p:cNvPr>
          <p:cNvSpPr>
            <a:spLocks xmlns:a="http://schemas.openxmlformats.org/drawingml/2006/main" noGrp="1"/>
          </p:cNvSpPr>
          <p:nvPr/>
        </p:nvSpPr>
        <p:spPr>
          <a:xfrm xmlns:a="http://schemas.openxmlformats.org/drawingml/2006/main">
            <a:off x="10477500" y="635317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41 / 43</a:t>
            </a:r>
          </a:p>
        </p:txBody>
      </p:sp>
    </p:spTree>
    <p:extLst>
      <p:ext uri="{BB962C8B-B14F-4D97-AF65-F5344CB8AC3E}">
        <p14:creationId xmlns:p14="http://schemas.microsoft.com/office/powerpoint/2010/main" val="152978982"/>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F1E061C7-BECB-48EC-AD25-EE45BA04D990}"/>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700" b="1">
                <a:solidFill>
                  <a:srgbClr val="193B59"/>
                </a:solidFill>
                <a:latin typeface="Yu Gothic"/>
                <a:ea typeface="Yu Gothic"/>
                <a:cs typeface="Yu Gothic"/>
              </a:defRPr>
            </a:defPPr>
            <a:lvl1pPr>
              <a:defRPr sz="2700" b="1">
                <a:solidFill>
                  <a:srgbClr val="193B59"/>
                </a:solidFill>
                <a:latin typeface="Yu Gothic"/>
                <a:ea typeface="Yu Gothic"/>
                <a:cs typeface="Yu Gothic"/>
              </a:defRPr>
            </a:lvl1pPr>
            <a:lvl2pPr>
              <a:defRPr sz="2700" b="1">
                <a:solidFill>
                  <a:srgbClr val="193B59"/>
                </a:solidFill>
                <a:latin typeface="Yu Gothic"/>
                <a:ea typeface="Yu Gothic"/>
                <a:cs typeface="Yu Gothic"/>
              </a:defRPr>
            </a:lvl2pPr>
            <a:lvl3pPr>
              <a:defRPr sz="2700" b="1">
                <a:solidFill>
                  <a:srgbClr val="193B59"/>
                </a:solidFill>
                <a:latin typeface="Yu Gothic"/>
                <a:ea typeface="Yu Gothic"/>
                <a:cs typeface="Yu Gothic"/>
              </a:defRPr>
            </a:lvl3pPr>
            <a:lvl4pPr>
              <a:defRPr sz="2700" b="1">
                <a:solidFill>
                  <a:srgbClr val="193B59"/>
                </a:solidFill>
                <a:latin typeface="Yu Gothic"/>
                <a:ea typeface="Yu Gothic"/>
                <a:cs typeface="Yu Gothic"/>
              </a:defRPr>
            </a:lvl4pPr>
            <a:lvl5pPr>
              <a:defRPr sz="2700" b="1">
                <a:solidFill>
                  <a:srgbClr val="193B59"/>
                </a:solidFill>
                <a:latin typeface="Yu Gothic"/>
                <a:ea typeface="Yu Gothic"/>
                <a:cs typeface="Yu Gothic"/>
              </a:defRPr>
            </a:lvl5pPr>
            <a:lvl6pPr>
              <a:defRPr sz="2700" b="1">
                <a:solidFill>
                  <a:srgbClr val="193B59"/>
                </a:solidFill>
                <a:latin typeface="Yu Gothic"/>
                <a:ea typeface="Yu Gothic"/>
                <a:cs typeface="Yu Gothic"/>
              </a:defRPr>
            </a:lvl6pPr>
            <a:lvl7pPr>
              <a:defRPr sz="2700" b="1">
                <a:solidFill>
                  <a:srgbClr val="193B59"/>
                </a:solidFill>
                <a:latin typeface="Yu Gothic"/>
                <a:ea typeface="Yu Gothic"/>
                <a:cs typeface="Yu Gothic"/>
              </a:defRPr>
            </a:lvl7pPr>
            <a:lvl8pPr>
              <a:defRPr sz="2700" b="1">
                <a:solidFill>
                  <a:srgbClr val="193B59"/>
                </a:solidFill>
                <a:latin typeface="Yu Gothic"/>
                <a:ea typeface="Yu Gothic"/>
                <a:cs typeface="Yu Gothic"/>
              </a:defRPr>
            </a:lvl8pPr>
            <a:lvl9pPr>
              <a:defRPr sz="2700" b="1">
                <a:solidFill>
                  <a:srgbClr val="193B59"/>
                </a:solidFill>
                <a:latin typeface="Yu Gothic"/>
                <a:ea typeface="Yu Gothic"/>
                <a:cs typeface="Yu Gothic"/>
              </a:defRPr>
            </a:lvl9pPr>
          </a:lstStyle>
          <a:p xmlns:a="http://schemas.openxmlformats.org/drawingml/2006/main">
            <a:pPr>
              <a:defRPr sz="2700" b="1">
                <a:solidFill>
                  <a:srgbClr val="193B59"/>
                </a:solidFill>
                <a:latin typeface="Yu Gothic"/>
                <a:ea typeface="Yu Gothic"/>
                <a:cs typeface="Yu Gothic"/>
              </a:defRPr>
            </a:pPr>
            <a:r>
              <a:rPr sz="2700" b="1">
                <a:solidFill>
                  <a:srgbClr val="193B59"/>
                </a:solidFill>
                <a:latin typeface="Yu Gothic"/>
                <a:ea typeface="Yu Gothic"/>
                <a:cs typeface="Yu Gothic"/>
              </a:rPr>
              <a:t>想定問題8　解説：栽培容器の計画と説明</a:t>
            </a:r>
          </a:p>
        </p:txBody>
      </p:sp>
      <p:sp>
        <p:nvSpPr>
          <p:cNvPr id="2" name="">
            <a:extLst xmlns:a="http://schemas.openxmlformats.org/drawingml/2006/main">
              <a:ext uri="{FF2B5EF4-FFF2-40B4-BE49-F238E27FC236}">
                <a16:creationId xmlns:a16="http://schemas.microsoft.com/office/drawing/2014/main" id="{5F65332C-EFC9-4F7A-BE86-BCD3C3BBB86A}"/>
              </a:ext>
            </a:extLst>
          </p:cNvPr>
          <p:cNvSpPr>
            <a:spLocks xmlns:a="http://schemas.openxmlformats.org/drawingml/2006/main" noGrp="1"/>
          </p:cNvSpPr>
          <p:nvPr/>
        </p:nvSpPr>
        <p:spPr>
          <a:xfrm xmlns:a="http://schemas.openxmlformats.org/drawingml/2006/main">
            <a:off x="685800" y="1323975"/>
            <a:ext cx="10820400" cy="9525"/>
          </a:xfrm>
          <a:custGeom xmlns:a="http://schemas.openxmlformats.org/drawingml/2006/main">
            <a:pathLst>
              <a:path w="10820400" h="9525">
                <a:moveTo>
                  <a:pt x="0" y="0"/>
                </a:moveTo>
                <a:lnTo>
                  <a:pt x="10820400" y="0"/>
                </a:lnTo>
              </a:path>
            </a:pathLst>
          </a:cu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29EBCBDE-BAFE-454A-BDFB-562C08CD2026}"/>
              </a:ext>
            </a:extLst>
          </p:cNvPr>
          <p:cNvSpPr>
            <a:spLocks xmlns:a="http://schemas.openxmlformats.org/drawingml/2006/main" noGrp="1"/>
          </p:cNvSpPr>
          <p:nvPr/>
        </p:nvSpPr>
        <p:spPr>
          <a:xfrm xmlns:a="http://schemas.openxmlformats.org/drawingml/2006/main">
            <a:off x="809625" y="176212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1">
                <a:solidFill>
                  <a:srgbClr val="263D4D"/>
                </a:solidFill>
                <a:latin typeface="Yu Gothic"/>
                <a:ea typeface="Yu Gothic"/>
                <a:cs typeface="Yu Gothic"/>
              </a:defRPr>
            </a:defPPr>
            <a:lvl1pPr>
              <a:defRPr sz="2175" b="1">
                <a:solidFill>
                  <a:srgbClr val="263D4D"/>
                </a:solidFill>
                <a:latin typeface="Yu Gothic"/>
                <a:ea typeface="Yu Gothic"/>
                <a:cs typeface="Yu Gothic"/>
              </a:defRPr>
            </a:lvl1pPr>
            <a:lvl2pPr>
              <a:defRPr sz="2175" b="1">
                <a:solidFill>
                  <a:srgbClr val="263D4D"/>
                </a:solidFill>
                <a:latin typeface="Yu Gothic"/>
                <a:ea typeface="Yu Gothic"/>
                <a:cs typeface="Yu Gothic"/>
              </a:defRPr>
            </a:lvl2pPr>
            <a:lvl3pPr>
              <a:defRPr sz="2175" b="1">
                <a:solidFill>
                  <a:srgbClr val="263D4D"/>
                </a:solidFill>
                <a:latin typeface="Yu Gothic"/>
                <a:ea typeface="Yu Gothic"/>
                <a:cs typeface="Yu Gothic"/>
              </a:defRPr>
            </a:lvl3pPr>
            <a:lvl4pPr>
              <a:defRPr sz="2175" b="1">
                <a:solidFill>
                  <a:srgbClr val="263D4D"/>
                </a:solidFill>
                <a:latin typeface="Yu Gothic"/>
                <a:ea typeface="Yu Gothic"/>
                <a:cs typeface="Yu Gothic"/>
              </a:defRPr>
            </a:lvl4pPr>
            <a:lvl5pPr>
              <a:defRPr sz="2175" b="1">
                <a:solidFill>
                  <a:srgbClr val="263D4D"/>
                </a:solidFill>
                <a:latin typeface="Yu Gothic"/>
                <a:ea typeface="Yu Gothic"/>
                <a:cs typeface="Yu Gothic"/>
              </a:defRPr>
            </a:lvl5pPr>
            <a:lvl6pPr>
              <a:defRPr sz="2175" b="1">
                <a:solidFill>
                  <a:srgbClr val="263D4D"/>
                </a:solidFill>
                <a:latin typeface="Yu Gothic"/>
                <a:ea typeface="Yu Gothic"/>
                <a:cs typeface="Yu Gothic"/>
              </a:defRPr>
            </a:lvl6pPr>
            <a:lvl7pPr>
              <a:defRPr sz="2175" b="1">
                <a:solidFill>
                  <a:srgbClr val="263D4D"/>
                </a:solidFill>
                <a:latin typeface="Yu Gothic"/>
                <a:ea typeface="Yu Gothic"/>
                <a:cs typeface="Yu Gothic"/>
              </a:defRPr>
            </a:lvl7pPr>
            <a:lvl8pPr>
              <a:defRPr sz="2175" b="1">
                <a:solidFill>
                  <a:srgbClr val="263D4D"/>
                </a:solidFill>
                <a:latin typeface="Yu Gothic"/>
                <a:ea typeface="Yu Gothic"/>
                <a:cs typeface="Yu Gothic"/>
              </a:defRPr>
            </a:lvl8pPr>
            <a:lvl9pPr>
              <a:defRPr sz="2175" b="1">
                <a:solidFill>
                  <a:srgbClr val="263D4D"/>
                </a:solidFill>
                <a:latin typeface="Yu Gothic"/>
                <a:ea typeface="Yu Gothic"/>
                <a:cs typeface="Yu Gothic"/>
              </a:defRPr>
            </a:lvl9pPr>
          </a:lstStyle>
          <a:p xmlns:a="http://schemas.openxmlformats.org/drawingml/2006/main">
            <a:pPr>
              <a:defRPr sz="2175" b="1">
                <a:solidFill>
                  <a:srgbClr val="263D4D"/>
                </a:solidFill>
                <a:latin typeface="Yu Gothic"/>
                <a:ea typeface="Yu Gothic"/>
                <a:cs typeface="Yu Gothic"/>
              </a:defRPr>
            </a:pPr>
            <a:r>
              <a:rPr sz="2175" b="1">
                <a:solidFill>
                  <a:srgbClr val="263D4D"/>
                </a:solidFill>
                <a:latin typeface="Yu Gothic"/>
                <a:ea typeface="Yu Gothic"/>
                <a:cs typeface="Yu Gothic"/>
              </a:rPr>
              <a:t>培地・水・植物を含む荷重と使用期間</a:t>
            </a:r>
          </a:p>
        </p:txBody>
      </p:sp>
      <p:sp>
        <p:nvSpPr>
          <p:cNvPr id="4" name="">
            <a:extLst xmlns:a="http://schemas.openxmlformats.org/drawingml/2006/main">
              <a:ext uri="{FF2B5EF4-FFF2-40B4-BE49-F238E27FC236}">
                <a16:creationId xmlns:a16="http://schemas.microsoft.com/office/drawing/2014/main" id="{C6D7A350-6BD4-4119-BEB2-8ECE6AFB3E3F}"/>
              </a:ext>
            </a:extLst>
          </p:cNvPr>
          <p:cNvSpPr>
            <a:spLocks xmlns:a="http://schemas.openxmlformats.org/drawingml/2006/main" noGrp="1"/>
          </p:cNvSpPr>
          <p:nvPr/>
        </p:nvSpPr>
        <p:spPr>
          <a:xfrm xmlns:a="http://schemas.openxmlformats.org/drawingml/2006/main">
            <a:off x="809625" y="267652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63D4D"/>
                </a:solidFill>
                <a:latin typeface="Yu Gothic"/>
                <a:ea typeface="Yu Gothic"/>
                <a:cs typeface="Yu Gothic"/>
              </a:defRPr>
            </a:defPPr>
            <a:lvl1pPr>
              <a:defRPr sz="2175" b="0">
                <a:solidFill>
                  <a:srgbClr val="263D4D"/>
                </a:solidFill>
                <a:latin typeface="Yu Gothic"/>
                <a:ea typeface="Yu Gothic"/>
                <a:cs typeface="Yu Gothic"/>
              </a:defRPr>
            </a:lvl1pPr>
            <a:lvl2pPr>
              <a:defRPr sz="2175" b="0">
                <a:solidFill>
                  <a:srgbClr val="263D4D"/>
                </a:solidFill>
                <a:latin typeface="Yu Gothic"/>
                <a:ea typeface="Yu Gothic"/>
                <a:cs typeface="Yu Gothic"/>
              </a:defRPr>
            </a:lvl2pPr>
            <a:lvl3pPr>
              <a:defRPr sz="2175" b="0">
                <a:solidFill>
                  <a:srgbClr val="263D4D"/>
                </a:solidFill>
                <a:latin typeface="Yu Gothic"/>
                <a:ea typeface="Yu Gothic"/>
                <a:cs typeface="Yu Gothic"/>
              </a:defRPr>
            </a:lvl3pPr>
            <a:lvl4pPr>
              <a:defRPr sz="2175" b="0">
                <a:solidFill>
                  <a:srgbClr val="263D4D"/>
                </a:solidFill>
                <a:latin typeface="Yu Gothic"/>
                <a:ea typeface="Yu Gothic"/>
                <a:cs typeface="Yu Gothic"/>
              </a:defRPr>
            </a:lvl4pPr>
            <a:lvl5pPr>
              <a:defRPr sz="2175" b="0">
                <a:solidFill>
                  <a:srgbClr val="263D4D"/>
                </a:solidFill>
                <a:latin typeface="Yu Gothic"/>
                <a:ea typeface="Yu Gothic"/>
                <a:cs typeface="Yu Gothic"/>
              </a:defRPr>
            </a:lvl5pPr>
            <a:lvl6pPr>
              <a:defRPr sz="2175" b="0">
                <a:solidFill>
                  <a:srgbClr val="263D4D"/>
                </a:solidFill>
                <a:latin typeface="Yu Gothic"/>
                <a:ea typeface="Yu Gothic"/>
                <a:cs typeface="Yu Gothic"/>
              </a:defRPr>
            </a:lvl6pPr>
            <a:lvl7pPr>
              <a:defRPr sz="2175" b="0">
                <a:solidFill>
                  <a:srgbClr val="263D4D"/>
                </a:solidFill>
                <a:latin typeface="Yu Gothic"/>
                <a:ea typeface="Yu Gothic"/>
                <a:cs typeface="Yu Gothic"/>
              </a:defRPr>
            </a:lvl7pPr>
            <a:lvl8pPr>
              <a:defRPr sz="2175" b="0">
                <a:solidFill>
                  <a:srgbClr val="263D4D"/>
                </a:solidFill>
                <a:latin typeface="Yu Gothic"/>
                <a:ea typeface="Yu Gothic"/>
                <a:cs typeface="Yu Gothic"/>
              </a:defRPr>
            </a:lvl8pPr>
            <a:lvl9pPr>
              <a:defRPr sz="2175" b="0">
                <a:solidFill>
                  <a:srgbClr val="263D4D"/>
                </a:solidFill>
                <a:latin typeface="Yu Gothic"/>
                <a:ea typeface="Yu Gothic"/>
                <a:cs typeface="Yu Gothic"/>
              </a:defRPr>
            </a:lvl9pPr>
          </a:lstStyle>
          <a:p xmlns:a="http://schemas.openxmlformats.org/drawingml/2006/main">
            <a:pPr>
              <a:defRPr sz="2175" b="0">
                <a:solidFill>
                  <a:srgbClr val="263D4D"/>
                </a:solidFill>
                <a:latin typeface="Yu Gothic"/>
                <a:ea typeface="Yu Gothic"/>
                <a:cs typeface="Yu Gothic"/>
              </a:defRPr>
            </a:pPr>
            <a:r>
              <a:rPr sz="2175" b="0">
                <a:solidFill>
                  <a:srgbClr val="263D4D"/>
                </a:solidFill>
                <a:latin typeface="Yu Gothic"/>
                <a:ea typeface="Yu Gothic"/>
                <a:cs typeface="Yu Gothic"/>
              </a:rPr>
              <a:t>温度・日射・水・清掃方法と材料の適合</a:t>
            </a:r>
          </a:p>
        </p:txBody>
      </p:sp>
      <p:sp>
        <p:nvSpPr>
          <p:cNvPr id="5" name="">
            <a:extLst xmlns:a="http://schemas.openxmlformats.org/drawingml/2006/main">
              <a:ext uri="{FF2B5EF4-FFF2-40B4-BE49-F238E27FC236}">
                <a16:creationId xmlns:a16="http://schemas.microsoft.com/office/drawing/2014/main" id="{D0D5EA95-F16D-4ED3-BC41-C8B3C261F786}"/>
              </a:ext>
            </a:extLst>
          </p:cNvPr>
          <p:cNvSpPr>
            <a:spLocks xmlns:a="http://schemas.openxmlformats.org/drawingml/2006/main" noGrp="1"/>
          </p:cNvSpPr>
          <p:nvPr/>
        </p:nvSpPr>
        <p:spPr>
          <a:xfrm xmlns:a="http://schemas.openxmlformats.org/drawingml/2006/main">
            <a:off x="809625" y="359092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63D4D"/>
                </a:solidFill>
                <a:latin typeface="Yu Gothic"/>
                <a:ea typeface="Yu Gothic"/>
                <a:cs typeface="Yu Gothic"/>
              </a:defRPr>
            </a:defPPr>
            <a:lvl1pPr>
              <a:defRPr sz="2175" b="0">
                <a:solidFill>
                  <a:srgbClr val="263D4D"/>
                </a:solidFill>
                <a:latin typeface="Yu Gothic"/>
                <a:ea typeface="Yu Gothic"/>
                <a:cs typeface="Yu Gothic"/>
              </a:defRPr>
            </a:lvl1pPr>
            <a:lvl2pPr>
              <a:defRPr sz="2175" b="0">
                <a:solidFill>
                  <a:srgbClr val="263D4D"/>
                </a:solidFill>
                <a:latin typeface="Yu Gothic"/>
                <a:ea typeface="Yu Gothic"/>
                <a:cs typeface="Yu Gothic"/>
              </a:defRPr>
            </a:lvl2pPr>
            <a:lvl3pPr>
              <a:defRPr sz="2175" b="0">
                <a:solidFill>
                  <a:srgbClr val="263D4D"/>
                </a:solidFill>
                <a:latin typeface="Yu Gothic"/>
                <a:ea typeface="Yu Gothic"/>
                <a:cs typeface="Yu Gothic"/>
              </a:defRPr>
            </a:lvl3pPr>
            <a:lvl4pPr>
              <a:defRPr sz="2175" b="0">
                <a:solidFill>
                  <a:srgbClr val="263D4D"/>
                </a:solidFill>
                <a:latin typeface="Yu Gothic"/>
                <a:ea typeface="Yu Gothic"/>
                <a:cs typeface="Yu Gothic"/>
              </a:defRPr>
            </a:lvl4pPr>
            <a:lvl5pPr>
              <a:defRPr sz="2175" b="0">
                <a:solidFill>
                  <a:srgbClr val="263D4D"/>
                </a:solidFill>
                <a:latin typeface="Yu Gothic"/>
                <a:ea typeface="Yu Gothic"/>
                <a:cs typeface="Yu Gothic"/>
              </a:defRPr>
            </a:lvl5pPr>
            <a:lvl6pPr>
              <a:defRPr sz="2175" b="0">
                <a:solidFill>
                  <a:srgbClr val="263D4D"/>
                </a:solidFill>
                <a:latin typeface="Yu Gothic"/>
                <a:ea typeface="Yu Gothic"/>
                <a:cs typeface="Yu Gothic"/>
              </a:defRPr>
            </a:lvl6pPr>
            <a:lvl7pPr>
              <a:defRPr sz="2175" b="0">
                <a:solidFill>
                  <a:srgbClr val="263D4D"/>
                </a:solidFill>
                <a:latin typeface="Yu Gothic"/>
                <a:ea typeface="Yu Gothic"/>
                <a:cs typeface="Yu Gothic"/>
              </a:defRPr>
            </a:lvl7pPr>
            <a:lvl8pPr>
              <a:defRPr sz="2175" b="0">
                <a:solidFill>
                  <a:srgbClr val="263D4D"/>
                </a:solidFill>
                <a:latin typeface="Yu Gothic"/>
                <a:ea typeface="Yu Gothic"/>
                <a:cs typeface="Yu Gothic"/>
              </a:defRPr>
            </a:lvl8pPr>
            <a:lvl9pPr>
              <a:defRPr sz="2175" b="0">
                <a:solidFill>
                  <a:srgbClr val="263D4D"/>
                </a:solidFill>
                <a:latin typeface="Yu Gothic"/>
                <a:ea typeface="Yu Gothic"/>
                <a:cs typeface="Yu Gothic"/>
              </a:defRPr>
            </a:lvl9pPr>
          </a:lstStyle>
          <a:p xmlns:a="http://schemas.openxmlformats.org/drawingml/2006/main">
            <a:pPr>
              <a:defRPr sz="2175" b="0">
                <a:solidFill>
                  <a:srgbClr val="263D4D"/>
                </a:solidFill>
                <a:latin typeface="Yu Gothic"/>
                <a:ea typeface="Yu Gothic"/>
                <a:cs typeface="Yu Gothic"/>
              </a:defRPr>
            </a:pPr>
            <a:r>
              <a:rPr sz="2175" b="0">
                <a:solidFill>
                  <a:srgbClr val="263D4D"/>
                </a:solidFill>
                <a:latin typeface="Yu Gothic"/>
                <a:ea typeface="Yu Gothic"/>
                <a:cs typeface="Yu Gothic"/>
              </a:rPr>
              <a:t>割れ・変形・接合部の点検と交換</a:t>
            </a:r>
          </a:p>
        </p:txBody>
      </p:sp>
      <p:sp>
        <p:nvSpPr>
          <p:cNvPr id="6" name="">
            <a:extLst xmlns:a="http://schemas.openxmlformats.org/drawingml/2006/main">
              <a:ext uri="{FF2B5EF4-FFF2-40B4-BE49-F238E27FC236}">
                <a16:creationId xmlns:a16="http://schemas.microsoft.com/office/drawing/2014/main" id="{EC402791-E0F5-470D-B4AC-BBEEED5F4CF1}"/>
              </a:ext>
            </a:extLst>
          </p:cNvPr>
          <p:cNvSpPr>
            <a:spLocks xmlns:a="http://schemas.openxmlformats.org/drawingml/2006/main" noGrp="1"/>
          </p:cNvSpPr>
          <p:nvPr/>
        </p:nvSpPr>
        <p:spPr>
          <a:xfrm xmlns:a="http://schemas.openxmlformats.org/drawingml/2006/main">
            <a:off x="809625" y="450532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175" b="0">
                <a:solidFill>
                  <a:srgbClr val="263D4D"/>
                </a:solidFill>
                <a:latin typeface="Yu Gothic"/>
                <a:ea typeface="Yu Gothic"/>
                <a:cs typeface="Yu Gothic"/>
              </a:defRPr>
            </a:defPPr>
            <a:lvl1pPr>
              <a:defRPr sz="2175" b="0">
                <a:solidFill>
                  <a:srgbClr val="263D4D"/>
                </a:solidFill>
                <a:latin typeface="Yu Gothic"/>
                <a:ea typeface="Yu Gothic"/>
                <a:cs typeface="Yu Gothic"/>
              </a:defRPr>
            </a:lvl1pPr>
            <a:lvl2pPr>
              <a:defRPr sz="2175" b="0">
                <a:solidFill>
                  <a:srgbClr val="263D4D"/>
                </a:solidFill>
                <a:latin typeface="Yu Gothic"/>
                <a:ea typeface="Yu Gothic"/>
                <a:cs typeface="Yu Gothic"/>
              </a:defRPr>
            </a:lvl2pPr>
            <a:lvl3pPr>
              <a:defRPr sz="2175" b="0">
                <a:solidFill>
                  <a:srgbClr val="263D4D"/>
                </a:solidFill>
                <a:latin typeface="Yu Gothic"/>
                <a:ea typeface="Yu Gothic"/>
                <a:cs typeface="Yu Gothic"/>
              </a:defRPr>
            </a:lvl3pPr>
            <a:lvl4pPr>
              <a:defRPr sz="2175" b="0">
                <a:solidFill>
                  <a:srgbClr val="263D4D"/>
                </a:solidFill>
                <a:latin typeface="Yu Gothic"/>
                <a:ea typeface="Yu Gothic"/>
                <a:cs typeface="Yu Gothic"/>
              </a:defRPr>
            </a:lvl4pPr>
            <a:lvl5pPr>
              <a:defRPr sz="2175" b="0">
                <a:solidFill>
                  <a:srgbClr val="263D4D"/>
                </a:solidFill>
                <a:latin typeface="Yu Gothic"/>
                <a:ea typeface="Yu Gothic"/>
                <a:cs typeface="Yu Gothic"/>
              </a:defRPr>
            </a:lvl5pPr>
            <a:lvl6pPr>
              <a:defRPr sz="2175" b="0">
                <a:solidFill>
                  <a:srgbClr val="263D4D"/>
                </a:solidFill>
                <a:latin typeface="Yu Gothic"/>
                <a:ea typeface="Yu Gothic"/>
                <a:cs typeface="Yu Gothic"/>
              </a:defRPr>
            </a:lvl6pPr>
            <a:lvl7pPr>
              <a:defRPr sz="2175" b="0">
                <a:solidFill>
                  <a:srgbClr val="263D4D"/>
                </a:solidFill>
                <a:latin typeface="Yu Gothic"/>
                <a:ea typeface="Yu Gothic"/>
                <a:cs typeface="Yu Gothic"/>
              </a:defRPr>
            </a:lvl7pPr>
            <a:lvl8pPr>
              <a:defRPr sz="2175" b="0">
                <a:solidFill>
                  <a:srgbClr val="263D4D"/>
                </a:solidFill>
                <a:latin typeface="Yu Gothic"/>
                <a:ea typeface="Yu Gothic"/>
                <a:cs typeface="Yu Gothic"/>
              </a:defRPr>
            </a:lvl8pPr>
            <a:lvl9pPr>
              <a:defRPr sz="2175" b="0">
                <a:solidFill>
                  <a:srgbClr val="263D4D"/>
                </a:solidFill>
                <a:latin typeface="Yu Gothic"/>
                <a:ea typeface="Yu Gothic"/>
                <a:cs typeface="Yu Gothic"/>
              </a:defRPr>
            </a:lvl9pPr>
          </a:lstStyle>
          <a:p xmlns:a="http://schemas.openxmlformats.org/drawingml/2006/main">
            <a:pPr>
              <a:defRPr sz="2175" b="0">
                <a:solidFill>
                  <a:srgbClr val="263D4D"/>
                </a:solidFill>
                <a:latin typeface="Yu Gothic"/>
                <a:ea typeface="Yu Gothic"/>
                <a:cs typeface="Yu Gothic"/>
              </a:defRPr>
            </a:pPr>
            <a:r>
              <a:rPr sz="2175" b="0">
                <a:solidFill>
                  <a:srgbClr val="263D4D"/>
                </a:solidFill>
                <a:latin typeface="Yu Gothic"/>
                <a:ea typeface="Yu Gothic"/>
                <a:cs typeface="Yu Gothic"/>
              </a:rPr>
              <a:t>分別・回収先・受入れ条件まで確認する</a:t>
            </a:r>
          </a:p>
        </p:txBody>
      </p:sp>
      <p:sp>
        <p:nvSpPr>
          <p:cNvPr id="7" name="">
            <a:extLst xmlns:a="http://schemas.openxmlformats.org/drawingml/2006/main">
              <a:ext uri="{FF2B5EF4-FFF2-40B4-BE49-F238E27FC236}">
                <a16:creationId xmlns:a16="http://schemas.microsoft.com/office/drawing/2014/main" id="{6957B4F9-BE25-4FDC-A41C-6B7DC6E6EC6F}"/>
              </a:ext>
            </a:extLst>
          </p:cNvPr>
          <p:cNvSpPr>
            <a:spLocks xmlns:a="http://schemas.openxmlformats.org/drawingml/2006/main" noGrp="1"/>
          </p:cNvSpPr>
          <p:nvPr/>
        </p:nvSpPr>
        <p:spPr>
          <a:xfrm xmlns:a="http://schemas.openxmlformats.org/drawingml/2006/main">
            <a:off x="685800" y="57245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575" b="0">
                <a:solidFill>
                  <a:srgbClr val="71818B"/>
                </a:solidFill>
                <a:latin typeface="Yu Gothic"/>
                <a:ea typeface="Yu Gothic"/>
                <a:cs typeface="Yu Gothic"/>
              </a:defRPr>
            </a:defPPr>
            <a:lvl1pPr>
              <a:defRPr sz="1575" b="0">
                <a:solidFill>
                  <a:srgbClr val="71818B"/>
                </a:solidFill>
                <a:latin typeface="Yu Gothic"/>
                <a:ea typeface="Yu Gothic"/>
                <a:cs typeface="Yu Gothic"/>
              </a:defRPr>
            </a:lvl1pPr>
            <a:lvl2pPr>
              <a:defRPr sz="1575" b="0">
                <a:solidFill>
                  <a:srgbClr val="71818B"/>
                </a:solidFill>
                <a:latin typeface="Yu Gothic"/>
                <a:ea typeface="Yu Gothic"/>
                <a:cs typeface="Yu Gothic"/>
              </a:defRPr>
            </a:lvl2pPr>
            <a:lvl3pPr>
              <a:defRPr sz="1575" b="0">
                <a:solidFill>
                  <a:srgbClr val="71818B"/>
                </a:solidFill>
                <a:latin typeface="Yu Gothic"/>
                <a:ea typeface="Yu Gothic"/>
                <a:cs typeface="Yu Gothic"/>
              </a:defRPr>
            </a:lvl3pPr>
            <a:lvl4pPr>
              <a:defRPr sz="1575" b="0">
                <a:solidFill>
                  <a:srgbClr val="71818B"/>
                </a:solidFill>
                <a:latin typeface="Yu Gothic"/>
                <a:ea typeface="Yu Gothic"/>
                <a:cs typeface="Yu Gothic"/>
              </a:defRPr>
            </a:lvl4pPr>
            <a:lvl5pPr>
              <a:defRPr sz="1575" b="0">
                <a:solidFill>
                  <a:srgbClr val="71818B"/>
                </a:solidFill>
                <a:latin typeface="Yu Gothic"/>
                <a:ea typeface="Yu Gothic"/>
                <a:cs typeface="Yu Gothic"/>
              </a:defRPr>
            </a:lvl5pPr>
            <a:lvl6pPr>
              <a:defRPr sz="1575" b="0">
                <a:solidFill>
                  <a:srgbClr val="71818B"/>
                </a:solidFill>
                <a:latin typeface="Yu Gothic"/>
                <a:ea typeface="Yu Gothic"/>
                <a:cs typeface="Yu Gothic"/>
              </a:defRPr>
            </a:lvl6pPr>
            <a:lvl7pPr>
              <a:defRPr sz="1575" b="0">
                <a:solidFill>
                  <a:srgbClr val="71818B"/>
                </a:solidFill>
                <a:latin typeface="Yu Gothic"/>
                <a:ea typeface="Yu Gothic"/>
                <a:cs typeface="Yu Gothic"/>
              </a:defRPr>
            </a:lvl7pPr>
            <a:lvl8pPr>
              <a:defRPr sz="1575" b="0">
                <a:solidFill>
                  <a:srgbClr val="71818B"/>
                </a:solidFill>
                <a:latin typeface="Yu Gothic"/>
                <a:ea typeface="Yu Gothic"/>
                <a:cs typeface="Yu Gothic"/>
              </a:defRPr>
            </a:lvl8pPr>
            <a:lvl9pPr>
              <a:defRPr sz="1575" b="0">
                <a:solidFill>
                  <a:srgbClr val="71818B"/>
                </a:solidFill>
                <a:latin typeface="Yu Gothic"/>
                <a:ea typeface="Yu Gothic"/>
                <a:cs typeface="Yu Gothic"/>
              </a:defRPr>
            </a:lvl9pPr>
          </a:lstStyle>
          <a:p xmlns:a="http://schemas.openxmlformats.org/drawingml/2006/main">
            <a:pPr>
              <a:defRPr sz="1575" b="0">
                <a:solidFill>
                  <a:srgbClr val="71818B"/>
                </a:solidFill>
                <a:latin typeface="Yu Gothic"/>
                <a:ea typeface="Yu Gothic"/>
                <a:cs typeface="Yu Gothic"/>
              </a:defRPr>
            </a:pPr>
            <a:r>
              <a:rPr sz="1575" b="0">
                <a:solidFill>
                  <a:srgbClr val="71818B"/>
                </a:solidFill>
                <a:latin typeface="Yu Gothic"/>
                <a:ea typeface="Yu Gothic"/>
                <a:cs typeface="Yu Gothic"/>
              </a:rPr>
              <a:t>本編の参照スライド：3・14・16・25・26・27</a:t>
            </a:r>
          </a:p>
        </p:txBody>
      </p:sp>
      <p:sp>
        <p:nvSpPr>
          <p:cNvPr id="8" name="">
            <a:extLst xmlns:a="http://schemas.openxmlformats.org/drawingml/2006/main">
              <a:ext uri="{FF2B5EF4-FFF2-40B4-BE49-F238E27FC236}">
                <a16:creationId xmlns:a16="http://schemas.microsoft.com/office/drawing/2014/main" id="{A2920E38-AAD5-47FD-B628-875C549CFC94}"/>
              </a:ext>
            </a:extLst>
          </p:cNvPr>
          <p:cNvSpPr>
            <a:spLocks xmlns:a="http://schemas.openxmlformats.org/drawingml/2006/main" noGrp="1"/>
          </p:cNvSpPr>
          <p:nvPr/>
        </p:nvSpPr>
        <p:spPr>
          <a:xfrm xmlns:a="http://schemas.openxmlformats.org/drawingml/2006/main">
            <a:off x="685800" y="6353175"/>
            <a:ext cx="904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第8回</a:t>
            </a:r>
          </a:p>
        </p:txBody>
      </p:sp>
      <p:sp>
        <p:nvSpPr>
          <p:cNvPr id="9" name="">
            <a:extLst xmlns:a="http://schemas.openxmlformats.org/drawingml/2006/main">
              <a:ext uri="{FF2B5EF4-FFF2-40B4-BE49-F238E27FC236}">
                <a16:creationId xmlns:a16="http://schemas.microsoft.com/office/drawing/2014/main" id="{2E541F5D-7A5A-482C-8D88-FF2308311B5A}"/>
              </a:ext>
            </a:extLst>
          </p:cNvPr>
          <p:cNvSpPr>
            <a:spLocks xmlns:a="http://schemas.openxmlformats.org/drawingml/2006/main" noGrp="1"/>
          </p:cNvSpPr>
          <p:nvPr/>
        </p:nvSpPr>
        <p:spPr>
          <a:xfrm xmlns:a="http://schemas.openxmlformats.org/drawingml/2006/main">
            <a:off x="10477500" y="6353175"/>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xmlns:a="http://schemas.openxmlformats.org/drawingml/2006/main">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42 / 43</a:t>
            </a:r>
          </a:p>
        </p:txBody>
      </p:sp>
    </p:spTree>
    <p:extLst>
      <p:ext uri="{BB962C8B-B14F-4D97-AF65-F5344CB8AC3E}">
        <p14:creationId xmlns:p14="http://schemas.microsoft.com/office/powerpoint/2010/main" val="950564102"/>
      </p:ext>
    </p:extLst>
  </p:cSld>
</p:sld>
</file>

<file path=ppt/slides/slide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DF747BB-490C-45CB-82FE-C3761FD835E1}"/>
              </a:ext>
            </a:extLst>
          </p:cNvPr>
          <p:cNvSpPr>
            <a:spLocks xmlns:a="http://schemas.openxmlformats.org/drawingml/2006/main" noGrp="1"/>
          </p:cNvSpPr>
          <p:nvPr/>
        </p:nvSpPr>
        <p:spPr>
          <a:xfrm xmlns:a="http://schemas.openxmlformats.org/drawingml/2006/main">
            <a:off x="666750" y="3810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3000" b="1">
                <a:solidFill>
                  <a:srgbClr val="193B59"/>
                </a:solidFill>
                <a:latin typeface="Yu Gothic"/>
                <a:ea typeface="Yu Gothic"/>
                <a:cs typeface="Yu Gothic"/>
              </a:defRPr>
            </a:defPPr>
            <a:lvl1pPr>
              <a:buNone/>
              <a:defRPr sz="3000" b="1">
                <a:solidFill>
                  <a:srgbClr val="193B59"/>
                </a:solidFill>
                <a:latin typeface="Yu Gothic"/>
                <a:ea typeface="Yu Gothic"/>
                <a:cs typeface="Yu Gothic"/>
              </a:defRPr>
            </a:lvl1pPr>
            <a:lvl2pPr>
              <a:buNone/>
              <a:defRPr sz="3000" b="1">
                <a:solidFill>
                  <a:srgbClr val="193B59"/>
                </a:solidFill>
                <a:latin typeface="Yu Gothic"/>
                <a:ea typeface="Yu Gothic"/>
                <a:cs typeface="Yu Gothic"/>
              </a:defRPr>
            </a:lvl2pPr>
            <a:lvl3pPr>
              <a:buNone/>
              <a:defRPr sz="3000" b="1">
                <a:solidFill>
                  <a:srgbClr val="193B59"/>
                </a:solidFill>
                <a:latin typeface="Yu Gothic"/>
                <a:ea typeface="Yu Gothic"/>
                <a:cs typeface="Yu Gothic"/>
              </a:defRPr>
            </a:lvl3pPr>
            <a:lvl4pPr>
              <a:buNone/>
              <a:defRPr sz="3000" b="1">
                <a:solidFill>
                  <a:srgbClr val="193B59"/>
                </a:solidFill>
                <a:latin typeface="Yu Gothic"/>
                <a:ea typeface="Yu Gothic"/>
                <a:cs typeface="Yu Gothic"/>
              </a:defRPr>
            </a:lvl4pPr>
            <a:lvl5pPr>
              <a:buNone/>
              <a:defRPr sz="3000" b="1">
                <a:solidFill>
                  <a:srgbClr val="193B59"/>
                </a:solidFill>
                <a:latin typeface="Yu Gothic"/>
                <a:ea typeface="Yu Gothic"/>
                <a:cs typeface="Yu Gothic"/>
              </a:defRPr>
            </a:lvl5pPr>
            <a:lvl6pPr>
              <a:buNone/>
              <a:defRPr sz="3000" b="1">
                <a:solidFill>
                  <a:srgbClr val="193B59"/>
                </a:solidFill>
                <a:latin typeface="Yu Gothic"/>
                <a:ea typeface="Yu Gothic"/>
                <a:cs typeface="Yu Gothic"/>
              </a:defRPr>
            </a:lvl6pPr>
            <a:lvl7pPr>
              <a:buNone/>
              <a:defRPr sz="3000" b="1">
                <a:solidFill>
                  <a:srgbClr val="193B59"/>
                </a:solidFill>
                <a:latin typeface="Yu Gothic"/>
                <a:ea typeface="Yu Gothic"/>
                <a:cs typeface="Yu Gothic"/>
              </a:defRPr>
            </a:lvl7pPr>
            <a:lvl8pPr>
              <a:buNone/>
              <a:defRPr sz="3000" b="1">
                <a:solidFill>
                  <a:srgbClr val="193B59"/>
                </a:solidFill>
                <a:latin typeface="Yu Gothic"/>
                <a:ea typeface="Yu Gothic"/>
                <a:cs typeface="Yu Gothic"/>
              </a:defRPr>
            </a:lvl8pPr>
            <a:lvl9pPr>
              <a:buNone/>
              <a:defRPr sz="3000" b="1">
                <a:solidFill>
                  <a:srgbClr val="193B59"/>
                </a:solidFill>
                <a:latin typeface="Yu Gothic"/>
                <a:ea typeface="Yu Gothic"/>
                <a:cs typeface="Yu Gothic"/>
              </a:defRPr>
            </a:lvl9pPr>
          </a:lstStyle>
          <a:p xmlns:a="http://schemas.openxmlformats.org/drawingml/2006/main">
            <a:pPr>
              <a:buNone/>
              <a:defRPr sz="3000" b="1">
                <a:solidFill>
                  <a:srgbClr val="193B59"/>
                </a:solidFill>
                <a:latin typeface="Yu Gothic"/>
                <a:ea typeface="Yu Gothic"/>
                <a:cs typeface="Yu Gothic"/>
              </a:defRPr>
            </a:pPr>
            <a:r>
              <a:rPr sz="3000" b="1">
                <a:solidFill>
                  <a:srgbClr val="193B59"/>
                </a:solidFill>
                <a:latin typeface="Yu Gothic"/>
                <a:ea typeface="Yu Gothic"/>
                <a:cs typeface="Yu Gothic"/>
              </a:rPr>
              <a:t>三材料比較へ進む</a:t>
            </a:r>
          </a:p>
        </p:txBody>
      </p:sp>
      <p:sp>
        <p:nvSpPr>
          <p:cNvPr id="2" name="">
            <a:extLst xmlns:a="http://schemas.openxmlformats.org/drawingml/2006/main">
              <a:ext uri="{FF2B5EF4-FFF2-40B4-BE49-F238E27FC236}">
                <a16:creationId xmlns:a16="http://schemas.microsoft.com/office/drawing/2014/main" id="{8B46AF8E-9D50-4D9F-89FF-103931757389}"/>
              </a:ext>
            </a:extLst>
          </p:cNvPr>
          <p:cNvSpPr>
            <a:spLocks xmlns:a="http://schemas.openxmlformats.org/drawingml/2006/main" noGrp="1"/>
          </p:cNvSpPr>
          <p:nvPr/>
        </p:nvSpPr>
        <p:spPr>
          <a:xfrm xmlns:a="http://schemas.openxmlformats.org/drawingml/2006/main" flipH="0" flipV="0">
            <a:off x="685800" y="1323975"/>
            <a:ext cx="10820400" cy="0"/>
          </a:xfrm>
          <a:prstGeom xmlns:a="http://schemas.openxmlformats.org/drawingml/2006/main" prst="line">
            <a:avLst/>
          </a:prstGeom>
          <a:noFill xmlns:a="http://schemas.openxmlformats.org/drawingml/2006/main"/>
          <a:ln xmlns:a="http://schemas.openxmlformats.org/drawingml/2006/main" w="19050">
            <a:solidFill>
              <a:srgbClr val="D8E1E7"/>
            </a:solidFill>
          </a:ln>
        </p:spPr>
      </p:sp>
      <p:sp>
        <p:nvSpPr>
          <p:cNvPr id="3" name="">
            <a:extLst xmlns:a="http://schemas.openxmlformats.org/drawingml/2006/main">
              <a:ext uri="{FF2B5EF4-FFF2-40B4-BE49-F238E27FC236}">
                <a16:creationId xmlns:a16="http://schemas.microsoft.com/office/drawing/2014/main" id="{054945F4-298C-4979-8C9A-B6F8C649E992}"/>
              </a:ext>
            </a:extLst>
          </p:cNvPr>
          <p:cNvSpPr>
            <a:spLocks xmlns:a="http://schemas.openxmlformats.org/drawingml/2006/main" noGrp="1"/>
          </p:cNvSpPr>
          <p:nvPr/>
        </p:nvSpPr>
        <p:spPr>
          <a:xfrm xmlns:a="http://schemas.openxmlformats.org/drawingml/2006/main">
            <a:off x="809625" y="16668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1">
                <a:solidFill>
                  <a:srgbClr val="243845"/>
                </a:solidFill>
                <a:latin typeface="Yu Gothic"/>
                <a:ea typeface="Yu Gothic"/>
                <a:cs typeface="Yu Gothic"/>
              </a:defRPr>
            </a:defPPr>
            <a:lvl1pPr>
              <a:buNone/>
              <a:defRPr sz="2325" b="1">
                <a:solidFill>
                  <a:srgbClr val="243845"/>
                </a:solidFill>
                <a:latin typeface="Yu Gothic"/>
                <a:ea typeface="Yu Gothic"/>
                <a:cs typeface="Yu Gothic"/>
              </a:defRPr>
            </a:lvl1pPr>
            <a:lvl2pPr>
              <a:buNone/>
              <a:defRPr sz="2325" b="1">
                <a:solidFill>
                  <a:srgbClr val="243845"/>
                </a:solidFill>
                <a:latin typeface="Yu Gothic"/>
                <a:ea typeface="Yu Gothic"/>
                <a:cs typeface="Yu Gothic"/>
              </a:defRPr>
            </a:lvl2pPr>
            <a:lvl3pPr>
              <a:buNone/>
              <a:defRPr sz="2325" b="1">
                <a:solidFill>
                  <a:srgbClr val="243845"/>
                </a:solidFill>
                <a:latin typeface="Yu Gothic"/>
                <a:ea typeface="Yu Gothic"/>
                <a:cs typeface="Yu Gothic"/>
              </a:defRPr>
            </a:lvl3pPr>
            <a:lvl4pPr>
              <a:buNone/>
              <a:defRPr sz="2325" b="1">
                <a:solidFill>
                  <a:srgbClr val="243845"/>
                </a:solidFill>
                <a:latin typeface="Yu Gothic"/>
                <a:ea typeface="Yu Gothic"/>
                <a:cs typeface="Yu Gothic"/>
              </a:defRPr>
            </a:lvl4pPr>
            <a:lvl5pPr>
              <a:buNone/>
              <a:defRPr sz="2325" b="1">
                <a:solidFill>
                  <a:srgbClr val="243845"/>
                </a:solidFill>
                <a:latin typeface="Yu Gothic"/>
                <a:ea typeface="Yu Gothic"/>
                <a:cs typeface="Yu Gothic"/>
              </a:defRPr>
            </a:lvl5pPr>
            <a:lvl6pPr>
              <a:buNone/>
              <a:defRPr sz="2325" b="1">
                <a:solidFill>
                  <a:srgbClr val="243845"/>
                </a:solidFill>
                <a:latin typeface="Yu Gothic"/>
                <a:ea typeface="Yu Gothic"/>
                <a:cs typeface="Yu Gothic"/>
              </a:defRPr>
            </a:lvl6pPr>
            <a:lvl7pPr>
              <a:buNone/>
              <a:defRPr sz="2325" b="1">
                <a:solidFill>
                  <a:srgbClr val="243845"/>
                </a:solidFill>
                <a:latin typeface="Yu Gothic"/>
                <a:ea typeface="Yu Gothic"/>
                <a:cs typeface="Yu Gothic"/>
              </a:defRPr>
            </a:lvl7pPr>
            <a:lvl8pPr>
              <a:buNone/>
              <a:defRPr sz="2325" b="1">
                <a:solidFill>
                  <a:srgbClr val="243845"/>
                </a:solidFill>
                <a:latin typeface="Yu Gothic"/>
                <a:ea typeface="Yu Gothic"/>
                <a:cs typeface="Yu Gothic"/>
              </a:defRPr>
            </a:lvl8pPr>
            <a:lvl9pPr>
              <a:buNone/>
              <a:defRPr sz="2325" b="1">
                <a:solidFill>
                  <a:srgbClr val="243845"/>
                </a:solidFill>
                <a:latin typeface="Yu Gothic"/>
                <a:ea typeface="Yu Gothic"/>
                <a:cs typeface="Yu Gothic"/>
              </a:defRPr>
            </a:lvl9pPr>
          </a:lstStyle>
          <a:p xmlns:a="http://schemas.openxmlformats.org/drawingml/2006/main">
            <a:pPr>
              <a:buNone/>
              <a:defRPr sz="2325" b="1">
                <a:solidFill>
                  <a:srgbClr val="243845"/>
                </a:solidFill>
                <a:latin typeface="Yu Gothic"/>
                <a:ea typeface="Yu Gothic"/>
                <a:cs typeface="Yu Gothic"/>
              </a:defRPr>
            </a:pPr>
            <a:r>
              <a:rPr sz="2325" b="1">
                <a:solidFill>
                  <a:srgbClr val="243845"/>
                </a:solidFill>
                <a:latin typeface="Yu Gothic"/>
                <a:ea typeface="Yu Gothic"/>
                <a:cs typeface="Yu Gothic"/>
              </a:rPr>
              <a:t>同じ寸法・荷重・期間か</a:t>
            </a:r>
          </a:p>
        </p:txBody>
      </p:sp>
      <p:sp>
        <p:nvSpPr>
          <p:cNvPr id="4" name="">
            <a:extLst xmlns:a="http://schemas.openxmlformats.org/drawingml/2006/main">
              <a:ext uri="{FF2B5EF4-FFF2-40B4-BE49-F238E27FC236}">
                <a16:creationId xmlns:a16="http://schemas.microsoft.com/office/drawing/2014/main" id="{DDFBB9F3-979E-4387-BD4F-75BF39180F56}"/>
              </a:ext>
            </a:extLst>
          </p:cNvPr>
          <p:cNvSpPr>
            <a:spLocks xmlns:a="http://schemas.openxmlformats.org/drawingml/2006/main" noGrp="1"/>
          </p:cNvSpPr>
          <p:nvPr/>
        </p:nvSpPr>
        <p:spPr>
          <a:xfrm xmlns:a="http://schemas.openxmlformats.org/drawingml/2006/main">
            <a:off x="809625" y="26193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43845"/>
                </a:solidFill>
                <a:latin typeface="Yu Gothic"/>
                <a:ea typeface="Yu Gothic"/>
                <a:cs typeface="Yu Gothic"/>
              </a:defRPr>
            </a:defPPr>
            <a:lvl1pPr>
              <a:buNone/>
              <a:defRPr sz="2325" b="0">
                <a:solidFill>
                  <a:srgbClr val="243845"/>
                </a:solidFill>
                <a:latin typeface="Yu Gothic"/>
                <a:ea typeface="Yu Gothic"/>
                <a:cs typeface="Yu Gothic"/>
              </a:defRPr>
            </a:lvl1pPr>
            <a:lvl2pPr>
              <a:buNone/>
              <a:defRPr sz="2325" b="0">
                <a:solidFill>
                  <a:srgbClr val="243845"/>
                </a:solidFill>
                <a:latin typeface="Yu Gothic"/>
                <a:ea typeface="Yu Gothic"/>
                <a:cs typeface="Yu Gothic"/>
              </a:defRPr>
            </a:lvl2pPr>
            <a:lvl3pPr>
              <a:buNone/>
              <a:defRPr sz="2325" b="0">
                <a:solidFill>
                  <a:srgbClr val="243845"/>
                </a:solidFill>
                <a:latin typeface="Yu Gothic"/>
                <a:ea typeface="Yu Gothic"/>
                <a:cs typeface="Yu Gothic"/>
              </a:defRPr>
            </a:lvl3pPr>
            <a:lvl4pPr>
              <a:buNone/>
              <a:defRPr sz="2325" b="0">
                <a:solidFill>
                  <a:srgbClr val="243845"/>
                </a:solidFill>
                <a:latin typeface="Yu Gothic"/>
                <a:ea typeface="Yu Gothic"/>
                <a:cs typeface="Yu Gothic"/>
              </a:defRPr>
            </a:lvl4pPr>
            <a:lvl5pPr>
              <a:buNone/>
              <a:defRPr sz="2325" b="0">
                <a:solidFill>
                  <a:srgbClr val="243845"/>
                </a:solidFill>
                <a:latin typeface="Yu Gothic"/>
                <a:ea typeface="Yu Gothic"/>
                <a:cs typeface="Yu Gothic"/>
              </a:defRPr>
            </a:lvl5pPr>
            <a:lvl6pPr>
              <a:buNone/>
              <a:defRPr sz="2325" b="0">
                <a:solidFill>
                  <a:srgbClr val="243845"/>
                </a:solidFill>
                <a:latin typeface="Yu Gothic"/>
                <a:ea typeface="Yu Gothic"/>
                <a:cs typeface="Yu Gothic"/>
              </a:defRPr>
            </a:lvl6pPr>
            <a:lvl7pPr>
              <a:buNone/>
              <a:defRPr sz="2325" b="0">
                <a:solidFill>
                  <a:srgbClr val="243845"/>
                </a:solidFill>
                <a:latin typeface="Yu Gothic"/>
                <a:ea typeface="Yu Gothic"/>
                <a:cs typeface="Yu Gothic"/>
              </a:defRPr>
            </a:lvl7pPr>
            <a:lvl8pPr>
              <a:buNone/>
              <a:defRPr sz="2325" b="0">
                <a:solidFill>
                  <a:srgbClr val="243845"/>
                </a:solidFill>
                <a:latin typeface="Yu Gothic"/>
                <a:ea typeface="Yu Gothic"/>
                <a:cs typeface="Yu Gothic"/>
              </a:defRPr>
            </a:lvl8pPr>
            <a:lvl9pPr>
              <a:buNone/>
              <a:defRPr sz="2325" b="0">
                <a:solidFill>
                  <a:srgbClr val="243845"/>
                </a:solidFill>
                <a:latin typeface="Yu Gothic"/>
                <a:ea typeface="Yu Gothic"/>
                <a:cs typeface="Yu Gothic"/>
              </a:defRPr>
            </a:lvl9pPr>
          </a:lstStyle>
          <a:p xmlns:a="http://schemas.openxmlformats.org/drawingml/2006/main">
            <a:pPr>
              <a:buNone/>
              <a:defRPr sz="2325" b="0">
                <a:solidFill>
                  <a:srgbClr val="243845"/>
                </a:solidFill>
                <a:latin typeface="Yu Gothic"/>
                <a:ea typeface="Yu Gothic"/>
                <a:cs typeface="Yu Gothic"/>
              </a:defRPr>
            </a:pPr>
            <a:r>
              <a:rPr sz="2325" b="0">
                <a:solidFill>
                  <a:srgbClr val="243845"/>
                </a:solidFill>
                <a:latin typeface="Yu Gothic"/>
                <a:ea typeface="Yu Gothic"/>
                <a:cs typeface="Yu Gothic"/>
              </a:rPr>
              <a:t>強度・剛性・質量を分ける</a:t>
            </a:r>
          </a:p>
        </p:txBody>
      </p:sp>
      <p:sp>
        <p:nvSpPr>
          <p:cNvPr id="5" name="">
            <a:extLst xmlns:a="http://schemas.openxmlformats.org/drawingml/2006/main">
              <a:ext uri="{FF2B5EF4-FFF2-40B4-BE49-F238E27FC236}">
                <a16:creationId xmlns:a16="http://schemas.microsoft.com/office/drawing/2014/main" id="{BD1A1A04-861B-4E83-B2B3-8AEF86BF29F4}"/>
              </a:ext>
            </a:extLst>
          </p:cNvPr>
          <p:cNvSpPr>
            <a:spLocks xmlns:a="http://schemas.openxmlformats.org/drawingml/2006/main" noGrp="1"/>
          </p:cNvSpPr>
          <p:nvPr/>
        </p:nvSpPr>
        <p:spPr>
          <a:xfrm xmlns:a="http://schemas.openxmlformats.org/drawingml/2006/main">
            <a:off x="809625" y="35718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43845"/>
                </a:solidFill>
                <a:latin typeface="Yu Gothic"/>
                <a:ea typeface="Yu Gothic"/>
                <a:cs typeface="Yu Gothic"/>
              </a:defRPr>
            </a:defPPr>
            <a:lvl1pPr>
              <a:buNone/>
              <a:defRPr sz="2325" b="0">
                <a:solidFill>
                  <a:srgbClr val="243845"/>
                </a:solidFill>
                <a:latin typeface="Yu Gothic"/>
                <a:ea typeface="Yu Gothic"/>
                <a:cs typeface="Yu Gothic"/>
              </a:defRPr>
            </a:lvl1pPr>
            <a:lvl2pPr>
              <a:buNone/>
              <a:defRPr sz="2325" b="0">
                <a:solidFill>
                  <a:srgbClr val="243845"/>
                </a:solidFill>
                <a:latin typeface="Yu Gothic"/>
                <a:ea typeface="Yu Gothic"/>
                <a:cs typeface="Yu Gothic"/>
              </a:defRPr>
            </a:lvl2pPr>
            <a:lvl3pPr>
              <a:buNone/>
              <a:defRPr sz="2325" b="0">
                <a:solidFill>
                  <a:srgbClr val="243845"/>
                </a:solidFill>
                <a:latin typeface="Yu Gothic"/>
                <a:ea typeface="Yu Gothic"/>
                <a:cs typeface="Yu Gothic"/>
              </a:defRPr>
            </a:lvl3pPr>
            <a:lvl4pPr>
              <a:buNone/>
              <a:defRPr sz="2325" b="0">
                <a:solidFill>
                  <a:srgbClr val="243845"/>
                </a:solidFill>
                <a:latin typeface="Yu Gothic"/>
                <a:ea typeface="Yu Gothic"/>
                <a:cs typeface="Yu Gothic"/>
              </a:defRPr>
            </a:lvl4pPr>
            <a:lvl5pPr>
              <a:buNone/>
              <a:defRPr sz="2325" b="0">
                <a:solidFill>
                  <a:srgbClr val="243845"/>
                </a:solidFill>
                <a:latin typeface="Yu Gothic"/>
                <a:ea typeface="Yu Gothic"/>
                <a:cs typeface="Yu Gothic"/>
              </a:defRPr>
            </a:lvl5pPr>
            <a:lvl6pPr>
              <a:buNone/>
              <a:defRPr sz="2325" b="0">
                <a:solidFill>
                  <a:srgbClr val="243845"/>
                </a:solidFill>
                <a:latin typeface="Yu Gothic"/>
                <a:ea typeface="Yu Gothic"/>
                <a:cs typeface="Yu Gothic"/>
              </a:defRPr>
            </a:lvl6pPr>
            <a:lvl7pPr>
              <a:buNone/>
              <a:defRPr sz="2325" b="0">
                <a:solidFill>
                  <a:srgbClr val="243845"/>
                </a:solidFill>
                <a:latin typeface="Yu Gothic"/>
                <a:ea typeface="Yu Gothic"/>
                <a:cs typeface="Yu Gothic"/>
              </a:defRPr>
            </a:lvl7pPr>
            <a:lvl8pPr>
              <a:buNone/>
              <a:defRPr sz="2325" b="0">
                <a:solidFill>
                  <a:srgbClr val="243845"/>
                </a:solidFill>
                <a:latin typeface="Yu Gothic"/>
                <a:ea typeface="Yu Gothic"/>
                <a:cs typeface="Yu Gothic"/>
              </a:defRPr>
            </a:lvl8pPr>
            <a:lvl9pPr>
              <a:buNone/>
              <a:defRPr sz="2325" b="0">
                <a:solidFill>
                  <a:srgbClr val="243845"/>
                </a:solidFill>
                <a:latin typeface="Yu Gothic"/>
                <a:ea typeface="Yu Gothic"/>
                <a:cs typeface="Yu Gothic"/>
              </a:defRPr>
            </a:lvl9pPr>
          </a:lstStyle>
          <a:p xmlns:a="http://schemas.openxmlformats.org/drawingml/2006/main">
            <a:pPr>
              <a:buNone/>
              <a:defRPr sz="2325" b="0">
                <a:solidFill>
                  <a:srgbClr val="243845"/>
                </a:solidFill>
                <a:latin typeface="Yu Gothic"/>
                <a:ea typeface="Yu Gothic"/>
                <a:cs typeface="Yu Gothic"/>
              </a:defRPr>
            </a:pPr>
            <a:r>
              <a:rPr sz="2325" b="0">
                <a:solidFill>
                  <a:srgbClr val="243845"/>
                </a:solidFill>
                <a:latin typeface="Yu Gothic"/>
                <a:ea typeface="Yu Gothic"/>
                <a:cs typeface="Yu Gothic"/>
              </a:rPr>
              <a:t>製造・使用・維持・使用後</a:t>
            </a:r>
          </a:p>
        </p:txBody>
      </p:sp>
      <p:sp>
        <p:nvSpPr>
          <p:cNvPr id="6" name="">
            <a:extLst xmlns:a="http://schemas.openxmlformats.org/drawingml/2006/main">
              <a:ext uri="{FF2B5EF4-FFF2-40B4-BE49-F238E27FC236}">
                <a16:creationId xmlns:a16="http://schemas.microsoft.com/office/drawing/2014/main" id="{F57F4C53-9638-4472-A906-A17CD6C666E2}"/>
              </a:ext>
            </a:extLst>
          </p:cNvPr>
          <p:cNvSpPr>
            <a:spLocks xmlns:a="http://schemas.openxmlformats.org/drawingml/2006/main" noGrp="1"/>
          </p:cNvSpPr>
          <p:nvPr/>
        </p:nvSpPr>
        <p:spPr>
          <a:xfrm xmlns:a="http://schemas.openxmlformats.org/drawingml/2006/main">
            <a:off x="809625" y="452437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2325" b="0">
                <a:solidFill>
                  <a:srgbClr val="243845"/>
                </a:solidFill>
                <a:latin typeface="Yu Gothic"/>
                <a:ea typeface="Yu Gothic"/>
                <a:cs typeface="Yu Gothic"/>
              </a:defRPr>
            </a:defPPr>
            <a:lvl1pPr>
              <a:buNone/>
              <a:defRPr sz="2325" b="0">
                <a:solidFill>
                  <a:srgbClr val="243845"/>
                </a:solidFill>
                <a:latin typeface="Yu Gothic"/>
                <a:ea typeface="Yu Gothic"/>
                <a:cs typeface="Yu Gothic"/>
              </a:defRPr>
            </a:lvl1pPr>
            <a:lvl2pPr>
              <a:buNone/>
              <a:defRPr sz="2325" b="0">
                <a:solidFill>
                  <a:srgbClr val="243845"/>
                </a:solidFill>
                <a:latin typeface="Yu Gothic"/>
                <a:ea typeface="Yu Gothic"/>
                <a:cs typeface="Yu Gothic"/>
              </a:defRPr>
            </a:lvl2pPr>
            <a:lvl3pPr>
              <a:buNone/>
              <a:defRPr sz="2325" b="0">
                <a:solidFill>
                  <a:srgbClr val="243845"/>
                </a:solidFill>
                <a:latin typeface="Yu Gothic"/>
                <a:ea typeface="Yu Gothic"/>
                <a:cs typeface="Yu Gothic"/>
              </a:defRPr>
            </a:lvl3pPr>
            <a:lvl4pPr>
              <a:buNone/>
              <a:defRPr sz="2325" b="0">
                <a:solidFill>
                  <a:srgbClr val="243845"/>
                </a:solidFill>
                <a:latin typeface="Yu Gothic"/>
                <a:ea typeface="Yu Gothic"/>
                <a:cs typeface="Yu Gothic"/>
              </a:defRPr>
            </a:lvl4pPr>
            <a:lvl5pPr>
              <a:buNone/>
              <a:defRPr sz="2325" b="0">
                <a:solidFill>
                  <a:srgbClr val="243845"/>
                </a:solidFill>
                <a:latin typeface="Yu Gothic"/>
                <a:ea typeface="Yu Gothic"/>
                <a:cs typeface="Yu Gothic"/>
              </a:defRPr>
            </a:lvl5pPr>
            <a:lvl6pPr>
              <a:buNone/>
              <a:defRPr sz="2325" b="0">
                <a:solidFill>
                  <a:srgbClr val="243845"/>
                </a:solidFill>
                <a:latin typeface="Yu Gothic"/>
                <a:ea typeface="Yu Gothic"/>
                <a:cs typeface="Yu Gothic"/>
              </a:defRPr>
            </a:lvl6pPr>
            <a:lvl7pPr>
              <a:buNone/>
              <a:defRPr sz="2325" b="0">
                <a:solidFill>
                  <a:srgbClr val="243845"/>
                </a:solidFill>
                <a:latin typeface="Yu Gothic"/>
                <a:ea typeface="Yu Gothic"/>
                <a:cs typeface="Yu Gothic"/>
              </a:defRPr>
            </a:lvl7pPr>
            <a:lvl8pPr>
              <a:buNone/>
              <a:defRPr sz="2325" b="0">
                <a:solidFill>
                  <a:srgbClr val="243845"/>
                </a:solidFill>
                <a:latin typeface="Yu Gothic"/>
                <a:ea typeface="Yu Gothic"/>
                <a:cs typeface="Yu Gothic"/>
              </a:defRPr>
            </a:lvl8pPr>
            <a:lvl9pPr>
              <a:buNone/>
              <a:defRPr sz="2325" b="0">
                <a:solidFill>
                  <a:srgbClr val="243845"/>
                </a:solidFill>
                <a:latin typeface="Yu Gothic"/>
                <a:ea typeface="Yu Gothic"/>
                <a:cs typeface="Yu Gothic"/>
              </a:defRPr>
            </a:lvl9pPr>
          </a:lstStyle>
          <a:p xmlns:a="http://schemas.openxmlformats.org/drawingml/2006/main">
            <a:pPr>
              <a:buNone/>
              <a:defRPr sz="2325" b="0">
                <a:solidFill>
                  <a:srgbClr val="243845"/>
                </a:solidFill>
                <a:latin typeface="Yu Gothic"/>
                <a:ea typeface="Yu Gothic"/>
                <a:cs typeface="Yu Gothic"/>
              </a:defRPr>
            </a:pPr>
            <a:r>
              <a:rPr sz="2325" b="0">
                <a:solidFill>
                  <a:srgbClr val="243845"/>
                </a:solidFill>
                <a:latin typeface="Yu Gothic"/>
                <a:ea typeface="Yu Gothic"/>
                <a:cs typeface="Yu Gothic"/>
              </a:rPr>
              <a:t>根拠と条件を一組で示す</a:t>
            </a:r>
          </a:p>
        </p:txBody>
      </p:sp>
      <p:sp>
        <p:nvSpPr>
          <p:cNvPr id="7" name="">
            <a:extLst xmlns:a="http://schemas.openxmlformats.org/drawingml/2006/main">
              <a:ext uri="{FF2B5EF4-FFF2-40B4-BE49-F238E27FC236}">
                <a16:creationId xmlns:a16="http://schemas.microsoft.com/office/drawing/2014/main" id="{9B1E6634-B47A-41F8-ADD0-FE8C5A6FFD7C}"/>
              </a:ext>
            </a:extLst>
          </p:cNvPr>
          <p:cNvSpPr>
            <a:spLocks xmlns:a="http://schemas.openxmlformats.org/drawingml/2006/main" noGrp="1"/>
          </p:cNvSpPr>
          <p:nvPr/>
        </p:nvSpPr>
        <p:spPr>
          <a:xfrm xmlns:a="http://schemas.openxmlformats.org/drawingml/2006/main">
            <a:off x="685800" y="6353175"/>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第8回</a:t>
            </a:r>
          </a:p>
        </p:txBody>
      </p:sp>
      <p:sp>
        <p:nvSpPr>
          <p:cNvPr id="8" name="">
            <a:extLst xmlns:a="http://schemas.openxmlformats.org/drawingml/2006/main">
              <a:ext uri="{FF2B5EF4-FFF2-40B4-BE49-F238E27FC236}">
                <a16:creationId xmlns:a16="http://schemas.microsoft.com/office/drawing/2014/main" id="{821E98C9-50E2-4AE9-B0E4-B32687CC09B5}"/>
              </a:ext>
            </a:extLst>
          </p:cNvPr>
          <p:cNvSpPr>
            <a:spLocks xmlns:a="http://schemas.openxmlformats.org/drawingml/2006/main" noGrp="1"/>
          </p:cNvSpPr>
          <p:nvPr/>
        </p:nvSpPr>
        <p:spPr>
          <a:xfrm xmlns:a="http://schemas.openxmlformats.org/drawingml/2006/main">
            <a:off x="10382250" y="6353175"/>
            <a:ext cx="123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defRPr sz="1425" b="0">
                <a:solidFill>
                  <a:srgbClr val="71818B"/>
                </a:solidFill>
                <a:latin typeface="Yu Gothic"/>
                <a:ea typeface="Yu Gothic"/>
                <a:cs typeface="Yu Gothic"/>
              </a:defRPr>
            </a:defPPr>
            <a:lvl1pPr>
              <a:buNone/>
              <a:defRPr sz="1425" b="0">
                <a:solidFill>
                  <a:srgbClr val="71818B"/>
                </a:solidFill>
                <a:latin typeface="Yu Gothic"/>
                <a:ea typeface="Yu Gothic"/>
                <a:cs typeface="Yu Gothic"/>
              </a:defRPr>
            </a:lvl1pPr>
            <a:lvl2pPr>
              <a:buNone/>
              <a:defRPr sz="1425" b="0">
                <a:solidFill>
                  <a:srgbClr val="71818B"/>
                </a:solidFill>
                <a:latin typeface="Yu Gothic"/>
                <a:ea typeface="Yu Gothic"/>
                <a:cs typeface="Yu Gothic"/>
              </a:defRPr>
            </a:lvl2pPr>
            <a:lvl3pPr>
              <a:buNone/>
              <a:defRPr sz="1425" b="0">
                <a:solidFill>
                  <a:srgbClr val="71818B"/>
                </a:solidFill>
                <a:latin typeface="Yu Gothic"/>
                <a:ea typeface="Yu Gothic"/>
                <a:cs typeface="Yu Gothic"/>
              </a:defRPr>
            </a:lvl3pPr>
            <a:lvl4pPr>
              <a:buNone/>
              <a:defRPr sz="1425" b="0">
                <a:solidFill>
                  <a:srgbClr val="71818B"/>
                </a:solidFill>
                <a:latin typeface="Yu Gothic"/>
                <a:ea typeface="Yu Gothic"/>
                <a:cs typeface="Yu Gothic"/>
              </a:defRPr>
            </a:lvl4pPr>
            <a:lvl5pPr>
              <a:buNone/>
              <a:defRPr sz="1425" b="0">
                <a:solidFill>
                  <a:srgbClr val="71818B"/>
                </a:solidFill>
                <a:latin typeface="Yu Gothic"/>
                <a:ea typeface="Yu Gothic"/>
                <a:cs typeface="Yu Gothic"/>
              </a:defRPr>
            </a:lvl5pPr>
            <a:lvl6pPr>
              <a:buNone/>
              <a:defRPr sz="1425" b="0">
                <a:solidFill>
                  <a:srgbClr val="71818B"/>
                </a:solidFill>
                <a:latin typeface="Yu Gothic"/>
                <a:ea typeface="Yu Gothic"/>
                <a:cs typeface="Yu Gothic"/>
              </a:defRPr>
            </a:lvl6pPr>
            <a:lvl7pPr>
              <a:buNone/>
              <a:defRPr sz="1425" b="0">
                <a:solidFill>
                  <a:srgbClr val="71818B"/>
                </a:solidFill>
                <a:latin typeface="Yu Gothic"/>
                <a:ea typeface="Yu Gothic"/>
                <a:cs typeface="Yu Gothic"/>
              </a:defRPr>
            </a:lvl7pPr>
            <a:lvl8pPr>
              <a:buNone/>
              <a:defRPr sz="1425" b="0">
                <a:solidFill>
                  <a:srgbClr val="71818B"/>
                </a:solidFill>
                <a:latin typeface="Yu Gothic"/>
                <a:ea typeface="Yu Gothic"/>
                <a:cs typeface="Yu Gothic"/>
              </a:defRPr>
            </a:lvl8pPr>
            <a:lvl9pPr>
              <a:buNone/>
              <a:defRPr sz="1425" b="0">
                <a:solidFill>
                  <a:srgbClr val="71818B"/>
                </a:solidFill>
                <a:latin typeface="Yu Gothic"/>
                <a:ea typeface="Yu Gothic"/>
                <a:cs typeface="Yu Gothic"/>
              </a:defRPr>
            </a:lvl9pPr>
          </a:lstStyle>
          <a:p xmlns:a="http://schemas.openxmlformats.org/drawingml/2006/main">
            <a:pPr>
              <a:buNone/>
              <a:defRPr sz="1425" b="0">
                <a:solidFill>
                  <a:srgbClr val="71818B"/>
                </a:solidFill>
                <a:latin typeface="Yu Gothic"/>
                <a:ea typeface="Yu Gothic"/>
                <a:cs typeface="Yu Gothic"/>
              </a:defRPr>
            </a:pPr>
            <a:r>
              <a:rPr sz="1425" b="0">
                <a:solidFill>
                  <a:srgbClr val="71818B"/>
                </a:solidFill>
                <a:latin typeface="Yu Gothic"/>
                <a:ea typeface="Yu Gothic"/>
                <a:cs typeface="Yu Gothic"/>
              </a:rPr>
              <a:t>43 / 43</a:t>
            </a:r>
          </a:p>
        </p:txBody>
      </p:sp>
    </p:spTree>
    <p:extLst>
      <p:ext uri="{BB962C8B-B14F-4D97-AF65-F5344CB8AC3E}">
        <p14:creationId xmlns:p14="http://schemas.microsoft.com/office/powerpoint/2010/main" val="110170641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2026-10-28T23:01:26.1600000Z</dcterms:created>
  <dcterms:modified xsi:type="dcterms:W3CDTF">2026-10-28T23:01:26.1600000Z</dcterms:modified>
</coreProperties>
</file>