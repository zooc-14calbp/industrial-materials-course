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11695873ff4706" /><Relationship Type="http://schemas.openxmlformats.org/officeDocument/2006/relationships/extended-properties" Target="/docProps/app.xml" Id="R54141b65c769478c" /><Relationship Type="http://schemas.openxmlformats.org/officeDocument/2006/relationships/officeDocument" Target="/ppt/presentation.xml" Id="R5fb295aea6c344f8" /></Relationships>
</file>

<file path=ppt/presentation.xml><?xml version="1.0" encoding="utf-8"?>
<p:presentation xmlns:p="http://schemas.openxmlformats.org/presentationml/2006/main">
  <p:sldMasterIdLst>
    <p:sldMasterId xmlns:r="http://schemas.openxmlformats.org/officeDocument/2006/relationships" id="2147483648" r:id="R7b7da42d68f1492b"/>
  </p:sldMasterIdLst>
  <p:notesMasterIdLst>
    <p:notesMasterId xmlns:r="http://schemas.openxmlformats.org/officeDocument/2006/relationships" r:id="R8271953487854b45"/>
  </p:notesMasterIdLst>
  <p:sldIdLst>
    <p:sldId xmlns:r="http://schemas.openxmlformats.org/officeDocument/2006/relationships" id="256" r:id="R20311b9b36bd4ac8"/>
    <p:sldId xmlns:r="http://schemas.openxmlformats.org/officeDocument/2006/relationships" id="257" r:id="R725213a15eca4858"/>
    <p:sldId xmlns:r="http://schemas.openxmlformats.org/officeDocument/2006/relationships" id="258" r:id="R481c17cc169a44cb"/>
    <p:sldId xmlns:r="http://schemas.openxmlformats.org/officeDocument/2006/relationships" id="259" r:id="R8da33bf7e10c4407"/>
    <p:sldId xmlns:r="http://schemas.openxmlformats.org/officeDocument/2006/relationships" id="260" r:id="R7eefa21b33ef4e9b"/>
    <p:sldId xmlns:r="http://schemas.openxmlformats.org/officeDocument/2006/relationships" id="261" r:id="R21f5824250c748a4"/>
    <p:sldId xmlns:r="http://schemas.openxmlformats.org/officeDocument/2006/relationships" id="262" r:id="Rb4c6501c80cd4455"/>
    <p:sldId xmlns:r="http://schemas.openxmlformats.org/officeDocument/2006/relationships" id="263" r:id="R4385892e31d447ad"/>
    <p:sldId xmlns:r="http://schemas.openxmlformats.org/officeDocument/2006/relationships" id="264" r:id="R539ec65615b7415d"/>
    <p:sldId xmlns:r="http://schemas.openxmlformats.org/officeDocument/2006/relationships" id="265" r:id="Re598a4ac307b4a4c"/>
    <p:sldId xmlns:r="http://schemas.openxmlformats.org/officeDocument/2006/relationships" id="266" r:id="R4973fe8df8a8465c"/>
    <p:sldId xmlns:r="http://schemas.openxmlformats.org/officeDocument/2006/relationships" id="267" r:id="Rde9a1af414904bb6"/>
    <p:sldId xmlns:r="http://schemas.openxmlformats.org/officeDocument/2006/relationships" id="268" r:id="Rc3ca3520806a4a3a"/>
    <p:sldId xmlns:r="http://schemas.openxmlformats.org/officeDocument/2006/relationships" id="269" r:id="R85ff811e1b3c4752"/>
    <p:sldId xmlns:r="http://schemas.openxmlformats.org/officeDocument/2006/relationships" id="270" r:id="R1bb895c155d74439"/>
    <p:sldId xmlns:r="http://schemas.openxmlformats.org/officeDocument/2006/relationships" id="271" r:id="Rabb51bb2a02f46ee"/>
    <p:sldId xmlns:r="http://schemas.openxmlformats.org/officeDocument/2006/relationships" id="272" r:id="R926b712144b14e2d"/>
    <p:sldId xmlns:r="http://schemas.openxmlformats.org/officeDocument/2006/relationships" id="273" r:id="R37677a2968ac4908"/>
    <p:sldId xmlns:r="http://schemas.openxmlformats.org/officeDocument/2006/relationships" id="274" r:id="Rd42bdcb946184eaa"/>
    <p:sldId xmlns:r="http://schemas.openxmlformats.org/officeDocument/2006/relationships" id="275" r:id="R03adb5f4104149ef"/>
    <p:sldId xmlns:r="http://schemas.openxmlformats.org/officeDocument/2006/relationships" id="276" r:id="R8714f6c64e0b415c"/>
    <p:sldId xmlns:r="http://schemas.openxmlformats.org/officeDocument/2006/relationships" id="277" r:id="Rb776e25196b84a2e"/>
    <p:sldId xmlns:r="http://schemas.openxmlformats.org/officeDocument/2006/relationships" id="278" r:id="Rab514aae59524531"/>
    <p:sldId xmlns:r="http://schemas.openxmlformats.org/officeDocument/2006/relationships" id="279" r:id="R3810289bf9254565"/>
    <p:sldId xmlns:r="http://schemas.openxmlformats.org/officeDocument/2006/relationships" id="280" r:id="R84f544abdc384d98"/>
    <p:sldId xmlns:r="http://schemas.openxmlformats.org/officeDocument/2006/relationships" id="281" r:id="R44626b86979346ff"/>
    <p:sldId xmlns:r="http://schemas.openxmlformats.org/officeDocument/2006/relationships" id="282" r:id="R7757fa3de3044c58"/>
    <p:sldId xmlns:r="http://schemas.openxmlformats.org/officeDocument/2006/relationships" id="283" r:id="Rf67cc40976ff4d2e"/>
    <p:sldId xmlns:r="http://schemas.openxmlformats.org/officeDocument/2006/relationships" id="284" r:id="R3563f2840dac4260"/>
    <p:sldId xmlns:r="http://schemas.openxmlformats.org/officeDocument/2006/relationships" id="285" r:id="Rd8dcf6a90b914fac"/>
    <p:sldId xmlns:r="http://schemas.openxmlformats.org/officeDocument/2006/relationships" id="286" r:id="Rf6e94b1661104171"/>
    <p:sldId xmlns:r="http://schemas.openxmlformats.org/officeDocument/2006/relationships" id="287" r:id="R505efa3647aa4961"/>
    <p:sldId xmlns:r="http://schemas.openxmlformats.org/officeDocument/2006/relationships" id="288" r:id="R17e3931e77734e2d"/>
    <p:sldId xmlns:r="http://schemas.openxmlformats.org/officeDocument/2006/relationships" id="289" r:id="Ra959aa8eaa2b43e8"/>
    <p:sldId xmlns:r="http://schemas.openxmlformats.org/officeDocument/2006/relationships" id="290" r:id="R789887435cde4c7d"/>
    <p:sldId xmlns:r="http://schemas.openxmlformats.org/officeDocument/2006/relationships" id="291" r:id="Rd689bc56c3ec4f50"/>
    <p:sldId xmlns:r="http://schemas.openxmlformats.org/officeDocument/2006/relationships" id="292" r:id="Reeedd8006d864c80"/>
    <p:sldId xmlns:r="http://schemas.openxmlformats.org/officeDocument/2006/relationships" id="293" r:id="R0b6fb9d327454daf"/>
    <p:sldId xmlns:r="http://schemas.openxmlformats.org/officeDocument/2006/relationships" id="294" r:id="Rd170719d67e34a5c"/>
    <p:sldId xmlns:r="http://schemas.openxmlformats.org/officeDocument/2006/relationships" id="295" r:id="R92f45364d0a34614"/>
    <p:sldId xmlns:r="http://schemas.openxmlformats.org/officeDocument/2006/relationships" id="296" r:id="R1e32f889babb4bf1"/>
    <p:sldId xmlns:r="http://schemas.openxmlformats.org/officeDocument/2006/relationships" id="297" r:id="R3d53f7943e234ebb"/>
    <p:sldId xmlns:r="http://schemas.openxmlformats.org/officeDocument/2006/relationships" id="298" r:id="R3dc910bf340f4a4e"/>
    <p:sldId xmlns:r="http://schemas.openxmlformats.org/officeDocument/2006/relationships" id="299" r:id="R29237dac25b94184"/>
    <p:sldId xmlns:r="http://schemas.openxmlformats.org/officeDocument/2006/relationships" id="300" r:id="R2da978ab13db4740"/>
    <p:sldId xmlns:r="http://schemas.openxmlformats.org/officeDocument/2006/relationships" id="301" r:id="R424448591bd94689"/>
    <p:sldId xmlns:r="http://schemas.openxmlformats.org/officeDocument/2006/relationships" id="302" r:id="Re8ed1ae2e1c94009"/>
    <p:sldId xmlns:r="http://schemas.openxmlformats.org/officeDocument/2006/relationships" id="303" r:id="Rbb5e02fda30d4629"/>
    <p:sldId xmlns:r="http://schemas.openxmlformats.org/officeDocument/2006/relationships" id="304" r:id="Rb17d46eba096460f"/>
    <p:sldId xmlns:r="http://schemas.openxmlformats.org/officeDocument/2006/relationships" id="305" r:id="Radf511a0f0324444"/>
    <p:sldId xmlns:r="http://schemas.openxmlformats.org/officeDocument/2006/relationships" id="306" r:id="Ref218b0c3738468d"/>
    <p:sldId xmlns:r="http://schemas.openxmlformats.org/officeDocument/2006/relationships" id="307" r:id="Rb7d380c68b1f4343"/>
    <p:sldId xmlns:r="http://schemas.openxmlformats.org/officeDocument/2006/relationships" id="308" r:id="R8a38496cf3b940c7"/>
    <p:sldId xmlns:r="http://schemas.openxmlformats.org/officeDocument/2006/relationships" id="309" r:id="R7b7887a94b654de2"/>
    <p:sldId xmlns:r="http://schemas.openxmlformats.org/officeDocument/2006/relationships" id="310" r:id="R549de278cb254ebf"/>
    <p:sldId xmlns:r="http://schemas.openxmlformats.org/officeDocument/2006/relationships" id="311" r:id="R68affebe778542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8b0e885c8b49bf" /><Relationship Type="http://schemas.openxmlformats.org/officeDocument/2006/relationships/slideMaster" Target="/ppt/slideMasters/slideMaster1.xml" Id="R7b7da42d68f1492b" /><Relationship Type="http://schemas.openxmlformats.org/officeDocument/2006/relationships/notesMaster" Target="/ppt/notesMasters/notesMaster1.xml" Id="R8271953487854b45" /><Relationship Type="http://schemas.openxmlformats.org/officeDocument/2006/relationships/presProps" Target="/ppt/presProps.xml" Id="R4f3b4a3217c9433e" /><Relationship Type="http://schemas.openxmlformats.org/officeDocument/2006/relationships/tableStyles" Target="/ppt/tableStyles.xml" Id="Re175972cd5594b5e" /><Relationship Type="http://schemas.openxmlformats.org/officeDocument/2006/relationships/slide" Target="/ppt/slides/slide1.xml" Id="R20311b9b36bd4ac8" /><Relationship Type="http://schemas.openxmlformats.org/officeDocument/2006/relationships/slide" Target="/ppt/slides/slide2.xml" Id="R725213a15eca4858" /><Relationship Type="http://schemas.openxmlformats.org/officeDocument/2006/relationships/slide" Target="/ppt/slides/slide3.xml" Id="R481c17cc169a44cb" /><Relationship Type="http://schemas.openxmlformats.org/officeDocument/2006/relationships/slide" Target="/ppt/slides/slide4.xml" Id="R8da33bf7e10c4407" /><Relationship Type="http://schemas.openxmlformats.org/officeDocument/2006/relationships/slide" Target="/ppt/slides/slide5.xml" Id="R7eefa21b33ef4e9b" /><Relationship Type="http://schemas.openxmlformats.org/officeDocument/2006/relationships/slide" Target="/ppt/slides/slide6.xml" Id="R21f5824250c748a4" /><Relationship Type="http://schemas.openxmlformats.org/officeDocument/2006/relationships/slide" Target="/ppt/slides/slide7.xml" Id="Rb4c6501c80cd4455" /><Relationship Type="http://schemas.openxmlformats.org/officeDocument/2006/relationships/slide" Target="/ppt/slides/slide8.xml" Id="R4385892e31d447ad" /><Relationship Type="http://schemas.openxmlformats.org/officeDocument/2006/relationships/slide" Target="/ppt/slides/slide9.xml" Id="R539ec65615b7415d" /><Relationship Type="http://schemas.openxmlformats.org/officeDocument/2006/relationships/slide" Target="/ppt/slides/slide10.xml" Id="Re598a4ac307b4a4c" /><Relationship Type="http://schemas.openxmlformats.org/officeDocument/2006/relationships/slide" Target="/ppt/slides/slide11.xml" Id="R4973fe8df8a8465c" /><Relationship Type="http://schemas.openxmlformats.org/officeDocument/2006/relationships/slide" Target="/ppt/slides/slide12.xml" Id="Rde9a1af414904bb6" /><Relationship Type="http://schemas.openxmlformats.org/officeDocument/2006/relationships/slide" Target="/ppt/slides/slide13.xml" Id="Rc3ca3520806a4a3a" /><Relationship Type="http://schemas.openxmlformats.org/officeDocument/2006/relationships/slide" Target="/ppt/slides/slide14.xml" Id="R85ff811e1b3c4752" /><Relationship Type="http://schemas.openxmlformats.org/officeDocument/2006/relationships/slide" Target="/ppt/slides/slide15.xml" Id="R1bb895c155d74439" /><Relationship Type="http://schemas.openxmlformats.org/officeDocument/2006/relationships/slide" Target="/ppt/slides/slide16.xml" Id="Rabb51bb2a02f46ee" /><Relationship Type="http://schemas.openxmlformats.org/officeDocument/2006/relationships/slide" Target="/ppt/slides/slide17.xml" Id="R926b712144b14e2d" /><Relationship Type="http://schemas.openxmlformats.org/officeDocument/2006/relationships/slide" Target="/ppt/slides/slide18.xml" Id="R37677a2968ac4908" /><Relationship Type="http://schemas.openxmlformats.org/officeDocument/2006/relationships/slide" Target="/ppt/slides/slide19.xml" Id="Rd42bdcb946184eaa" /><Relationship Type="http://schemas.openxmlformats.org/officeDocument/2006/relationships/slide" Target="/ppt/slides/slide20.xml" Id="R03adb5f4104149ef" /><Relationship Type="http://schemas.openxmlformats.org/officeDocument/2006/relationships/slide" Target="/ppt/slides/slide21.xml" Id="R8714f6c64e0b415c" /><Relationship Type="http://schemas.openxmlformats.org/officeDocument/2006/relationships/slide" Target="/ppt/slides/slide22.xml" Id="Rb776e25196b84a2e" /><Relationship Type="http://schemas.openxmlformats.org/officeDocument/2006/relationships/slide" Target="/ppt/slides/slide23.xml" Id="Rab514aae59524531" /><Relationship Type="http://schemas.openxmlformats.org/officeDocument/2006/relationships/slide" Target="/ppt/slides/slide24.xml" Id="R3810289bf9254565" /><Relationship Type="http://schemas.openxmlformats.org/officeDocument/2006/relationships/slide" Target="/ppt/slides/slide25.xml" Id="R84f544abdc384d98" /><Relationship Type="http://schemas.openxmlformats.org/officeDocument/2006/relationships/slide" Target="/ppt/slides/slide26.xml" Id="R44626b86979346ff" /><Relationship Type="http://schemas.openxmlformats.org/officeDocument/2006/relationships/slide" Target="/ppt/slides/slide27.xml" Id="R7757fa3de3044c58" /><Relationship Type="http://schemas.openxmlformats.org/officeDocument/2006/relationships/slide" Target="/ppt/slides/slide28.xml" Id="Rf67cc40976ff4d2e" /><Relationship Type="http://schemas.openxmlformats.org/officeDocument/2006/relationships/slide" Target="/ppt/slides/slide29.xml" Id="R3563f2840dac4260" /><Relationship Type="http://schemas.openxmlformats.org/officeDocument/2006/relationships/slide" Target="/ppt/slides/slide30.xml" Id="Rd8dcf6a90b914fac" /><Relationship Type="http://schemas.openxmlformats.org/officeDocument/2006/relationships/slide" Target="/ppt/slides/slide31.xml" Id="Rf6e94b1661104171" /><Relationship Type="http://schemas.openxmlformats.org/officeDocument/2006/relationships/slide" Target="/ppt/slides/slide32.xml" Id="R505efa3647aa4961" /><Relationship Type="http://schemas.openxmlformats.org/officeDocument/2006/relationships/slide" Target="/ppt/slides/slide33.xml" Id="R17e3931e77734e2d" /><Relationship Type="http://schemas.openxmlformats.org/officeDocument/2006/relationships/slide" Target="/ppt/slides/slide34.xml" Id="Ra959aa8eaa2b43e8" /><Relationship Type="http://schemas.openxmlformats.org/officeDocument/2006/relationships/slide" Target="/ppt/slides/slide35.xml" Id="R789887435cde4c7d" /><Relationship Type="http://schemas.openxmlformats.org/officeDocument/2006/relationships/slide" Target="/ppt/slides/slide36.xml" Id="Rd689bc56c3ec4f50" /><Relationship Type="http://schemas.openxmlformats.org/officeDocument/2006/relationships/slide" Target="/ppt/slides/slide37.xml" Id="Reeedd8006d864c80" /><Relationship Type="http://schemas.openxmlformats.org/officeDocument/2006/relationships/slide" Target="/ppt/slides/slide38.xml" Id="R0b6fb9d327454daf" /><Relationship Type="http://schemas.openxmlformats.org/officeDocument/2006/relationships/slide" Target="/ppt/slides/slide39.xml" Id="Rd170719d67e34a5c" /><Relationship Type="http://schemas.openxmlformats.org/officeDocument/2006/relationships/slide" Target="/ppt/slides/slide40.xml" Id="R92f45364d0a34614" /><Relationship Type="http://schemas.openxmlformats.org/officeDocument/2006/relationships/slide" Target="/ppt/slides/slide41.xml" Id="R1e32f889babb4bf1" /><Relationship Type="http://schemas.openxmlformats.org/officeDocument/2006/relationships/slide" Target="/ppt/slides/slide42.xml" Id="R3d53f7943e234ebb" /><Relationship Type="http://schemas.openxmlformats.org/officeDocument/2006/relationships/slide" Target="/ppt/slides/slide43.xml" Id="R3dc910bf340f4a4e" /><Relationship Type="http://schemas.openxmlformats.org/officeDocument/2006/relationships/slide" Target="/ppt/slides/slide44.xml" Id="R29237dac25b94184" /><Relationship Type="http://schemas.openxmlformats.org/officeDocument/2006/relationships/slide" Target="/ppt/slides/slide45.xml" Id="R2da978ab13db4740" /><Relationship Type="http://schemas.openxmlformats.org/officeDocument/2006/relationships/slide" Target="/ppt/slides/slide46.xml" Id="R424448591bd94689" /><Relationship Type="http://schemas.openxmlformats.org/officeDocument/2006/relationships/slide" Target="/ppt/slides/slide47.xml" Id="Re8ed1ae2e1c94009" /><Relationship Type="http://schemas.openxmlformats.org/officeDocument/2006/relationships/slide" Target="/ppt/slides/slide48.xml" Id="Rbb5e02fda30d4629" /><Relationship Type="http://schemas.openxmlformats.org/officeDocument/2006/relationships/slide" Target="/ppt/slides/slide49.xml" Id="Rb17d46eba096460f" /><Relationship Type="http://schemas.openxmlformats.org/officeDocument/2006/relationships/slide" Target="/ppt/slides/slide50.xml" Id="Radf511a0f0324444" /><Relationship Type="http://schemas.openxmlformats.org/officeDocument/2006/relationships/slide" Target="/ppt/slides/slide51.xml" Id="Ref218b0c3738468d" /><Relationship Type="http://schemas.openxmlformats.org/officeDocument/2006/relationships/slide" Target="/ppt/slides/slide52.xml" Id="Rb7d380c68b1f4343" /><Relationship Type="http://schemas.openxmlformats.org/officeDocument/2006/relationships/slide" Target="/ppt/slides/slide53.xml" Id="R8a38496cf3b940c7" /><Relationship Type="http://schemas.openxmlformats.org/officeDocument/2006/relationships/slide" Target="/ppt/slides/slide54.xml" Id="R7b7887a94b654de2" /><Relationship Type="http://schemas.openxmlformats.org/officeDocument/2006/relationships/slide" Target="/ppt/slides/slide55.xml" Id="R549de278cb254ebf" /><Relationship Type="http://schemas.openxmlformats.org/officeDocument/2006/relationships/slide" Target="/ppt/slides/slide56.xml" Id="R68affebe778542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2cfc1f77cf40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dce5d4a5d24623" /><Relationship Type="http://schemas.openxmlformats.org/officeDocument/2006/relationships/notesMaster" Target="/ppt/notesMasters/notesMaster1.xml" Id="R7d6fd597e27549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075d05ee244f86" /><Relationship Type="http://schemas.openxmlformats.org/officeDocument/2006/relationships/notesMaster" Target="/ppt/notesMasters/notesMaster1.xml" Id="R4dfe9f3a4aa749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dbf320ae664aa5" /><Relationship Type="http://schemas.openxmlformats.org/officeDocument/2006/relationships/notesMaster" Target="/ppt/notesMasters/notesMaster1.xml" Id="R60b1184dddc94b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3c8aa3b16c4f9d" /><Relationship Type="http://schemas.openxmlformats.org/officeDocument/2006/relationships/notesMaster" Target="/ppt/notesMasters/notesMaster1.xml" Id="R939be2fd2b6448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4c9dcb70e244a8" /><Relationship Type="http://schemas.openxmlformats.org/officeDocument/2006/relationships/notesMaster" Target="/ppt/notesMasters/notesMaster1.xml" Id="R1716ac4c81724d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b826167ee849ab" /><Relationship Type="http://schemas.openxmlformats.org/officeDocument/2006/relationships/notesMaster" Target="/ppt/notesMasters/notesMaster1.xml" Id="R3885067e038247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ed9b130f774b1d" /><Relationship Type="http://schemas.openxmlformats.org/officeDocument/2006/relationships/notesMaster" Target="/ppt/notesMasters/notesMaster1.xml" Id="Rd9e6dd848d0840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e2cd5816404b44" /><Relationship Type="http://schemas.openxmlformats.org/officeDocument/2006/relationships/notesMaster" Target="/ppt/notesMasters/notesMaster1.xml" Id="R0ae11049aee346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29c1e031b64dc3" /><Relationship Type="http://schemas.openxmlformats.org/officeDocument/2006/relationships/notesMaster" Target="/ppt/notesMasters/notesMaster1.xml" Id="Rfc537f5e3e4443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d94ecc9da74bb3" /><Relationship Type="http://schemas.openxmlformats.org/officeDocument/2006/relationships/notesMaster" Target="/ppt/notesMasters/notesMaster1.xml" Id="R0cca09425ae440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2708dcb025b45be" /><Relationship Type="http://schemas.openxmlformats.org/officeDocument/2006/relationships/notesMaster" Target="/ppt/notesMasters/notesMaster1.xml" Id="R35e47a962e184b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0dc5105e1e4287" /><Relationship Type="http://schemas.openxmlformats.org/officeDocument/2006/relationships/notesMaster" Target="/ppt/notesMasters/notesMaster1.xml" Id="R45ae4dbaa3264c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5a2cd0b4a9f46d4" /><Relationship Type="http://schemas.openxmlformats.org/officeDocument/2006/relationships/notesMaster" Target="/ppt/notesMasters/notesMaster1.xml" Id="Rd3ab7bda3afd4e8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2c3fd3897b498e" /><Relationship Type="http://schemas.openxmlformats.org/officeDocument/2006/relationships/notesMaster" Target="/ppt/notesMasters/notesMaster1.xml" Id="R971a14096624479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c376a362b746a5" /><Relationship Type="http://schemas.openxmlformats.org/officeDocument/2006/relationships/notesMaster" Target="/ppt/notesMasters/notesMaster1.xml" Id="Rf6add8c1dc0840b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118811c061d4190" /><Relationship Type="http://schemas.openxmlformats.org/officeDocument/2006/relationships/notesMaster" Target="/ppt/notesMasters/notesMaster1.xml" Id="Rd69f0fcdda2f46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7e0be7829284e51" /><Relationship Type="http://schemas.openxmlformats.org/officeDocument/2006/relationships/notesMaster" Target="/ppt/notesMasters/notesMaster1.xml" Id="R453f272df2764f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b2be4d194f34648" /><Relationship Type="http://schemas.openxmlformats.org/officeDocument/2006/relationships/notesMaster" Target="/ppt/notesMasters/notesMaster1.xml" Id="R80576cdedf284b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636cfbfe7dd45d3" /><Relationship Type="http://schemas.openxmlformats.org/officeDocument/2006/relationships/notesMaster" Target="/ppt/notesMasters/notesMaster1.xml" Id="R4e8f5f1c2d9d4b9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0f946a399a4517" /><Relationship Type="http://schemas.openxmlformats.org/officeDocument/2006/relationships/notesMaster" Target="/ppt/notesMasters/notesMaster1.xml" Id="Rcad1dc8940314c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1086d598c5d45ee" /><Relationship Type="http://schemas.openxmlformats.org/officeDocument/2006/relationships/notesMaster" Target="/ppt/notesMasters/notesMaster1.xml" Id="R23f3943da4a3440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cd68d57331c42a4" /><Relationship Type="http://schemas.openxmlformats.org/officeDocument/2006/relationships/notesMaster" Target="/ppt/notesMasters/notesMaster1.xml" Id="Rd541c0fd55d6417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d450c173e634a5d" /><Relationship Type="http://schemas.openxmlformats.org/officeDocument/2006/relationships/notesMaster" Target="/ppt/notesMasters/notesMaster1.xml" Id="R322443c22ec248a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c8476a7ee584754" /><Relationship Type="http://schemas.openxmlformats.org/officeDocument/2006/relationships/notesMaster" Target="/ppt/notesMasters/notesMaster1.xml" Id="R804af662c7b6457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6f7f60a2f224276" /><Relationship Type="http://schemas.openxmlformats.org/officeDocument/2006/relationships/notesMaster" Target="/ppt/notesMasters/notesMaster1.xml" Id="Rdba72aa8d6914b9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e75196ff5804d6e" /><Relationship Type="http://schemas.openxmlformats.org/officeDocument/2006/relationships/notesMaster" Target="/ppt/notesMasters/notesMaster1.xml" Id="Rec475165e42a40e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527bde5f0ac4aff" /><Relationship Type="http://schemas.openxmlformats.org/officeDocument/2006/relationships/notesMaster" Target="/ppt/notesMasters/notesMaster1.xml" Id="R646224cdbe214fb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0e372544fc14d4e" /><Relationship Type="http://schemas.openxmlformats.org/officeDocument/2006/relationships/notesMaster" Target="/ppt/notesMasters/notesMaster1.xml" Id="Re855aa2417b148a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9f9986c5b5243d1" /><Relationship Type="http://schemas.openxmlformats.org/officeDocument/2006/relationships/notesMaster" Target="/ppt/notesMasters/notesMaster1.xml" Id="R0827b231c0a5469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79a769762c04f8e" /><Relationship Type="http://schemas.openxmlformats.org/officeDocument/2006/relationships/notesMaster" Target="/ppt/notesMasters/notesMaster1.xml" Id="Rf6d95a8831dd4d2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b6ae0e2a6774b4d" /><Relationship Type="http://schemas.openxmlformats.org/officeDocument/2006/relationships/notesMaster" Target="/ppt/notesMasters/notesMaster1.xml" Id="R781aa900bb06467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258fdd3d2204276" /><Relationship Type="http://schemas.openxmlformats.org/officeDocument/2006/relationships/notesMaster" Target="/ppt/notesMasters/notesMaster1.xml" Id="R47f9a84689d8439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d12ffaea0234b40" /><Relationship Type="http://schemas.openxmlformats.org/officeDocument/2006/relationships/notesMaster" Target="/ppt/notesMasters/notesMaster1.xml" Id="Rd90b80b814d9454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fee478c1b84461a" /><Relationship Type="http://schemas.openxmlformats.org/officeDocument/2006/relationships/notesMaster" Target="/ppt/notesMasters/notesMaster1.xml" Id="R07f3187e6d67429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e37db84b1554f4a" /><Relationship Type="http://schemas.openxmlformats.org/officeDocument/2006/relationships/notesMaster" Target="/ppt/notesMasters/notesMaster1.xml" Id="R1c9ce629e583431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cb4d56724514644" /><Relationship Type="http://schemas.openxmlformats.org/officeDocument/2006/relationships/notesMaster" Target="/ppt/notesMasters/notesMaster1.xml" Id="R25a230488934497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df2491f8ccb425c" /><Relationship Type="http://schemas.openxmlformats.org/officeDocument/2006/relationships/notesMaster" Target="/ppt/notesMasters/notesMaster1.xml" Id="R822a5c2efc7a4a6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1c6716e4dcf4df7" /><Relationship Type="http://schemas.openxmlformats.org/officeDocument/2006/relationships/notesMaster" Target="/ppt/notesMasters/notesMaster1.xml" Id="R22d8fdd08a8840f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50a22fd7cd64260" /><Relationship Type="http://schemas.openxmlformats.org/officeDocument/2006/relationships/notesMaster" Target="/ppt/notesMasters/notesMaster1.xml" Id="Rc6643663e79e4bf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f8afd60ac9d47c7" /><Relationship Type="http://schemas.openxmlformats.org/officeDocument/2006/relationships/notesMaster" Target="/ppt/notesMasters/notesMaster1.xml" Id="Raa391220b2054d4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3620593890d40ab" /><Relationship Type="http://schemas.openxmlformats.org/officeDocument/2006/relationships/notesMaster" Target="/ppt/notesMasters/notesMaster1.xml" Id="Ra81df1999722432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ac4aa24d8a74e62" /><Relationship Type="http://schemas.openxmlformats.org/officeDocument/2006/relationships/notesMaster" Target="/ppt/notesMasters/notesMaster1.xml" Id="R8198ebea9ba54c8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6f0c0a87be643a9" /><Relationship Type="http://schemas.openxmlformats.org/officeDocument/2006/relationships/notesMaster" Target="/ppt/notesMasters/notesMaster1.xml" Id="R227dcfc60a284b3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73d1b1b40f749d4" /><Relationship Type="http://schemas.openxmlformats.org/officeDocument/2006/relationships/notesMaster" Target="/ppt/notesMasters/notesMaster1.xml" Id="R3ba74a4f00324b5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3c20b0187654d66" /><Relationship Type="http://schemas.openxmlformats.org/officeDocument/2006/relationships/notesMaster" Target="/ppt/notesMasters/notesMaster1.xml" Id="R1ce20c967f024af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8c896ea286c48e3" /><Relationship Type="http://schemas.openxmlformats.org/officeDocument/2006/relationships/notesMaster" Target="/ppt/notesMasters/notesMaster1.xml" Id="R354abd62c6ae478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e47f4601d0a4aab" /><Relationship Type="http://schemas.openxmlformats.org/officeDocument/2006/relationships/notesMaster" Target="/ppt/notesMasters/notesMaster1.xml" Id="R238f58aaa299421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f58dddad81940cc" /><Relationship Type="http://schemas.openxmlformats.org/officeDocument/2006/relationships/notesMaster" Target="/ppt/notesMasters/notesMaster1.xml" Id="R52aec8fad1ae462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382133c16234571" /><Relationship Type="http://schemas.openxmlformats.org/officeDocument/2006/relationships/notesMaster" Target="/ppt/notesMasters/notesMaster1.xml" Id="R0a6ddcceb2cc4d9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c3577acfde54e6b" /><Relationship Type="http://schemas.openxmlformats.org/officeDocument/2006/relationships/notesMaster" Target="/ppt/notesMasters/notesMaster1.xml" Id="R872d50ac096641d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b8cb2233fc6402c" /><Relationship Type="http://schemas.openxmlformats.org/officeDocument/2006/relationships/notesMaster" Target="/ppt/notesMasters/notesMaster1.xml" Id="Raf433dc651d84bc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d0de09dbc544ac4" /><Relationship Type="http://schemas.openxmlformats.org/officeDocument/2006/relationships/notesMaster" Target="/ppt/notesMasters/notesMaster1.xml" Id="Rfe924ecd928b47f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0bf86c6a90040a2" /><Relationship Type="http://schemas.openxmlformats.org/officeDocument/2006/relationships/notesMaster" Target="/ppt/notesMasters/notesMaster1.xml" Id="R7902c54983d3469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0a041f16ac94fbe" /><Relationship Type="http://schemas.openxmlformats.org/officeDocument/2006/relationships/notesMaster" Target="/ppt/notesMasters/notesMaster1.xml" Id="Rec0a92f493f642e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e785caaacb04c25" /><Relationship Type="http://schemas.openxmlformats.org/officeDocument/2006/relationships/notesMaster" Target="/ppt/notesMasters/notesMaster1.xml" Id="R1426d01c0f744e4a"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e0304a382134a9c" /><Relationship Type="http://schemas.openxmlformats.org/officeDocument/2006/relationships/notesMaster" Target="/ppt/notesMasters/notesMaster1.xml" Id="R793e5ebc899a45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工業材料概論、第5回です。今回は、金属の内部の構造から、性質と使い方を考えます。</a:t>
            </a:r>
          </a:p>
          <a:p xmlns:a="http://schemas.openxmlformats.org/drawingml/2006/main">
            <a:r>
              <a:t>同じ金属でも、ばね、刃物、導線では求める働きが違います。また、同じ材種でも、加工や熱処理によって性質が変わることがあります。この違いを、原子、組織、部材の三つの大きさの尺度で説明します。</a:t>
            </a:r>
          </a:p>
          <a:p xmlns:a="http://schemas.openxmlformats.org/drawingml/2006/main">
            <a:r>
              <a:t>前回までの計算では、ヤング率や強度を与えられた数値として使いました。今回は、その数値がどのような構造と状態に対応するかを学びます。ハンドアウトを用意し、化学結合の復習も必要に応じて参照してください。</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到達点を四つ確認します。まず、原子の配列、結晶粒などの組織、部品の形を、異なる尺度の情報として説明することです。</a:t>
            </a:r>
          </a:p>
          <a:p xmlns:a="http://schemas.openxmlformats.org/drawingml/2006/main">
            <a:r>
              <a:t>次に、金属結合と塑性変形のしくみを結び付けます。結合の名前だけで、曲がりやすさを決めないことが大切です。</a:t>
            </a:r>
          </a:p>
          <a:p xmlns:a="http://schemas.openxmlformats.org/drawingml/2006/main">
            <a:r>
              <a:t>三つ目は、硬さ、強度、靭性、ヤング率を区別することです。測る量と、試験や使用の条件を一緒に読みます。</a:t>
            </a:r>
          </a:p>
          <a:p xmlns:a="http://schemas.openxmlformats.org/drawingml/2006/main">
            <a:r>
              <a:t>最後に、物性表やAIの説明を点検します。密度や剛性を比べる計算に加え、未知の母材へ予測を広げてよいかも考えます。</a:t>
            </a:r>
          </a:p>
          <a:p xmlns:a="http://schemas.openxmlformats.org/drawingml/2006/main">
            <a:r>
              <a:t>途中の演習は自己確認用です。正式な提出レポートは、別に共有する問題とルーブリックを確認してください。</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金属を使った製品を、役割ごとに見ます。刃物では硬さや摩耗、軸では荷重と変形、ばねでは繰り返しの変形など、求める働きが異なります。導線や端子なら電気を伝えることと接合、腐食なども関わります。金属という名前に一つの性能を対応させず、何をしている部品かを先に決めましょう。</a:t>
            </a:r>
          </a:p>
          <a:p xmlns:a="http://schemas.openxmlformats.org/drawingml/2006/main">
            <a:r>
              <a:t>学校で金属を扱う機会が少なくても、製品のしくみを説明する基礎として重要です。教員採用試験の語句も、構造や加工の理由と結び付ければ、別の事例へ使えます。今日は金属の構造と性質を学び、次回は加工と熱処理、使用環境へ進み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子の配列だけで製品の全てを説明しようとすると、途中の情報が抜けます。金属には原子の配列があり、その配列の向きがそろった結晶粒が集まります。さらに成分、加工、熱処理によって組織が変わり、それが材料の性質へ関わります。部品では形、表面、接合も必要です。</a:t>
            </a:r>
          </a:p>
          <a:p xmlns:a="http://schemas.openxmlformats.org/drawingml/2006/main">
            <a:r>
              <a:t>今日は原子、組織、部材の三つの尺度を行き来します。顕微鏡の図を見たときは、実際の大きさと何を表すモデルかを確かめます。模式的な原子図を、そのまま表面の写真と同じ意味では扱いません。</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材料を作る工程から、製品の働きまでを順に結びます。成分を選び、加工や熱処理をすると、内部の組織や欠陥の状態が変わります。その変化が、降伏のしやすさや、塑性変形できる程度などへ関わります。</a:t>
            </a:r>
          </a:p>
          <a:p xmlns:a="http://schemas.openxmlformats.org/drawingml/2006/main">
            <a:r>
              <a:t>ただし、組織から部品の性能までを一足飛びに結び付けないでください。部品がどれだけ変形するかには、材料のヤング率に加え、断面の形、長さ、支え方と荷重が関係します。第2回から第4回は、そのつながりを計算しました。</a:t>
            </a:r>
          </a:p>
          <a:p xmlns:a="http://schemas.openxmlformats.org/drawingml/2006/main">
            <a:r>
              <a:t>ヤング率は、弾性域での応力とひずみを結ぶ量です。同じ単位の強度とは、意味を分けて使います。</a:t>
            </a:r>
          </a:p>
          <a:p xmlns:a="http://schemas.openxmlformats.org/drawingml/2006/main">
            <a:r>
              <a:t>今回は、この計算へ入れる物性値の背後を見ます。原子の配列、転位などの欠陥、結晶粒、複数の相からなる組織を区別し、どの状態で測った値かを確かめます。AIが材料名と用途だけを示した場合も、その間の条件と根拠を調べるために、この見方を使い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金属結合を、原子芯と電子の関係で見ます。原子芯とは、原子核と、ここでは結合に参加しない内側の電子をまとめたものです。結合に関わる電子は、特定の二原子の間だけに閉じ込められず、金属全体へ広がっています。</a:t>
            </a:r>
          </a:p>
          <a:p xmlns:a="http://schemas.openxmlformats.org/drawingml/2006/main">
            <a:r>
              <a:t>図の点は、その広がりを表す概念模型です。電子が静止した小さな球として、図の位置に並ぶ写真ではありません。</a:t>
            </a:r>
          </a:p>
          <a:p xmlns:a="http://schemas.openxmlformats.org/drawingml/2006/main">
            <a:r>
              <a:t>この模型は導電の理解に役立ちますが、これだけで金属の曲がりやすさが全て決まるわけではありません。塑性変形では、後で扱う結晶内のすべりや転位の移動が重要になります。</a:t>
            </a:r>
          </a:p>
          <a:p xmlns:a="http://schemas.openxmlformats.org/drawingml/2006/main">
            <a:r>
              <a:t>「金属は結合が弱いから曲がる」と一律には説明できません。結合の性格と、原子配列や欠陥が動くしくみを分けて、最後につなげて考えましょう。</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金属の一般的特徴として、電気や熱の伝導、光沢、展性・延性が挙げられます。しかし、全ての金属で程度が同じという意味ではありません。材種、温度、純度、加工状態などで違います。光沢も表面状態によって見え方が変わります。</a:t>
            </a:r>
          </a:p>
          <a:p xmlns:a="http://schemas.openxmlformats.org/drawingml/2006/main">
            <a:r>
              <a:t>教室で観察するなら、観察した現象をまず記録します。金属の表面が熱く感じる場合と、電気が流れる場合は、測っている量が違います。一つの観察から、強度や耐久性まで決めないようにします。性質を別々の欄へ分けて読む習慣は、三材料比較でも使い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四つの結合・相互作用を復習します。最初は共有結合です。原子間で電子対を共有するという見方を使います。高分子の鎖の骨格にも関係しますが、鎖の間に働く相互作用とは区別します。</a:t>
            </a:r>
          </a:p>
          <a:p xmlns:a="http://schemas.openxmlformats.org/drawingml/2006/main">
            <a:r>
              <a:t>二つ目は金属結合です。結合に関わる電子が金属全体へ広がるという模型を、先ほど確認しました。</a:t>
            </a:r>
          </a:p>
          <a:p xmlns:a="http://schemas.openxmlformats.org/drawingml/2006/main">
            <a:r>
              <a:t>三つ目はイオン結合です。陽イオンと陰イオンの静電的な引力が重要です。固体の食塩では、イオンが三次元に並びます。ナトリウムイオンと塩化物イオンの一対ずつが、独立した分子として並ぶ模型にはしません。</a:t>
            </a:r>
          </a:p>
          <a:p xmlns:a="http://schemas.openxmlformats.org/drawingml/2006/main">
            <a:r>
              <a:t>四つ目は水素結合です。水分子の中の酸素と水素を結ぶ共有結合とは別です。隣り合う水分子を例にすると、酸素に共有結合した水素と、別の分子の酸素との相互作用に注目します。水素結合は、同じ分子の中に生じる場合もあります。</a:t>
            </a:r>
          </a:p>
          <a:p xmlns:a="http://schemas.openxmlformats.org/drawingml/2006/main">
            <a:r>
              <a:t>一本ずつでは通常の共有結合より弱い場合でも、多数の相互作用が集まると性質へ大きく関わります。木材の成分と水の関係を学ぶ際にも必要な見方です。</a:t>
            </a:r>
          </a:p>
          <a:p xmlns:a="http://schemas.openxmlformats.org/drawingml/2006/main">
            <a:r>
              <a:t>巻末の参考6枚で模型を確認できます。実際の材料では結合の性格が混ざる場合もあり、配置、温度、水分、欠陥も関係します。四つの名前だけで性質の順位を決めないようにしましょう。</a:t>
            </a:r>
          </a:p>
          <a:p xmlns:a="http://schemas.openxmlformats.org/drawingml/2006/main">
            <a:r>
              <a:t/>
            </a:r>
          </a:p>
          <a:p xmlns:a="http://schemas.openxmlformats.org/drawingml/2006/main">
            <a:r>
              <a:t>【読み上げ対象外：既存の出典】</a:t>
            </a:r>
          </a:p>
          <a:p xmlns:a="http://schemas.openxmlformats.org/drawingml/2006/main">
            <a:r>
              <a:t/>
            </a:r>
          </a:p>
          <a:p xmlns:a="http://schemas.openxmlformats.org/drawingml/2006/main">
            <a:r>
              <a:t>水素結合の定義の照合：IUPAC Gold Book, https://goldbook.iupac.org/terms/view/H02899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結晶は、原子が規則的に配列する構造です。実用の多くの金属は、その配列の向きがおおむねそろう領域が集まった、多結晶です。一つ一つの領域を結晶粒と呼びます。</a:t>
            </a:r>
          </a:p>
          <a:p xmlns:a="http://schemas.openxmlformats.org/drawingml/2006/main">
            <a:r>
              <a:t>図では、粒の内部に注目してから、隣の粒へ目を移してください。隣同士では、原子配列の向きが異なります。その境界が粒界です。</a:t>
            </a:r>
          </a:p>
          <a:p xmlns:a="http://schemas.openxmlformats.org/drawingml/2006/main">
            <a:r>
              <a:t>粒界を描いた線は、金属に大きな隙間や割れがあるという意味ではありません。原子配列のつながり方が異なる領域を、見やすく示しています。実際は三次元の組織です。</a:t>
            </a:r>
          </a:p>
          <a:p xmlns:a="http://schemas.openxmlformats.org/drawingml/2006/main">
            <a:r>
              <a:t>木材にも細胞や年輪という構造がありますが、金属の結晶粒とは成り立ちも大きさも違います。図の一つの粒を原子一個と思わないことと、異なる材料の構造を同じものと思わないことを確認してください。</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代表的な結晶構造として、体心立方、面心立方、六方最密を見ます。英字の略号では、それぞれビーシーシー、エフシーシー、エイチシーピーと表します。</a:t>
            </a:r>
          </a:p>
          <a:p xmlns:a="http://schemas.openxmlformats.org/drawingml/2006/main">
            <a:r>
              <a:t>単位格子は、原子配列の繰り返しを表す基本の単位です。図の立方体が、結晶粒そのものの外形だという意味ではありません。</a:t>
            </a:r>
          </a:p>
          <a:p xmlns:a="http://schemas.openxmlformats.org/drawingml/2006/main">
            <a:r>
              <a:t>体心立方は立方体の頂点と中心、面心立方は頂点と各面の中心に、原子の中心を置いて考えます。六方最密では、層の積み重なりを示した図も使います。その図全体と単位格子を、区別して読んでください。</a:t>
            </a:r>
          </a:p>
          <a:p xmlns:a="http://schemas.openxmlformats.org/drawingml/2006/main">
            <a:r>
              <a:t>次は、隣の格子と共有する分を考えて、原子数を数えます。見えている球を全部一個ずつ数える方法とは違います。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ここで一分ほど休憩します。再開したら、体心立方の単位格子に、原子が何個分含まれるかを数えます。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体心立方の図を見ます。まず八つの頂点です。一つの頂点には、隣り合う八つの立方体が集まります。頂点の原子を八つの格子で分け合うので、一つの格子へ割り当てる分は八分の一です。</a:t>
            </a:r>
          </a:p>
          <a:p xmlns:a="http://schemas.openxmlformats.org/drawingml/2006/main">
            <a:r>
              <a:t>頂点が八か所あるため、八かける八分の一で、一個分になります。次に立方体の中心です。この原子は隣の格子と共有しないので、一個分を足します。合計は二個分です。</a:t>
            </a:r>
          </a:p>
          <a:p xmlns:a="http://schemas.openxmlformats.org/drawingml/2006/main">
            <a:r>
              <a:t>図には頂点八個と中心一個の球が見えますが、九個分を全て一つの格子の質量へ入れると、境界を重複して数えてしまいます。</a:t>
            </a:r>
          </a:p>
          <a:p xmlns:a="http://schemas.openxmlformats.org/drawingml/2006/main">
            <a:r>
              <a:t>一分間、図を指しながら、頂点と中心をどの割合で数えるか説明してください。</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面心立方では、頂点と六つの面の中心を数えます。頂点の分は、体心立方と同じく、八かける八分の一で一個分です。</a:t>
            </a:r>
          </a:p>
          <a:p xmlns:a="http://schemas.openxmlformats.org/drawingml/2006/main">
            <a:r>
              <a:t>面の中心は、その面をはさんだ二つの格子で共有します。一つの格子に割り当てる分は二分の一です。面が六つあるので、六かける二分の一で三個分になります。合わせて四個分です。</a:t>
            </a:r>
          </a:p>
          <a:p xmlns:a="http://schemas.openxmlformats.org/drawingml/2006/main">
            <a:r>
              <a:t>では、体心立方の二個分に対して、密度も必ず二倍でしょうか。まだ決まりません。密度は質量を体積で割る量なので、原子一個の質量と、単位格子の体積も必要です。</a:t>
            </a:r>
          </a:p>
          <a:p xmlns:a="http://schemas.openxmlformats.org/drawingml/2006/main">
            <a:r>
              <a:t>原子数の数え方と、そこから密度を求める計算を分けて、次へ進みます。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密度は、質量を体積で割った量です。単位格子へ原子が何個分含まれるかが分かれば、原子一個の質量を掛けて格子一個分の質量が求められます。これを単位格子の体積で割ると密度になります。立方晶の格子の一辺の長さを格子定数と呼び、その三乗が体積です。体心立方の二個と面心立方の四個という数だけを比べても、異なる元素では原子一個の質量も違い、格子の大きさも違います。同じ元素でも結晶構造が変わる場合には、格子の大きさが同じとは限りません。原子数が二倍だから密度も二倍という結論には、他の二つの条件を同じにしたという前提が必要です。もしモル質量のデータを使うなら、アボガドロ定数で割ると原子一個の質量へ対応します。こうして化学で学ぶ物質量と、物体の質量や体積をつなげられます。ここでは計算に使う単位も確認します。原子の質量をキログラム、格子の体積を立方メートルにすると、密度はキログラム毎立方メートルになります。非常に小さい量を扱うため、十のべきの指数をそろえる計算も必要です。データの桁をAIへ計算させる場合も、密度がどの三つの情報から決まるかを理解して点検します。</a:t>
            </a:r>
          </a:p>
          <a:p xmlns:a="http://schemas.openxmlformats.org/drawingml/2006/main">
            <a:r>
              <a:t>格子定数エーは、立方体の単位格子の一辺の長さです。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純鉄を加熱したときの、結晶構造の順序を見ます。常圧では、アルファ鉄の体心立方から、ガンマ鉄の面心立方へ変わり、さらに高温でデルタ鉄の体心立方になります。その後に溶けて液体になります。</a:t>
            </a:r>
          </a:p>
          <a:p xmlns:a="http://schemas.openxmlformats.org/drawingml/2006/main">
            <a:r>
              <a:t>ここでのアルファ、ガンマ、デルタは、鉄の相を区別する名称です。デルタ鉄のデルタを、力学で使ったたわみの記号と混同しないでください。</a:t>
            </a:r>
          </a:p>
          <a:p xmlns:a="http://schemas.openxmlformats.org/drawingml/2006/main">
            <a:r>
              <a:t>アルファ鉄からガンマ鉄、ガンマ鉄からデルタ鉄への変化は、固体のままの変態です。液体になる溶融とは別の変化です。</a:t>
            </a:r>
          </a:p>
          <a:p xmlns:a="http://schemas.openxmlformats.org/drawingml/2006/main">
            <a:r>
              <a:t>この順序は純鉄の話です。炭素などを含む鋼では、組成と、加熱・冷却の条件が加わります。純鉄の変態温度を、そのままどの炭素鋼にも使える熱処理温度とは考えません。次回は、温度に加えて時間や冷却のしかたが組織へどう関わるかを学びます。</a:t>
            </a:r>
          </a:p>
          <a:p xmlns:a="http://schemas.openxmlformats.org/drawingml/2006/main">
            <a:r>
              <a:t>図の色は格子内の位置を見分けるためのもので、いずれも鉄原子を表します。</a:t>
            </a:r>
          </a:p>
          <a:p xmlns:a="http://schemas.openxmlformats.org/drawingml/2006/main">
            <a:r>
              <a:t/>
            </a:r>
          </a:p>
          <a:p xmlns:a="http://schemas.openxmlformats.org/drawingml/2006/main">
            <a:r>
              <a:t>【読み上げ対象外：既存の出典】</a:t>
            </a:r>
          </a:p>
          <a:p xmlns:a="http://schemas.openxmlformats.org/drawingml/2006/main">
            <a:r>
              <a:t/>
            </a:r>
          </a:p>
          <a:p xmlns:a="http://schemas.openxmlformats.org/drawingml/2006/main">
            <a:r>
              <a:t>照合資料：PNNL Materials Science and Technology Teacher Handbook, https://www.pnnl.gov/main/publications/external/technical_reports/PNNL-17764.pdf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晶粒と相を区別します。結晶粒は、原子配列の向きがおおむねそろった領域です。隣の粒と向きが違っても、同じ組成、同じ結晶構造で、同じ相に属する場合があります。粒が五つあるから相も五種類、とは数えません。</a:t>
            </a:r>
          </a:p>
          <a:p xmlns:a="http://schemas.openxmlformats.org/drawingml/2006/main">
            <a:r>
              <a:t>相を区別するときは、組成や結晶構造などが均一な状態に注目します。純鉄で温度によって安定な結晶構造が変わることは、固体内の相変態の例です。</a:t>
            </a:r>
          </a:p>
          <a:p xmlns:a="http://schemas.openxmlformats.org/drawingml/2006/main">
            <a:r>
              <a:t>結晶粒が大きくなることと、結晶構造の種類が変わることも別です。一つの工程で両方が関係することはありますが、何が変わったかを分けて説明してください。</a:t>
            </a:r>
          </a:p>
          <a:p xmlns:a="http://schemas.openxmlformats.org/drawingml/2006/main">
            <a:r>
              <a:t>合金では、同じ相に別の元素が入る場合も、異なる相が共存する場合もあります。図の色が元素、配列の向き、相のどれを示しているかは、凡例で確かめます。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2回の変形を、金属の組織へつなぎます。荷重を除くと戻る弾性変形と、残る塑性変形を区別します。部材を使うときには残留変形を避けたい場合がありますが、曲げ加工や圧延では塑性変形を利用します。</a:t>
            </a:r>
          </a:p>
          <a:p xmlns:a="http://schemas.openxmlformats.org/drawingml/2006/main">
            <a:r>
              <a:t>塑性変形は、材料が完全に壊れたことと同じではありません。内部でのすべりや転位の動きなどを伴って、形が変わる場合があります。加工できることと、使用中に形を維持できることを、同じ条件で判断しないようにし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結晶全体の原子面を、一度にずらすと考えてみてください。この模型だけでは、実際の金属の変形を十分に説明できません。</a:t>
            </a:r>
          </a:p>
          <a:p xmlns:a="http://schemas.openxmlformats.org/drawingml/2006/main">
            <a:r>
              <a:t>実際の結晶には、転位と呼ぶ原子配列の乱れがあります。転位は結晶中の線状の欠陥ですが、この画面では断面を二次元に単純化して表しています。</a:t>
            </a:r>
          </a:p>
          <a:p xmlns:a="http://schemas.openxmlformats.org/drawingml/2006/main">
            <a:r>
              <a:t>図の局所的なずれが、順番に進む様子を見てください。転位が移動すると、原子面全体が一斉にずれる場合とは異なるしくみで、塑性変形が進みます。大きな傷や亀裂そのものを転位と呼んでいるのではありません。</a:t>
            </a:r>
          </a:p>
          <a:p xmlns:a="http://schemas.openxmlformats.org/drawingml/2006/main">
            <a:r>
              <a:t>この回では転位の詳しい幾何は導きません。動きを妨げることが強化へ関わる、という見通しを持ちます。結合の種類と、結晶の欠陥の動きの両方を考えるための模型です。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弾性と塑性を、原子や欠陥の尺度でも分けて考えます。小さい弾性的な変形では、原子の平均的な位置の関係が変わり、荷重を除くと元へ戻る範囲を扱います。この範囲で応力とひずみを結ぶ傾きがヤング率です。一方、多くの結晶性金属の塑性変形には転位の移動が重要です。転位が動くと局所的なずれが進み、荷重を除いても残る変形が生じます。転位を動きにくくする方法で降伏強さを高めても、原子の結合に関係する弾性の傾きが同じ倍率で大きくなるとは限りません。強い材料なら必ずヤング率も大きいという説明が不適切である理由です。第2回で、弾性域の変形の大きさと、許容できる応力の条件を分けたことが、ここで材料の内部の理解とつながります。例えば、加工硬化によって同じ材種の降伏強さが変わる場合でも、ヤング率をそれに比例させて更新することはできません。実際のデータと状態を確認します。また、金属なら全て同じ程度に塑性変形しやすいというわけでもありません。結晶構造、温度、ひずみ速度、組織などが関係します。変形の現象を結合の分類一つへ押し込まず、関係する尺度と条件を分けて理解してください。</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の強さを変える方法として、成分、加工、熱処理、結晶粒などを考えます。他の元素が固溶すると、結晶のひずみなどが転位の動きへ影響します。塑性加工に伴って転位が増え、動きにくくなる加工硬化もあります。析出物などが関わる場合もあります。</a:t>
            </a:r>
          </a:p>
          <a:p xmlns:a="http://schemas.openxmlformats.org/drawingml/2006/main">
            <a:r>
              <a:t>どれか一つを加えれば、全ての性質が同時によくなるわけではありません。強さ、伸び、加工性、熱や環境への耐性を、目的に応じて調整します。次回の製造の例では、加工しやすい状態と、完成後に求める状態を分けて考え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ここで一分ほど休憩します。無理のない範囲で姿勢を変えましょう。再開したら、硬さ・強度・靭性へ進みます。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硬さ、強度、靭性は、別の観点です。まず硬さは、押込みなどの規定した方法で測ります。試験方法が違えば尺度も違うので、数値だけを並べて比較しません。</a:t>
            </a:r>
          </a:p>
          <a:p xmlns:a="http://schemas.openxmlformats.org/drawingml/2006/main">
            <a:r>
              <a:t>次に強度です。降伏強さは塑性変形の始まりを捉える指標、引張強さは引張試験で得る最大公称応力です。同じメガパスカルでも、測っている内容が違います。</a:t>
            </a:r>
          </a:p>
          <a:p xmlns:a="http://schemas.openxmlformats.org/drawingml/2006/main">
            <a:r>
              <a:t>靭性は、破壊に対する抵抗や、破壊までのエネルギー吸収に関係します。ただし、衝撃試験の吸収エネルギーと、引張りの応力・ひずみ曲線の面積は、同じ試験の同じ量ではありません。</a:t>
            </a:r>
          </a:p>
          <a:p xmlns:a="http://schemas.openxmlformats.org/drawingml/2006/main">
            <a:r>
              <a:t>硬いからどの衝撃にも強い、たわみが小さいから靭性が高い、といった言い換えはできません。刃物、ばね、容器など、部品の役割へ戻り、必要な性質を組み合わせて考えましょう。</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大の応力だけでは、破壊までにどれだけの変形やエネルギー吸収があるかは決まりません。説明用に、引張試験の応力とひずみの曲線を単純な三角形で近似した二つの仮想例を考えます。エーの最大応力は四百メガパスカル、破断ひずみは〇・〇二です。三角形の面積として計算すると、半分に四百と〇・〇二を掛けて四メガパスカル相当になります。応力とひずみの面積の単位は、体積当たりの仕事に対応し、ここでは四メガジュール毎立方メートルです。ビーの最大応力は三百で小さいですが、破断ひずみ〇・一五とすると、同じ近似の面積は二十二・五メガジュール毎立方メートルです。最大応力の順位と、面積の順位が逆になります。これは実在材料の試験値ではなく、違う評価量を区別するための模式的な計算です。また、引張曲線の面積は、切欠きのある試験片を衝撃で破壊する試験の吸収エネルギーと、同じ試験で得る同じ量ではありません。試験片の体積、形、変形速度、温度、切欠きなどの条件も異なります。単位や試験の定義まで読んで比較することが、靭性の理解には必要で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曲線の面積を、引張りの仕事から確かめます。力エフの向きに、ごく小さく伸びると、力かける小さな伸びが微小な仕事です。この画面のデルタは、軸方向の伸びを表します。前回の曲げたわみとは、変位の方向が違います。</a:t>
            </a:r>
          </a:p>
          <a:p xmlns:a="http://schemas.openxmlformats.org/drawingml/2006/main">
            <a:r>
              <a:t>二行目では、仕事を初期体積で割ります。初期体積は、元の断面積エー・ゼロと、元の長さエル・ゼロの積です。力を元の面積で割る部分は公称応力、微小な伸びを元の長さで割る部分は公称ひずみの変化になります。</a:t>
            </a:r>
          </a:p>
          <a:p xmlns:a="http://schemas.openxmlformats.org/drawingml/2006/main">
            <a:r>
              <a:t>そのため、初期体積当たりの微小な仕事は、応力かける微小なひずみです。これを足し合わせると、応力・ひずみ曲線の下の面積になります。</a:t>
            </a:r>
          </a:p>
          <a:p xmlns:a="http://schemas.openxmlformats.org/drawingml/2006/main">
            <a:r>
              <a:t>単位も確かめます。ひずみは無次元です。一パスカルは、平方メートル当たりのニュートンです。分子と分母にメートルを掛けると、立方メートル当たりのジュールになります。したがって、一メガパスカル相当の面積は、一メガジュール毎立方メートルに対応します。</a:t>
            </a:r>
          </a:p>
          <a:p xmlns:a="http://schemas.openxmlformats.org/drawingml/2006/main">
            <a:r>
              <a:t>これは、加えた仕事の整理です。弾性的に蓄えられて戻る分も含むので、全てを戻らない吸収エネルギーとは呼びません。公称応力・公称ひずみと初期体積を使った関係であることも、記録してください。</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用の金属には多くの合金があります。純金属へ他の元素を加えることで、性質を調整します。加えたものが全て同じ形で混ざるとは限らず、固溶体として入る場合、別の相として現れる場合などがあります。合金を単に二種類の金属の粒が並んだものとして覚えないようにします。</a:t>
            </a:r>
          </a:p>
          <a:p xmlns:a="http://schemas.openxmlformats.org/drawingml/2006/main">
            <a:r>
              <a:t>鋼では炭素などの量と組織が重要です。アルミニウム合金にも成分や処理の異なる種類があります。合金名と組成、加工や熱処理の状態を一組にして読むことが、物性値の比較へつながります。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鉄鋼には、鋼、鋳鉄などの区別があり、成分と組織、製造方法が性質へ関わります。炭素量は重要ですが、それだけで部品の全ての強さを決めることはできません。同じ鋼種でも、処理や加工の状態によって硬さや強度、伸びなどが変わる場合があります。</a:t>
            </a:r>
          </a:p>
          <a:p xmlns:a="http://schemas.openxmlformats.org/drawingml/2006/main">
            <a:r>
              <a:t>教員採用試験で扱う語句も、どの材料をどの状態へ変えるのかという流れで整理します。規格記号の細かな一覧をこの回で覚えるより、実際に値を使うときには材種と状態の記載を読むことを重視します。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非鉄材料も、一律の順位ではなく用途で考えます。アルミニウム系の材料では、低い密度を生かす例がありますが、必要な剛性や接合、表面状態も確認します。銅系では、電気や熱を伝える役割が重要な例があります。</a:t>
            </a:r>
          </a:p>
          <a:p xmlns:a="http://schemas.openxmlformats.org/drawingml/2006/main">
            <a:r>
              <a:t>金属の密度が低いから製品が必ず軽くなる、あるいは電気をよく伝えるからどの端子にも最適、という判断には進みません。形や量、接触部、使用環境などが関わります。第1回の比較表へ材種の具体的な情報を加えていくつもりで、用途の理由を説明してください。</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同じ体積の金属の質量を比べます。授業用の近似値として、鋼の密度を七・八、アルミニウム系の密度を二・七グラム毎立方センチメートルとします。どちらも体積は四十立方センチメートルです。</a:t>
            </a:r>
          </a:p>
          <a:p xmlns:a="http://schemas.openxmlformats.org/drawingml/2006/main">
            <a:r>
              <a:t>二分間で、密度かける体積から、質量とその比を求めてください。密度をグラム毎立方センチメートル、体積を立方センチメートルで入れるので、質量はグラムになります。</a:t>
            </a:r>
          </a:p>
          <a:p xmlns:a="http://schemas.openxmlformats.org/drawingml/2006/main">
            <a:r>
              <a:t>この比較でそろえたのは体積です。同じ強度や同じ剛性の製品を比べたわけではありません。答えの数値と一緒に、この条件も書いてください。</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ここで一分ほど休憩します。無理のない範囲で姿勢を変えましょう。再開したら、質量の比較：解説へ進みます。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質量は密度かける体積です。鋼は七・八かける四十で、三百十二グラム。アルミニウム系は二・七かける四十で、百八グラムです。鋼をアルミニウム系で割ると、約二・八九倍になります。</a:t>
            </a:r>
          </a:p>
          <a:p xmlns:a="http://schemas.openxmlformats.org/drawingml/2006/main">
            <a:r>
              <a:t>この比は、同じ体積という条件で求めました。製品の材料を替えれば、いつも同じ比率で軽くなる、とは言えません。</a:t>
            </a:r>
          </a:p>
          <a:p xmlns:a="http://schemas.openxmlformats.org/drawingml/2006/main">
            <a:r>
              <a:t>必要な剛性や強度をそろえるために、厚さや形、接合部を変えると、体積も変わります。次は、軸方向の剛性を同じにする場合へ進み、密度とヤング率を一緒に使って考えます。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体積なら、密度が小さい材料の質量は小さくなります。では、同じ働きをする部品としても、同じ比率で軽くなるのでしょうか。第2回の軸方向に引っ張る棒を使って考えます。荷重と伸びの比である剛性は、ヤング率と断面積の積を長さで割った値です。長さと剛性をそろえるなら、ヤング率が小さい材料では断面積を大きくする必要があります。質量は密度、断面積、長さの積なので、この条件では密度をヤング率で割った比に比例します。密度だけが小さくても、必要な断面積の増加で質量の差が小さくなる場合があります。後の想定問題では、具体的な仮定値で計算します。この比較は軸方向の剛性をそろえたモデルです。曲げで高さや幅を変える場合は、断面二次モーメントと形の制約が関係するため、同じ指標をそのまま使いません。また、剛性をそろえたことから、降伏や破壊、接合や耐食性も満たすとはいえません。何を同じにした比較かを明示し、必要な他の条件も加えることが材料選択の基本です。材料学の密度と、力学の変形の式を結び付けて考えてください。</a:t>
            </a:r>
          </a:p>
          <a:p xmlns:a="http://schemas.openxmlformats.org/drawingml/2006/main">
            <a:r>
              <a:t>二本の棒の太さは、必要な断面積の大小を表す模式図です。ケーは軸方向の剛性です。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部品の要求条件を比べます。ばねでは必要な範囲で繰り返し戻ること、刃物では刃先の硬さや摩耗に加えて欠けにくさ、導線では導電性や接合などが関係します。ある一つの引張強さの値だけで三者を同じ順に並べられるわけではありません。</a:t>
            </a:r>
          </a:p>
          <a:p xmlns:a="http://schemas.openxmlformats.org/drawingml/2006/main">
            <a:r>
              <a:t>自分が重要と考えた性質と、その理由を一つずつ対応させます。形状や使用条件も含め、どのように確かめるかを書けば、材料の名前だけを答えるより具体的な比較になります。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物性表には、材種のほかに処理や試験の条件が付いています。表の列見出しから、ヤング率、引張強さ、耐力、伸び、密度などを区別します。応力の単位が同じでも、何を表す値かは同じではありません。</a:t>
            </a:r>
          </a:p>
          <a:p xmlns:a="http://schemas.openxmlformats.org/drawingml/2006/main">
            <a:r>
              <a:t>今回の演習に使う値を採ったら、出典と条件をノートへ残します。代表的な試験値を、そのまま部品の使用可能な値へ読み替えません。温度や方向をそろえられない値を混ぜた比較では、その違いも明記し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物性表を、数値だけでなく、状態と評価量を含めて読みます。画面は授業用の仮想例です。状態エスとティーのヤング率は、どちらも二百ギガパスカルです。一方、降伏強さは二百十と三百二十メガパスカルに分かれています。</a:t>
            </a:r>
          </a:p>
          <a:p xmlns:a="http://schemas.openxmlformats.org/drawingml/2006/main">
            <a:r>
              <a:t>降伏強さが高いからといって、弾性の傾きも同じ比率で高いわけではありません。後の問題では、同じ荷重での伸びを確かめます。</a:t>
            </a:r>
          </a:p>
          <a:p xmlns:a="http://schemas.openxmlformats.org/drawingml/2006/main">
            <a:r>
              <a:t>実際の物性表なら、エス、ティーという状態名を、加工や熱処理の条件へ結び付けて読みます。試験方法、温度、方向、試験片と出典も記録してください。</a:t>
            </a:r>
          </a:p>
          <a:p xmlns:a="http://schemas.openxmlformats.org/drawingml/2006/main">
            <a:r>
              <a:t>降伏強さと引張強さは、同じメガパスカルでも同じ列に混ぜません。平均や順位を計算する前に、比較する量の定義をそろえます。</a:t>
            </a:r>
          </a:p>
          <a:p xmlns:a="http://schemas.openxmlformats.org/drawingml/2006/main">
            <a:r>
              <a:t>条件が不明なら、不明と記録します。AIにもっともらしく補わせた条件を、実際に確認した測定条件として扱わないでください。</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材料でAIを使う方法には、説明や候補整理を生成AIへ依頼する方法と、データから性質を予測する機械学習があります。ここでは後者の評価を考えます。</a:t>
            </a:r>
          </a:p>
          <a:p xmlns:a="http://schemas.openxmlformats.org/drawingml/2006/main">
            <a:r>
              <a:t>同じ母材の板から、複数の試験片を切り出して測ったとします。母材とは、試験片のもとになった材料です。同じ母材からの試験片には、組成や製造・処理の履歴など、共通する情報があります。</a:t>
            </a:r>
          </a:p>
          <a:p xmlns:a="http://schemas.openxmlformats.org/drawingml/2006/main">
            <a:r>
              <a:t>データの行を無作為に分けると、同じ母材の試験片が、学習用と評価用の両方へ入ることがあります。その評価でよく合っても、未知の母材で同じように予測できるとは限りません。</a:t>
            </a:r>
          </a:p>
          <a:p xmlns:a="http://schemas.openxmlformats.org/drawingml/2006/main">
            <a:r>
              <a:t>別の母材への予測が目的なら、母材の識別情報を残し、一つの母材のデータが両方へまたがらない分け方を考えます。未知のロットや材種を対象にするなら、確かめる範囲も変わります。</a:t>
            </a:r>
          </a:p>
          <a:p xmlns:a="http://schemas.openxmlformats.org/drawingml/2006/main">
            <a:r>
              <a:t>評価用の結果を何度も見て方法を選び直すと、そのデータへ合わせることになります。学習、調整、最終確認の役割も分けます。情報処理の手順だけでなく、材料の由来を理解することが、評価の設計に必要です。</a:t>
            </a:r>
          </a:p>
          <a:p xmlns:a="http://schemas.openxmlformats.org/drawingml/2006/main">
            <a:r>
              <a:t>最終確認に使うシーは一つの母材だけです。この結果だけで、他の母材や別の材種にも同じ精度で使えるとは判断できません。</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分間、画面の三つの説明を、理由を添えて直してください。第一は結合と変形のしくみ、第二は単位格子の原子数と密度、第三は硬さと靭性を分ける問いです。用語を否定するだけでなく、どんな情報や模型が追加で必要かを書きます。</a:t>
            </a:r>
          </a:p>
          <a:p xmlns:a="http://schemas.openxmlformats.org/drawingml/2006/main">
            <a:r>
              <a:t>原子数を数える計算と、部品の性能を判断することの間には、いくつもの条件があります。尺度を飛び越えた説明になっていないかを点検しましょう。</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一は、金属の塑性変形を結合が一律に弱いことへ置き換えず、すべりや転位などの役割を加えます。第二は、密度を求めるには原子の質量と単位格子の体積も必要です。第三は、硬さと靭性を区別し、衝撃での壊れ方は条件付きで確かめます。</a:t>
            </a:r>
          </a:p>
          <a:p xmlns:a="http://schemas.openxmlformats.org/drawingml/2006/main">
            <a:r>
              <a:t>修正した文章を、三材料の比較へも使ってください。材料を大きな群で分類することは便利ですが、分類から全ての性能が一意に決まると考えないようにします。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や高校で材料の特徴を扱う内容にも、簡潔な表現だけでは理解しきれない原理が含まれています。金属は電気を通す、曲げて加工できるという説明を理解するためにも、結合、電子、結晶、転位、組織と条件の違いが関係します。大学では学校の範囲を超えて学ぶことによって、説明に使ったモデルと、そこで省略した内容を判断できるようになります。今の学校教材に直接出てくるかどうかだけを、専門の学修の範囲の基準にはしません。未知の材料が教材へ入る場合にも、既存の体系とデータを使って調べ直せる理解を育てます。高校工業では、材料の性質を組織や加工、設計へ結び付けて学ぶ場面に直接つながります。情報の学習との接点としては、データの意味や予測の評価、情報機器を支える材料への理解を考えられます。ただし情報Ⅰで金属の結晶構造を必ず学ぶという意味ではなく、教科をまたいで考える本講義からの題材提案です。木材及び木質材料学で学ぶ構造と水分、高分子で学ぶ鎖と相互作用も、結合、組織、条件から性質を理解する共通の見方へ結び付き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を選ぶ説明を、根拠の順に組み立てます。まず何の部品で、どのような働きを実現したいかを決めます。次に、強度、剛性、質量、加工、接合、耐食性、再利用など、必要な観点を挙げます。数値で比べられる項目と、定性的に比較する項目を整理し、形と状態、使用条件を対応させます。例えば軽いという説明なら、同じ体積の密度を比べたのか、同じ働きをする部品の質量を比べたのかを示します。丈夫という説明なら、どの荷重や破壊、変形を評価したかを明確にします。AIが提案した材料名をそのまま結論へ置かず、提案の根拠になったデータの原資料を読み、必要な計算と条件の確認を行います。一つの数値の順位だけで全ての要求を満たしたとはいえません。残る不確実さや、まだ確認していない条件も結論へ添えます。これは後の木材、プラスチック、金属の比較課題へつながる説明の組み立て方です。中学校で材料を選ぶ学習を支えるためにも、教員自身が、複数の要求と、材料の構造・性質・加工の関係を理解していることが必要で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接続・想定問題1です。AI回答を想定して本講義で作った、三つの検討文を訂正します。実際のサービスの出力ではありません。</a:t>
            </a:r>
          </a:p>
          <a:p xmlns:a="http://schemas.openxmlformats.org/drawingml/2006/main">
            <a:r>
              <a:t>一つ目は、「金属は結合が弱いから曲がる」。二つ目は、「固体の食塩は自由電子によってよく電気を通す」。三つ目は、「水の酸素と水素を結ぶ結合は全て水素結合である」です。</a:t>
            </a:r>
          </a:p>
          <a:p xmlns:a="http://schemas.openxmlformats.org/drawingml/2006/main">
            <a:r>
              <a:t>言葉を否定するだけでなく、構造や状態を含めて説明を直してください。どの模型を使い、どの相互作用や変形のしくみを考えるべきかを、図と言葉で記録します。AIを実際に使う必要はありません。</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つ目は、金属の塑性変形を、結合が弱いという一言だけで説明している点が問題です。多くの結晶性金属では転位の移動などが関わり、組織や温度によって変形のしやすさが異なります。二つ目の固体の食塩では、イオンの位置がほぼ固定され、通常は電気を通しにくい状態です。溶融した状態や水溶液で電気を運ぶのは、移動できるイオンです。金属の電子による導電と同じ説明へまとめないでください。三つ目の水分子の中の酸素と水素は共有結合です。水素結合は、その酸素と結合した水素と近くの酸素などとの相互作用を指します。分子間に限らず分子内でも生じる場合があるため、位置だけで機械的に分類せず、どの相互作用を示しているかを確認し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接続・想定問題2です。二つの仮想的な単原子結晶について、単位格子から密度を求めます。</a:t>
            </a:r>
          </a:p>
          <a:p xmlns:a="http://schemas.openxmlformats.org/drawingml/2006/main">
            <a:r>
              <a:t>エーは、一つの格子に原子二個分、原子一個の質量は四・〇かける十のマイナス二十六乗キログラムです。格子体積は、八・〇かける十のマイナス三十乗立方メートルです。</a:t>
            </a:r>
          </a:p>
          <a:p xmlns:a="http://schemas.openxmlformats.org/drawingml/2006/main">
            <a:r>
              <a:t>ビーは、原子四個分、一個の質量は三・〇かける十のマイナス二十六乗キログラム、格子体積は二十七かける十のマイナス三十乗立方メートルです。</a:t>
            </a:r>
          </a:p>
          <a:p xmlns:a="http://schemas.openxmlformats.org/drawingml/2006/main">
            <a:r>
              <a:t>画面の条件表に戻り、原子数かける一個の質量を、格子体積で割ってください。十のべきの計算を分け、密度をキログラム毎立方メートルで示します。原子数だけで予想した順位と比べて、理由を説明しましょう。</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密度は、格子へ割り当てる原子数と原子一個の質量の積を、格子体積で割ります。エーでは二に四を掛けた値を八で割るので、係数は一です。十の負の二十六乗を、十の負の三十乗で割ると、十の四乗になるので、一万キログラム毎立方メートルです。ビーでは係数が十二割る二十七となり、同じ十の四乗を掛けて、およそ四千四百四十四です。原子数が四個分のビーの方が、二個分のエーより密度が小さい結果です。原子数の比だけで密度を決めることができないことを示しています。値は計算のための仮想例で、実在の元素や結晶の値ではありません。なお、一グラム毎立方センチメートルは千キログラム毎立方メートルなので、単位を変えるならエーは十、ビーはおよそ四・四四になり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接続・想定問題3です。状態エスとティーについて、ヤング率はどちらも二十万メガパスカル、降伏強さはそれぞれ二百十と三百二十メガパスカルと仮定します。</a:t>
            </a:r>
          </a:p>
          <a:p xmlns:a="http://schemas.openxmlformats.org/drawingml/2006/main">
            <a:r>
              <a:t>両方の棒の断面積は十平方ミリメートル、元の長さは五百ミリメートルです。千ニュートンで軸方向に引っ張ります。</a:t>
            </a:r>
          </a:p>
          <a:p xmlns:a="http://schemas.openxmlformats.org/drawingml/2006/main">
            <a:r>
              <a:t>まず応力を求め、弾性域の式を使う条件を確かめてから、伸びを計算してください。「ティーの方が必ず伸びにくい」という説明は、今回成り立つでしょうか。降伏強さとヤング率の役割を分けて答えます。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応力は荷重を面積で割ります。千を十で割り、両方とも百メガパスカルです。どちらの仮定した降伏強さよりも小さいので、この問題では弾性域として計算します。</a:t>
            </a:r>
          </a:p>
          <a:p xmlns:a="http://schemas.openxmlformats.org/drawingml/2006/main">
            <a:r>
              <a:t>伸びは、荷重かける元の長さを、面積かけるヤング率で割ります。千かける五百を、十かける二十万で割ると、〇・二五ミリメートルです。画面のデルタは、この軸方向の伸びを表します。</a:t>
            </a:r>
          </a:p>
          <a:p xmlns:a="http://schemas.openxmlformats.org/drawingml/2006/main">
            <a:r>
              <a:t>エスとティーでヤング率も寸法も同じなので、今回の伸びは同じです。降伏強さが大きいことを、そのまま同じ荷重で伸びにくいことへ置き換えてはいけません。</a:t>
            </a:r>
          </a:p>
          <a:p xmlns:a="http://schemas.openxmlformats.org/drawingml/2006/main">
            <a:r>
              <a:t>荷重を増やして一方が弾性域を超えたら、同じ直線の式だけでは比較を続けられません。値だけでなく、式を使える領域も確認してください。</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接続・想定問題4です。長さ千ミリメートルの棒を、千ニュートンで引っ張ります。全て授業用の仮定値です。</a:t>
            </a:r>
          </a:p>
          <a:p xmlns:a="http://schemas.openxmlformats.org/drawingml/2006/main">
            <a:r>
              <a:t>エー材はヤング率二十万メガパスカル、密度七・八グラム毎立方センチメートル、断面積十平方ミリメートルです。ビー材はヤング率七万メガパスカル、密度二・七グラム毎立方センチメートルとします。</a:t>
            </a:r>
          </a:p>
          <a:p xmlns:a="http://schemas.openxmlformats.org/drawingml/2006/main">
            <a:r>
              <a:t>まず、ビー材も同じ断面積にして、二本の弾性的な伸びを比べます。次に、エー材と同じ軸方向の剛性になるよう、ビー材の断面積を求めます。</a:t>
            </a:r>
          </a:p>
          <a:p xmlns:a="http://schemas.openxmlformats.org/drawingml/2006/main">
            <a:r>
              <a:t>最後に、それぞれの体積と質量を計算してください。面積と長さはミリメートル系、密度は立方センチメートル系なので、単位の換算も示します。同じ体積と同じ剛性の比較を区別しましょう。</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断面積十平方ミリメートルなら、エー材の伸びは〇・五ミリメートル、ビー材はおよそ一・四三です。次に剛性をそろえます。長さが同じなので、ヤング率と面積の積を一致させればよく、ビー材の面積は十に二十万割る七万を掛けて、およそ二十八・五七平方ミリメートルとなります。エー材の体積は一万立方ミリメートル、十立方センチメートルなので、質量は七十八グラムです。ビー材は体積がおよそ二十八・五七立方センチメートルで、質量はおよそ七十七・一グラムです。密度の大きな違いほどには、同じ剛性の棒の質量は変わりません。この仮定モデルでは、必要な断面積の増加が関わるためです。材料名の一般的な優劣を示す問題ではありません。また、降伏や破壊の強度、接合などは、この剛性だけの計算で確認したことにはならないので、別の条件として残し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接続・想定問題5です。母材エー、ビー、シーから、それぞれ四本の試験片を作り、十二行のデータを得たとします。</a:t>
            </a:r>
          </a:p>
          <a:p xmlns:a="http://schemas.openxmlformats.org/drawingml/2006/main">
            <a:r>
              <a:t>行を無作為に分けた結果、同じ母材の試験片が学習用と評価用の両方へ入りました。その評価でよく合ったことから、「未知の母材にも高精度で予測できる」と結論してよいでしょうか。</a:t>
            </a:r>
          </a:p>
          <a:p xmlns:a="http://schemas.openxmlformats.org/drawingml/2006/main">
            <a:r>
              <a:t>未知という言葉が、未知の試験片なのか、未知の母材なのかを区別してください。目的に合ったデータの分け方と、それでも残る確認事項を提案します。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行を分けても、同じ母材から作った試験片が両側へ入っているなら、未知の母材への予測という目的に対して、情報の重なりが残ります。母材による共通の組成、製造や処理の履歴などが関わるためです。未知の母材を評価したい場合には、例えばエーとビーの母材を学習に使い、シーの母材からのデータを評価に残すように、目的に合わせて分け方を考えます。ただし、母材が三つという小さな例だけで、あらゆる母材や材種へ高精度と結論できるわけではありません。独立な母材やロットを増やし、使いたい範囲のデータで確認します。また、シーの結果を何度も見ながら予測方法を選び直せば、最終的な確認用の役割が失われる可能性があります。学習、調整、評価の役割を分けて記録します。材料の由来を理解してデータを整えることが、AIの結果を正しく読むためにも必要です。</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今回の内容をつなぎます。原子の結合と配列、結晶粒や相、転位などの欠陥、部品の形を、異なる尺度の情報として考えました。同じ材種でも、加工や処理の状態が変われば、性質が変わることがあります。</a:t>
            </a:r>
          </a:p>
          <a:p xmlns:a="http://schemas.openxmlformats.org/drawingml/2006/main">
            <a:r>
              <a:t>復習では、身近な金属部品を一つ選び、必要な性質を三つ挙げてください。材種や状態を確かめていない場合は、推測と確認した情報を分けます。</a:t>
            </a:r>
          </a:p>
          <a:p xmlns:a="http://schemas.openxmlformats.org/drawingml/2006/main">
            <a:r>
              <a:t>次回は、塑性加工、切削、熱処理、接合、腐食へ進みます。工程の名前だけを覚えるのではなく、どの構造や状態を変え、どの性質に関係する工程かを、今回の理解から説明していきましょう。</a:t>
            </a:r>
          </a:p>
          <a:p xmlns:a="http://schemas.openxmlformats.org/drawingml/2006/main">
            <a:r>
              <a:t/>
            </a:r>
          </a:p>
          <a:p xmlns:a="http://schemas.openxmlformats.org/drawingml/2006/main">
            <a:r>
              <a:t>【読み上げ対象外：既存の出典】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任意参考。化学結合を厳密に排他的な箱へ分類する意図はない。多くの材料で結合の性格は混在する。水素結合は一般に一つ一つは通常の共有結合より弱いが、一律の強弱順位や同じエネルギー値では表せない。</a:t>
            </a:r>
          </a:p>
          <a:p xmlns:a="http://schemas.openxmlformats.org/drawingml/2006/main">
            <a:r>
              <a:t/>
            </a:r>
          </a:p>
          <a:p xmlns:a="http://schemas.openxmlformats.org/drawingml/2006/main">
            <a:r>
              <a:t>[1] OpenStax Chemistry 2e, 7.2 Covalent Bonding</a:t>
            </a:r>
          </a:p>
          <a:p xmlns:a="http://schemas.openxmlformats.org/drawingml/2006/main">
            <a:r>
              <a:t>https://openstax.org/books/chemistry-2e/pages/7-2-covalent-bonding</a:t>
            </a:r>
          </a:p>
          <a:p xmlns:a="http://schemas.openxmlformats.org/drawingml/2006/main">
            <a:r>
              <a:t/>
            </a:r>
          </a:p>
          <a:p xmlns:a="http://schemas.openxmlformats.org/drawingml/2006/main">
            <a:r>
              <a:t>[2] OpenStax Chemistry 2e, 10.5 The Solid State of Matter</a:t>
            </a:r>
          </a:p>
          <a:p xmlns:a="http://schemas.openxmlformats.org/drawingml/2006/main">
            <a:r>
              <a:t>https://openstax.org/books/chemistry-2e/pages/10-5-the-solid-state-of-matter</a:t>
            </a:r>
          </a:p>
          <a:p xmlns:a="http://schemas.openxmlformats.org/drawingml/2006/main">
            <a:r>
              <a:t/>
            </a:r>
          </a:p>
          <a:p xmlns:a="http://schemas.openxmlformats.org/drawingml/2006/main">
            <a:r>
              <a:t>[3] OpenStax Chemistry 2e, 7.1 Ionic Bonding</a:t>
            </a:r>
          </a:p>
          <a:p xmlns:a="http://schemas.openxmlformats.org/drawingml/2006/main">
            <a:r>
              <a:t>https://openstax.org/books/chemistry-2e/pages/7-1-ionic-bonding</a:t>
            </a:r>
          </a:p>
          <a:p xmlns:a="http://schemas.openxmlformats.org/drawingml/2006/main">
            <a:r>
              <a:t/>
            </a:r>
          </a:p>
          <a:p xmlns:a="http://schemas.openxmlformats.org/drawingml/2006/main">
            <a:r>
              <a:t>[4] IUPAC Gold Book, hydrogen bond (H02899)</a:t>
            </a:r>
          </a:p>
          <a:p xmlns:a="http://schemas.openxmlformats.org/drawingml/2006/main">
            <a:r>
              <a:t>https://goldbook.iupac.org/terms/view/H02899</a:t>
            </a:r>
          </a:p>
          <a:p xmlns:a="http://schemas.openxmlformats.org/drawingml/2006/main">
            <a:r>
              <a:t/>
            </a:r>
          </a:p>
          <a:p xmlns:a="http://schemas.openxmlformats.org/drawingml/2006/main">
            <a:r>
              <a:t>[5] OpenStax Chemistry 2e, 10.1 Intermolecular Forces</a:t>
            </a:r>
          </a:p>
          <a:p xmlns:a="http://schemas.openxmlformats.org/drawingml/2006/main">
            <a:r>
              <a:t>https://openstax.org/books/chemistry-2e/pages/10-1-intermolecular-forces</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https://openstax.org/books/chemistry-2e/pages/7-2-covalent-bonding</a:t>
            </a:r>
          </a:p>
          <a:p xmlns:a="http://schemas.openxmlformats.org/drawingml/2006/main">
            <a:r>
              <a:t>https://openstax.org/books/chemistry-2e/pages/10-5-the-solid-state-of-matter</a:t>
            </a:r>
          </a:p>
          <a:p xmlns:a="http://schemas.openxmlformats.org/drawingml/2006/main">
            <a:r>
              <a:t>https://openstax.org/books/chemistry-2e/pages/7-1-ionic-bonding</a:t>
            </a:r>
          </a:p>
          <a:p xmlns:a="http://schemas.openxmlformats.org/drawingml/2006/main">
            <a:r>
              <a:t>https://goldbook.iupac.org/terms/view/H02899</a:t>
            </a:r>
          </a:p>
          <a:p xmlns:a="http://schemas.openxmlformats.org/drawingml/2006/main">
            <a:r>
              <a:t>https://openstax.org/books/chemistry-2e/pages/10-1-intermolecular-forces</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左はH₂の共有結合の概念、右は高分子の炭素主鎖の一部。各Cの残りの結合、側鎖、末端は省略している。共有結合＝独立した小分子、という限定はしない。ダイヤモンドなどの網目状共有結合固体もある。鎖内の結合と鎖間の相互作用の区別を後の高分子へつなぐ。</a:t>
            </a:r>
          </a:p>
          <a:p xmlns:a="http://schemas.openxmlformats.org/drawingml/2006/main">
            <a:r>
              <a:t/>
            </a:r>
          </a:p>
          <a:p xmlns:a="http://schemas.openxmlformats.org/drawingml/2006/main">
            <a:r>
              <a:t>[1] OpenStax Chemistry 2e, 7.2 Covalent Bonding</a:t>
            </a:r>
          </a:p>
          <a:p xmlns:a="http://schemas.openxmlformats.org/drawingml/2006/main">
            <a:r>
              <a:t>https://openstax.org/books/chemistry-2e/pages/7-2-covalent-bonding</a:t>
            </a:r>
          </a:p>
          <a:p xmlns:a="http://schemas.openxmlformats.org/drawingml/2006/main">
            <a:r>
              <a:t/>
            </a:r>
          </a:p>
          <a:p xmlns:a="http://schemas.openxmlformats.org/drawingml/2006/main">
            <a:r>
              <a:t>[2] OpenStax Chemistry 2e, 10.5 The Solid State of Matter</a:t>
            </a:r>
          </a:p>
          <a:p xmlns:a="http://schemas.openxmlformats.org/drawingml/2006/main">
            <a:r>
              <a:t>https://openstax.org/books/chemistry-2e/pages/10-5-the-solid-state-of-matter</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https://openstax.org/books/chemistry-2e/pages/7-2-covalent-bonding</a:t>
            </a:r>
          </a:p>
          <a:p xmlns:a="http://schemas.openxmlformats.org/drawingml/2006/main">
            <a:r>
              <a:t>https://openstax.org/books/chemistry-2e/pages/10-5-the-solid-state-of-matter</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補助資料単独でも金属結合を復習できるようにした。電子の数・軌道・位置の観測図ではない。移動方向の矢印は加えた電場に対する電子の平均的な移動方向の一例で、電流の向きとは逆になる。結合の強弱だけでは塑性変形のしやすさを説明できない。</a:t>
            </a:r>
          </a:p>
          <a:p xmlns:a="http://schemas.openxmlformats.org/drawingml/2006/main">
            <a:r>
              <a:t/>
            </a:r>
          </a:p>
          <a:p xmlns:a="http://schemas.openxmlformats.org/drawingml/2006/main">
            <a:r>
              <a:t>[2] OpenStax Chemistry 2e, 10.5 The Solid State of Matter</a:t>
            </a:r>
          </a:p>
          <a:p xmlns:a="http://schemas.openxmlformats.org/drawingml/2006/main">
            <a:r>
              <a:t>https://openstax.org/books/chemistry-2e/pages/10-5-the-solid-state-of-matter</a:t>
            </a:r>
          </a:p>
          <a:p xmlns:a="http://schemas.openxmlformats.org/drawingml/2006/main">
            <a:r>
              <a:t/>
            </a:r>
          </a:p>
          <a:p xmlns:a="http://schemas.openxmlformats.org/drawingml/2006/main">
            <a:r>
              <a:t>[7] MIT OCW 3.091SC, 20. Line, Interface &amp; Bulk Defects (2010)</a:t>
            </a:r>
          </a:p>
          <a:p xmlns:a="http://schemas.openxmlformats.org/drawingml/2006/main">
            <a:r>
              <a:t>https://ocw.mit.edu/courses/3-091sc-introduction-to-solid-state-chemistry-fall-2010/pages/crystalline-materials/20-line-interface-and-bulk-defects/</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https://openstax.org/books/chemistry-2e/pages/10-5-the-solid-state-of-matter</a:t>
            </a:r>
          </a:p>
          <a:p xmlns:a="http://schemas.openxmlformats.org/drawingml/2006/main">
            <a:r>
              <a:t>https://ocw.mit.edu/courses/3-091sc-introduction-to-solid-state-chemistry-fall-2010/pages/crystalline-materials/20-line-interface-and-bulk-defects/</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NaClの典型例で固体と溶融・水溶液の導電性を比較する。全てのイオン固体の全温度域についての絶対的な絶縁性の主張ではない。NaCl型構造の3次元配位数などはこの平面図から読み取らない。セラミックスには共有結合性とイオン結合性が混在するものがある。</a:t>
            </a:r>
          </a:p>
          <a:p xmlns:a="http://schemas.openxmlformats.org/drawingml/2006/main">
            <a:r>
              <a:t/>
            </a:r>
          </a:p>
          <a:p xmlns:a="http://schemas.openxmlformats.org/drawingml/2006/main">
            <a:r>
              <a:t>[3] OpenStax Chemistry 2e, 7.1 Ionic Bonding</a:t>
            </a:r>
          </a:p>
          <a:p xmlns:a="http://schemas.openxmlformats.org/drawingml/2006/main">
            <a:r>
              <a:t>https://openstax.org/books/chemistry-2e/pages/7-1-ionic-bonding</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https://openstax.org/books/chemistry-2e/pages/7-1-ionic-bonding</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水素結合のドナーはO–H等のH、アクセプターは近くのO等である。Hを含むだけで水素結合ができるわけではない。左のO–HとH···Oはほぼ一直線に配置した。原子の大きさや距離の比は実際と異なる。水素結合は一般に一つ一つは通常の共有結合より弱い。分子内水素結合もあることをIUPACの定義に合わせて明示。</a:t>
            </a:r>
          </a:p>
          <a:p xmlns:a="http://schemas.openxmlformats.org/drawingml/2006/main">
            <a:r>
              <a:t/>
            </a:r>
          </a:p>
          <a:p xmlns:a="http://schemas.openxmlformats.org/drawingml/2006/main">
            <a:r>
              <a:t>[4] IUPAC Gold Book, hydrogen bond (H02899)</a:t>
            </a:r>
          </a:p>
          <a:p xmlns:a="http://schemas.openxmlformats.org/drawingml/2006/main">
            <a:r>
              <a:t>https://goldbook.iupac.org/terms/view/H02899</a:t>
            </a:r>
          </a:p>
          <a:p xmlns:a="http://schemas.openxmlformats.org/drawingml/2006/main">
            <a:r>
              <a:t/>
            </a:r>
          </a:p>
          <a:p xmlns:a="http://schemas.openxmlformats.org/drawingml/2006/main">
            <a:r>
              <a:t>[5] OpenStax Chemistry 2e, 10.1 Intermolecular Forces</a:t>
            </a:r>
          </a:p>
          <a:p xmlns:a="http://schemas.openxmlformats.org/drawingml/2006/main">
            <a:r>
              <a:t>https://openstax.org/books/chemistry-2e/pages/10-1-intermolecular-forces</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https://goldbook.iupac.org/terms/view/H02899</a:t>
            </a:r>
          </a:p>
          <a:p xmlns:a="http://schemas.openxmlformats.org/drawingml/2006/main">
            <a:r>
              <a:t>https://openstax.org/books/chemistry-2e/pages/10-1-intermolecular-forces</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左は高分子の鎖間相互作用の概念。破線は分散力などの総称的表示であり、全ての鎖間に水素結合があるという意味ではない。右は木材成分のOHが水へ水素結合を供与する一つの模式例で、セルロースの厳密な繰返し単位や細胞壁全体の分子構造ではない。木材の水分と寸法の関係は細胞壁構造・水分の位置・方向なども考える。生物育成では容器・支持具の濡れや吸水、乾燥の条件を考えるための基礎として利用できる。</a:t>
            </a:r>
          </a:p>
          <a:p xmlns:a="http://schemas.openxmlformats.org/drawingml/2006/main">
            <a:r>
              <a:t/>
            </a:r>
          </a:p>
          <a:p xmlns:a="http://schemas.openxmlformats.org/drawingml/2006/main">
            <a:r>
              <a:t>[5] OpenStax Chemistry 2e, 10.1 Intermolecular Forces</a:t>
            </a:r>
          </a:p>
          <a:p xmlns:a="http://schemas.openxmlformats.org/drawingml/2006/main">
            <a:r>
              <a:t>https://openstax.org/books/chemistry-2e/pages/10-1-intermolecular-forces</a:t>
            </a:r>
          </a:p>
          <a:p xmlns:a="http://schemas.openxmlformats.org/drawingml/2006/main">
            <a:r>
              <a:t/>
            </a:r>
          </a:p>
          <a:p xmlns:a="http://schemas.openxmlformats.org/drawingml/2006/main">
            <a:r>
              <a:t>[6] Oregon State University Extension, Wood and Moisture Relationships</a:t>
            </a:r>
          </a:p>
          <a:p xmlns:a="http://schemas.openxmlformats.org/drawingml/2006/main">
            <a:r>
              <a:t>https://extension.oregonstate.edu/catalog/em-8600-wood-moisture-relationships</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https://openstax.org/books/chemistry-2e/pages/10-1-intermolecular-forces</a:t>
            </a:r>
          </a:p>
          <a:p xmlns:a="http://schemas.openxmlformats.org/drawingml/2006/main">
            <a:r>
              <a:t>https://extension.oregonstate.edu/catalog/em-8600-wood-moisture-relationships</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40e1a802154a7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142b39ec0c41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bbdfcbbfa64bf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a5d2e24c8241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9222087bda486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18ffce1d7b49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256AC0-4DFB-4C34-B644-8BE8399F1A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758B72-DA92-4074-A5F6-0D6A3D3E6F3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EE0A466-2335-4734-870C-4A788DB939C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031241-4181-40F0-973B-3F67680027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1DD477-C2BC-4E67-84FF-B8E2BDDF4F6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EF4A50-C4A8-46C2-82D3-8638C61292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EA8FAB-6CEF-4A8A-A463-05D145C913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6B33583-FCB0-40B1-8AE3-0ADF48AF9A1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B4AAFE-7C10-42EF-A827-404C3CB083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D84483-5CE8-4F29-8CBE-9EEA2DB880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894fc2232d4d8b" /><Relationship Type="http://schemas.openxmlformats.org/officeDocument/2006/relationships/slideLayout" Target="/ppt/slideLayouts/slideLayout1.xml" Id="Rf118e38103a24990" /><Relationship Type="http://schemas.openxmlformats.org/officeDocument/2006/relationships/slideLayout" Target="/ppt/slideLayouts/slideLayout2.xml" Id="R8333f6de61bd484c" /><Relationship Type="http://schemas.openxmlformats.org/officeDocument/2006/relationships/slideLayout" Target="/ppt/slideLayouts/slideLayout3.xml" Id="R887358cc35ba4d20" /><Relationship Type="http://schemas.openxmlformats.org/officeDocument/2006/relationships/slideLayout" Target="/ppt/slideLayouts/slideLayout4.xml" Id="R94d27863a50745de" /><Relationship Type="http://schemas.openxmlformats.org/officeDocument/2006/relationships/slideLayout" Target="/ppt/slideLayouts/slideLayout5.xml" Id="R60ab4f4553844bf5" /><Relationship Type="http://schemas.openxmlformats.org/officeDocument/2006/relationships/slideLayout" Target="/ppt/slideLayouts/slideLayout6.xml" Id="R5ccd0c236e054b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18e38103a24990"/>
    <p:sldLayoutId xmlns:r="http://schemas.openxmlformats.org/officeDocument/2006/relationships" id="2147483650" r:id="R8333f6de61bd484c"/>
    <p:sldLayoutId xmlns:r="http://schemas.openxmlformats.org/officeDocument/2006/relationships" id="2147483651" r:id="R887358cc35ba4d20"/>
    <p:sldLayoutId xmlns:r="http://schemas.openxmlformats.org/officeDocument/2006/relationships" id="2147483652" r:id="R94d27863a50745de"/>
    <p:sldLayoutId xmlns:r="http://schemas.openxmlformats.org/officeDocument/2006/relationships" id="2147483653" r:id="R60ab4f4553844bf5"/>
    <p:sldLayoutId xmlns:r="http://schemas.openxmlformats.org/officeDocument/2006/relationships" id="2147483654" r:id="R5ccd0c236e054b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0d0217ee6544e62" /><Relationship Type="http://schemas.openxmlformats.org/officeDocument/2006/relationships/notesSlide" Target="/ppt/notesSlides/notesSlide1.xml" Id="Red5625e668f448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fa2e09a63e4700" /><Relationship Type="http://schemas.openxmlformats.org/officeDocument/2006/relationships/notesSlide" Target="/ppt/notesSlides/notesSlide2.xml" Id="R130d429dc6b94b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44c7bcb0234eab" /><Relationship Type="http://schemas.openxmlformats.org/officeDocument/2006/relationships/notesSlide" Target="/ppt/notesSlides/notesSlide3.xml" Id="Ra2a7c1e7de2443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4c555cc9df54a3b" /><Relationship Type="http://schemas.openxmlformats.org/officeDocument/2006/relationships/notesSlide" Target="/ppt/notesSlides/notesSlide4.xml" Id="R27b2c17f42aa43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a33196a2ae54d0e" /><Relationship Type="http://schemas.openxmlformats.org/officeDocument/2006/relationships/notesSlide" Target="/ppt/notesSlides/notesSlide5.xml" Id="R24284eab40f94f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599488170744c2e" /><Relationship Type="http://schemas.openxmlformats.org/officeDocument/2006/relationships/notesSlide" Target="/ppt/notesSlides/notesSlide6.xml" Id="R5a507cca15e64f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750bb0c5634bc1" /><Relationship Type="http://schemas.openxmlformats.org/officeDocument/2006/relationships/notesSlide" Target="/ppt/notesSlides/notesSlide7.xml" Id="R686fc58c2fab4c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6236fba36874628" /><Relationship Type="http://schemas.openxmlformats.org/officeDocument/2006/relationships/notesSlide" Target="/ppt/notesSlides/notesSlide8.xml" Id="R6b8a3168bd624b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7185f969794657" /><Relationship Type="http://schemas.openxmlformats.org/officeDocument/2006/relationships/notesSlide" Target="/ppt/notesSlides/notesSlide9.xml" Id="Re33707c8ad9842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0c171ff705b4ebb" /><Relationship Type="http://schemas.openxmlformats.org/officeDocument/2006/relationships/notesSlide" Target="/ppt/notesSlides/notesSlide10.xml" Id="Rea3d650adea246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2f6c1a8aa604ef6" /><Relationship Type="http://schemas.openxmlformats.org/officeDocument/2006/relationships/notesSlide" Target="/ppt/notesSlides/notesSlide11.xml" Id="R3ea86c8561144c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c0f77be4c7b4031" /><Relationship Type="http://schemas.openxmlformats.org/officeDocument/2006/relationships/notesSlide" Target="/ppt/notesSlides/notesSlide12.xml" Id="R07748e72391f46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0240c546e449c8" /><Relationship Type="http://schemas.openxmlformats.org/officeDocument/2006/relationships/notesSlide" Target="/ppt/notesSlides/notesSlide13.xml" Id="R9e90dd0eed124f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4a9283c69de4e85" /><Relationship Type="http://schemas.openxmlformats.org/officeDocument/2006/relationships/notesSlide" Target="/ppt/notesSlides/notesSlide14.xml" Id="R38a305e0d4b048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ec394aadc2c44e0" /><Relationship Type="http://schemas.openxmlformats.org/officeDocument/2006/relationships/notesSlide" Target="/ppt/notesSlides/notesSlide15.xml" Id="R712d34c9886247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03ec6665dc94b16" /><Relationship Type="http://schemas.openxmlformats.org/officeDocument/2006/relationships/notesSlide" Target="/ppt/notesSlides/notesSlide16.xml" Id="Rfa7a98d53dea4b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dcbf2d8efef4c7f" /><Relationship Type="http://schemas.openxmlformats.org/officeDocument/2006/relationships/notesSlide" Target="/ppt/notesSlides/notesSlide17.xml" Id="R39ff2ee91554416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b4eb2d8d86d4893" /><Relationship Type="http://schemas.openxmlformats.org/officeDocument/2006/relationships/notesSlide" Target="/ppt/notesSlides/notesSlide18.xml" Id="R5814ecb8480b460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0596234e9a848fa" /><Relationship Type="http://schemas.openxmlformats.org/officeDocument/2006/relationships/notesSlide" Target="/ppt/notesSlides/notesSlide19.xml" Id="R31481295badb484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0a9126284624ff1" /><Relationship Type="http://schemas.openxmlformats.org/officeDocument/2006/relationships/notesSlide" Target="/ppt/notesSlides/notesSlide20.xml" Id="Rcc8da7989ca9450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d2451b6c2f247cf" /><Relationship Type="http://schemas.openxmlformats.org/officeDocument/2006/relationships/notesSlide" Target="/ppt/notesSlides/notesSlide21.xml" Id="R926a87db0ab14ec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c40b826745f4d42" /><Relationship Type="http://schemas.openxmlformats.org/officeDocument/2006/relationships/notesSlide" Target="/ppt/notesSlides/notesSlide22.xml" Id="R59ec03449ace4f5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488b5f03de84d66" /><Relationship Type="http://schemas.openxmlformats.org/officeDocument/2006/relationships/notesSlide" Target="/ppt/notesSlides/notesSlide23.xml" Id="R2dd4b5fe1031417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43ed180f6b64329" /><Relationship Type="http://schemas.openxmlformats.org/officeDocument/2006/relationships/notesSlide" Target="/ppt/notesSlides/notesSlide24.xml" Id="R36939d735825428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6aff3c8b54b4dc7" /><Relationship Type="http://schemas.openxmlformats.org/officeDocument/2006/relationships/notesSlide" Target="/ppt/notesSlides/notesSlide25.xml" Id="Re524305d16ab443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dadcbb2b98342b7" /><Relationship Type="http://schemas.openxmlformats.org/officeDocument/2006/relationships/notesSlide" Target="/ppt/notesSlides/notesSlide26.xml" Id="R8f7dca87f315407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201cd676b78411d" /><Relationship Type="http://schemas.openxmlformats.org/officeDocument/2006/relationships/notesSlide" Target="/ppt/notesSlides/notesSlide27.xml" Id="Ra761c1ef69b44b0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2c99e5b3fe34ae1" /><Relationship Type="http://schemas.openxmlformats.org/officeDocument/2006/relationships/notesSlide" Target="/ppt/notesSlides/notesSlide28.xml" Id="R2bda2019ab2a45c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b7042231c8f4687" /><Relationship Type="http://schemas.openxmlformats.org/officeDocument/2006/relationships/notesSlide" Target="/ppt/notesSlides/notesSlide29.xml" Id="R7af2b69fbe43444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f3d3a57874e4a97" /><Relationship Type="http://schemas.openxmlformats.org/officeDocument/2006/relationships/notesSlide" Target="/ppt/notesSlides/notesSlide30.xml" Id="R8100fa3791b84d3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ce4ed82326448b8" /><Relationship Type="http://schemas.openxmlformats.org/officeDocument/2006/relationships/notesSlide" Target="/ppt/notesSlides/notesSlide31.xml" Id="Rcc9d00f233fc4ab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7f18efae76347a1" /><Relationship Type="http://schemas.openxmlformats.org/officeDocument/2006/relationships/notesSlide" Target="/ppt/notesSlides/notesSlide32.xml" Id="Rae067243e5be45f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ea3444bbcbf43bd" /><Relationship Type="http://schemas.openxmlformats.org/officeDocument/2006/relationships/notesSlide" Target="/ppt/notesSlides/notesSlide33.xml" Id="R0b9cc633e5c24b1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440f338aec34019" /><Relationship Type="http://schemas.openxmlformats.org/officeDocument/2006/relationships/notesSlide" Target="/ppt/notesSlides/notesSlide34.xml" Id="R29ae44ec7c294bc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d1c84dfb740408e" /><Relationship Type="http://schemas.openxmlformats.org/officeDocument/2006/relationships/notesSlide" Target="/ppt/notesSlides/notesSlide35.xml" Id="R8ed2b9b2ac4a41c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a4667db64e64f0d" /><Relationship Type="http://schemas.openxmlformats.org/officeDocument/2006/relationships/notesSlide" Target="/ppt/notesSlides/notesSlide36.xml" Id="Re2317b5f3096437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be05d8a28394927" /><Relationship Type="http://schemas.openxmlformats.org/officeDocument/2006/relationships/notesSlide" Target="/ppt/notesSlides/notesSlide37.xml" Id="R406346ea28094e4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448c0ea51a94bb1" /><Relationship Type="http://schemas.openxmlformats.org/officeDocument/2006/relationships/notesSlide" Target="/ppt/notesSlides/notesSlide38.xml" Id="R16fbb3574a3d46c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4582ae7b2c14e62" /><Relationship Type="http://schemas.openxmlformats.org/officeDocument/2006/relationships/notesSlide" Target="/ppt/notesSlides/notesSlide39.xml" Id="Ra6df14d55aa449a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97953f3c0974ebe" /><Relationship Type="http://schemas.openxmlformats.org/officeDocument/2006/relationships/notesSlide" Target="/ppt/notesSlides/notesSlide40.xml" Id="Ra3c1048f87d14d5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5ab314a96484b8d" /><Relationship Type="http://schemas.openxmlformats.org/officeDocument/2006/relationships/notesSlide" Target="/ppt/notesSlides/notesSlide41.xml" Id="R49d25281277e441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b75a51367a149f3" /><Relationship Type="http://schemas.openxmlformats.org/officeDocument/2006/relationships/notesSlide" Target="/ppt/notesSlides/notesSlide42.xml" Id="Ra42f6e8f6e50454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dcd7c087a2174617" /><Relationship Type="http://schemas.openxmlformats.org/officeDocument/2006/relationships/notesSlide" Target="/ppt/notesSlides/notesSlide43.xml" Id="Rf834705cd5ac405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6931d9f85444f50" /><Relationship Type="http://schemas.openxmlformats.org/officeDocument/2006/relationships/notesSlide" Target="/ppt/notesSlides/notesSlide44.xml" Id="Rd96015f840474e3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55da03d35c0e4701" /><Relationship Type="http://schemas.openxmlformats.org/officeDocument/2006/relationships/notesSlide" Target="/ppt/notesSlides/notesSlide45.xml" Id="Re8fec5a2b9604ac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d59f4cc24ece4d25" /><Relationship Type="http://schemas.openxmlformats.org/officeDocument/2006/relationships/notesSlide" Target="/ppt/notesSlides/notesSlide46.xml" Id="Rec9fcc9c7b044d3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3cc8c65cdd68499a" /><Relationship Type="http://schemas.openxmlformats.org/officeDocument/2006/relationships/notesSlide" Target="/ppt/notesSlides/notesSlide47.xml" Id="R140cc7b67dfa44e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3fe71dd614148e9" /><Relationship Type="http://schemas.openxmlformats.org/officeDocument/2006/relationships/notesSlide" Target="/ppt/notesSlides/notesSlide48.xml" Id="R298d5961ec9f4c3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e6bc888bf5c44f8f" /><Relationship Type="http://schemas.openxmlformats.org/officeDocument/2006/relationships/notesSlide" Target="/ppt/notesSlides/notesSlide49.xml" Id="Rf036b33e38ec49b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c264eb665f224a4d" /><Relationship Type="http://schemas.openxmlformats.org/officeDocument/2006/relationships/notesSlide" Target="/ppt/notesSlides/notesSlide50.xml" Id="R2272d52556c4428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6fbda68d2e91458d" /><Relationship Type="http://schemas.openxmlformats.org/officeDocument/2006/relationships/notesSlide" Target="/ppt/notesSlides/notesSlide51.xml" Id="Rab99d6cc88174dc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9497c25971564976" /><Relationship Type="http://schemas.openxmlformats.org/officeDocument/2006/relationships/notesSlide" Target="/ppt/notesSlides/notesSlide52.xml" Id="Rf8e40e6fdbfa4fe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3a5329b4682c477e" /><Relationship Type="http://schemas.openxmlformats.org/officeDocument/2006/relationships/notesSlide" Target="/ppt/notesSlides/notesSlide53.xml" Id="R12b275c3c9574f1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4110a98ef22c4189" /><Relationship Type="http://schemas.openxmlformats.org/officeDocument/2006/relationships/notesSlide" Target="/ppt/notesSlides/notesSlide54.xml" Id="R4505e48828ac4d6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0f11558173754d89" /><Relationship Type="http://schemas.openxmlformats.org/officeDocument/2006/relationships/notesSlide" Target="/ppt/notesSlides/notesSlide55.xml" Id="R73d9a8b0726d468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fd83876adedc4109" /><Relationship Type="http://schemas.openxmlformats.org/officeDocument/2006/relationships/notesSlide" Target="/ppt/notesSlides/notesSlide56.xml" Id="R573c975ae27b416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DE34C2-A3E1-47B4-A091-DE616F58E8FD}"/>
              </a:ext>
            </a:extLst>
          </p:cNvPr>
          <p:cNvSpPr>
            <a:spLocks xmlns:a="http://schemas.openxmlformats.org/drawingml/2006/main" noGrp="1"/>
          </p:cNvSpPr>
          <p:nvPr/>
        </p:nvSpPr>
        <p:spPr>
          <a:xfrm xmlns:a="http://schemas.openxmlformats.org/drawingml/2006/main">
            <a:off x="742950" y="7048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A6C9B"/>
                </a:solidFill>
                <a:latin typeface="Yu Gothic"/>
                <a:ea typeface="Yu Gothic"/>
                <a:cs typeface="Yu Gothic"/>
              </a:defRPr>
            </a:defPPr>
            <a:lvl1pPr>
              <a:buNone/>
              <a:defRPr sz="2250" b="1">
                <a:solidFill>
                  <a:srgbClr val="2A6C9B"/>
                </a:solidFill>
                <a:latin typeface="Yu Gothic"/>
                <a:ea typeface="Yu Gothic"/>
                <a:cs typeface="Yu Gothic"/>
              </a:defRPr>
            </a:lvl1pPr>
            <a:lvl2pPr>
              <a:buNone/>
              <a:defRPr sz="2250" b="1">
                <a:solidFill>
                  <a:srgbClr val="2A6C9B"/>
                </a:solidFill>
                <a:latin typeface="Yu Gothic"/>
                <a:ea typeface="Yu Gothic"/>
                <a:cs typeface="Yu Gothic"/>
              </a:defRPr>
            </a:lvl2pPr>
            <a:lvl3pPr>
              <a:buNone/>
              <a:defRPr sz="2250" b="1">
                <a:solidFill>
                  <a:srgbClr val="2A6C9B"/>
                </a:solidFill>
                <a:latin typeface="Yu Gothic"/>
                <a:ea typeface="Yu Gothic"/>
                <a:cs typeface="Yu Gothic"/>
              </a:defRPr>
            </a:lvl3pPr>
            <a:lvl4pPr>
              <a:buNone/>
              <a:defRPr sz="2250" b="1">
                <a:solidFill>
                  <a:srgbClr val="2A6C9B"/>
                </a:solidFill>
                <a:latin typeface="Yu Gothic"/>
                <a:ea typeface="Yu Gothic"/>
                <a:cs typeface="Yu Gothic"/>
              </a:defRPr>
            </a:lvl4pPr>
            <a:lvl5pPr>
              <a:buNone/>
              <a:defRPr sz="2250" b="1">
                <a:solidFill>
                  <a:srgbClr val="2A6C9B"/>
                </a:solidFill>
                <a:latin typeface="Yu Gothic"/>
                <a:ea typeface="Yu Gothic"/>
                <a:cs typeface="Yu Gothic"/>
              </a:defRPr>
            </a:lvl5pPr>
            <a:lvl6pPr>
              <a:buNone/>
              <a:defRPr sz="2250" b="1">
                <a:solidFill>
                  <a:srgbClr val="2A6C9B"/>
                </a:solidFill>
                <a:latin typeface="Yu Gothic"/>
                <a:ea typeface="Yu Gothic"/>
                <a:cs typeface="Yu Gothic"/>
              </a:defRPr>
            </a:lvl6pPr>
            <a:lvl7pPr>
              <a:buNone/>
              <a:defRPr sz="2250" b="1">
                <a:solidFill>
                  <a:srgbClr val="2A6C9B"/>
                </a:solidFill>
                <a:latin typeface="Yu Gothic"/>
                <a:ea typeface="Yu Gothic"/>
                <a:cs typeface="Yu Gothic"/>
              </a:defRPr>
            </a:lvl7pPr>
            <a:lvl8pPr>
              <a:buNone/>
              <a:defRPr sz="2250" b="1">
                <a:solidFill>
                  <a:srgbClr val="2A6C9B"/>
                </a:solidFill>
                <a:latin typeface="Yu Gothic"/>
                <a:ea typeface="Yu Gothic"/>
                <a:cs typeface="Yu Gothic"/>
              </a:defRPr>
            </a:lvl8pPr>
            <a:lvl9pPr>
              <a:buNone/>
              <a:defRPr sz="2250" b="1">
                <a:solidFill>
                  <a:srgbClr val="2A6C9B"/>
                </a:solidFill>
                <a:latin typeface="Yu Gothic"/>
                <a:ea typeface="Yu Gothic"/>
                <a:cs typeface="Yu Gothic"/>
              </a:defRPr>
            </a:lvl9pPr>
          </a:lstStyle>
          <a:p xmlns:a="http://schemas.openxmlformats.org/drawingml/2006/main">
            <a:pPr>
              <a:buNone/>
              <a:defRPr sz="2250" b="1">
                <a:solidFill>
                  <a:srgbClr val="2A6C9B"/>
                </a:solidFill>
                <a:latin typeface="Yu Gothic"/>
                <a:ea typeface="Yu Gothic"/>
                <a:cs typeface="Yu Gothic"/>
              </a:defRPr>
            </a:pPr>
            <a:r>
              <a:rPr sz="2250" b="1">
                <a:solidFill>
                  <a:srgbClr val="2A6C9B"/>
                </a:solidFill>
                <a:latin typeface="Yu Gothic"/>
                <a:ea typeface="Yu Gothic"/>
                <a:cs typeface="Yu Gothic"/>
              </a:rPr>
              <a:t>工業材料概論　第5回</a:t>
            </a:r>
          </a:p>
        </p:txBody>
      </p:sp>
      <p:sp>
        <p:nvSpPr>
          <p:cNvPr id="2" name="">
            <a:extLst xmlns:a="http://schemas.openxmlformats.org/drawingml/2006/main">
              <a:ext uri="{FF2B5EF4-FFF2-40B4-BE49-F238E27FC236}">
                <a16:creationId xmlns:a16="http://schemas.microsoft.com/office/drawing/2014/main" id="{D73473C2-A762-415E-808F-F31086156406}"/>
              </a:ext>
            </a:extLst>
          </p:cNvPr>
          <p:cNvSpPr>
            <a:spLocks xmlns:a="http://schemas.openxmlformats.org/drawingml/2006/main" noGrp="1"/>
          </p:cNvSpPr>
          <p:nvPr/>
        </p:nvSpPr>
        <p:spPr>
          <a:xfrm xmlns:a="http://schemas.openxmlformats.org/drawingml/2006/main">
            <a:off x="742950" y="1809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750" b="1">
                <a:solidFill>
                  <a:srgbClr val="193B59"/>
                </a:solidFill>
                <a:latin typeface="Yu Gothic"/>
                <a:ea typeface="Yu Gothic"/>
                <a:cs typeface="Yu Gothic"/>
              </a:defRPr>
            </a:defPPr>
            <a:lvl1pPr>
              <a:buNone/>
              <a:defRPr sz="3750" b="1">
                <a:solidFill>
                  <a:srgbClr val="193B59"/>
                </a:solidFill>
                <a:latin typeface="Yu Gothic"/>
                <a:ea typeface="Yu Gothic"/>
                <a:cs typeface="Yu Gothic"/>
              </a:defRPr>
            </a:lvl1pPr>
            <a:lvl2pPr>
              <a:buNone/>
              <a:defRPr sz="3750" b="1">
                <a:solidFill>
                  <a:srgbClr val="193B59"/>
                </a:solidFill>
                <a:latin typeface="Yu Gothic"/>
                <a:ea typeface="Yu Gothic"/>
                <a:cs typeface="Yu Gothic"/>
              </a:defRPr>
            </a:lvl2pPr>
            <a:lvl3pPr>
              <a:buNone/>
              <a:defRPr sz="3750" b="1">
                <a:solidFill>
                  <a:srgbClr val="193B59"/>
                </a:solidFill>
                <a:latin typeface="Yu Gothic"/>
                <a:ea typeface="Yu Gothic"/>
                <a:cs typeface="Yu Gothic"/>
              </a:defRPr>
            </a:lvl3pPr>
            <a:lvl4pPr>
              <a:buNone/>
              <a:defRPr sz="3750" b="1">
                <a:solidFill>
                  <a:srgbClr val="193B59"/>
                </a:solidFill>
                <a:latin typeface="Yu Gothic"/>
                <a:ea typeface="Yu Gothic"/>
                <a:cs typeface="Yu Gothic"/>
              </a:defRPr>
            </a:lvl4pPr>
            <a:lvl5pPr>
              <a:buNone/>
              <a:defRPr sz="3750" b="1">
                <a:solidFill>
                  <a:srgbClr val="193B59"/>
                </a:solidFill>
                <a:latin typeface="Yu Gothic"/>
                <a:ea typeface="Yu Gothic"/>
                <a:cs typeface="Yu Gothic"/>
              </a:defRPr>
            </a:lvl5pPr>
            <a:lvl6pPr>
              <a:buNone/>
              <a:defRPr sz="3750" b="1">
                <a:solidFill>
                  <a:srgbClr val="193B59"/>
                </a:solidFill>
                <a:latin typeface="Yu Gothic"/>
                <a:ea typeface="Yu Gothic"/>
                <a:cs typeface="Yu Gothic"/>
              </a:defRPr>
            </a:lvl6pPr>
            <a:lvl7pPr>
              <a:buNone/>
              <a:defRPr sz="3750" b="1">
                <a:solidFill>
                  <a:srgbClr val="193B59"/>
                </a:solidFill>
                <a:latin typeface="Yu Gothic"/>
                <a:ea typeface="Yu Gothic"/>
                <a:cs typeface="Yu Gothic"/>
              </a:defRPr>
            </a:lvl7pPr>
            <a:lvl8pPr>
              <a:buNone/>
              <a:defRPr sz="3750" b="1">
                <a:solidFill>
                  <a:srgbClr val="193B59"/>
                </a:solidFill>
                <a:latin typeface="Yu Gothic"/>
                <a:ea typeface="Yu Gothic"/>
                <a:cs typeface="Yu Gothic"/>
              </a:defRPr>
            </a:lvl8pPr>
            <a:lvl9pPr>
              <a:buNone/>
              <a:defRPr sz="3750" b="1">
                <a:solidFill>
                  <a:srgbClr val="193B59"/>
                </a:solidFill>
                <a:latin typeface="Yu Gothic"/>
                <a:ea typeface="Yu Gothic"/>
                <a:cs typeface="Yu Gothic"/>
              </a:defRPr>
            </a:lvl9pPr>
          </a:lstStyle>
          <a:p xmlns:a="http://schemas.openxmlformats.org/drawingml/2006/main">
            <a:pPr>
              <a:buNone/>
              <a:defRPr sz="3750" b="1">
                <a:solidFill>
                  <a:srgbClr val="193B59"/>
                </a:solidFill>
                <a:latin typeface="Yu Gothic"/>
                <a:ea typeface="Yu Gothic"/>
                <a:cs typeface="Yu Gothic"/>
              </a:defRPr>
            </a:pPr>
            <a:r>
              <a:rPr sz="3750" b="1">
                <a:solidFill>
                  <a:srgbClr val="193B59"/>
                </a:solidFill>
                <a:latin typeface="Yu Gothic"/>
                <a:ea typeface="Yu Gothic"/>
                <a:cs typeface="Yu Gothic"/>
              </a:rPr>
              <a:t>金属の構造と性質</a:t>
            </a:r>
          </a:p>
        </p:txBody>
      </p:sp>
      <p:sp>
        <p:nvSpPr>
          <p:cNvPr id="3" name="">
            <a:extLst xmlns:a="http://schemas.openxmlformats.org/drawingml/2006/main">
              <a:ext uri="{FF2B5EF4-FFF2-40B4-BE49-F238E27FC236}">
                <a16:creationId xmlns:a16="http://schemas.microsoft.com/office/drawing/2014/main" id="{12FCCD88-530D-4C3C-B302-0F7DF314EE02}"/>
              </a:ext>
            </a:extLst>
          </p:cNvPr>
          <p:cNvSpPr>
            <a:spLocks xmlns:a="http://schemas.openxmlformats.org/drawingml/2006/main" noGrp="1"/>
          </p:cNvSpPr>
          <p:nvPr/>
        </p:nvSpPr>
        <p:spPr>
          <a:xfrm xmlns:a="http://schemas.openxmlformats.org/drawingml/2006/main">
            <a:off x="809625" y="37623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43845"/>
                </a:solidFill>
                <a:latin typeface="Yu Gothic"/>
                <a:ea typeface="Yu Gothic"/>
                <a:cs typeface="Yu Gothic"/>
              </a:defRPr>
            </a:defPPr>
            <a:lvl1pPr>
              <a:buNone/>
              <a:defRPr sz="2250" b="0">
                <a:solidFill>
                  <a:srgbClr val="243845"/>
                </a:solidFill>
                <a:latin typeface="Yu Gothic"/>
                <a:ea typeface="Yu Gothic"/>
                <a:cs typeface="Yu Gothic"/>
              </a:defRPr>
            </a:lvl1pPr>
            <a:lvl2pPr>
              <a:buNone/>
              <a:defRPr sz="2250" b="0">
                <a:solidFill>
                  <a:srgbClr val="243845"/>
                </a:solidFill>
                <a:latin typeface="Yu Gothic"/>
                <a:ea typeface="Yu Gothic"/>
                <a:cs typeface="Yu Gothic"/>
              </a:defRPr>
            </a:lvl2pPr>
            <a:lvl3pPr>
              <a:buNone/>
              <a:defRPr sz="2250" b="0">
                <a:solidFill>
                  <a:srgbClr val="243845"/>
                </a:solidFill>
                <a:latin typeface="Yu Gothic"/>
                <a:ea typeface="Yu Gothic"/>
                <a:cs typeface="Yu Gothic"/>
              </a:defRPr>
            </a:lvl3pPr>
            <a:lvl4pPr>
              <a:buNone/>
              <a:defRPr sz="2250" b="0">
                <a:solidFill>
                  <a:srgbClr val="243845"/>
                </a:solidFill>
                <a:latin typeface="Yu Gothic"/>
                <a:ea typeface="Yu Gothic"/>
                <a:cs typeface="Yu Gothic"/>
              </a:defRPr>
            </a:lvl4pPr>
            <a:lvl5pPr>
              <a:buNone/>
              <a:defRPr sz="2250" b="0">
                <a:solidFill>
                  <a:srgbClr val="243845"/>
                </a:solidFill>
                <a:latin typeface="Yu Gothic"/>
                <a:ea typeface="Yu Gothic"/>
                <a:cs typeface="Yu Gothic"/>
              </a:defRPr>
            </a:lvl5pPr>
            <a:lvl6pPr>
              <a:buNone/>
              <a:defRPr sz="2250" b="0">
                <a:solidFill>
                  <a:srgbClr val="243845"/>
                </a:solidFill>
                <a:latin typeface="Yu Gothic"/>
                <a:ea typeface="Yu Gothic"/>
                <a:cs typeface="Yu Gothic"/>
              </a:defRPr>
            </a:lvl6pPr>
            <a:lvl7pPr>
              <a:buNone/>
              <a:defRPr sz="2250" b="0">
                <a:solidFill>
                  <a:srgbClr val="243845"/>
                </a:solidFill>
                <a:latin typeface="Yu Gothic"/>
                <a:ea typeface="Yu Gothic"/>
                <a:cs typeface="Yu Gothic"/>
              </a:defRPr>
            </a:lvl7pPr>
            <a:lvl8pPr>
              <a:buNone/>
              <a:defRPr sz="2250" b="0">
                <a:solidFill>
                  <a:srgbClr val="243845"/>
                </a:solidFill>
                <a:latin typeface="Yu Gothic"/>
                <a:ea typeface="Yu Gothic"/>
                <a:cs typeface="Yu Gothic"/>
              </a:defRPr>
            </a:lvl8pPr>
            <a:lvl9pPr>
              <a:buNone/>
              <a:defRPr sz="2250" b="0">
                <a:solidFill>
                  <a:srgbClr val="243845"/>
                </a:solidFill>
                <a:latin typeface="Yu Gothic"/>
                <a:ea typeface="Yu Gothic"/>
                <a:cs typeface="Yu Gothic"/>
              </a:defRPr>
            </a:lvl9pPr>
          </a:lstStyle>
          <a:p xmlns:a="http://schemas.openxmlformats.org/drawingml/2006/main">
            <a:pPr>
              <a:buNone/>
              <a:defRPr sz="2250" b="0">
                <a:solidFill>
                  <a:srgbClr val="243845"/>
                </a:solidFill>
                <a:latin typeface="Yu Gothic"/>
                <a:ea typeface="Yu Gothic"/>
                <a:cs typeface="Yu Gothic"/>
              </a:defRPr>
            </a:pPr>
            <a:r>
              <a:rPr sz="2250" b="0">
                <a:solidFill>
                  <a:srgbClr val="243845"/>
                </a:solidFill>
                <a:latin typeface="Yu Gothic"/>
                <a:ea typeface="Yu Gothic"/>
                <a:cs typeface="Yu Gothic"/>
              </a:rPr>
              <a:t>構造・加工・使用条件から材料を選ぶ</a:t>
            </a:r>
          </a:p>
        </p:txBody>
      </p:sp>
      <p:sp>
        <p:nvSpPr>
          <p:cNvPr id="4" name="">
            <a:extLst xmlns:a="http://schemas.openxmlformats.org/drawingml/2006/main">
              <a:ext uri="{FF2B5EF4-FFF2-40B4-BE49-F238E27FC236}">
                <a16:creationId xmlns:a16="http://schemas.microsoft.com/office/drawing/2014/main" id="{890F5BF6-C754-49EB-AE15-3AE715D9FAAD}"/>
              </a:ext>
            </a:extLst>
          </p:cNvPr>
          <p:cNvSpPr>
            <a:spLocks xmlns:a="http://schemas.openxmlformats.org/drawingml/2006/main" noGrp="1"/>
          </p:cNvSpPr>
          <p:nvPr/>
        </p:nvSpPr>
        <p:spPr>
          <a:xfrm xmlns:a="http://schemas.openxmlformats.org/drawingml/2006/main">
            <a:off x="809625" y="52387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43845"/>
                </a:solidFill>
                <a:latin typeface="Yu Gothic"/>
                <a:ea typeface="Yu Gothic"/>
                <a:cs typeface="Yu Gothic"/>
              </a:defRPr>
            </a:defPPr>
            <a:lvl1pPr>
              <a:buNone/>
              <a:defRPr sz="2025" b="0">
                <a:solidFill>
                  <a:srgbClr val="243845"/>
                </a:solidFill>
                <a:latin typeface="Yu Gothic"/>
                <a:ea typeface="Yu Gothic"/>
                <a:cs typeface="Yu Gothic"/>
              </a:defRPr>
            </a:lvl1pPr>
            <a:lvl2pPr>
              <a:buNone/>
              <a:defRPr sz="2025" b="0">
                <a:solidFill>
                  <a:srgbClr val="243845"/>
                </a:solidFill>
                <a:latin typeface="Yu Gothic"/>
                <a:ea typeface="Yu Gothic"/>
                <a:cs typeface="Yu Gothic"/>
              </a:defRPr>
            </a:lvl2pPr>
            <a:lvl3pPr>
              <a:buNone/>
              <a:defRPr sz="2025" b="0">
                <a:solidFill>
                  <a:srgbClr val="243845"/>
                </a:solidFill>
                <a:latin typeface="Yu Gothic"/>
                <a:ea typeface="Yu Gothic"/>
                <a:cs typeface="Yu Gothic"/>
              </a:defRPr>
            </a:lvl3pPr>
            <a:lvl4pPr>
              <a:buNone/>
              <a:defRPr sz="2025" b="0">
                <a:solidFill>
                  <a:srgbClr val="243845"/>
                </a:solidFill>
                <a:latin typeface="Yu Gothic"/>
                <a:ea typeface="Yu Gothic"/>
                <a:cs typeface="Yu Gothic"/>
              </a:defRPr>
            </a:lvl4pPr>
            <a:lvl5pPr>
              <a:buNone/>
              <a:defRPr sz="2025" b="0">
                <a:solidFill>
                  <a:srgbClr val="243845"/>
                </a:solidFill>
                <a:latin typeface="Yu Gothic"/>
                <a:ea typeface="Yu Gothic"/>
                <a:cs typeface="Yu Gothic"/>
              </a:defRPr>
            </a:lvl5pPr>
            <a:lvl6pPr>
              <a:buNone/>
              <a:defRPr sz="2025" b="0">
                <a:solidFill>
                  <a:srgbClr val="243845"/>
                </a:solidFill>
                <a:latin typeface="Yu Gothic"/>
                <a:ea typeface="Yu Gothic"/>
                <a:cs typeface="Yu Gothic"/>
              </a:defRPr>
            </a:lvl6pPr>
            <a:lvl7pPr>
              <a:buNone/>
              <a:defRPr sz="2025" b="0">
                <a:solidFill>
                  <a:srgbClr val="243845"/>
                </a:solidFill>
                <a:latin typeface="Yu Gothic"/>
                <a:ea typeface="Yu Gothic"/>
                <a:cs typeface="Yu Gothic"/>
              </a:defRPr>
            </a:lvl7pPr>
            <a:lvl8pPr>
              <a:buNone/>
              <a:defRPr sz="2025" b="0">
                <a:solidFill>
                  <a:srgbClr val="243845"/>
                </a:solidFill>
                <a:latin typeface="Yu Gothic"/>
                <a:ea typeface="Yu Gothic"/>
                <a:cs typeface="Yu Gothic"/>
              </a:defRPr>
            </a:lvl8pPr>
            <a:lvl9pPr>
              <a:buNone/>
              <a:defRPr sz="2025" b="0">
                <a:solidFill>
                  <a:srgbClr val="243845"/>
                </a:solidFill>
                <a:latin typeface="Yu Gothic"/>
                <a:ea typeface="Yu Gothic"/>
                <a:cs typeface="Yu Gothic"/>
              </a:defRPr>
            </a:lvl9pPr>
          </a:lstStyle>
          <a:p xmlns:a="http://schemas.openxmlformats.org/drawingml/2006/main">
            <a:pPr>
              <a:buNone/>
              <a:defRPr sz="2025" b="0">
                <a:solidFill>
                  <a:srgbClr val="243845"/>
                </a:solidFill>
                <a:latin typeface="Yu Gothic"/>
                <a:ea typeface="Yu Gothic"/>
                <a:cs typeface="Yu Gothic"/>
              </a:defRPr>
            </a:pPr>
            <a:r>
              <a:rPr sz="2025" b="0">
                <a:solidFill>
                  <a:srgbClr val="243845"/>
                </a:solidFill>
                <a:latin typeface="Yu Gothic"/>
                <a:ea typeface="Yu Gothic"/>
                <a:cs typeface="Yu Gothic"/>
              </a:rPr>
              <a:t>米延 仁志</a:t>
            </a:r>
          </a:p>
        </p:txBody>
      </p:sp>
      <p:sp>
        <p:nvSpPr>
          <p:cNvPr id="5" name="">
            <a:extLst xmlns:a="http://schemas.openxmlformats.org/drawingml/2006/main">
              <a:ext uri="{FF2B5EF4-FFF2-40B4-BE49-F238E27FC236}">
                <a16:creationId xmlns:a16="http://schemas.microsoft.com/office/drawing/2014/main" id="{BABE5560-FE5C-4CB8-BC00-294C068E7EC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6" name="">
            <a:extLst xmlns:a="http://schemas.openxmlformats.org/drawingml/2006/main">
              <a:ext uri="{FF2B5EF4-FFF2-40B4-BE49-F238E27FC236}">
                <a16:creationId xmlns:a16="http://schemas.microsoft.com/office/drawing/2014/main" id="{28BF9BE5-B6B6-4F40-AC0C-C23346674788}"/>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 / 56</a:t>
            </a:r>
          </a:p>
        </p:txBody>
      </p:sp>
    </p:spTree>
    <p:extLst>
      <p:ext uri="{BB962C8B-B14F-4D97-AF65-F5344CB8AC3E}">
        <p14:creationId xmlns:p14="http://schemas.microsoft.com/office/powerpoint/2010/main" val="11766939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293095-070A-4793-8446-A33DBFE0652B}"/>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今回の到達点</a:t>
            </a:r>
          </a:p>
        </p:txBody>
      </p:sp>
      <p:sp>
        <p:nvSpPr>
          <p:cNvPr id="2" name="">
            <a:extLst xmlns:a="http://schemas.openxmlformats.org/drawingml/2006/main">
              <a:ext uri="{FF2B5EF4-FFF2-40B4-BE49-F238E27FC236}">
                <a16:creationId xmlns:a16="http://schemas.microsoft.com/office/drawing/2014/main" id="{A7F7F9F8-9518-4C77-8E3E-35169B056B3E}"/>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CD0CF6A-1F63-4997-A26E-582039C8FA05}"/>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金属結合・結晶・結晶粒を図で説明する</a:t>
            </a:r>
          </a:p>
        </p:txBody>
      </p:sp>
      <p:sp>
        <p:nvSpPr>
          <p:cNvPr id="4" name="">
            <a:extLst xmlns:a="http://schemas.openxmlformats.org/drawingml/2006/main">
              <a:ext uri="{FF2B5EF4-FFF2-40B4-BE49-F238E27FC236}">
                <a16:creationId xmlns:a16="http://schemas.microsoft.com/office/drawing/2014/main" id="{E6437374-1BB6-4468-B73B-4695570F6E62}"/>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原子数と密度を区別する</a:t>
            </a:r>
          </a:p>
        </p:txBody>
      </p:sp>
      <p:sp>
        <p:nvSpPr>
          <p:cNvPr id="5" name="">
            <a:extLst xmlns:a="http://schemas.openxmlformats.org/drawingml/2006/main">
              <a:ext uri="{FF2B5EF4-FFF2-40B4-BE49-F238E27FC236}">
                <a16:creationId xmlns:a16="http://schemas.microsoft.com/office/drawing/2014/main" id="{13275659-BAFA-4BD4-A383-422EE7904BF4}"/>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変形と強化の見通しを持つ</a:t>
            </a:r>
          </a:p>
        </p:txBody>
      </p:sp>
      <p:sp>
        <p:nvSpPr>
          <p:cNvPr id="6" name="">
            <a:extLst xmlns:a="http://schemas.openxmlformats.org/drawingml/2006/main">
              <a:ext uri="{FF2B5EF4-FFF2-40B4-BE49-F238E27FC236}">
                <a16:creationId xmlns:a16="http://schemas.microsoft.com/office/drawing/2014/main" id="{3E6453A4-0EA4-4CAF-A14B-A2D88CF2C4CB}"/>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部品の要求と物性表の条件を対応させる</a:t>
            </a:r>
          </a:p>
        </p:txBody>
      </p:sp>
      <p:sp>
        <p:nvSpPr>
          <p:cNvPr id="7" name="">
            <a:extLst xmlns:a="http://schemas.openxmlformats.org/drawingml/2006/main">
              <a:ext uri="{FF2B5EF4-FFF2-40B4-BE49-F238E27FC236}">
                <a16:creationId xmlns:a16="http://schemas.microsoft.com/office/drawing/2014/main" id="{FD4938EE-7F10-4BA4-9591-BCB856E9A5CE}"/>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8" name="">
            <a:extLst xmlns:a="http://schemas.openxmlformats.org/drawingml/2006/main">
              <a:ext uri="{FF2B5EF4-FFF2-40B4-BE49-F238E27FC236}">
                <a16:creationId xmlns:a16="http://schemas.microsoft.com/office/drawing/2014/main" id="{40EBAF6A-E62C-4ED2-853A-D539692832A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 / 56</a:t>
            </a:r>
          </a:p>
        </p:txBody>
      </p:sp>
    </p:spTree>
    <p:extLst>
      <p:ext uri="{BB962C8B-B14F-4D97-AF65-F5344CB8AC3E}">
        <p14:creationId xmlns:p14="http://schemas.microsoft.com/office/powerpoint/2010/main" val="19774405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F30FEA3-BF7A-4A76-BB5A-F31C9B437D4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金属が使われる場所</a:t>
            </a:r>
          </a:p>
        </p:txBody>
      </p:sp>
      <p:sp>
        <p:nvSpPr>
          <p:cNvPr id="2" name="">
            <a:extLst xmlns:a="http://schemas.openxmlformats.org/drawingml/2006/main">
              <a:ext uri="{FF2B5EF4-FFF2-40B4-BE49-F238E27FC236}">
                <a16:creationId xmlns:a16="http://schemas.microsoft.com/office/drawing/2014/main" id="{E9696F1F-BD5C-47C7-9B05-6BD8168AA1DC}"/>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5" name="">
            <a:extLst xmlns:a="http://schemas.openxmlformats.org/drawingml/2006/main">
              <a:ext uri="{FF2B5EF4-FFF2-40B4-BE49-F238E27FC236}">
                <a16:creationId xmlns:a16="http://schemas.microsoft.com/office/drawing/2014/main" id="{2DB47883-C1BF-4AF9-83B9-ED73A52B9BCE}"/>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16" name="">
            <a:extLst xmlns:a="http://schemas.openxmlformats.org/drawingml/2006/main">
              <a:ext uri="{FF2B5EF4-FFF2-40B4-BE49-F238E27FC236}">
                <a16:creationId xmlns:a16="http://schemas.microsoft.com/office/drawing/2014/main" id="{439EC796-1025-430D-9F41-3738C4640FF8}"/>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 / 56</a:t>
            </a:r>
          </a:p>
        </p:txBody>
      </p:sp>
      <p:sp>
        <p:nvSpPr>
          <p:cNvPr id="18" name="">
            <a:extLst xmlns:a="http://schemas.openxmlformats.org/drawingml/2006/main">
              <a:ext uri="{FF2B5EF4-FFF2-40B4-BE49-F238E27FC236}">
                <a16:creationId xmlns:a16="http://schemas.microsoft.com/office/drawing/2014/main" id="{9BADCF59-83A1-4909-A9FF-A5172D29378A}"/>
              </a:ext>
            </a:extLst>
          </p:cNvPr>
          <p:cNvSpPr>
            <a:spLocks xmlns:a="http://schemas.openxmlformats.org/drawingml/2006/main" noGrp="1"/>
          </p:cNvSpPr>
          <p:nvPr/>
        </p:nvSpPr>
        <p:spPr>
          <a:xfrm xmlns:a="http://schemas.openxmlformats.org/drawingml/2006/main">
            <a:off x="1190625" y="2686482"/>
            <a:ext cx="2095500" cy="437285"/>
          </a:xfrm>
          <a:custGeom xmlns:a="http://schemas.openxmlformats.org/drawingml/2006/main">
            <a:pathLst>
              <a:path w="2095500" h="437285">
                <a:moveTo>
                  <a:pt x="0" y="218643"/>
                </a:moveTo>
                <a:lnTo>
                  <a:pt x="13970" y="273124"/>
                </a:lnTo>
                <a:lnTo>
                  <a:pt x="27940" y="324183"/>
                </a:lnTo>
                <a:lnTo>
                  <a:pt x="41910" y="368610"/>
                </a:lnTo>
                <a:lnTo>
                  <a:pt x="55880" y="403614"/>
                </a:lnTo>
                <a:lnTo>
                  <a:pt x="69850" y="426995"/>
                </a:lnTo>
                <a:lnTo>
                  <a:pt x="83820" y="437285"/>
                </a:lnTo>
                <a:lnTo>
                  <a:pt x="97790" y="433837"/>
                </a:lnTo>
                <a:lnTo>
                  <a:pt x="111760" y="416868"/>
                </a:lnTo>
                <a:lnTo>
                  <a:pt x="125730" y="387443"/>
                </a:lnTo>
                <a:lnTo>
                  <a:pt x="139700" y="347412"/>
                </a:lnTo>
                <a:lnTo>
                  <a:pt x="153670" y="299290"/>
                </a:lnTo>
                <a:lnTo>
                  <a:pt x="167640" y="246100"/>
                </a:lnTo>
                <a:lnTo>
                  <a:pt x="181610" y="191185"/>
                </a:lnTo>
                <a:lnTo>
                  <a:pt x="195580" y="137996"/>
                </a:lnTo>
                <a:lnTo>
                  <a:pt x="209550" y="89874"/>
                </a:lnTo>
                <a:lnTo>
                  <a:pt x="223520" y="49843"/>
                </a:lnTo>
                <a:lnTo>
                  <a:pt x="237490" y="20418"/>
                </a:lnTo>
                <a:lnTo>
                  <a:pt x="251460" y="3448"/>
                </a:lnTo>
                <a:lnTo>
                  <a:pt x="265430" y="0"/>
                </a:lnTo>
                <a:lnTo>
                  <a:pt x="279400" y="10290"/>
                </a:lnTo>
                <a:lnTo>
                  <a:pt x="293370" y="33672"/>
                </a:lnTo>
                <a:lnTo>
                  <a:pt x="307340" y="68676"/>
                </a:lnTo>
                <a:lnTo>
                  <a:pt x="321310" y="113103"/>
                </a:lnTo>
                <a:lnTo>
                  <a:pt x="335280" y="164161"/>
                </a:lnTo>
                <a:lnTo>
                  <a:pt x="349250" y="218643"/>
                </a:lnTo>
                <a:lnTo>
                  <a:pt x="363220" y="273124"/>
                </a:lnTo>
                <a:lnTo>
                  <a:pt x="377190" y="324183"/>
                </a:lnTo>
                <a:lnTo>
                  <a:pt x="391160" y="368610"/>
                </a:lnTo>
                <a:lnTo>
                  <a:pt x="405130" y="403614"/>
                </a:lnTo>
                <a:lnTo>
                  <a:pt x="419100" y="426995"/>
                </a:lnTo>
                <a:lnTo>
                  <a:pt x="433070" y="437285"/>
                </a:lnTo>
                <a:lnTo>
                  <a:pt x="447040" y="433837"/>
                </a:lnTo>
                <a:lnTo>
                  <a:pt x="461010" y="416868"/>
                </a:lnTo>
                <a:lnTo>
                  <a:pt x="474980" y="387443"/>
                </a:lnTo>
                <a:lnTo>
                  <a:pt x="488950" y="347412"/>
                </a:lnTo>
                <a:lnTo>
                  <a:pt x="502920" y="299290"/>
                </a:lnTo>
                <a:lnTo>
                  <a:pt x="516890" y="246100"/>
                </a:lnTo>
                <a:lnTo>
                  <a:pt x="530860" y="191185"/>
                </a:lnTo>
                <a:lnTo>
                  <a:pt x="544830" y="137996"/>
                </a:lnTo>
                <a:lnTo>
                  <a:pt x="558800" y="89874"/>
                </a:lnTo>
                <a:lnTo>
                  <a:pt x="572770" y="49843"/>
                </a:lnTo>
                <a:lnTo>
                  <a:pt x="586740" y="20418"/>
                </a:lnTo>
                <a:lnTo>
                  <a:pt x="600710" y="3448"/>
                </a:lnTo>
                <a:lnTo>
                  <a:pt x="614680" y="0"/>
                </a:lnTo>
                <a:lnTo>
                  <a:pt x="628650" y="10290"/>
                </a:lnTo>
                <a:lnTo>
                  <a:pt x="642620" y="33672"/>
                </a:lnTo>
                <a:lnTo>
                  <a:pt x="656590" y="68676"/>
                </a:lnTo>
                <a:lnTo>
                  <a:pt x="670560" y="113103"/>
                </a:lnTo>
                <a:lnTo>
                  <a:pt x="684530" y="164161"/>
                </a:lnTo>
                <a:lnTo>
                  <a:pt x="698500" y="218643"/>
                </a:lnTo>
                <a:lnTo>
                  <a:pt x="712470" y="273124"/>
                </a:lnTo>
                <a:lnTo>
                  <a:pt x="726440" y="324183"/>
                </a:lnTo>
                <a:lnTo>
                  <a:pt x="740410" y="368610"/>
                </a:lnTo>
                <a:lnTo>
                  <a:pt x="754380" y="403614"/>
                </a:lnTo>
                <a:lnTo>
                  <a:pt x="768350" y="426995"/>
                </a:lnTo>
                <a:lnTo>
                  <a:pt x="782320" y="437285"/>
                </a:lnTo>
                <a:lnTo>
                  <a:pt x="796290" y="433837"/>
                </a:lnTo>
                <a:lnTo>
                  <a:pt x="810260" y="416868"/>
                </a:lnTo>
                <a:lnTo>
                  <a:pt x="824230" y="387443"/>
                </a:lnTo>
                <a:lnTo>
                  <a:pt x="838200" y="347412"/>
                </a:lnTo>
                <a:lnTo>
                  <a:pt x="852170" y="299290"/>
                </a:lnTo>
                <a:lnTo>
                  <a:pt x="866140" y="246100"/>
                </a:lnTo>
                <a:lnTo>
                  <a:pt x="880110" y="191185"/>
                </a:lnTo>
                <a:lnTo>
                  <a:pt x="894080" y="137996"/>
                </a:lnTo>
                <a:lnTo>
                  <a:pt x="908050" y="89874"/>
                </a:lnTo>
                <a:lnTo>
                  <a:pt x="922020" y="49843"/>
                </a:lnTo>
                <a:lnTo>
                  <a:pt x="935990" y="20418"/>
                </a:lnTo>
                <a:lnTo>
                  <a:pt x="949960" y="3448"/>
                </a:lnTo>
                <a:lnTo>
                  <a:pt x="963930" y="0"/>
                </a:lnTo>
                <a:lnTo>
                  <a:pt x="977900" y="10290"/>
                </a:lnTo>
                <a:lnTo>
                  <a:pt x="991870" y="33672"/>
                </a:lnTo>
                <a:lnTo>
                  <a:pt x="1005840" y="68676"/>
                </a:lnTo>
                <a:lnTo>
                  <a:pt x="1019810" y="113103"/>
                </a:lnTo>
                <a:lnTo>
                  <a:pt x="1033780" y="164161"/>
                </a:lnTo>
                <a:lnTo>
                  <a:pt x="1047750" y="218643"/>
                </a:lnTo>
                <a:lnTo>
                  <a:pt x="1061720" y="273124"/>
                </a:lnTo>
                <a:lnTo>
                  <a:pt x="1075690" y="324183"/>
                </a:lnTo>
                <a:lnTo>
                  <a:pt x="1089660" y="368610"/>
                </a:lnTo>
                <a:lnTo>
                  <a:pt x="1103630" y="403614"/>
                </a:lnTo>
                <a:lnTo>
                  <a:pt x="1117600" y="426995"/>
                </a:lnTo>
                <a:lnTo>
                  <a:pt x="1131570" y="437285"/>
                </a:lnTo>
                <a:lnTo>
                  <a:pt x="1145540" y="433837"/>
                </a:lnTo>
                <a:lnTo>
                  <a:pt x="1159510" y="416868"/>
                </a:lnTo>
                <a:lnTo>
                  <a:pt x="1173480" y="387443"/>
                </a:lnTo>
                <a:lnTo>
                  <a:pt x="1187450" y="347412"/>
                </a:lnTo>
                <a:lnTo>
                  <a:pt x="1201420" y="299290"/>
                </a:lnTo>
                <a:lnTo>
                  <a:pt x="1215390" y="246100"/>
                </a:lnTo>
                <a:lnTo>
                  <a:pt x="1229360" y="191185"/>
                </a:lnTo>
                <a:lnTo>
                  <a:pt x="1243330" y="137996"/>
                </a:lnTo>
                <a:lnTo>
                  <a:pt x="1257300" y="89874"/>
                </a:lnTo>
                <a:lnTo>
                  <a:pt x="1271270" y="49843"/>
                </a:lnTo>
                <a:lnTo>
                  <a:pt x="1285240" y="20418"/>
                </a:lnTo>
                <a:lnTo>
                  <a:pt x="1299210" y="3448"/>
                </a:lnTo>
                <a:lnTo>
                  <a:pt x="1313180" y="0"/>
                </a:lnTo>
                <a:lnTo>
                  <a:pt x="1327150" y="10290"/>
                </a:lnTo>
                <a:lnTo>
                  <a:pt x="1341120" y="33672"/>
                </a:lnTo>
                <a:lnTo>
                  <a:pt x="1355090" y="68676"/>
                </a:lnTo>
                <a:lnTo>
                  <a:pt x="1369060" y="113103"/>
                </a:lnTo>
                <a:lnTo>
                  <a:pt x="1383030" y="164161"/>
                </a:lnTo>
                <a:lnTo>
                  <a:pt x="1397000" y="218643"/>
                </a:lnTo>
                <a:lnTo>
                  <a:pt x="1410970" y="273124"/>
                </a:lnTo>
                <a:lnTo>
                  <a:pt x="1424940" y="324183"/>
                </a:lnTo>
                <a:lnTo>
                  <a:pt x="1438910" y="368610"/>
                </a:lnTo>
                <a:lnTo>
                  <a:pt x="1452880" y="403614"/>
                </a:lnTo>
                <a:lnTo>
                  <a:pt x="1466850" y="426995"/>
                </a:lnTo>
                <a:lnTo>
                  <a:pt x="1480820" y="437285"/>
                </a:lnTo>
                <a:lnTo>
                  <a:pt x="1494790" y="433837"/>
                </a:lnTo>
                <a:lnTo>
                  <a:pt x="1508760" y="416868"/>
                </a:lnTo>
                <a:lnTo>
                  <a:pt x="1522730" y="387443"/>
                </a:lnTo>
                <a:lnTo>
                  <a:pt x="1536700" y="347412"/>
                </a:lnTo>
                <a:lnTo>
                  <a:pt x="1550670" y="299290"/>
                </a:lnTo>
                <a:lnTo>
                  <a:pt x="1564640" y="246100"/>
                </a:lnTo>
                <a:lnTo>
                  <a:pt x="1578610" y="191185"/>
                </a:lnTo>
                <a:lnTo>
                  <a:pt x="1592580" y="137996"/>
                </a:lnTo>
                <a:lnTo>
                  <a:pt x="1606550" y="89874"/>
                </a:lnTo>
                <a:lnTo>
                  <a:pt x="1620520" y="49843"/>
                </a:lnTo>
                <a:lnTo>
                  <a:pt x="1634490" y="20418"/>
                </a:lnTo>
                <a:lnTo>
                  <a:pt x="1648460" y="3448"/>
                </a:lnTo>
                <a:lnTo>
                  <a:pt x="1662430" y="0"/>
                </a:lnTo>
                <a:lnTo>
                  <a:pt x="1676400" y="10290"/>
                </a:lnTo>
                <a:lnTo>
                  <a:pt x="1690370" y="33672"/>
                </a:lnTo>
                <a:lnTo>
                  <a:pt x="1704340" y="68676"/>
                </a:lnTo>
                <a:lnTo>
                  <a:pt x="1718310" y="113103"/>
                </a:lnTo>
                <a:lnTo>
                  <a:pt x="1732280" y="164161"/>
                </a:lnTo>
                <a:lnTo>
                  <a:pt x="1746250" y="218643"/>
                </a:lnTo>
                <a:lnTo>
                  <a:pt x="1760220" y="273124"/>
                </a:lnTo>
                <a:lnTo>
                  <a:pt x="1774190" y="324183"/>
                </a:lnTo>
                <a:lnTo>
                  <a:pt x="1788160" y="368610"/>
                </a:lnTo>
                <a:lnTo>
                  <a:pt x="1802130" y="403614"/>
                </a:lnTo>
                <a:lnTo>
                  <a:pt x="1816100" y="426995"/>
                </a:lnTo>
                <a:lnTo>
                  <a:pt x="1830070" y="437285"/>
                </a:lnTo>
                <a:lnTo>
                  <a:pt x="1844040" y="433837"/>
                </a:lnTo>
                <a:lnTo>
                  <a:pt x="1858010" y="416868"/>
                </a:lnTo>
                <a:lnTo>
                  <a:pt x="1871980" y="387443"/>
                </a:lnTo>
                <a:lnTo>
                  <a:pt x="1885950" y="347412"/>
                </a:lnTo>
                <a:lnTo>
                  <a:pt x="1899920" y="299290"/>
                </a:lnTo>
                <a:lnTo>
                  <a:pt x="1913890" y="246100"/>
                </a:lnTo>
                <a:lnTo>
                  <a:pt x="1927860" y="191185"/>
                </a:lnTo>
                <a:lnTo>
                  <a:pt x="1941830" y="137996"/>
                </a:lnTo>
                <a:lnTo>
                  <a:pt x="1955800" y="89874"/>
                </a:lnTo>
                <a:lnTo>
                  <a:pt x="1969770" y="49843"/>
                </a:lnTo>
                <a:lnTo>
                  <a:pt x="1983740" y="20418"/>
                </a:lnTo>
                <a:lnTo>
                  <a:pt x="1997710" y="3448"/>
                </a:lnTo>
                <a:lnTo>
                  <a:pt x="2011680" y="0"/>
                </a:lnTo>
                <a:lnTo>
                  <a:pt x="2025650" y="10290"/>
                </a:lnTo>
                <a:lnTo>
                  <a:pt x="2039620" y="33672"/>
                </a:lnTo>
                <a:lnTo>
                  <a:pt x="2053590" y="68676"/>
                </a:lnTo>
                <a:lnTo>
                  <a:pt x="2067560" y="113103"/>
                </a:lnTo>
                <a:lnTo>
                  <a:pt x="2081530" y="164161"/>
                </a:lnTo>
                <a:lnTo>
                  <a:pt x="2095500" y="218643"/>
                </a:lnTo>
              </a:path>
            </a:pathLst>
          </a:custGeom>
          <a:noFill xmlns:a="http://schemas.openxmlformats.org/drawingml/2006/main"/>
          <a:ln xmlns:a="http://schemas.openxmlformats.org/drawingml/2006/main" w="38100">
            <a:solidFill>
              <a:srgbClr val="2876A8"/>
            </a:solidFill>
          </a:ln>
        </p:spPr>
      </p:sp>
      <p:sp>
        <p:nvSpPr>
          <p:cNvPr id="19" name="">
            <a:extLst xmlns:a="http://schemas.openxmlformats.org/drawingml/2006/main">
              <a:ext uri="{FF2B5EF4-FFF2-40B4-BE49-F238E27FC236}">
                <a16:creationId xmlns:a16="http://schemas.microsoft.com/office/drawing/2014/main" id="{6DD889A8-6CC0-4B7C-90AC-4EEDAC7DCED7}"/>
              </a:ext>
            </a:extLst>
          </p:cNvPr>
          <p:cNvSpPr>
            <a:spLocks xmlns:a="http://schemas.openxmlformats.org/drawingml/2006/main" noGrp="1"/>
          </p:cNvSpPr>
          <p:nvPr/>
        </p:nvSpPr>
        <p:spPr>
          <a:xfrm xmlns:a="http://schemas.openxmlformats.org/drawingml/2006/main">
            <a:off x="5191125" y="2667000"/>
            <a:ext cx="1905000" cy="476250"/>
          </a:xfrm>
          <a:custGeom xmlns:a="http://schemas.openxmlformats.org/drawingml/2006/main">
            <a:pathLst>
              <a:path w="1905000" h="476250">
                <a:moveTo>
                  <a:pt x="0" y="0"/>
                </a:moveTo>
                <a:lnTo>
                  <a:pt x="1905000" y="0"/>
                </a:lnTo>
                <a:lnTo>
                  <a:pt x="1666875" y="476250"/>
                </a:lnTo>
                <a:lnTo>
                  <a:pt x="0" y="381000"/>
                </a:lnTo>
                <a:close/>
              </a:path>
            </a:pathLst>
          </a:custGeom>
          <a:solidFill xmlns:a="http://schemas.openxmlformats.org/drawingml/2006/main">
            <a:srgbClr val="E8F0F4"/>
          </a:solidFill>
          <a:ln xmlns:a="http://schemas.openxmlformats.org/drawingml/2006/main" w="19050">
            <a:solidFill>
              <a:srgbClr val="71818B"/>
            </a:solidFill>
          </a:ln>
        </p:spPr>
      </p:sp>
      <p:sp>
        <p:nvSpPr>
          <p:cNvPr id="20" name="">
            <a:extLst xmlns:a="http://schemas.openxmlformats.org/drawingml/2006/main">
              <a:ext uri="{FF2B5EF4-FFF2-40B4-BE49-F238E27FC236}">
                <a16:creationId xmlns:a16="http://schemas.microsoft.com/office/drawing/2014/main" id="{4AB6C878-B2C7-4332-8E36-5380A98E0870}"/>
              </a:ext>
            </a:extLst>
          </p:cNvPr>
          <p:cNvSpPr>
            <a:spLocks xmlns:a="http://schemas.openxmlformats.org/drawingml/2006/main" noGrp="1"/>
          </p:cNvSpPr>
          <p:nvPr/>
        </p:nvSpPr>
        <p:spPr>
          <a:xfrm xmlns:a="http://schemas.openxmlformats.org/drawingml/2006/main">
            <a:off x="5334000" y="3048000"/>
            <a:ext cx="1524000" cy="95250"/>
          </a:xfrm>
          <a:custGeom xmlns:a="http://schemas.openxmlformats.org/drawingml/2006/main">
            <a:pathLst>
              <a:path w="1524000" h="95250">
                <a:moveTo>
                  <a:pt x="0" y="0"/>
                </a:moveTo>
                <a:lnTo>
                  <a:pt x="1524000" y="95250"/>
                </a:lnTo>
              </a:path>
            </a:pathLst>
          </a:custGeom>
          <a:noFill xmlns:a="http://schemas.openxmlformats.org/drawingml/2006/main"/>
          <a:ln xmlns:a="http://schemas.openxmlformats.org/drawingml/2006/main" w="28575">
            <a:solidFill>
              <a:srgbClr val="2876A8"/>
            </a:solidFill>
          </a:ln>
        </p:spPr>
      </p:sp>
      <p:sp>
        <p:nvSpPr>
          <p:cNvPr id="21" name="">
            <a:extLst xmlns:a="http://schemas.openxmlformats.org/drawingml/2006/main">
              <a:ext uri="{FF2B5EF4-FFF2-40B4-BE49-F238E27FC236}">
                <a16:creationId xmlns:a16="http://schemas.microsoft.com/office/drawing/2014/main" id="{8D9EDF44-9F84-4678-A609-31E6502A0528}"/>
              </a:ext>
            </a:extLst>
          </p:cNvPr>
          <p:cNvSpPr>
            <a:spLocks xmlns:a="http://schemas.openxmlformats.org/drawingml/2006/main" noGrp="1"/>
          </p:cNvSpPr>
          <p:nvPr/>
        </p:nvSpPr>
        <p:spPr>
          <a:xfrm xmlns:a="http://schemas.openxmlformats.org/drawingml/2006/main">
            <a:off x="4572000" y="2724150"/>
            <a:ext cx="619125" cy="266700"/>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22" name="">
            <a:extLst xmlns:a="http://schemas.openxmlformats.org/drawingml/2006/main">
              <a:ext uri="{FF2B5EF4-FFF2-40B4-BE49-F238E27FC236}">
                <a16:creationId xmlns:a16="http://schemas.microsoft.com/office/drawing/2014/main" id="{EC5F8B94-D98E-4BDE-B168-E5EA0C3A4805}"/>
              </a:ext>
            </a:extLst>
          </p:cNvPr>
          <p:cNvSpPr>
            <a:spLocks xmlns:a="http://schemas.openxmlformats.org/drawingml/2006/main" noGrp="1"/>
          </p:cNvSpPr>
          <p:nvPr/>
        </p:nvSpPr>
        <p:spPr>
          <a:xfrm xmlns:a="http://schemas.openxmlformats.org/drawingml/2006/main">
            <a:off x="8953500" y="2952750"/>
            <a:ext cx="1905000" cy="9525"/>
          </a:xfrm>
          <a:custGeom xmlns:a="http://schemas.openxmlformats.org/drawingml/2006/main">
            <a:pathLst>
              <a:path w="1905000" h="9525">
                <a:moveTo>
                  <a:pt x="0" y="0"/>
                </a:moveTo>
                <a:lnTo>
                  <a:pt x="1905000" y="0"/>
                </a:lnTo>
              </a:path>
            </a:pathLst>
          </a:custGeom>
          <a:noFill xmlns:a="http://schemas.openxmlformats.org/drawingml/2006/main"/>
          <a:ln xmlns:a="http://schemas.openxmlformats.org/drawingml/2006/main" w="161925">
            <a:solidFill>
              <a:srgbClr val="AD8760"/>
            </a:solidFill>
          </a:ln>
        </p:spPr>
      </p:sp>
      <p:sp>
        <p:nvSpPr>
          <p:cNvPr id="23" name="">
            <a:extLst xmlns:a="http://schemas.openxmlformats.org/drawingml/2006/main">
              <a:ext uri="{FF2B5EF4-FFF2-40B4-BE49-F238E27FC236}">
                <a16:creationId xmlns:a16="http://schemas.microsoft.com/office/drawing/2014/main" id="{021558EC-6BC6-4866-A5E4-F8AA97C08981}"/>
              </a:ext>
            </a:extLst>
          </p:cNvPr>
          <p:cNvSpPr>
            <a:spLocks xmlns:a="http://schemas.openxmlformats.org/drawingml/2006/main" noGrp="1"/>
          </p:cNvSpPr>
          <p:nvPr/>
        </p:nvSpPr>
        <p:spPr>
          <a:xfrm xmlns:a="http://schemas.openxmlformats.org/drawingml/2006/main">
            <a:off x="10810875" y="2819400"/>
            <a:ext cx="304800" cy="66675"/>
          </a:xfrm>
          <a:custGeom xmlns:a="http://schemas.openxmlformats.org/drawingml/2006/main">
            <a:pathLst>
              <a:path w="304800" h="66675">
                <a:moveTo>
                  <a:pt x="0" y="66675"/>
                </a:moveTo>
                <a:lnTo>
                  <a:pt x="304800" y="0"/>
                </a:lnTo>
              </a:path>
            </a:pathLst>
          </a:custGeom>
          <a:noFill xmlns:a="http://schemas.openxmlformats.org/drawingml/2006/main"/>
          <a:ln xmlns:a="http://schemas.openxmlformats.org/drawingml/2006/main" w="19050">
            <a:solidFill>
              <a:srgbClr val="AD8760"/>
            </a:solidFill>
          </a:ln>
        </p:spPr>
      </p:sp>
      <p:sp>
        <p:nvSpPr>
          <p:cNvPr id="24" name="">
            <a:extLst xmlns:a="http://schemas.openxmlformats.org/drawingml/2006/main">
              <a:ext uri="{FF2B5EF4-FFF2-40B4-BE49-F238E27FC236}">
                <a16:creationId xmlns:a16="http://schemas.microsoft.com/office/drawing/2014/main" id="{8E9AAE32-07CC-4870-8864-093BEC118A7C}"/>
              </a:ext>
            </a:extLst>
          </p:cNvPr>
          <p:cNvSpPr>
            <a:spLocks xmlns:a="http://schemas.openxmlformats.org/drawingml/2006/main" noGrp="1"/>
          </p:cNvSpPr>
          <p:nvPr/>
        </p:nvSpPr>
        <p:spPr>
          <a:xfrm xmlns:a="http://schemas.openxmlformats.org/drawingml/2006/main">
            <a:off x="10810875" y="2867025"/>
            <a:ext cx="304800" cy="38100"/>
          </a:xfrm>
          <a:custGeom xmlns:a="http://schemas.openxmlformats.org/drawingml/2006/main">
            <a:pathLst>
              <a:path w="304800" h="38100">
                <a:moveTo>
                  <a:pt x="0" y="38100"/>
                </a:moveTo>
                <a:lnTo>
                  <a:pt x="304800" y="0"/>
                </a:lnTo>
              </a:path>
            </a:pathLst>
          </a:custGeom>
          <a:noFill xmlns:a="http://schemas.openxmlformats.org/drawingml/2006/main"/>
          <a:ln xmlns:a="http://schemas.openxmlformats.org/drawingml/2006/main" w="19050">
            <a:solidFill>
              <a:srgbClr val="AD8760"/>
            </a:solidFill>
          </a:ln>
        </p:spPr>
      </p:sp>
      <p:sp>
        <p:nvSpPr>
          <p:cNvPr id="25" name="">
            <a:extLst xmlns:a="http://schemas.openxmlformats.org/drawingml/2006/main">
              <a:ext uri="{FF2B5EF4-FFF2-40B4-BE49-F238E27FC236}">
                <a16:creationId xmlns:a16="http://schemas.microsoft.com/office/drawing/2014/main" id="{E7FB10AD-4B7A-45DC-8E1D-1BE13763D6C5}"/>
              </a:ext>
            </a:extLst>
          </p:cNvPr>
          <p:cNvSpPr>
            <a:spLocks xmlns:a="http://schemas.openxmlformats.org/drawingml/2006/main" noGrp="1"/>
          </p:cNvSpPr>
          <p:nvPr/>
        </p:nvSpPr>
        <p:spPr>
          <a:xfrm xmlns:a="http://schemas.openxmlformats.org/drawingml/2006/main">
            <a:off x="10810875" y="2914650"/>
            <a:ext cx="304800" cy="9525"/>
          </a:xfrm>
          <a:custGeom xmlns:a="http://schemas.openxmlformats.org/drawingml/2006/main">
            <a:pathLst>
              <a:path w="304800" h="9525">
                <a:moveTo>
                  <a:pt x="0" y="9525"/>
                </a:moveTo>
                <a:lnTo>
                  <a:pt x="304800" y="0"/>
                </a:lnTo>
              </a:path>
            </a:pathLst>
          </a:custGeom>
          <a:noFill xmlns:a="http://schemas.openxmlformats.org/drawingml/2006/main"/>
          <a:ln xmlns:a="http://schemas.openxmlformats.org/drawingml/2006/main" w="19050">
            <a:solidFill>
              <a:srgbClr val="AD8760"/>
            </a:solidFill>
          </a:ln>
        </p:spPr>
      </p:sp>
      <p:sp>
        <p:nvSpPr>
          <p:cNvPr id="26" name="">
            <a:extLst xmlns:a="http://schemas.openxmlformats.org/drawingml/2006/main">
              <a:ext uri="{FF2B5EF4-FFF2-40B4-BE49-F238E27FC236}">
                <a16:creationId xmlns:a16="http://schemas.microsoft.com/office/drawing/2014/main" id="{C530E7E3-3BE6-4F68-BD3A-EA4F090F1DEE}"/>
              </a:ext>
            </a:extLst>
          </p:cNvPr>
          <p:cNvSpPr>
            <a:spLocks xmlns:a="http://schemas.openxmlformats.org/drawingml/2006/main" noGrp="1"/>
          </p:cNvSpPr>
          <p:nvPr/>
        </p:nvSpPr>
        <p:spPr>
          <a:xfrm xmlns:a="http://schemas.openxmlformats.org/drawingml/2006/main">
            <a:off x="10810875" y="2943225"/>
            <a:ext cx="304800" cy="19050"/>
          </a:xfrm>
          <a:custGeom xmlns:a="http://schemas.openxmlformats.org/drawingml/2006/main">
            <a:pathLst>
              <a:path w="304800" h="19050">
                <a:moveTo>
                  <a:pt x="0" y="0"/>
                </a:moveTo>
                <a:lnTo>
                  <a:pt x="304800" y="19050"/>
                </a:lnTo>
              </a:path>
            </a:pathLst>
          </a:custGeom>
          <a:noFill xmlns:a="http://schemas.openxmlformats.org/drawingml/2006/main"/>
          <a:ln xmlns:a="http://schemas.openxmlformats.org/drawingml/2006/main" w="19050">
            <a:solidFill>
              <a:srgbClr val="AD8760"/>
            </a:solidFill>
          </a:ln>
        </p:spPr>
      </p:sp>
      <p:sp>
        <p:nvSpPr>
          <p:cNvPr id="27" name="">
            <a:extLst xmlns:a="http://schemas.openxmlformats.org/drawingml/2006/main">
              <a:ext uri="{FF2B5EF4-FFF2-40B4-BE49-F238E27FC236}">
                <a16:creationId xmlns:a16="http://schemas.microsoft.com/office/drawing/2014/main" id="{775D1401-E90D-4EF9-A9BC-4230AD3035FF}"/>
              </a:ext>
            </a:extLst>
          </p:cNvPr>
          <p:cNvSpPr>
            <a:spLocks xmlns:a="http://schemas.openxmlformats.org/drawingml/2006/main" noGrp="1"/>
          </p:cNvSpPr>
          <p:nvPr/>
        </p:nvSpPr>
        <p:spPr>
          <a:xfrm xmlns:a="http://schemas.openxmlformats.org/drawingml/2006/main">
            <a:off x="10810875" y="2962275"/>
            <a:ext cx="304800" cy="47625"/>
          </a:xfrm>
          <a:custGeom xmlns:a="http://schemas.openxmlformats.org/drawingml/2006/main">
            <a:pathLst>
              <a:path w="304800" h="47625">
                <a:moveTo>
                  <a:pt x="0" y="0"/>
                </a:moveTo>
                <a:lnTo>
                  <a:pt x="304800" y="47625"/>
                </a:lnTo>
              </a:path>
            </a:pathLst>
          </a:custGeom>
          <a:noFill xmlns:a="http://schemas.openxmlformats.org/drawingml/2006/main"/>
          <a:ln xmlns:a="http://schemas.openxmlformats.org/drawingml/2006/main" w="19050">
            <a:solidFill>
              <a:srgbClr val="AD8760"/>
            </a:solidFill>
          </a:ln>
        </p:spPr>
      </p:sp>
      <p:sp>
        <p:nvSpPr>
          <p:cNvPr id="28" name="">
            <a:extLst xmlns:a="http://schemas.openxmlformats.org/drawingml/2006/main">
              <a:ext uri="{FF2B5EF4-FFF2-40B4-BE49-F238E27FC236}">
                <a16:creationId xmlns:a16="http://schemas.microsoft.com/office/drawing/2014/main" id="{2C07FEB8-47D9-4D04-8BC7-3B78076D671C}"/>
              </a:ext>
            </a:extLst>
          </p:cNvPr>
          <p:cNvSpPr>
            <a:spLocks xmlns:a="http://schemas.openxmlformats.org/drawingml/2006/main" noGrp="1"/>
          </p:cNvSpPr>
          <p:nvPr/>
        </p:nvSpPr>
        <p:spPr>
          <a:xfrm xmlns:a="http://schemas.openxmlformats.org/drawingml/2006/main">
            <a:off x="10810875" y="2981325"/>
            <a:ext cx="304800" cy="76200"/>
          </a:xfrm>
          <a:custGeom xmlns:a="http://schemas.openxmlformats.org/drawingml/2006/main">
            <a:pathLst>
              <a:path w="304800" h="76200">
                <a:moveTo>
                  <a:pt x="0" y="0"/>
                </a:moveTo>
                <a:lnTo>
                  <a:pt x="304800" y="76200"/>
                </a:lnTo>
              </a:path>
            </a:pathLst>
          </a:custGeom>
          <a:noFill xmlns:a="http://schemas.openxmlformats.org/drawingml/2006/main"/>
          <a:ln xmlns:a="http://schemas.openxmlformats.org/drawingml/2006/main" w="19050">
            <a:solidFill>
              <a:srgbClr val="AD8760"/>
            </a:solidFill>
          </a:ln>
        </p:spPr>
      </p:sp>
      <p:sp>
        <p:nvSpPr>
          <p:cNvPr id="29" name="">
            <a:extLst xmlns:a="http://schemas.openxmlformats.org/drawingml/2006/main">
              <a:ext uri="{FF2B5EF4-FFF2-40B4-BE49-F238E27FC236}">
                <a16:creationId xmlns:a16="http://schemas.microsoft.com/office/drawing/2014/main" id="{22501D65-C7B2-463E-92F1-02C88491D898}"/>
              </a:ext>
            </a:extLst>
          </p:cNvPr>
          <p:cNvSpPr>
            <a:spLocks xmlns:a="http://schemas.openxmlformats.org/drawingml/2006/main" noGrp="1"/>
          </p:cNvSpPr>
          <p:nvPr/>
        </p:nvSpPr>
        <p:spPr>
          <a:xfrm xmlns:a="http://schemas.openxmlformats.org/drawingml/2006/main">
            <a:off x="10810875" y="3000375"/>
            <a:ext cx="304800" cy="104775"/>
          </a:xfrm>
          <a:custGeom xmlns:a="http://schemas.openxmlformats.org/drawingml/2006/main">
            <a:pathLst>
              <a:path w="304800" h="104775">
                <a:moveTo>
                  <a:pt x="0" y="0"/>
                </a:moveTo>
                <a:lnTo>
                  <a:pt x="304800" y="104775"/>
                </a:lnTo>
              </a:path>
            </a:pathLst>
          </a:custGeom>
          <a:noFill xmlns:a="http://schemas.openxmlformats.org/drawingml/2006/main"/>
          <a:ln xmlns:a="http://schemas.openxmlformats.org/drawingml/2006/main" w="19050">
            <a:solidFill>
              <a:srgbClr val="AD8760"/>
            </a:solidFill>
          </a:ln>
        </p:spPr>
      </p:sp>
      <p:sp>
        <p:nvSpPr>
          <p:cNvPr id="30" name="">
            <a:extLst xmlns:a="http://schemas.openxmlformats.org/drawingml/2006/main">
              <a:ext uri="{FF2B5EF4-FFF2-40B4-BE49-F238E27FC236}">
                <a16:creationId xmlns:a16="http://schemas.microsoft.com/office/drawing/2014/main" id="{17F4988E-F70D-4F57-B104-45DC24FEBF58}"/>
              </a:ext>
            </a:extLst>
          </p:cNvPr>
          <p:cNvSpPr>
            <a:spLocks xmlns:a="http://schemas.openxmlformats.org/drawingml/2006/main" noGrp="1"/>
          </p:cNvSpPr>
          <p:nvPr/>
        </p:nvSpPr>
        <p:spPr>
          <a:xfrm xmlns:a="http://schemas.openxmlformats.org/drawingml/2006/main">
            <a:off x="809625" y="16668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ばね</a:t>
            </a:r>
          </a:p>
        </p:txBody>
      </p:sp>
      <p:sp>
        <p:nvSpPr>
          <p:cNvPr id="31" name="">
            <a:extLst xmlns:a="http://schemas.openxmlformats.org/drawingml/2006/main">
              <a:ext uri="{FF2B5EF4-FFF2-40B4-BE49-F238E27FC236}">
                <a16:creationId xmlns:a16="http://schemas.microsoft.com/office/drawing/2014/main" id="{EB9D8F3E-E0AA-450C-8E0E-811347D1AD3B}"/>
              </a:ext>
            </a:extLst>
          </p:cNvPr>
          <p:cNvSpPr>
            <a:spLocks xmlns:a="http://schemas.openxmlformats.org/drawingml/2006/main" noGrp="1"/>
          </p:cNvSpPr>
          <p:nvPr/>
        </p:nvSpPr>
        <p:spPr>
          <a:xfrm xmlns:a="http://schemas.openxmlformats.org/drawingml/2006/main">
            <a:off x="809625" y="3905250"/>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荷重を支えて戻る</a:t>
            </a:r>
          </a:p>
        </p:txBody>
      </p:sp>
      <p:sp>
        <p:nvSpPr>
          <p:cNvPr id="32" name="">
            <a:extLst xmlns:a="http://schemas.openxmlformats.org/drawingml/2006/main">
              <a:ext uri="{FF2B5EF4-FFF2-40B4-BE49-F238E27FC236}">
                <a16:creationId xmlns:a16="http://schemas.microsoft.com/office/drawing/2014/main" id="{5FD5BC6C-071D-4075-A8EE-4D6ED0FEBF7D}"/>
              </a:ext>
            </a:extLst>
          </p:cNvPr>
          <p:cNvSpPr>
            <a:spLocks xmlns:a="http://schemas.openxmlformats.org/drawingml/2006/main" noGrp="1"/>
          </p:cNvSpPr>
          <p:nvPr/>
        </p:nvSpPr>
        <p:spPr>
          <a:xfrm xmlns:a="http://schemas.openxmlformats.org/drawingml/2006/main">
            <a:off x="809625" y="4524375"/>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弾性域・疲労・形状</a:t>
            </a:r>
          </a:p>
        </p:txBody>
      </p:sp>
      <p:sp>
        <p:nvSpPr>
          <p:cNvPr id="33" name="">
            <a:extLst xmlns:a="http://schemas.openxmlformats.org/drawingml/2006/main">
              <a:ext uri="{FF2B5EF4-FFF2-40B4-BE49-F238E27FC236}">
                <a16:creationId xmlns:a16="http://schemas.microsoft.com/office/drawing/2014/main" id="{F1540F7A-A0AE-4558-B29E-D06869DBFF64}"/>
              </a:ext>
            </a:extLst>
          </p:cNvPr>
          <p:cNvSpPr>
            <a:spLocks xmlns:a="http://schemas.openxmlformats.org/drawingml/2006/main" noGrp="1"/>
          </p:cNvSpPr>
          <p:nvPr/>
        </p:nvSpPr>
        <p:spPr>
          <a:xfrm xmlns:a="http://schemas.openxmlformats.org/drawingml/2006/main">
            <a:off x="4667250" y="16668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刃物</a:t>
            </a:r>
          </a:p>
        </p:txBody>
      </p:sp>
      <p:sp>
        <p:nvSpPr>
          <p:cNvPr id="34" name="">
            <a:extLst xmlns:a="http://schemas.openxmlformats.org/drawingml/2006/main">
              <a:ext uri="{FF2B5EF4-FFF2-40B4-BE49-F238E27FC236}">
                <a16:creationId xmlns:a16="http://schemas.microsoft.com/office/drawing/2014/main" id="{E6086F0F-7F0F-43E7-B37B-06688615726D}"/>
              </a:ext>
            </a:extLst>
          </p:cNvPr>
          <p:cNvSpPr>
            <a:spLocks xmlns:a="http://schemas.openxmlformats.org/drawingml/2006/main" noGrp="1"/>
          </p:cNvSpPr>
          <p:nvPr/>
        </p:nvSpPr>
        <p:spPr>
          <a:xfrm xmlns:a="http://schemas.openxmlformats.org/drawingml/2006/main">
            <a:off x="4667250" y="3905250"/>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刃先を保つ</a:t>
            </a:r>
          </a:p>
        </p:txBody>
      </p:sp>
      <p:sp>
        <p:nvSpPr>
          <p:cNvPr id="35" name="">
            <a:extLst xmlns:a="http://schemas.openxmlformats.org/drawingml/2006/main">
              <a:ext uri="{FF2B5EF4-FFF2-40B4-BE49-F238E27FC236}">
                <a16:creationId xmlns:a16="http://schemas.microsoft.com/office/drawing/2014/main" id="{A9291DF4-CDDA-4263-B8A1-0BD8D6416B4C}"/>
              </a:ext>
            </a:extLst>
          </p:cNvPr>
          <p:cNvSpPr>
            <a:spLocks xmlns:a="http://schemas.openxmlformats.org/drawingml/2006/main" noGrp="1"/>
          </p:cNvSpPr>
          <p:nvPr/>
        </p:nvSpPr>
        <p:spPr>
          <a:xfrm xmlns:a="http://schemas.openxmlformats.org/drawingml/2006/main">
            <a:off x="4667250" y="4524375"/>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硬さ・摩耗・靭性</a:t>
            </a:r>
          </a:p>
        </p:txBody>
      </p:sp>
      <p:sp>
        <p:nvSpPr>
          <p:cNvPr id="36" name="">
            <a:extLst xmlns:a="http://schemas.openxmlformats.org/drawingml/2006/main">
              <a:ext uri="{FF2B5EF4-FFF2-40B4-BE49-F238E27FC236}">
                <a16:creationId xmlns:a16="http://schemas.microsoft.com/office/drawing/2014/main" id="{F4C633D4-0531-46CD-A124-4897B3A6C3AA}"/>
              </a:ext>
            </a:extLst>
          </p:cNvPr>
          <p:cNvSpPr>
            <a:spLocks xmlns:a="http://schemas.openxmlformats.org/drawingml/2006/main" noGrp="1"/>
          </p:cNvSpPr>
          <p:nvPr/>
        </p:nvSpPr>
        <p:spPr>
          <a:xfrm xmlns:a="http://schemas.openxmlformats.org/drawingml/2006/main">
            <a:off x="8477250" y="16668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導線・端子</a:t>
            </a:r>
          </a:p>
        </p:txBody>
      </p:sp>
      <p:sp>
        <p:nvSpPr>
          <p:cNvPr id="37" name="">
            <a:extLst xmlns:a="http://schemas.openxmlformats.org/drawingml/2006/main">
              <a:ext uri="{FF2B5EF4-FFF2-40B4-BE49-F238E27FC236}">
                <a16:creationId xmlns:a16="http://schemas.microsoft.com/office/drawing/2014/main" id="{09F720E2-8350-4562-8276-63A8C6C72DA1}"/>
              </a:ext>
            </a:extLst>
          </p:cNvPr>
          <p:cNvSpPr>
            <a:spLocks xmlns:a="http://schemas.openxmlformats.org/drawingml/2006/main" noGrp="1"/>
          </p:cNvSpPr>
          <p:nvPr/>
        </p:nvSpPr>
        <p:spPr>
          <a:xfrm xmlns:a="http://schemas.openxmlformats.org/drawingml/2006/main">
            <a:off x="8477250" y="3905250"/>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電気を伝えてつなぐ</a:t>
            </a:r>
          </a:p>
        </p:txBody>
      </p:sp>
      <p:sp>
        <p:nvSpPr>
          <p:cNvPr id="38" name="">
            <a:extLst xmlns:a="http://schemas.openxmlformats.org/drawingml/2006/main">
              <a:ext uri="{FF2B5EF4-FFF2-40B4-BE49-F238E27FC236}">
                <a16:creationId xmlns:a16="http://schemas.microsoft.com/office/drawing/2014/main" id="{C688D13C-BFDE-4F1D-96DC-3575A8BBF06E}"/>
              </a:ext>
            </a:extLst>
          </p:cNvPr>
          <p:cNvSpPr>
            <a:spLocks xmlns:a="http://schemas.openxmlformats.org/drawingml/2006/main" noGrp="1"/>
          </p:cNvSpPr>
          <p:nvPr/>
        </p:nvSpPr>
        <p:spPr>
          <a:xfrm xmlns:a="http://schemas.openxmlformats.org/drawingml/2006/main">
            <a:off x="8477250" y="4524375"/>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導電・接合・環境</a:t>
            </a:r>
          </a:p>
        </p:txBody>
      </p:sp>
      <p:sp>
        <p:nvSpPr>
          <p:cNvPr id="39" name="">
            <a:extLst xmlns:a="http://schemas.openxmlformats.org/drawingml/2006/main">
              <a:ext uri="{FF2B5EF4-FFF2-40B4-BE49-F238E27FC236}">
                <a16:creationId xmlns:a16="http://schemas.microsoft.com/office/drawing/2014/main" id="{8567635A-28B5-429F-B643-7F2A228AD19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板・管・軸・接合具にも金属を使う。部品の役割を決めてから、材種と状態を調べる。</a:t>
            </a:r>
          </a:p>
        </p:txBody>
      </p:sp>
    </p:spTree>
    <p:extLst>
      <p:ext uri="{BB962C8B-B14F-4D97-AF65-F5344CB8AC3E}">
        <p14:creationId xmlns:p14="http://schemas.microsoft.com/office/powerpoint/2010/main" val="8579197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7FA643-182F-4E54-BBDF-03DE91D5F39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三つの尺度で考える</a:t>
            </a:r>
          </a:p>
        </p:txBody>
      </p:sp>
      <p:sp>
        <p:nvSpPr>
          <p:cNvPr id="2" name="">
            <a:extLst xmlns:a="http://schemas.openxmlformats.org/drawingml/2006/main">
              <a:ext uri="{FF2B5EF4-FFF2-40B4-BE49-F238E27FC236}">
                <a16:creationId xmlns:a16="http://schemas.microsoft.com/office/drawing/2014/main" id="{2BABE05C-D481-48EB-9F0A-FCB0B32AB9E7}"/>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3" name="">
            <a:extLst xmlns:a="http://schemas.openxmlformats.org/drawingml/2006/main">
              <a:ext uri="{FF2B5EF4-FFF2-40B4-BE49-F238E27FC236}">
                <a16:creationId xmlns:a16="http://schemas.microsoft.com/office/drawing/2014/main" id="{2A92A582-78F0-4901-9A4B-540D4BDB65A7}"/>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14" name="">
            <a:extLst xmlns:a="http://schemas.openxmlformats.org/drawingml/2006/main">
              <a:ext uri="{FF2B5EF4-FFF2-40B4-BE49-F238E27FC236}">
                <a16:creationId xmlns:a16="http://schemas.microsoft.com/office/drawing/2014/main" id="{AAAD5D30-E73F-490B-88FC-1A7E8A694199}"/>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 / 56</a:t>
            </a:r>
          </a:p>
        </p:txBody>
      </p:sp>
      <p:sp>
        <p:nvSpPr>
          <p:cNvPr id="16" name="">
            <a:extLst xmlns:a="http://schemas.openxmlformats.org/drawingml/2006/main">
              <a:ext uri="{FF2B5EF4-FFF2-40B4-BE49-F238E27FC236}">
                <a16:creationId xmlns:a16="http://schemas.microsoft.com/office/drawing/2014/main" id="{D2BD0575-DEB3-420B-A841-23BC238F7984}"/>
              </a:ext>
            </a:extLst>
          </p:cNvPr>
          <p:cNvSpPr>
            <a:spLocks xmlns:a="http://schemas.openxmlformats.org/drawingml/2006/main" noGrp="1"/>
          </p:cNvSpPr>
          <p:nvPr/>
        </p:nvSpPr>
        <p:spPr>
          <a:xfrm xmlns:a="http://schemas.openxmlformats.org/drawingml/2006/main">
            <a:off x="809625" y="17145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原子の結合・配列</a:t>
            </a:r>
          </a:p>
        </p:txBody>
      </p:sp>
      <p:sp>
        <p:nvSpPr>
          <p:cNvPr id="17" name="">
            <a:extLst xmlns:a="http://schemas.openxmlformats.org/drawingml/2006/main">
              <a:ext uri="{FF2B5EF4-FFF2-40B4-BE49-F238E27FC236}">
                <a16:creationId xmlns:a16="http://schemas.microsoft.com/office/drawing/2014/main" id="{3F1421E7-3C1B-42C2-BFF5-92296152CA77}"/>
              </a:ext>
            </a:extLst>
          </p:cNvPr>
          <p:cNvSpPr>
            <a:spLocks xmlns:a="http://schemas.openxmlformats.org/drawingml/2006/main" noGrp="1"/>
          </p:cNvSpPr>
          <p:nvPr/>
        </p:nvSpPr>
        <p:spPr>
          <a:xfrm xmlns:a="http://schemas.openxmlformats.org/drawingml/2006/main">
            <a:off x="1333500" y="28098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8" name="">
            <a:extLst xmlns:a="http://schemas.openxmlformats.org/drawingml/2006/main">
              <a:ext uri="{FF2B5EF4-FFF2-40B4-BE49-F238E27FC236}">
                <a16:creationId xmlns:a16="http://schemas.microsoft.com/office/drawing/2014/main" id="{A9684BC4-4AF5-4559-982A-C5894DD8C0EC}"/>
              </a:ext>
            </a:extLst>
          </p:cNvPr>
          <p:cNvSpPr>
            <a:spLocks xmlns:a="http://schemas.openxmlformats.org/drawingml/2006/main" noGrp="1"/>
          </p:cNvSpPr>
          <p:nvPr/>
        </p:nvSpPr>
        <p:spPr>
          <a:xfrm xmlns:a="http://schemas.openxmlformats.org/drawingml/2006/main">
            <a:off x="1666875" y="28098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9" name="">
            <a:extLst xmlns:a="http://schemas.openxmlformats.org/drawingml/2006/main">
              <a:ext uri="{FF2B5EF4-FFF2-40B4-BE49-F238E27FC236}">
                <a16:creationId xmlns:a16="http://schemas.microsoft.com/office/drawing/2014/main" id="{4F7D8DC6-B913-4A72-89FE-67A6129BFEEC}"/>
              </a:ext>
            </a:extLst>
          </p:cNvPr>
          <p:cNvSpPr>
            <a:spLocks xmlns:a="http://schemas.openxmlformats.org/drawingml/2006/main" noGrp="1"/>
          </p:cNvSpPr>
          <p:nvPr/>
        </p:nvSpPr>
        <p:spPr>
          <a:xfrm xmlns:a="http://schemas.openxmlformats.org/drawingml/2006/main">
            <a:off x="2000250" y="28098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0" name="">
            <a:extLst xmlns:a="http://schemas.openxmlformats.org/drawingml/2006/main">
              <a:ext uri="{FF2B5EF4-FFF2-40B4-BE49-F238E27FC236}">
                <a16:creationId xmlns:a16="http://schemas.microsoft.com/office/drawing/2014/main" id="{79926648-5D1E-42C5-AB1F-0D01BB9F8AB2}"/>
              </a:ext>
            </a:extLst>
          </p:cNvPr>
          <p:cNvSpPr>
            <a:spLocks xmlns:a="http://schemas.openxmlformats.org/drawingml/2006/main" noGrp="1"/>
          </p:cNvSpPr>
          <p:nvPr/>
        </p:nvSpPr>
        <p:spPr>
          <a:xfrm xmlns:a="http://schemas.openxmlformats.org/drawingml/2006/main">
            <a:off x="2333625" y="28098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1" name="">
            <a:extLst xmlns:a="http://schemas.openxmlformats.org/drawingml/2006/main">
              <a:ext uri="{FF2B5EF4-FFF2-40B4-BE49-F238E27FC236}">
                <a16:creationId xmlns:a16="http://schemas.microsoft.com/office/drawing/2014/main" id="{BA46D256-0366-4B96-9DF1-9D31A008715D}"/>
              </a:ext>
            </a:extLst>
          </p:cNvPr>
          <p:cNvSpPr>
            <a:spLocks xmlns:a="http://schemas.openxmlformats.org/drawingml/2006/main" noGrp="1"/>
          </p:cNvSpPr>
          <p:nvPr/>
        </p:nvSpPr>
        <p:spPr>
          <a:xfrm xmlns:a="http://schemas.openxmlformats.org/drawingml/2006/main">
            <a:off x="2667000" y="28098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2" name="">
            <a:extLst xmlns:a="http://schemas.openxmlformats.org/drawingml/2006/main">
              <a:ext uri="{FF2B5EF4-FFF2-40B4-BE49-F238E27FC236}">
                <a16:creationId xmlns:a16="http://schemas.microsoft.com/office/drawing/2014/main" id="{0D1CEE6C-C37D-4DBF-A5A3-C0C960E90FDF}"/>
              </a:ext>
            </a:extLst>
          </p:cNvPr>
          <p:cNvSpPr>
            <a:spLocks xmlns:a="http://schemas.openxmlformats.org/drawingml/2006/main" noGrp="1"/>
          </p:cNvSpPr>
          <p:nvPr/>
        </p:nvSpPr>
        <p:spPr>
          <a:xfrm xmlns:a="http://schemas.openxmlformats.org/drawingml/2006/main">
            <a:off x="3000375" y="28098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3" name="">
            <a:extLst xmlns:a="http://schemas.openxmlformats.org/drawingml/2006/main">
              <a:ext uri="{FF2B5EF4-FFF2-40B4-BE49-F238E27FC236}">
                <a16:creationId xmlns:a16="http://schemas.microsoft.com/office/drawing/2014/main" id="{6616C6E8-847D-4F8E-B42C-23DAF19C7022}"/>
              </a:ext>
            </a:extLst>
          </p:cNvPr>
          <p:cNvSpPr>
            <a:spLocks xmlns:a="http://schemas.openxmlformats.org/drawingml/2006/main" noGrp="1"/>
          </p:cNvSpPr>
          <p:nvPr/>
        </p:nvSpPr>
        <p:spPr>
          <a:xfrm xmlns:a="http://schemas.openxmlformats.org/drawingml/2006/main">
            <a:off x="1333500" y="314325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4" name="">
            <a:extLst xmlns:a="http://schemas.openxmlformats.org/drawingml/2006/main">
              <a:ext uri="{FF2B5EF4-FFF2-40B4-BE49-F238E27FC236}">
                <a16:creationId xmlns:a16="http://schemas.microsoft.com/office/drawing/2014/main" id="{DE323BC7-BC3C-40F4-8E98-A3621B2C8259}"/>
              </a:ext>
            </a:extLst>
          </p:cNvPr>
          <p:cNvSpPr>
            <a:spLocks xmlns:a="http://schemas.openxmlformats.org/drawingml/2006/main" noGrp="1"/>
          </p:cNvSpPr>
          <p:nvPr/>
        </p:nvSpPr>
        <p:spPr>
          <a:xfrm xmlns:a="http://schemas.openxmlformats.org/drawingml/2006/main">
            <a:off x="1666875" y="314325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5" name="">
            <a:extLst xmlns:a="http://schemas.openxmlformats.org/drawingml/2006/main">
              <a:ext uri="{FF2B5EF4-FFF2-40B4-BE49-F238E27FC236}">
                <a16:creationId xmlns:a16="http://schemas.microsoft.com/office/drawing/2014/main" id="{A97B2BB5-81F8-4EDB-90CA-069665F39582}"/>
              </a:ext>
            </a:extLst>
          </p:cNvPr>
          <p:cNvSpPr>
            <a:spLocks xmlns:a="http://schemas.openxmlformats.org/drawingml/2006/main" noGrp="1"/>
          </p:cNvSpPr>
          <p:nvPr/>
        </p:nvSpPr>
        <p:spPr>
          <a:xfrm xmlns:a="http://schemas.openxmlformats.org/drawingml/2006/main">
            <a:off x="2000250" y="314325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6" name="">
            <a:extLst xmlns:a="http://schemas.openxmlformats.org/drawingml/2006/main">
              <a:ext uri="{FF2B5EF4-FFF2-40B4-BE49-F238E27FC236}">
                <a16:creationId xmlns:a16="http://schemas.microsoft.com/office/drawing/2014/main" id="{7730D0E5-CE45-4456-9103-4CE10CA6B187}"/>
              </a:ext>
            </a:extLst>
          </p:cNvPr>
          <p:cNvSpPr>
            <a:spLocks xmlns:a="http://schemas.openxmlformats.org/drawingml/2006/main" noGrp="1"/>
          </p:cNvSpPr>
          <p:nvPr/>
        </p:nvSpPr>
        <p:spPr>
          <a:xfrm xmlns:a="http://schemas.openxmlformats.org/drawingml/2006/main">
            <a:off x="2333625" y="314325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7" name="">
            <a:extLst xmlns:a="http://schemas.openxmlformats.org/drawingml/2006/main">
              <a:ext uri="{FF2B5EF4-FFF2-40B4-BE49-F238E27FC236}">
                <a16:creationId xmlns:a16="http://schemas.microsoft.com/office/drawing/2014/main" id="{19F1CE26-964F-4E61-B650-1F8D0728FF1D}"/>
              </a:ext>
            </a:extLst>
          </p:cNvPr>
          <p:cNvSpPr>
            <a:spLocks xmlns:a="http://schemas.openxmlformats.org/drawingml/2006/main" noGrp="1"/>
          </p:cNvSpPr>
          <p:nvPr/>
        </p:nvSpPr>
        <p:spPr>
          <a:xfrm xmlns:a="http://schemas.openxmlformats.org/drawingml/2006/main">
            <a:off x="2667000" y="314325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8" name="">
            <a:extLst xmlns:a="http://schemas.openxmlformats.org/drawingml/2006/main">
              <a:ext uri="{FF2B5EF4-FFF2-40B4-BE49-F238E27FC236}">
                <a16:creationId xmlns:a16="http://schemas.microsoft.com/office/drawing/2014/main" id="{25BBB63B-E0EA-4070-AFE5-7A5560142EC7}"/>
              </a:ext>
            </a:extLst>
          </p:cNvPr>
          <p:cNvSpPr>
            <a:spLocks xmlns:a="http://schemas.openxmlformats.org/drawingml/2006/main" noGrp="1"/>
          </p:cNvSpPr>
          <p:nvPr/>
        </p:nvSpPr>
        <p:spPr>
          <a:xfrm xmlns:a="http://schemas.openxmlformats.org/drawingml/2006/main">
            <a:off x="3000375" y="314325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9" name="">
            <a:extLst xmlns:a="http://schemas.openxmlformats.org/drawingml/2006/main">
              <a:ext uri="{FF2B5EF4-FFF2-40B4-BE49-F238E27FC236}">
                <a16:creationId xmlns:a16="http://schemas.microsoft.com/office/drawing/2014/main" id="{232A3DB4-574F-4F46-B3B4-E859E1457F31}"/>
              </a:ext>
            </a:extLst>
          </p:cNvPr>
          <p:cNvSpPr>
            <a:spLocks xmlns:a="http://schemas.openxmlformats.org/drawingml/2006/main" noGrp="1"/>
          </p:cNvSpPr>
          <p:nvPr/>
        </p:nvSpPr>
        <p:spPr>
          <a:xfrm xmlns:a="http://schemas.openxmlformats.org/drawingml/2006/main">
            <a:off x="1333500" y="347662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0" name="">
            <a:extLst xmlns:a="http://schemas.openxmlformats.org/drawingml/2006/main">
              <a:ext uri="{FF2B5EF4-FFF2-40B4-BE49-F238E27FC236}">
                <a16:creationId xmlns:a16="http://schemas.microsoft.com/office/drawing/2014/main" id="{1AE11845-2FEB-43F9-8C17-2BD362379424}"/>
              </a:ext>
            </a:extLst>
          </p:cNvPr>
          <p:cNvSpPr>
            <a:spLocks xmlns:a="http://schemas.openxmlformats.org/drawingml/2006/main" noGrp="1"/>
          </p:cNvSpPr>
          <p:nvPr/>
        </p:nvSpPr>
        <p:spPr>
          <a:xfrm xmlns:a="http://schemas.openxmlformats.org/drawingml/2006/main">
            <a:off x="1666875" y="347662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1" name="">
            <a:extLst xmlns:a="http://schemas.openxmlformats.org/drawingml/2006/main">
              <a:ext uri="{FF2B5EF4-FFF2-40B4-BE49-F238E27FC236}">
                <a16:creationId xmlns:a16="http://schemas.microsoft.com/office/drawing/2014/main" id="{7016BCE6-6BB9-4CFD-8F00-CB90AF557928}"/>
              </a:ext>
            </a:extLst>
          </p:cNvPr>
          <p:cNvSpPr>
            <a:spLocks xmlns:a="http://schemas.openxmlformats.org/drawingml/2006/main" noGrp="1"/>
          </p:cNvSpPr>
          <p:nvPr/>
        </p:nvSpPr>
        <p:spPr>
          <a:xfrm xmlns:a="http://schemas.openxmlformats.org/drawingml/2006/main">
            <a:off x="2000250" y="347662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2" name="">
            <a:extLst xmlns:a="http://schemas.openxmlformats.org/drawingml/2006/main">
              <a:ext uri="{FF2B5EF4-FFF2-40B4-BE49-F238E27FC236}">
                <a16:creationId xmlns:a16="http://schemas.microsoft.com/office/drawing/2014/main" id="{CF4D890D-B90B-455D-B2E8-F4137865D514}"/>
              </a:ext>
            </a:extLst>
          </p:cNvPr>
          <p:cNvSpPr>
            <a:spLocks xmlns:a="http://schemas.openxmlformats.org/drawingml/2006/main" noGrp="1"/>
          </p:cNvSpPr>
          <p:nvPr/>
        </p:nvSpPr>
        <p:spPr>
          <a:xfrm xmlns:a="http://schemas.openxmlformats.org/drawingml/2006/main">
            <a:off x="2333625" y="347662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3" name="">
            <a:extLst xmlns:a="http://schemas.openxmlformats.org/drawingml/2006/main">
              <a:ext uri="{FF2B5EF4-FFF2-40B4-BE49-F238E27FC236}">
                <a16:creationId xmlns:a16="http://schemas.microsoft.com/office/drawing/2014/main" id="{E9F463A4-BD71-4D47-9607-2D42529B7DCE}"/>
              </a:ext>
            </a:extLst>
          </p:cNvPr>
          <p:cNvSpPr>
            <a:spLocks xmlns:a="http://schemas.openxmlformats.org/drawingml/2006/main" noGrp="1"/>
          </p:cNvSpPr>
          <p:nvPr/>
        </p:nvSpPr>
        <p:spPr>
          <a:xfrm xmlns:a="http://schemas.openxmlformats.org/drawingml/2006/main">
            <a:off x="2667000" y="347662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4" name="">
            <a:extLst xmlns:a="http://schemas.openxmlformats.org/drawingml/2006/main">
              <a:ext uri="{FF2B5EF4-FFF2-40B4-BE49-F238E27FC236}">
                <a16:creationId xmlns:a16="http://schemas.microsoft.com/office/drawing/2014/main" id="{99E858AB-0A08-43C6-AEB8-DBCDDB797440}"/>
              </a:ext>
            </a:extLst>
          </p:cNvPr>
          <p:cNvSpPr>
            <a:spLocks xmlns:a="http://schemas.openxmlformats.org/drawingml/2006/main" noGrp="1"/>
          </p:cNvSpPr>
          <p:nvPr/>
        </p:nvSpPr>
        <p:spPr>
          <a:xfrm xmlns:a="http://schemas.openxmlformats.org/drawingml/2006/main">
            <a:off x="3000375" y="347662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5" name="">
            <a:extLst xmlns:a="http://schemas.openxmlformats.org/drawingml/2006/main">
              <a:ext uri="{FF2B5EF4-FFF2-40B4-BE49-F238E27FC236}">
                <a16:creationId xmlns:a16="http://schemas.microsoft.com/office/drawing/2014/main" id="{8EFB8476-E710-4A7F-9B87-76AB0D8C5373}"/>
              </a:ext>
            </a:extLst>
          </p:cNvPr>
          <p:cNvSpPr>
            <a:spLocks xmlns:a="http://schemas.openxmlformats.org/drawingml/2006/main" noGrp="1"/>
          </p:cNvSpPr>
          <p:nvPr/>
        </p:nvSpPr>
        <p:spPr>
          <a:xfrm xmlns:a="http://schemas.openxmlformats.org/drawingml/2006/main">
            <a:off x="1333500" y="381000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6" name="">
            <a:extLst xmlns:a="http://schemas.openxmlformats.org/drawingml/2006/main">
              <a:ext uri="{FF2B5EF4-FFF2-40B4-BE49-F238E27FC236}">
                <a16:creationId xmlns:a16="http://schemas.microsoft.com/office/drawing/2014/main" id="{86FAA61C-07C6-4F8D-A8FD-2172EA681077}"/>
              </a:ext>
            </a:extLst>
          </p:cNvPr>
          <p:cNvSpPr>
            <a:spLocks xmlns:a="http://schemas.openxmlformats.org/drawingml/2006/main" noGrp="1"/>
          </p:cNvSpPr>
          <p:nvPr/>
        </p:nvSpPr>
        <p:spPr>
          <a:xfrm xmlns:a="http://schemas.openxmlformats.org/drawingml/2006/main">
            <a:off x="1666875" y="381000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7" name="">
            <a:extLst xmlns:a="http://schemas.openxmlformats.org/drawingml/2006/main">
              <a:ext uri="{FF2B5EF4-FFF2-40B4-BE49-F238E27FC236}">
                <a16:creationId xmlns:a16="http://schemas.microsoft.com/office/drawing/2014/main" id="{B3860051-11DD-46D6-AA7A-780E60889FCF}"/>
              </a:ext>
            </a:extLst>
          </p:cNvPr>
          <p:cNvSpPr>
            <a:spLocks xmlns:a="http://schemas.openxmlformats.org/drawingml/2006/main" noGrp="1"/>
          </p:cNvSpPr>
          <p:nvPr/>
        </p:nvSpPr>
        <p:spPr>
          <a:xfrm xmlns:a="http://schemas.openxmlformats.org/drawingml/2006/main">
            <a:off x="2000250" y="381000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8" name="">
            <a:extLst xmlns:a="http://schemas.openxmlformats.org/drawingml/2006/main">
              <a:ext uri="{FF2B5EF4-FFF2-40B4-BE49-F238E27FC236}">
                <a16:creationId xmlns:a16="http://schemas.microsoft.com/office/drawing/2014/main" id="{805CBCD5-8C9D-4A92-A2F2-CA95A4723B03}"/>
              </a:ext>
            </a:extLst>
          </p:cNvPr>
          <p:cNvSpPr>
            <a:spLocks xmlns:a="http://schemas.openxmlformats.org/drawingml/2006/main" noGrp="1"/>
          </p:cNvSpPr>
          <p:nvPr/>
        </p:nvSpPr>
        <p:spPr>
          <a:xfrm xmlns:a="http://schemas.openxmlformats.org/drawingml/2006/main">
            <a:off x="2333625" y="381000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9" name="">
            <a:extLst xmlns:a="http://schemas.openxmlformats.org/drawingml/2006/main">
              <a:ext uri="{FF2B5EF4-FFF2-40B4-BE49-F238E27FC236}">
                <a16:creationId xmlns:a16="http://schemas.microsoft.com/office/drawing/2014/main" id="{7D71014C-6993-4785-9417-48A6964016D0}"/>
              </a:ext>
            </a:extLst>
          </p:cNvPr>
          <p:cNvSpPr>
            <a:spLocks xmlns:a="http://schemas.openxmlformats.org/drawingml/2006/main" noGrp="1"/>
          </p:cNvSpPr>
          <p:nvPr/>
        </p:nvSpPr>
        <p:spPr>
          <a:xfrm xmlns:a="http://schemas.openxmlformats.org/drawingml/2006/main">
            <a:off x="2667000" y="381000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0" name="">
            <a:extLst xmlns:a="http://schemas.openxmlformats.org/drawingml/2006/main">
              <a:ext uri="{FF2B5EF4-FFF2-40B4-BE49-F238E27FC236}">
                <a16:creationId xmlns:a16="http://schemas.microsoft.com/office/drawing/2014/main" id="{A73917BE-C9D2-42EC-9C73-D8E2BC9E9B25}"/>
              </a:ext>
            </a:extLst>
          </p:cNvPr>
          <p:cNvSpPr>
            <a:spLocks xmlns:a="http://schemas.openxmlformats.org/drawingml/2006/main" noGrp="1"/>
          </p:cNvSpPr>
          <p:nvPr/>
        </p:nvSpPr>
        <p:spPr>
          <a:xfrm xmlns:a="http://schemas.openxmlformats.org/drawingml/2006/main">
            <a:off x="3000375" y="381000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1" name="">
            <a:extLst xmlns:a="http://schemas.openxmlformats.org/drawingml/2006/main">
              <a:ext uri="{FF2B5EF4-FFF2-40B4-BE49-F238E27FC236}">
                <a16:creationId xmlns:a16="http://schemas.microsoft.com/office/drawing/2014/main" id="{576D8DB8-24C5-4B16-8C6E-BF720773584A}"/>
              </a:ext>
            </a:extLst>
          </p:cNvPr>
          <p:cNvSpPr>
            <a:spLocks xmlns:a="http://schemas.openxmlformats.org/drawingml/2006/main" noGrp="1"/>
          </p:cNvSpPr>
          <p:nvPr/>
        </p:nvSpPr>
        <p:spPr>
          <a:xfrm xmlns:a="http://schemas.openxmlformats.org/drawingml/2006/main">
            <a:off x="1333500"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2" name="">
            <a:extLst xmlns:a="http://schemas.openxmlformats.org/drawingml/2006/main">
              <a:ext uri="{FF2B5EF4-FFF2-40B4-BE49-F238E27FC236}">
                <a16:creationId xmlns:a16="http://schemas.microsoft.com/office/drawing/2014/main" id="{95F65091-A14C-4953-812A-F5FED6DB0694}"/>
              </a:ext>
            </a:extLst>
          </p:cNvPr>
          <p:cNvSpPr>
            <a:spLocks xmlns:a="http://schemas.openxmlformats.org/drawingml/2006/main" noGrp="1"/>
          </p:cNvSpPr>
          <p:nvPr/>
        </p:nvSpPr>
        <p:spPr>
          <a:xfrm xmlns:a="http://schemas.openxmlformats.org/drawingml/2006/main">
            <a:off x="1666875"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3" name="">
            <a:extLst xmlns:a="http://schemas.openxmlformats.org/drawingml/2006/main">
              <a:ext uri="{FF2B5EF4-FFF2-40B4-BE49-F238E27FC236}">
                <a16:creationId xmlns:a16="http://schemas.microsoft.com/office/drawing/2014/main" id="{3093CDCE-15DD-45FD-A5E9-20A6285D826F}"/>
              </a:ext>
            </a:extLst>
          </p:cNvPr>
          <p:cNvSpPr>
            <a:spLocks xmlns:a="http://schemas.openxmlformats.org/drawingml/2006/main" noGrp="1"/>
          </p:cNvSpPr>
          <p:nvPr/>
        </p:nvSpPr>
        <p:spPr>
          <a:xfrm xmlns:a="http://schemas.openxmlformats.org/drawingml/2006/main">
            <a:off x="2000250"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4" name="">
            <a:extLst xmlns:a="http://schemas.openxmlformats.org/drawingml/2006/main">
              <a:ext uri="{FF2B5EF4-FFF2-40B4-BE49-F238E27FC236}">
                <a16:creationId xmlns:a16="http://schemas.microsoft.com/office/drawing/2014/main" id="{53D98966-FAEC-4E0A-97C5-4922DE27DA4C}"/>
              </a:ext>
            </a:extLst>
          </p:cNvPr>
          <p:cNvSpPr>
            <a:spLocks xmlns:a="http://schemas.openxmlformats.org/drawingml/2006/main" noGrp="1"/>
          </p:cNvSpPr>
          <p:nvPr/>
        </p:nvSpPr>
        <p:spPr>
          <a:xfrm xmlns:a="http://schemas.openxmlformats.org/drawingml/2006/main">
            <a:off x="2333625"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5" name="">
            <a:extLst xmlns:a="http://schemas.openxmlformats.org/drawingml/2006/main">
              <a:ext uri="{FF2B5EF4-FFF2-40B4-BE49-F238E27FC236}">
                <a16:creationId xmlns:a16="http://schemas.microsoft.com/office/drawing/2014/main" id="{33FD3C9C-6207-4A4E-A363-3FBD8F587E29}"/>
              </a:ext>
            </a:extLst>
          </p:cNvPr>
          <p:cNvSpPr>
            <a:spLocks xmlns:a="http://schemas.openxmlformats.org/drawingml/2006/main" noGrp="1"/>
          </p:cNvSpPr>
          <p:nvPr/>
        </p:nvSpPr>
        <p:spPr>
          <a:xfrm xmlns:a="http://schemas.openxmlformats.org/drawingml/2006/main">
            <a:off x="2667000"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6" name="">
            <a:extLst xmlns:a="http://schemas.openxmlformats.org/drawingml/2006/main">
              <a:ext uri="{FF2B5EF4-FFF2-40B4-BE49-F238E27FC236}">
                <a16:creationId xmlns:a16="http://schemas.microsoft.com/office/drawing/2014/main" id="{308902BF-3DE9-4CD1-BAEF-0236632332B9}"/>
              </a:ext>
            </a:extLst>
          </p:cNvPr>
          <p:cNvSpPr>
            <a:spLocks xmlns:a="http://schemas.openxmlformats.org/drawingml/2006/main" noGrp="1"/>
          </p:cNvSpPr>
          <p:nvPr/>
        </p:nvSpPr>
        <p:spPr>
          <a:xfrm xmlns:a="http://schemas.openxmlformats.org/drawingml/2006/main">
            <a:off x="3000375"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7" name="">
            <a:extLst xmlns:a="http://schemas.openxmlformats.org/drawingml/2006/main">
              <a:ext uri="{FF2B5EF4-FFF2-40B4-BE49-F238E27FC236}">
                <a16:creationId xmlns:a16="http://schemas.microsoft.com/office/drawing/2014/main" id="{89F78C39-F271-4262-B214-A04F2CBB5228}"/>
              </a:ext>
            </a:extLst>
          </p:cNvPr>
          <p:cNvSpPr>
            <a:spLocks xmlns:a="http://schemas.openxmlformats.org/drawingml/2006/main" noGrp="1"/>
          </p:cNvSpPr>
          <p:nvPr/>
        </p:nvSpPr>
        <p:spPr>
          <a:xfrm xmlns:a="http://schemas.openxmlformats.org/drawingml/2006/main">
            <a:off x="809625" y="47625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金属結合と結晶構造</a:t>
            </a:r>
          </a:p>
        </p:txBody>
      </p:sp>
      <p:sp>
        <p:nvSpPr>
          <p:cNvPr id="48" name="">
            <a:extLst xmlns:a="http://schemas.openxmlformats.org/drawingml/2006/main">
              <a:ext uri="{FF2B5EF4-FFF2-40B4-BE49-F238E27FC236}">
                <a16:creationId xmlns:a16="http://schemas.microsoft.com/office/drawing/2014/main" id="{F2E9CB10-F9AE-4097-BB4D-FF450722220E}"/>
              </a:ext>
            </a:extLst>
          </p:cNvPr>
          <p:cNvSpPr>
            <a:spLocks xmlns:a="http://schemas.openxmlformats.org/drawingml/2006/main" noGrp="1"/>
          </p:cNvSpPr>
          <p:nvPr/>
        </p:nvSpPr>
        <p:spPr>
          <a:xfrm xmlns:a="http://schemas.openxmlformats.org/drawingml/2006/main">
            <a:off x="4667250" y="17145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結晶粒・組織</a:t>
            </a:r>
          </a:p>
        </p:txBody>
      </p:sp>
      <p:sp>
        <p:nvSpPr>
          <p:cNvPr id="49" name="">
            <a:extLst xmlns:a="http://schemas.openxmlformats.org/drawingml/2006/main">
              <a:ext uri="{FF2B5EF4-FFF2-40B4-BE49-F238E27FC236}">
                <a16:creationId xmlns:a16="http://schemas.microsoft.com/office/drawing/2014/main" id="{9C59317F-3F7D-4774-A56F-2FFDE388FD46}"/>
              </a:ext>
            </a:extLst>
          </p:cNvPr>
          <p:cNvSpPr>
            <a:spLocks xmlns:a="http://schemas.openxmlformats.org/drawingml/2006/main" noGrp="1"/>
          </p:cNvSpPr>
          <p:nvPr/>
        </p:nvSpPr>
        <p:spPr>
          <a:xfrm xmlns:a="http://schemas.openxmlformats.org/drawingml/2006/main">
            <a:off x="4905375" y="2619375"/>
            <a:ext cx="1120140" cy="850583"/>
          </a:xfrm>
          <a:custGeom xmlns:a="http://schemas.openxmlformats.org/drawingml/2006/main">
            <a:pathLst>
              <a:path w="1120140" h="850583">
                <a:moveTo>
                  <a:pt x="0" y="0"/>
                </a:moveTo>
                <a:lnTo>
                  <a:pt x="1120140" y="0"/>
                </a:lnTo>
                <a:lnTo>
                  <a:pt x="933450" y="850583"/>
                </a:lnTo>
                <a:lnTo>
                  <a:pt x="0" y="687705"/>
                </a:lnTo>
                <a:close/>
              </a:path>
            </a:pathLst>
          </a:custGeom>
          <a:solidFill xmlns:a="http://schemas.openxmlformats.org/drawingml/2006/main">
            <a:srgbClr val="E3EEF4"/>
          </a:solidFill>
          <a:ln xmlns:a="http://schemas.openxmlformats.org/drawingml/2006/main" w="17145">
            <a:solidFill>
              <a:srgbClr val="71818B"/>
            </a:solidFill>
          </a:ln>
        </p:spPr>
      </p:sp>
      <p:sp>
        <p:nvSpPr>
          <p:cNvPr id="50" name="">
            <a:extLst xmlns:a="http://schemas.openxmlformats.org/drawingml/2006/main">
              <a:ext uri="{FF2B5EF4-FFF2-40B4-BE49-F238E27FC236}">
                <a16:creationId xmlns:a16="http://schemas.microsoft.com/office/drawing/2014/main" id="{6A87D686-864F-4166-8CAE-7A68E457A173}"/>
              </a:ext>
            </a:extLst>
          </p:cNvPr>
          <p:cNvSpPr>
            <a:spLocks xmlns:a="http://schemas.openxmlformats.org/drawingml/2006/main" noGrp="1"/>
          </p:cNvSpPr>
          <p:nvPr/>
        </p:nvSpPr>
        <p:spPr>
          <a:xfrm xmlns:a="http://schemas.openxmlformats.org/drawingml/2006/main">
            <a:off x="5838825" y="2619375"/>
            <a:ext cx="1733550" cy="941070"/>
          </a:xfrm>
          <a:custGeom xmlns:a="http://schemas.openxmlformats.org/drawingml/2006/main">
            <a:pathLst>
              <a:path w="1733550" h="941070">
                <a:moveTo>
                  <a:pt x="186690" y="0"/>
                </a:moveTo>
                <a:lnTo>
                  <a:pt x="1733550" y="0"/>
                </a:lnTo>
                <a:lnTo>
                  <a:pt x="1733550" y="687705"/>
                </a:lnTo>
                <a:lnTo>
                  <a:pt x="933450" y="941070"/>
                </a:lnTo>
                <a:lnTo>
                  <a:pt x="0" y="850583"/>
                </a:lnTo>
                <a:close/>
              </a:path>
            </a:pathLst>
          </a:custGeom>
          <a:solidFill xmlns:a="http://schemas.openxmlformats.org/drawingml/2006/main">
            <a:srgbClr val="EAF1EA"/>
          </a:solidFill>
          <a:ln xmlns:a="http://schemas.openxmlformats.org/drawingml/2006/main" w="17145">
            <a:solidFill>
              <a:srgbClr val="71818B"/>
            </a:solidFill>
          </a:ln>
        </p:spPr>
      </p:sp>
      <p:sp>
        <p:nvSpPr>
          <p:cNvPr id="51" name="">
            <a:extLst xmlns:a="http://schemas.openxmlformats.org/drawingml/2006/main">
              <a:ext uri="{FF2B5EF4-FFF2-40B4-BE49-F238E27FC236}">
                <a16:creationId xmlns:a16="http://schemas.microsoft.com/office/drawing/2014/main" id="{026A95B9-F406-4D7D-ACFC-D869E0085F4B}"/>
              </a:ext>
            </a:extLst>
          </p:cNvPr>
          <p:cNvSpPr>
            <a:spLocks xmlns:a="http://schemas.openxmlformats.org/drawingml/2006/main" noGrp="1"/>
          </p:cNvSpPr>
          <p:nvPr/>
        </p:nvSpPr>
        <p:spPr>
          <a:xfrm xmlns:a="http://schemas.openxmlformats.org/drawingml/2006/main">
            <a:off x="4905375" y="3307080"/>
            <a:ext cx="1200150" cy="1122045"/>
          </a:xfrm>
          <a:custGeom xmlns:a="http://schemas.openxmlformats.org/drawingml/2006/main">
            <a:pathLst>
              <a:path w="1200150" h="1122045">
                <a:moveTo>
                  <a:pt x="0" y="0"/>
                </a:moveTo>
                <a:lnTo>
                  <a:pt x="933450" y="162878"/>
                </a:lnTo>
                <a:lnTo>
                  <a:pt x="1200150" y="1122045"/>
                </a:lnTo>
                <a:lnTo>
                  <a:pt x="0" y="1122045"/>
                </a:lnTo>
                <a:close/>
              </a:path>
            </a:pathLst>
          </a:custGeom>
          <a:solidFill xmlns:a="http://schemas.openxmlformats.org/drawingml/2006/main">
            <a:srgbClr val="F3EBDD"/>
          </a:solidFill>
          <a:ln xmlns:a="http://schemas.openxmlformats.org/drawingml/2006/main" w="17145">
            <a:solidFill>
              <a:srgbClr val="71818B"/>
            </a:solidFill>
          </a:ln>
        </p:spPr>
      </p:sp>
      <p:sp>
        <p:nvSpPr>
          <p:cNvPr id="52" name="">
            <a:extLst xmlns:a="http://schemas.openxmlformats.org/drawingml/2006/main">
              <a:ext uri="{FF2B5EF4-FFF2-40B4-BE49-F238E27FC236}">
                <a16:creationId xmlns:a16="http://schemas.microsoft.com/office/drawing/2014/main" id="{269B48A5-0D4D-407B-93DA-FFDEB508993D}"/>
              </a:ext>
            </a:extLst>
          </p:cNvPr>
          <p:cNvSpPr>
            <a:spLocks xmlns:a="http://schemas.openxmlformats.org/drawingml/2006/main" noGrp="1"/>
          </p:cNvSpPr>
          <p:nvPr/>
        </p:nvSpPr>
        <p:spPr>
          <a:xfrm xmlns:a="http://schemas.openxmlformats.org/drawingml/2006/main">
            <a:off x="5838825" y="3469958"/>
            <a:ext cx="1200150" cy="959167"/>
          </a:xfrm>
          <a:custGeom xmlns:a="http://schemas.openxmlformats.org/drawingml/2006/main">
            <a:pathLst>
              <a:path w="1200150" h="959167">
                <a:moveTo>
                  <a:pt x="0" y="0"/>
                </a:moveTo>
                <a:lnTo>
                  <a:pt x="933450" y="90488"/>
                </a:lnTo>
                <a:lnTo>
                  <a:pt x="1200150" y="959167"/>
                </a:lnTo>
                <a:lnTo>
                  <a:pt x="266700" y="959167"/>
                </a:lnTo>
                <a:close/>
              </a:path>
            </a:pathLst>
          </a:custGeom>
          <a:solidFill xmlns:a="http://schemas.openxmlformats.org/drawingml/2006/main">
            <a:srgbClr val="ECEAF2"/>
          </a:solidFill>
          <a:ln xmlns:a="http://schemas.openxmlformats.org/drawingml/2006/main" w="17145">
            <a:solidFill>
              <a:srgbClr val="71818B"/>
            </a:solidFill>
          </a:ln>
        </p:spPr>
      </p:sp>
      <p:sp>
        <p:nvSpPr>
          <p:cNvPr id="53" name="">
            <a:extLst xmlns:a="http://schemas.openxmlformats.org/drawingml/2006/main">
              <a:ext uri="{FF2B5EF4-FFF2-40B4-BE49-F238E27FC236}">
                <a16:creationId xmlns:a16="http://schemas.microsoft.com/office/drawing/2014/main" id="{8C31DFDC-2E37-4184-9678-46442F217F49}"/>
              </a:ext>
            </a:extLst>
          </p:cNvPr>
          <p:cNvSpPr>
            <a:spLocks xmlns:a="http://schemas.openxmlformats.org/drawingml/2006/main" noGrp="1"/>
          </p:cNvSpPr>
          <p:nvPr/>
        </p:nvSpPr>
        <p:spPr>
          <a:xfrm xmlns:a="http://schemas.openxmlformats.org/drawingml/2006/main">
            <a:off x="6772275" y="3307080"/>
            <a:ext cx="800100" cy="1122045"/>
          </a:xfrm>
          <a:custGeom xmlns:a="http://schemas.openxmlformats.org/drawingml/2006/main">
            <a:pathLst>
              <a:path w="800100" h="1122045">
                <a:moveTo>
                  <a:pt x="0" y="253365"/>
                </a:moveTo>
                <a:lnTo>
                  <a:pt x="800100" y="0"/>
                </a:lnTo>
                <a:lnTo>
                  <a:pt x="800100" y="1122045"/>
                </a:lnTo>
                <a:lnTo>
                  <a:pt x="266700" y="1122045"/>
                </a:lnTo>
                <a:close/>
              </a:path>
            </a:pathLst>
          </a:custGeom>
          <a:solidFill xmlns:a="http://schemas.openxmlformats.org/drawingml/2006/main">
            <a:srgbClr val="EEE2DD"/>
          </a:solidFill>
          <a:ln xmlns:a="http://schemas.openxmlformats.org/drawingml/2006/main" w="17145">
            <a:solidFill>
              <a:srgbClr val="71818B"/>
            </a:solidFill>
          </a:ln>
        </p:spPr>
      </p:sp>
      <p:sp>
        <p:nvSpPr>
          <p:cNvPr id="54" name="">
            <a:extLst xmlns:a="http://schemas.openxmlformats.org/drawingml/2006/main">
              <a:ext uri="{FF2B5EF4-FFF2-40B4-BE49-F238E27FC236}">
                <a16:creationId xmlns:a16="http://schemas.microsoft.com/office/drawing/2014/main" id="{A9658391-1A4E-4AD3-B0D6-025BA28EAD15}"/>
              </a:ext>
            </a:extLst>
          </p:cNvPr>
          <p:cNvSpPr>
            <a:spLocks xmlns:a="http://schemas.openxmlformats.org/drawingml/2006/main" noGrp="1"/>
          </p:cNvSpPr>
          <p:nvPr/>
        </p:nvSpPr>
        <p:spPr>
          <a:xfrm xmlns:a="http://schemas.openxmlformats.org/drawingml/2006/main">
            <a:off x="5193030" y="276225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5" name="">
            <a:extLst xmlns:a="http://schemas.openxmlformats.org/drawingml/2006/main">
              <a:ext uri="{FF2B5EF4-FFF2-40B4-BE49-F238E27FC236}">
                <a16:creationId xmlns:a16="http://schemas.microsoft.com/office/drawing/2014/main" id="{349E830C-E4C8-4216-AB48-56592F1D80A5}"/>
              </a:ext>
            </a:extLst>
          </p:cNvPr>
          <p:cNvSpPr>
            <a:spLocks xmlns:a="http://schemas.openxmlformats.org/drawingml/2006/main" noGrp="1"/>
          </p:cNvSpPr>
          <p:nvPr/>
        </p:nvSpPr>
        <p:spPr>
          <a:xfrm xmlns:a="http://schemas.openxmlformats.org/drawingml/2006/main">
            <a:off x="5193030" y="295275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6" name="">
            <a:extLst xmlns:a="http://schemas.openxmlformats.org/drawingml/2006/main">
              <a:ext uri="{FF2B5EF4-FFF2-40B4-BE49-F238E27FC236}">
                <a16:creationId xmlns:a16="http://schemas.microsoft.com/office/drawing/2014/main" id="{56A91D16-004E-46AC-A5F8-AC0E4AA8EBD8}"/>
              </a:ext>
            </a:extLst>
          </p:cNvPr>
          <p:cNvSpPr>
            <a:spLocks xmlns:a="http://schemas.openxmlformats.org/drawingml/2006/main" noGrp="1"/>
          </p:cNvSpPr>
          <p:nvPr/>
        </p:nvSpPr>
        <p:spPr>
          <a:xfrm xmlns:a="http://schemas.openxmlformats.org/drawingml/2006/main">
            <a:off x="5193030" y="314325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7" name="">
            <a:extLst xmlns:a="http://schemas.openxmlformats.org/drawingml/2006/main">
              <a:ext uri="{FF2B5EF4-FFF2-40B4-BE49-F238E27FC236}">
                <a16:creationId xmlns:a16="http://schemas.microsoft.com/office/drawing/2014/main" id="{51B4F4C5-3329-4197-99AB-62A6EB6024D0}"/>
              </a:ext>
            </a:extLst>
          </p:cNvPr>
          <p:cNvSpPr>
            <a:spLocks xmlns:a="http://schemas.openxmlformats.org/drawingml/2006/main" noGrp="1"/>
          </p:cNvSpPr>
          <p:nvPr/>
        </p:nvSpPr>
        <p:spPr>
          <a:xfrm xmlns:a="http://schemas.openxmlformats.org/drawingml/2006/main">
            <a:off x="5383530" y="276225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8" name="">
            <a:extLst xmlns:a="http://schemas.openxmlformats.org/drawingml/2006/main">
              <a:ext uri="{FF2B5EF4-FFF2-40B4-BE49-F238E27FC236}">
                <a16:creationId xmlns:a16="http://schemas.microsoft.com/office/drawing/2014/main" id="{F9F538F9-DD51-4DC0-A1B1-ED5A066F028E}"/>
              </a:ext>
            </a:extLst>
          </p:cNvPr>
          <p:cNvSpPr>
            <a:spLocks xmlns:a="http://schemas.openxmlformats.org/drawingml/2006/main" noGrp="1"/>
          </p:cNvSpPr>
          <p:nvPr/>
        </p:nvSpPr>
        <p:spPr>
          <a:xfrm xmlns:a="http://schemas.openxmlformats.org/drawingml/2006/main">
            <a:off x="5383530" y="295275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9" name="">
            <a:extLst xmlns:a="http://schemas.openxmlformats.org/drawingml/2006/main">
              <a:ext uri="{FF2B5EF4-FFF2-40B4-BE49-F238E27FC236}">
                <a16:creationId xmlns:a16="http://schemas.microsoft.com/office/drawing/2014/main" id="{FD1C2AD0-5EA0-4B77-8CDD-27983ED32BEC}"/>
              </a:ext>
            </a:extLst>
          </p:cNvPr>
          <p:cNvSpPr>
            <a:spLocks xmlns:a="http://schemas.openxmlformats.org/drawingml/2006/main" noGrp="1"/>
          </p:cNvSpPr>
          <p:nvPr/>
        </p:nvSpPr>
        <p:spPr>
          <a:xfrm xmlns:a="http://schemas.openxmlformats.org/drawingml/2006/main">
            <a:off x="5383530" y="314325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0" name="">
            <a:extLst xmlns:a="http://schemas.openxmlformats.org/drawingml/2006/main">
              <a:ext uri="{FF2B5EF4-FFF2-40B4-BE49-F238E27FC236}">
                <a16:creationId xmlns:a16="http://schemas.microsoft.com/office/drawing/2014/main" id="{37C5F394-6E17-485D-9A28-0C49181918D2}"/>
              </a:ext>
            </a:extLst>
          </p:cNvPr>
          <p:cNvSpPr>
            <a:spLocks xmlns:a="http://schemas.openxmlformats.org/drawingml/2006/main" noGrp="1"/>
          </p:cNvSpPr>
          <p:nvPr/>
        </p:nvSpPr>
        <p:spPr>
          <a:xfrm xmlns:a="http://schemas.openxmlformats.org/drawingml/2006/main">
            <a:off x="5574030" y="276225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1" name="">
            <a:extLst xmlns:a="http://schemas.openxmlformats.org/drawingml/2006/main">
              <a:ext uri="{FF2B5EF4-FFF2-40B4-BE49-F238E27FC236}">
                <a16:creationId xmlns:a16="http://schemas.microsoft.com/office/drawing/2014/main" id="{15CDAFEF-C74A-49E6-B926-8C75B815090A}"/>
              </a:ext>
            </a:extLst>
          </p:cNvPr>
          <p:cNvSpPr>
            <a:spLocks xmlns:a="http://schemas.openxmlformats.org/drawingml/2006/main" noGrp="1"/>
          </p:cNvSpPr>
          <p:nvPr/>
        </p:nvSpPr>
        <p:spPr>
          <a:xfrm xmlns:a="http://schemas.openxmlformats.org/drawingml/2006/main">
            <a:off x="5574030" y="295275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2" name="">
            <a:extLst xmlns:a="http://schemas.openxmlformats.org/drawingml/2006/main">
              <a:ext uri="{FF2B5EF4-FFF2-40B4-BE49-F238E27FC236}">
                <a16:creationId xmlns:a16="http://schemas.microsoft.com/office/drawing/2014/main" id="{79D62B30-106A-461C-884E-EC25546221E3}"/>
              </a:ext>
            </a:extLst>
          </p:cNvPr>
          <p:cNvSpPr>
            <a:spLocks xmlns:a="http://schemas.openxmlformats.org/drawingml/2006/main" noGrp="1"/>
          </p:cNvSpPr>
          <p:nvPr/>
        </p:nvSpPr>
        <p:spPr>
          <a:xfrm xmlns:a="http://schemas.openxmlformats.org/drawingml/2006/main">
            <a:off x="5574030" y="314325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3" name="">
            <a:extLst xmlns:a="http://schemas.openxmlformats.org/drawingml/2006/main">
              <a:ext uri="{FF2B5EF4-FFF2-40B4-BE49-F238E27FC236}">
                <a16:creationId xmlns:a16="http://schemas.microsoft.com/office/drawing/2014/main" id="{CC09504E-F11B-4AFF-952F-726F70566272}"/>
              </a:ext>
            </a:extLst>
          </p:cNvPr>
          <p:cNvSpPr>
            <a:spLocks xmlns:a="http://schemas.openxmlformats.org/drawingml/2006/main" noGrp="1"/>
          </p:cNvSpPr>
          <p:nvPr/>
        </p:nvSpPr>
        <p:spPr>
          <a:xfrm xmlns:a="http://schemas.openxmlformats.org/drawingml/2006/main">
            <a:off x="6571547" y="269959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4" name="">
            <a:extLst xmlns:a="http://schemas.openxmlformats.org/drawingml/2006/main">
              <a:ext uri="{FF2B5EF4-FFF2-40B4-BE49-F238E27FC236}">
                <a16:creationId xmlns:a16="http://schemas.microsoft.com/office/drawing/2014/main" id="{0BCB0920-2822-4662-9BD5-5B971D1919EA}"/>
              </a:ext>
            </a:extLst>
          </p:cNvPr>
          <p:cNvSpPr>
            <a:spLocks xmlns:a="http://schemas.openxmlformats.org/drawingml/2006/main" noGrp="1"/>
          </p:cNvSpPr>
          <p:nvPr/>
        </p:nvSpPr>
        <p:spPr>
          <a:xfrm xmlns:a="http://schemas.openxmlformats.org/drawingml/2006/main">
            <a:off x="6491038" y="2872241"/>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5" name="">
            <a:extLst xmlns:a="http://schemas.openxmlformats.org/drawingml/2006/main">
              <a:ext uri="{FF2B5EF4-FFF2-40B4-BE49-F238E27FC236}">
                <a16:creationId xmlns:a16="http://schemas.microsoft.com/office/drawing/2014/main" id="{7167E312-E081-444B-90BA-6B23BF88B038}"/>
              </a:ext>
            </a:extLst>
          </p:cNvPr>
          <p:cNvSpPr>
            <a:spLocks xmlns:a="http://schemas.openxmlformats.org/drawingml/2006/main" noGrp="1"/>
          </p:cNvSpPr>
          <p:nvPr/>
        </p:nvSpPr>
        <p:spPr>
          <a:xfrm xmlns:a="http://schemas.openxmlformats.org/drawingml/2006/main">
            <a:off x="6410530" y="3044893"/>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6" name="">
            <a:extLst xmlns:a="http://schemas.openxmlformats.org/drawingml/2006/main">
              <a:ext uri="{FF2B5EF4-FFF2-40B4-BE49-F238E27FC236}">
                <a16:creationId xmlns:a16="http://schemas.microsoft.com/office/drawing/2014/main" id="{6C60976E-8907-4353-9FE0-17BBAC8EDFA2}"/>
              </a:ext>
            </a:extLst>
          </p:cNvPr>
          <p:cNvSpPr>
            <a:spLocks xmlns:a="http://schemas.openxmlformats.org/drawingml/2006/main" noGrp="1"/>
          </p:cNvSpPr>
          <p:nvPr/>
        </p:nvSpPr>
        <p:spPr>
          <a:xfrm xmlns:a="http://schemas.openxmlformats.org/drawingml/2006/main">
            <a:off x="6744199" y="2780098"/>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7" name="">
            <a:extLst xmlns:a="http://schemas.openxmlformats.org/drawingml/2006/main">
              <a:ext uri="{FF2B5EF4-FFF2-40B4-BE49-F238E27FC236}">
                <a16:creationId xmlns:a16="http://schemas.microsoft.com/office/drawing/2014/main" id="{9C97304F-E84E-4BF5-9135-C81EB3097C13}"/>
              </a:ext>
            </a:extLst>
          </p:cNvPr>
          <p:cNvSpPr>
            <a:spLocks xmlns:a="http://schemas.openxmlformats.org/drawingml/2006/main" noGrp="1"/>
          </p:cNvSpPr>
          <p:nvPr/>
        </p:nvSpPr>
        <p:spPr>
          <a:xfrm xmlns:a="http://schemas.openxmlformats.org/drawingml/2006/main">
            <a:off x="6663690" y="295275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8" name="">
            <a:extLst xmlns:a="http://schemas.openxmlformats.org/drawingml/2006/main">
              <a:ext uri="{FF2B5EF4-FFF2-40B4-BE49-F238E27FC236}">
                <a16:creationId xmlns:a16="http://schemas.microsoft.com/office/drawing/2014/main" id="{3BD73278-24DB-4E10-878C-A685AFEB4F60}"/>
              </a:ext>
            </a:extLst>
          </p:cNvPr>
          <p:cNvSpPr>
            <a:spLocks xmlns:a="http://schemas.openxmlformats.org/drawingml/2006/main" noGrp="1"/>
          </p:cNvSpPr>
          <p:nvPr/>
        </p:nvSpPr>
        <p:spPr>
          <a:xfrm xmlns:a="http://schemas.openxmlformats.org/drawingml/2006/main">
            <a:off x="6583181" y="3125402"/>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9" name="">
            <a:extLst xmlns:a="http://schemas.openxmlformats.org/drawingml/2006/main">
              <a:ext uri="{FF2B5EF4-FFF2-40B4-BE49-F238E27FC236}">
                <a16:creationId xmlns:a16="http://schemas.microsoft.com/office/drawing/2014/main" id="{3270BE61-0F3A-4194-8B2E-98067E3862A8}"/>
              </a:ext>
            </a:extLst>
          </p:cNvPr>
          <p:cNvSpPr>
            <a:spLocks xmlns:a="http://schemas.openxmlformats.org/drawingml/2006/main" noGrp="1"/>
          </p:cNvSpPr>
          <p:nvPr/>
        </p:nvSpPr>
        <p:spPr>
          <a:xfrm xmlns:a="http://schemas.openxmlformats.org/drawingml/2006/main">
            <a:off x="6916850" y="2860607"/>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0" name="">
            <a:extLst xmlns:a="http://schemas.openxmlformats.org/drawingml/2006/main">
              <a:ext uri="{FF2B5EF4-FFF2-40B4-BE49-F238E27FC236}">
                <a16:creationId xmlns:a16="http://schemas.microsoft.com/office/drawing/2014/main" id="{C6B069A4-F485-4D1D-A894-DA1F35C92053}"/>
              </a:ext>
            </a:extLst>
          </p:cNvPr>
          <p:cNvSpPr>
            <a:spLocks xmlns:a="http://schemas.openxmlformats.org/drawingml/2006/main" noGrp="1"/>
          </p:cNvSpPr>
          <p:nvPr/>
        </p:nvSpPr>
        <p:spPr>
          <a:xfrm xmlns:a="http://schemas.openxmlformats.org/drawingml/2006/main">
            <a:off x="6836342" y="3033259"/>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1" name="">
            <a:extLst xmlns:a="http://schemas.openxmlformats.org/drawingml/2006/main">
              <a:ext uri="{FF2B5EF4-FFF2-40B4-BE49-F238E27FC236}">
                <a16:creationId xmlns:a16="http://schemas.microsoft.com/office/drawing/2014/main" id="{BE986638-DD07-49E5-957A-658DEC1BEC66}"/>
              </a:ext>
            </a:extLst>
          </p:cNvPr>
          <p:cNvSpPr>
            <a:spLocks xmlns:a="http://schemas.openxmlformats.org/drawingml/2006/main" noGrp="1"/>
          </p:cNvSpPr>
          <p:nvPr/>
        </p:nvSpPr>
        <p:spPr>
          <a:xfrm xmlns:a="http://schemas.openxmlformats.org/drawingml/2006/main">
            <a:off x="6755833" y="320591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2" name="">
            <a:extLst xmlns:a="http://schemas.openxmlformats.org/drawingml/2006/main">
              <a:ext uri="{FF2B5EF4-FFF2-40B4-BE49-F238E27FC236}">
                <a16:creationId xmlns:a16="http://schemas.microsoft.com/office/drawing/2014/main" id="{73F55AB0-5C4D-4265-A73D-7E3BB54EFA2E}"/>
              </a:ext>
            </a:extLst>
          </p:cNvPr>
          <p:cNvSpPr>
            <a:spLocks xmlns:a="http://schemas.openxmlformats.org/drawingml/2006/main" noGrp="1"/>
          </p:cNvSpPr>
          <p:nvPr/>
        </p:nvSpPr>
        <p:spPr>
          <a:xfrm xmlns:a="http://schemas.openxmlformats.org/drawingml/2006/main">
            <a:off x="5112694" y="3743768"/>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3" name="">
            <a:extLst xmlns:a="http://schemas.openxmlformats.org/drawingml/2006/main">
              <a:ext uri="{FF2B5EF4-FFF2-40B4-BE49-F238E27FC236}">
                <a16:creationId xmlns:a16="http://schemas.microsoft.com/office/drawing/2014/main" id="{23DE4B7E-3518-4E98-B2EB-6CA58032D3FA}"/>
              </a:ext>
            </a:extLst>
          </p:cNvPr>
          <p:cNvSpPr>
            <a:spLocks xmlns:a="http://schemas.openxmlformats.org/drawingml/2006/main" noGrp="1"/>
          </p:cNvSpPr>
          <p:nvPr/>
        </p:nvSpPr>
        <p:spPr>
          <a:xfrm xmlns:a="http://schemas.openxmlformats.org/drawingml/2006/main">
            <a:off x="5177849" y="392278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4" name="">
            <a:extLst xmlns:a="http://schemas.openxmlformats.org/drawingml/2006/main">
              <a:ext uri="{FF2B5EF4-FFF2-40B4-BE49-F238E27FC236}">
                <a16:creationId xmlns:a16="http://schemas.microsoft.com/office/drawing/2014/main" id="{DC34687F-D88C-4696-8BFA-905474A5D95C}"/>
              </a:ext>
            </a:extLst>
          </p:cNvPr>
          <p:cNvSpPr>
            <a:spLocks xmlns:a="http://schemas.openxmlformats.org/drawingml/2006/main" noGrp="1"/>
          </p:cNvSpPr>
          <p:nvPr/>
        </p:nvSpPr>
        <p:spPr>
          <a:xfrm xmlns:a="http://schemas.openxmlformats.org/drawingml/2006/main">
            <a:off x="5243003" y="4101791"/>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5" name="">
            <a:extLst xmlns:a="http://schemas.openxmlformats.org/drawingml/2006/main">
              <a:ext uri="{FF2B5EF4-FFF2-40B4-BE49-F238E27FC236}">
                <a16:creationId xmlns:a16="http://schemas.microsoft.com/office/drawing/2014/main" id="{23B282A8-C81E-45C4-9804-ACCAC07BD947}"/>
              </a:ext>
            </a:extLst>
          </p:cNvPr>
          <p:cNvSpPr>
            <a:spLocks xmlns:a="http://schemas.openxmlformats.org/drawingml/2006/main" noGrp="1"/>
          </p:cNvSpPr>
          <p:nvPr/>
        </p:nvSpPr>
        <p:spPr>
          <a:xfrm xmlns:a="http://schemas.openxmlformats.org/drawingml/2006/main">
            <a:off x="5291705" y="3678614"/>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6" name="">
            <a:extLst xmlns:a="http://schemas.openxmlformats.org/drawingml/2006/main">
              <a:ext uri="{FF2B5EF4-FFF2-40B4-BE49-F238E27FC236}">
                <a16:creationId xmlns:a16="http://schemas.microsoft.com/office/drawing/2014/main" id="{D4C3A695-F7BE-4809-BE82-E586F6321C26}"/>
              </a:ext>
            </a:extLst>
          </p:cNvPr>
          <p:cNvSpPr>
            <a:spLocks xmlns:a="http://schemas.openxmlformats.org/drawingml/2006/main" noGrp="1"/>
          </p:cNvSpPr>
          <p:nvPr/>
        </p:nvSpPr>
        <p:spPr>
          <a:xfrm xmlns:a="http://schemas.openxmlformats.org/drawingml/2006/main">
            <a:off x="5356860" y="3857625"/>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7" name="">
            <a:extLst xmlns:a="http://schemas.openxmlformats.org/drawingml/2006/main">
              <a:ext uri="{FF2B5EF4-FFF2-40B4-BE49-F238E27FC236}">
                <a16:creationId xmlns:a16="http://schemas.microsoft.com/office/drawing/2014/main" id="{37239251-2223-41D5-AECF-6484F81322B9}"/>
              </a:ext>
            </a:extLst>
          </p:cNvPr>
          <p:cNvSpPr>
            <a:spLocks xmlns:a="http://schemas.openxmlformats.org/drawingml/2006/main" noGrp="1"/>
          </p:cNvSpPr>
          <p:nvPr/>
        </p:nvSpPr>
        <p:spPr>
          <a:xfrm xmlns:a="http://schemas.openxmlformats.org/drawingml/2006/main">
            <a:off x="5422015" y="4036636"/>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8" name="">
            <a:extLst xmlns:a="http://schemas.openxmlformats.org/drawingml/2006/main">
              <a:ext uri="{FF2B5EF4-FFF2-40B4-BE49-F238E27FC236}">
                <a16:creationId xmlns:a16="http://schemas.microsoft.com/office/drawing/2014/main" id="{9F2C42D5-BCD8-428A-A792-42315174B110}"/>
              </a:ext>
            </a:extLst>
          </p:cNvPr>
          <p:cNvSpPr>
            <a:spLocks xmlns:a="http://schemas.openxmlformats.org/drawingml/2006/main" noGrp="1"/>
          </p:cNvSpPr>
          <p:nvPr/>
        </p:nvSpPr>
        <p:spPr>
          <a:xfrm xmlns:a="http://schemas.openxmlformats.org/drawingml/2006/main">
            <a:off x="5470717" y="3613459"/>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9" name="">
            <a:extLst xmlns:a="http://schemas.openxmlformats.org/drawingml/2006/main">
              <a:ext uri="{FF2B5EF4-FFF2-40B4-BE49-F238E27FC236}">
                <a16:creationId xmlns:a16="http://schemas.microsoft.com/office/drawing/2014/main" id="{BD9F7DFE-1039-4EC7-9594-E10FAD8BB2FB}"/>
              </a:ext>
            </a:extLst>
          </p:cNvPr>
          <p:cNvSpPr>
            <a:spLocks xmlns:a="http://schemas.openxmlformats.org/drawingml/2006/main" noGrp="1"/>
          </p:cNvSpPr>
          <p:nvPr/>
        </p:nvSpPr>
        <p:spPr>
          <a:xfrm xmlns:a="http://schemas.openxmlformats.org/drawingml/2006/main">
            <a:off x="5535871" y="379247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0" name="">
            <a:extLst xmlns:a="http://schemas.openxmlformats.org/drawingml/2006/main">
              <a:ext uri="{FF2B5EF4-FFF2-40B4-BE49-F238E27FC236}">
                <a16:creationId xmlns:a16="http://schemas.microsoft.com/office/drawing/2014/main" id="{A7FC48B4-B657-472F-A0A1-8EA3FAE8CD61}"/>
              </a:ext>
            </a:extLst>
          </p:cNvPr>
          <p:cNvSpPr>
            <a:spLocks xmlns:a="http://schemas.openxmlformats.org/drawingml/2006/main" noGrp="1"/>
          </p:cNvSpPr>
          <p:nvPr/>
        </p:nvSpPr>
        <p:spPr>
          <a:xfrm xmlns:a="http://schemas.openxmlformats.org/drawingml/2006/main">
            <a:off x="5601026" y="3971482"/>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1" name="">
            <a:extLst xmlns:a="http://schemas.openxmlformats.org/drawingml/2006/main">
              <a:ext uri="{FF2B5EF4-FFF2-40B4-BE49-F238E27FC236}">
                <a16:creationId xmlns:a16="http://schemas.microsoft.com/office/drawing/2014/main" id="{1B6684A3-2E30-4BB4-A176-93D9E55DC492}"/>
              </a:ext>
            </a:extLst>
          </p:cNvPr>
          <p:cNvSpPr>
            <a:spLocks xmlns:a="http://schemas.openxmlformats.org/drawingml/2006/main" noGrp="1"/>
          </p:cNvSpPr>
          <p:nvPr/>
        </p:nvSpPr>
        <p:spPr>
          <a:xfrm xmlns:a="http://schemas.openxmlformats.org/drawingml/2006/main">
            <a:off x="6276930" y="3685973"/>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2" name="">
            <a:extLst xmlns:a="http://schemas.openxmlformats.org/drawingml/2006/main">
              <a:ext uri="{FF2B5EF4-FFF2-40B4-BE49-F238E27FC236}">
                <a16:creationId xmlns:a16="http://schemas.microsoft.com/office/drawing/2014/main" id="{DFF041F1-28B7-418F-BC87-171076887C44}"/>
              </a:ext>
            </a:extLst>
          </p:cNvPr>
          <p:cNvSpPr>
            <a:spLocks xmlns:a="http://schemas.openxmlformats.org/drawingml/2006/main" noGrp="1"/>
          </p:cNvSpPr>
          <p:nvPr/>
        </p:nvSpPr>
        <p:spPr>
          <a:xfrm xmlns:a="http://schemas.openxmlformats.org/drawingml/2006/main">
            <a:off x="6237323" y="387231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3" name="">
            <a:extLst xmlns:a="http://schemas.openxmlformats.org/drawingml/2006/main">
              <a:ext uri="{FF2B5EF4-FFF2-40B4-BE49-F238E27FC236}">
                <a16:creationId xmlns:a16="http://schemas.microsoft.com/office/drawing/2014/main" id="{5DA6F66C-110B-4C74-BACA-BE8543D60BA0}"/>
              </a:ext>
            </a:extLst>
          </p:cNvPr>
          <p:cNvSpPr>
            <a:spLocks xmlns:a="http://schemas.openxmlformats.org/drawingml/2006/main" noGrp="1"/>
          </p:cNvSpPr>
          <p:nvPr/>
        </p:nvSpPr>
        <p:spPr>
          <a:xfrm xmlns:a="http://schemas.openxmlformats.org/drawingml/2006/main">
            <a:off x="6197716" y="4058647"/>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4" name="">
            <a:extLst xmlns:a="http://schemas.openxmlformats.org/drawingml/2006/main">
              <a:ext uri="{FF2B5EF4-FFF2-40B4-BE49-F238E27FC236}">
                <a16:creationId xmlns:a16="http://schemas.microsoft.com/office/drawing/2014/main" id="{3CDB8E19-1607-408C-A978-DF9C4CFA6A47}"/>
              </a:ext>
            </a:extLst>
          </p:cNvPr>
          <p:cNvSpPr>
            <a:spLocks xmlns:a="http://schemas.openxmlformats.org/drawingml/2006/main" noGrp="1"/>
          </p:cNvSpPr>
          <p:nvPr/>
        </p:nvSpPr>
        <p:spPr>
          <a:xfrm xmlns:a="http://schemas.openxmlformats.org/drawingml/2006/main">
            <a:off x="6463267" y="372558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5" name="">
            <a:extLst xmlns:a="http://schemas.openxmlformats.org/drawingml/2006/main">
              <a:ext uri="{FF2B5EF4-FFF2-40B4-BE49-F238E27FC236}">
                <a16:creationId xmlns:a16="http://schemas.microsoft.com/office/drawing/2014/main" id="{A24C077A-6D9E-4672-96C7-F6CCBCBAA202}"/>
              </a:ext>
            </a:extLst>
          </p:cNvPr>
          <p:cNvSpPr>
            <a:spLocks xmlns:a="http://schemas.openxmlformats.org/drawingml/2006/main" noGrp="1"/>
          </p:cNvSpPr>
          <p:nvPr/>
        </p:nvSpPr>
        <p:spPr>
          <a:xfrm xmlns:a="http://schemas.openxmlformats.org/drawingml/2006/main">
            <a:off x="6423660" y="3911918"/>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6" name="">
            <a:extLst xmlns:a="http://schemas.openxmlformats.org/drawingml/2006/main">
              <a:ext uri="{FF2B5EF4-FFF2-40B4-BE49-F238E27FC236}">
                <a16:creationId xmlns:a16="http://schemas.microsoft.com/office/drawing/2014/main" id="{3F9E7123-A16B-42E6-96FC-596D4D9E9D8F}"/>
              </a:ext>
            </a:extLst>
          </p:cNvPr>
          <p:cNvSpPr>
            <a:spLocks xmlns:a="http://schemas.openxmlformats.org/drawingml/2006/main" noGrp="1"/>
          </p:cNvSpPr>
          <p:nvPr/>
        </p:nvSpPr>
        <p:spPr>
          <a:xfrm xmlns:a="http://schemas.openxmlformats.org/drawingml/2006/main">
            <a:off x="6384053" y="4098255"/>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7" name="">
            <a:extLst xmlns:a="http://schemas.openxmlformats.org/drawingml/2006/main">
              <a:ext uri="{FF2B5EF4-FFF2-40B4-BE49-F238E27FC236}">
                <a16:creationId xmlns:a16="http://schemas.microsoft.com/office/drawing/2014/main" id="{9301E956-5839-4509-AE32-5DC9CC447FDF}"/>
              </a:ext>
            </a:extLst>
          </p:cNvPr>
          <p:cNvSpPr>
            <a:spLocks xmlns:a="http://schemas.openxmlformats.org/drawingml/2006/main" noGrp="1"/>
          </p:cNvSpPr>
          <p:nvPr/>
        </p:nvSpPr>
        <p:spPr>
          <a:xfrm xmlns:a="http://schemas.openxmlformats.org/drawingml/2006/main">
            <a:off x="6649604" y="3765188"/>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8" name="">
            <a:extLst xmlns:a="http://schemas.openxmlformats.org/drawingml/2006/main">
              <a:ext uri="{FF2B5EF4-FFF2-40B4-BE49-F238E27FC236}">
                <a16:creationId xmlns:a16="http://schemas.microsoft.com/office/drawing/2014/main" id="{ABE39D89-0549-4A1C-BC70-70658FAA5934}"/>
              </a:ext>
            </a:extLst>
          </p:cNvPr>
          <p:cNvSpPr>
            <a:spLocks xmlns:a="http://schemas.openxmlformats.org/drawingml/2006/main" noGrp="1"/>
          </p:cNvSpPr>
          <p:nvPr/>
        </p:nvSpPr>
        <p:spPr>
          <a:xfrm xmlns:a="http://schemas.openxmlformats.org/drawingml/2006/main">
            <a:off x="6609997" y="3951525"/>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9" name="">
            <a:extLst xmlns:a="http://schemas.openxmlformats.org/drawingml/2006/main">
              <a:ext uri="{FF2B5EF4-FFF2-40B4-BE49-F238E27FC236}">
                <a16:creationId xmlns:a16="http://schemas.microsoft.com/office/drawing/2014/main" id="{922A5CCC-8E7C-4625-9948-39ADCA1BEB2B}"/>
              </a:ext>
            </a:extLst>
          </p:cNvPr>
          <p:cNvSpPr>
            <a:spLocks xmlns:a="http://schemas.openxmlformats.org/drawingml/2006/main" noGrp="1"/>
          </p:cNvSpPr>
          <p:nvPr/>
        </p:nvSpPr>
        <p:spPr>
          <a:xfrm xmlns:a="http://schemas.openxmlformats.org/drawingml/2006/main">
            <a:off x="6570390" y="4137862"/>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0" name="">
            <a:extLst xmlns:a="http://schemas.openxmlformats.org/drawingml/2006/main">
              <a:ext uri="{FF2B5EF4-FFF2-40B4-BE49-F238E27FC236}">
                <a16:creationId xmlns:a16="http://schemas.microsoft.com/office/drawing/2014/main" id="{2449B6CD-72F0-401D-B4FF-7049C711AD96}"/>
              </a:ext>
            </a:extLst>
          </p:cNvPr>
          <p:cNvSpPr>
            <a:spLocks xmlns:a="http://schemas.openxmlformats.org/drawingml/2006/main" noGrp="1"/>
          </p:cNvSpPr>
          <p:nvPr/>
        </p:nvSpPr>
        <p:spPr>
          <a:xfrm xmlns:a="http://schemas.openxmlformats.org/drawingml/2006/main">
            <a:off x="7226950" y="3589242"/>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1" name="">
            <a:extLst xmlns:a="http://schemas.openxmlformats.org/drawingml/2006/main">
              <a:ext uri="{FF2B5EF4-FFF2-40B4-BE49-F238E27FC236}">
                <a16:creationId xmlns:a16="http://schemas.microsoft.com/office/drawing/2014/main" id="{C0BD3EA7-48C7-4703-B00C-7A5A0C496D6B}"/>
              </a:ext>
            </a:extLst>
          </p:cNvPr>
          <p:cNvSpPr>
            <a:spLocks xmlns:a="http://schemas.openxmlformats.org/drawingml/2006/main" noGrp="1"/>
          </p:cNvSpPr>
          <p:nvPr/>
        </p:nvSpPr>
        <p:spPr>
          <a:xfrm xmlns:a="http://schemas.openxmlformats.org/drawingml/2006/main">
            <a:off x="7104499" y="3735174"/>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2" name="">
            <a:extLst xmlns:a="http://schemas.openxmlformats.org/drawingml/2006/main">
              <a:ext uri="{FF2B5EF4-FFF2-40B4-BE49-F238E27FC236}">
                <a16:creationId xmlns:a16="http://schemas.microsoft.com/office/drawing/2014/main" id="{6B1F27EF-A424-452C-AD79-8C431F134A54}"/>
              </a:ext>
            </a:extLst>
          </p:cNvPr>
          <p:cNvSpPr>
            <a:spLocks xmlns:a="http://schemas.openxmlformats.org/drawingml/2006/main" noGrp="1"/>
          </p:cNvSpPr>
          <p:nvPr/>
        </p:nvSpPr>
        <p:spPr>
          <a:xfrm xmlns:a="http://schemas.openxmlformats.org/drawingml/2006/main">
            <a:off x="6982047" y="3881105"/>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3" name="">
            <a:extLst xmlns:a="http://schemas.openxmlformats.org/drawingml/2006/main">
              <a:ext uri="{FF2B5EF4-FFF2-40B4-BE49-F238E27FC236}">
                <a16:creationId xmlns:a16="http://schemas.microsoft.com/office/drawing/2014/main" id="{790F7E86-42AE-4759-8FC3-192A104630E8}"/>
              </a:ext>
            </a:extLst>
          </p:cNvPr>
          <p:cNvSpPr>
            <a:spLocks xmlns:a="http://schemas.openxmlformats.org/drawingml/2006/main" noGrp="1"/>
          </p:cNvSpPr>
          <p:nvPr/>
        </p:nvSpPr>
        <p:spPr>
          <a:xfrm xmlns:a="http://schemas.openxmlformats.org/drawingml/2006/main">
            <a:off x="7372881" y="3711694"/>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4" name="">
            <a:extLst xmlns:a="http://schemas.openxmlformats.org/drawingml/2006/main">
              <a:ext uri="{FF2B5EF4-FFF2-40B4-BE49-F238E27FC236}">
                <a16:creationId xmlns:a16="http://schemas.microsoft.com/office/drawing/2014/main" id="{61AE69EA-F95B-4B03-9EF6-B203E9955986}"/>
              </a:ext>
            </a:extLst>
          </p:cNvPr>
          <p:cNvSpPr>
            <a:spLocks xmlns:a="http://schemas.openxmlformats.org/drawingml/2006/main" noGrp="1"/>
          </p:cNvSpPr>
          <p:nvPr/>
        </p:nvSpPr>
        <p:spPr>
          <a:xfrm xmlns:a="http://schemas.openxmlformats.org/drawingml/2006/main">
            <a:off x="7250430" y="3857625"/>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5" name="">
            <a:extLst xmlns:a="http://schemas.openxmlformats.org/drawingml/2006/main">
              <a:ext uri="{FF2B5EF4-FFF2-40B4-BE49-F238E27FC236}">
                <a16:creationId xmlns:a16="http://schemas.microsoft.com/office/drawing/2014/main" id="{80F8AB22-6D0C-4FEA-8AE0-48A75E36C936}"/>
              </a:ext>
            </a:extLst>
          </p:cNvPr>
          <p:cNvSpPr>
            <a:spLocks xmlns:a="http://schemas.openxmlformats.org/drawingml/2006/main" noGrp="1"/>
          </p:cNvSpPr>
          <p:nvPr/>
        </p:nvSpPr>
        <p:spPr>
          <a:xfrm xmlns:a="http://schemas.openxmlformats.org/drawingml/2006/main">
            <a:off x="7127979" y="4003556"/>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6" name="">
            <a:extLst xmlns:a="http://schemas.openxmlformats.org/drawingml/2006/main">
              <a:ext uri="{FF2B5EF4-FFF2-40B4-BE49-F238E27FC236}">
                <a16:creationId xmlns:a16="http://schemas.microsoft.com/office/drawing/2014/main" id="{B20F14DF-BE2E-49A2-9736-0F107D0E2D58}"/>
              </a:ext>
            </a:extLst>
          </p:cNvPr>
          <p:cNvSpPr>
            <a:spLocks xmlns:a="http://schemas.openxmlformats.org/drawingml/2006/main" noGrp="1"/>
          </p:cNvSpPr>
          <p:nvPr/>
        </p:nvSpPr>
        <p:spPr>
          <a:xfrm xmlns:a="http://schemas.openxmlformats.org/drawingml/2006/main">
            <a:off x="7518813" y="3834145"/>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7" name="">
            <a:extLst xmlns:a="http://schemas.openxmlformats.org/drawingml/2006/main">
              <a:ext uri="{FF2B5EF4-FFF2-40B4-BE49-F238E27FC236}">
                <a16:creationId xmlns:a16="http://schemas.microsoft.com/office/drawing/2014/main" id="{F1932A87-DE0F-4EDE-B1BA-732AD728CDC1}"/>
              </a:ext>
            </a:extLst>
          </p:cNvPr>
          <p:cNvSpPr>
            <a:spLocks xmlns:a="http://schemas.openxmlformats.org/drawingml/2006/main" noGrp="1"/>
          </p:cNvSpPr>
          <p:nvPr/>
        </p:nvSpPr>
        <p:spPr>
          <a:xfrm xmlns:a="http://schemas.openxmlformats.org/drawingml/2006/main">
            <a:off x="7396361" y="3980076"/>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8" name="">
            <a:extLst xmlns:a="http://schemas.openxmlformats.org/drawingml/2006/main">
              <a:ext uri="{FF2B5EF4-FFF2-40B4-BE49-F238E27FC236}">
                <a16:creationId xmlns:a16="http://schemas.microsoft.com/office/drawing/2014/main" id="{F486428C-7973-402E-A2E5-9126B20BD1D7}"/>
              </a:ext>
            </a:extLst>
          </p:cNvPr>
          <p:cNvSpPr>
            <a:spLocks xmlns:a="http://schemas.openxmlformats.org/drawingml/2006/main" noGrp="1"/>
          </p:cNvSpPr>
          <p:nvPr/>
        </p:nvSpPr>
        <p:spPr>
          <a:xfrm xmlns:a="http://schemas.openxmlformats.org/drawingml/2006/main">
            <a:off x="7273910" y="4126008"/>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9" name="">
            <a:extLst xmlns:a="http://schemas.openxmlformats.org/drawingml/2006/main">
              <a:ext uri="{FF2B5EF4-FFF2-40B4-BE49-F238E27FC236}">
                <a16:creationId xmlns:a16="http://schemas.microsoft.com/office/drawing/2014/main" id="{82EC77C3-3845-4CFD-9D30-B22C43FB1E88}"/>
              </a:ext>
            </a:extLst>
          </p:cNvPr>
          <p:cNvSpPr>
            <a:spLocks xmlns:a="http://schemas.openxmlformats.org/drawingml/2006/main" noGrp="1"/>
          </p:cNvSpPr>
          <p:nvPr/>
        </p:nvSpPr>
        <p:spPr>
          <a:xfrm xmlns:a="http://schemas.openxmlformats.org/drawingml/2006/main">
            <a:off x="4667250" y="47625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結晶の向き・粒界</a:t>
            </a:r>
          </a:p>
        </p:txBody>
      </p:sp>
      <p:sp>
        <p:nvSpPr>
          <p:cNvPr id="100" name="">
            <a:extLst xmlns:a="http://schemas.openxmlformats.org/drawingml/2006/main">
              <a:ext uri="{FF2B5EF4-FFF2-40B4-BE49-F238E27FC236}">
                <a16:creationId xmlns:a16="http://schemas.microsoft.com/office/drawing/2014/main" id="{58CA28FA-5FB9-4699-A3EB-17D4379F188C}"/>
              </a:ext>
            </a:extLst>
          </p:cNvPr>
          <p:cNvSpPr>
            <a:spLocks xmlns:a="http://schemas.openxmlformats.org/drawingml/2006/main" noGrp="1"/>
          </p:cNvSpPr>
          <p:nvPr/>
        </p:nvSpPr>
        <p:spPr>
          <a:xfrm xmlns:a="http://schemas.openxmlformats.org/drawingml/2006/main">
            <a:off x="8572500" y="171450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部品・製品</a:t>
            </a:r>
          </a:p>
        </p:txBody>
      </p:sp>
      <p:sp>
        <p:nvSpPr>
          <p:cNvPr id="101" name="">
            <a:extLst xmlns:a="http://schemas.openxmlformats.org/drawingml/2006/main">
              <a:ext uri="{FF2B5EF4-FFF2-40B4-BE49-F238E27FC236}">
                <a16:creationId xmlns:a16="http://schemas.microsoft.com/office/drawing/2014/main" id="{2DF6B59D-5FFE-4038-8C0B-B13D8CFFA314}"/>
              </a:ext>
            </a:extLst>
          </p:cNvPr>
          <p:cNvSpPr>
            <a:spLocks xmlns:a="http://schemas.openxmlformats.org/drawingml/2006/main" noGrp="1"/>
          </p:cNvSpPr>
          <p:nvPr/>
        </p:nvSpPr>
        <p:spPr>
          <a:xfrm xmlns:a="http://schemas.openxmlformats.org/drawingml/2006/main">
            <a:off x="9048750" y="2667000"/>
            <a:ext cx="1524000" cy="1619250"/>
          </a:xfrm>
          <a:custGeom xmlns:a="http://schemas.openxmlformats.org/drawingml/2006/main">
            <a:pathLst>
              <a:path w="1524000" h="1619250">
                <a:moveTo>
                  <a:pt x="0" y="0"/>
                </a:moveTo>
                <a:lnTo>
                  <a:pt x="1524000" y="0"/>
                </a:lnTo>
                <a:lnTo>
                  <a:pt x="1524000" y="333375"/>
                </a:lnTo>
                <a:lnTo>
                  <a:pt x="333375" y="333375"/>
                </a:lnTo>
                <a:lnTo>
                  <a:pt x="333375" y="1619250"/>
                </a:lnTo>
                <a:lnTo>
                  <a:pt x="0" y="1619250"/>
                </a:lnTo>
                <a:close/>
              </a:path>
            </a:pathLst>
          </a:custGeom>
          <a:solidFill xmlns:a="http://schemas.openxmlformats.org/drawingml/2006/main">
            <a:srgbClr val="E8F0F4"/>
          </a:solidFill>
          <a:ln xmlns:a="http://schemas.openxmlformats.org/drawingml/2006/main" w="19050">
            <a:solidFill>
              <a:srgbClr val="2876A8"/>
            </a:solidFill>
          </a:ln>
        </p:spPr>
      </p:sp>
      <p:sp>
        <p:nvSpPr>
          <p:cNvPr id="102" name="">
            <a:extLst xmlns:a="http://schemas.openxmlformats.org/drawingml/2006/main">
              <a:ext uri="{FF2B5EF4-FFF2-40B4-BE49-F238E27FC236}">
                <a16:creationId xmlns:a16="http://schemas.microsoft.com/office/drawing/2014/main" id="{ACAEC4A4-7A42-4D48-821D-59C68CB4D33E}"/>
              </a:ext>
            </a:extLst>
          </p:cNvPr>
          <p:cNvSpPr>
            <a:spLocks xmlns:a="http://schemas.openxmlformats.org/drawingml/2006/main" noGrp="1"/>
          </p:cNvSpPr>
          <p:nvPr/>
        </p:nvSpPr>
        <p:spPr>
          <a:xfrm xmlns:a="http://schemas.openxmlformats.org/drawingml/2006/main">
            <a:off x="8572500" y="476250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形・表面・接合</a:t>
            </a:r>
          </a:p>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使用条件</a:t>
            </a:r>
          </a:p>
        </p:txBody>
      </p:sp>
      <p:sp>
        <p:nvSpPr>
          <p:cNvPr id="103" name="">
            <a:extLst xmlns:a="http://schemas.openxmlformats.org/drawingml/2006/main">
              <a:ext uri="{FF2B5EF4-FFF2-40B4-BE49-F238E27FC236}">
                <a16:creationId xmlns:a16="http://schemas.microsoft.com/office/drawing/2014/main" id="{A9FD9B57-3E00-40E6-AEE8-24EFC318163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それぞれ別の尺度の模式図。原子図、組織の観察像、製品の形を区別して読む。</a:t>
            </a:r>
          </a:p>
        </p:txBody>
      </p:sp>
    </p:spTree>
    <p:extLst>
      <p:ext uri="{BB962C8B-B14F-4D97-AF65-F5344CB8AC3E}">
        <p14:creationId xmlns:p14="http://schemas.microsoft.com/office/powerpoint/2010/main" val="180581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DC0837-DF0B-4A72-98DF-0BAA0C9E3ABC}"/>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構造・プロセス・性質・性能をつなぐ</a:t>
            </a:r>
          </a:p>
        </p:txBody>
      </p:sp>
      <p:sp>
        <p:nvSpPr>
          <p:cNvPr id="2" name="">
            <a:extLst xmlns:a="http://schemas.openxmlformats.org/drawingml/2006/main">
              <a:ext uri="{FF2B5EF4-FFF2-40B4-BE49-F238E27FC236}">
                <a16:creationId xmlns:a16="http://schemas.microsoft.com/office/drawing/2014/main" id="{EFE65D0C-8C8A-4BBD-9E87-37AC69AB689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graphicFrame>
        <p:nvGraphicFramePr>
          <p:cNvPr id="4" name="">
            <a:extLst xmlns:a="http://schemas.openxmlformats.org/drawingml/2006/main">
              <a:ext uri="{FF2B5EF4-FFF2-40B4-BE49-F238E27FC236}">
                <a16:creationId xmlns:a16="http://schemas.microsoft.com/office/drawing/2014/main" id="{EC262D33-157E-4261-BE99-0DDCFDCA358A}"/>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問い</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理解する尺度と関係</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何からできているか</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元素、結合、結晶構造</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どのような状態か</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組織、転位、表面、加工の履歴</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何を測った値か</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E、降伏強さ、硬さ、導電性等</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製品で役立つか</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形、接合、荷重、環境と要求性能</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C7D181F-4B2B-4B2D-B219-14D468C1DBBA}"/>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材料名だけで性能は決まらない。構造の尺度と、測定・使用の条件を対応させる。</a:t>
            </a:r>
          </a:p>
        </p:txBody>
      </p:sp>
      <p:sp>
        <p:nvSpPr>
          <p:cNvPr id="6" name="">
            <a:extLst xmlns:a="http://schemas.openxmlformats.org/drawingml/2006/main">
              <a:ext uri="{FF2B5EF4-FFF2-40B4-BE49-F238E27FC236}">
                <a16:creationId xmlns:a16="http://schemas.microsoft.com/office/drawing/2014/main" id="{A0E377F2-3AA7-4813-9A38-806E0FFED75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5 / 56</a:t>
            </a:r>
          </a:p>
        </p:txBody>
      </p:sp>
      <p:sp>
        <p:nvSpPr>
          <p:cNvPr id="8" name="">
            <a:extLst xmlns:a="http://schemas.openxmlformats.org/drawingml/2006/main">
              <a:ext uri="{FF2B5EF4-FFF2-40B4-BE49-F238E27FC236}">
                <a16:creationId xmlns:a16="http://schemas.microsoft.com/office/drawing/2014/main" id="{97107D8D-4038-4F1C-8540-F034844150E9}"/>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a:t>
            </a:r>
          </a:p>
        </p:txBody>
      </p:sp>
    </p:spTree>
    <p:extLst>
      <p:ext uri="{BB962C8B-B14F-4D97-AF65-F5344CB8AC3E}">
        <p14:creationId xmlns:p14="http://schemas.microsoft.com/office/powerpoint/2010/main" val="4092741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E9DFA273-A281-4F1C-81ED-678A20A84C4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金属結合の見方</a:t>
            </a:r>
          </a:p>
        </p:txBody>
      </p:sp>
      <p:sp>
        <p:nvSpPr>
          <p:cNvPr id="2" name="">
            <a:extLst xmlns:a="http://schemas.openxmlformats.org/drawingml/2006/main">
              <a:ext uri="{FF2B5EF4-FFF2-40B4-BE49-F238E27FC236}">
                <a16:creationId xmlns:a16="http://schemas.microsoft.com/office/drawing/2014/main" id="{CF32A056-F105-4171-A04D-61CA26AAB27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50" name="">
            <a:extLst xmlns:a="http://schemas.openxmlformats.org/drawingml/2006/main">
              <a:ext uri="{FF2B5EF4-FFF2-40B4-BE49-F238E27FC236}">
                <a16:creationId xmlns:a16="http://schemas.microsoft.com/office/drawing/2014/main" id="{735427AD-A979-47C4-8E6F-F702B9D9161B}"/>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51" name="">
            <a:extLst xmlns:a="http://schemas.openxmlformats.org/drawingml/2006/main">
              <a:ext uri="{FF2B5EF4-FFF2-40B4-BE49-F238E27FC236}">
                <a16:creationId xmlns:a16="http://schemas.microsoft.com/office/drawing/2014/main" id="{E52321F1-23B2-411D-9DCA-917FED1CCF92}"/>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6 / 56</a:t>
            </a:r>
          </a:p>
        </p:txBody>
      </p:sp>
      <p:sp>
        <p:nvSpPr>
          <p:cNvPr id="53" name="">
            <a:extLst xmlns:a="http://schemas.openxmlformats.org/drawingml/2006/main">
              <a:ext uri="{FF2B5EF4-FFF2-40B4-BE49-F238E27FC236}">
                <a16:creationId xmlns:a16="http://schemas.microsoft.com/office/drawing/2014/main" id="{DAC608AC-0657-4AAA-B469-308BF731AD21}"/>
              </a:ext>
            </a:extLst>
          </p:cNvPr>
          <p:cNvSpPr>
            <a:spLocks xmlns:a="http://schemas.openxmlformats.org/drawingml/2006/main" noGrp="1"/>
          </p:cNvSpPr>
          <p:nvPr/>
        </p:nvSpPr>
        <p:spPr>
          <a:xfrm xmlns:a="http://schemas.openxmlformats.org/drawingml/2006/main">
            <a:off x="857250" y="2238375"/>
            <a:ext cx="5810250" cy="2857500"/>
          </a:xfrm>
          <a:prstGeom xmlns:a="http://schemas.openxmlformats.org/drawingml/2006/main" prst="rect">
            <a:avLst/>
          </a:prstGeom>
          <a:solidFill xmlns:a="http://schemas.openxmlformats.org/drawingml/2006/main">
            <a:srgbClr val="EEF5F8"/>
          </a:solidFill>
          <a:ln xmlns:a="http://schemas.openxmlformats.org/drawingml/2006/main" w="16193">
            <a:solidFill>
              <a:srgbClr val="B9CDD8"/>
            </a:solidFill>
          </a:ln>
        </p:spPr>
      </p:sp>
      <p:sp>
        <p:nvSpPr>
          <p:cNvPr id="54" name="">
            <a:extLst xmlns:a="http://schemas.openxmlformats.org/drawingml/2006/main">
              <a:ext uri="{FF2B5EF4-FFF2-40B4-BE49-F238E27FC236}">
                <a16:creationId xmlns:a16="http://schemas.microsoft.com/office/drawing/2014/main" id="{44B042DF-68E2-47B3-87F9-437FFB151639}"/>
              </a:ext>
            </a:extLst>
          </p:cNvPr>
          <p:cNvSpPr>
            <a:spLocks xmlns:a="http://schemas.openxmlformats.org/drawingml/2006/main" noGrp="1"/>
          </p:cNvSpPr>
          <p:nvPr/>
        </p:nvSpPr>
        <p:spPr>
          <a:xfrm xmlns:a="http://schemas.openxmlformats.org/drawingml/2006/main">
            <a:off x="1114425" y="2466975"/>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55" name="">
            <a:extLst xmlns:a="http://schemas.openxmlformats.org/drawingml/2006/main">
              <a:ext uri="{FF2B5EF4-FFF2-40B4-BE49-F238E27FC236}">
                <a16:creationId xmlns:a16="http://schemas.microsoft.com/office/drawing/2014/main" id="{449FD410-D827-4AB6-ACC6-56E4591B6710}"/>
              </a:ext>
            </a:extLst>
          </p:cNvPr>
          <p:cNvSpPr>
            <a:spLocks xmlns:a="http://schemas.openxmlformats.org/drawingml/2006/main" noGrp="1"/>
          </p:cNvSpPr>
          <p:nvPr/>
        </p:nvSpPr>
        <p:spPr>
          <a:xfrm xmlns:a="http://schemas.openxmlformats.org/drawingml/2006/main">
            <a:off x="1114425" y="24669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56" name="">
            <a:extLst xmlns:a="http://schemas.openxmlformats.org/drawingml/2006/main">
              <a:ext uri="{FF2B5EF4-FFF2-40B4-BE49-F238E27FC236}">
                <a16:creationId xmlns:a16="http://schemas.microsoft.com/office/drawing/2014/main" id="{7FCF42C0-6FD0-4FA8-A1AD-0933943F6787}"/>
              </a:ext>
            </a:extLst>
          </p:cNvPr>
          <p:cNvSpPr>
            <a:spLocks xmlns:a="http://schemas.openxmlformats.org/drawingml/2006/main" noGrp="1"/>
          </p:cNvSpPr>
          <p:nvPr/>
        </p:nvSpPr>
        <p:spPr>
          <a:xfrm xmlns:a="http://schemas.openxmlformats.org/drawingml/2006/main">
            <a:off x="2746375" y="2466975"/>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57" name="">
            <a:extLst xmlns:a="http://schemas.openxmlformats.org/drawingml/2006/main">
              <a:ext uri="{FF2B5EF4-FFF2-40B4-BE49-F238E27FC236}">
                <a16:creationId xmlns:a16="http://schemas.microsoft.com/office/drawing/2014/main" id="{2EECFB23-38F0-4ACA-9825-CA14432C197E}"/>
              </a:ext>
            </a:extLst>
          </p:cNvPr>
          <p:cNvSpPr>
            <a:spLocks xmlns:a="http://schemas.openxmlformats.org/drawingml/2006/main" noGrp="1"/>
          </p:cNvSpPr>
          <p:nvPr/>
        </p:nvSpPr>
        <p:spPr>
          <a:xfrm xmlns:a="http://schemas.openxmlformats.org/drawingml/2006/main">
            <a:off x="2746375" y="24669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58" name="">
            <a:extLst xmlns:a="http://schemas.openxmlformats.org/drawingml/2006/main">
              <a:ext uri="{FF2B5EF4-FFF2-40B4-BE49-F238E27FC236}">
                <a16:creationId xmlns:a16="http://schemas.microsoft.com/office/drawing/2014/main" id="{F1383BE5-2EA4-461B-8BCB-D777DBEC5500}"/>
              </a:ext>
            </a:extLst>
          </p:cNvPr>
          <p:cNvSpPr>
            <a:spLocks xmlns:a="http://schemas.openxmlformats.org/drawingml/2006/main" noGrp="1"/>
          </p:cNvSpPr>
          <p:nvPr/>
        </p:nvSpPr>
        <p:spPr>
          <a:xfrm xmlns:a="http://schemas.openxmlformats.org/drawingml/2006/main">
            <a:off x="4378325" y="2466975"/>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59" name="">
            <a:extLst xmlns:a="http://schemas.openxmlformats.org/drawingml/2006/main">
              <a:ext uri="{FF2B5EF4-FFF2-40B4-BE49-F238E27FC236}">
                <a16:creationId xmlns:a16="http://schemas.microsoft.com/office/drawing/2014/main" id="{35FAB37D-D4ED-42AA-A084-09BB0C8DD7CF}"/>
              </a:ext>
            </a:extLst>
          </p:cNvPr>
          <p:cNvSpPr>
            <a:spLocks xmlns:a="http://schemas.openxmlformats.org/drawingml/2006/main" noGrp="1"/>
          </p:cNvSpPr>
          <p:nvPr/>
        </p:nvSpPr>
        <p:spPr>
          <a:xfrm xmlns:a="http://schemas.openxmlformats.org/drawingml/2006/main">
            <a:off x="4378325" y="24669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60" name="">
            <a:extLst xmlns:a="http://schemas.openxmlformats.org/drawingml/2006/main">
              <a:ext uri="{FF2B5EF4-FFF2-40B4-BE49-F238E27FC236}">
                <a16:creationId xmlns:a16="http://schemas.microsoft.com/office/drawing/2014/main" id="{F3F02537-AC05-40B4-AEE2-262C77B9C5B7}"/>
              </a:ext>
            </a:extLst>
          </p:cNvPr>
          <p:cNvSpPr>
            <a:spLocks xmlns:a="http://schemas.openxmlformats.org/drawingml/2006/main" noGrp="1"/>
          </p:cNvSpPr>
          <p:nvPr/>
        </p:nvSpPr>
        <p:spPr>
          <a:xfrm xmlns:a="http://schemas.openxmlformats.org/drawingml/2006/main">
            <a:off x="6010275" y="2466975"/>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61" name="">
            <a:extLst xmlns:a="http://schemas.openxmlformats.org/drawingml/2006/main">
              <a:ext uri="{FF2B5EF4-FFF2-40B4-BE49-F238E27FC236}">
                <a16:creationId xmlns:a16="http://schemas.microsoft.com/office/drawing/2014/main" id="{53C27193-501F-454A-B54A-C35ADD236975}"/>
              </a:ext>
            </a:extLst>
          </p:cNvPr>
          <p:cNvSpPr>
            <a:spLocks xmlns:a="http://schemas.openxmlformats.org/drawingml/2006/main" noGrp="1"/>
          </p:cNvSpPr>
          <p:nvPr/>
        </p:nvSpPr>
        <p:spPr>
          <a:xfrm xmlns:a="http://schemas.openxmlformats.org/drawingml/2006/main">
            <a:off x="6010275" y="24669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62" name="">
            <a:extLst xmlns:a="http://schemas.openxmlformats.org/drawingml/2006/main">
              <a:ext uri="{FF2B5EF4-FFF2-40B4-BE49-F238E27FC236}">
                <a16:creationId xmlns:a16="http://schemas.microsoft.com/office/drawing/2014/main" id="{CDF4F170-FC32-49DC-AE9A-57A0D96922F3}"/>
              </a:ext>
            </a:extLst>
          </p:cNvPr>
          <p:cNvSpPr>
            <a:spLocks xmlns:a="http://schemas.openxmlformats.org/drawingml/2006/main" noGrp="1"/>
          </p:cNvSpPr>
          <p:nvPr/>
        </p:nvSpPr>
        <p:spPr>
          <a:xfrm xmlns:a="http://schemas.openxmlformats.org/drawingml/2006/main">
            <a:off x="1114425" y="3467100"/>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63" name="">
            <a:extLst xmlns:a="http://schemas.openxmlformats.org/drawingml/2006/main">
              <a:ext uri="{FF2B5EF4-FFF2-40B4-BE49-F238E27FC236}">
                <a16:creationId xmlns:a16="http://schemas.microsoft.com/office/drawing/2014/main" id="{CBAFEF99-276E-4277-93B3-5FF4CDF32E2F}"/>
              </a:ext>
            </a:extLst>
          </p:cNvPr>
          <p:cNvSpPr>
            <a:spLocks xmlns:a="http://schemas.openxmlformats.org/drawingml/2006/main" noGrp="1"/>
          </p:cNvSpPr>
          <p:nvPr/>
        </p:nvSpPr>
        <p:spPr>
          <a:xfrm xmlns:a="http://schemas.openxmlformats.org/drawingml/2006/main">
            <a:off x="1114425" y="34671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64" name="">
            <a:extLst xmlns:a="http://schemas.openxmlformats.org/drawingml/2006/main">
              <a:ext uri="{FF2B5EF4-FFF2-40B4-BE49-F238E27FC236}">
                <a16:creationId xmlns:a16="http://schemas.microsoft.com/office/drawing/2014/main" id="{FCECD735-486F-4AEE-85B4-A057436C0ACC}"/>
              </a:ext>
            </a:extLst>
          </p:cNvPr>
          <p:cNvSpPr>
            <a:spLocks xmlns:a="http://schemas.openxmlformats.org/drawingml/2006/main" noGrp="1"/>
          </p:cNvSpPr>
          <p:nvPr/>
        </p:nvSpPr>
        <p:spPr>
          <a:xfrm xmlns:a="http://schemas.openxmlformats.org/drawingml/2006/main">
            <a:off x="2746375" y="3467100"/>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65" name="">
            <a:extLst xmlns:a="http://schemas.openxmlformats.org/drawingml/2006/main">
              <a:ext uri="{FF2B5EF4-FFF2-40B4-BE49-F238E27FC236}">
                <a16:creationId xmlns:a16="http://schemas.microsoft.com/office/drawing/2014/main" id="{33325D57-E625-4AAA-8F8B-6F127B80A7D7}"/>
              </a:ext>
            </a:extLst>
          </p:cNvPr>
          <p:cNvSpPr>
            <a:spLocks xmlns:a="http://schemas.openxmlformats.org/drawingml/2006/main" noGrp="1"/>
          </p:cNvSpPr>
          <p:nvPr/>
        </p:nvSpPr>
        <p:spPr>
          <a:xfrm xmlns:a="http://schemas.openxmlformats.org/drawingml/2006/main">
            <a:off x="2746375" y="34671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66" name="">
            <a:extLst xmlns:a="http://schemas.openxmlformats.org/drawingml/2006/main">
              <a:ext uri="{FF2B5EF4-FFF2-40B4-BE49-F238E27FC236}">
                <a16:creationId xmlns:a16="http://schemas.microsoft.com/office/drawing/2014/main" id="{40B8641F-ECB9-4AA6-97C8-871E96263704}"/>
              </a:ext>
            </a:extLst>
          </p:cNvPr>
          <p:cNvSpPr>
            <a:spLocks xmlns:a="http://schemas.openxmlformats.org/drawingml/2006/main" noGrp="1"/>
          </p:cNvSpPr>
          <p:nvPr/>
        </p:nvSpPr>
        <p:spPr>
          <a:xfrm xmlns:a="http://schemas.openxmlformats.org/drawingml/2006/main">
            <a:off x="4378325" y="3467100"/>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67" name="">
            <a:extLst xmlns:a="http://schemas.openxmlformats.org/drawingml/2006/main">
              <a:ext uri="{FF2B5EF4-FFF2-40B4-BE49-F238E27FC236}">
                <a16:creationId xmlns:a16="http://schemas.microsoft.com/office/drawing/2014/main" id="{6AF38EA5-5E86-47AB-A8EC-993FC8B71BA2}"/>
              </a:ext>
            </a:extLst>
          </p:cNvPr>
          <p:cNvSpPr>
            <a:spLocks xmlns:a="http://schemas.openxmlformats.org/drawingml/2006/main" noGrp="1"/>
          </p:cNvSpPr>
          <p:nvPr/>
        </p:nvSpPr>
        <p:spPr>
          <a:xfrm xmlns:a="http://schemas.openxmlformats.org/drawingml/2006/main">
            <a:off x="4378325" y="34671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68" name="">
            <a:extLst xmlns:a="http://schemas.openxmlformats.org/drawingml/2006/main">
              <a:ext uri="{FF2B5EF4-FFF2-40B4-BE49-F238E27FC236}">
                <a16:creationId xmlns:a16="http://schemas.microsoft.com/office/drawing/2014/main" id="{3F9C604F-BF39-4F47-869D-F9E5879155A3}"/>
              </a:ext>
            </a:extLst>
          </p:cNvPr>
          <p:cNvSpPr>
            <a:spLocks xmlns:a="http://schemas.openxmlformats.org/drawingml/2006/main" noGrp="1"/>
          </p:cNvSpPr>
          <p:nvPr/>
        </p:nvSpPr>
        <p:spPr>
          <a:xfrm xmlns:a="http://schemas.openxmlformats.org/drawingml/2006/main">
            <a:off x="6010275" y="3467100"/>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69" name="">
            <a:extLst xmlns:a="http://schemas.openxmlformats.org/drawingml/2006/main">
              <a:ext uri="{FF2B5EF4-FFF2-40B4-BE49-F238E27FC236}">
                <a16:creationId xmlns:a16="http://schemas.microsoft.com/office/drawing/2014/main" id="{94843F09-DC21-4D48-AFF3-323AA60C99AA}"/>
              </a:ext>
            </a:extLst>
          </p:cNvPr>
          <p:cNvSpPr>
            <a:spLocks xmlns:a="http://schemas.openxmlformats.org/drawingml/2006/main" noGrp="1"/>
          </p:cNvSpPr>
          <p:nvPr/>
        </p:nvSpPr>
        <p:spPr>
          <a:xfrm xmlns:a="http://schemas.openxmlformats.org/drawingml/2006/main">
            <a:off x="6010275" y="34671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70" name="">
            <a:extLst xmlns:a="http://schemas.openxmlformats.org/drawingml/2006/main">
              <a:ext uri="{FF2B5EF4-FFF2-40B4-BE49-F238E27FC236}">
                <a16:creationId xmlns:a16="http://schemas.microsoft.com/office/drawing/2014/main" id="{A0908B27-16B0-4462-8D3D-51222C07B469}"/>
              </a:ext>
            </a:extLst>
          </p:cNvPr>
          <p:cNvSpPr>
            <a:spLocks xmlns:a="http://schemas.openxmlformats.org/drawingml/2006/main" noGrp="1"/>
          </p:cNvSpPr>
          <p:nvPr/>
        </p:nvSpPr>
        <p:spPr>
          <a:xfrm xmlns:a="http://schemas.openxmlformats.org/drawingml/2006/main">
            <a:off x="1114425" y="4467225"/>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71" name="">
            <a:extLst xmlns:a="http://schemas.openxmlformats.org/drawingml/2006/main">
              <a:ext uri="{FF2B5EF4-FFF2-40B4-BE49-F238E27FC236}">
                <a16:creationId xmlns:a16="http://schemas.microsoft.com/office/drawing/2014/main" id="{E71B623F-DBC5-49BC-B7ED-D2B970472751}"/>
              </a:ext>
            </a:extLst>
          </p:cNvPr>
          <p:cNvSpPr>
            <a:spLocks xmlns:a="http://schemas.openxmlformats.org/drawingml/2006/main" noGrp="1"/>
          </p:cNvSpPr>
          <p:nvPr/>
        </p:nvSpPr>
        <p:spPr>
          <a:xfrm xmlns:a="http://schemas.openxmlformats.org/drawingml/2006/main">
            <a:off x="1114425" y="44672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72" name="">
            <a:extLst xmlns:a="http://schemas.openxmlformats.org/drawingml/2006/main">
              <a:ext uri="{FF2B5EF4-FFF2-40B4-BE49-F238E27FC236}">
                <a16:creationId xmlns:a16="http://schemas.microsoft.com/office/drawing/2014/main" id="{660A1A86-1532-4190-86FA-061E4555C0A2}"/>
              </a:ext>
            </a:extLst>
          </p:cNvPr>
          <p:cNvSpPr>
            <a:spLocks xmlns:a="http://schemas.openxmlformats.org/drawingml/2006/main" noGrp="1"/>
          </p:cNvSpPr>
          <p:nvPr/>
        </p:nvSpPr>
        <p:spPr>
          <a:xfrm xmlns:a="http://schemas.openxmlformats.org/drawingml/2006/main">
            <a:off x="2746375" y="4467225"/>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73" name="">
            <a:extLst xmlns:a="http://schemas.openxmlformats.org/drawingml/2006/main">
              <a:ext uri="{FF2B5EF4-FFF2-40B4-BE49-F238E27FC236}">
                <a16:creationId xmlns:a16="http://schemas.microsoft.com/office/drawing/2014/main" id="{A429A34E-A4C5-4A79-A846-5B363648B503}"/>
              </a:ext>
            </a:extLst>
          </p:cNvPr>
          <p:cNvSpPr>
            <a:spLocks xmlns:a="http://schemas.openxmlformats.org/drawingml/2006/main" noGrp="1"/>
          </p:cNvSpPr>
          <p:nvPr/>
        </p:nvSpPr>
        <p:spPr>
          <a:xfrm xmlns:a="http://schemas.openxmlformats.org/drawingml/2006/main">
            <a:off x="2746375" y="44672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74" name="">
            <a:extLst xmlns:a="http://schemas.openxmlformats.org/drawingml/2006/main">
              <a:ext uri="{FF2B5EF4-FFF2-40B4-BE49-F238E27FC236}">
                <a16:creationId xmlns:a16="http://schemas.microsoft.com/office/drawing/2014/main" id="{432D975D-11D4-42FF-B866-4F0A3E0C84AA}"/>
              </a:ext>
            </a:extLst>
          </p:cNvPr>
          <p:cNvSpPr>
            <a:spLocks xmlns:a="http://schemas.openxmlformats.org/drawingml/2006/main" noGrp="1"/>
          </p:cNvSpPr>
          <p:nvPr/>
        </p:nvSpPr>
        <p:spPr>
          <a:xfrm xmlns:a="http://schemas.openxmlformats.org/drawingml/2006/main">
            <a:off x="4378325" y="4467225"/>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75" name="">
            <a:extLst xmlns:a="http://schemas.openxmlformats.org/drawingml/2006/main">
              <a:ext uri="{FF2B5EF4-FFF2-40B4-BE49-F238E27FC236}">
                <a16:creationId xmlns:a16="http://schemas.microsoft.com/office/drawing/2014/main" id="{19C2093F-1DD0-49D8-A952-9CA4DF5F9BAB}"/>
              </a:ext>
            </a:extLst>
          </p:cNvPr>
          <p:cNvSpPr>
            <a:spLocks xmlns:a="http://schemas.openxmlformats.org/drawingml/2006/main" noGrp="1"/>
          </p:cNvSpPr>
          <p:nvPr/>
        </p:nvSpPr>
        <p:spPr>
          <a:xfrm xmlns:a="http://schemas.openxmlformats.org/drawingml/2006/main">
            <a:off x="4378325" y="44672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76" name="">
            <a:extLst xmlns:a="http://schemas.openxmlformats.org/drawingml/2006/main">
              <a:ext uri="{FF2B5EF4-FFF2-40B4-BE49-F238E27FC236}">
                <a16:creationId xmlns:a16="http://schemas.microsoft.com/office/drawing/2014/main" id="{87C13AD8-EDF9-40D2-AA77-15A418EF14DA}"/>
              </a:ext>
            </a:extLst>
          </p:cNvPr>
          <p:cNvSpPr>
            <a:spLocks xmlns:a="http://schemas.openxmlformats.org/drawingml/2006/main" noGrp="1"/>
          </p:cNvSpPr>
          <p:nvPr/>
        </p:nvSpPr>
        <p:spPr>
          <a:xfrm xmlns:a="http://schemas.openxmlformats.org/drawingml/2006/main">
            <a:off x="6010275" y="4467225"/>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77" name="">
            <a:extLst xmlns:a="http://schemas.openxmlformats.org/drawingml/2006/main">
              <a:ext uri="{FF2B5EF4-FFF2-40B4-BE49-F238E27FC236}">
                <a16:creationId xmlns:a16="http://schemas.microsoft.com/office/drawing/2014/main" id="{D0A33614-0893-4CBE-993F-CC8886BE9432}"/>
              </a:ext>
            </a:extLst>
          </p:cNvPr>
          <p:cNvSpPr>
            <a:spLocks xmlns:a="http://schemas.openxmlformats.org/drawingml/2006/main" noGrp="1"/>
          </p:cNvSpPr>
          <p:nvPr/>
        </p:nvSpPr>
        <p:spPr>
          <a:xfrm xmlns:a="http://schemas.openxmlformats.org/drawingml/2006/main">
            <a:off x="6010275" y="44672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78" name="">
            <a:extLst xmlns:a="http://schemas.openxmlformats.org/drawingml/2006/main">
              <a:ext uri="{FF2B5EF4-FFF2-40B4-BE49-F238E27FC236}">
                <a16:creationId xmlns:a16="http://schemas.microsoft.com/office/drawing/2014/main" id="{FCC26A18-7509-41C8-B340-86BCD3F6CF19}"/>
              </a:ext>
            </a:extLst>
          </p:cNvPr>
          <p:cNvSpPr>
            <a:spLocks xmlns:a="http://schemas.openxmlformats.org/drawingml/2006/main" noGrp="1"/>
          </p:cNvSpPr>
          <p:nvPr/>
        </p:nvSpPr>
        <p:spPr>
          <a:xfrm xmlns:a="http://schemas.openxmlformats.org/drawingml/2006/main">
            <a:off x="1288733" y="243363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9" name="">
            <a:extLst xmlns:a="http://schemas.openxmlformats.org/drawingml/2006/main">
              <a:ext uri="{FF2B5EF4-FFF2-40B4-BE49-F238E27FC236}">
                <a16:creationId xmlns:a16="http://schemas.microsoft.com/office/drawing/2014/main" id="{E0A7B3A4-5FE9-4C6F-977F-71CB4A7BD858}"/>
              </a:ext>
            </a:extLst>
          </p:cNvPr>
          <p:cNvSpPr>
            <a:spLocks xmlns:a="http://schemas.openxmlformats.org/drawingml/2006/main" noGrp="1"/>
          </p:cNvSpPr>
          <p:nvPr/>
        </p:nvSpPr>
        <p:spPr>
          <a:xfrm xmlns:a="http://schemas.openxmlformats.org/drawingml/2006/main">
            <a:off x="2392680" y="254793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0" name="">
            <a:extLst xmlns:a="http://schemas.openxmlformats.org/drawingml/2006/main">
              <a:ext uri="{FF2B5EF4-FFF2-40B4-BE49-F238E27FC236}">
                <a16:creationId xmlns:a16="http://schemas.microsoft.com/office/drawing/2014/main" id="{F92B9147-E9C7-43CA-BF31-5C2660F86FA2}"/>
              </a:ext>
            </a:extLst>
          </p:cNvPr>
          <p:cNvSpPr>
            <a:spLocks xmlns:a="http://schemas.openxmlformats.org/drawingml/2006/main" noGrp="1"/>
          </p:cNvSpPr>
          <p:nvPr/>
        </p:nvSpPr>
        <p:spPr>
          <a:xfrm xmlns:a="http://schemas.openxmlformats.org/drawingml/2006/main">
            <a:off x="3670935" y="246221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1" name="">
            <a:extLst xmlns:a="http://schemas.openxmlformats.org/drawingml/2006/main">
              <a:ext uri="{FF2B5EF4-FFF2-40B4-BE49-F238E27FC236}">
                <a16:creationId xmlns:a16="http://schemas.microsoft.com/office/drawing/2014/main" id="{A8F82FBB-EAFB-4AC2-91CA-F1FE5F570B1D}"/>
              </a:ext>
            </a:extLst>
          </p:cNvPr>
          <p:cNvSpPr>
            <a:spLocks xmlns:a="http://schemas.openxmlformats.org/drawingml/2006/main" noGrp="1"/>
          </p:cNvSpPr>
          <p:nvPr/>
        </p:nvSpPr>
        <p:spPr>
          <a:xfrm xmlns:a="http://schemas.openxmlformats.org/drawingml/2006/main">
            <a:off x="5065395" y="243363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2" name="">
            <a:extLst xmlns:a="http://schemas.openxmlformats.org/drawingml/2006/main">
              <a:ext uri="{FF2B5EF4-FFF2-40B4-BE49-F238E27FC236}">
                <a16:creationId xmlns:a16="http://schemas.microsoft.com/office/drawing/2014/main" id="{7070780D-D8BD-41E1-BE91-3276A26276AC}"/>
              </a:ext>
            </a:extLst>
          </p:cNvPr>
          <p:cNvSpPr>
            <a:spLocks xmlns:a="http://schemas.openxmlformats.org/drawingml/2006/main" noGrp="1"/>
          </p:cNvSpPr>
          <p:nvPr/>
        </p:nvSpPr>
        <p:spPr>
          <a:xfrm xmlns:a="http://schemas.openxmlformats.org/drawingml/2006/main">
            <a:off x="6227445" y="257651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3" name="">
            <a:extLst xmlns:a="http://schemas.openxmlformats.org/drawingml/2006/main">
              <a:ext uri="{FF2B5EF4-FFF2-40B4-BE49-F238E27FC236}">
                <a16:creationId xmlns:a16="http://schemas.microsoft.com/office/drawing/2014/main" id="{D0BE1EE8-1706-413C-8769-7D74C280D898}"/>
              </a:ext>
            </a:extLst>
          </p:cNvPr>
          <p:cNvSpPr>
            <a:spLocks xmlns:a="http://schemas.openxmlformats.org/drawingml/2006/main" noGrp="1"/>
          </p:cNvSpPr>
          <p:nvPr/>
        </p:nvSpPr>
        <p:spPr>
          <a:xfrm xmlns:a="http://schemas.openxmlformats.org/drawingml/2006/main">
            <a:off x="1811655" y="317658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4" name="">
            <a:extLst xmlns:a="http://schemas.openxmlformats.org/drawingml/2006/main">
              <a:ext uri="{FF2B5EF4-FFF2-40B4-BE49-F238E27FC236}">
                <a16:creationId xmlns:a16="http://schemas.microsoft.com/office/drawing/2014/main" id="{7F1E2D97-C712-4653-B882-2553E10EA10D}"/>
              </a:ext>
            </a:extLst>
          </p:cNvPr>
          <p:cNvSpPr>
            <a:spLocks xmlns:a="http://schemas.openxmlformats.org/drawingml/2006/main" noGrp="1"/>
          </p:cNvSpPr>
          <p:nvPr/>
        </p:nvSpPr>
        <p:spPr>
          <a:xfrm xmlns:a="http://schemas.openxmlformats.org/drawingml/2006/main">
            <a:off x="3031808" y="300513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5" name="">
            <a:extLst xmlns:a="http://schemas.openxmlformats.org/drawingml/2006/main">
              <a:ext uri="{FF2B5EF4-FFF2-40B4-BE49-F238E27FC236}">
                <a16:creationId xmlns:a16="http://schemas.microsoft.com/office/drawing/2014/main" id="{8C9F0605-64B6-489D-81B9-D17C4C0B7690}"/>
              </a:ext>
            </a:extLst>
          </p:cNvPr>
          <p:cNvSpPr>
            <a:spLocks xmlns:a="http://schemas.openxmlformats.org/drawingml/2006/main" noGrp="1"/>
          </p:cNvSpPr>
          <p:nvPr/>
        </p:nvSpPr>
        <p:spPr>
          <a:xfrm xmlns:a="http://schemas.openxmlformats.org/drawingml/2006/main">
            <a:off x="4251960" y="309086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6" name="">
            <a:extLst xmlns:a="http://schemas.openxmlformats.org/drawingml/2006/main">
              <a:ext uri="{FF2B5EF4-FFF2-40B4-BE49-F238E27FC236}">
                <a16:creationId xmlns:a16="http://schemas.microsoft.com/office/drawing/2014/main" id="{E5928CCC-ED12-4E73-8DB9-2FB3F676A3CD}"/>
              </a:ext>
            </a:extLst>
          </p:cNvPr>
          <p:cNvSpPr>
            <a:spLocks xmlns:a="http://schemas.openxmlformats.org/drawingml/2006/main" noGrp="1"/>
          </p:cNvSpPr>
          <p:nvPr/>
        </p:nvSpPr>
        <p:spPr>
          <a:xfrm xmlns:a="http://schemas.openxmlformats.org/drawingml/2006/main">
            <a:off x="5646420" y="317658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7" name="">
            <a:extLst xmlns:a="http://schemas.openxmlformats.org/drawingml/2006/main">
              <a:ext uri="{FF2B5EF4-FFF2-40B4-BE49-F238E27FC236}">
                <a16:creationId xmlns:a16="http://schemas.microsoft.com/office/drawing/2014/main" id="{BE5D82B7-C3A6-4E0C-AB0C-620802192B5D}"/>
              </a:ext>
            </a:extLst>
          </p:cNvPr>
          <p:cNvSpPr>
            <a:spLocks xmlns:a="http://schemas.openxmlformats.org/drawingml/2006/main" noGrp="1"/>
          </p:cNvSpPr>
          <p:nvPr/>
        </p:nvSpPr>
        <p:spPr>
          <a:xfrm xmlns:a="http://schemas.openxmlformats.org/drawingml/2006/main">
            <a:off x="1230630" y="369093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8" name="">
            <a:extLst xmlns:a="http://schemas.openxmlformats.org/drawingml/2006/main">
              <a:ext uri="{FF2B5EF4-FFF2-40B4-BE49-F238E27FC236}">
                <a16:creationId xmlns:a16="http://schemas.microsoft.com/office/drawing/2014/main" id="{7CB84537-4C00-487B-BFD4-535FD6527CE2}"/>
              </a:ext>
            </a:extLst>
          </p:cNvPr>
          <p:cNvSpPr>
            <a:spLocks xmlns:a="http://schemas.openxmlformats.org/drawingml/2006/main" noGrp="1"/>
          </p:cNvSpPr>
          <p:nvPr/>
        </p:nvSpPr>
        <p:spPr>
          <a:xfrm xmlns:a="http://schemas.openxmlformats.org/drawingml/2006/main">
            <a:off x="2450783" y="377666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9" name="">
            <a:extLst xmlns:a="http://schemas.openxmlformats.org/drawingml/2006/main">
              <a:ext uri="{FF2B5EF4-FFF2-40B4-BE49-F238E27FC236}">
                <a16:creationId xmlns:a16="http://schemas.microsoft.com/office/drawing/2014/main" id="{A04058BF-B8E2-4ED3-9F22-DEC14B89ABF7}"/>
              </a:ext>
            </a:extLst>
          </p:cNvPr>
          <p:cNvSpPr>
            <a:spLocks xmlns:a="http://schemas.openxmlformats.org/drawingml/2006/main" noGrp="1"/>
          </p:cNvSpPr>
          <p:nvPr/>
        </p:nvSpPr>
        <p:spPr>
          <a:xfrm xmlns:a="http://schemas.openxmlformats.org/drawingml/2006/main">
            <a:off x="3729038" y="363378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0" name="">
            <a:extLst xmlns:a="http://schemas.openxmlformats.org/drawingml/2006/main">
              <a:ext uri="{FF2B5EF4-FFF2-40B4-BE49-F238E27FC236}">
                <a16:creationId xmlns:a16="http://schemas.microsoft.com/office/drawing/2014/main" id="{F6C7B4EB-6A83-441D-9DB9-99711A064C74}"/>
              </a:ext>
            </a:extLst>
          </p:cNvPr>
          <p:cNvSpPr>
            <a:spLocks xmlns:a="http://schemas.openxmlformats.org/drawingml/2006/main" noGrp="1"/>
          </p:cNvSpPr>
          <p:nvPr/>
        </p:nvSpPr>
        <p:spPr>
          <a:xfrm xmlns:a="http://schemas.openxmlformats.org/drawingml/2006/main">
            <a:off x="5007293" y="369093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1" name="">
            <a:extLst xmlns:a="http://schemas.openxmlformats.org/drawingml/2006/main">
              <a:ext uri="{FF2B5EF4-FFF2-40B4-BE49-F238E27FC236}">
                <a16:creationId xmlns:a16="http://schemas.microsoft.com/office/drawing/2014/main" id="{B2B725E9-DD11-496F-B011-84C83B2AFEB5}"/>
              </a:ext>
            </a:extLst>
          </p:cNvPr>
          <p:cNvSpPr>
            <a:spLocks xmlns:a="http://schemas.openxmlformats.org/drawingml/2006/main" noGrp="1"/>
          </p:cNvSpPr>
          <p:nvPr/>
        </p:nvSpPr>
        <p:spPr>
          <a:xfrm xmlns:a="http://schemas.openxmlformats.org/drawingml/2006/main">
            <a:off x="6285548" y="386238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2" name="">
            <a:extLst xmlns:a="http://schemas.openxmlformats.org/drawingml/2006/main">
              <a:ext uri="{FF2B5EF4-FFF2-40B4-BE49-F238E27FC236}">
                <a16:creationId xmlns:a16="http://schemas.microsoft.com/office/drawing/2014/main" id="{CE7A75F0-C491-4003-B5F4-E493F6DB75B4}"/>
              </a:ext>
            </a:extLst>
          </p:cNvPr>
          <p:cNvSpPr>
            <a:spLocks xmlns:a="http://schemas.openxmlformats.org/drawingml/2006/main" noGrp="1"/>
          </p:cNvSpPr>
          <p:nvPr/>
        </p:nvSpPr>
        <p:spPr>
          <a:xfrm xmlns:a="http://schemas.openxmlformats.org/drawingml/2006/main">
            <a:off x="1811655" y="434816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3" name="">
            <a:extLst xmlns:a="http://schemas.openxmlformats.org/drawingml/2006/main">
              <a:ext uri="{FF2B5EF4-FFF2-40B4-BE49-F238E27FC236}">
                <a16:creationId xmlns:a16="http://schemas.microsoft.com/office/drawing/2014/main" id="{0C82B17E-597F-4F37-8B3F-E66CBDD26D88}"/>
              </a:ext>
            </a:extLst>
          </p:cNvPr>
          <p:cNvSpPr>
            <a:spLocks xmlns:a="http://schemas.openxmlformats.org/drawingml/2006/main" noGrp="1"/>
          </p:cNvSpPr>
          <p:nvPr/>
        </p:nvSpPr>
        <p:spPr>
          <a:xfrm xmlns:a="http://schemas.openxmlformats.org/drawingml/2006/main">
            <a:off x="3089910" y="443388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4" name="">
            <a:extLst xmlns:a="http://schemas.openxmlformats.org/drawingml/2006/main">
              <a:ext uri="{FF2B5EF4-FFF2-40B4-BE49-F238E27FC236}">
                <a16:creationId xmlns:a16="http://schemas.microsoft.com/office/drawing/2014/main" id="{8DDAF281-0CB1-44DD-A931-FDC21019EE62}"/>
              </a:ext>
            </a:extLst>
          </p:cNvPr>
          <p:cNvSpPr>
            <a:spLocks xmlns:a="http://schemas.openxmlformats.org/drawingml/2006/main" noGrp="1"/>
          </p:cNvSpPr>
          <p:nvPr/>
        </p:nvSpPr>
        <p:spPr>
          <a:xfrm xmlns:a="http://schemas.openxmlformats.org/drawingml/2006/main">
            <a:off x="4310063" y="431958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5" name="">
            <a:extLst xmlns:a="http://schemas.openxmlformats.org/drawingml/2006/main">
              <a:ext uri="{FF2B5EF4-FFF2-40B4-BE49-F238E27FC236}">
                <a16:creationId xmlns:a16="http://schemas.microsoft.com/office/drawing/2014/main" id="{7678DAB4-A0BE-4771-A095-C92FF0AECE4F}"/>
              </a:ext>
            </a:extLst>
          </p:cNvPr>
          <p:cNvSpPr>
            <a:spLocks xmlns:a="http://schemas.openxmlformats.org/drawingml/2006/main" noGrp="1"/>
          </p:cNvSpPr>
          <p:nvPr/>
        </p:nvSpPr>
        <p:spPr>
          <a:xfrm xmlns:a="http://schemas.openxmlformats.org/drawingml/2006/main">
            <a:off x="5588318" y="451961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6" name="">
            <a:extLst xmlns:a="http://schemas.openxmlformats.org/drawingml/2006/main">
              <a:ext uri="{FF2B5EF4-FFF2-40B4-BE49-F238E27FC236}">
                <a16:creationId xmlns:a16="http://schemas.microsoft.com/office/drawing/2014/main" id="{E1471EED-943F-40F6-9554-B1E4A1EC3E05}"/>
              </a:ext>
            </a:extLst>
          </p:cNvPr>
          <p:cNvSpPr>
            <a:spLocks xmlns:a="http://schemas.openxmlformats.org/drawingml/2006/main" noGrp="1"/>
          </p:cNvSpPr>
          <p:nvPr/>
        </p:nvSpPr>
        <p:spPr>
          <a:xfrm xmlns:a="http://schemas.openxmlformats.org/drawingml/2006/main">
            <a:off x="1230630" y="489108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7" name="">
            <a:extLst xmlns:a="http://schemas.openxmlformats.org/drawingml/2006/main">
              <a:ext uri="{FF2B5EF4-FFF2-40B4-BE49-F238E27FC236}">
                <a16:creationId xmlns:a16="http://schemas.microsoft.com/office/drawing/2014/main" id="{B7FA8E4A-167B-4880-8C9B-FE22A972B511}"/>
              </a:ext>
            </a:extLst>
          </p:cNvPr>
          <p:cNvSpPr>
            <a:spLocks xmlns:a="http://schemas.openxmlformats.org/drawingml/2006/main" noGrp="1"/>
          </p:cNvSpPr>
          <p:nvPr/>
        </p:nvSpPr>
        <p:spPr>
          <a:xfrm xmlns:a="http://schemas.openxmlformats.org/drawingml/2006/main">
            <a:off x="2625090" y="489108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8" name="">
            <a:extLst xmlns:a="http://schemas.openxmlformats.org/drawingml/2006/main">
              <a:ext uri="{FF2B5EF4-FFF2-40B4-BE49-F238E27FC236}">
                <a16:creationId xmlns:a16="http://schemas.microsoft.com/office/drawing/2014/main" id="{F84A1BB6-4078-46C3-9A2D-8A3E839264EB}"/>
              </a:ext>
            </a:extLst>
          </p:cNvPr>
          <p:cNvSpPr>
            <a:spLocks xmlns:a="http://schemas.openxmlformats.org/drawingml/2006/main" noGrp="1"/>
          </p:cNvSpPr>
          <p:nvPr/>
        </p:nvSpPr>
        <p:spPr>
          <a:xfrm xmlns:a="http://schemas.openxmlformats.org/drawingml/2006/main">
            <a:off x="4193857" y="489108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9" name="">
            <a:extLst xmlns:a="http://schemas.openxmlformats.org/drawingml/2006/main">
              <a:ext uri="{FF2B5EF4-FFF2-40B4-BE49-F238E27FC236}">
                <a16:creationId xmlns:a16="http://schemas.microsoft.com/office/drawing/2014/main" id="{A1C227D6-4F5C-4756-A2DB-D4C8025172F5}"/>
              </a:ext>
            </a:extLst>
          </p:cNvPr>
          <p:cNvSpPr>
            <a:spLocks xmlns:a="http://schemas.openxmlformats.org/drawingml/2006/main" noGrp="1"/>
          </p:cNvSpPr>
          <p:nvPr/>
        </p:nvSpPr>
        <p:spPr>
          <a:xfrm xmlns:a="http://schemas.openxmlformats.org/drawingml/2006/main">
            <a:off x="6169343" y="489108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00" name="">
            <a:extLst xmlns:a="http://schemas.openxmlformats.org/drawingml/2006/main">
              <a:ext uri="{FF2B5EF4-FFF2-40B4-BE49-F238E27FC236}">
                <a16:creationId xmlns:a16="http://schemas.microsoft.com/office/drawing/2014/main" id="{DF247AA0-EE97-4809-A447-2B2403820A8C}"/>
              </a:ext>
            </a:extLst>
          </p:cNvPr>
          <p:cNvSpPr>
            <a:spLocks xmlns:a="http://schemas.openxmlformats.org/drawingml/2006/main" noGrp="1"/>
          </p:cNvSpPr>
          <p:nvPr/>
        </p:nvSpPr>
        <p:spPr>
          <a:xfrm xmlns:a="http://schemas.openxmlformats.org/drawingml/2006/main">
            <a:off x="7524750" y="20955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原子芯</a:t>
            </a:r>
          </a:p>
        </p:txBody>
      </p:sp>
      <p:sp>
        <p:nvSpPr>
          <p:cNvPr id="101" name="">
            <a:extLst xmlns:a="http://schemas.openxmlformats.org/drawingml/2006/main">
              <a:ext uri="{FF2B5EF4-FFF2-40B4-BE49-F238E27FC236}">
                <a16:creationId xmlns:a16="http://schemas.microsoft.com/office/drawing/2014/main" id="{67AA81AC-0BE6-4354-973C-DD4D992C2860}"/>
              </a:ext>
            </a:extLst>
          </p:cNvPr>
          <p:cNvSpPr>
            <a:spLocks xmlns:a="http://schemas.openxmlformats.org/drawingml/2006/main" noGrp="1"/>
          </p:cNvSpPr>
          <p:nvPr/>
        </p:nvSpPr>
        <p:spPr>
          <a:xfrm xmlns:a="http://schemas.openxmlformats.org/drawingml/2006/main">
            <a:off x="7524750" y="2667000"/>
            <a:ext cx="390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原子核と内側の電子を</a:t>
            </a:r>
          </a:p>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ひとまとめにした正の部分</a:t>
            </a:r>
          </a:p>
        </p:txBody>
      </p:sp>
      <p:sp>
        <p:nvSpPr>
          <p:cNvPr id="102" name="">
            <a:extLst xmlns:a="http://schemas.openxmlformats.org/drawingml/2006/main">
              <a:ext uri="{FF2B5EF4-FFF2-40B4-BE49-F238E27FC236}">
                <a16:creationId xmlns:a16="http://schemas.microsoft.com/office/drawing/2014/main" id="{6D01A1D3-F0C6-48F1-9158-7BBBD22A7BA0}"/>
              </a:ext>
            </a:extLst>
          </p:cNvPr>
          <p:cNvSpPr>
            <a:spLocks xmlns:a="http://schemas.openxmlformats.org/drawingml/2006/main" noGrp="1"/>
          </p:cNvSpPr>
          <p:nvPr/>
        </p:nvSpPr>
        <p:spPr>
          <a:xfrm xmlns:a="http://schemas.openxmlformats.org/drawingml/2006/main">
            <a:off x="7524750" y="3905250"/>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876A8"/>
                </a:solidFill>
                <a:latin typeface="Yu Gothic"/>
                <a:ea typeface="Yu Gothic"/>
                <a:cs typeface="Yu Gothic"/>
              </a:defRPr>
            </a:defPPr>
            <a:lvl1pPr>
              <a:buNone/>
              <a:defRPr sz="2250" b="1">
                <a:solidFill>
                  <a:srgbClr val="2876A8"/>
                </a:solidFill>
                <a:latin typeface="Yu Gothic"/>
                <a:ea typeface="Yu Gothic"/>
                <a:cs typeface="Yu Gothic"/>
              </a:defRPr>
            </a:lvl1pPr>
            <a:lvl2pPr>
              <a:buNone/>
              <a:defRPr sz="2250" b="1">
                <a:solidFill>
                  <a:srgbClr val="2876A8"/>
                </a:solidFill>
                <a:latin typeface="Yu Gothic"/>
                <a:ea typeface="Yu Gothic"/>
                <a:cs typeface="Yu Gothic"/>
              </a:defRPr>
            </a:lvl2pPr>
            <a:lvl3pPr>
              <a:buNone/>
              <a:defRPr sz="2250" b="1">
                <a:solidFill>
                  <a:srgbClr val="2876A8"/>
                </a:solidFill>
                <a:latin typeface="Yu Gothic"/>
                <a:ea typeface="Yu Gothic"/>
                <a:cs typeface="Yu Gothic"/>
              </a:defRPr>
            </a:lvl3pPr>
            <a:lvl4pPr>
              <a:buNone/>
              <a:defRPr sz="2250" b="1">
                <a:solidFill>
                  <a:srgbClr val="2876A8"/>
                </a:solidFill>
                <a:latin typeface="Yu Gothic"/>
                <a:ea typeface="Yu Gothic"/>
                <a:cs typeface="Yu Gothic"/>
              </a:defRPr>
            </a:lvl4pPr>
            <a:lvl5pPr>
              <a:buNone/>
              <a:defRPr sz="2250" b="1">
                <a:solidFill>
                  <a:srgbClr val="2876A8"/>
                </a:solidFill>
                <a:latin typeface="Yu Gothic"/>
                <a:ea typeface="Yu Gothic"/>
                <a:cs typeface="Yu Gothic"/>
              </a:defRPr>
            </a:lvl5pPr>
            <a:lvl6pPr>
              <a:buNone/>
              <a:defRPr sz="2250" b="1">
                <a:solidFill>
                  <a:srgbClr val="2876A8"/>
                </a:solidFill>
                <a:latin typeface="Yu Gothic"/>
                <a:ea typeface="Yu Gothic"/>
                <a:cs typeface="Yu Gothic"/>
              </a:defRPr>
            </a:lvl6pPr>
            <a:lvl7pPr>
              <a:buNone/>
              <a:defRPr sz="2250" b="1">
                <a:solidFill>
                  <a:srgbClr val="2876A8"/>
                </a:solidFill>
                <a:latin typeface="Yu Gothic"/>
                <a:ea typeface="Yu Gothic"/>
                <a:cs typeface="Yu Gothic"/>
              </a:defRPr>
            </a:lvl7pPr>
            <a:lvl8pPr>
              <a:buNone/>
              <a:defRPr sz="2250" b="1">
                <a:solidFill>
                  <a:srgbClr val="2876A8"/>
                </a:solidFill>
                <a:latin typeface="Yu Gothic"/>
                <a:ea typeface="Yu Gothic"/>
                <a:cs typeface="Yu Gothic"/>
              </a:defRPr>
            </a:lvl8pPr>
            <a:lvl9pPr>
              <a:buNone/>
              <a:defRPr sz="2250" b="1">
                <a:solidFill>
                  <a:srgbClr val="2876A8"/>
                </a:solidFill>
                <a:latin typeface="Yu Gothic"/>
                <a:ea typeface="Yu Gothic"/>
                <a:cs typeface="Yu Gothic"/>
              </a:defRPr>
            </a:lvl9pPr>
          </a:lstStyle>
          <a:p xmlns:a="http://schemas.openxmlformats.org/drawingml/2006/main">
            <a:pPr>
              <a:buNone/>
              <a:defRPr sz="2250" b="1">
                <a:solidFill>
                  <a:srgbClr val="2876A8"/>
                </a:solidFill>
                <a:latin typeface="Yu Gothic"/>
                <a:ea typeface="Yu Gothic"/>
                <a:cs typeface="Yu Gothic"/>
              </a:defRPr>
            </a:pPr>
            <a:r>
              <a:rPr sz="2250" b="1">
                <a:solidFill>
                  <a:srgbClr val="2876A8"/>
                </a:solidFill>
                <a:latin typeface="Yu Gothic"/>
                <a:ea typeface="Yu Gothic"/>
                <a:cs typeface="Yu Gothic"/>
              </a:rPr>
              <a:t>広がる電子（青い点）</a:t>
            </a:r>
          </a:p>
        </p:txBody>
      </p:sp>
      <p:sp>
        <p:nvSpPr>
          <p:cNvPr id="103" name="">
            <a:extLst xmlns:a="http://schemas.openxmlformats.org/drawingml/2006/main">
              <a:ext uri="{FF2B5EF4-FFF2-40B4-BE49-F238E27FC236}">
                <a16:creationId xmlns:a16="http://schemas.microsoft.com/office/drawing/2014/main" id="{621E46DF-22A3-401A-AE09-1B7189C1F18A}"/>
              </a:ext>
            </a:extLst>
          </p:cNvPr>
          <p:cNvSpPr>
            <a:spLocks xmlns:a="http://schemas.openxmlformats.org/drawingml/2006/main" noGrp="1"/>
          </p:cNvSpPr>
          <p:nvPr/>
        </p:nvSpPr>
        <p:spPr>
          <a:xfrm xmlns:a="http://schemas.openxmlformats.org/drawingml/2006/main">
            <a:off x="7524750" y="4429125"/>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特定の原子間だけに</a:t>
            </a:r>
          </a:p>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固定されない価電子</a:t>
            </a:r>
          </a:p>
        </p:txBody>
      </p:sp>
      <p:sp>
        <p:nvSpPr>
          <p:cNvPr id="104" name="">
            <a:extLst xmlns:a="http://schemas.openxmlformats.org/drawingml/2006/main">
              <a:ext uri="{FF2B5EF4-FFF2-40B4-BE49-F238E27FC236}">
                <a16:creationId xmlns:a16="http://schemas.microsoft.com/office/drawing/2014/main" id="{D9CD6CD1-E36B-437D-BA0D-0D65E2015C0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金属結合の模式模型。青い点は電子の広がりを表し、数・軌道・大きさの実際の比は示していない。</a:t>
            </a:r>
          </a:p>
        </p:txBody>
      </p:sp>
    </p:spTree>
    <p:extLst>
      <p:ext uri="{BB962C8B-B14F-4D97-AF65-F5344CB8AC3E}">
        <p14:creationId xmlns:p14="http://schemas.microsoft.com/office/powerpoint/2010/main" val="18073381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DB246F-07B2-4271-B891-A0B5B755D3D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伝導・光沢・変形を分ける</a:t>
            </a:r>
          </a:p>
        </p:txBody>
      </p:sp>
      <p:sp>
        <p:nvSpPr>
          <p:cNvPr id="2" name="">
            <a:extLst xmlns:a="http://schemas.openxmlformats.org/drawingml/2006/main">
              <a:ext uri="{FF2B5EF4-FFF2-40B4-BE49-F238E27FC236}">
                <a16:creationId xmlns:a16="http://schemas.microsoft.com/office/drawing/2014/main" id="{8D082AF1-2AFA-4203-8670-DB516CA52D7A}"/>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2DD46949-4626-429D-9D5D-93B17385F12F}"/>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8" name="">
            <a:extLst xmlns:a="http://schemas.openxmlformats.org/drawingml/2006/main">
              <a:ext uri="{FF2B5EF4-FFF2-40B4-BE49-F238E27FC236}">
                <a16:creationId xmlns:a16="http://schemas.microsoft.com/office/drawing/2014/main" id="{763984DC-D674-4780-BF88-930917F9619C}"/>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7 / 56</a:t>
            </a:r>
          </a:p>
        </p:txBody>
      </p:sp>
      <p:sp>
        <p:nvSpPr>
          <p:cNvPr id="10" name="">
            <a:extLst xmlns:a="http://schemas.openxmlformats.org/drawingml/2006/main">
              <a:ext uri="{FF2B5EF4-FFF2-40B4-BE49-F238E27FC236}">
                <a16:creationId xmlns:a16="http://schemas.microsoft.com/office/drawing/2014/main" id="{E5C4E63A-C27D-4A07-ABB3-D5A1095A4C50}"/>
              </a:ext>
            </a:extLst>
          </p:cNvPr>
          <p:cNvSpPr>
            <a:spLocks xmlns:a="http://schemas.openxmlformats.org/drawingml/2006/main" noGrp="1"/>
          </p:cNvSpPr>
          <p:nvPr/>
        </p:nvSpPr>
        <p:spPr>
          <a:xfrm xmlns:a="http://schemas.openxmlformats.org/drawingml/2006/main">
            <a:off x="809625" y="18573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電気・熱の伝導</a:t>
            </a:r>
          </a:p>
        </p:txBody>
      </p:sp>
      <p:sp>
        <p:nvSpPr>
          <p:cNvPr id="11" name="">
            <a:extLst xmlns:a="http://schemas.openxmlformats.org/drawingml/2006/main">
              <a:ext uri="{FF2B5EF4-FFF2-40B4-BE49-F238E27FC236}">
                <a16:creationId xmlns:a16="http://schemas.microsoft.com/office/drawing/2014/main" id="{DD9DBC06-9F86-4B5D-899B-7709B69B83C5}"/>
              </a:ext>
            </a:extLst>
          </p:cNvPr>
          <p:cNvSpPr>
            <a:spLocks xmlns:a="http://schemas.openxmlformats.org/drawingml/2006/main" noGrp="1"/>
          </p:cNvSpPr>
          <p:nvPr/>
        </p:nvSpPr>
        <p:spPr>
          <a:xfrm xmlns:a="http://schemas.openxmlformats.org/drawingml/2006/main">
            <a:off x="5095875" y="2066925"/>
            <a:ext cx="633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電子の状態や格子振動などが関わる</a:t>
            </a:r>
          </a:p>
        </p:txBody>
      </p:sp>
      <p:sp>
        <p:nvSpPr>
          <p:cNvPr id="12" name="">
            <a:extLst xmlns:a="http://schemas.openxmlformats.org/drawingml/2006/main">
              <a:ext uri="{FF2B5EF4-FFF2-40B4-BE49-F238E27FC236}">
                <a16:creationId xmlns:a16="http://schemas.microsoft.com/office/drawing/2014/main" id="{0A526A89-CB50-4F77-8B64-98CEED87B80C}"/>
              </a:ext>
            </a:extLst>
          </p:cNvPr>
          <p:cNvSpPr>
            <a:spLocks xmlns:a="http://schemas.openxmlformats.org/drawingml/2006/main" noGrp="1"/>
          </p:cNvSpPr>
          <p:nvPr/>
        </p:nvSpPr>
        <p:spPr>
          <a:xfrm xmlns:a="http://schemas.openxmlformats.org/drawingml/2006/main">
            <a:off x="809625" y="31908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光の反射</a:t>
            </a:r>
          </a:p>
        </p:txBody>
      </p:sp>
      <p:sp>
        <p:nvSpPr>
          <p:cNvPr id="13" name="">
            <a:extLst xmlns:a="http://schemas.openxmlformats.org/drawingml/2006/main">
              <a:ext uri="{FF2B5EF4-FFF2-40B4-BE49-F238E27FC236}">
                <a16:creationId xmlns:a16="http://schemas.microsoft.com/office/drawing/2014/main" id="{C7E6F782-B919-409A-BA58-E4CFF1A07FF9}"/>
              </a:ext>
            </a:extLst>
          </p:cNvPr>
          <p:cNvSpPr>
            <a:spLocks xmlns:a="http://schemas.openxmlformats.org/drawingml/2006/main" noGrp="1"/>
          </p:cNvSpPr>
          <p:nvPr/>
        </p:nvSpPr>
        <p:spPr>
          <a:xfrm xmlns:a="http://schemas.openxmlformats.org/drawingml/2006/main">
            <a:off x="5095875" y="3400425"/>
            <a:ext cx="633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表面に入った光に電子が応答する</a:t>
            </a:r>
          </a:p>
        </p:txBody>
      </p:sp>
      <p:sp>
        <p:nvSpPr>
          <p:cNvPr id="14" name="">
            <a:extLst xmlns:a="http://schemas.openxmlformats.org/drawingml/2006/main">
              <a:ext uri="{FF2B5EF4-FFF2-40B4-BE49-F238E27FC236}">
                <a16:creationId xmlns:a16="http://schemas.microsoft.com/office/drawing/2014/main" id="{1369B3F5-CB32-401C-9266-0D571287026C}"/>
              </a:ext>
            </a:extLst>
          </p:cNvPr>
          <p:cNvSpPr>
            <a:spLocks xmlns:a="http://schemas.openxmlformats.org/drawingml/2006/main" noGrp="1"/>
          </p:cNvSpPr>
          <p:nvPr/>
        </p:nvSpPr>
        <p:spPr>
          <a:xfrm xmlns:a="http://schemas.openxmlformats.org/drawingml/2006/main">
            <a:off x="809625" y="45243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塑性変形</a:t>
            </a:r>
          </a:p>
        </p:txBody>
      </p:sp>
      <p:sp>
        <p:nvSpPr>
          <p:cNvPr id="15" name="">
            <a:extLst xmlns:a="http://schemas.openxmlformats.org/drawingml/2006/main">
              <a:ext uri="{FF2B5EF4-FFF2-40B4-BE49-F238E27FC236}">
                <a16:creationId xmlns:a16="http://schemas.microsoft.com/office/drawing/2014/main" id="{85C98BC1-1404-400A-B604-63A9790CC359}"/>
              </a:ext>
            </a:extLst>
          </p:cNvPr>
          <p:cNvSpPr>
            <a:spLocks xmlns:a="http://schemas.openxmlformats.org/drawingml/2006/main" noGrp="1"/>
          </p:cNvSpPr>
          <p:nvPr/>
        </p:nvSpPr>
        <p:spPr>
          <a:xfrm xmlns:a="http://schemas.openxmlformats.org/drawingml/2006/main">
            <a:off x="5095875" y="4733925"/>
            <a:ext cx="633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転位の動き、組織、温度などが関わる</a:t>
            </a:r>
          </a:p>
        </p:txBody>
      </p:sp>
      <p:sp>
        <p:nvSpPr>
          <p:cNvPr id="16" name="">
            <a:extLst xmlns:a="http://schemas.openxmlformats.org/drawingml/2006/main">
              <a:ext uri="{FF2B5EF4-FFF2-40B4-BE49-F238E27FC236}">
                <a16:creationId xmlns:a16="http://schemas.microsoft.com/office/drawing/2014/main" id="{5B875683-3023-48E1-9CA1-675741E122A7}"/>
              </a:ext>
            </a:extLst>
          </p:cNvPr>
          <p:cNvSpPr>
            <a:spLocks xmlns:a="http://schemas.openxmlformats.org/drawingml/2006/main" noGrp="1"/>
          </p:cNvSpPr>
          <p:nvPr/>
        </p:nvSpPr>
        <p:spPr>
          <a:xfrm xmlns:a="http://schemas.openxmlformats.org/drawingml/2006/main">
            <a:off x="4191000" y="2143125"/>
            <a:ext cx="619125" cy="9525"/>
          </a:xfrm>
          <a:custGeom xmlns:a="http://schemas.openxmlformats.org/drawingml/2006/main">
            <a:pathLst>
              <a:path w="619125" h="9525">
                <a:moveTo>
                  <a:pt x="0" y="0"/>
                </a:moveTo>
                <a:lnTo>
                  <a:pt x="619125" y="0"/>
                </a:lnTo>
              </a:path>
            </a:pathLst>
          </a:custGeom>
          <a:noFill xmlns:a="http://schemas.openxmlformats.org/drawingml/2006/main"/>
          <a:ln xmlns:a="http://schemas.openxmlformats.org/drawingml/2006/main" w="28575">
            <a:solidFill>
              <a:srgbClr val="2876A8"/>
            </a:solidFill>
          </a:ln>
        </p:spPr>
      </p:sp>
      <p:sp>
        <p:nvSpPr>
          <p:cNvPr id="17" name="">
            <a:extLst xmlns:a="http://schemas.openxmlformats.org/drawingml/2006/main">
              <a:ext uri="{FF2B5EF4-FFF2-40B4-BE49-F238E27FC236}">
                <a16:creationId xmlns:a16="http://schemas.microsoft.com/office/drawing/2014/main" id="{DAB832B3-5F89-4490-AD61-D2DA32CD7FF4}"/>
              </a:ext>
            </a:extLst>
          </p:cNvPr>
          <p:cNvSpPr>
            <a:spLocks xmlns:a="http://schemas.openxmlformats.org/drawingml/2006/main" noGrp="1"/>
          </p:cNvSpPr>
          <p:nvPr/>
        </p:nvSpPr>
        <p:spPr>
          <a:xfrm xmlns:a="http://schemas.openxmlformats.org/drawingml/2006/main">
            <a:off x="4695825" y="2095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18" name="">
            <a:extLst xmlns:a="http://schemas.openxmlformats.org/drawingml/2006/main">
              <a:ext uri="{FF2B5EF4-FFF2-40B4-BE49-F238E27FC236}">
                <a16:creationId xmlns:a16="http://schemas.microsoft.com/office/drawing/2014/main" id="{429DB96B-146A-4F7C-8CC6-919C982B854E}"/>
              </a:ext>
            </a:extLst>
          </p:cNvPr>
          <p:cNvSpPr>
            <a:spLocks xmlns:a="http://schemas.openxmlformats.org/drawingml/2006/main" noGrp="1"/>
          </p:cNvSpPr>
          <p:nvPr/>
        </p:nvSpPr>
        <p:spPr>
          <a:xfrm xmlns:a="http://schemas.openxmlformats.org/drawingml/2006/main">
            <a:off x="4238625" y="3286125"/>
            <a:ext cx="619125" cy="238125"/>
          </a:xfrm>
          <a:custGeom xmlns:a="http://schemas.openxmlformats.org/drawingml/2006/main">
            <a:pathLst>
              <a:path w="619125" h="238125">
                <a:moveTo>
                  <a:pt x="0" y="0"/>
                </a:moveTo>
                <a:lnTo>
                  <a:pt x="333375" y="238125"/>
                </a:lnTo>
                <a:lnTo>
                  <a:pt x="619125" y="0"/>
                </a:lnTo>
              </a:path>
            </a:pathLst>
          </a:custGeom>
          <a:noFill xmlns:a="http://schemas.openxmlformats.org/drawingml/2006/main"/>
          <a:ln xmlns:a="http://schemas.openxmlformats.org/drawingml/2006/main" w="28575">
            <a:solidFill>
              <a:srgbClr val="AD8760"/>
            </a:solidFill>
          </a:ln>
        </p:spPr>
      </p:sp>
      <p:sp>
        <p:nvSpPr>
          <p:cNvPr id="19" name="">
            <a:extLst xmlns:a="http://schemas.openxmlformats.org/drawingml/2006/main">
              <a:ext uri="{FF2B5EF4-FFF2-40B4-BE49-F238E27FC236}">
                <a16:creationId xmlns:a16="http://schemas.microsoft.com/office/drawing/2014/main" id="{89F42F2A-2EB5-4832-AEA4-F91DE164F407}"/>
              </a:ext>
            </a:extLst>
          </p:cNvPr>
          <p:cNvSpPr>
            <a:spLocks xmlns:a="http://schemas.openxmlformats.org/drawingml/2006/main" noGrp="1"/>
          </p:cNvSpPr>
          <p:nvPr/>
        </p:nvSpPr>
        <p:spPr>
          <a:xfrm xmlns:a="http://schemas.openxmlformats.org/drawingml/2006/main">
            <a:off x="4191000" y="3590925"/>
            <a:ext cx="714375" cy="9525"/>
          </a:xfrm>
          <a:custGeom xmlns:a="http://schemas.openxmlformats.org/drawingml/2006/main">
            <a:pathLst>
              <a:path w="714375" h="9525">
                <a:moveTo>
                  <a:pt x="0" y="0"/>
                </a:moveTo>
                <a:lnTo>
                  <a:pt x="714375" y="0"/>
                </a:lnTo>
              </a:path>
            </a:pathLst>
          </a:custGeom>
          <a:noFill xmlns:a="http://schemas.openxmlformats.org/drawingml/2006/main"/>
          <a:ln xmlns:a="http://schemas.openxmlformats.org/drawingml/2006/main" w="28575">
            <a:solidFill>
              <a:srgbClr val="71818B"/>
            </a:solidFill>
          </a:ln>
        </p:spPr>
      </p:sp>
      <p:sp>
        <p:nvSpPr>
          <p:cNvPr id="20" name="">
            <a:extLst xmlns:a="http://schemas.openxmlformats.org/drawingml/2006/main">
              <a:ext uri="{FF2B5EF4-FFF2-40B4-BE49-F238E27FC236}">
                <a16:creationId xmlns:a16="http://schemas.microsoft.com/office/drawing/2014/main" id="{6339E0C9-CB02-4A4E-B530-ECAA962299BA}"/>
              </a:ext>
            </a:extLst>
          </p:cNvPr>
          <p:cNvSpPr>
            <a:spLocks xmlns:a="http://schemas.openxmlformats.org/drawingml/2006/main" noGrp="1"/>
          </p:cNvSpPr>
          <p:nvPr/>
        </p:nvSpPr>
        <p:spPr>
          <a:xfrm xmlns:a="http://schemas.openxmlformats.org/drawingml/2006/main">
            <a:off x="4171950" y="4667250"/>
            <a:ext cx="285750" cy="238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1" name="">
            <a:extLst xmlns:a="http://schemas.openxmlformats.org/drawingml/2006/main">
              <a:ext uri="{FF2B5EF4-FFF2-40B4-BE49-F238E27FC236}">
                <a16:creationId xmlns:a16="http://schemas.microsoft.com/office/drawing/2014/main" id="{D8DC6504-F228-4C86-8F03-E484BF1489B9}"/>
              </a:ext>
            </a:extLst>
          </p:cNvPr>
          <p:cNvSpPr>
            <a:spLocks xmlns:a="http://schemas.openxmlformats.org/drawingml/2006/main" noGrp="1"/>
          </p:cNvSpPr>
          <p:nvPr/>
        </p:nvSpPr>
        <p:spPr>
          <a:xfrm xmlns:a="http://schemas.openxmlformats.org/drawingml/2006/main">
            <a:off x="4572000" y="4762500"/>
            <a:ext cx="285750" cy="238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2" name="">
            <a:extLst xmlns:a="http://schemas.openxmlformats.org/drawingml/2006/main">
              <a:ext uri="{FF2B5EF4-FFF2-40B4-BE49-F238E27FC236}">
                <a16:creationId xmlns:a16="http://schemas.microsoft.com/office/drawing/2014/main" id="{24A6532C-1EB9-469C-88EA-B7F44CEC7DE2}"/>
              </a:ext>
            </a:extLst>
          </p:cNvPr>
          <p:cNvSpPr>
            <a:spLocks xmlns:a="http://schemas.openxmlformats.org/drawingml/2006/main" noGrp="1"/>
          </p:cNvSpPr>
          <p:nvPr/>
        </p:nvSpPr>
        <p:spPr>
          <a:xfrm xmlns:a="http://schemas.openxmlformats.org/drawingml/2006/main">
            <a:off x="4305300" y="459105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C4483C"/>
            </a:solidFill>
          </a:ln>
        </p:spPr>
      </p:sp>
      <p:sp>
        <p:nvSpPr>
          <p:cNvPr id="23" name="">
            <a:extLst xmlns:a="http://schemas.openxmlformats.org/drawingml/2006/main">
              <a:ext uri="{FF2B5EF4-FFF2-40B4-BE49-F238E27FC236}">
                <a16:creationId xmlns:a16="http://schemas.microsoft.com/office/drawing/2014/main" id="{576E29EA-4BBD-4E3F-8BB0-8B906435F40D}"/>
              </a:ext>
            </a:extLst>
          </p:cNvPr>
          <p:cNvSpPr>
            <a:spLocks xmlns:a="http://schemas.openxmlformats.org/drawingml/2006/main" noGrp="1"/>
          </p:cNvSpPr>
          <p:nvPr/>
        </p:nvSpPr>
        <p:spPr>
          <a:xfrm xmlns:a="http://schemas.openxmlformats.org/drawingml/2006/main">
            <a:off x="4695825" y="454304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C4483C"/>
          </a:solidFill>
          <a:ln xmlns:a="http://schemas.openxmlformats.org/drawingml/2006/main" w="4763">
            <a:solidFill>
              <a:srgbClr val="C4483C"/>
            </a:solidFill>
          </a:ln>
        </p:spPr>
      </p:sp>
      <p:sp>
        <p:nvSpPr>
          <p:cNvPr id="24" name="">
            <a:extLst xmlns:a="http://schemas.openxmlformats.org/drawingml/2006/main">
              <a:ext uri="{FF2B5EF4-FFF2-40B4-BE49-F238E27FC236}">
                <a16:creationId xmlns:a16="http://schemas.microsoft.com/office/drawing/2014/main" id="{C7F0F1D6-4557-4961-9EF6-D7B27751A98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伝導率・光沢・変形のしやすさには、材種・組織・温度・表面状態による違いがある。</a:t>
            </a:r>
          </a:p>
        </p:txBody>
      </p:sp>
    </p:spTree>
    <p:extLst>
      <p:ext uri="{BB962C8B-B14F-4D97-AF65-F5344CB8AC3E}">
        <p14:creationId xmlns:p14="http://schemas.microsoft.com/office/powerpoint/2010/main" val="14717072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DA5D0D-F350-4EF9-A18D-1B92A8FA3F1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結合を復習し、性質の説明へつなぐ</a:t>
            </a:r>
          </a:p>
        </p:txBody>
      </p:sp>
      <p:sp>
        <p:nvSpPr>
          <p:cNvPr id="2" name="">
            <a:extLst xmlns:a="http://schemas.openxmlformats.org/drawingml/2006/main">
              <a:ext uri="{FF2B5EF4-FFF2-40B4-BE49-F238E27FC236}">
                <a16:creationId xmlns:a16="http://schemas.microsoft.com/office/drawing/2014/main" id="{3342021E-8716-4F77-AF27-4E1487FDD89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0EC7F3F-73FD-40F8-8CE7-FC17FFA4204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graphicFrame>
        <p:nvGraphicFramePr>
          <p:cNvPr id="4" name="">
            <a:extLst xmlns:a="http://schemas.openxmlformats.org/drawingml/2006/main">
              <a:ext uri="{FF2B5EF4-FFF2-40B4-BE49-F238E27FC236}">
                <a16:creationId xmlns:a16="http://schemas.microsoft.com/office/drawing/2014/main" id="{EC23E83E-639F-4BFC-BBC6-37651DD39B81}"/>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結合・相互作用</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材料を理解する視点</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共有結合</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電子対の共有。高分子鎖の骨格等</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金属結合</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電子が特定の二原子間だけに局在しない</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イオン結合</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陽イオンと陰イオンの静電的な引力</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水素結合</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O−H等のHと、近傍のO等との相互作用</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8572C63-1759-43AB-8C13-61B1CC77CDD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水素結合を、主要な3種類の結合と区別して復習。模式図は巻末の任意参考資料。</a:t>
            </a:r>
          </a:p>
        </p:txBody>
      </p:sp>
      <p:sp>
        <p:nvSpPr>
          <p:cNvPr id="6" name="">
            <a:extLst xmlns:a="http://schemas.openxmlformats.org/drawingml/2006/main">
              <a:ext uri="{FF2B5EF4-FFF2-40B4-BE49-F238E27FC236}">
                <a16:creationId xmlns:a16="http://schemas.microsoft.com/office/drawing/2014/main" id="{9E25140C-BC22-4ADD-B04C-C4BD8DD7EBB6}"/>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8 / 56</a:t>
            </a:r>
          </a:p>
        </p:txBody>
      </p:sp>
    </p:spTree>
    <p:extLst>
      <p:ext uri="{BB962C8B-B14F-4D97-AF65-F5344CB8AC3E}">
        <p14:creationId xmlns:p14="http://schemas.microsoft.com/office/powerpoint/2010/main" val="128759950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B6AB476-198D-4F7A-BE64-F8E0C3C40B1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結晶と結晶粒</a:t>
            </a:r>
          </a:p>
        </p:txBody>
      </p:sp>
      <p:sp>
        <p:nvSpPr>
          <p:cNvPr id="2" name="">
            <a:extLst xmlns:a="http://schemas.openxmlformats.org/drawingml/2006/main">
              <a:ext uri="{FF2B5EF4-FFF2-40B4-BE49-F238E27FC236}">
                <a16:creationId xmlns:a16="http://schemas.microsoft.com/office/drawing/2014/main" id="{5F6A9C96-8AC0-4A6F-A6C2-56171ABD7D42}"/>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2" name="">
            <a:extLst xmlns:a="http://schemas.openxmlformats.org/drawingml/2006/main">
              <a:ext uri="{FF2B5EF4-FFF2-40B4-BE49-F238E27FC236}">
                <a16:creationId xmlns:a16="http://schemas.microsoft.com/office/drawing/2014/main" id="{E7ED5411-CF66-4A5B-9109-EDC6F3AD1C42}"/>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13" name="">
            <a:extLst xmlns:a="http://schemas.openxmlformats.org/drawingml/2006/main">
              <a:ext uri="{FF2B5EF4-FFF2-40B4-BE49-F238E27FC236}">
                <a16:creationId xmlns:a16="http://schemas.microsoft.com/office/drawing/2014/main" id="{D61A6CC0-6B45-4208-94E7-FC9340B80D44}"/>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9 / 56</a:t>
            </a:r>
          </a:p>
        </p:txBody>
      </p:sp>
      <p:sp>
        <p:nvSpPr>
          <p:cNvPr id="15" name="">
            <a:extLst xmlns:a="http://schemas.openxmlformats.org/drawingml/2006/main">
              <a:ext uri="{FF2B5EF4-FFF2-40B4-BE49-F238E27FC236}">
                <a16:creationId xmlns:a16="http://schemas.microsoft.com/office/drawing/2014/main" id="{8377B930-3EF5-4DF2-9106-598C43703381}"/>
              </a:ext>
            </a:extLst>
          </p:cNvPr>
          <p:cNvSpPr>
            <a:spLocks xmlns:a="http://schemas.openxmlformats.org/drawingml/2006/main" noGrp="1"/>
          </p:cNvSpPr>
          <p:nvPr/>
        </p:nvSpPr>
        <p:spPr>
          <a:xfrm xmlns:a="http://schemas.openxmlformats.org/drawingml/2006/main">
            <a:off x="1000125" y="2333625"/>
            <a:ext cx="2500313" cy="1387793"/>
          </a:xfrm>
          <a:custGeom xmlns:a="http://schemas.openxmlformats.org/drawingml/2006/main">
            <a:pathLst>
              <a:path w="2500313" h="1387793">
                <a:moveTo>
                  <a:pt x="0" y="0"/>
                </a:moveTo>
                <a:lnTo>
                  <a:pt x="2500313" y="0"/>
                </a:lnTo>
                <a:lnTo>
                  <a:pt x="2083594" y="1387793"/>
                </a:lnTo>
                <a:lnTo>
                  <a:pt x="0" y="1122045"/>
                </a:lnTo>
                <a:close/>
              </a:path>
            </a:pathLst>
          </a:custGeom>
          <a:solidFill xmlns:a="http://schemas.openxmlformats.org/drawingml/2006/main">
            <a:srgbClr val="E3EEF4"/>
          </a:solidFill>
          <a:ln xmlns:a="http://schemas.openxmlformats.org/drawingml/2006/main" w="17145">
            <a:solidFill>
              <a:srgbClr val="71818B"/>
            </a:solidFill>
          </a:ln>
        </p:spPr>
      </p:sp>
      <p:sp>
        <p:nvSpPr>
          <p:cNvPr id="16" name="">
            <a:extLst xmlns:a="http://schemas.openxmlformats.org/drawingml/2006/main">
              <a:ext uri="{FF2B5EF4-FFF2-40B4-BE49-F238E27FC236}">
                <a16:creationId xmlns:a16="http://schemas.microsoft.com/office/drawing/2014/main" id="{8A90D21B-824E-45E1-B7B7-39DE283EC1AE}"/>
              </a:ext>
            </a:extLst>
          </p:cNvPr>
          <p:cNvSpPr>
            <a:spLocks xmlns:a="http://schemas.openxmlformats.org/drawingml/2006/main" noGrp="1"/>
          </p:cNvSpPr>
          <p:nvPr/>
        </p:nvSpPr>
        <p:spPr>
          <a:xfrm xmlns:a="http://schemas.openxmlformats.org/drawingml/2006/main">
            <a:off x="3083719" y="2333625"/>
            <a:ext cx="3869531" cy="1535430"/>
          </a:xfrm>
          <a:custGeom xmlns:a="http://schemas.openxmlformats.org/drawingml/2006/main">
            <a:pathLst>
              <a:path w="3869531" h="1535430">
                <a:moveTo>
                  <a:pt x="416719" y="0"/>
                </a:moveTo>
                <a:lnTo>
                  <a:pt x="3869531" y="0"/>
                </a:lnTo>
                <a:lnTo>
                  <a:pt x="3869531" y="1122045"/>
                </a:lnTo>
                <a:lnTo>
                  <a:pt x="2083594" y="1535430"/>
                </a:lnTo>
                <a:lnTo>
                  <a:pt x="0" y="1387793"/>
                </a:lnTo>
                <a:close/>
              </a:path>
            </a:pathLst>
          </a:custGeom>
          <a:solidFill xmlns:a="http://schemas.openxmlformats.org/drawingml/2006/main">
            <a:srgbClr val="EAF1EA"/>
          </a:solidFill>
          <a:ln xmlns:a="http://schemas.openxmlformats.org/drawingml/2006/main" w="17145">
            <a:solidFill>
              <a:srgbClr val="71818B"/>
            </a:solidFill>
          </a:ln>
        </p:spPr>
      </p:sp>
      <p:sp>
        <p:nvSpPr>
          <p:cNvPr id="17" name="">
            <a:extLst xmlns:a="http://schemas.openxmlformats.org/drawingml/2006/main">
              <a:ext uri="{FF2B5EF4-FFF2-40B4-BE49-F238E27FC236}">
                <a16:creationId xmlns:a16="http://schemas.microsoft.com/office/drawing/2014/main" id="{35F92A38-7905-4FD4-88A8-7C6F78B4B005}"/>
              </a:ext>
            </a:extLst>
          </p:cNvPr>
          <p:cNvSpPr>
            <a:spLocks xmlns:a="http://schemas.openxmlformats.org/drawingml/2006/main" noGrp="1"/>
          </p:cNvSpPr>
          <p:nvPr/>
        </p:nvSpPr>
        <p:spPr>
          <a:xfrm xmlns:a="http://schemas.openxmlformats.org/drawingml/2006/main">
            <a:off x="1000125" y="3455670"/>
            <a:ext cx="2678906" cy="1830705"/>
          </a:xfrm>
          <a:custGeom xmlns:a="http://schemas.openxmlformats.org/drawingml/2006/main">
            <a:pathLst>
              <a:path w="2678906" h="1830705">
                <a:moveTo>
                  <a:pt x="0" y="0"/>
                </a:moveTo>
                <a:lnTo>
                  <a:pt x="2083594" y="265747"/>
                </a:lnTo>
                <a:lnTo>
                  <a:pt x="2678906" y="1830705"/>
                </a:lnTo>
                <a:lnTo>
                  <a:pt x="0" y="1830705"/>
                </a:lnTo>
                <a:close/>
              </a:path>
            </a:pathLst>
          </a:custGeom>
          <a:solidFill xmlns:a="http://schemas.openxmlformats.org/drawingml/2006/main">
            <a:srgbClr val="F3EBDD"/>
          </a:solidFill>
          <a:ln xmlns:a="http://schemas.openxmlformats.org/drawingml/2006/main" w="17145">
            <a:solidFill>
              <a:srgbClr val="71818B"/>
            </a:solidFill>
          </a:ln>
        </p:spPr>
      </p:sp>
      <p:sp>
        <p:nvSpPr>
          <p:cNvPr id="18" name="">
            <a:extLst xmlns:a="http://schemas.openxmlformats.org/drawingml/2006/main">
              <a:ext uri="{FF2B5EF4-FFF2-40B4-BE49-F238E27FC236}">
                <a16:creationId xmlns:a16="http://schemas.microsoft.com/office/drawing/2014/main" id="{77F3B99E-47AF-46E6-8123-B12651C9CEA2}"/>
              </a:ext>
            </a:extLst>
          </p:cNvPr>
          <p:cNvSpPr>
            <a:spLocks xmlns:a="http://schemas.openxmlformats.org/drawingml/2006/main" noGrp="1"/>
          </p:cNvSpPr>
          <p:nvPr/>
        </p:nvSpPr>
        <p:spPr>
          <a:xfrm xmlns:a="http://schemas.openxmlformats.org/drawingml/2006/main">
            <a:off x="3083719" y="3721418"/>
            <a:ext cx="2678906" cy="1564958"/>
          </a:xfrm>
          <a:custGeom xmlns:a="http://schemas.openxmlformats.org/drawingml/2006/main">
            <a:pathLst>
              <a:path w="2678906" h="1564958">
                <a:moveTo>
                  <a:pt x="0" y="0"/>
                </a:moveTo>
                <a:lnTo>
                  <a:pt x="2083594" y="147638"/>
                </a:lnTo>
                <a:lnTo>
                  <a:pt x="2678906" y="1564958"/>
                </a:lnTo>
                <a:lnTo>
                  <a:pt x="595313" y="1564958"/>
                </a:lnTo>
                <a:close/>
              </a:path>
            </a:pathLst>
          </a:custGeom>
          <a:solidFill xmlns:a="http://schemas.openxmlformats.org/drawingml/2006/main">
            <a:srgbClr val="ECEAF2"/>
          </a:solidFill>
          <a:ln xmlns:a="http://schemas.openxmlformats.org/drawingml/2006/main" w="17145">
            <a:solidFill>
              <a:srgbClr val="71818B"/>
            </a:solidFill>
          </a:ln>
        </p:spPr>
      </p:sp>
      <p:sp>
        <p:nvSpPr>
          <p:cNvPr id="19" name="">
            <a:extLst xmlns:a="http://schemas.openxmlformats.org/drawingml/2006/main">
              <a:ext uri="{FF2B5EF4-FFF2-40B4-BE49-F238E27FC236}">
                <a16:creationId xmlns:a16="http://schemas.microsoft.com/office/drawing/2014/main" id="{EDF74692-C289-4B18-8AB1-094D8D9DD91E}"/>
              </a:ext>
            </a:extLst>
          </p:cNvPr>
          <p:cNvSpPr>
            <a:spLocks xmlns:a="http://schemas.openxmlformats.org/drawingml/2006/main" noGrp="1"/>
          </p:cNvSpPr>
          <p:nvPr/>
        </p:nvSpPr>
        <p:spPr>
          <a:xfrm xmlns:a="http://schemas.openxmlformats.org/drawingml/2006/main">
            <a:off x="5167313" y="3455670"/>
            <a:ext cx="1785938" cy="1830705"/>
          </a:xfrm>
          <a:custGeom xmlns:a="http://schemas.openxmlformats.org/drawingml/2006/main">
            <a:pathLst>
              <a:path w="1785938" h="1830705">
                <a:moveTo>
                  <a:pt x="0" y="413385"/>
                </a:moveTo>
                <a:lnTo>
                  <a:pt x="1785938" y="0"/>
                </a:lnTo>
                <a:lnTo>
                  <a:pt x="1785938" y="1830705"/>
                </a:lnTo>
                <a:lnTo>
                  <a:pt x="595313" y="1830705"/>
                </a:lnTo>
                <a:close/>
              </a:path>
            </a:pathLst>
          </a:custGeom>
          <a:solidFill xmlns:a="http://schemas.openxmlformats.org/drawingml/2006/main">
            <a:srgbClr val="EEE2DD"/>
          </a:solidFill>
          <a:ln xmlns:a="http://schemas.openxmlformats.org/drawingml/2006/main" w="17145">
            <a:solidFill>
              <a:srgbClr val="71818B"/>
            </a:solidFill>
          </a:ln>
        </p:spPr>
      </p:sp>
      <p:sp>
        <p:nvSpPr>
          <p:cNvPr id="20" name="">
            <a:extLst xmlns:a="http://schemas.openxmlformats.org/drawingml/2006/main">
              <a:ext uri="{FF2B5EF4-FFF2-40B4-BE49-F238E27FC236}">
                <a16:creationId xmlns:a16="http://schemas.microsoft.com/office/drawing/2014/main" id="{0F9585EF-40FC-481A-BD82-6B4E0D39F685}"/>
              </a:ext>
            </a:extLst>
          </p:cNvPr>
          <p:cNvSpPr>
            <a:spLocks xmlns:a="http://schemas.openxmlformats.org/drawingml/2006/main" noGrp="1"/>
          </p:cNvSpPr>
          <p:nvPr/>
        </p:nvSpPr>
        <p:spPr>
          <a:xfrm xmlns:a="http://schemas.openxmlformats.org/drawingml/2006/main">
            <a:off x="1912144" y="270510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1" name="">
            <a:extLst xmlns:a="http://schemas.openxmlformats.org/drawingml/2006/main">
              <a:ext uri="{FF2B5EF4-FFF2-40B4-BE49-F238E27FC236}">
                <a16:creationId xmlns:a16="http://schemas.microsoft.com/office/drawing/2014/main" id="{A0E00CEE-2534-47E5-8432-6B1569BBB984}"/>
              </a:ext>
            </a:extLst>
          </p:cNvPr>
          <p:cNvSpPr>
            <a:spLocks xmlns:a="http://schemas.openxmlformats.org/drawingml/2006/main" noGrp="1"/>
          </p:cNvSpPr>
          <p:nvPr/>
        </p:nvSpPr>
        <p:spPr>
          <a:xfrm xmlns:a="http://schemas.openxmlformats.org/drawingml/2006/main">
            <a:off x="1912144" y="289560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2" name="">
            <a:extLst xmlns:a="http://schemas.openxmlformats.org/drawingml/2006/main">
              <a:ext uri="{FF2B5EF4-FFF2-40B4-BE49-F238E27FC236}">
                <a16:creationId xmlns:a16="http://schemas.microsoft.com/office/drawing/2014/main" id="{3A1A0B52-558C-4F69-852C-0F6EC30F5016}"/>
              </a:ext>
            </a:extLst>
          </p:cNvPr>
          <p:cNvSpPr>
            <a:spLocks xmlns:a="http://schemas.openxmlformats.org/drawingml/2006/main" noGrp="1"/>
          </p:cNvSpPr>
          <p:nvPr/>
        </p:nvSpPr>
        <p:spPr>
          <a:xfrm xmlns:a="http://schemas.openxmlformats.org/drawingml/2006/main">
            <a:off x="1912144" y="308610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3" name="">
            <a:extLst xmlns:a="http://schemas.openxmlformats.org/drawingml/2006/main">
              <a:ext uri="{FF2B5EF4-FFF2-40B4-BE49-F238E27FC236}">
                <a16:creationId xmlns:a16="http://schemas.microsoft.com/office/drawing/2014/main" id="{94170547-8629-40D0-A9A8-5902AB537CEE}"/>
              </a:ext>
            </a:extLst>
          </p:cNvPr>
          <p:cNvSpPr>
            <a:spLocks xmlns:a="http://schemas.openxmlformats.org/drawingml/2006/main" noGrp="1"/>
          </p:cNvSpPr>
          <p:nvPr/>
        </p:nvSpPr>
        <p:spPr>
          <a:xfrm xmlns:a="http://schemas.openxmlformats.org/drawingml/2006/main">
            <a:off x="2102644" y="270510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4" name="">
            <a:extLst xmlns:a="http://schemas.openxmlformats.org/drawingml/2006/main">
              <a:ext uri="{FF2B5EF4-FFF2-40B4-BE49-F238E27FC236}">
                <a16:creationId xmlns:a16="http://schemas.microsoft.com/office/drawing/2014/main" id="{B8AD1614-B9C3-42BB-B716-F1BF8C82A68B}"/>
              </a:ext>
            </a:extLst>
          </p:cNvPr>
          <p:cNvSpPr>
            <a:spLocks xmlns:a="http://schemas.openxmlformats.org/drawingml/2006/main" noGrp="1"/>
          </p:cNvSpPr>
          <p:nvPr/>
        </p:nvSpPr>
        <p:spPr>
          <a:xfrm xmlns:a="http://schemas.openxmlformats.org/drawingml/2006/main">
            <a:off x="2102644" y="289560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5" name="">
            <a:extLst xmlns:a="http://schemas.openxmlformats.org/drawingml/2006/main">
              <a:ext uri="{FF2B5EF4-FFF2-40B4-BE49-F238E27FC236}">
                <a16:creationId xmlns:a16="http://schemas.microsoft.com/office/drawing/2014/main" id="{C8464BC4-4405-438D-89C9-1FCE1FD048EC}"/>
              </a:ext>
            </a:extLst>
          </p:cNvPr>
          <p:cNvSpPr>
            <a:spLocks xmlns:a="http://schemas.openxmlformats.org/drawingml/2006/main" noGrp="1"/>
          </p:cNvSpPr>
          <p:nvPr/>
        </p:nvSpPr>
        <p:spPr>
          <a:xfrm xmlns:a="http://schemas.openxmlformats.org/drawingml/2006/main">
            <a:off x="2102644" y="308610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6" name="">
            <a:extLst xmlns:a="http://schemas.openxmlformats.org/drawingml/2006/main">
              <a:ext uri="{FF2B5EF4-FFF2-40B4-BE49-F238E27FC236}">
                <a16:creationId xmlns:a16="http://schemas.microsoft.com/office/drawing/2014/main" id="{A9C5E088-BA88-4628-9037-2A509238DB38}"/>
              </a:ext>
            </a:extLst>
          </p:cNvPr>
          <p:cNvSpPr>
            <a:spLocks xmlns:a="http://schemas.openxmlformats.org/drawingml/2006/main" noGrp="1"/>
          </p:cNvSpPr>
          <p:nvPr/>
        </p:nvSpPr>
        <p:spPr>
          <a:xfrm xmlns:a="http://schemas.openxmlformats.org/drawingml/2006/main">
            <a:off x="2293144" y="270510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7" name="">
            <a:extLst xmlns:a="http://schemas.openxmlformats.org/drawingml/2006/main">
              <a:ext uri="{FF2B5EF4-FFF2-40B4-BE49-F238E27FC236}">
                <a16:creationId xmlns:a16="http://schemas.microsoft.com/office/drawing/2014/main" id="{E8440F3F-EAA6-424E-ADF6-9F45F8CC6034}"/>
              </a:ext>
            </a:extLst>
          </p:cNvPr>
          <p:cNvSpPr>
            <a:spLocks xmlns:a="http://schemas.openxmlformats.org/drawingml/2006/main" noGrp="1"/>
          </p:cNvSpPr>
          <p:nvPr/>
        </p:nvSpPr>
        <p:spPr>
          <a:xfrm xmlns:a="http://schemas.openxmlformats.org/drawingml/2006/main">
            <a:off x="2293144" y="289560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8" name="">
            <a:extLst xmlns:a="http://schemas.openxmlformats.org/drawingml/2006/main">
              <a:ext uri="{FF2B5EF4-FFF2-40B4-BE49-F238E27FC236}">
                <a16:creationId xmlns:a16="http://schemas.microsoft.com/office/drawing/2014/main" id="{C4B6C409-17FA-4607-A52A-D4A723673F62}"/>
              </a:ext>
            </a:extLst>
          </p:cNvPr>
          <p:cNvSpPr>
            <a:spLocks xmlns:a="http://schemas.openxmlformats.org/drawingml/2006/main" noGrp="1"/>
          </p:cNvSpPr>
          <p:nvPr/>
        </p:nvSpPr>
        <p:spPr>
          <a:xfrm xmlns:a="http://schemas.openxmlformats.org/drawingml/2006/main">
            <a:off x="2293144" y="308610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9" name="">
            <a:extLst xmlns:a="http://schemas.openxmlformats.org/drawingml/2006/main">
              <a:ext uri="{FF2B5EF4-FFF2-40B4-BE49-F238E27FC236}">
                <a16:creationId xmlns:a16="http://schemas.microsoft.com/office/drawing/2014/main" id="{C8C377C0-DE7E-4BF4-82F8-282FCB2A16AE}"/>
              </a:ext>
            </a:extLst>
          </p:cNvPr>
          <p:cNvSpPr>
            <a:spLocks xmlns:a="http://schemas.openxmlformats.org/drawingml/2006/main" noGrp="1"/>
          </p:cNvSpPr>
          <p:nvPr/>
        </p:nvSpPr>
        <p:spPr>
          <a:xfrm xmlns:a="http://schemas.openxmlformats.org/drawingml/2006/main">
            <a:off x="4868001" y="264244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0" name="">
            <a:extLst xmlns:a="http://schemas.openxmlformats.org/drawingml/2006/main">
              <a:ext uri="{FF2B5EF4-FFF2-40B4-BE49-F238E27FC236}">
                <a16:creationId xmlns:a16="http://schemas.microsoft.com/office/drawing/2014/main" id="{089B56C6-2723-4B36-AA53-63DACF0252EC}"/>
              </a:ext>
            </a:extLst>
          </p:cNvPr>
          <p:cNvSpPr>
            <a:spLocks xmlns:a="http://schemas.openxmlformats.org/drawingml/2006/main" noGrp="1"/>
          </p:cNvSpPr>
          <p:nvPr/>
        </p:nvSpPr>
        <p:spPr>
          <a:xfrm xmlns:a="http://schemas.openxmlformats.org/drawingml/2006/main">
            <a:off x="4787492" y="2815091"/>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1" name="">
            <a:extLst xmlns:a="http://schemas.openxmlformats.org/drawingml/2006/main">
              <a:ext uri="{FF2B5EF4-FFF2-40B4-BE49-F238E27FC236}">
                <a16:creationId xmlns:a16="http://schemas.microsoft.com/office/drawing/2014/main" id="{F4CA3050-02C6-4168-BFAE-EFC729F37E0E}"/>
              </a:ext>
            </a:extLst>
          </p:cNvPr>
          <p:cNvSpPr>
            <a:spLocks xmlns:a="http://schemas.openxmlformats.org/drawingml/2006/main" noGrp="1"/>
          </p:cNvSpPr>
          <p:nvPr/>
        </p:nvSpPr>
        <p:spPr>
          <a:xfrm xmlns:a="http://schemas.openxmlformats.org/drawingml/2006/main">
            <a:off x="4706983" y="2987743"/>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2" name="">
            <a:extLst xmlns:a="http://schemas.openxmlformats.org/drawingml/2006/main">
              <a:ext uri="{FF2B5EF4-FFF2-40B4-BE49-F238E27FC236}">
                <a16:creationId xmlns:a16="http://schemas.microsoft.com/office/drawing/2014/main" id="{38912600-6D83-4DA1-AA79-5E007BF78047}"/>
              </a:ext>
            </a:extLst>
          </p:cNvPr>
          <p:cNvSpPr>
            <a:spLocks xmlns:a="http://schemas.openxmlformats.org/drawingml/2006/main" noGrp="1"/>
          </p:cNvSpPr>
          <p:nvPr/>
        </p:nvSpPr>
        <p:spPr>
          <a:xfrm xmlns:a="http://schemas.openxmlformats.org/drawingml/2006/main">
            <a:off x="5040653" y="2722948"/>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3" name="">
            <a:extLst xmlns:a="http://schemas.openxmlformats.org/drawingml/2006/main">
              <a:ext uri="{FF2B5EF4-FFF2-40B4-BE49-F238E27FC236}">
                <a16:creationId xmlns:a16="http://schemas.microsoft.com/office/drawing/2014/main" id="{CBB0FB83-AEC1-47A0-BC76-89B3FC4A5C6A}"/>
              </a:ext>
            </a:extLst>
          </p:cNvPr>
          <p:cNvSpPr>
            <a:spLocks xmlns:a="http://schemas.openxmlformats.org/drawingml/2006/main" noGrp="1"/>
          </p:cNvSpPr>
          <p:nvPr/>
        </p:nvSpPr>
        <p:spPr>
          <a:xfrm xmlns:a="http://schemas.openxmlformats.org/drawingml/2006/main">
            <a:off x="4960144" y="289560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4" name="">
            <a:extLst xmlns:a="http://schemas.openxmlformats.org/drawingml/2006/main">
              <a:ext uri="{FF2B5EF4-FFF2-40B4-BE49-F238E27FC236}">
                <a16:creationId xmlns:a16="http://schemas.microsoft.com/office/drawing/2014/main" id="{CE45E3A1-ED90-4E43-82A7-A8FE7109A0F5}"/>
              </a:ext>
            </a:extLst>
          </p:cNvPr>
          <p:cNvSpPr>
            <a:spLocks xmlns:a="http://schemas.openxmlformats.org/drawingml/2006/main" noGrp="1"/>
          </p:cNvSpPr>
          <p:nvPr/>
        </p:nvSpPr>
        <p:spPr>
          <a:xfrm xmlns:a="http://schemas.openxmlformats.org/drawingml/2006/main">
            <a:off x="4879635" y="3068252"/>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5" name="">
            <a:extLst xmlns:a="http://schemas.openxmlformats.org/drawingml/2006/main">
              <a:ext uri="{FF2B5EF4-FFF2-40B4-BE49-F238E27FC236}">
                <a16:creationId xmlns:a16="http://schemas.microsoft.com/office/drawing/2014/main" id="{A7B2B740-C685-4DFC-AE5A-78D5ABC1DCD4}"/>
              </a:ext>
            </a:extLst>
          </p:cNvPr>
          <p:cNvSpPr>
            <a:spLocks xmlns:a="http://schemas.openxmlformats.org/drawingml/2006/main" noGrp="1"/>
          </p:cNvSpPr>
          <p:nvPr/>
        </p:nvSpPr>
        <p:spPr>
          <a:xfrm xmlns:a="http://schemas.openxmlformats.org/drawingml/2006/main">
            <a:off x="5213304" y="2803457"/>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6" name="">
            <a:extLst xmlns:a="http://schemas.openxmlformats.org/drawingml/2006/main">
              <a:ext uri="{FF2B5EF4-FFF2-40B4-BE49-F238E27FC236}">
                <a16:creationId xmlns:a16="http://schemas.microsoft.com/office/drawing/2014/main" id="{3D9F09F0-410E-437F-A12E-9028CC108756}"/>
              </a:ext>
            </a:extLst>
          </p:cNvPr>
          <p:cNvSpPr>
            <a:spLocks xmlns:a="http://schemas.openxmlformats.org/drawingml/2006/main" noGrp="1"/>
          </p:cNvSpPr>
          <p:nvPr/>
        </p:nvSpPr>
        <p:spPr>
          <a:xfrm xmlns:a="http://schemas.openxmlformats.org/drawingml/2006/main">
            <a:off x="5132795" y="2976109"/>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7" name="">
            <a:extLst xmlns:a="http://schemas.openxmlformats.org/drawingml/2006/main">
              <a:ext uri="{FF2B5EF4-FFF2-40B4-BE49-F238E27FC236}">
                <a16:creationId xmlns:a16="http://schemas.microsoft.com/office/drawing/2014/main" id="{8728E5CB-49FB-45BC-ADA0-37CD9C765650}"/>
              </a:ext>
            </a:extLst>
          </p:cNvPr>
          <p:cNvSpPr>
            <a:spLocks xmlns:a="http://schemas.openxmlformats.org/drawingml/2006/main" noGrp="1"/>
          </p:cNvSpPr>
          <p:nvPr/>
        </p:nvSpPr>
        <p:spPr>
          <a:xfrm xmlns:a="http://schemas.openxmlformats.org/drawingml/2006/main">
            <a:off x="5052287" y="314876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8" name="">
            <a:extLst xmlns:a="http://schemas.openxmlformats.org/drawingml/2006/main">
              <a:ext uri="{FF2B5EF4-FFF2-40B4-BE49-F238E27FC236}">
                <a16:creationId xmlns:a16="http://schemas.microsoft.com/office/drawing/2014/main" id="{2DB9DA89-4395-4062-95C3-4D80491356A7}"/>
              </a:ext>
            </a:extLst>
          </p:cNvPr>
          <p:cNvSpPr>
            <a:spLocks xmlns:a="http://schemas.openxmlformats.org/drawingml/2006/main" noGrp="1"/>
          </p:cNvSpPr>
          <p:nvPr/>
        </p:nvSpPr>
        <p:spPr>
          <a:xfrm xmlns:a="http://schemas.openxmlformats.org/drawingml/2006/main">
            <a:off x="1798946" y="4258118"/>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9" name="">
            <a:extLst xmlns:a="http://schemas.openxmlformats.org/drawingml/2006/main">
              <a:ext uri="{FF2B5EF4-FFF2-40B4-BE49-F238E27FC236}">
                <a16:creationId xmlns:a16="http://schemas.microsoft.com/office/drawing/2014/main" id="{2F6C0516-17A8-415D-95DD-9895516115C2}"/>
              </a:ext>
            </a:extLst>
          </p:cNvPr>
          <p:cNvSpPr>
            <a:spLocks xmlns:a="http://schemas.openxmlformats.org/drawingml/2006/main" noGrp="1"/>
          </p:cNvSpPr>
          <p:nvPr/>
        </p:nvSpPr>
        <p:spPr>
          <a:xfrm xmlns:a="http://schemas.openxmlformats.org/drawingml/2006/main">
            <a:off x="1864101" y="443713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0" name="">
            <a:extLst xmlns:a="http://schemas.openxmlformats.org/drawingml/2006/main">
              <a:ext uri="{FF2B5EF4-FFF2-40B4-BE49-F238E27FC236}">
                <a16:creationId xmlns:a16="http://schemas.microsoft.com/office/drawing/2014/main" id="{AD0E37C7-4406-4C69-85EE-73160F92C9B1}"/>
              </a:ext>
            </a:extLst>
          </p:cNvPr>
          <p:cNvSpPr>
            <a:spLocks xmlns:a="http://schemas.openxmlformats.org/drawingml/2006/main" noGrp="1"/>
          </p:cNvSpPr>
          <p:nvPr/>
        </p:nvSpPr>
        <p:spPr>
          <a:xfrm xmlns:a="http://schemas.openxmlformats.org/drawingml/2006/main">
            <a:off x="1929256" y="4616141"/>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1" name="">
            <a:extLst xmlns:a="http://schemas.openxmlformats.org/drawingml/2006/main">
              <a:ext uri="{FF2B5EF4-FFF2-40B4-BE49-F238E27FC236}">
                <a16:creationId xmlns:a16="http://schemas.microsoft.com/office/drawing/2014/main" id="{F3FF4A5C-5DCA-48DC-9192-228EF2364CF5}"/>
              </a:ext>
            </a:extLst>
          </p:cNvPr>
          <p:cNvSpPr>
            <a:spLocks xmlns:a="http://schemas.openxmlformats.org/drawingml/2006/main" noGrp="1"/>
          </p:cNvSpPr>
          <p:nvPr/>
        </p:nvSpPr>
        <p:spPr>
          <a:xfrm xmlns:a="http://schemas.openxmlformats.org/drawingml/2006/main">
            <a:off x="1977958" y="4192964"/>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2" name="">
            <a:extLst xmlns:a="http://schemas.openxmlformats.org/drawingml/2006/main">
              <a:ext uri="{FF2B5EF4-FFF2-40B4-BE49-F238E27FC236}">
                <a16:creationId xmlns:a16="http://schemas.microsoft.com/office/drawing/2014/main" id="{DA8C62AA-AA15-4025-9CE4-5E239667F68B}"/>
              </a:ext>
            </a:extLst>
          </p:cNvPr>
          <p:cNvSpPr>
            <a:spLocks xmlns:a="http://schemas.openxmlformats.org/drawingml/2006/main" noGrp="1"/>
          </p:cNvSpPr>
          <p:nvPr/>
        </p:nvSpPr>
        <p:spPr>
          <a:xfrm xmlns:a="http://schemas.openxmlformats.org/drawingml/2006/main">
            <a:off x="2043113" y="4371975"/>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3" name="">
            <a:extLst xmlns:a="http://schemas.openxmlformats.org/drawingml/2006/main">
              <a:ext uri="{FF2B5EF4-FFF2-40B4-BE49-F238E27FC236}">
                <a16:creationId xmlns:a16="http://schemas.microsoft.com/office/drawing/2014/main" id="{1EAD8E1D-CA4F-4E20-9D6E-939D6A914CD8}"/>
              </a:ext>
            </a:extLst>
          </p:cNvPr>
          <p:cNvSpPr>
            <a:spLocks xmlns:a="http://schemas.openxmlformats.org/drawingml/2006/main" noGrp="1"/>
          </p:cNvSpPr>
          <p:nvPr/>
        </p:nvSpPr>
        <p:spPr>
          <a:xfrm xmlns:a="http://schemas.openxmlformats.org/drawingml/2006/main">
            <a:off x="2108267" y="4550986"/>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4" name="">
            <a:extLst xmlns:a="http://schemas.openxmlformats.org/drawingml/2006/main">
              <a:ext uri="{FF2B5EF4-FFF2-40B4-BE49-F238E27FC236}">
                <a16:creationId xmlns:a16="http://schemas.microsoft.com/office/drawing/2014/main" id="{BCB3606E-0D52-400F-8547-561E34904A7A}"/>
              </a:ext>
            </a:extLst>
          </p:cNvPr>
          <p:cNvSpPr>
            <a:spLocks xmlns:a="http://schemas.openxmlformats.org/drawingml/2006/main" noGrp="1"/>
          </p:cNvSpPr>
          <p:nvPr/>
        </p:nvSpPr>
        <p:spPr>
          <a:xfrm xmlns:a="http://schemas.openxmlformats.org/drawingml/2006/main">
            <a:off x="2156969" y="4127809"/>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5" name="">
            <a:extLst xmlns:a="http://schemas.openxmlformats.org/drawingml/2006/main">
              <a:ext uri="{FF2B5EF4-FFF2-40B4-BE49-F238E27FC236}">
                <a16:creationId xmlns:a16="http://schemas.microsoft.com/office/drawing/2014/main" id="{4519E429-0043-4C97-B627-7EE3FE567948}"/>
              </a:ext>
            </a:extLst>
          </p:cNvPr>
          <p:cNvSpPr>
            <a:spLocks xmlns:a="http://schemas.openxmlformats.org/drawingml/2006/main" noGrp="1"/>
          </p:cNvSpPr>
          <p:nvPr/>
        </p:nvSpPr>
        <p:spPr>
          <a:xfrm xmlns:a="http://schemas.openxmlformats.org/drawingml/2006/main">
            <a:off x="2222124" y="430682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6" name="">
            <a:extLst xmlns:a="http://schemas.openxmlformats.org/drawingml/2006/main">
              <a:ext uri="{FF2B5EF4-FFF2-40B4-BE49-F238E27FC236}">
                <a16:creationId xmlns:a16="http://schemas.microsoft.com/office/drawing/2014/main" id="{687496AD-7B67-4BFA-9F65-D214096FE78B}"/>
              </a:ext>
            </a:extLst>
          </p:cNvPr>
          <p:cNvSpPr>
            <a:spLocks xmlns:a="http://schemas.openxmlformats.org/drawingml/2006/main" noGrp="1"/>
          </p:cNvSpPr>
          <p:nvPr/>
        </p:nvSpPr>
        <p:spPr>
          <a:xfrm xmlns:a="http://schemas.openxmlformats.org/drawingml/2006/main">
            <a:off x="2287279" y="4485832"/>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7" name="">
            <a:extLst xmlns:a="http://schemas.openxmlformats.org/drawingml/2006/main">
              <a:ext uri="{FF2B5EF4-FFF2-40B4-BE49-F238E27FC236}">
                <a16:creationId xmlns:a16="http://schemas.microsoft.com/office/drawing/2014/main" id="{5ACBE904-99C7-44E3-8693-A0702D3A1376}"/>
              </a:ext>
            </a:extLst>
          </p:cNvPr>
          <p:cNvSpPr>
            <a:spLocks xmlns:a="http://schemas.openxmlformats.org/drawingml/2006/main" noGrp="1"/>
          </p:cNvSpPr>
          <p:nvPr/>
        </p:nvSpPr>
        <p:spPr>
          <a:xfrm xmlns:a="http://schemas.openxmlformats.org/drawingml/2006/main">
            <a:off x="4277633" y="4234613"/>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8" name="">
            <a:extLst xmlns:a="http://schemas.openxmlformats.org/drawingml/2006/main">
              <a:ext uri="{FF2B5EF4-FFF2-40B4-BE49-F238E27FC236}">
                <a16:creationId xmlns:a16="http://schemas.microsoft.com/office/drawing/2014/main" id="{5E92EAAF-C0C3-4E46-AAFD-BCBB287FD117}"/>
              </a:ext>
            </a:extLst>
          </p:cNvPr>
          <p:cNvSpPr>
            <a:spLocks xmlns:a="http://schemas.openxmlformats.org/drawingml/2006/main" noGrp="1"/>
          </p:cNvSpPr>
          <p:nvPr/>
        </p:nvSpPr>
        <p:spPr>
          <a:xfrm xmlns:a="http://schemas.openxmlformats.org/drawingml/2006/main">
            <a:off x="4238025" y="442095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9" name="">
            <a:extLst xmlns:a="http://schemas.openxmlformats.org/drawingml/2006/main">
              <a:ext uri="{FF2B5EF4-FFF2-40B4-BE49-F238E27FC236}">
                <a16:creationId xmlns:a16="http://schemas.microsoft.com/office/drawing/2014/main" id="{CDB331E6-444E-443B-B6E0-BA39B0B78F0F}"/>
              </a:ext>
            </a:extLst>
          </p:cNvPr>
          <p:cNvSpPr>
            <a:spLocks xmlns:a="http://schemas.openxmlformats.org/drawingml/2006/main" noGrp="1"/>
          </p:cNvSpPr>
          <p:nvPr/>
        </p:nvSpPr>
        <p:spPr>
          <a:xfrm xmlns:a="http://schemas.openxmlformats.org/drawingml/2006/main">
            <a:off x="4198418" y="4607287"/>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0" name="">
            <a:extLst xmlns:a="http://schemas.openxmlformats.org/drawingml/2006/main">
              <a:ext uri="{FF2B5EF4-FFF2-40B4-BE49-F238E27FC236}">
                <a16:creationId xmlns:a16="http://schemas.microsoft.com/office/drawing/2014/main" id="{51728407-133C-4818-B5AF-ACD527D141CC}"/>
              </a:ext>
            </a:extLst>
          </p:cNvPr>
          <p:cNvSpPr>
            <a:spLocks xmlns:a="http://schemas.openxmlformats.org/drawingml/2006/main" noGrp="1"/>
          </p:cNvSpPr>
          <p:nvPr/>
        </p:nvSpPr>
        <p:spPr>
          <a:xfrm xmlns:a="http://schemas.openxmlformats.org/drawingml/2006/main">
            <a:off x="4463970" y="4274220"/>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1" name="">
            <a:extLst xmlns:a="http://schemas.openxmlformats.org/drawingml/2006/main">
              <a:ext uri="{FF2B5EF4-FFF2-40B4-BE49-F238E27FC236}">
                <a16:creationId xmlns:a16="http://schemas.microsoft.com/office/drawing/2014/main" id="{F6CCB16F-03CB-48C2-8A75-7DB617EF36E3}"/>
              </a:ext>
            </a:extLst>
          </p:cNvPr>
          <p:cNvSpPr>
            <a:spLocks xmlns:a="http://schemas.openxmlformats.org/drawingml/2006/main" noGrp="1"/>
          </p:cNvSpPr>
          <p:nvPr/>
        </p:nvSpPr>
        <p:spPr>
          <a:xfrm xmlns:a="http://schemas.openxmlformats.org/drawingml/2006/main">
            <a:off x="4424363" y="4460558"/>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2" name="">
            <a:extLst xmlns:a="http://schemas.openxmlformats.org/drawingml/2006/main">
              <a:ext uri="{FF2B5EF4-FFF2-40B4-BE49-F238E27FC236}">
                <a16:creationId xmlns:a16="http://schemas.microsoft.com/office/drawing/2014/main" id="{837903DE-5B9E-4A1F-92B0-B8B25F184A9F}"/>
              </a:ext>
            </a:extLst>
          </p:cNvPr>
          <p:cNvSpPr>
            <a:spLocks xmlns:a="http://schemas.openxmlformats.org/drawingml/2006/main" noGrp="1"/>
          </p:cNvSpPr>
          <p:nvPr/>
        </p:nvSpPr>
        <p:spPr>
          <a:xfrm xmlns:a="http://schemas.openxmlformats.org/drawingml/2006/main">
            <a:off x="4384755" y="4646895"/>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3" name="">
            <a:extLst xmlns:a="http://schemas.openxmlformats.org/drawingml/2006/main">
              <a:ext uri="{FF2B5EF4-FFF2-40B4-BE49-F238E27FC236}">
                <a16:creationId xmlns:a16="http://schemas.microsoft.com/office/drawing/2014/main" id="{E82F6D43-2558-4922-A042-7660CECEFC61}"/>
              </a:ext>
            </a:extLst>
          </p:cNvPr>
          <p:cNvSpPr>
            <a:spLocks xmlns:a="http://schemas.openxmlformats.org/drawingml/2006/main" noGrp="1"/>
          </p:cNvSpPr>
          <p:nvPr/>
        </p:nvSpPr>
        <p:spPr>
          <a:xfrm xmlns:a="http://schemas.openxmlformats.org/drawingml/2006/main">
            <a:off x="4650307" y="4313828"/>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4" name="">
            <a:extLst xmlns:a="http://schemas.openxmlformats.org/drawingml/2006/main">
              <a:ext uri="{FF2B5EF4-FFF2-40B4-BE49-F238E27FC236}">
                <a16:creationId xmlns:a16="http://schemas.microsoft.com/office/drawing/2014/main" id="{E5E3306D-05D6-4FBA-8FED-C6C98C211C94}"/>
              </a:ext>
            </a:extLst>
          </p:cNvPr>
          <p:cNvSpPr>
            <a:spLocks xmlns:a="http://schemas.openxmlformats.org/drawingml/2006/main" noGrp="1"/>
          </p:cNvSpPr>
          <p:nvPr/>
        </p:nvSpPr>
        <p:spPr>
          <a:xfrm xmlns:a="http://schemas.openxmlformats.org/drawingml/2006/main">
            <a:off x="4610700" y="4500165"/>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5" name="">
            <a:extLst xmlns:a="http://schemas.openxmlformats.org/drawingml/2006/main">
              <a:ext uri="{FF2B5EF4-FFF2-40B4-BE49-F238E27FC236}">
                <a16:creationId xmlns:a16="http://schemas.microsoft.com/office/drawing/2014/main" id="{7B6C03EF-32B7-4A4B-855A-293DEF42AC34}"/>
              </a:ext>
            </a:extLst>
          </p:cNvPr>
          <p:cNvSpPr>
            <a:spLocks xmlns:a="http://schemas.openxmlformats.org/drawingml/2006/main" noGrp="1"/>
          </p:cNvSpPr>
          <p:nvPr/>
        </p:nvSpPr>
        <p:spPr>
          <a:xfrm xmlns:a="http://schemas.openxmlformats.org/drawingml/2006/main">
            <a:off x="4571092" y="4686502"/>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6" name="">
            <a:extLst xmlns:a="http://schemas.openxmlformats.org/drawingml/2006/main">
              <a:ext uri="{FF2B5EF4-FFF2-40B4-BE49-F238E27FC236}">
                <a16:creationId xmlns:a16="http://schemas.microsoft.com/office/drawing/2014/main" id="{F6EC35CE-17EE-453C-A2D9-EDCE76346648}"/>
              </a:ext>
            </a:extLst>
          </p:cNvPr>
          <p:cNvSpPr>
            <a:spLocks xmlns:a="http://schemas.openxmlformats.org/drawingml/2006/main" noGrp="1"/>
          </p:cNvSpPr>
          <p:nvPr/>
        </p:nvSpPr>
        <p:spPr>
          <a:xfrm xmlns:a="http://schemas.openxmlformats.org/drawingml/2006/main">
            <a:off x="6246351" y="4103592"/>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7" name="">
            <a:extLst xmlns:a="http://schemas.openxmlformats.org/drawingml/2006/main">
              <a:ext uri="{FF2B5EF4-FFF2-40B4-BE49-F238E27FC236}">
                <a16:creationId xmlns:a16="http://schemas.microsoft.com/office/drawing/2014/main" id="{DD4103CE-381E-42DD-8DB6-60AC4577947B}"/>
              </a:ext>
            </a:extLst>
          </p:cNvPr>
          <p:cNvSpPr>
            <a:spLocks xmlns:a="http://schemas.openxmlformats.org/drawingml/2006/main" noGrp="1"/>
          </p:cNvSpPr>
          <p:nvPr/>
        </p:nvSpPr>
        <p:spPr>
          <a:xfrm xmlns:a="http://schemas.openxmlformats.org/drawingml/2006/main">
            <a:off x="6123900" y="4249524"/>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8" name="">
            <a:extLst xmlns:a="http://schemas.openxmlformats.org/drawingml/2006/main">
              <a:ext uri="{FF2B5EF4-FFF2-40B4-BE49-F238E27FC236}">
                <a16:creationId xmlns:a16="http://schemas.microsoft.com/office/drawing/2014/main" id="{7B4EDCFB-217C-4B92-9B55-85261EE9FBDE}"/>
              </a:ext>
            </a:extLst>
          </p:cNvPr>
          <p:cNvSpPr>
            <a:spLocks xmlns:a="http://schemas.openxmlformats.org/drawingml/2006/main" noGrp="1"/>
          </p:cNvSpPr>
          <p:nvPr/>
        </p:nvSpPr>
        <p:spPr>
          <a:xfrm xmlns:a="http://schemas.openxmlformats.org/drawingml/2006/main">
            <a:off x="6001449" y="4395455"/>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9" name="">
            <a:extLst xmlns:a="http://schemas.openxmlformats.org/drawingml/2006/main">
              <a:ext uri="{FF2B5EF4-FFF2-40B4-BE49-F238E27FC236}">
                <a16:creationId xmlns:a16="http://schemas.microsoft.com/office/drawing/2014/main" id="{2D49FF66-DDC9-44FA-B998-41B29CBED15F}"/>
              </a:ext>
            </a:extLst>
          </p:cNvPr>
          <p:cNvSpPr>
            <a:spLocks xmlns:a="http://schemas.openxmlformats.org/drawingml/2006/main" noGrp="1"/>
          </p:cNvSpPr>
          <p:nvPr/>
        </p:nvSpPr>
        <p:spPr>
          <a:xfrm xmlns:a="http://schemas.openxmlformats.org/drawingml/2006/main">
            <a:off x="6392282" y="4226044"/>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0" name="">
            <a:extLst xmlns:a="http://schemas.openxmlformats.org/drawingml/2006/main">
              <a:ext uri="{FF2B5EF4-FFF2-40B4-BE49-F238E27FC236}">
                <a16:creationId xmlns:a16="http://schemas.microsoft.com/office/drawing/2014/main" id="{58651FB9-8F81-4D8C-A635-7A076E328EBF}"/>
              </a:ext>
            </a:extLst>
          </p:cNvPr>
          <p:cNvSpPr>
            <a:spLocks xmlns:a="http://schemas.openxmlformats.org/drawingml/2006/main" noGrp="1"/>
          </p:cNvSpPr>
          <p:nvPr/>
        </p:nvSpPr>
        <p:spPr>
          <a:xfrm xmlns:a="http://schemas.openxmlformats.org/drawingml/2006/main">
            <a:off x="6269831" y="4371975"/>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1" name="">
            <a:extLst xmlns:a="http://schemas.openxmlformats.org/drawingml/2006/main">
              <a:ext uri="{FF2B5EF4-FFF2-40B4-BE49-F238E27FC236}">
                <a16:creationId xmlns:a16="http://schemas.microsoft.com/office/drawing/2014/main" id="{7CF06D65-BD17-4F13-B525-4D5FCD74FB82}"/>
              </a:ext>
            </a:extLst>
          </p:cNvPr>
          <p:cNvSpPr>
            <a:spLocks xmlns:a="http://schemas.openxmlformats.org/drawingml/2006/main" noGrp="1"/>
          </p:cNvSpPr>
          <p:nvPr/>
        </p:nvSpPr>
        <p:spPr>
          <a:xfrm xmlns:a="http://schemas.openxmlformats.org/drawingml/2006/main">
            <a:off x="6147380" y="4517906"/>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2" name="">
            <a:extLst xmlns:a="http://schemas.openxmlformats.org/drawingml/2006/main">
              <a:ext uri="{FF2B5EF4-FFF2-40B4-BE49-F238E27FC236}">
                <a16:creationId xmlns:a16="http://schemas.microsoft.com/office/drawing/2014/main" id="{8CEC1B4C-699E-4ED5-87C3-C2047341A3E8}"/>
              </a:ext>
            </a:extLst>
          </p:cNvPr>
          <p:cNvSpPr>
            <a:spLocks xmlns:a="http://schemas.openxmlformats.org/drawingml/2006/main" noGrp="1"/>
          </p:cNvSpPr>
          <p:nvPr/>
        </p:nvSpPr>
        <p:spPr>
          <a:xfrm xmlns:a="http://schemas.openxmlformats.org/drawingml/2006/main">
            <a:off x="6538214" y="4348495"/>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3" name="">
            <a:extLst xmlns:a="http://schemas.openxmlformats.org/drawingml/2006/main">
              <a:ext uri="{FF2B5EF4-FFF2-40B4-BE49-F238E27FC236}">
                <a16:creationId xmlns:a16="http://schemas.microsoft.com/office/drawing/2014/main" id="{5E162219-F8EA-4A91-9BC5-555EF7F07476}"/>
              </a:ext>
            </a:extLst>
          </p:cNvPr>
          <p:cNvSpPr>
            <a:spLocks xmlns:a="http://schemas.openxmlformats.org/drawingml/2006/main" noGrp="1"/>
          </p:cNvSpPr>
          <p:nvPr/>
        </p:nvSpPr>
        <p:spPr>
          <a:xfrm xmlns:a="http://schemas.openxmlformats.org/drawingml/2006/main">
            <a:off x="6415763" y="4494426"/>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4" name="">
            <a:extLst xmlns:a="http://schemas.openxmlformats.org/drawingml/2006/main">
              <a:ext uri="{FF2B5EF4-FFF2-40B4-BE49-F238E27FC236}">
                <a16:creationId xmlns:a16="http://schemas.microsoft.com/office/drawing/2014/main" id="{3F6BD35D-8A86-4F5E-BBCC-2CAC59529293}"/>
              </a:ext>
            </a:extLst>
          </p:cNvPr>
          <p:cNvSpPr>
            <a:spLocks xmlns:a="http://schemas.openxmlformats.org/drawingml/2006/main" noGrp="1"/>
          </p:cNvSpPr>
          <p:nvPr/>
        </p:nvSpPr>
        <p:spPr>
          <a:xfrm xmlns:a="http://schemas.openxmlformats.org/drawingml/2006/main">
            <a:off x="6293312" y="4640358"/>
            <a:ext cx="57150" cy="571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5" name="">
            <a:extLst xmlns:a="http://schemas.openxmlformats.org/drawingml/2006/main">
              <a:ext uri="{FF2B5EF4-FFF2-40B4-BE49-F238E27FC236}">
                <a16:creationId xmlns:a16="http://schemas.microsoft.com/office/drawing/2014/main" id="{8F880E27-7423-4ECF-8787-6633CDCC6F44}"/>
              </a:ext>
            </a:extLst>
          </p:cNvPr>
          <p:cNvSpPr>
            <a:spLocks xmlns:a="http://schemas.openxmlformats.org/drawingml/2006/main" noGrp="1"/>
          </p:cNvSpPr>
          <p:nvPr/>
        </p:nvSpPr>
        <p:spPr>
          <a:xfrm xmlns:a="http://schemas.openxmlformats.org/drawingml/2006/main">
            <a:off x="7953375" y="20955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粒の内部</a:t>
            </a:r>
          </a:p>
        </p:txBody>
      </p:sp>
      <p:sp>
        <p:nvSpPr>
          <p:cNvPr id="66" name="">
            <a:extLst xmlns:a="http://schemas.openxmlformats.org/drawingml/2006/main">
              <a:ext uri="{FF2B5EF4-FFF2-40B4-BE49-F238E27FC236}">
                <a16:creationId xmlns:a16="http://schemas.microsoft.com/office/drawing/2014/main" id="{062ECBE7-CC6C-47DC-820A-DF67D8E7BD89}"/>
              </a:ext>
            </a:extLst>
          </p:cNvPr>
          <p:cNvSpPr>
            <a:spLocks xmlns:a="http://schemas.openxmlformats.org/drawingml/2006/main" noGrp="1"/>
          </p:cNvSpPr>
          <p:nvPr/>
        </p:nvSpPr>
        <p:spPr>
          <a:xfrm xmlns:a="http://schemas.openxmlformats.org/drawingml/2006/main">
            <a:off x="7953375" y="2667000"/>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規則的な配列の向きが</a:t>
            </a:r>
          </a:p>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おおむねそろう領域</a:t>
            </a:r>
          </a:p>
        </p:txBody>
      </p:sp>
      <p:sp>
        <p:nvSpPr>
          <p:cNvPr id="67" name="">
            <a:extLst xmlns:a="http://schemas.openxmlformats.org/drawingml/2006/main">
              <a:ext uri="{FF2B5EF4-FFF2-40B4-BE49-F238E27FC236}">
                <a16:creationId xmlns:a16="http://schemas.microsoft.com/office/drawing/2014/main" id="{6DDECAA6-64E0-4E4E-BE4D-770051B125B5}"/>
              </a:ext>
            </a:extLst>
          </p:cNvPr>
          <p:cNvSpPr>
            <a:spLocks xmlns:a="http://schemas.openxmlformats.org/drawingml/2006/main" noGrp="1"/>
          </p:cNvSpPr>
          <p:nvPr/>
        </p:nvSpPr>
        <p:spPr>
          <a:xfrm xmlns:a="http://schemas.openxmlformats.org/drawingml/2006/main">
            <a:off x="7953375" y="39052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C4483C"/>
                </a:solidFill>
                <a:latin typeface="Yu Gothic"/>
                <a:ea typeface="Yu Gothic"/>
                <a:cs typeface="Yu Gothic"/>
              </a:defRPr>
            </a:defPPr>
            <a:lvl1pPr>
              <a:buNone/>
              <a:defRPr sz="2400" b="1">
                <a:solidFill>
                  <a:srgbClr val="C4483C"/>
                </a:solidFill>
                <a:latin typeface="Yu Gothic"/>
                <a:ea typeface="Yu Gothic"/>
                <a:cs typeface="Yu Gothic"/>
              </a:defRPr>
            </a:lvl1pPr>
            <a:lvl2pPr>
              <a:buNone/>
              <a:defRPr sz="2400" b="1">
                <a:solidFill>
                  <a:srgbClr val="C4483C"/>
                </a:solidFill>
                <a:latin typeface="Yu Gothic"/>
                <a:ea typeface="Yu Gothic"/>
                <a:cs typeface="Yu Gothic"/>
              </a:defRPr>
            </a:lvl2pPr>
            <a:lvl3pPr>
              <a:buNone/>
              <a:defRPr sz="2400" b="1">
                <a:solidFill>
                  <a:srgbClr val="C4483C"/>
                </a:solidFill>
                <a:latin typeface="Yu Gothic"/>
                <a:ea typeface="Yu Gothic"/>
                <a:cs typeface="Yu Gothic"/>
              </a:defRPr>
            </a:lvl3pPr>
            <a:lvl4pPr>
              <a:buNone/>
              <a:defRPr sz="2400" b="1">
                <a:solidFill>
                  <a:srgbClr val="C4483C"/>
                </a:solidFill>
                <a:latin typeface="Yu Gothic"/>
                <a:ea typeface="Yu Gothic"/>
                <a:cs typeface="Yu Gothic"/>
              </a:defRPr>
            </a:lvl4pPr>
            <a:lvl5pPr>
              <a:buNone/>
              <a:defRPr sz="2400" b="1">
                <a:solidFill>
                  <a:srgbClr val="C4483C"/>
                </a:solidFill>
                <a:latin typeface="Yu Gothic"/>
                <a:ea typeface="Yu Gothic"/>
                <a:cs typeface="Yu Gothic"/>
              </a:defRPr>
            </a:lvl5pPr>
            <a:lvl6pPr>
              <a:buNone/>
              <a:defRPr sz="2400" b="1">
                <a:solidFill>
                  <a:srgbClr val="C4483C"/>
                </a:solidFill>
                <a:latin typeface="Yu Gothic"/>
                <a:ea typeface="Yu Gothic"/>
                <a:cs typeface="Yu Gothic"/>
              </a:defRPr>
            </a:lvl6pPr>
            <a:lvl7pPr>
              <a:buNone/>
              <a:defRPr sz="2400" b="1">
                <a:solidFill>
                  <a:srgbClr val="C4483C"/>
                </a:solidFill>
                <a:latin typeface="Yu Gothic"/>
                <a:ea typeface="Yu Gothic"/>
                <a:cs typeface="Yu Gothic"/>
              </a:defRPr>
            </a:lvl7pPr>
            <a:lvl8pPr>
              <a:buNone/>
              <a:defRPr sz="2400" b="1">
                <a:solidFill>
                  <a:srgbClr val="C4483C"/>
                </a:solidFill>
                <a:latin typeface="Yu Gothic"/>
                <a:ea typeface="Yu Gothic"/>
                <a:cs typeface="Yu Gothic"/>
              </a:defRPr>
            </a:lvl8pPr>
            <a:lvl9pPr>
              <a:buNone/>
              <a:defRPr sz="2400" b="1">
                <a:solidFill>
                  <a:srgbClr val="C4483C"/>
                </a:solidFill>
                <a:latin typeface="Yu Gothic"/>
                <a:ea typeface="Yu Gothic"/>
                <a:cs typeface="Yu Gothic"/>
              </a:defRPr>
            </a:lvl9pPr>
          </a:lstStyle>
          <a:p xmlns:a="http://schemas.openxmlformats.org/drawingml/2006/main">
            <a:pPr>
              <a:buNone/>
              <a:defRPr sz="2400" b="1">
                <a:solidFill>
                  <a:srgbClr val="C4483C"/>
                </a:solidFill>
                <a:latin typeface="Yu Gothic"/>
                <a:ea typeface="Yu Gothic"/>
                <a:cs typeface="Yu Gothic"/>
              </a:defRPr>
            </a:pPr>
            <a:r>
              <a:rPr sz="2400" b="1">
                <a:solidFill>
                  <a:srgbClr val="C4483C"/>
                </a:solidFill>
                <a:latin typeface="Yu Gothic"/>
                <a:ea typeface="Yu Gothic"/>
                <a:cs typeface="Yu Gothic"/>
              </a:rPr>
              <a:t>粒界</a:t>
            </a:r>
          </a:p>
        </p:txBody>
      </p:sp>
      <p:sp>
        <p:nvSpPr>
          <p:cNvPr id="68" name="">
            <a:extLst xmlns:a="http://schemas.openxmlformats.org/drawingml/2006/main">
              <a:ext uri="{FF2B5EF4-FFF2-40B4-BE49-F238E27FC236}">
                <a16:creationId xmlns:a16="http://schemas.microsoft.com/office/drawing/2014/main" id="{709CBCA3-9092-46A6-A8E6-2E8C591B6025}"/>
              </a:ext>
            </a:extLst>
          </p:cNvPr>
          <p:cNvSpPr>
            <a:spLocks xmlns:a="http://schemas.openxmlformats.org/drawingml/2006/main" noGrp="1"/>
          </p:cNvSpPr>
          <p:nvPr/>
        </p:nvSpPr>
        <p:spPr>
          <a:xfrm xmlns:a="http://schemas.openxmlformats.org/drawingml/2006/main">
            <a:off x="7953375" y="44291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隣り合う結晶粒の境界</a:t>
            </a:r>
          </a:p>
        </p:txBody>
      </p:sp>
      <p:sp>
        <p:nvSpPr>
          <p:cNvPr id="69" name="">
            <a:extLst xmlns:a="http://schemas.openxmlformats.org/drawingml/2006/main">
              <a:ext uri="{FF2B5EF4-FFF2-40B4-BE49-F238E27FC236}">
                <a16:creationId xmlns:a16="http://schemas.microsoft.com/office/drawing/2014/main" id="{603C5BEC-82E9-48C1-B6EF-A389930D639F}"/>
              </a:ext>
            </a:extLst>
          </p:cNvPr>
          <p:cNvSpPr>
            <a:spLocks xmlns:a="http://schemas.openxmlformats.org/drawingml/2006/main" noGrp="1"/>
          </p:cNvSpPr>
          <p:nvPr/>
        </p:nvSpPr>
        <p:spPr>
          <a:xfrm xmlns:a="http://schemas.openxmlformats.org/drawingml/2006/main">
            <a:off x="5114925" y="3876675"/>
            <a:ext cx="2409825" cy="295275"/>
          </a:xfrm>
          <a:custGeom xmlns:a="http://schemas.openxmlformats.org/drawingml/2006/main">
            <a:pathLst>
              <a:path w="2409825" h="295275">
                <a:moveTo>
                  <a:pt x="2409825" y="295275"/>
                </a:moveTo>
                <a:lnTo>
                  <a:pt x="0" y="0"/>
                </a:lnTo>
              </a:path>
            </a:pathLst>
          </a:custGeom>
          <a:noFill xmlns:a="http://schemas.openxmlformats.org/drawingml/2006/main"/>
          <a:ln xmlns:a="http://schemas.openxmlformats.org/drawingml/2006/main" w="19050">
            <a:solidFill>
              <a:srgbClr val="C4483C"/>
            </a:solidFill>
          </a:ln>
        </p:spPr>
      </p:sp>
      <p:sp>
        <p:nvSpPr>
          <p:cNvPr id="70" name="">
            <a:extLst xmlns:a="http://schemas.openxmlformats.org/drawingml/2006/main">
              <a:ext uri="{FF2B5EF4-FFF2-40B4-BE49-F238E27FC236}">
                <a16:creationId xmlns:a16="http://schemas.microsoft.com/office/drawing/2014/main" id="{54B62D65-3878-4E06-AE45-17A0C7F685EB}"/>
              </a:ext>
            </a:extLst>
          </p:cNvPr>
          <p:cNvSpPr>
            <a:spLocks xmlns:a="http://schemas.openxmlformats.org/drawingml/2006/main" noGrp="1"/>
          </p:cNvSpPr>
          <p:nvPr/>
        </p:nvSpPr>
        <p:spPr>
          <a:xfrm xmlns:a="http://schemas.openxmlformats.org/drawingml/2006/main">
            <a:off x="5114925" y="3842927"/>
            <a:ext cx="119290" cy="95299"/>
          </a:xfrm>
          <a:custGeom xmlns:a="http://schemas.openxmlformats.org/drawingml/2006/main">
            <a:pathLst>
              <a:path w="119290" h="95299">
                <a:moveTo>
                  <a:pt x="0" y="33748"/>
                </a:moveTo>
                <a:lnTo>
                  <a:pt x="107613" y="95299"/>
                </a:lnTo>
                <a:lnTo>
                  <a:pt x="119290" y="0"/>
                </a:lnTo>
                <a:close/>
              </a:path>
            </a:pathLst>
          </a:custGeom>
          <a:solidFill xmlns:a="http://schemas.openxmlformats.org/drawingml/2006/main">
            <a:srgbClr val="C4483C"/>
          </a:solidFill>
          <a:ln xmlns:a="http://schemas.openxmlformats.org/drawingml/2006/main" w="4763">
            <a:solidFill>
              <a:srgbClr val="C4483C"/>
            </a:solidFill>
          </a:ln>
        </p:spPr>
      </p:sp>
      <p:sp>
        <p:nvSpPr>
          <p:cNvPr id="71" name="">
            <a:extLst xmlns:a="http://schemas.openxmlformats.org/drawingml/2006/main">
              <a:ext uri="{FF2B5EF4-FFF2-40B4-BE49-F238E27FC236}">
                <a16:creationId xmlns:a16="http://schemas.microsoft.com/office/drawing/2014/main" id="{85030F74-3FAD-4992-A540-833F51B2CDE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結晶粒の2次元模式図。境界の線は空洞を表さない。粒の形・原子間隔は実際の比と異なる。</a:t>
            </a:r>
          </a:p>
        </p:txBody>
      </p:sp>
    </p:spTree>
    <p:extLst>
      <p:ext uri="{BB962C8B-B14F-4D97-AF65-F5344CB8AC3E}">
        <p14:creationId xmlns:p14="http://schemas.microsoft.com/office/powerpoint/2010/main" val="11134448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080ABE0-1A12-4368-9FE5-F3C19B04E1C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代表的な結晶構造</a:t>
            </a:r>
          </a:p>
        </p:txBody>
      </p:sp>
      <p:sp>
        <p:nvSpPr>
          <p:cNvPr id="2" name="">
            <a:extLst xmlns:a="http://schemas.openxmlformats.org/drawingml/2006/main">
              <a:ext uri="{FF2B5EF4-FFF2-40B4-BE49-F238E27FC236}">
                <a16:creationId xmlns:a16="http://schemas.microsoft.com/office/drawing/2014/main" id="{53168A49-47CD-40C7-B69F-EF7FD8D28308}"/>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29" name="">
            <a:extLst xmlns:a="http://schemas.openxmlformats.org/drawingml/2006/main">
              <a:ext uri="{FF2B5EF4-FFF2-40B4-BE49-F238E27FC236}">
                <a16:creationId xmlns:a16="http://schemas.microsoft.com/office/drawing/2014/main" id="{B8146253-5193-40B8-8B81-087E4420CB03}"/>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30" name="">
            <a:extLst xmlns:a="http://schemas.openxmlformats.org/drawingml/2006/main">
              <a:ext uri="{FF2B5EF4-FFF2-40B4-BE49-F238E27FC236}">
                <a16:creationId xmlns:a16="http://schemas.microsoft.com/office/drawing/2014/main" id="{E11B93D8-6A50-4311-BD3A-BB3AC3349AE6}"/>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10 / 56</a:t>
            </a:r>
          </a:p>
        </p:txBody>
      </p:sp>
      <p:sp>
        <p:nvSpPr>
          <p:cNvPr id="32" name="">
            <a:extLst xmlns:a="http://schemas.openxmlformats.org/drawingml/2006/main">
              <a:ext uri="{FF2B5EF4-FFF2-40B4-BE49-F238E27FC236}">
                <a16:creationId xmlns:a16="http://schemas.microsoft.com/office/drawing/2014/main" id="{9D8A2FEB-7D21-433D-9A74-AD701654C540}"/>
              </a:ext>
            </a:extLst>
          </p:cNvPr>
          <p:cNvSpPr>
            <a:spLocks xmlns:a="http://schemas.openxmlformats.org/drawingml/2006/main" noGrp="1"/>
          </p:cNvSpPr>
          <p:nvPr/>
        </p:nvSpPr>
        <p:spPr>
          <a:xfrm xmlns:a="http://schemas.openxmlformats.org/drawingml/2006/main">
            <a:off x="809625" y="1666875"/>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体心立方 BCC</a:t>
            </a:r>
          </a:p>
        </p:txBody>
      </p:sp>
      <p:sp>
        <p:nvSpPr>
          <p:cNvPr id="33" name="">
            <a:extLst xmlns:a="http://schemas.openxmlformats.org/drawingml/2006/main">
              <a:ext uri="{FF2B5EF4-FFF2-40B4-BE49-F238E27FC236}">
                <a16:creationId xmlns:a16="http://schemas.microsoft.com/office/drawing/2014/main" id="{B84B1F02-D97F-44C5-8717-F847E2B867B0}"/>
              </a:ext>
            </a:extLst>
          </p:cNvPr>
          <p:cNvSpPr>
            <a:spLocks xmlns:a="http://schemas.openxmlformats.org/drawingml/2006/main" noGrp="1"/>
          </p:cNvSpPr>
          <p:nvPr/>
        </p:nvSpPr>
        <p:spPr>
          <a:xfrm xmlns:a="http://schemas.openxmlformats.org/drawingml/2006/main">
            <a:off x="1190625" y="3000375"/>
            <a:ext cx="1714500" cy="9525"/>
          </a:xfrm>
          <a:custGeom xmlns:a="http://schemas.openxmlformats.org/drawingml/2006/main">
            <a:pathLst>
              <a:path w="1714500" h="9525">
                <a:moveTo>
                  <a:pt x="0" y="0"/>
                </a:moveTo>
                <a:lnTo>
                  <a:pt x="1714500" y="0"/>
                </a:lnTo>
              </a:path>
            </a:pathLst>
          </a:custGeom>
          <a:noFill xmlns:a="http://schemas.openxmlformats.org/drawingml/2006/main"/>
          <a:ln xmlns:a="http://schemas.openxmlformats.org/drawingml/2006/main" w="16193">
            <a:solidFill>
              <a:srgbClr val="71818B"/>
            </a:solidFill>
          </a:ln>
        </p:spPr>
      </p:sp>
      <p:sp>
        <p:nvSpPr>
          <p:cNvPr id="34" name="">
            <a:extLst xmlns:a="http://schemas.openxmlformats.org/drawingml/2006/main">
              <a:ext uri="{FF2B5EF4-FFF2-40B4-BE49-F238E27FC236}">
                <a16:creationId xmlns:a16="http://schemas.microsoft.com/office/drawing/2014/main" id="{4452E6B7-EFE7-41FD-8A2F-F0564751BBCB}"/>
              </a:ext>
            </a:extLst>
          </p:cNvPr>
          <p:cNvSpPr>
            <a:spLocks xmlns:a="http://schemas.openxmlformats.org/drawingml/2006/main" noGrp="1"/>
          </p:cNvSpPr>
          <p:nvPr/>
        </p:nvSpPr>
        <p:spPr>
          <a:xfrm xmlns:a="http://schemas.openxmlformats.org/drawingml/2006/main">
            <a:off x="2905125" y="3000375"/>
            <a:ext cx="9525" cy="1714500"/>
          </a:xfrm>
          <a:custGeom xmlns:a="http://schemas.openxmlformats.org/drawingml/2006/main">
            <a:pathLst>
              <a:path w="9525" h="1714500">
                <a:moveTo>
                  <a:pt x="0" y="0"/>
                </a:moveTo>
                <a:lnTo>
                  <a:pt x="0" y="1714500"/>
                </a:lnTo>
              </a:path>
            </a:pathLst>
          </a:custGeom>
          <a:noFill xmlns:a="http://schemas.openxmlformats.org/drawingml/2006/main"/>
          <a:ln xmlns:a="http://schemas.openxmlformats.org/drawingml/2006/main" w="16193">
            <a:solidFill>
              <a:srgbClr val="71818B"/>
            </a:solidFill>
          </a:ln>
        </p:spPr>
      </p:sp>
      <p:sp>
        <p:nvSpPr>
          <p:cNvPr id="35" name="">
            <a:extLst xmlns:a="http://schemas.openxmlformats.org/drawingml/2006/main">
              <a:ext uri="{FF2B5EF4-FFF2-40B4-BE49-F238E27FC236}">
                <a16:creationId xmlns:a16="http://schemas.microsoft.com/office/drawing/2014/main" id="{542C4D38-6A37-4E8D-A78B-23269A727249}"/>
              </a:ext>
            </a:extLst>
          </p:cNvPr>
          <p:cNvSpPr>
            <a:spLocks xmlns:a="http://schemas.openxmlformats.org/drawingml/2006/main" noGrp="1"/>
          </p:cNvSpPr>
          <p:nvPr/>
        </p:nvSpPr>
        <p:spPr>
          <a:xfrm xmlns:a="http://schemas.openxmlformats.org/drawingml/2006/main">
            <a:off x="1190625" y="4714875"/>
            <a:ext cx="1714500" cy="9525"/>
          </a:xfrm>
          <a:custGeom xmlns:a="http://schemas.openxmlformats.org/drawingml/2006/main">
            <a:pathLst>
              <a:path w="1714500" h="9525">
                <a:moveTo>
                  <a:pt x="1714500" y="0"/>
                </a:moveTo>
                <a:lnTo>
                  <a:pt x="0" y="0"/>
                </a:lnTo>
              </a:path>
            </a:pathLst>
          </a:custGeom>
          <a:noFill xmlns:a="http://schemas.openxmlformats.org/drawingml/2006/main"/>
          <a:ln xmlns:a="http://schemas.openxmlformats.org/drawingml/2006/main" w="16193">
            <a:solidFill>
              <a:srgbClr val="71818B"/>
            </a:solidFill>
          </a:ln>
        </p:spPr>
      </p:sp>
      <p:sp>
        <p:nvSpPr>
          <p:cNvPr id="36" name="">
            <a:extLst xmlns:a="http://schemas.openxmlformats.org/drawingml/2006/main">
              <a:ext uri="{FF2B5EF4-FFF2-40B4-BE49-F238E27FC236}">
                <a16:creationId xmlns:a16="http://schemas.microsoft.com/office/drawing/2014/main" id="{AF086980-242A-4065-AA7E-407B3D964FDF}"/>
              </a:ext>
            </a:extLst>
          </p:cNvPr>
          <p:cNvSpPr>
            <a:spLocks xmlns:a="http://schemas.openxmlformats.org/drawingml/2006/main" noGrp="1"/>
          </p:cNvSpPr>
          <p:nvPr/>
        </p:nvSpPr>
        <p:spPr>
          <a:xfrm xmlns:a="http://schemas.openxmlformats.org/drawingml/2006/main">
            <a:off x="1190625" y="3000375"/>
            <a:ext cx="9525" cy="1714500"/>
          </a:xfrm>
          <a:custGeom xmlns:a="http://schemas.openxmlformats.org/drawingml/2006/main">
            <a:pathLst>
              <a:path w="9525" h="1714500">
                <a:moveTo>
                  <a:pt x="0" y="1714500"/>
                </a:moveTo>
                <a:lnTo>
                  <a:pt x="0" y="0"/>
                </a:lnTo>
              </a:path>
            </a:pathLst>
          </a:custGeom>
          <a:noFill xmlns:a="http://schemas.openxmlformats.org/drawingml/2006/main"/>
          <a:ln xmlns:a="http://schemas.openxmlformats.org/drawingml/2006/main" w="16193">
            <a:solidFill>
              <a:srgbClr val="71818B"/>
            </a:solidFill>
          </a:ln>
        </p:spPr>
      </p:sp>
      <p:sp>
        <p:nvSpPr>
          <p:cNvPr id="37" name="">
            <a:extLst xmlns:a="http://schemas.openxmlformats.org/drawingml/2006/main">
              <a:ext uri="{FF2B5EF4-FFF2-40B4-BE49-F238E27FC236}">
                <a16:creationId xmlns:a16="http://schemas.microsoft.com/office/drawing/2014/main" id="{72601BDE-9296-4165-8654-D666456214B4}"/>
              </a:ext>
            </a:extLst>
          </p:cNvPr>
          <p:cNvSpPr>
            <a:spLocks xmlns:a="http://schemas.openxmlformats.org/drawingml/2006/main" noGrp="1"/>
          </p:cNvSpPr>
          <p:nvPr/>
        </p:nvSpPr>
        <p:spPr>
          <a:xfrm xmlns:a="http://schemas.openxmlformats.org/drawingml/2006/main">
            <a:off x="1704975" y="2588895"/>
            <a:ext cx="1714500" cy="9525"/>
          </a:xfrm>
          <a:custGeom xmlns:a="http://schemas.openxmlformats.org/drawingml/2006/main">
            <a:pathLst>
              <a:path w="1714500" h="9525">
                <a:moveTo>
                  <a:pt x="0" y="0"/>
                </a:moveTo>
                <a:lnTo>
                  <a:pt x="1714500" y="0"/>
                </a:lnTo>
              </a:path>
            </a:pathLst>
          </a:custGeom>
          <a:noFill xmlns:a="http://schemas.openxmlformats.org/drawingml/2006/main"/>
          <a:ln xmlns:a="http://schemas.openxmlformats.org/drawingml/2006/main" w="16193">
            <a:solidFill>
              <a:srgbClr val="71818B"/>
            </a:solidFill>
          </a:ln>
        </p:spPr>
      </p:sp>
      <p:sp>
        <p:nvSpPr>
          <p:cNvPr id="38" name="">
            <a:extLst xmlns:a="http://schemas.openxmlformats.org/drawingml/2006/main">
              <a:ext uri="{FF2B5EF4-FFF2-40B4-BE49-F238E27FC236}">
                <a16:creationId xmlns:a16="http://schemas.microsoft.com/office/drawing/2014/main" id="{2383D3D8-D5E4-4D41-A236-CB3C2E071F1F}"/>
              </a:ext>
            </a:extLst>
          </p:cNvPr>
          <p:cNvSpPr>
            <a:spLocks xmlns:a="http://schemas.openxmlformats.org/drawingml/2006/main" noGrp="1"/>
          </p:cNvSpPr>
          <p:nvPr/>
        </p:nvSpPr>
        <p:spPr>
          <a:xfrm xmlns:a="http://schemas.openxmlformats.org/drawingml/2006/main">
            <a:off x="3419475" y="2588895"/>
            <a:ext cx="9525" cy="1714500"/>
          </a:xfrm>
          <a:custGeom xmlns:a="http://schemas.openxmlformats.org/drawingml/2006/main">
            <a:pathLst>
              <a:path w="9525" h="1714500">
                <a:moveTo>
                  <a:pt x="0" y="0"/>
                </a:moveTo>
                <a:lnTo>
                  <a:pt x="0" y="1714500"/>
                </a:lnTo>
              </a:path>
            </a:pathLst>
          </a:custGeom>
          <a:noFill xmlns:a="http://schemas.openxmlformats.org/drawingml/2006/main"/>
          <a:ln xmlns:a="http://schemas.openxmlformats.org/drawingml/2006/main" w="16193">
            <a:solidFill>
              <a:srgbClr val="71818B"/>
            </a:solidFill>
          </a:ln>
        </p:spPr>
      </p:sp>
      <p:sp>
        <p:nvSpPr>
          <p:cNvPr id="39" name="">
            <a:extLst xmlns:a="http://schemas.openxmlformats.org/drawingml/2006/main">
              <a:ext uri="{FF2B5EF4-FFF2-40B4-BE49-F238E27FC236}">
                <a16:creationId xmlns:a16="http://schemas.microsoft.com/office/drawing/2014/main" id="{5783661D-F454-4D8C-8A3A-ACBEF916CF65}"/>
              </a:ext>
            </a:extLst>
          </p:cNvPr>
          <p:cNvSpPr>
            <a:spLocks xmlns:a="http://schemas.openxmlformats.org/drawingml/2006/main" noGrp="1"/>
          </p:cNvSpPr>
          <p:nvPr/>
        </p:nvSpPr>
        <p:spPr>
          <a:xfrm xmlns:a="http://schemas.openxmlformats.org/drawingml/2006/main">
            <a:off x="1704975" y="4303395"/>
            <a:ext cx="1714500" cy="9525"/>
          </a:xfrm>
          <a:custGeom xmlns:a="http://schemas.openxmlformats.org/drawingml/2006/main">
            <a:pathLst>
              <a:path w="1714500" h="9525">
                <a:moveTo>
                  <a:pt x="1714500" y="0"/>
                </a:moveTo>
                <a:lnTo>
                  <a:pt x="0" y="0"/>
                </a:lnTo>
              </a:path>
            </a:pathLst>
          </a:custGeom>
          <a:noFill xmlns:a="http://schemas.openxmlformats.org/drawingml/2006/main"/>
          <a:ln xmlns:a="http://schemas.openxmlformats.org/drawingml/2006/main" w="16193">
            <a:solidFill>
              <a:srgbClr val="71818B"/>
            </a:solidFill>
          </a:ln>
        </p:spPr>
      </p:sp>
      <p:sp>
        <p:nvSpPr>
          <p:cNvPr id="40" name="">
            <a:extLst xmlns:a="http://schemas.openxmlformats.org/drawingml/2006/main">
              <a:ext uri="{FF2B5EF4-FFF2-40B4-BE49-F238E27FC236}">
                <a16:creationId xmlns:a16="http://schemas.microsoft.com/office/drawing/2014/main" id="{DA67C7B6-34C5-40F5-B4E2-BCC0A478FC53}"/>
              </a:ext>
            </a:extLst>
          </p:cNvPr>
          <p:cNvSpPr>
            <a:spLocks xmlns:a="http://schemas.openxmlformats.org/drawingml/2006/main" noGrp="1"/>
          </p:cNvSpPr>
          <p:nvPr/>
        </p:nvSpPr>
        <p:spPr>
          <a:xfrm xmlns:a="http://schemas.openxmlformats.org/drawingml/2006/main">
            <a:off x="1704975" y="4230858"/>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41" name="">
            <a:extLst xmlns:a="http://schemas.openxmlformats.org/drawingml/2006/main">
              <a:ext uri="{FF2B5EF4-FFF2-40B4-BE49-F238E27FC236}">
                <a16:creationId xmlns:a16="http://schemas.microsoft.com/office/drawing/2014/main" id="{C619A46F-4BF4-4CF5-B788-FFA84E6F7A88}"/>
              </a:ext>
            </a:extLst>
          </p:cNvPr>
          <p:cNvSpPr>
            <a:spLocks xmlns:a="http://schemas.openxmlformats.org/drawingml/2006/main" noGrp="1"/>
          </p:cNvSpPr>
          <p:nvPr/>
        </p:nvSpPr>
        <p:spPr>
          <a:xfrm xmlns:a="http://schemas.openxmlformats.org/drawingml/2006/main">
            <a:off x="1704975" y="4098974"/>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42" name="">
            <a:extLst xmlns:a="http://schemas.openxmlformats.org/drawingml/2006/main">
              <a:ext uri="{FF2B5EF4-FFF2-40B4-BE49-F238E27FC236}">
                <a16:creationId xmlns:a16="http://schemas.microsoft.com/office/drawing/2014/main" id="{3ACC48AE-E577-477F-983B-663BA29294A5}"/>
              </a:ext>
            </a:extLst>
          </p:cNvPr>
          <p:cNvSpPr>
            <a:spLocks xmlns:a="http://schemas.openxmlformats.org/drawingml/2006/main" noGrp="1"/>
          </p:cNvSpPr>
          <p:nvPr/>
        </p:nvSpPr>
        <p:spPr>
          <a:xfrm xmlns:a="http://schemas.openxmlformats.org/drawingml/2006/main">
            <a:off x="1704975" y="3967089"/>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43" name="">
            <a:extLst xmlns:a="http://schemas.openxmlformats.org/drawingml/2006/main">
              <a:ext uri="{FF2B5EF4-FFF2-40B4-BE49-F238E27FC236}">
                <a16:creationId xmlns:a16="http://schemas.microsoft.com/office/drawing/2014/main" id="{DC824ED2-4065-4B3E-BE83-AC30B1F9B3F0}"/>
              </a:ext>
            </a:extLst>
          </p:cNvPr>
          <p:cNvSpPr>
            <a:spLocks xmlns:a="http://schemas.openxmlformats.org/drawingml/2006/main" noGrp="1"/>
          </p:cNvSpPr>
          <p:nvPr/>
        </p:nvSpPr>
        <p:spPr>
          <a:xfrm xmlns:a="http://schemas.openxmlformats.org/drawingml/2006/main">
            <a:off x="1704975" y="3835205"/>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44" name="">
            <a:extLst xmlns:a="http://schemas.openxmlformats.org/drawingml/2006/main">
              <a:ext uri="{FF2B5EF4-FFF2-40B4-BE49-F238E27FC236}">
                <a16:creationId xmlns:a16="http://schemas.microsoft.com/office/drawing/2014/main" id="{CC2B8FE7-D894-4920-9A4C-56FA544EF966}"/>
              </a:ext>
            </a:extLst>
          </p:cNvPr>
          <p:cNvSpPr>
            <a:spLocks xmlns:a="http://schemas.openxmlformats.org/drawingml/2006/main" noGrp="1"/>
          </p:cNvSpPr>
          <p:nvPr/>
        </p:nvSpPr>
        <p:spPr>
          <a:xfrm xmlns:a="http://schemas.openxmlformats.org/drawingml/2006/main">
            <a:off x="1704975" y="3703320"/>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45" name="">
            <a:extLst xmlns:a="http://schemas.openxmlformats.org/drawingml/2006/main">
              <a:ext uri="{FF2B5EF4-FFF2-40B4-BE49-F238E27FC236}">
                <a16:creationId xmlns:a16="http://schemas.microsoft.com/office/drawing/2014/main" id="{450FCD13-E5D2-46D4-9CDF-F42BF4D443D2}"/>
              </a:ext>
            </a:extLst>
          </p:cNvPr>
          <p:cNvSpPr>
            <a:spLocks xmlns:a="http://schemas.openxmlformats.org/drawingml/2006/main" noGrp="1"/>
          </p:cNvSpPr>
          <p:nvPr/>
        </p:nvSpPr>
        <p:spPr>
          <a:xfrm xmlns:a="http://schemas.openxmlformats.org/drawingml/2006/main">
            <a:off x="1704975" y="3571435"/>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46" name="">
            <a:extLst xmlns:a="http://schemas.openxmlformats.org/drawingml/2006/main">
              <a:ext uri="{FF2B5EF4-FFF2-40B4-BE49-F238E27FC236}">
                <a16:creationId xmlns:a16="http://schemas.microsoft.com/office/drawing/2014/main" id="{20A89B37-0525-4EB9-A70B-1D486479CC47}"/>
              </a:ext>
            </a:extLst>
          </p:cNvPr>
          <p:cNvSpPr>
            <a:spLocks xmlns:a="http://schemas.openxmlformats.org/drawingml/2006/main" noGrp="1"/>
          </p:cNvSpPr>
          <p:nvPr/>
        </p:nvSpPr>
        <p:spPr>
          <a:xfrm xmlns:a="http://schemas.openxmlformats.org/drawingml/2006/main">
            <a:off x="1704975" y="3439551"/>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47" name="">
            <a:extLst xmlns:a="http://schemas.openxmlformats.org/drawingml/2006/main">
              <a:ext uri="{FF2B5EF4-FFF2-40B4-BE49-F238E27FC236}">
                <a16:creationId xmlns:a16="http://schemas.microsoft.com/office/drawing/2014/main" id="{C25BF068-9648-4B2F-BFC6-D2514261DA27}"/>
              </a:ext>
            </a:extLst>
          </p:cNvPr>
          <p:cNvSpPr>
            <a:spLocks xmlns:a="http://schemas.openxmlformats.org/drawingml/2006/main" noGrp="1"/>
          </p:cNvSpPr>
          <p:nvPr/>
        </p:nvSpPr>
        <p:spPr>
          <a:xfrm xmlns:a="http://schemas.openxmlformats.org/drawingml/2006/main">
            <a:off x="1704975" y="3307666"/>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48" name="">
            <a:extLst xmlns:a="http://schemas.openxmlformats.org/drawingml/2006/main">
              <a:ext uri="{FF2B5EF4-FFF2-40B4-BE49-F238E27FC236}">
                <a16:creationId xmlns:a16="http://schemas.microsoft.com/office/drawing/2014/main" id="{E89E8355-5460-4546-BD2F-79199F40E3BD}"/>
              </a:ext>
            </a:extLst>
          </p:cNvPr>
          <p:cNvSpPr>
            <a:spLocks xmlns:a="http://schemas.openxmlformats.org/drawingml/2006/main" noGrp="1"/>
          </p:cNvSpPr>
          <p:nvPr/>
        </p:nvSpPr>
        <p:spPr>
          <a:xfrm xmlns:a="http://schemas.openxmlformats.org/drawingml/2006/main">
            <a:off x="1704975" y="3175782"/>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49" name="">
            <a:extLst xmlns:a="http://schemas.openxmlformats.org/drawingml/2006/main">
              <a:ext uri="{FF2B5EF4-FFF2-40B4-BE49-F238E27FC236}">
                <a16:creationId xmlns:a16="http://schemas.microsoft.com/office/drawing/2014/main" id="{72ACF461-EE67-4DE3-9134-4F92F1C30BA3}"/>
              </a:ext>
            </a:extLst>
          </p:cNvPr>
          <p:cNvSpPr>
            <a:spLocks xmlns:a="http://schemas.openxmlformats.org/drawingml/2006/main" noGrp="1"/>
          </p:cNvSpPr>
          <p:nvPr/>
        </p:nvSpPr>
        <p:spPr>
          <a:xfrm xmlns:a="http://schemas.openxmlformats.org/drawingml/2006/main">
            <a:off x="1704975" y="3043897"/>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50" name="">
            <a:extLst xmlns:a="http://schemas.openxmlformats.org/drawingml/2006/main">
              <a:ext uri="{FF2B5EF4-FFF2-40B4-BE49-F238E27FC236}">
                <a16:creationId xmlns:a16="http://schemas.microsoft.com/office/drawing/2014/main" id="{3580C500-23C0-441C-A458-FD38BFEBB4A4}"/>
              </a:ext>
            </a:extLst>
          </p:cNvPr>
          <p:cNvSpPr>
            <a:spLocks xmlns:a="http://schemas.openxmlformats.org/drawingml/2006/main" noGrp="1"/>
          </p:cNvSpPr>
          <p:nvPr/>
        </p:nvSpPr>
        <p:spPr>
          <a:xfrm xmlns:a="http://schemas.openxmlformats.org/drawingml/2006/main">
            <a:off x="1704975" y="2912012"/>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51" name="">
            <a:extLst xmlns:a="http://schemas.openxmlformats.org/drawingml/2006/main">
              <a:ext uri="{FF2B5EF4-FFF2-40B4-BE49-F238E27FC236}">
                <a16:creationId xmlns:a16="http://schemas.microsoft.com/office/drawing/2014/main" id="{753E3820-1A53-4247-A55D-6F996FB7F403}"/>
              </a:ext>
            </a:extLst>
          </p:cNvPr>
          <p:cNvSpPr>
            <a:spLocks xmlns:a="http://schemas.openxmlformats.org/drawingml/2006/main" noGrp="1"/>
          </p:cNvSpPr>
          <p:nvPr/>
        </p:nvSpPr>
        <p:spPr>
          <a:xfrm xmlns:a="http://schemas.openxmlformats.org/drawingml/2006/main">
            <a:off x="1704975" y="2780128"/>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52" name="">
            <a:extLst xmlns:a="http://schemas.openxmlformats.org/drawingml/2006/main">
              <a:ext uri="{FF2B5EF4-FFF2-40B4-BE49-F238E27FC236}">
                <a16:creationId xmlns:a16="http://schemas.microsoft.com/office/drawing/2014/main" id="{126F3BC0-477E-44B0-9752-AD460BBF48E7}"/>
              </a:ext>
            </a:extLst>
          </p:cNvPr>
          <p:cNvSpPr>
            <a:spLocks xmlns:a="http://schemas.openxmlformats.org/drawingml/2006/main" noGrp="1"/>
          </p:cNvSpPr>
          <p:nvPr/>
        </p:nvSpPr>
        <p:spPr>
          <a:xfrm xmlns:a="http://schemas.openxmlformats.org/drawingml/2006/main">
            <a:off x="1704975" y="2648243"/>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53" name="">
            <a:extLst xmlns:a="http://schemas.openxmlformats.org/drawingml/2006/main">
              <a:ext uri="{FF2B5EF4-FFF2-40B4-BE49-F238E27FC236}">
                <a16:creationId xmlns:a16="http://schemas.microsoft.com/office/drawing/2014/main" id="{1F6284A3-087B-4E04-915A-EF24736E5BB1}"/>
              </a:ext>
            </a:extLst>
          </p:cNvPr>
          <p:cNvSpPr>
            <a:spLocks xmlns:a="http://schemas.openxmlformats.org/drawingml/2006/main" noGrp="1"/>
          </p:cNvSpPr>
          <p:nvPr/>
        </p:nvSpPr>
        <p:spPr>
          <a:xfrm xmlns:a="http://schemas.openxmlformats.org/drawingml/2006/main">
            <a:off x="1190625" y="2588895"/>
            <a:ext cx="514350" cy="411480"/>
          </a:xfrm>
          <a:custGeom xmlns:a="http://schemas.openxmlformats.org/drawingml/2006/main">
            <a:pathLst>
              <a:path w="514350" h="411480">
                <a:moveTo>
                  <a:pt x="0" y="411480"/>
                </a:moveTo>
                <a:lnTo>
                  <a:pt x="514350" y="0"/>
                </a:lnTo>
              </a:path>
            </a:pathLst>
          </a:custGeom>
          <a:noFill xmlns:a="http://schemas.openxmlformats.org/drawingml/2006/main"/>
          <a:ln xmlns:a="http://schemas.openxmlformats.org/drawingml/2006/main" w="16193">
            <a:solidFill>
              <a:srgbClr val="71818B"/>
            </a:solidFill>
          </a:ln>
        </p:spPr>
      </p:sp>
      <p:sp>
        <p:nvSpPr>
          <p:cNvPr id="54" name="">
            <a:extLst xmlns:a="http://schemas.openxmlformats.org/drawingml/2006/main">
              <a:ext uri="{FF2B5EF4-FFF2-40B4-BE49-F238E27FC236}">
                <a16:creationId xmlns:a16="http://schemas.microsoft.com/office/drawing/2014/main" id="{AC75ECD0-6CD6-42B5-9AC1-A6FA8666062B}"/>
              </a:ext>
            </a:extLst>
          </p:cNvPr>
          <p:cNvSpPr>
            <a:spLocks xmlns:a="http://schemas.openxmlformats.org/drawingml/2006/main" noGrp="1"/>
          </p:cNvSpPr>
          <p:nvPr/>
        </p:nvSpPr>
        <p:spPr>
          <a:xfrm xmlns:a="http://schemas.openxmlformats.org/drawingml/2006/main">
            <a:off x="2905125" y="2588895"/>
            <a:ext cx="514350" cy="411480"/>
          </a:xfrm>
          <a:custGeom xmlns:a="http://schemas.openxmlformats.org/drawingml/2006/main">
            <a:pathLst>
              <a:path w="514350" h="411480">
                <a:moveTo>
                  <a:pt x="0" y="411480"/>
                </a:moveTo>
                <a:lnTo>
                  <a:pt x="514350" y="0"/>
                </a:lnTo>
              </a:path>
            </a:pathLst>
          </a:custGeom>
          <a:noFill xmlns:a="http://schemas.openxmlformats.org/drawingml/2006/main"/>
          <a:ln xmlns:a="http://schemas.openxmlformats.org/drawingml/2006/main" w="16193">
            <a:solidFill>
              <a:srgbClr val="71818B"/>
            </a:solidFill>
          </a:ln>
        </p:spPr>
      </p:sp>
      <p:sp>
        <p:nvSpPr>
          <p:cNvPr id="55" name="">
            <a:extLst xmlns:a="http://schemas.openxmlformats.org/drawingml/2006/main">
              <a:ext uri="{FF2B5EF4-FFF2-40B4-BE49-F238E27FC236}">
                <a16:creationId xmlns:a16="http://schemas.microsoft.com/office/drawing/2014/main" id="{9886995C-7322-4647-9F1D-A5DB2D52B4C8}"/>
              </a:ext>
            </a:extLst>
          </p:cNvPr>
          <p:cNvSpPr>
            <a:spLocks xmlns:a="http://schemas.openxmlformats.org/drawingml/2006/main" noGrp="1"/>
          </p:cNvSpPr>
          <p:nvPr/>
        </p:nvSpPr>
        <p:spPr>
          <a:xfrm xmlns:a="http://schemas.openxmlformats.org/drawingml/2006/main">
            <a:off x="2905125" y="4303395"/>
            <a:ext cx="514350" cy="411480"/>
          </a:xfrm>
          <a:custGeom xmlns:a="http://schemas.openxmlformats.org/drawingml/2006/main">
            <a:pathLst>
              <a:path w="514350" h="411480">
                <a:moveTo>
                  <a:pt x="0" y="411480"/>
                </a:moveTo>
                <a:lnTo>
                  <a:pt x="514350" y="0"/>
                </a:lnTo>
              </a:path>
            </a:pathLst>
          </a:custGeom>
          <a:noFill xmlns:a="http://schemas.openxmlformats.org/drawingml/2006/main"/>
          <a:ln xmlns:a="http://schemas.openxmlformats.org/drawingml/2006/main" w="16193">
            <a:solidFill>
              <a:srgbClr val="71818B"/>
            </a:solidFill>
          </a:ln>
        </p:spPr>
      </p:sp>
      <p:sp>
        <p:nvSpPr>
          <p:cNvPr id="56" name="">
            <a:extLst xmlns:a="http://schemas.openxmlformats.org/drawingml/2006/main">
              <a:ext uri="{FF2B5EF4-FFF2-40B4-BE49-F238E27FC236}">
                <a16:creationId xmlns:a16="http://schemas.microsoft.com/office/drawing/2014/main" id="{4A46F231-DD33-4CF4-B5A4-39134438214B}"/>
              </a:ext>
            </a:extLst>
          </p:cNvPr>
          <p:cNvSpPr>
            <a:spLocks xmlns:a="http://schemas.openxmlformats.org/drawingml/2006/main" noGrp="1"/>
          </p:cNvSpPr>
          <p:nvPr/>
        </p:nvSpPr>
        <p:spPr>
          <a:xfrm xmlns:a="http://schemas.openxmlformats.org/drawingml/2006/main">
            <a:off x="1190625" y="4669612"/>
            <a:ext cx="56578" cy="45263"/>
          </a:xfrm>
          <a:custGeom xmlns:a="http://schemas.openxmlformats.org/drawingml/2006/main">
            <a:pathLst>
              <a:path w="56578" h="45263">
                <a:moveTo>
                  <a:pt x="0" y="45263"/>
                </a:moveTo>
                <a:lnTo>
                  <a:pt x="56578" y="0"/>
                </a:lnTo>
              </a:path>
            </a:pathLst>
          </a:custGeom>
          <a:noFill xmlns:a="http://schemas.openxmlformats.org/drawingml/2006/main"/>
          <a:ln xmlns:a="http://schemas.openxmlformats.org/drawingml/2006/main" w="13335">
            <a:solidFill>
              <a:srgbClr val="71818B"/>
            </a:solidFill>
          </a:ln>
        </p:spPr>
      </p:sp>
      <p:sp>
        <p:nvSpPr>
          <p:cNvPr id="57" name="">
            <a:extLst xmlns:a="http://schemas.openxmlformats.org/drawingml/2006/main">
              <a:ext uri="{FF2B5EF4-FFF2-40B4-BE49-F238E27FC236}">
                <a16:creationId xmlns:a16="http://schemas.microsoft.com/office/drawing/2014/main" id="{CCCFC579-FA9C-447A-89B1-67EF2A1356A2}"/>
              </a:ext>
            </a:extLst>
          </p:cNvPr>
          <p:cNvSpPr>
            <a:spLocks xmlns:a="http://schemas.openxmlformats.org/drawingml/2006/main" noGrp="1"/>
          </p:cNvSpPr>
          <p:nvPr/>
        </p:nvSpPr>
        <p:spPr>
          <a:xfrm xmlns:a="http://schemas.openxmlformats.org/drawingml/2006/main">
            <a:off x="1293495" y="4587316"/>
            <a:ext cx="56578" cy="45263"/>
          </a:xfrm>
          <a:custGeom xmlns:a="http://schemas.openxmlformats.org/drawingml/2006/main">
            <a:pathLst>
              <a:path w="56578" h="45263">
                <a:moveTo>
                  <a:pt x="0" y="45263"/>
                </a:moveTo>
                <a:lnTo>
                  <a:pt x="56578" y="0"/>
                </a:lnTo>
              </a:path>
            </a:pathLst>
          </a:custGeom>
          <a:noFill xmlns:a="http://schemas.openxmlformats.org/drawingml/2006/main"/>
          <a:ln xmlns:a="http://schemas.openxmlformats.org/drawingml/2006/main" w="13335">
            <a:solidFill>
              <a:srgbClr val="71818B"/>
            </a:solidFill>
          </a:ln>
        </p:spPr>
      </p:sp>
      <p:sp>
        <p:nvSpPr>
          <p:cNvPr id="58" name="">
            <a:extLst xmlns:a="http://schemas.openxmlformats.org/drawingml/2006/main">
              <a:ext uri="{FF2B5EF4-FFF2-40B4-BE49-F238E27FC236}">
                <a16:creationId xmlns:a16="http://schemas.microsoft.com/office/drawing/2014/main" id="{ABDFF542-82C9-4B95-9154-3833224EE249}"/>
              </a:ext>
            </a:extLst>
          </p:cNvPr>
          <p:cNvSpPr>
            <a:spLocks xmlns:a="http://schemas.openxmlformats.org/drawingml/2006/main" noGrp="1"/>
          </p:cNvSpPr>
          <p:nvPr/>
        </p:nvSpPr>
        <p:spPr>
          <a:xfrm xmlns:a="http://schemas.openxmlformats.org/drawingml/2006/main">
            <a:off x="1396365" y="4505020"/>
            <a:ext cx="56578" cy="45263"/>
          </a:xfrm>
          <a:custGeom xmlns:a="http://schemas.openxmlformats.org/drawingml/2006/main">
            <a:pathLst>
              <a:path w="56578" h="45263">
                <a:moveTo>
                  <a:pt x="0" y="45263"/>
                </a:moveTo>
                <a:lnTo>
                  <a:pt x="56578" y="0"/>
                </a:lnTo>
              </a:path>
            </a:pathLst>
          </a:custGeom>
          <a:noFill xmlns:a="http://schemas.openxmlformats.org/drawingml/2006/main"/>
          <a:ln xmlns:a="http://schemas.openxmlformats.org/drawingml/2006/main" w="13335">
            <a:solidFill>
              <a:srgbClr val="71818B"/>
            </a:solidFill>
          </a:ln>
        </p:spPr>
      </p:sp>
      <p:sp>
        <p:nvSpPr>
          <p:cNvPr id="59" name="">
            <a:extLst xmlns:a="http://schemas.openxmlformats.org/drawingml/2006/main">
              <a:ext uri="{FF2B5EF4-FFF2-40B4-BE49-F238E27FC236}">
                <a16:creationId xmlns:a16="http://schemas.microsoft.com/office/drawing/2014/main" id="{D79110E3-17E0-4D74-A9DA-EDFCA1BC7F40}"/>
              </a:ext>
            </a:extLst>
          </p:cNvPr>
          <p:cNvSpPr>
            <a:spLocks xmlns:a="http://schemas.openxmlformats.org/drawingml/2006/main" noGrp="1"/>
          </p:cNvSpPr>
          <p:nvPr/>
        </p:nvSpPr>
        <p:spPr>
          <a:xfrm xmlns:a="http://schemas.openxmlformats.org/drawingml/2006/main">
            <a:off x="1499235" y="4422724"/>
            <a:ext cx="56578" cy="45263"/>
          </a:xfrm>
          <a:custGeom xmlns:a="http://schemas.openxmlformats.org/drawingml/2006/main">
            <a:pathLst>
              <a:path w="56578" h="45263">
                <a:moveTo>
                  <a:pt x="0" y="45263"/>
                </a:moveTo>
                <a:lnTo>
                  <a:pt x="56578" y="0"/>
                </a:lnTo>
              </a:path>
            </a:pathLst>
          </a:custGeom>
          <a:noFill xmlns:a="http://schemas.openxmlformats.org/drawingml/2006/main"/>
          <a:ln xmlns:a="http://schemas.openxmlformats.org/drawingml/2006/main" w="13335">
            <a:solidFill>
              <a:srgbClr val="71818B"/>
            </a:solidFill>
          </a:ln>
        </p:spPr>
      </p:sp>
      <p:sp>
        <p:nvSpPr>
          <p:cNvPr id="60" name="">
            <a:extLst xmlns:a="http://schemas.openxmlformats.org/drawingml/2006/main">
              <a:ext uri="{FF2B5EF4-FFF2-40B4-BE49-F238E27FC236}">
                <a16:creationId xmlns:a16="http://schemas.microsoft.com/office/drawing/2014/main" id="{B5C7A535-42D3-436B-AFD5-9E25A03FD2B6}"/>
              </a:ext>
            </a:extLst>
          </p:cNvPr>
          <p:cNvSpPr>
            <a:spLocks xmlns:a="http://schemas.openxmlformats.org/drawingml/2006/main" noGrp="1"/>
          </p:cNvSpPr>
          <p:nvPr/>
        </p:nvSpPr>
        <p:spPr>
          <a:xfrm xmlns:a="http://schemas.openxmlformats.org/drawingml/2006/main">
            <a:off x="1602105" y="4340428"/>
            <a:ext cx="56578" cy="45263"/>
          </a:xfrm>
          <a:custGeom xmlns:a="http://schemas.openxmlformats.org/drawingml/2006/main">
            <a:pathLst>
              <a:path w="56578" h="45263">
                <a:moveTo>
                  <a:pt x="0" y="45263"/>
                </a:moveTo>
                <a:lnTo>
                  <a:pt x="56578" y="0"/>
                </a:lnTo>
              </a:path>
            </a:pathLst>
          </a:custGeom>
          <a:noFill xmlns:a="http://schemas.openxmlformats.org/drawingml/2006/main"/>
          <a:ln xmlns:a="http://schemas.openxmlformats.org/drawingml/2006/main" w="13335">
            <a:solidFill>
              <a:srgbClr val="71818B"/>
            </a:solidFill>
          </a:ln>
        </p:spPr>
      </p:sp>
      <p:sp>
        <p:nvSpPr>
          <p:cNvPr id="61" name="">
            <a:extLst xmlns:a="http://schemas.openxmlformats.org/drawingml/2006/main">
              <a:ext uri="{FF2B5EF4-FFF2-40B4-BE49-F238E27FC236}">
                <a16:creationId xmlns:a16="http://schemas.microsoft.com/office/drawing/2014/main" id="{5290F450-4874-4F7C-971A-775D31181AFA}"/>
              </a:ext>
            </a:extLst>
          </p:cNvPr>
          <p:cNvSpPr>
            <a:spLocks xmlns:a="http://schemas.openxmlformats.org/drawingml/2006/main" noGrp="1"/>
          </p:cNvSpPr>
          <p:nvPr/>
        </p:nvSpPr>
        <p:spPr>
          <a:xfrm xmlns:a="http://schemas.openxmlformats.org/drawingml/2006/main">
            <a:off x="1113473" y="292322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2" name="">
            <a:extLst xmlns:a="http://schemas.openxmlformats.org/drawingml/2006/main">
              <a:ext uri="{FF2B5EF4-FFF2-40B4-BE49-F238E27FC236}">
                <a16:creationId xmlns:a16="http://schemas.microsoft.com/office/drawing/2014/main" id="{F0A31878-A3E3-4E20-8032-FA2554D1BD70}"/>
              </a:ext>
            </a:extLst>
          </p:cNvPr>
          <p:cNvSpPr>
            <a:spLocks xmlns:a="http://schemas.openxmlformats.org/drawingml/2006/main" noGrp="1"/>
          </p:cNvSpPr>
          <p:nvPr/>
        </p:nvSpPr>
        <p:spPr>
          <a:xfrm xmlns:a="http://schemas.openxmlformats.org/drawingml/2006/main">
            <a:off x="2827973" y="292322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3" name="">
            <a:extLst xmlns:a="http://schemas.openxmlformats.org/drawingml/2006/main">
              <a:ext uri="{FF2B5EF4-FFF2-40B4-BE49-F238E27FC236}">
                <a16:creationId xmlns:a16="http://schemas.microsoft.com/office/drawing/2014/main" id="{37347797-C73C-420E-91D4-EB5FF2B621E4}"/>
              </a:ext>
            </a:extLst>
          </p:cNvPr>
          <p:cNvSpPr>
            <a:spLocks xmlns:a="http://schemas.openxmlformats.org/drawingml/2006/main" noGrp="1"/>
          </p:cNvSpPr>
          <p:nvPr/>
        </p:nvSpPr>
        <p:spPr>
          <a:xfrm xmlns:a="http://schemas.openxmlformats.org/drawingml/2006/main">
            <a:off x="2827973" y="463772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4" name="">
            <a:extLst xmlns:a="http://schemas.openxmlformats.org/drawingml/2006/main">
              <a:ext uri="{FF2B5EF4-FFF2-40B4-BE49-F238E27FC236}">
                <a16:creationId xmlns:a16="http://schemas.microsoft.com/office/drawing/2014/main" id="{FEFB9545-9BD4-47B0-90DB-F5C7398B2EEF}"/>
              </a:ext>
            </a:extLst>
          </p:cNvPr>
          <p:cNvSpPr>
            <a:spLocks xmlns:a="http://schemas.openxmlformats.org/drawingml/2006/main" noGrp="1"/>
          </p:cNvSpPr>
          <p:nvPr/>
        </p:nvSpPr>
        <p:spPr>
          <a:xfrm xmlns:a="http://schemas.openxmlformats.org/drawingml/2006/main">
            <a:off x="1113473" y="463772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5" name="">
            <a:extLst xmlns:a="http://schemas.openxmlformats.org/drawingml/2006/main">
              <a:ext uri="{FF2B5EF4-FFF2-40B4-BE49-F238E27FC236}">
                <a16:creationId xmlns:a16="http://schemas.microsoft.com/office/drawing/2014/main" id="{871D9DDB-F4BE-4BF8-B960-B9C672E0A74F}"/>
              </a:ext>
            </a:extLst>
          </p:cNvPr>
          <p:cNvSpPr>
            <a:spLocks xmlns:a="http://schemas.openxmlformats.org/drawingml/2006/main" noGrp="1"/>
          </p:cNvSpPr>
          <p:nvPr/>
        </p:nvSpPr>
        <p:spPr>
          <a:xfrm xmlns:a="http://schemas.openxmlformats.org/drawingml/2006/main">
            <a:off x="1627823" y="251174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6" name="">
            <a:extLst xmlns:a="http://schemas.openxmlformats.org/drawingml/2006/main">
              <a:ext uri="{FF2B5EF4-FFF2-40B4-BE49-F238E27FC236}">
                <a16:creationId xmlns:a16="http://schemas.microsoft.com/office/drawing/2014/main" id="{ACDD1754-DEF5-40A3-B66D-3B674A0FB297}"/>
              </a:ext>
            </a:extLst>
          </p:cNvPr>
          <p:cNvSpPr>
            <a:spLocks xmlns:a="http://schemas.openxmlformats.org/drawingml/2006/main" noGrp="1"/>
          </p:cNvSpPr>
          <p:nvPr/>
        </p:nvSpPr>
        <p:spPr>
          <a:xfrm xmlns:a="http://schemas.openxmlformats.org/drawingml/2006/main">
            <a:off x="3342323" y="251174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7" name="">
            <a:extLst xmlns:a="http://schemas.openxmlformats.org/drawingml/2006/main">
              <a:ext uri="{FF2B5EF4-FFF2-40B4-BE49-F238E27FC236}">
                <a16:creationId xmlns:a16="http://schemas.microsoft.com/office/drawing/2014/main" id="{B7EED068-69EC-45D4-8C0C-5C7EB4785329}"/>
              </a:ext>
            </a:extLst>
          </p:cNvPr>
          <p:cNvSpPr>
            <a:spLocks xmlns:a="http://schemas.openxmlformats.org/drawingml/2006/main" noGrp="1"/>
          </p:cNvSpPr>
          <p:nvPr/>
        </p:nvSpPr>
        <p:spPr>
          <a:xfrm xmlns:a="http://schemas.openxmlformats.org/drawingml/2006/main">
            <a:off x="3342323" y="422624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8" name="">
            <a:extLst xmlns:a="http://schemas.openxmlformats.org/drawingml/2006/main">
              <a:ext uri="{FF2B5EF4-FFF2-40B4-BE49-F238E27FC236}">
                <a16:creationId xmlns:a16="http://schemas.microsoft.com/office/drawing/2014/main" id="{69478AFD-78E2-45C9-ABC1-AF90043900A6}"/>
              </a:ext>
            </a:extLst>
          </p:cNvPr>
          <p:cNvSpPr>
            <a:spLocks xmlns:a="http://schemas.openxmlformats.org/drawingml/2006/main" noGrp="1"/>
          </p:cNvSpPr>
          <p:nvPr/>
        </p:nvSpPr>
        <p:spPr>
          <a:xfrm xmlns:a="http://schemas.openxmlformats.org/drawingml/2006/main">
            <a:off x="1627823" y="422624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9" name="">
            <a:extLst xmlns:a="http://schemas.openxmlformats.org/drawingml/2006/main">
              <a:ext uri="{FF2B5EF4-FFF2-40B4-BE49-F238E27FC236}">
                <a16:creationId xmlns:a16="http://schemas.microsoft.com/office/drawing/2014/main" id="{DDAACFE5-202C-4997-BEFB-BBA2EFE27545}"/>
              </a:ext>
            </a:extLst>
          </p:cNvPr>
          <p:cNvSpPr>
            <a:spLocks xmlns:a="http://schemas.openxmlformats.org/drawingml/2006/main" noGrp="1"/>
          </p:cNvSpPr>
          <p:nvPr/>
        </p:nvSpPr>
        <p:spPr>
          <a:xfrm xmlns:a="http://schemas.openxmlformats.org/drawingml/2006/main">
            <a:off x="2193608" y="3540443"/>
            <a:ext cx="222885" cy="222885"/>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70" name="">
            <a:extLst xmlns:a="http://schemas.openxmlformats.org/drawingml/2006/main">
              <a:ext uri="{FF2B5EF4-FFF2-40B4-BE49-F238E27FC236}">
                <a16:creationId xmlns:a16="http://schemas.microsoft.com/office/drawing/2014/main" id="{DEFA1108-BEDB-4EAB-919B-4C9E4C388C97}"/>
              </a:ext>
            </a:extLst>
          </p:cNvPr>
          <p:cNvSpPr>
            <a:spLocks xmlns:a="http://schemas.openxmlformats.org/drawingml/2006/main" noGrp="1"/>
          </p:cNvSpPr>
          <p:nvPr/>
        </p:nvSpPr>
        <p:spPr>
          <a:xfrm xmlns:a="http://schemas.openxmlformats.org/drawingml/2006/main">
            <a:off x="809625" y="50958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頂点と体心</a:t>
            </a:r>
          </a:p>
        </p:txBody>
      </p:sp>
      <p:sp>
        <p:nvSpPr>
          <p:cNvPr id="71" name="">
            <a:extLst xmlns:a="http://schemas.openxmlformats.org/drawingml/2006/main">
              <a:ext uri="{FF2B5EF4-FFF2-40B4-BE49-F238E27FC236}">
                <a16:creationId xmlns:a16="http://schemas.microsoft.com/office/drawing/2014/main" id="{4F2477A9-8431-4821-81FA-15BF74E9A542}"/>
              </a:ext>
            </a:extLst>
          </p:cNvPr>
          <p:cNvSpPr>
            <a:spLocks xmlns:a="http://schemas.openxmlformats.org/drawingml/2006/main" noGrp="1"/>
          </p:cNvSpPr>
          <p:nvPr/>
        </p:nvSpPr>
        <p:spPr>
          <a:xfrm xmlns:a="http://schemas.openxmlformats.org/drawingml/2006/main">
            <a:off x="4714875" y="1666875"/>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面心立方 FCC</a:t>
            </a:r>
          </a:p>
        </p:txBody>
      </p:sp>
      <p:sp>
        <p:nvSpPr>
          <p:cNvPr id="72" name="">
            <a:extLst xmlns:a="http://schemas.openxmlformats.org/drawingml/2006/main">
              <a:ext uri="{FF2B5EF4-FFF2-40B4-BE49-F238E27FC236}">
                <a16:creationId xmlns:a16="http://schemas.microsoft.com/office/drawing/2014/main" id="{6F06BCCA-9EA3-4C84-A72E-3C73CDC005CE}"/>
              </a:ext>
            </a:extLst>
          </p:cNvPr>
          <p:cNvSpPr>
            <a:spLocks xmlns:a="http://schemas.openxmlformats.org/drawingml/2006/main" noGrp="1"/>
          </p:cNvSpPr>
          <p:nvPr/>
        </p:nvSpPr>
        <p:spPr>
          <a:xfrm xmlns:a="http://schemas.openxmlformats.org/drawingml/2006/main">
            <a:off x="5048250" y="3000375"/>
            <a:ext cx="1714500" cy="9525"/>
          </a:xfrm>
          <a:custGeom xmlns:a="http://schemas.openxmlformats.org/drawingml/2006/main">
            <a:pathLst>
              <a:path w="1714500" h="9525">
                <a:moveTo>
                  <a:pt x="0" y="0"/>
                </a:moveTo>
                <a:lnTo>
                  <a:pt x="1714500" y="0"/>
                </a:lnTo>
              </a:path>
            </a:pathLst>
          </a:custGeom>
          <a:noFill xmlns:a="http://schemas.openxmlformats.org/drawingml/2006/main"/>
          <a:ln xmlns:a="http://schemas.openxmlformats.org/drawingml/2006/main" w="16193">
            <a:solidFill>
              <a:srgbClr val="71818B"/>
            </a:solidFill>
          </a:ln>
        </p:spPr>
      </p:sp>
      <p:sp>
        <p:nvSpPr>
          <p:cNvPr id="73" name="">
            <a:extLst xmlns:a="http://schemas.openxmlformats.org/drawingml/2006/main">
              <a:ext uri="{FF2B5EF4-FFF2-40B4-BE49-F238E27FC236}">
                <a16:creationId xmlns:a16="http://schemas.microsoft.com/office/drawing/2014/main" id="{BF2AB6A7-44AA-43A5-967E-6B45828D7439}"/>
              </a:ext>
            </a:extLst>
          </p:cNvPr>
          <p:cNvSpPr>
            <a:spLocks xmlns:a="http://schemas.openxmlformats.org/drawingml/2006/main" noGrp="1"/>
          </p:cNvSpPr>
          <p:nvPr/>
        </p:nvSpPr>
        <p:spPr>
          <a:xfrm xmlns:a="http://schemas.openxmlformats.org/drawingml/2006/main">
            <a:off x="6762750" y="3000375"/>
            <a:ext cx="9525" cy="1714500"/>
          </a:xfrm>
          <a:custGeom xmlns:a="http://schemas.openxmlformats.org/drawingml/2006/main">
            <a:pathLst>
              <a:path w="9525" h="1714500">
                <a:moveTo>
                  <a:pt x="0" y="0"/>
                </a:moveTo>
                <a:lnTo>
                  <a:pt x="0" y="1714500"/>
                </a:lnTo>
              </a:path>
            </a:pathLst>
          </a:custGeom>
          <a:noFill xmlns:a="http://schemas.openxmlformats.org/drawingml/2006/main"/>
          <a:ln xmlns:a="http://schemas.openxmlformats.org/drawingml/2006/main" w="16193">
            <a:solidFill>
              <a:srgbClr val="71818B"/>
            </a:solidFill>
          </a:ln>
        </p:spPr>
      </p:sp>
      <p:sp>
        <p:nvSpPr>
          <p:cNvPr id="74" name="">
            <a:extLst xmlns:a="http://schemas.openxmlformats.org/drawingml/2006/main">
              <a:ext uri="{FF2B5EF4-FFF2-40B4-BE49-F238E27FC236}">
                <a16:creationId xmlns:a16="http://schemas.microsoft.com/office/drawing/2014/main" id="{0AB288ED-FEA3-4C0D-848C-0A3A7B93C6EB}"/>
              </a:ext>
            </a:extLst>
          </p:cNvPr>
          <p:cNvSpPr>
            <a:spLocks xmlns:a="http://schemas.openxmlformats.org/drawingml/2006/main" noGrp="1"/>
          </p:cNvSpPr>
          <p:nvPr/>
        </p:nvSpPr>
        <p:spPr>
          <a:xfrm xmlns:a="http://schemas.openxmlformats.org/drawingml/2006/main">
            <a:off x="5048250" y="4714875"/>
            <a:ext cx="1714500" cy="9525"/>
          </a:xfrm>
          <a:custGeom xmlns:a="http://schemas.openxmlformats.org/drawingml/2006/main">
            <a:pathLst>
              <a:path w="1714500" h="9525">
                <a:moveTo>
                  <a:pt x="1714500" y="0"/>
                </a:moveTo>
                <a:lnTo>
                  <a:pt x="0" y="0"/>
                </a:lnTo>
              </a:path>
            </a:pathLst>
          </a:custGeom>
          <a:noFill xmlns:a="http://schemas.openxmlformats.org/drawingml/2006/main"/>
          <a:ln xmlns:a="http://schemas.openxmlformats.org/drawingml/2006/main" w="16193">
            <a:solidFill>
              <a:srgbClr val="71818B"/>
            </a:solidFill>
          </a:ln>
        </p:spPr>
      </p:sp>
      <p:sp>
        <p:nvSpPr>
          <p:cNvPr id="75" name="">
            <a:extLst xmlns:a="http://schemas.openxmlformats.org/drawingml/2006/main">
              <a:ext uri="{FF2B5EF4-FFF2-40B4-BE49-F238E27FC236}">
                <a16:creationId xmlns:a16="http://schemas.microsoft.com/office/drawing/2014/main" id="{557D2E74-73FF-409C-8D52-5F72A27A8D85}"/>
              </a:ext>
            </a:extLst>
          </p:cNvPr>
          <p:cNvSpPr>
            <a:spLocks xmlns:a="http://schemas.openxmlformats.org/drawingml/2006/main" noGrp="1"/>
          </p:cNvSpPr>
          <p:nvPr/>
        </p:nvSpPr>
        <p:spPr>
          <a:xfrm xmlns:a="http://schemas.openxmlformats.org/drawingml/2006/main">
            <a:off x="5048250" y="3000375"/>
            <a:ext cx="9525" cy="1714500"/>
          </a:xfrm>
          <a:custGeom xmlns:a="http://schemas.openxmlformats.org/drawingml/2006/main">
            <a:pathLst>
              <a:path w="9525" h="1714500">
                <a:moveTo>
                  <a:pt x="0" y="1714500"/>
                </a:moveTo>
                <a:lnTo>
                  <a:pt x="0" y="0"/>
                </a:lnTo>
              </a:path>
            </a:pathLst>
          </a:custGeom>
          <a:noFill xmlns:a="http://schemas.openxmlformats.org/drawingml/2006/main"/>
          <a:ln xmlns:a="http://schemas.openxmlformats.org/drawingml/2006/main" w="16193">
            <a:solidFill>
              <a:srgbClr val="71818B"/>
            </a:solidFill>
          </a:ln>
        </p:spPr>
      </p:sp>
      <p:sp>
        <p:nvSpPr>
          <p:cNvPr id="76" name="">
            <a:extLst xmlns:a="http://schemas.openxmlformats.org/drawingml/2006/main">
              <a:ext uri="{FF2B5EF4-FFF2-40B4-BE49-F238E27FC236}">
                <a16:creationId xmlns:a16="http://schemas.microsoft.com/office/drawing/2014/main" id="{917C11D2-D099-45F7-B125-81F9CE6E593A}"/>
              </a:ext>
            </a:extLst>
          </p:cNvPr>
          <p:cNvSpPr>
            <a:spLocks xmlns:a="http://schemas.openxmlformats.org/drawingml/2006/main" noGrp="1"/>
          </p:cNvSpPr>
          <p:nvPr/>
        </p:nvSpPr>
        <p:spPr>
          <a:xfrm xmlns:a="http://schemas.openxmlformats.org/drawingml/2006/main">
            <a:off x="5562600" y="2588895"/>
            <a:ext cx="1714500" cy="9525"/>
          </a:xfrm>
          <a:custGeom xmlns:a="http://schemas.openxmlformats.org/drawingml/2006/main">
            <a:pathLst>
              <a:path w="1714500" h="9525">
                <a:moveTo>
                  <a:pt x="0" y="0"/>
                </a:moveTo>
                <a:lnTo>
                  <a:pt x="1714500" y="0"/>
                </a:lnTo>
              </a:path>
            </a:pathLst>
          </a:custGeom>
          <a:noFill xmlns:a="http://schemas.openxmlformats.org/drawingml/2006/main"/>
          <a:ln xmlns:a="http://schemas.openxmlformats.org/drawingml/2006/main" w="16193">
            <a:solidFill>
              <a:srgbClr val="71818B"/>
            </a:solidFill>
          </a:ln>
        </p:spPr>
      </p:sp>
      <p:sp>
        <p:nvSpPr>
          <p:cNvPr id="77" name="">
            <a:extLst xmlns:a="http://schemas.openxmlformats.org/drawingml/2006/main">
              <a:ext uri="{FF2B5EF4-FFF2-40B4-BE49-F238E27FC236}">
                <a16:creationId xmlns:a16="http://schemas.microsoft.com/office/drawing/2014/main" id="{A3C321FE-AD76-4BC7-8E09-BFFFDDAE97BF}"/>
              </a:ext>
            </a:extLst>
          </p:cNvPr>
          <p:cNvSpPr>
            <a:spLocks xmlns:a="http://schemas.openxmlformats.org/drawingml/2006/main" noGrp="1"/>
          </p:cNvSpPr>
          <p:nvPr/>
        </p:nvSpPr>
        <p:spPr>
          <a:xfrm xmlns:a="http://schemas.openxmlformats.org/drawingml/2006/main">
            <a:off x="7277100" y="2588895"/>
            <a:ext cx="9525" cy="1714500"/>
          </a:xfrm>
          <a:custGeom xmlns:a="http://schemas.openxmlformats.org/drawingml/2006/main">
            <a:pathLst>
              <a:path w="9525" h="1714500">
                <a:moveTo>
                  <a:pt x="0" y="0"/>
                </a:moveTo>
                <a:lnTo>
                  <a:pt x="0" y="1714500"/>
                </a:lnTo>
              </a:path>
            </a:pathLst>
          </a:custGeom>
          <a:noFill xmlns:a="http://schemas.openxmlformats.org/drawingml/2006/main"/>
          <a:ln xmlns:a="http://schemas.openxmlformats.org/drawingml/2006/main" w="16193">
            <a:solidFill>
              <a:srgbClr val="71818B"/>
            </a:solidFill>
          </a:ln>
        </p:spPr>
      </p:sp>
      <p:sp>
        <p:nvSpPr>
          <p:cNvPr id="78" name="">
            <a:extLst xmlns:a="http://schemas.openxmlformats.org/drawingml/2006/main">
              <a:ext uri="{FF2B5EF4-FFF2-40B4-BE49-F238E27FC236}">
                <a16:creationId xmlns:a16="http://schemas.microsoft.com/office/drawing/2014/main" id="{C145A857-EA5F-41A3-8698-14A254ED2BC0}"/>
              </a:ext>
            </a:extLst>
          </p:cNvPr>
          <p:cNvSpPr>
            <a:spLocks xmlns:a="http://schemas.openxmlformats.org/drawingml/2006/main" noGrp="1"/>
          </p:cNvSpPr>
          <p:nvPr/>
        </p:nvSpPr>
        <p:spPr>
          <a:xfrm xmlns:a="http://schemas.openxmlformats.org/drawingml/2006/main">
            <a:off x="5562600" y="4303395"/>
            <a:ext cx="1714500" cy="9525"/>
          </a:xfrm>
          <a:custGeom xmlns:a="http://schemas.openxmlformats.org/drawingml/2006/main">
            <a:pathLst>
              <a:path w="1714500" h="9525">
                <a:moveTo>
                  <a:pt x="1714500" y="0"/>
                </a:moveTo>
                <a:lnTo>
                  <a:pt x="0" y="0"/>
                </a:lnTo>
              </a:path>
            </a:pathLst>
          </a:custGeom>
          <a:noFill xmlns:a="http://schemas.openxmlformats.org/drawingml/2006/main"/>
          <a:ln xmlns:a="http://schemas.openxmlformats.org/drawingml/2006/main" w="16193">
            <a:solidFill>
              <a:srgbClr val="71818B"/>
            </a:solidFill>
          </a:ln>
        </p:spPr>
      </p:sp>
      <p:sp>
        <p:nvSpPr>
          <p:cNvPr id="79" name="">
            <a:extLst xmlns:a="http://schemas.openxmlformats.org/drawingml/2006/main">
              <a:ext uri="{FF2B5EF4-FFF2-40B4-BE49-F238E27FC236}">
                <a16:creationId xmlns:a16="http://schemas.microsoft.com/office/drawing/2014/main" id="{A8143EA3-9A15-416B-857F-C9A62619E0C8}"/>
              </a:ext>
            </a:extLst>
          </p:cNvPr>
          <p:cNvSpPr>
            <a:spLocks xmlns:a="http://schemas.openxmlformats.org/drawingml/2006/main" noGrp="1"/>
          </p:cNvSpPr>
          <p:nvPr/>
        </p:nvSpPr>
        <p:spPr>
          <a:xfrm xmlns:a="http://schemas.openxmlformats.org/drawingml/2006/main">
            <a:off x="5562600" y="4230858"/>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80" name="">
            <a:extLst xmlns:a="http://schemas.openxmlformats.org/drawingml/2006/main">
              <a:ext uri="{FF2B5EF4-FFF2-40B4-BE49-F238E27FC236}">
                <a16:creationId xmlns:a16="http://schemas.microsoft.com/office/drawing/2014/main" id="{1FBB90E5-F765-4D42-AB17-DB79DA5F8425}"/>
              </a:ext>
            </a:extLst>
          </p:cNvPr>
          <p:cNvSpPr>
            <a:spLocks xmlns:a="http://schemas.openxmlformats.org/drawingml/2006/main" noGrp="1"/>
          </p:cNvSpPr>
          <p:nvPr/>
        </p:nvSpPr>
        <p:spPr>
          <a:xfrm xmlns:a="http://schemas.openxmlformats.org/drawingml/2006/main">
            <a:off x="5562600" y="4098974"/>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81" name="">
            <a:extLst xmlns:a="http://schemas.openxmlformats.org/drawingml/2006/main">
              <a:ext uri="{FF2B5EF4-FFF2-40B4-BE49-F238E27FC236}">
                <a16:creationId xmlns:a16="http://schemas.microsoft.com/office/drawing/2014/main" id="{461728E7-05C3-46D0-ACDD-81221A36B4C8}"/>
              </a:ext>
            </a:extLst>
          </p:cNvPr>
          <p:cNvSpPr>
            <a:spLocks xmlns:a="http://schemas.openxmlformats.org/drawingml/2006/main" noGrp="1"/>
          </p:cNvSpPr>
          <p:nvPr/>
        </p:nvSpPr>
        <p:spPr>
          <a:xfrm xmlns:a="http://schemas.openxmlformats.org/drawingml/2006/main">
            <a:off x="5562600" y="3967089"/>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82" name="">
            <a:extLst xmlns:a="http://schemas.openxmlformats.org/drawingml/2006/main">
              <a:ext uri="{FF2B5EF4-FFF2-40B4-BE49-F238E27FC236}">
                <a16:creationId xmlns:a16="http://schemas.microsoft.com/office/drawing/2014/main" id="{D945CC2D-3C60-41D2-B5AE-9F28587AFCD3}"/>
              </a:ext>
            </a:extLst>
          </p:cNvPr>
          <p:cNvSpPr>
            <a:spLocks xmlns:a="http://schemas.openxmlformats.org/drawingml/2006/main" noGrp="1"/>
          </p:cNvSpPr>
          <p:nvPr/>
        </p:nvSpPr>
        <p:spPr>
          <a:xfrm xmlns:a="http://schemas.openxmlformats.org/drawingml/2006/main">
            <a:off x="5562600" y="3835205"/>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83" name="">
            <a:extLst xmlns:a="http://schemas.openxmlformats.org/drawingml/2006/main">
              <a:ext uri="{FF2B5EF4-FFF2-40B4-BE49-F238E27FC236}">
                <a16:creationId xmlns:a16="http://schemas.microsoft.com/office/drawing/2014/main" id="{6BFF26C0-D877-41B4-B4CF-51912EC5EE6A}"/>
              </a:ext>
            </a:extLst>
          </p:cNvPr>
          <p:cNvSpPr>
            <a:spLocks xmlns:a="http://schemas.openxmlformats.org/drawingml/2006/main" noGrp="1"/>
          </p:cNvSpPr>
          <p:nvPr/>
        </p:nvSpPr>
        <p:spPr>
          <a:xfrm xmlns:a="http://schemas.openxmlformats.org/drawingml/2006/main">
            <a:off x="5562600" y="3703320"/>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84" name="">
            <a:extLst xmlns:a="http://schemas.openxmlformats.org/drawingml/2006/main">
              <a:ext uri="{FF2B5EF4-FFF2-40B4-BE49-F238E27FC236}">
                <a16:creationId xmlns:a16="http://schemas.microsoft.com/office/drawing/2014/main" id="{23736155-C98C-4B07-9A9D-B0C41DB28E38}"/>
              </a:ext>
            </a:extLst>
          </p:cNvPr>
          <p:cNvSpPr>
            <a:spLocks xmlns:a="http://schemas.openxmlformats.org/drawingml/2006/main" noGrp="1"/>
          </p:cNvSpPr>
          <p:nvPr/>
        </p:nvSpPr>
        <p:spPr>
          <a:xfrm xmlns:a="http://schemas.openxmlformats.org/drawingml/2006/main">
            <a:off x="5562600" y="3571435"/>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85" name="">
            <a:extLst xmlns:a="http://schemas.openxmlformats.org/drawingml/2006/main">
              <a:ext uri="{FF2B5EF4-FFF2-40B4-BE49-F238E27FC236}">
                <a16:creationId xmlns:a16="http://schemas.microsoft.com/office/drawing/2014/main" id="{D5FA9266-555F-49C6-AC35-97E69A48AC8E}"/>
              </a:ext>
            </a:extLst>
          </p:cNvPr>
          <p:cNvSpPr>
            <a:spLocks xmlns:a="http://schemas.openxmlformats.org/drawingml/2006/main" noGrp="1"/>
          </p:cNvSpPr>
          <p:nvPr/>
        </p:nvSpPr>
        <p:spPr>
          <a:xfrm xmlns:a="http://schemas.openxmlformats.org/drawingml/2006/main">
            <a:off x="5562600" y="3439551"/>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86" name="">
            <a:extLst xmlns:a="http://schemas.openxmlformats.org/drawingml/2006/main">
              <a:ext uri="{FF2B5EF4-FFF2-40B4-BE49-F238E27FC236}">
                <a16:creationId xmlns:a16="http://schemas.microsoft.com/office/drawing/2014/main" id="{8E219566-9C34-4426-8A6C-E864573923D2}"/>
              </a:ext>
            </a:extLst>
          </p:cNvPr>
          <p:cNvSpPr>
            <a:spLocks xmlns:a="http://schemas.openxmlformats.org/drawingml/2006/main" noGrp="1"/>
          </p:cNvSpPr>
          <p:nvPr/>
        </p:nvSpPr>
        <p:spPr>
          <a:xfrm xmlns:a="http://schemas.openxmlformats.org/drawingml/2006/main">
            <a:off x="5562600" y="3307666"/>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87" name="">
            <a:extLst xmlns:a="http://schemas.openxmlformats.org/drawingml/2006/main">
              <a:ext uri="{FF2B5EF4-FFF2-40B4-BE49-F238E27FC236}">
                <a16:creationId xmlns:a16="http://schemas.microsoft.com/office/drawing/2014/main" id="{81AFE1C5-D4F9-4F59-9628-0F489E5426A6}"/>
              </a:ext>
            </a:extLst>
          </p:cNvPr>
          <p:cNvSpPr>
            <a:spLocks xmlns:a="http://schemas.openxmlformats.org/drawingml/2006/main" noGrp="1"/>
          </p:cNvSpPr>
          <p:nvPr/>
        </p:nvSpPr>
        <p:spPr>
          <a:xfrm xmlns:a="http://schemas.openxmlformats.org/drawingml/2006/main">
            <a:off x="5562600" y="3175782"/>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88" name="">
            <a:extLst xmlns:a="http://schemas.openxmlformats.org/drawingml/2006/main">
              <a:ext uri="{FF2B5EF4-FFF2-40B4-BE49-F238E27FC236}">
                <a16:creationId xmlns:a16="http://schemas.microsoft.com/office/drawing/2014/main" id="{6DF0FA8E-1A79-4DB6-AE98-9A4B3AAB885C}"/>
              </a:ext>
            </a:extLst>
          </p:cNvPr>
          <p:cNvSpPr>
            <a:spLocks xmlns:a="http://schemas.openxmlformats.org/drawingml/2006/main" noGrp="1"/>
          </p:cNvSpPr>
          <p:nvPr/>
        </p:nvSpPr>
        <p:spPr>
          <a:xfrm xmlns:a="http://schemas.openxmlformats.org/drawingml/2006/main">
            <a:off x="5562600" y="3043897"/>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89" name="">
            <a:extLst xmlns:a="http://schemas.openxmlformats.org/drawingml/2006/main">
              <a:ext uri="{FF2B5EF4-FFF2-40B4-BE49-F238E27FC236}">
                <a16:creationId xmlns:a16="http://schemas.microsoft.com/office/drawing/2014/main" id="{84236BC9-846A-4F04-A802-8866282A24A3}"/>
              </a:ext>
            </a:extLst>
          </p:cNvPr>
          <p:cNvSpPr>
            <a:spLocks xmlns:a="http://schemas.openxmlformats.org/drawingml/2006/main" noGrp="1"/>
          </p:cNvSpPr>
          <p:nvPr/>
        </p:nvSpPr>
        <p:spPr>
          <a:xfrm xmlns:a="http://schemas.openxmlformats.org/drawingml/2006/main">
            <a:off x="5562600" y="2912012"/>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90" name="">
            <a:extLst xmlns:a="http://schemas.openxmlformats.org/drawingml/2006/main">
              <a:ext uri="{FF2B5EF4-FFF2-40B4-BE49-F238E27FC236}">
                <a16:creationId xmlns:a16="http://schemas.microsoft.com/office/drawing/2014/main" id="{6FA3E46D-8CAF-4A91-BA79-70D20AA31C35}"/>
              </a:ext>
            </a:extLst>
          </p:cNvPr>
          <p:cNvSpPr>
            <a:spLocks xmlns:a="http://schemas.openxmlformats.org/drawingml/2006/main" noGrp="1"/>
          </p:cNvSpPr>
          <p:nvPr/>
        </p:nvSpPr>
        <p:spPr>
          <a:xfrm xmlns:a="http://schemas.openxmlformats.org/drawingml/2006/main">
            <a:off x="5562600" y="2780128"/>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91" name="">
            <a:extLst xmlns:a="http://schemas.openxmlformats.org/drawingml/2006/main">
              <a:ext uri="{FF2B5EF4-FFF2-40B4-BE49-F238E27FC236}">
                <a16:creationId xmlns:a16="http://schemas.microsoft.com/office/drawing/2014/main" id="{759A8B98-2FB0-4062-93B6-9DBFE31DB96F}"/>
              </a:ext>
            </a:extLst>
          </p:cNvPr>
          <p:cNvSpPr>
            <a:spLocks xmlns:a="http://schemas.openxmlformats.org/drawingml/2006/main" noGrp="1"/>
          </p:cNvSpPr>
          <p:nvPr/>
        </p:nvSpPr>
        <p:spPr>
          <a:xfrm xmlns:a="http://schemas.openxmlformats.org/drawingml/2006/main">
            <a:off x="5562600" y="2648243"/>
            <a:ext cx="9525" cy="72537"/>
          </a:xfrm>
          <a:custGeom xmlns:a="http://schemas.openxmlformats.org/drawingml/2006/main">
            <a:pathLst>
              <a:path w="9525" h="72537">
                <a:moveTo>
                  <a:pt x="0" y="72537"/>
                </a:moveTo>
                <a:lnTo>
                  <a:pt x="0" y="0"/>
                </a:lnTo>
              </a:path>
            </a:pathLst>
          </a:custGeom>
          <a:noFill xmlns:a="http://schemas.openxmlformats.org/drawingml/2006/main"/>
          <a:ln xmlns:a="http://schemas.openxmlformats.org/drawingml/2006/main" w="13335">
            <a:solidFill>
              <a:srgbClr val="71818B"/>
            </a:solidFill>
          </a:ln>
        </p:spPr>
      </p:sp>
      <p:sp>
        <p:nvSpPr>
          <p:cNvPr id="92" name="">
            <a:extLst xmlns:a="http://schemas.openxmlformats.org/drawingml/2006/main">
              <a:ext uri="{FF2B5EF4-FFF2-40B4-BE49-F238E27FC236}">
                <a16:creationId xmlns:a16="http://schemas.microsoft.com/office/drawing/2014/main" id="{2C890FA1-7DA8-42ED-B60C-26A72779B120}"/>
              </a:ext>
            </a:extLst>
          </p:cNvPr>
          <p:cNvSpPr>
            <a:spLocks xmlns:a="http://schemas.openxmlformats.org/drawingml/2006/main" noGrp="1"/>
          </p:cNvSpPr>
          <p:nvPr/>
        </p:nvSpPr>
        <p:spPr>
          <a:xfrm xmlns:a="http://schemas.openxmlformats.org/drawingml/2006/main">
            <a:off x="5048250" y="2588895"/>
            <a:ext cx="514350" cy="411480"/>
          </a:xfrm>
          <a:custGeom xmlns:a="http://schemas.openxmlformats.org/drawingml/2006/main">
            <a:pathLst>
              <a:path w="514350" h="411480">
                <a:moveTo>
                  <a:pt x="0" y="411480"/>
                </a:moveTo>
                <a:lnTo>
                  <a:pt x="514350" y="0"/>
                </a:lnTo>
              </a:path>
            </a:pathLst>
          </a:custGeom>
          <a:noFill xmlns:a="http://schemas.openxmlformats.org/drawingml/2006/main"/>
          <a:ln xmlns:a="http://schemas.openxmlformats.org/drawingml/2006/main" w="16193">
            <a:solidFill>
              <a:srgbClr val="71818B"/>
            </a:solidFill>
          </a:ln>
        </p:spPr>
      </p:sp>
      <p:sp>
        <p:nvSpPr>
          <p:cNvPr id="93" name="">
            <a:extLst xmlns:a="http://schemas.openxmlformats.org/drawingml/2006/main">
              <a:ext uri="{FF2B5EF4-FFF2-40B4-BE49-F238E27FC236}">
                <a16:creationId xmlns:a16="http://schemas.microsoft.com/office/drawing/2014/main" id="{8BC0F9E4-004B-4261-B99E-372DA6909B81}"/>
              </a:ext>
            </a:extLst>
          </p:cNvPr>
          <p:cNvSpPr>
            <a:spLocks xmlns:a="http://schemas.openxmlformats.org/drawingml/2006/main" noGrp="1"/>
          </p:cNvSpPr>
          <p:nvPr/>
        </p:nvSpPr>
        <p:spPr>
          <a:xfrm xmlns:a="http://schemas.openxmlformats.org/drawingml/2006/main">
            <a:off x="6762750" y="2588895"/>
            <a:ext cx="514350" cy="411480"/>
          </a:xfrm>
          <a:custGeom xmlns:a="http://schemas.openxmlformats.org/drawingml/2006/main">
            <a:pathLst>
              <a:path w="514350" h="411480">
                <a:moveTo>
                  <a:pt x="0" y="411480"/>
                </a:moveTo>
                <a:lnTo>
                  <a:pt x="514350" y="0"/>
                </a:lnTo>
              </a:path>
            </a:pathLst>
          </a:custGeom>
          <a:noFill xmlns:a="http://schemas.openxmlformats.org/drawingml/2006/main"/>
          <a:ln xmlns:a="http://schemas.openxmlformats.org/drawingml/2006/main" w="16193">
            <a:solidFill>
              <a:srgbClr val="71818B"/>
            </a:solidFill>
          </a:ln>
        </p:spPr>
      </p:sp>
      <p:sp>
        <p:nvSpPr>
          <p:cNvPr id="94" name="">
            <a:extLst xmlns:a="http://schemas.openxmlformats.org/drawingml/2006/main">
              <a:ext uri="{FF2B5EF4-FFF2-40B4-BE49-F238E27FC236}">
                <a16:creationId xmlns:a16="http://schemas.microsoft.com/office/drawing/2014/main" id="{8D247C97-2362-4533-9EAD-654573C03335}"/>
              </a:ext>
            </a:extLst>
          </p:cNvPr>
          <p:cNvSpPr>
            <a:spLocks xmlns:a="http://schemas.openxmlformats.org/drawingml/2006/main" noGrp="1"/>
          </p:cNvSpPr>
          <p:nvPr/>
        </p:nvSpPr>
        <p:spPr>
          <a:xfrm xmlns:a="http://schemas.openxmlformats.org/drawingml/2006/main">
            <a:off x="6762750" y="4303395"/>
            <a:ext cx="514350" cy="411480"/>
          </a:xfrm>
          <a:custGeom xmlns:a="http://schemas.openxmlformats.org/drawingml/2006/main">
            <a:pathLst>
              <a:path w="514350" h="411480">
                <a:moveTo>
                  <a:pt x="0" y="411480"/>
                </a:moveTo>
                <a:lnTo>
                  <a:pt x="514350" y="0"/>
                </a:lnTo>
              </a:path>
            </a:pathLst>
          </a:custGeom>
          <a:noFill xmlns:a="http://schemas.openxmlformats.org/drawingml/2006/main"/>
          <a:ln xmlns:a="http://schemas.openxmlformats.org/drawingml/2006/main" w="16193">
            <a:solidFill>
              <a:srgbClr val="71818B"/>
            </a:solidFill>
          </a:ln>
        </p:spPr>
      </p:sp>
      <p:sp>
        <p:nvSpPr>
          <p:cNvPr id="95" name="">
            <a:extLst xmlns:a="http://schemas.openxmlformats.org/drawingml/2006/main">
              <a:ext uri="{FF2B5EF4-FFF2-40B4-BE49-F238E27FC236}">
                <a16:creationId xmlns:a16="http://schemas.microsoft.com/office/drawing/2014/main" id="{88746E3F-3B97-4236-9C39-990F89415E64}"/>
              </a:ext>
            </a:extLst>
          </p:cNvPr>
          <p:cNvSpPr>
            <a:spLocks xmlns:a="http://schemas.openxmlformats.org/drawingml/2006/main" noGrp="1"/>
          </p:cNvSpPr>
          <p:nvPr/>
        </p:nvSpPr>
        <p:spPr>
          <a:xfrm xmlns:a="http://schemas.openxmlformats.org/drawingml/2006/main">
            <a:off x="5048250" y="4669612"/>
            <a:ext cx="56579" cy="45263"/>
          </a:xfrm>
          <a:custGeom xmlns:a="http://schemas.openxmlformats.org/drawingml/2006/main">
            <a:pathLst>
              <a:path w="56579" h="45263">
                <a:moveTo>
                  <a:pt x="0" y="45263"/>
                </a:moveTo>
                <a:lnTo>
                  <a:pt x="56579" y="0"/>
                </a:lnTo>
              </a:path>
            </a:pathLst>
          </a:custGeom>
          <a:noFill xmlns:a="http://schemas.openxmlformats.org/drawingml/2006/main"/>
          <a:ln xmlns:a="http://schemas.openxmlformats.org/drawingml/2006/main" w="13335">
            <a:solidFill>
              <a:srgbClr val="71818B"/>
            </a:solidFill>
          </a:ln>
        </p:spPr>
      </p:sp>
      <p:sp>
        <p:nvSpPr>
          <p:cNvPr id="96" name="">
            <a:extLst xmlns:a="http://schemas.openxmlformats.org/drawingml/2006/main">
              <a:ext uri="{FF2B5EF4-FFF2-40B4-BE49-F238E27FC236}">
                <a16:creationId xmlns:a16="http://schemas.microsoft.com/office/drawing/2014/main" id="{2A406050-5148-44A6-988A-C18C6752381D}"/>
              </a:ext>
            </a:extLst>
          </p:cNvPr>
          <p:cNvSpPr>
            <a:spLocks xmlns:a="http://schemas.openxmlformats.org/drawingml/2006/main" noGrp="1"/>
          </p:cNvSpPr>
          <p:nvPr/>
        </p:nvSpPr>
        <p:spPr>
          <a:xfrm xmlns:a="http://schemas.openxmlformats.org/drawingml/2006/main">
            <a:off x="5151120" y="4587316"/>
            <a:ext cx="56579" cy="45263"/>
          </a:xfrm>
          <a:custGeom xmlns:a="http://schemas.openxmlformats.org/drawingml/2006/main">
            <a:pathLst>
              <a:path w="56579" h="45263">
                <a:moveTo>
                  <a:pt x="0" y="45263"/>
                </a:moveTo>
                <a:lnTo>
                  <a:pt x="56579" y="0"/>
                </a:lnTo>
              </a:path>
            </a:pathLst>
          </a:custGeom>
          <a:noFill xmlns:a="http://schemas.openxmlformats.org/drawingml/2006/main"/>
          <a:ln xmlns:a="http://schemas.openxmlformats.org/drawingml/2006/main" w="13335">
            <a:solidFill>
              <a:srgbClr val="71818B"/>
            </a:solidFill>
          </a:ln>
        </p:spPr>
      </p:sp>
      <p:sp>
        <p:nvSpPr>
          <p:cNvPr id="97" name="">
            <a:extLst xmlns:a="http://schemas.openxmlformats.org/drawingml/2006/main">
              <a:ext uri="{FF2B5EF4-FFF2-40B4-BE49-F238E27FC236}">
                <a16:creationId xmlns:a16="http://schemas.microsoft.com/office/drawing/2014/main" id="{B836EA97-74B9-4B1A-A951-A487C2DA771F}"/>
              </a:ext>
            </a:extLst>
          </p:cNvPr>
          <p:cNvSpPr>
            <a:spLocks xmlns:a="http://schemas.openxmlformats.org/drawingml/2006/main" noGrp="1"/>
          </p:cNvSpPr>
          <p:nvPr/>
        </p:nvSpPr>
        <p:spPr>
          <a:xfrm xmlns:a="http://schemas.openxmlformats.org/drawingml/2006/main">
            <a:off x="5253990" y="4505020"/>
            <a:ext cx="56578" cy="45263"/>
          </a:xfrm>
          <a:custGeom xmlns:a="http://schemas.openxmlformats.org/drawingml/2006/main">
            <a:pathLst>
              <a:path w="56578" h="45263">
                <a:moveTo>
                  <a:pt x="0" y="45263"/>
                </a:moveTo>
                <a:lnTo>
                  <a:pt x="56578" y="0"/>
                </a:lnTo>
              </a:path>
            </a:pathLst>
          </a:custGeom>
          <a:noFill xmlns:a="http://schemas.openxmlformats.org/drawingml/2006/main"/>
          <a:ln xmlns:a="http://schemas.openxmlformats.org/drawingml/2006/main" w="13335">
            <a:solidFill>
              <a:srgbClr val="71818B"/>
            </a:solidFill>
          </a:ln>
        </p:spPr>
      </p:sp>
      <p:sp>
        <p:nvSpPr>
          <p:cNvPr id="98" name="">
            <a:extLst xmlns:a="http://schemas.openxmlformats.org/drawingml/2006/main">
              <a:ext uri="{FF2B5EF4-FFF2-40B4-BE49-F238E27FC236}">
                <a16:creationId xmlns:a16="http://schemas.microsoft.com/office/drawing/2014/main" id="{7231DD65-005F-43B7-AF9C-BDBA9C280A50}"/>
              </a:ext>
            </a:extLst>
          </p:cNvPr>
          <p:cNvSpPr>
            <a:spLocks xmlns:a="http://schemas.openxmlformats.org/drawingml/2006/main" noGrp="1"/>
          </p:cNvSpPr>
          <p:nvPr/>
        </p:nvSpPr>
        <p:spPr>
          <a:xfrm xmlns:a="http://schemas.openxmlformats.org/drawingml/2006/main">
            <a:off x="5356860" y="4422724"/>
            <a:ext cx="56579" cy="45263"/>
          </a:xfrm>
          <a:custGeom xmlns:a="http://schemas.openxmlformats.org/drawingml/2006/main">
            <a:pathLst>
              <a:path w="56579" h="45263">
                <a:moveTo>
                  <a:pt x="0" y="45263"/>
                </a:moveTo>
                <a:lnTo>
                  <a:pt x="56579" y="0"/>
                </a:lnTo>
              </a:path>
            </a:pathLst>
          </a:custGeom>
          <a:noFill xmlns:a="http://schemas.openxmlformats.org/drawingml/2006/main"/>
          <a:ln xmlns:a="http://schemas.openxmlformats.org/drawingml/2006/main" w="13335">
            <a:solidFill>
              <a:srgbClr val="71818B"/>
            </a:solidFill>
          </a:ln>
        </p:spPr>
      </p:sp>
      <p:sp>
        <p:nvSpPr>
          <p:cNvPr id="99" name="">
            <a:extLst xmlns:a="http://schemas.openxmlformats.org/drawingml/2006/main">
              <a:ext uri="{FF2B5EF4-FFF2-40B4-BE49-F238E27FC236}">
                <a16:creationId xmlns:a16="http://schemas.microsoft.com/office/drawing/2014/main" id="{0F4312A7-9779-496D-8AF4-36077BF407FF}"/>
              </a:ext>
            </a:extLst>
          </p:cNvPr>
          <p:cNvSpPr>
            <a:spLocks xmlns:a="http://schemas.openxmlformats.org/drawingml/2006/main" noGrp="1"/>
          </p:cNvSpPr>
          <p:nvPr/>
        </p:nvSpPr>
        <p:spPr>
          <a:xfrm xmlns:a="http://schemas.openxmlformats.org/drawingml/2006/main">
            <a:off x="5459730" y="4340428"/>
            <a:ext cx="56578" cy="45263"/>
          </a:xfrm>
          <a:custGeom xmlns:a="http://schemas.openxmlformats.org/drawingml/2006/main">
            <a:pathLst>
              <a:path w="56578" h="45263">
                <a:moveTo>
                  <a:pt x="0" y="45263"/>
                </a:moveTo>
                <a:lnTo>
                  <a:pt x="56578" y="0"/>
                </a:lnTo>
              </a:path>
            </a:pathLst>
          </a:custGeom>
          <a:noFill xmlns:a="http://schemas.openxmlformats.org/drawingml/2006/main"/>
          <a:ln xmlns:a="http://schemas.openxmlformats.org/drawingml/2006/main" w="13335">
            <a:solidFill>
              <a:srgbClr val="71818B"/>
            </a:solidFill>
          </a:ln>
        </p:spPr>
      </p:sp>
      <p:sp>
        <p:nvSpPr>
          <p:cNvPr id="100" name="">
            <a:extLst xmlns:a="http://schemas.openxmlformats.org/drawingml/2006/main">
              <a:ext uri="{FF2B5EF4-FFF2-40B4-BE49-F238E27FC236}">
                <a16:creationId xmlns:a16="http://schemas.microsoft.com/office/drawing/2014/main" id="{D5108EE2-47F9-48AA-BABD-784375D93BEB}"/>
              </a:ext>
            </a:extLst>
          </p:cNvPr>
          <p:cNvSpPr>
            <a:spLocks xmlns:a="http://schemas.openxmlformats.org/drawingml/2006/main" noGrp="1"/>
          </p:cNvSpPr>
          <p:nvPr/>
        </p:nvSpPr>
        <p:spPr>
          <a:xfrm xmlns:a="http://schemas.openxmlformats.org/drawingml/2006/main">
            <a:off x="4971098" y="292322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01" name="">
            <a:extLst xmlns:a="http://schemas.openxmlformats.org/drawingml/2006/main">
              <a:ext uri="{FF2B5EF4-FFF2-40B4-BE49-F238E27FC236}">
                <a16:creationId xmlns:a16="http://schemas.microsoft.com/office/drawing/2014/main" id="{C29415B0-1BA8-44BF-A833-14ED8DF814BE}"/>
              </a:ext>
            </a:extLst>
          </p:cNvPr>
          <p:cNvSpPr>
            <a:spLocks xmlns:a="http://schemas.openxmlformats.org/drawingml/2006/main" noGrp="1"/>
          </p:cNvSpPr>
          <p:nvPr/>
        </p:nvSpPr>
        <p:spPr>
          <a:xfrm xmlns:a="http://schemas.openxmlformats.org/drawingml/2006/main">
            <a:off x="6685598" y="292322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02" name="">
            <a:extLst xmlns:a="http://schemas.openxmlformats.org/drawingml/2006/main">
              <a:ext uri="{FF2B5EF4-FFF2-40B4-BE49-F238E27FC236}">
                <a16:creationId xmlns:a16="http://schemas.microsoft.com/office/drawing/2014/main" id="{09CBEC08-D5F6-447C-BA3C-DA79BA473E0D}"/>
              </a:ext>
            </a:extLst>
          </p:cNvPr>
          <p:cNvSpPr>
            <a:spLocks xmlns:a="http://schemas.openxmlformats.org/drawingml/2006/main" noGrp="1"/>
          </p:cNvSpPr>
          <p:nvPr/>
        </p:nvSpPr>
        <p:spPr>
          <a:xfrm xmlns:a="http://schemas.openxmlformats.org/drawingml/2006/main">
            <a:off x="6685598" y="463772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03" name="">
            <a:extLst xmlns:a="http://schemas.openxmlformats.org/drawingml/2006/main">
              <a:ext uri="{FF2B5EF4-FFF2-40B4-BE49-F238E27FC236}">
                <a16:creationId xmlns:a16="http://schemas.microsoft.com/office/drawing/2014/main" id="{AB090D4C-A845-4853-8F99-F86083E43323}"/>
              </a:ext>
            </a:extLst>
          </p:cNvPr>
          <p:cNvSpPr>
            <a:spLocks xmlns:a="http://schemas.openxmlformats.org/drawingml/2006/main" noGrp="1"/>
          </p:cNvSpPr>
          <p:nvPr/>
        </p:nvSpPr>
        <p:spPr>
          <a:xfrm xmlns:a="http://schemas.openxmlformats.org/drawingml/2006/main">
            <a:off x="4971098" y="463772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04" name="">
            <a:extLst xmlns:a="http://schemas.openxmlformats.org/drawingml/2006/main">
              <a:ext uri="{FF2B5EF4-FFF2-40B4-BE49-F238E27FC236}">
                <a16:creationId xmlns:a16="http://schemas.microsoft.com/office/drawing/2014/main" id="{0F1E3941-85E2-4C8A-87AC-EA93BB01008E}"/>
              </a:ext>
            </a:extLst>
          </p:cNvPr>
          <p:cNvSpPr>
            <a:spLocks xmlns:a="http://schemas.openxmlformats.org/drawingml/2006/main" noGrp="1"/>
          </p:cNvSpPr>
          <p:nvPr/>
        </p:nvSpPr>
        <p:spPr>
          <a:xfrm xmlns:a="http://schemas.openxmlformats.org/drawingml/2006/main">
            <a:off x="5485448" y="251174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05" name="">
            <a:extLst xmlns:a="http://schemas.openxmlformats.org/drawingml/2006/main">
              <a:ext uri="{FF2B5EF4-FFF2-40B4-BE49-F238E27FC236}">
                <a16:creationId xmlns:a16="http://schemas.microsoft.com/office/drawing/2014/main" id="{1033AFE1-E0AC-4F4C-B0C0-B5F7A5E632A9}"/>
              </a:ext>
            </a:extLst>
          </p:cNvPr>
          <p:cNvSpPr>
            <a:spLocks xmlns:a="http://schemas.openxmlformats.org/drawingml/2006/main" noGrp="1"/>
          </p:cNvSpPr>
          <p:nvPr/>
        </p:nvSpPr>
        <p:spPr>
          <a:xfrm xmlns:a="http://schemas.openxmlformats.org/drawingml/2006/main">
            <a:off x="7199948" y="251174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06" name="">
            <a:extLst xmlns:a="http://schemas.openxmlformats.org/drawingml/2006/main">
              <a:ext uri="{FF2B5EF4-FFF2-40B4-BE49-F238E27FC236}">
                <a16:creationId xmlns:a16="http://schemas.microsoft.com/office/drawing/2014/main" id="{B88EDA39-3DC2-449B-9FA4-0105D2C6C6FE}"/>
              </a:ext>
            </a:extLst>
          </p:cNvPr>
          <p:cNvSpPr>
            <a:spLocks xmlns:a="http://schemas.openxmlformats.org/drawingml/2006/main" noGrp="1"/>
          </p:cNvSpPr>
          <p:nvPr/>
        </p:nvSpPr>
        <p:spPr>
          <a:xfrm xmlns:a="http://schemas.openxmlformats.org/drawingml/2006/main">
            <a:off x="7199948" y="422624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07" name="">
            <a:extLst xmlns:a="http://schemas.openxmlformats.org/drawingml/2006/main">
              <a:ext uri="{FF2B5EF4-FFF2-40B4-BE49-F238E27FC236}">
                <a16:creationId xmlns:a16="http://schemas.microsoft.com/office/drawing/2014/main" id="{D2396079-6E07-4D2E-8C53-FDF9BBF40E7F}"/>
              </a:ext>
            </a:extLst>
          </p:cNvPr>
          <p:cNvSpPr>
            <a:spLocks xmlns:a="http://schemas.openxmlformats.org/drawingml/2006/main" noGrp="1"/>
          </p:cNvSpPr>
          <p:nvPr/>
        </p:nvSpPr>
        <p:spPr>
          <a:xfrm xmlns:a="http://schemas.openxmlformats.org/drawingml/2006/main">
            <a:off x="5485448" y="4226243"/>
            <a:ext cx="154305" cy="15430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08" name="">
            <a:extLst xmlns:a="http://schemas.openxmlformats.org/drawingml/2006/main">
              <a:ext uri="{FF2B5EF4-FFF2-40B4-BE49-F238E27FC236}">
                <a16:creationId xmlns:a16="http://schemas.microsoft.com/office/drawing/2014/main" id="{2EBA014F-982D-4521-8B8D-14BAE46A395A}"/>
              </a:ext>
            </a:extLst>
          </p:cNvPr>
          <p:cNvSpPr>
            <a:spLocks xmlns:a="http://schemas.openxmlformats.org/drawingml/2006/main" noGrp="1"/>
          </p:cNvSpPr>
          <p:nvPr/>
        </p:nvSpPr>
        <p:spPr>
          <a:xfrm xmlns:a="http://schemas.openxmlformats.org/drawingml/2006/main">
            <a:off x="5211128" y="3557588"/>
            <a:ext cx="188595" cy="188595"/>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109" name="">
            <a:extLst xmlns:a="http://schemas.openxmlformats.org/drawingml/2006/main">
              <a:ext uri="{FF2B5EF4-FFF2-40B4-BE49-F238E27FC236}">
                <a16:creationId xmlns:a16="http://schemas.microsoft.com/office/drawing/2014/main" id="{8D3A8A73-8343-4AB6-BDFE-63AEDF6AF08B}"/>
              </a:ext>
            </a:extLst>
          </p:cNvPr>
          <p:cNvSpPr>
            <a:spLocks xmlns:a="http://schemas.openxmlformats.org/drawingml/2006/main" noGrp="1"/>
          </p:cNvSpPr>
          <p:nvPr/>
        </p:nvSpPr>
        <p:spPr>
          <a:xfrm xmlns:a="http://schemas.openxmlformats.org/drawingml/2006/main">
            <a:off x="6068378" y="2700338"/>
            <a:ext cx="188595" cy="188595"/>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110" name="">
            <a:extLst xmlns:a="http://schemas.openxmlformats.org/drawingml/2006/main">
              <a:ext uri="{FF2B5EF4-FFF2-40B4-BE49-F238E27FC236}">
                <a16:creationId xmlns:a16="http://schemas.microsoft.com/office/drawing/2014/main" id="{A75D103E-FD6C-42F2-9260-324DC5BD8C7A}"/>
              </a:ext>
            </a:extLst>
          </p:cNvPr>
          <p:cNvSpPr>
            <a:spLocks xmlns:a="http://schemas.openxmlformats.org/drawingml/2006/main" noGrp="1"/>
          </p:cNvSpPr>
          <p:nvPr/>
        </p:nvSpPr>
        <p:spPr>
          <a:xfrm xmlns:a="http://schemas.openxmlformats.org/drawingml/2006/main">
            <a:off x="5811203" y="3763328"/>
            <a:ext cx="188595" cy="188595"/>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111" name="">
            <a:extLst xmlns:a="http://schemas.openxmlformats.org/drawingml/2006/main">
              <a:ext uri="{FF2B5EF4-FFF2-40B4-BE49-F238E27FC236}">
                <a16:creationId xmlns:a16="http://schemas.microsoft.com/office/drawing/2014/main" id="{C399D977-0C8D-4148-894C-9D59DA28EC66}"/>
              </a:ext>
            </a:extLst>
          </p:cNvPr>
          <p:cNvSpPr>
            <a:spLocks xmlns:a="http://schemas.openxmlformats.org/drawingml/2006/main" noGrp="1"/>
          </p:cNvSpPr>
          <p:nvPr/>
        </p:nvSpPr>
        <p:spPr>
          <a:xfrm xmlns:a="http://schemas.openxmlformats.org/drawingml/2006/main">
            <a:off x="6925628" y="3557588"/>
            <a:ext cx="188595" cy="188595"/>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112" name="">
            <a:extLst xmlns:a="http://schemas.openxmlformats.org/drawingml/2006/main">
              <a:ext uri="{FF2B5EF4-FFF2-40B4-BE49-F238E27FC236}">
                <a16:creationId xmlns:a16="http://schemas.microsoft.com/office/drawing/2014/main" id="{41E19832-29E3-43C1-AFC4-736A75E94A38}"/>
              </a:ext>
            </a:extLst>
          </p:cNvPr>
          <p:cNvSpPr>
            <a:spLocks xmlns:a="http://schemas.openxmlformats.org/drawingml/2006/main" noGrp="1"/>
          </p:cNvSpPr>
          <p:nvPr/>
        </p:nvSpPr>
        <p:spPr>
          <a:xfrm xmlns:a="http://schemas.openxmlformats.org/drawingml/2006/main">
            <a:off x="6068378" y="4414838"/>
            <a:ext cx="188595" cy="188595"/>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113" name="">
            <a:extLst xmlns:a="http://schemas.openxmlformats.org/drawingml/2006/main">
              <a:ext uri="{FF2B5EF4-FFF2-40B4-BE49-F238E27FC236}">
                <a16:creationId xmlns:a16="http://schemas.microsoft.com/office/drawing/2014/main" id="{1F99B28B-34DE-4943-9D59-5EB463A53D1D}"/>
              </a:ext>
            </a:extLst>
          </p:cNvPr>
          <p:cNvSpPr>
            <a:spLocks xmlns:a="http://schemas.openxmlformats.org/drawingml/2006/main" noGrp="1"/>
          </p:cNvSpPr>
          <p:nvPr/>
        </p:nvSpPr>
        <p:spPr>
          <a:xfrm xmlns:a="http://schemas.openxmlformats.org/drawingml/2006/main">
            <a:off x="6325553" y="3351848"/>
            <a:ext cx="188595" cy="188595"/>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114" name="">
            <a:extLst xmlns:a="http://schemas.openxmlformats.org/drawingml/2006/main">
              <a:ext uri="{FF2B5EF4-FFF2-40B4-BE49-F238E27FC236}">
                <a16:creationId xmlns:a16="http://schemas.microsoft.com/office/drawing/2014/main" id="{AE1D8A46-381D-4C29-8DD2-F9365D7D3DEE}"/>
              </a:ext>
            </a:extLst>
          </p:cNvPr>
          <p:cNvSpPr>
            <a:spLocks xmlns:a="http://schemas.openxmlformats.org/drawingml/2006/main" noGrp="1"/>
          </p:cNvSpPr>
          <p:nvPr/>
        </p:nvSpPr>
        <p:spPr>
          <a:xfrm xmlns:a="http://schemas.openxmlformats.org/drawingml/2006/main">
            <a:off x="4714875" y="50958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頂点と各面の中心</a:t>
            </a:r>
          </a:p>
        </p:txBody>
      </p:sp>
      <p:sp>
        <p:nvSpPr>
          <p:cNvPr id="115" name="">
            <a:extLst xmlns:a="http://schemas.openxmlformats.org/drawingml/2006/main">
              <a:ext uri="{FF2B5EF4-FFF2-40B4-BE49-F238E27FC236}">
                <a16:creationId xmlns:a16="http://schemas.microsoft.com/office/drawing/2014/main" id="{BE80BDA3-932B-46AE-B48D-51C2A408CF7F}"/>
              </a:ext>
            </a:extLst>
          </p:cNvPr>
          <p:cNvSpPr>
            <a:spLocks xmlns:a="http://schemas.openxmlformats.org/drawingml/2006/main" noGrp="1"/>
          </p:cNvSpPr>
          <p:nvPr/>
        </p:nvSpPr>
        <p:spPr>
          <a:xfrm xmlns:a="http://schemas.openxmlformats.org/drawingml/2006/main">
            <a:off x="8620125" y="1666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六方最密 HCP</a:t>
            </a:r>
          </a:p>
        </p:txBody>
      </p:sp>
      <p:sp>
        <p:nvSpPr>
          <p:cNvPr id="116" name="">
            <a:extLst xmlns:a="http://schemas.openxmlformats.org/drawingml/2006/main">
              <a:ext uri="{FF2B5EF4-FFF2-40B4-BE49-F238E27FC236}">
                <a16:creationId xmlns:a16="http://schemas.microsoft.com/office/drawing/2014/main" id="{7B21413F-8BB4-4730-BD5D-333CF8A28D82}"/>
              </a:ext>
            </a:extLst>
          </p:cNvPr>
          <p:cNvSpPr>
            <a:spLocks xmlns:a="http://schemas.openxmlformats.org/drawingml/2006/main" noGrp="1"/>
          </p:cNvSpPr>
          <p:nvPr/>
        </p:nvSpPr>
        <p:spPr>
          <a:xfrm xmlns:a="http://schemas.openxmlformats.org/drawingml/2006/main">
            <a:off x="8820150" y="2676525"/>
            <a:ext cx="361950" cy="3619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17" name="">
            <a:extLst xmlns:a="http://schemas.openxmlformats.org/drawingml/2006/main">
              <a:ext uri="{FF2B5EF4-FFF2-40B4-BE49-F238E27FC236}">
                <a16:creationId xmlns:a16="http://schemas.microsoft.com/office/drawing/2014/main" id="{32AC2B63-ADC9-4C5B-AEFE-D47C23A8B42D}"/>
              </a:ext>
            </a:extLst>
          </p:cNvPr>
          <p:cNvSpPr>
            <a:spLocks xmlns:a="http://schemas.openxmlformats.org/drawingml/2006/main" noGrp="1"/>
          </p:cNvSpPr>
          <p:nvPr/>
        </p:nvSpPr>
        <p:spPr>
          <a:xfrm xmlns:a="http://schemas.openxmlformats.org/drawingml/2006/main">
            <a:off x="9229725" y="2676525"/>
            <a:ext cx="361950" cy="3619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18" name="">
            <a:extLst xmlns:a="http://schemas.openxmlformats.org/drawingml/2006/main">
              <a:ext uri="{FF2B5EF4-FFF2-40B4-BE49-F238E27FC236}">
                <a16:creationId xmlns:a16="http://schemas.microsoft.com/office/drawing/2014/main" id="{270B4B9D-CE5E-400D-AECB-292731D02944}"/>
              </a:ext>
            </a:extLst>
          </p:cNvPr>
          <p:cNvSpPr>
            <a:spLocks xmlns:a="http://schemas.openxmlformats.org/drawingml/2006/main" noGrp="1"/>
          </p:cNvSpPr>
          <p:nvPr/>
        </p:nvSpPr>
        <p:spPr>
          <a:xfrm xmlns:a="http://schemas.openxmlformats.org/drawingml/2006/main">
            <a:off x="9639300" y="2676525"/>
            <a:ext cx="361950" cy="3619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19" name="">
            <a:extLst xmlns:a="http://schemas.openxmlformats.org/drawingml/2006/main">
              <a:ext uri="{FF2B5EF4-FFF2-40B4-BE49-F238E27FC236}">
                <a16:creationId xmlns:a16="http://schemas.microsoft.com/office/drawing/2014/main" id="{7E353AFA-9B5B-48B3-944F-EBCEF874BE79}"/>
              </a:ext>
            </a:extLst>
          </p:cNvPr>
          <p:cNvSpPr>
            <a:spLocks xmlns:a="http://schemas.openxmlformats.org/drawingml/2006/main" noGrp="1"/>
          </p:cNvSpPr>
          <p:nvPr/>
        </p:nvSpPr>
        <p:spPr>
          <a:xfrm xmlns:a="http://schemas.openxmlformats.org/drawingml/2006/main">
            <a:off x="10048875" y="2676525"/>
            <a:ext cx="361950" cy="3619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20" name="">
            <a:extLst xmlns:a="http://schemas.openxmlformats.org/drawingml/2006/main">
              <a:ext uri="{FF2B5EF4-FFF2-40B4-BE49-F238E27FC236}">
                <a16:creationId xmlns:a16="http://schemas.microsoft.com/office/drawing/2014/main" id="{715EFE9A-6B55-4675-B97A-D1AA0F9E8AAD}"/>
              </a:ext>
            </a:extLst>
          </p:cNvPr>
          <p:cNvSpPr>
            <a:spLocks xmlns:a="http://schemas.openxmlformats.org/drawingml/2006/main" noGrp="1"/>
          </p:cNvSpPr>
          <p:nvPr/>
        </p:nvSpPr>
        <p:spPr>
          <a:xfrm xmlns:a="http://schemas.openxmlformats.org/drawingml/2006/main">
            <a:off x="10458450" y="2676525"/>
            <a:ext cx="361950" cy="3619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21" name="">
            <a:extLst xmlns:a="http://schemas.openxmlformats.org/drawingml/2006/main">
              <a:ext uri="{FF2B5EF4-FFF2-40B4-BE49-F238E27FC236}">
                <a16:creationId xmlns:a16="http://schemas.microsoft.com/office/drawing/2014/main" id="{25ABD1AA-ACF6-4364-81C0-CFFB66233250}"/>
              </a:ext>
            </a:extLst>
          </p:cNvPr>
          <p:cNvSpPr>
            <a:spLocks xmlns:a="http://schemas.openxmlformats.org/drawingml/2006/main" noGrp="1"/>
          </p:cNvSpPr>
          <p:nvPr/>
        </p:nvSpPr>
        <p:spPr>
          <a:xfrm xmlns:a="http://schemas.openxmlformats.org/drawingml/2006/main">
            <a:off x="11115675" y="26670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buNone/>
              <a:defRPr sz="1875" b="1">
                <a:solidFill>
                  <a:srgbClr val="263D4D"/>
                </a:solidFill>
                <a:latin typeface="Yu Gothic"/>
                <a:ea typeface="Yu Gothic"/>
                <a:cs typeface="Yu Gothic"/>
              </a:defRPr>
            </a:lvl1pPr>
            <a:lvl2pPr>
              <a:buNone/>
              <a:defRPr sz="1875" b="1">
                <a:solidFill>
                  <a:srgbClr val="263D4D"/>
                </a:solidFill>
                <a:latin typeface="Yu Gothic"/>
                <a:ea typeface="Yu Gothic"/>
                <a:cs typeface="Yu Gothic"/>
              </a:defRPr>
            </a:lvl2pPr>
            <a:lvl3pPr>
              <a:buNone/>
              <a:defRPr sz="1875" b="1">
                <a:solidFill>
                  <a:srgbClr val="263D4D"/>
                </a:solidFill>
                <a:latin typeface="Yu Gothic"/>
                <a:ea typeface="Yu Gothic"/>
                <a:cs typeface="Yu Gothic"/>
              </a:defRPr>
            </a:lvl3pPr>
            <a:lvl4pPr>
              <a:buNone/>
              <a:defRPr sz="1875" b="1">
                <a:solidFill>
                  <a:srgbClr val="263D4D"/>
                </a:solidFill>
                <a:latin typeface="Yu Gothic"/>
                <a:ea typeface="Yu Gothic"/>
                <a:cs typeface="Yu Gothic"/>
              </a:defRPr>
            </a:lvl4pPr>
            <a:lvl5pPr>
              <a:buNone/>
              <a:defRPr sz="1875" b="1">
                <a:solidFill>
                  <a:srgbClr val="263D4D"/>
                </a:solidFill>
                <a:latin typeface="Yu Gothic"/>
                <a:ea typeface="Yu Gothic"/>
                <a:cs typeface="Yu Gothic"/>
              </a:defRPr>
            </a:lvl5pPr>
            <a:lvl6pPr>
              <a:buNone/>
              <a:defRPr sz="1875" b="1">
                <a:solidFill>
                  <a:srgbClr val="263D4D"/>
                </a:solidFill>
                <a:latin typeface="Yu Gothic"/>
                <a:ea typeface="Yu Gothic"/>
                <a:cs typeface="Yu Gothic"/>
              </a:defRPr>
            </a:lvl6pPr>
            <a:lvl7pPr>
              <a:buNone/>
              <a:defRPr sz="1875" b="1">
                <a:solidFill>
                  <a:srgbClr val="263D4D"/>
                </a:solidFill>
                <a:latin typeface="Yu Gothic"/>
                <a:ea typeface="Yu Gothic"/>
                <a:cs typeface="Yu Gothic"/>
              </a:defRPr>
            </a:lvl7pPr>
            <a:lvl8pPr>
              <a:buNone/>
              <a:defRPr sz="1875" b="1">
                <a:solidFill>
                  <a:srgbClr val="263D4D"/>
                </a:solidFill>
                <a:latin typeface="Yu Gothic"/>
                <a:ea typeface="Yu Gothic"/>
                <a:cs typeface="Yu Gothic"/>
              </a:defRPr>
            </a:lvl8pPr>
            <a:lvl9pPr>
              <a:buNone/>
              <a:defRPr sz="1875" b="1">
                <a:solidFill>
                  <a:srgbClr val="263D4D"/>
                </a:solidFill>
                <a:latin typeface="Yu Gothic"/>
                <a:ea typeface="Yu Gothic"/>
                <a:cs typeface="Yu Gothic"/>
              </a:defRPr>
            </a:lvl9pPr>
          </a:lstStyle>
          <a:p xmlns:a="http://schemas.openxmlformats.org/drawingml/2006/main">
            <a:pPr>
              <a:buNone/>
              <a:defRPr sz="1875" b="1">
                <a:solidFill>
                  <a:srgbClr val="263D4D"/>
                </a:solidFill>
                <a:latin typeface="Yu Gothic"/>
                <a:ea typeface="Yu Gothic"/>
                <a:cs typeface="Yu Gothic"/>
              </a:defRPr>
            </a:pPr>
            <a:r>
              <a:rPr sz="1875" b="1">
                <a:solidFill>
                  <a:srgbClr val="263D4D"/>
                </a:solidFill>
                <a:latin typeface="Yu Gothic"/>
                <a:ea typeface="Yu Gothic"/>
                <a:cs typeface="Yu Gothic"/>
              </a:rPr>
              <a:t>A</a:t>
            </a:r>
          </a:p>
        </p:txBody>
      </p:sp>
      <p:sp>
        <p:nvSpPr>
          <p:cNvPr id="122" name="">
            <a:extLst xmlns:a="http://schemas.openxmlformats.org/drawingml/2006/main">
              <a:ext uri="{FF2B5EF4-FFF2-40B4-BE49-F238E27FC236}">
                <a16:creationId xmlns:a16="http://schemas.microsoft.com/office/drawing/2014/main" id="{6F0E0848-964A-44BC-93CD-A44C593C07AB}"/>
              </a:ext>
            </a:extLst>
          </p:cNvPr>
          <p:cNvSpPr>
            <a:spLocks xmlns:a="http://schemas.openxmlformats.org/drawingml/2006/main" noGrp="1"/>
          </p:cNvSpPr>
          <p:nvPr/>
        </p:nvSpPr>
        <p:spPr>
          <a:xfrm xmlns:a="http://schemas.openxmlformats.org/drawingml/2006/main">
            <a:off x="9020175" y="3438525"/>
            <a:ext cx="361950" cy="361950"/>
          </a:xfrm>
          <a:prstGeom xmlns:a="http://schemas.openxmlformats.org/drawingml/2006/main" prst="ellipse">
            <a:avLst/>
          </a:prstGeom>
          <a:solidFill xmlns:a="http://schemas.openxmlformats.org/drawingml/2006/main">
            <a:srgbClr val="CFDFD9"/>
          </a:solidFill>
          <a:ln xmlns:a="http://schemas.openxmlformats.org/drawingml/2006/main" w="17145">
            <a:solidFill>
              <a:srgbClr val="087E8B"/>
            </a:solidFill>
          </a:ln>
        </p:spPr>
      </p:sp>
      <p:sp>
        <p:nvSpPr>
          <p:cNvPr id="123" name="">
            <a:extLst xmlns:a="http://schemas.openxmlformats.org/drawingml/2006/main">
              <a:ext uri="{FF2B5EF4-FFF2-40B4-BE49-F238E27FC236}">
                <a16:creationId xmlns:a16="http://schemas.microsoft.com/office/drawing/2014/main" id="{60D49CC7-BE8A-4519-918F-B690F5886969}"/>
              </a:ext>
            </a:extLst>
          </p:cNvPr>
          <p:cNvSpPr>
            <a:spLocks xmlns:a="http://schemas.openxmlformats.org/drawingml/2006/main" noGrp="1"/>
          </p:cNvSpPr>
          <p:nvPr/>
        </p:nvSpPr>
        <p:spPr>
          <a:xfrm xmlns:a="http://schemas.openxmlformats.org/drawingml/2006/main">
            <a:off x="9429750" y="3438525"/>
            <a:ext cx="361950" cy="361950"/>
          </a:xfrm>
          <a:prstGeom xmlns:a="http://schemas.openxmlformats.org/drawingml/2006/main" prst="ellipse">
            <a:avLst/>
          </a:prstGeom>
          <a:solidFill xmlns:a="http://schemas.openxmlformats.org/drawingml/2006/main">
            <a:srgbClr val="CFDFD9"/>
          </a:solidFill>
          <a:ln xmlns:a="http://schemas.openxmlformats.org/drawingml/2006/main" w="17145">
            <a:solidFill>
              <a:srgbClr val="087E8B"/>
            </a:solidFill>
          </a:ln>
        </p:spPr>
      </p:sp>
      <p:sp>
        <p:nvSpPr>
          <p:cNvPr id="124" name="">
            <a:extLst xmlns:a="http://schemas.openxmlformats.org/drawingml/2006/main">
              <a:ext uri="{FF2B5EF4-FFF2-40B4-BE49-F238E27FC236}">
                <a16:creationId xmlns:a16="http://schemas.microsoft.com/office/drawing/2014/main" id="{4803292C-5C67-470B-95B6-77596E211D07}"/>
              </a:ext>
            </a:extLst>
          </p:cNvPr>
          <p:cNvSpPr>
            <a:spLocks xmlns:a="http://schemas.openxmlformats.org/drawingml/2006/main" noGrp="1"/>
          </p:cNvSpPr>
          <p:nvPr/>
        </p:nvSpPr>
        <p:spPr>
          <a:xfrm xmlns:a="http://schemas.openxmlformats.org/drawingml/2006/main">
            <a:off x="9839325" y="3438525"/>
            <a:ext cx="361950" cy="361950"/>
          </a:xfrm>
          <a:prstGeom xmlns:a="http://schemas.openxmlformats.org/drawingml/2006/main" prst="ellipse">
            <a:avLst/>
          </a:prstGeom>
          <a:solidFill xmlns:a="http://schemas.openxmlformats.org/drawingml/2006/main">
            <a:srgbClr val="CFDFD9"/>
          </a:solidFill>
          <a:ln xmlns:a="http://schemas.openxmlformats.org/drawingml/2006/main" w="17145">
            <a:solidFill>
              <a:srgbClr val="087E8B"/>
            </a:solidFill>
          </a:ln>
        </p:spPr>
      </p:sp>
      <p:sp>
        <p:nvSpPr>
          <p:cNvPr id="125" name="">
            <a:extLst xmlns:a="http://schemas.openxmlformats.org/drawingml/2006/main">
              <a:ext uri="{FF2B5EF4-FFF2-40B4-BE49-F238E27FC236}">
                <a16:creationId xmlns:a16="http://schemas.microsoft.com/office/drawing/2014/main" id="{E437648D-D701-43E3-BA1B-55B9CFE9D103}"/>
              </a:ext>
            </a:extLst>
          </p:cNvPr>
          <p:cNvSpPr>
            <a:spLocks xmlns:a="http://schemas.openxmlformats.org/drawingml/2006/main" noGrp="1"/>
          </p:cNvSpPr>
          <p:nvPr/>
        </p:nvSpPr>
        <p:spPr>
          <a:xfrm xmlns:a="http://schemas.openxmlformats.org/drawingml/2006/main">
            <a:off x="10248900" y="3438525"/>
            <a:ext cx="361950" cy="361950"/>
          </a:xfrm>
          <a:prstGeom xmlns:a="http://schemas.openxmlformats.org/drawingml/2006/main" prst="ellipse">
            <a:avLst/>
          </a:prstGeom>
          <a:solidFill xmlns:a="http://schemas.openxmlformats.org/drawingml/2006/main">
            <a:srgbClr val="CFDFD9"/>
          </a:solidFill>
          <a:ln xmlns:a="http://schemas.openxmlformats.org/drawingml/2006/main" w="17145">
            <a:solidFill>
              <a:srgbClr val="087E8B"/>
            </a:solidFill>
          </a:ln>
        </p:spPr>
      </p:sp>
      <p:sp>
        <p:nvSpPr>
          <p:cNvPr id="126" name="">
            <a:extLst xmlns:a="http://schemas.openxmlformats.org/drawingml/2006/main">
              <a:ext uri="{FF2B5EF4-FFF2-40B4-BE49-F238E27FC236}">
                <a16:creationId xmlns:a16="http://schemas.microsoft.com/office/drawing/2014/main" id="{0F393C75-CC8C-4B3A-8897-E7E9E957F6A7}"/>
              </a:ext>
            </a:extLst>
          </p:cNvPr>
          <p:cNvSpPr>
            <a:spLocks xmlns:a="http://schemas.openxmlformats.org/drawingml/2006/main" noGrp="1"/>
          </p:cNvSpPr>
          <p:nvPr/>
        </p:nvSpPr>
        <p:spPr>
          <a:xfrm xmlns:a="http://schemas.openxmlformats.org/drawingml/2006/main">
            <a:off x="10658475" y="3438525"/>
            <a:ext cx="361950" cy="361950"/>
          </a:xfrm>
          <a:prstGeom xmlns:a="http://schemas.openxmlformats.org/drawingml/2006/main" prst="ellipse">
            <a:avLst/>
          </a:prstGeom>
          <a:solidFill xmlns:a="http://schemas.openxmlformats.org/drawingml/2006/main">
            <a:srgbClr val="CFDFD9"/>
          </a:solidFill>
          <a:ln xmlns:a="http://schemas.openxmlformats.org/drawingml/2006/main" w="17145">
            <a:solidFill>
              <a:srgbClr val="087E8B"/>
            </a:solidFill>
          </a:ln>
        </p:spPr>
      </p:sp>
      <p:sp>
        <p:nvSpPr>
          <p:cNvPr id="127" name="">
            <a:extLst xmlns:a="http://schemas.openxmlformats.org/drawingml/2006/main">
              <a:ext uri="{FF2B5EF4-FFF2-40B4-BE49-F238E27FC236}">
                <a16:creationId xmlns:a16="http://schemas.microsoft.com/office/drawing/2014/main" id="{4AA3D6D8-CF9E-4639-AC65-2A66419B9717}"/>
              </a:ext>
            </a:extLst>
          </p:cNvPr>
          <p:cNvSpPr>
            <a:spLocks xmlns:a="http://schemas.openxmlformats.org/drawingml/2006/main" noGrp="1"/>
          </p:cNvSpPr>
          <p:nvPr/>
        </p:nvSpPr>
        <p:spPr>
          <a:xfrm xmlns:a="http://schemas.openxmlformats.org/drawingml/2006/main">
            <a:off x="11115675" y="34290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buNone/>
              <a:defRPr sz="1875" b="1">
                <a:solidFill>
                  <a:srgbClr val="263D4D"/>
                </a:solidFill>
                <a:latin typeface="Yu Gothic"/>
                <a:ea typeface="Yu Gothic"/>
                <a:cs typeface="Yu Gothic"/>
              </a:defRPr>
            </a:lvl1pPr>
            <a:lvl2pPr>
              <a:buNone/>
              <a:defRPr sz="1875" b="1">
                <a:solidFill>
                  <a:srgbClr val="263D4D"/>
                </a:solidFill>
                <a:latin typeface="Yu Gothic"/>
                <a:ea typeface="Yu Gothic"/>
                <a:cs typeface="Yu Gothic"/>
              </a:defRPr>
            </a:lvl2pPr>
            <a:lvl3pPr>
              <a:buNone/>
              <a:defRPr sz="1875" b="1">
                <a:solidFill>
                  <a:srgbClr val="263D4D"/>
                </a:solidFill>
                <a:latin typeface="Yu Gothic"/>
                <a:ea typeface="Yu Gothic"/>
                <a:cs typeface="Yu Gothic"/>
              </a:defRPr>
            </a:lvl3pPr>
            <a:lvl4pPr>
              <a:buNone/>
              <a:defRPr sz="1875" b="1">
                <a:solidFill>
                  <a:srgbClr val="263D4D"/>
                </a:solidFill>
                <a:latin typeface="Yu Gothic"/>
                <a:ea typeface="Yu Gothic"/>
                <a:cs typeface="Yu Gothic"/>
              </a:defRPr>
            </a:lvl4pPr>
            <a:lvl5pPr>
              <a:buNone/>
              <a:defRPr sz="1875" b="1">
                <a:solidFill>
                  <a:srgbClr val="263D4D"/>
                </a:solidFill>
                <a:latin typeface="Yu Gothic"/>
                <a:ea typeface="Yu Gothic"/>
                <a:cs typeface="Yu Gothic"/>
              </a:defRPr>
            </a:lvl5pPr>
            <a:lvl6pPr>
              <a:buNone/>
              <a:defRPr sz="1875" b="1">
                <a:solidFill>
                  <a:srgbClr val="263D4D"/>
                </a:solidFill>
                <a:latin typeface="Yu Gothic"/>
                <a:ea typeface="Yu Gothic"/>
                <a:cs typeface="Yu Gothic"/>
              </a:defRPr>
            </a:lvl6pPr>
            <a:lvl7pPr>
              <a:buNone/>
              <a:defRPr sz="1875" b="1">
                <a:solidFill>
                  <a:srgbClr val="263D4D"/>
                </a:solidFill>
                <a:latin typeface="Yu Gothic"/>
                <a:ea typeface="Yu Gothic"/>
                <a:cs typeface="Yu Gothic"/>
              </a:defRPr>
            </a:lvl7pPr>
            <a:lvl8pPr>
              <a:buNone/>
              <a:defRPr sz="1875" b="1">
                <a:solidFill>
                  <a:srgbClr val="263D4D"/>
                </a:solidFill>
                <a:latin typeface="Yu Gothic"/>
                <a:ea typeface="Yu Gothic"/>
                <a:cs typeface="Yu Gothic"/>
              </a:defRPr>
            </a:lvl8pPr>
            <a:lvl9pPr>
              <a:buNone/>
              <a:defRPr sz="1875" b="1">
                <a:solidFill>
                  <a:srgbClr val="263D4D"/>
                </a:solidFill>
                <a:latin typeface="Yu Gothic"/>
                <a:ea typeface="Yu Gothic"/>
                <a:cs typeface="Yu Gothic"/>
              </a:defRPr>
            </a:lvl9pPr>
          </a:lstStyle>
          <a:p xmlns:a="http://schemas.openxmlformats.org/drawingml/2006/main">
            <a:pPr>
              <a:buNone/>
              <a:defRPr sz="1875" b="1">
                <a:solidFill>
                  <a:srgbClr val="263D4D"/>
                </a:solidFill>
                <a:latin typeface="Yu Gothic"/>
                <a:ea typeface="Yu Gothic"/>
                <a:cs typeface="Yu Gothic"/>
              </a:defRPr>
            </a:pPr>
            <a:r>
              <a:rPr sz="1875" b="1">
                <a:solidFill>
                  <a:srgbClr val="263D4D"/>
                </a:solidFill>
                <a:latin typeface="Yu Gothic"/>
                <a:ea typeface="Yu Gothic"/>
                <a:cs typeface="Yu Gothic"/>
              </a:rPr>
              <a:t>B</a:t>
            </a:r>
          </a:p>
        </p:txBody>
      </p:sp>
      <p:sp>
        <p:nvSpPr>
          <p:cNvPr id="128" name="">
            <a:extLst xmlns:a="http://schemas.openxmlformats.org/drawingml/2006/main">
              <a:ext uri="{FF2B5EF4-FFF2-40B4-BE49-F238E27FC236}">
                <a16:creationId xmlns:a16="http://schemas.microsoft.com/office/drawing/2014/main" id="{7CFA075B-F903-48D8-B869-BB1C5A5E02EA}"/>
              </a:ext>
            </a:extLst>
          </p:cNvPr>
          <p:cNvSpPr>
            <a:spLocks xmlns:a="http://schemas.openxmlformats.org/drawingml/2006/main" noGrp="1"/>
          </p:cNvSpPr>
          <p:nvPr/>
        </p:nvSpPr>
        <p:spPr>
          <a:xfrm xmlns:a="http://schemas.openxmlformats.org/drawingml/2006/main">
            <a:off x="8820150" y="4200525"/>
            <a:ext cx="361950" cy="3619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29" name="">
            <a:extLst xmlns:a="http://schemas.openxmlformats.org/drawingml/2006/main">
              <a:ext uri="{FF2B5EF4-FFF2-40B4-BE49-F238E27FC236}">
                <a16:creationId xmlns:a16="http://schemas.microsoft.com/office/drawing/2014/main" id="{BB073360-D108-4ACA-94D1-8FCD2E687B17}"/>
              </a:ext>
            </a:extLst>
          </p:cNvPr>
          <p:cNvSpPr>
            <a:spLocks xmlns:a="http://schemas.openxmlformats.org/drawingml/2006/main" noGrp="1"/>
          </p:cNvSpPr>
          <p:nvPr/>
        </p:nvSpPr>
        <p:spPr>
          <a:xfrm xmlns:a="http://schemas.openxmlformats.org/drawingml/2006/main">
            <a:off x="9229725" y="4200525"/>
            <a:ext cx="361950" cy="3619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30" name="">
            <a:extLst xmlns:a="http://schemas.openxmlformats.org/drawingml/2006/main">
              <a:ext uri="{FF2B5EF4-FFF2-40B4-BE49-F238E27FC236}">
                <a16:creationId xmlns:a16="http://schemas.microsoft.com/office/drawing/2014/main" id="{65305F61-C788-4B8F-9158-178A8229E7D4}"/>
              </a:ext>
            </a:extLst>
          </p:cNvPr>
          <p:cNvSpPr>
            <a:spLocks xmlns:a="http://schemas.openxmlformats.org/drawingml/2006/main" noGrp="1"/>
          </p:cNvSpPr>
          <p:nvPr/>
        </p:nvSpPr>
        <p:spPr>
          <a:xfrm xmlns:a="http://schemas.openxmlformats.org/drawingml/2006/main">
            <a:off x="9639300" y="4200525"/>
            <a:ext cx="361950" cy="3619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31" name="">
            <a:extLst xmlns:a="http://schemas.openxmlformats.org/drawingml/2006/main">
              <a:ext uri="{FF2B5EF4-FFF2-40B4-BE49-F238E27FC236}">
                <a16:creationId xmlns:a16="http://schemas.microsoft.com/office/drawing/2014/main" id="{DC244257-9FD1-42D3-AB38-F3910483E9B0}"/>
              </a:ext>
            </a:extLst>
          </p:cNvPr>
          <p:cNvSpPr>
            <a:spLocks xmlns:a="http://schemas.openxmlformats.org/drawingml/2006/main" noGrp="1"/>
          </p:cNvSpPr>
          <p:nvPr/>
        </p:nvSpPr>
        <p:spPr>
          <a:xfrm xmlns:a="http://schemas.openxmlformats.org/drawingml/2006/main">
            <a:off x="10048875" y="4200525"/>
            <a:ext cx="361950" cy="3619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32" name="">
            <a:extLst xmlns:a="http://schemas.openxmlformats.org/drawingml/2006/main">
              <a:ext uri="{FF2B5EF4-FFF2-40B4-BE49-F238E27FC236}">
                <a16:creationId xmlns:a16="http://schemas.microsoft.com/office/drawing/2014/main" id="{CC867DE7-839A-4FC7-83DA-C042A709E1D0}"/>
              </a:ext>
            </a:extLst>
          </p:cNvPr>
          <p:cNvSpPr>
            <a:spLocks xmlns:a="http://schemas.openxmlformats.org/drawingml/2006/main" noGrp="1"/>
          </p:cNvSpPr>
          <p:nvPr/>
        </p:nvSpPr>
        <p:spPr>
          <a:xfrm xmlns:a="http://schemas.openxmlformats.org/drawingml/2006/main">
            <a:off x="10458450" y="4200525"/>
            <a:ext cx="361950" cy="3619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33" name="">
            <a:extLst xmlns:a="http://schemas.openxmlformats.org/drawingml/2006/main">
              <a:ext uri="{FF2B5EF4-FFF2-40B4-BE49-F238E27FC236}">
                <a16:creationId xmlns:a16="http://schemas.microsoft.com/office/drawing/2014/main" id="{D63493FB-3C11-40B9-870E-625F87C3B0B6}"/>
              </a:ext>
            </a:extLst>
          </p:cNvPr>
          <p:cNvSpPr>
            <a:spLocks xmlns:a="http://schemas.openxmlformats.org/drawingml/2006/main" noGrp="1"/>
          </p:cNvSpPr>
          <p:nvPr/>
        </p:nvSpPr>
        <p:spPr>
          <a:xfrm xmlns:a="http://schemas.openxmlformats.org/drawingml/2006/main">
            <a:off x="11115675" y="41910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buNone/>
              <a:defRPr sz="1875" b="1">
                <a:solidFill>
                  <a:srgbClr val="263D4D"/>
                </a:solidFill>
                <a:latin typeface="Yu Gothic"/>
                <a:ea typeface="Yu Gothic"/>
                <a:cs typeface="Yu Gothic"/>
              </a:defRPr>
            </a:lvl1pPr>
            <a:lvl2pPr>
              <a:buNone/>
              <a:defRPr sz="1875" b="1">
                <a:solidFill>
                  <a:srgbClr val="263D4D"/>
                </a:solidFill>
                <a:latin typeface="Yu Gothic"/>
                <a:ea typeface="Yu Gothic"/>
                <a:cs typeface="Yu Gothic"/>
              </a:defRPr>
            </a:lvl2pPr>
            <a:lvl3pPr>
              <a:buNone/>
              <a:defRPr sz="1875" b="1">
                <a:solidFill>
                  <a:srgbClr val="263D4D"/>
                </a:solidFill>
                <a:latin typeface="Yu Gothic"/>
                <a:ea typeface="Yu Gothic"/>
                <a:cs typeface="Yu Gothic"/>
              </a:defRPr>
            </a:lvl3pPr>
            <a:lvl4pPr>
              <a:buNone/>
              <a:defRPr sz="1875" b="1">
                <a:solidFill>
                  <a:srgbClr val="263D4D"/>
                </a:solidFill>
                <a:latin typeface="Yu Gothic"/>
                <a:ea typeface="Yu Gothic"/>
                <a:cs typeface="Yu Gothic"/>
              </a:defRPr>
            </a:lvl4pPr>
            <a:lvl5pPr>
              <a:buNone/>
              <a:defRPr sz="1875" b="1">
                <a:solidFill>
                  <a:srgbClr val="263D4D"/>
                </a:solidFill>
                <a:latin typeface="Yu Gothic"/>
                <a:ea typeface="Yu Gothic"/>
                <a:cs typeface="Yu Gothic"/>
              </a:defRPr>
            </a:lvl5pPr>
            <a:lvl6pPr>
              <a:buNone/>
              <a:defRPr sz="1875" b="1">
                <a:solidFill>
                  <a:srgbClr val="263D4D"/>
                </a:solidFill>
                <a:latin typeface="Yu Gothic"/>
                <a:ea typeface="Yu Gothic"/>
                <a:cs typeface="Yu Gothic"/>
              </a:defRPr>
            </a:lvl6pPr>
            <a:lvl7pPr>
              <a:buNone/>
              <a:defRPr sz="1875" b="1">
                <a:solidFill>
                  <a:srgbClr val="263D4D"/>
                </a:solidFill>
                <a:latin typeface="Yu Gothic"/>
                <a:ea typeface="Yu Gothic"/>
                <a:cs typeface="Yu Gothic"/>
              </a:defRPr>
            </a:lvl7pPr>
            <a:lvl8pPr>
              <a:buNone/>
              <a:defRPr sz="1875" b="1">
                <a:solidFill>
                  <a:srgbClr val="263D4D"/>
                </a:solidFill>
                <a:latin typeface="Yu Gothic"/>
                <a:ea typeface="Yu Gothic"/>
                <a:cs typeface="Yu Gothic"/>
              </a:defRPr>
            </a:lvl8pPr>
            <a:lvl9pPr>
              <a:buNone/>
              <a:defRPr sz="1875" b="1">
                <a:solidFill>
                  <a:srgbClr val="263D4D"/>
                </a:solidFill>
                <a:latin typeface="Yu Gothic"/>
                <a:ea typeface="Yu Gothic"/>
                <a:cs typeface="Yu Gothic"/>
              </a:defRPr>
            </a:lvl9pPr>
          </a:lstStyle>
          <a:p xmlns:a="http://schemas.openxmlformats.org/drawingml/2006/main">
            <a:pPr>
              <a:buNone/>
              <a:defRPr sz="1875" b="1">
                <a:solidFill>
                  <a:srgbClr val="263D4D"/>
                </a:solidFill>
                <a:latin typeface="Yu Gothic"/>
                <a:ea typeface="Yu Gothic"/>
                <a:cs typeface="Yu Gothic"/>
              </a:defRPr>
            </a:pPr>
            <a:r>
              <a:rPr sz="1875" b="1">
                <a:solidFill>
                  <a:srgbClr val="263D4D"/>
                </a:solidFill>
                <a:latin typeface="Yu Gothic"/>
                <a:ea typeface="Yu Gothic"/>
                <a:cs typeface="Yu Gothic"/>
              </a:rPr>
              <a:t>A</a:t>
            </a:r>
          </a:p>
        </p:txBody>
      </p:sp>
      <p:sp>
        <p:nvSpPr>
          <p:cNvPr id="134" name="">
            <a:extLst xmlns:a="http://schemas.openxmlformats.org/drawingml/2006/main">
              <a:ext uri="{FF2B5EF4-FFF2-40B4-BE49-F238E27FC236}">
                <a16:creationId xmlns:a16="http://schemas.microsoft.com/office/drawing/2014/main" id="{0E0BDB09-A3EC-47BC-AF89-E2DD1FFD6351}"/>
              </a:ext>
            </a:extLst>
          </p:cNvPr>
          <p:cNvSpPr>
            <a:spLocks xmlns:a="http://schemas.openxmlformats.org/drawingml/2006/main" noGrp="1"/>
          </p:cNvSpPr>
          <p:nvPr/>
        </p:nvSpPr>
        <p:spPr>
          <a:xfrm xmlns:a="http://schemas.openxmlformats.org/drawingml/2006/main">
            <a:off x="8477250" y="509587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最密面の積層 A–B–A–B</a:t>
            </a:r>
          </a:p>
        </p:txBody>
      </p:sp>
      <p:sp>
        <p:nvSpPr>
          <p:cNvPr id="135" name="">
            <a:extLst xmlns:a="http://schemas.openxmlformats.org/drawingml/2006/main">
              <a:ext uri="{FF2B5EF4-FFF2-40B4-BE49-F238E27FC236}">
                <a16:creationId xmlns:a16="http://schemas.microsoft.com/office/drawing/2014/main" id="{2A278D80-3899-4F12-BE52-C1974B1ABF1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球は原子の中心位置を表す模型。右はHCPの積層の見方で、単位格子の外形そのものではない。</a:t>
            </a:r>
          </a:p>
        </p:txBody>
      </p:sp>
    </p:spTree>
    <p:extLst>
      <p:ext uri="{BB962C8B-B14F-4D97-AF65-F5344CB8AC3E}">
        <p14:creationId xmlns:p14="http://schemas.microsoft.com/office/powerpoint/2010/main" val="9354570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0F350C-AD07-4306-84EC-BCB4012AC91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096C7B2C-D827-4F13-998B-BD322560F4D8}"/>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8E1908F6-FC41-4CB5-A524-5519C12AB781}"/>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5F5E90D3-67C4-4CEA-8D84-7AB3403F2DB1}"/>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E4030F04-533A-402B-B970-A20F27C46659}"/>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再開後：BCCの原子数を数える</a:t>
            </a:r>
          </a:p>
        </p:txBody>
      </p:sp>
      <p:sp>
        <p:nvSpPr>
          <p:cNvPr id="6" name="">
            <a:extLst xmlns:a="http://schemas.openxmlformats.org/drawingml/2006/main">
              <a:ext uri="{FF2B5EF4-FFF2-40B4-BE49-F238E27FC236}">
                <a16:creationId xmlns:a16="http://schemas.microsoft.com/office/drawing/2014/main" id="{7F724472-2806-45C0-ABA2-749353E907B4}"/>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40E3FE23-661C-40DD-9AFF-FC500B866EAB}"/>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8" name="">
            <a:extLst xmlns:a="http://schemas.openxmlformats.org/drawingml/2006/main">
              <a:ext uri="{FF2B5EF4-FFF2-40B4-BE49-F238E27FC236}">
                <a16:creationId xmlns:a16="http://schemas.microsoft.com/office/drawing/2014/main" id="{73F2234C-73B1-47C5-BB7E-678052315451}"/>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11 / 56</a:t>
            </a:r>
          </a:p>
        </p:txBody>
      </p:sp>
    </p:spTree>
    <p:extLst>
      <p:ext uri="{BB962C8B-B14F-4D97-AF65-F5344CB8AC3E}">
        <p14:creationId xmlns:p14="http://schemas.microsoft.com/office/powerpoint/2010/main" val="103903784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2383FB6-D0D9-47C5-B0D6-40C48414F504}"/>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BCCの原子数を数える</a:t>
            </a:r>
          </a:p>
        </p:txBody>
      </p:sp>
      <p:sp>
        <p:nvSpPr>
          <p:cNvPr id="2" name="">
            <a:extLst xmlns:a="http://schemas.openxmlformats.org/drawingml/2006/main">
              <a:ext uri="{FF2B5EF4-FFF2-40B4-BE49-F238E27FC236}">
                <a16:creationId xmlns:a16="http://schemas.microsoft.com/office/drawing/2014/main" id="{50AAE48D-1F72-4CEE-8D8A-97148C4F8F3E}"/>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28" name="">
            <a:extLst xmlns:a="http://schemas.openxmlformats.org/drawingml/2006/main">
              <a:ext uri="{FF2B5EF4-FFF2-40B4-BE49-F238E27FC236}">
                <a16:creationId xmlns:a16="http://schemas.microsoft.com/office/drawing/2014/main" id="{375F0B1F-FF17-4C32-9722-63EFFCACB6D7}"/>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29" name="">
            <a:extLst xmlns:a="http://schemas.openxmlformats.org/drawingml/2006/main">
              <a:ext uri="{FF2B5EF4-FFF2-40B4-BE49-F238E27FC236}">
                <a16:creationId xmlns:a16="http://schemas.microsoft.com/office/drawing/2014/main" id="{527D3E9D-9240-46E0-A8E9-1D16FAC39BEC}"/>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12 / 56</a:t>
            </a:r>
          </a:p>
        </p:txBody>
      </p:sp>
      <p:sp>
        <p:nvSpPr>
          <p:cNvPr id="31" name="">
            <a:extLst xmlns:a="http://schemas.openxmlformats.org/drawingml/2006/main">
              <a:ext uri="{FF2B5EF4-FFF2-40B4-BE49-F238E27FC236}">
                <a16:creationId xmlns:a16="http://schemas.microsoft.com/office/drawing/2014/main" id="{09B5091F-B167-487D-A7F4-2DAC8705FF07}"/>
              </a:ext>
            </a:extLst>
          </p:cNvPr>
          <p:cNvSpPr>
            <a:spLocks xmlns:a="http://schemas.openxmlformats.org/drawingml/2006/main" noGrp="1"/>
          </p:cNvSpPr>
          <p:nvPr/>
        </p:nvSpPr>
        <p:spPr>
          <a:xfrm xmlns:a="http://schemas.openxmlformats.org/drawingml/2006/main">
            <a:off x="1285875" y="2905125"/>
            <a:ext cx="2190750" cy="9525"/>
          </a:xfrm>
          <a:custGeom xmlns:a="http://schemas.openxmlformats.org/drawingml/2006/main">
            <a:pathLst>
              <a:path w="2190750" h="9525">
                <a:moveTo>
                  <a:pt x="0" y="0"/>
                </a:moveTo>
                <a:lnTo>
                  <a:pt x="2190750" y="0"/>
                </a:lnTo>
              </a:path>
            </a:pathLst>
          </a:custGeom>
          <a:noFill xmlns:a="http://schemas.openxmlformats.org/drawingml/2006/main"/>
          <a:ln xmlns:a="http://schemas.openxmlformats.org/drawingml/2006/main" w="16193">
            <a:solidFill>
              <a:srgbClr val="71818B"/>
            </a:solidFill>
          </a:ln>
        </p:spPr>
      </p:sp>
      <p:sp>
        <p:nvSpPr>
          <p:cNvPr id="32" name="">
            <a:extLst xmlns:a="http://schemas.openxmlformats.org/drawingml/2006/main">
              <a:ext uri="{FF2B5EF4-FFF2-40B4-BE49-F238E27FC236}">
                <a16:creationId xmlns:a16="http://schemas.microsoft.com/office/drawing/2014/main" id="{B3B06583-8878-4ED6-89A5-353E4D930AEF}"/>
              </a:ext>
            </a:extLst>
          </p:cNvPr>
          <p:cNvSpPr>
            <a:spLocks xmlns:a="http://schemas.openxmlformats.org/drawingml/2006/main" noGrp="1"/>
          </p:cNvSpPr>
          <p:nvPr/>
        </p:nvSpPr>
        <p:spPr>
          <a:xfrm xmlns:a="http://schemas.openxmlformats.org/drawingml/2006/main">
            <a:off x="3476625" y="2905125"/>
            <a:ext cx="9525" cy="2190750"/>
          </a:xfrm>
          <a:custGeom xmlns:a="http://schemas.openxmlformats.org/drawingml/2006/main">
            <a:pathLst>
              <a:path w="9525" h="2190750">
                <a:moveTo>
                  <a:pt x="0" y="0"/>
                </a:moveTo>
                <a:lnTo>
                  <a:pt x="0" y="2190750"/>
                </a:lnTo>
              </a:path>
            </a:pathLst>
          </a:custGeom>
          <a:noFill xmlns:a="http://schemas.openxmlformats.org/drawingml/2006/main"/>
          <a:ln xmlns:a="http://schemas.openxmlformats.org/drawingml/2006/main" w="16193">
            <a:solidFill>
              <a:srgbClr val="71818B"/>
            </a:solidFill>
          </a:ln>
        </p:spPr>
      </p:sp>
      <p:sp>
        <p:nvSpPr>
          <p:cNvPr id="33" name="">
            <a:extLst xmlns:a="http://schemas.openxmlformats.org/drawingml/2006/main">
              <a:ext uri="{FF2B5EF4-FFF2-40B4-BE49-F238E27FC236}">
                <a16:creationId xmlns:a16="http://schemas.microsoft.com/office/drawing/2014/main" id="{E0C72C69-378F-4433-8EED-CCE825343407}"/>
              </a:ext>
            </a:extLst>
          </p:cNvPr>
          <p:cNvSpPr>
            <a:spLocks xmlns:a="http://schemas.openxmlformats.org/drawingml/2006/main" noGrp="1"/>
          </p:cNvSpPr>
          <p:nvPr/>
        </p:nvSpPr>
        <p:spPr>
          <a:xfrm xmlns:a="http://schemas.openxmlformats.org/drawingml/2006/main">
            <a:off x="1285875" y="5095875"/>
            <a:ext cx="2190750" cy="9525"/>
          </a:xfrm>
          <a:custGeom xmlns:a="http://schemas.openxmlformats.org/drawingml/2006/main">
            <a:pathLst>
              <a:path w="2190750" h="9525">
                <a:moveTo>
                  <a:pt x="2190750" y="0"/>
                </a:moveTo>
                <a:lnTo>
                  <a:pt x="0" y="0"/>
                </a:lnTo>
              </a:path>
            </a:pathLst>
          </a:custGeom>
          <a:noFill xmlns:a="http://schemas.openxmlformats.org/drawingml/2006/main"/>
          <a:ln xmlns:a="http://schemas.openxmlformats.org/drawingml/2006/main" w="16193">
            <a:solidFill>
              <a:srgbClr val="71818B"/>
            </a:solidFill>
          </a:ln>
        </p:spPr>
      </p:sp>
      <p:sp>
        <p:nvSpPr>
          <p:cNvPr id="34" name="">
            <a:extLst xmlns:a="http://schemas.openxmlformats.org/drawingml/2006/main">
              <a:ext uri="{FF2B5EF4-FFF2-40B4-BE49-F238E27FC236}">
                <a16:creationId xmlns:a16="http://schemas.microsoft.com/office/drawing/2014/main" id="{4E56A40C-72E7-4908-BFC6-047BA05ECEBD}"/>
              </a:ext>
            </a:extLst>
          </p:cNvPr>
          <p:cNvSpPr>
            <a:spLocks xmlns:a="http://schemas.openxmlformats.org/drawingml/2006/main" noGrp="1"/>
          </p:cNvSpPr>
          <p:nvPr/>
        </p:nvSpPr>
        <p:spPr>
          <a:xfrm xmlns:a="http://schemas.openxmlformats.org/drawingml/2006/main">
            <a:off x="1285875" y="2905125"/>
            <a:ext cx="9525" cy="2190750"/>
          </a:xfrm>
          <a:custGeom xmlns:a="http://schemas.openxmlformats.org/drawingml/2006/main">
            <a:pathLst>
              <a:path w="9525" h="2190750">
                <a:moveTo>
                  <a:pt x="0" y="2190750"/>
                </a:moveTo>
                <a:lnTo>
                  <a:pt x="0" y="0"/>
                </a:lnTo>
              </a:path>
            </a:pathLst>
          </a:custGeom>
          <a:noFill xmlns:a="http://schemas.openxmlformats.org/drawingml/2006/main"/>
          <a:ln xmlns:a="http://schemas.openxmlformats.org/drawingml/2006/main" w="16193">
            <a:solidFill>
              <a:srgbClr val="71818B"/>
            </a:solidFill>
          </a:ln>
        </p:spPr>
      </p:sp>
      <p:sp>
        <p:nvSpPr>
          <p:cNvPr id="35" name="">
            <a:extLst xmlns:a="http://schemas.openxmlformats.org/drawingml/2006/main">
              <a:ext uri="{FF2B5EF4-FFF2-40B4-BE49-F238E27FC236}">
                <a16:creationId xmlns:a16="http://schemas.microsoft.com/office/drawing/2014/main" id="{908C91B5-BA6F-4A90-91F7-4B76EA4787A1}"/>
              </a:ext>
            </a:extLst>
          </p:cNvPr>
          <p:cNvSpPr>
            <a:spLocks xmlns:a="http://schemas.openxmlformats.org/drawingml/2006/main" noGrp="1"/>
          </p:cNvSpPr>
          <p:nvPr/>
        </p:nvSpPr>
        <p:spPr>
          <a:xfrm xmlns:a="http://schemas.openxmlformats.org/drawingml/2006/main">
            <a:off x="1943100" y="2379345"/>
            <a:ext cx="2190750" cy="9525"/>
          </a:xfrm>
          <a:custGeom xmlns:a="http://schemas.openxmlformats.org/drawingml/2006/main">
            <a:pathLst>
              <a:path w="2190750" h="9525">
                <a:moveTo>
                  <a:pt x="0" y="0"/>
                </a:moveTo>
                <a:lnTo>
                  <a:pt x="2190750" y="0"/>
                </a:lnTo>
              </a:path>
            </a:pathLst>
          </a:custGeom>
          <a:noFill xmlns:a="http://schemas.openxmlformats.org/drawingml/2006/main"/>
          <a:ln xmlns:a="http://schemas.openxmlformats.org/drawingml/2006/main" w="16193">
            <a:solidFill>
              <a:srgbClr val="71818B"/>
            </a:solidFill>
          </a:ln>
        </p:spPr>
      </p:sp>
      <p:sp>
        <p:nvSpPr>
          <p:cNvPr id="36" name="">
            <a:extLst xmlns:a="http://schemas.openxmlformats.org/drawingml/2006/main">
              <a:ext uri="{FF2B5EF4-FFF2-40B4-BE49-F238E27FC236}">
                <a16:creationId xmlns:a16="http://schemas.microsoft.com/office/drawing/2014/main" id="{46E477FB-2481-4F49-9FC8-AB315CEC3C07}"/>
              </a:ext>
            </a:extLst>
          </p:cNvPr>
          <p:cNvSpPr>
            <a:spLocks xmlns:a="http://schemas.openxmlformats.org/drawingml/2006/main" noGrp="1"/>
          </p:cNvSpPr>
          <p:nvPr/>
        </p:nvSpPr>
        <p:spPr>
          <a:xfrm xmlns:a="http://schemas.openxmlformats.org/drawingml/2006/main">
            <a:off x="4133850" y="2379345"/>
            <a:ext cx="9525" cy="2190750"/>
          </a:xfrm>
          <a:custGeom xmlns:a="http://schemas.openxmlformats.org/drawingml/2006/main">
            <a:pathLst>
              <a:path w="9525" h="2190750">
                <a:moveTo>
                  <a:pt x="0" y="0"/>
                </a:moveTo>
                <a:lnTo>
                  <a:pt x="0" y="2190750"/>
                </a:lnTo>
              </a:path>
            </a:pathLst>
          </a:custGeom>
          <a:noFill xmlns:a="http://schemas.openxmlformats.org/drawingml/2006/main"/>
          <a:ln xmlns:a="http://schemas.openxmlformats.org/drawingml/2006/main" w="16193">
            <a:solidFill>
              <a:srgbClr val="71818B"/>
            </a:solidFill>
          </a:ln>
        </p:spPr>
      </p:sp>
      <p:sp>
        <p:nvSpPr>
          <p:cNvPr id="37" name="">
            <a:extLst xmlns:a="http://schemas.openxmlformats.org/drawingml/2006/main">
              <a:ext uri="{FF2B5EF4-FFF2-40B4-BE49-F238E27FC236}">
                <a16:creationId xmlns:a16="http://schemas.microsoft.com/office/drawing/2014/main" id="{40F42863-BCA4-4466-8505-AF8350BFD5C3}"/>
              </a:ext>
            </a:extLst>
          </p:cNvPr>
          <p:cNvSpPr>
            <a:spLocks xmlns:a="http://schemas.openxmlformats.org/drawingml/2006/main" noGrp="1"/>
          </p:cNvSpPr>
          <p:nvPr/>
        </p:nvSpPr>
        <p:spPr>
          <a:xfrm xmlns:a="http://schemas.openxmlformats.org/drawingml/2006/main">
            <a:off x="1943100" y="4570095"/>
            <a:ext cx="2190750" cy="9525"/>
          </a:xfrm>
          <a:custGeom xmlns:a="http://schemas.openxmlformats.org/drawingml/2006/main">
            <a:pathLst>
              <a:path w="2190750" h="9525">
                <a:moveTo>
                  <a:pt x="2190750" y="0"/>
                </a:moveTo>
                <a:lnTo>
                  <a:pt x="0" y="0"/>
                </a:lnTo>
              </a:path>
            </a:pathLst>
          </a:custGeom>
          <a:noFill xmlns:a="http://schemas.openxmlformats.org/drawingml/2006/main"/>
          <a:ln xmlns:a="http://schemas.openxmlformats.org/drawingml/2006/main" w="16193">
            <a:solidFill>
              <a:srgbClr val="71818B"/>
            </a:solidFill>
          </a:ln>
        </p:spPr>
      </p:sp>
      <p:sp>
        <p:nvSpPr>
          <p:cNvPr id="38" name="">
            <a:extLst xmlns:a="http://schemas.openxmlformats.org/drawingml/2006/main">
              <a:ext uri="{FF2B5EF4-FFF2-40B4-BE49-F238E27FC236}">
                <a16:creationId xmlns:a16="http://schemas.microsoft.com/office/drawing/2014/main" id="{B71A5D8E-A95A-4A21-9946-7CAD5D82B4A7}"/>
              </a:ext>
            </a:extLst>
          </p:cNvPr>
          <p:cNvSpPr>
            <a:spLocks xmlns:a="http://schemas.openxmlformats.org/drawingml/2006/main" noGrp="1"/>
          </p:cNvSpPr>
          <p:nvPr/>
        </p:nvSpPr>
        <p:spPr>
          <a:xfrm xmlns:a="http://schemas.openxmlformats.org/drawingml/2006/main">
            <a:off x="1943100" y="4499218"/>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39" name="">
            <a:extLst xmlns:a="http://schemas.openxmlformats.org/drawingml/2006/main">
              <a:ext uri="{FF2B5EF4-FFF2-40B4-BE49-F238E27FC236}">
                <a16:creationId xmlns:a16="http://schemas.microsoft.com/office/drawing/2014/main" id="{85BF9AE4-46F9-45FF-A9B4-4D987EE21AB6}"/>
              </a:ext>
            </a:extLst>
          </p:cNvPr>
          <p:cNvSpPr>
            <a:spLocks xmlns:a="http://schemas.openxmlformats.org/drawingml/2006/main" noGrp="1"/>
          </p:cNvSpPr>
          <p:nvPr/>
        </p:nvSpPr>
        <p:spPr>
          <a:xfrm xmlns:a="http://schemas.openxmlformats.org/drawingml/2006/main">
            <a:off x="1943100" y="4370350"/>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0" name="">
            <a:extLst xmlns:a="http://schemas.openxmlformats.org/drawingml/2006/main">
              <a:ext uri="{FF2B5EF4-FFF2-40B4-BE49-F238E27FC236}">
                <a16:creationId xmlns:a16="http://schemas.microsoft.com/office/drawing/2014/main" id="{000D637C-5EFB-4039-A9BB-F8A72DE30D17}"/>
              </a:ext>
            </a:extLst>
          </p:cNvPr>
          <p:cNvSpPr>
            <a:spLocks xmlns:a="http://schemas.openxmlformats.org/drawingml/2006/main" noGrp="1"/>
          </p:cNvSpPr>
          <p:nvPr/>
        </p:nvSpPr>
        <p:spPr>
          <a:xfrm xmlns:a="http://schemas.openxmlformats.org/drawingml/2006/main">
            <a:off x="1943100" y="4241483"/>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1" name="">
            <a:extLst xmlns:a="http://schemas.openxmlformats.org/drawingml/2006/main">
              <a:ext uri="{FF2B5EF4-FFF2-40B4-BE49-F238E27FC236}">
                <a16:creationId xmlns:a16="http://schemas.microsoft.com/office/drawing/2014/main" id="{1335F505-F44F-4C0E-8A13-28B7C5047F1F}"/>
              </a:ext>
            </a:extLst>
          </p:cNvPr>
          <p:cNvSpPr>
            <a:spLocks xmlns:a="http://schemas.openxmlformats.org/drawingml/2006/main" noGrp="1"/>
          </p:cNvSpPr>
          <p:nvPr/>
        </p:nvSpPr>
        <p:spPr>
          <a:xfrm xmlns:a="http://schemas.openxmlformats.org/drawingml/2006/main">
            <a:off x="1943100" y="4112615"/>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2" name="">
            <a:extLst xmlns:a="http://schemas.openxmlformats.org/drawingml/2006/main">
              <a:ext uri="{FF2B5EF4-FFF2-40B4-BE49-F238E27FC236}">
                <a16:creationId xmlns:a16="http://schemas.microsoft.com/office/drawing/2014/main" id="{35FD5DE6-DB9A-435C-B786-465C64D34968}"/>
              </a:ext>
            </a:extLst>
          </p:cNvPr>
          <p:cNvSpPr>
            <a:spLocks xmlns:a="http://schemas.openxmlformats.org/drawingml/2006/main" noGrp="1"/>
          </p:cNvSpPr>
          <p:nvPr/>
        </p:nvSpPr>
        <p:spPr>
          <a:xfrm xmlns:a="http://schemas.openxmlformats.org/drawingml/2006/main">
            <a:off x="1943100" y="3983747"/>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3" name="">
            <a:extLst xmlns:a="http://schemas.openxmlformats.org/drawingml/2006/main">
              <a:ext uri="{FF2B5EF4-FFF2-40B4-BE49-F238E27FC236}">
                <a16:creationId xmlns:a16="http://schemas.microsoft.com/office/drawing/2014/main" id="{499D83F8-2509-457C-9607-AD47B078FFAF}"/>
              </a:ext>
            </a:extLst>
          </p:cNvPr>
          <p:cNvSpPr>
            <a:spLocks xmlns:a="http://schemas.openxmlformats.org/drawingml/2006/main" noGrp="1"/>
          </p:cNvSpPr>
          <p:nvPr/>
        </p:nvSpPr>
        <p:spPr>
          <a:xfrm xmlns:a="http://schemas.openxmlformats.org/drawingml/2006/main">
            <a:off x="1943100" y="3854880"/>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4" name="">
            <a:extLst xmlns:a="http://schemas.openxmlformats.org/drawingml/2006/main">
              <a:ext uri="{FF2B5EF4-FFF2-40B4-BE49-F238E27FC236}">
                <a16:creationId xmlns:a16="http://schemas.microsoft.com/office/drawing/2014/main" id="{C88241C9-085E-4496-9C20-AF4DEC4C58C5}"/>
              </a:ext>
            </a:extLst>
          </p:cNvPr>
          <p:cNvSpPr>
            <a:spLocks xmlns:a="http://schemas.openxmlformats.org/drawingml/2006/main" noGrp="1"/>
          </p:cNvSpPr>
          <p:nvPr/>
        </p:nvSpPr>
        <p:spPr>
          <a:xfrm xmlns:a="http://schemas.openxmlformats.org/drawingml/2006/main">
            <a:off x="1943100" y="3726012"/>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5" name="">
            <a:extLst xmlns:a="http://schemas.openxmlformats.org/drawingml/2006/main">
              <a:ext uri="{FF2B5EF4-FFF2-40B4-BE49-F238E27FC236}">
                <a16:creationId xmlns:a16="http://schemas.microsoft.com/office/drawing/2014/main" id="{BBE4A089-5CDB-451E-8412-78CF3A356C8A}"/>
              </a:ext>
            </a:extLst>
          </p:cNvPr>
          <p:cNvSpPr>
            <a:spLocks xmlns:a="http://schemas.openxmlformats.org/drawingml/2006/main" noGrp="1"/>
          </p:cNvSpPr>
          <p:nvPr/>
        </p:nvSpPr>
        <p:spPr>
          <a:xfrm xmlns:a="http://schemas.openxmlformats.org/drawingml/2006/main">
            <a:off x="1943100" y="3597144"/>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6" name="">
            <a:extLst xmlns:a="http://schemas.openxmlformats.org/drawingml/2006/main">
              <a:ext uri="{FF2B5EF4-FFF2-40B4-BE49-F238E27FC236}">
                <a16:creationId xmlns:a16="http://schemas.microsoft.com/office/drawing/2014/main" id="{49430FC1-1D86-4FFF-B86D-597B00E54B77}"/>
              </a:ext>
            </a:extLst>
          </p:cNvPr>
          <p:cNvSpPr>
            <a:spLocks xmlns:a="http://schemas.openxmlformats.org/drawingml/2006/main" noGrp="1"/>
          </p:cNvSpPr>
          <p:nvPr/>
        </p:nvSpPr>
        <p:spPr>
          <a:xfrm xmlns:a="http://schemas.openxmlformats.org/drawingml/2006/main">
            <a:off x="1943100" y="3468277"/>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7" name="">
            <a:extLst xmlns:a="http://schemas.openxmlformats.org/drawingml/2006/main">
              <a:ext uri="{FF2B5EF4-FFF2-40B4-BE49-F238E27FC236}">
                <a16:creationId xmlns:a16="http://schemas.microsoft.com/office/drawing/2014/main" id="{67129D93-247B-4F40-8CF8-8937F483B922}"/>
              </a:ext>
            </a:extLst>
          </p:cNvPr>
          <p:cNvSpPr>
            <a:spLocks xmlns:a="http://schemas.openxmlformats.org/drawingml/2006/main" noGrp="1"/>
          </p:cNvSpPr>
          <p:nvPr/>
        </p:nvSpPr>
        <p:spPr>
          <a:xfrm xmlns:a="http://schemas.openxmlformats.org/drawingml/2006/main">
            <a:off x="1943100" y="3339409"/>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8" name="">
            <a:extLst xmlns:a="http://schemas.openxmlformats.org/drawingml/2006/main">
              <a:ext uri="{FF2B5EF4-FFF2-40B4-BE49-F238E27FC236}">
                <a16:creationId xmlns:a16="http://schemas.microsoft.com/office/drawing/2014/main" id="{016A9603-5222-4A24-BA1E-64351F963D3C}"/>
              </a:ext>
            </a:extLst>
          </p:cNvPr>
          <p:cNvSpPr>
            <a:spLocks xmlns:a="http://schemas.openxmlformats.org/drawingml/2006/main" noGrp="1"/>
          </p:cNvSpPr>
          <p:nvPr/>
        </p:nvSpPr>
        <p:spPr>
          <a:xfrm xmlns:a="http://schemas.openxmlformats.org/drawingml/2006/main">
            <a:off x="1943100" y="3210541"/>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9" name="">
            <a:extLst xmlns:a="http://schemas.openxmlformats.org/drawingml/2006/main">
              <a:ext uri="{FF2B5EF4-FFF2-40B4-BE49-F238E27FC236}">
                <a16:creationId xmlns:a16="http://schemas.microsoft.com/office/drawing/2014/main" id="{C01DF78E-FBBC-4957-B2C7-5F2A80903E3A}"/>
              </a:ext>
            </a:extLst>
          </p:cNvPr>
          <p:cNvSpPr>
            <a:spLocks xmlns:a="http://schemas.openxmlformats.org/drawingml/2006/main" noGrp="1"/>
          </p:cNvSpPr>
          <p:nvPr/>
        </p:nvSpPr>
        <p:spPr>
          <a:xfrm xmlns:a="http://schemas.openxmlformats.org/drawingml/2006/main">
            <a:off x="1943100" y="3081674"/>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0" name="">
            <a:extLst xmlns:a="http://schemas.openxmlformats.org/drawingml/2006/main">
              <a:ext uri="{FF2B5EF4-FFF2-40B4-BE49-F238E27FC236}">
                <a16:creationId xmlns:a16="http://schemas.microsoft.com/office/drawing/2014/main" id="{BF4B3436-2311-4E09-9C51-4732265DE504}"/>
              </a:ext>
            </a:extLst>
          </p:cNvPr>
          <p:cNvSpPr>
            <a:spLocks xmlns:a="http://schemas.openxmlformats.org/drawingml/2006/main" noGrp="1"/>
          </p:cNvSpPr>
          <p:nvPr/>
        </p:nvSpPr>
        <p:spPr>
          <a:xfrm xmlns:a="http://schemas.openxmlformats.org/drawingml/2006/main">
            <a:off x="1943100" y="2952806"/>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1" name="">
            <a:extLst xmlns:a="http://schemas.openxmlformats.org/drawingml/2006/main">
              <a:ext uri="{FF2B5EF4-FFF2-40B4-BE49-F238E27FC236}">
                <a16:creationId xmlns:a16="http://schemas.microsoft.com/office/drawing/2014/main" id="{C6A40C70-3819-4ACF-A1DA-1CAB9E63B206}"/>
              </a:ext>
            </a:extLst>
          </p:cNvPr>
          <p:cNvSpPr>
            <a:spLocks xmlns:a="http://schemas.openxmlformats.org/drawingml/2006/main" noGrp="1"/>
          </p:cNvSpPr>
          <p:nvPr/>
        </p:nvSpPr>
        <p:spPr>
          <a:xfrm xmlns:a="http://schemas.openxmlformats.org/drawingml/2006/main">
            <a:off x="1943100" y="2823938"/>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2" name="">
            <a:extLst xmlns:a="http://schemas.openxmlformats.org/drawingml/2006/main">
              <a:ext uri="{FF2B5EF4-FFF2-40B4-BE49-F238E27FC236}">
                <a16:creationId xmlns:a16="http://schemas.microsoft.com/office/drawing/2014/main" id="{EAE163CE-572D-49FE-9B71-9F3E88447464}"/>
              </a:ext>
            </a:extLst>
          </p:cNvPr>
          <p:cNvSpPr>
            <a:spLocks xmlns:a="http://schemas.openxmlformats.org/drawingml/2006/main" noGrp="1"/>
          </p:cNvSpPr>
          <p:nvPr/>
        </p:nvSpPr>
        <p:spPr>
          <a:xfrm xmlns:a="http://schemas.openxmlformats.org/drawingml/2006/main">
            <a:off x="1943100" y="2695071"/>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3" name="">
            <a:extLst xmlns:a="http://schemas.openxmlformats.org/drawingml/2006/main">
              <a:ext uri="{FF2B5EF4-FFF2-40B4-BE49-F238E27FC236}">
                <a16:creationId xmlns:a16="http://schemas.microsoft.com/office/drawing/2014/main" id="{C0BF696C-A086-4560-9BD9-AE7758C1A096}"/>
              </a:ext>
            </a:extLst>
          </p:cNvPr>
          <p:cNvSpPr>
            <a:spLocks xmlns:a="http://schemas.openxmlformats.org/drawingml/2006/main" noGrp="1"/>
          </p:cNvSpPr>
          <p:nvPr/>
        </p:nvSpPr>
        <p:spPr>
          <a:xfrm xmlns:a="http://schemas.openxmlformats.org/drawingml/2006/main">
            <a:off x="1943100" y="2566203"/>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4" name="">
            <a:extLst xmlns:a="http://schemas.openxmlformats.org/drawingml/2006/main">
              <a:ext uri="{FF2B5EF4-FFF2-40B4-BE49-F238E27FC236}">
                <a16:creationId xmlns:a16="http://schemas.microsoft.com/office/drawing/2014/main" id="{3996A32B-C999-4DA3-94C9-96D0D454A59C}"/>
              </a:ext>
            </a:extLst>
          </p:cNvPr>
          <p:cNvSpPr>
            <a:spLocks xmlns:a="http://schemas.openxmlformats.org/drawingml/2006/main" noGrp="1"/>
          </p:cNvSpPr>
          <p:nvPr/>
        </p:nvSpPr>
        <p:spPr>
          <a:xfrm xmlns:a="http://schemas.openxmlformats.org/drawingml/2006/main">
            <a:off x="1943100" y="2437335"/>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5" name="">
            <a:extLst xmlns:a="http://schemas.openxmlformats.org/drawingml/2006/main">
              <a:ext uri="{FF2B5EF4-FFF2-40B4-BE49-F238E27FC236}">
                <a16:creationId xmlns:a16="http://schemas.microsoft.com/office/drawing/2014/main" id="{6F64F8A3-A9F9-4427-A2AB-6747B44AD365}"/>
              </a:ext>
            </a:extLst>
          </p:cNvPr>
          <p:cNvSpPr>
            <a:spLocks xmlns:a="http://schemas.openxmlformats.org/drawingml/2006/main" noGrp="1"/>
          </p:cNvSpPr>
          <p:nvPr/>
        </p:nvSpPr>
        <p:spPr>
          <a:xfrm xmlns:a="http://schemas.openxmlformats.org/drawingml/2006/main">
            <a:off x="1285875" y="2379345"/>
            <a:ext cx="657225" cy="525780"/>
          </a:xfrm>
          <a:custGeom xmlns:a="http://schemas.openxmlformats.org/drawingml/2006/main">
            <a:pathLst>
              <a:path w="657225" h="525780">
                <a:moveTo>
                  <a:pt x="0" y="525780"/>
                </a:moveTo>
                <a:lnTo>
                  <a:pt x="657225" y="0"/>
                </a:lnTo>
              </a:path>
            </a:pathLst>
          </a:custGeom>
          <a:noFill xmlns:a="http://schemas.openxmlformats.org/drawingml/2006/main"/>
          <a:ln xmlns:a="http://schemas.openxmlformats.org/drawingml/2006/main" w="16193">
            <a:solidFill>
              <a:srgbClr val="71818B"/>
            </a:solidFill>
          </a:ln>
        </p:spPr>
      </p:sp>
      <p:sp>
        <p:nvSpPr>
          <p:cNvPr id="56" name="">
            <a:extLst xmlns:a="http://schemas.openxmlformats.org/drawingml/2006/main">
              <a:ext uri="{FF2B5EF4-FFF2-40B4-BE49-F238E27FC236}">
                <a16:creationId xmlns:a16="http://schemas.microsoft.com/office/drawing/2014/main" id="{050108E0-05F7-451E-AB95-1F209E9E8642}"/>
              </a:ext>
            </a:extLst>
          </p:cNvPr>
          <p:cNvSpPr>
            <a:spLocks xmlns:a="http://schemas.openxmlformats.org/drawingml/2006/main" noGrp="1"/>
          </p:cNvSpPr>
          <p:nvPr/>
        </p:nvSpPr>
        <p:spPr>
          <a:xfrm xmlns:a="http://schemas.openxmlformats.org/drawingml/2006/main">
            <a:off x="3476625" y="2379345"/>
            <a:ext cx="657225" cy="525780"/>
          </a:xfrm>
          <a:custGeom xmlns:a="http://schemas.openxmlformats.org/drawingml/2006/main">
            <a:pathLst>
              <a:path w="657225" h="525780">
                <a:moveTo>
                  <a:pt x="0" y="525780"/>
                </a:moveTo>
                <a:lnTo>
                  <a:pt x="657225" y="0"/>
                </a:lnTo>
              </a:path>
            </a:pathLst>
          </a:custGeom>
          <a:noFill xmlns:a="http://schemas.openxmlformats.org/drawingml/2006/main"/>
          <a:ln xmlns:a="http://schemas.openxmlformats.org/drawingml/2006/main" w="16193">
            <a:solidFill>
              <a:srgbClr val="71818B"/>
            </a:solidFill>
          </a:ln>
        </p:spPr>
      </p:sp>
      <p:sp>
        <p:nvSpPr>
          <p:cNvPr id="57" name="">
            <a:extLst xmlns:a="http://schemas.openxmlformats.org/drawingml/2006/main">
              <a:ext uri="{FF2B5EF4-FFF2-40B4-BE49-F238E27FC236}">
                <a16:creationId xmlns:a16="http://schemas.microsoft.com/office/drawing/2014/main" id="{E3A7105F-9FA3-4E6E-AE89-8D9184C4DECF}"/>
              </a:ext>
            </a:extLst>
          </p:cNvPr>
          <p:cNvSpPr>
            <a:spLocks xmlns:a="http://schemas.openxmlformats.org/drawingml/2006/main" noGrp="1"/>
          </p:cNvSpPr>
          <p:nvPr/>
        </p:nvSpPr>
        <p:spPr>
          <a:xfrm xmlns:a="http://schemas.openxmlformats.org/drawingml/2006/main">
            <a:off x="3476625" y="4570095"/>
            <a:ext cx="657225" cy="525780"/>
          </a:xfrm>
          <a:custGeom xmlns:a="http://schemas.openxmlformats.org/drawingml/2006/main">
            <a:pathLst>
              <a:path w="657225" h="525780">
                <a:moveTo>
                  <a:pt x="0" y="525780"/>
                </a:moveTo>
                <a:lnTo>
                  <a:pt x="657225" y="0"/>
                </a:lnTo>
              </a:path>
            </a:pathLst>
          </a:custGeom>
          <a:noFill xmlns:a="http://schemas.openxmlformats.org/drawingml/2006/main"/>
          <a:ln xmlns:a="http://schemas.openxmlformats.org/drawingml/2006/main" w="16193">
            <a:solidFill>
              <a:srgbClr val="71818B"/>
            </a:solidFill>
          </a:ln>
        </p:spPr>
      </p:sp>
      <p:sp>
        <p:nvSpPr>
          <p:cNvPr id="58" name="">
            <a:extLst xmlns:a="http://schemas.openxmlformats.org/drawingml/2006/main">
              <a:ext uri="{FF2B5EF4-FFF2-40B4-BE49-F238E27FC236}">
                <a16:creationId xmlns:a16="http://schemas.microsoft.com/office/drawing/2014/main" id="{F4D248B6-8FFE-4405-BEBE-782C80E6B5A5}"/>
              </a:ext>
            </a:extLst>
          </p:cNvPr>
          <p:cNvSpPr>
            <a:spLocks xmlns:a="http://schemas.openxmlformats.org/drawingml/2006/main" noGrp="1"/>
          </p:cNvSpPr>
          <p:nvPr/>
        </p:nvSpPr>
        <p:spPr>
          <a:xfrm xmlns:a="http://schemas.openxmlformats.org/drawingml/2006/main">
            <a:off x="1285875" y="5054564"/>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59" name="">
            <a:extLst xmlns:a="http://schemas.openxmlformats.org/drawingml/2006/main">
              <a:ext uri="{FF2B5EF4-FFF2-40B4-BE49-F238E27FC236}">
                <a16:creationId xmlns:a16="http://schemas.microsoft.com/office/drawing/2014/main" id="{256A66F8-B32F-41C7-A568-F8A4639EA1BA}"/>
              </a:ext>
            </a:extLst>
          </p:cNvPr>
          <p:cNvSpPr>
            <a:spLocks xmlns:a="http://schemas.openxmlformats.org/drawingml/2006/main" noGrp="1"/>
          </p:cNvSpPr>
          <p:nvPr/>
        </p:nvSpPr>
        <p:spPr>
          <a:xfrm xmlns:a="http://schemas.openxmlformats.org/drawingml/2006/main">
            <a:off x="1379764" y="4979452"/>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60" name="">
            <a:extLst xmlns:a="http://schemas.openxmlformats.org/drawingml/2006/main">
              <a:ext uri="{FF2B5EF4-FFF2-40B4-BE49-F238E27FC236}">
                <a16:creationId xmlns:a16="http://schemas.microsoft.com/office/drawing/2014/main" id="{0FD5F011-B062-4662-8E65-66E7844B800F}"/>
              </a:ext>
            </a:extLst>
          </p:cNvPr>
          <p:cNvSpPr>
            <a:spLocks xmlns:a="http://schemas.openxmlformats.org/drawingml/2006/main" noGrp="1"/>
          </p:cNvSpPr>
          <p:nvPr/>
        </p:nvSpPr>
        <p:spPr>
          <a:xfrm xmlns:a="http://schemas.openxmlformats.org/drawingml/2006/main">
            <a:off x="1473654" y="4904341"/>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61" name="">
            <a:extLst xmlns:a="http://schemas.openxmlformats.org/drawingml/2006/main">
              <a:ext uri="{FF2B5EF4-FFF2-40B4-BE49-F238E27FC236}">
                <a16:creationId xmlns:a16="http://schemas.microsoft.com/office/drawing/2014/main" id="{9472B2DF-2BA0-4087-A937-659F48D3E5D4}"/>
              </a:ext>
            </a:extLst>
          </p:cNvPr>
          <p:cNvSpPr>
            <a:spLocks xmlns:a="http://schemas.openxmlformats.org/drawingml/2006/main" noGrp="1"/>
          </p:cNvSpPr>
          <p:nvPr/>
        </p:nvSpPr>
        <p:spPr>
          <a:xfrm xmlns:a="http://schemas.openxmlformats.org/drawingml/2006/main">
            <a:off x="1567543" y="4829229"/>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62" name="">
            <a:extLst xmlns:a="http://schemas.openxmlformats.org/drawingml/2006/main">
              <a:ext uri="{FF2B5EF4-FFF2-40B4-BE49-F238E27FC236}">
                <a16:creationId xmlns:a16="http://schemas.microsoft.com/office/drawing/2014/main" id="{8C8637F3-04E6-451D-B21F-D65D6C172A35}"/>
              </a:ext>
            </a:extLst>
          </p:cNvPr>
          <p:cNvSpPr>
            <a:spLocks xmlns:a="http://schemas.openxmlformats.org/drawingml/2006/main" noGrp="1"/>
          </p:cNvSpPr>
          <p:nvPr/>
        </p:nvSpPr>
        <p:spPr>
          <a:xfrm xmlns:a="http://schemas.openxmlformats.org/drawingml/2006/main">
            <a:off x="1661432" y="4754118"/>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63" name="">
            <a:extLst xmlns:a="http://schemas.openxmlformats.org/drawingml/2006/main">
              <a:ext uri="{FF2B5EF4-FFF2-40B4-BE49-F238E27FC236}">
                <a16:creationId xmlns:a16="http://schemas.microsoft.com/office/drawing/2014/main" id="{76D7ED74-E2D1-4548-BE5F-20E9450EE9FB}"/>
              </a:ext>
            </a:extLst>
          </p:cNvPr>
          <p:cNvSpPr>
            <a:spLocks xmlns:a="http://schemas.openxmlformats.org/drawingml/2006/main" noGrp="1"/>
          </p:cNvSpPr>
          <p:nvPr/>
        </p:nvSpPr>
        <p:spPr>
          <a:xfrm xmlns:a="http://schemas.openxmlformats.org/drawingml/2006/main">
            <a:off x="1755321" y="4679007"/>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64" name="">
            <a:extLst xmlns:a="http://schemas.openxmlformats.org/drawingml/2006/main">
              <a:ext uri="{FF2B5EF4-FFF2-40B4-BE49-F238E27FC236}">
                <a16:creationId xmlns:a16="http://schemas.microsoft.com/office/drawing/2014/main" id="{9ECDB408-FF86-4D7E-83DA-0A4AB1B1DBB4}"/>
              </a:ext>
            </a:extLst>
          </p:cNvPr>
          <p:cNvSpPr>
            <a:spLocks xmlns:a="http://schemas.openxmlformats.org/drawingml/2006/main" noGrp="1"/>
          </p:cNvSpPr>
          <p:nvPr/>
        </p:nvSpPr>
        <p:spPr>
          <a:xfrm xmlns:a="http://schemas.openxmlformats.org/drawingml/2006/main">
            <a:off x="1849211" y="4603895"/>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65" name="">
            <a:extLst xmlns:a="http://schemas.openxmlformats.org/drawingml/2006/main">
              <a:ext uri="{FF2B5EF4-FFF2-40B4-BE49-F238E27FC236}">
                <a16:creationId xmlns:a16="http://schemas.microsoft.com/office/drawing/2014/main" id="{68FC0CD7-17D4-4659-BC0C-AF52A9EC82E1}"/>
              </a:ext>
            </a:extLst>
          </p:cNvPr>
          <p:cNvSpPr>
            <a:spLocks xmlns:a="http://schemas.openxmlformats.org/drawingml/2006/main" noGrp="1"/>
          </p:cNvSpPr>
          <p:nvPr/>
        </p:nvSpPr>
        <p:spPr>
          <a:xfrm xmlns:a="http://schemas.openxmlformats.org/drawingml/2006/main">
            <a:off x="1187291" y="280654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6" name="">
            <a:extLst xmlns:a="http://schemas.openxmlformats.org/drawingml/2006/main">
              <a:ext uri="{FF2B5EF4-FFF2-40B4-BE49-F238E27FC236}">
                <a16:creationId xmlns:a16="http://schemas.microsoft.com/office/drawing/2014/main" id="{A457D318-3BFD-470E-AFA8-96F6747ED27D}"/>
              </a:ext>
            </a:extLst>
          </p:cNvPr>
          <p:cNvSpPr>
            <a:spLocks xmlns:a="http://schemas.openxmlformats.org/drawingml/2006/main" noGrp="1"/>
          </p:cNvSpPr>
          <p:nvPr/>
        </p:nvSpPr>
        <p:spPr>
          <a:xfrm xmlns:a="http://schemas.openxmlformats.org/drawingml/2006/main">
            <a:off x="3378041" y="280654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7" name="">
            <a:extLst xmlns:a="http://schemas.openxmlformats.org/drawingml/2006/main">
              <a:ext uri="{FF2B5EF4-FFF2-40B4-BE49-F238E27FC236}">
                <a16:creationId xmlns:a16="http://schemas.microsoft.com/office/drawing/2014/main" id="{E16C2651-6D09-4C14-9AD0-3BCA1C684D35}"/>
              </a:ext>
            </a:extLst>
          </p:cNvPr>
          <p:cNvSpPr>
            <a:spLocks xmlns:a="http://schemas.openxmlformats.org/drawingml/2006/main" noGrp="1"/>
          </p:cNvSpPr>
          <p:nvPr/>
        </p:nvSpPr>
        <p:spPr>
          <a:xfrm xmlns:a="http://schemas.openxmlformats.org/drawingml/2006/main">
            <a:off x="3378041" y="499729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8" name="">
            <a:extLst xmlns:a="http://schemas.openxmlformats.org/drawingml/2006/main">
              <a:ext uri="{FF2B5EF4-FFF2-40B4-BE49-F238E27FC236}">
                <a16:creationId xmlns:a16="http://schemas.microsoft.com/office/drawing/2014/main" id="{CA65C13E-B94C-4FEE-ABFF-C6C012977385}"/>
              </a:ext>
            </a:extLst>
          </p:cNvPr>
          <p:cNvSpPr>
            <a:spLocks xmlns:a="http://schemas.openxmlformats.org/drawingml/2006/main" noGrp="1"/>
          </p:cNvSpPr>
          <p:nvPr/>
        </p:nvSpPr>
        <p:spPr>
          <a:xfrm xmlns:a="http://schemas.openxmlformats.org/drawingml/2006/main">
            <a:off x="1187291" y="499729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9" name="">
            <a:extLst xmlns:a="http://schemas.openxmlformats.org/drawingml/2006/main">
              <a:ext uri="{FF2B5EF4-FFF2-40B4-BE49-F238E27FC236}">
                <a16:creationId xmlns:a16="http://schemas.microsoft.com/office/drawing/2014/main" id="{0665BD65-B3B8-4D97-BAEB-DA5FC5267AC6}"/>
              </a:ext>
            </a:extLst>
          </p:cNvPr>
          <p:cNvSpPr>
            <a:spLocks xmlns:a="http://schemas.openxmlformats.org/drawingml/2006/main" noGrp="1"/>
          </p:cNvSpPr>
          <p:nvPr/>
        </p:nvSpPr>
        <p:spPr>
          <a:xfrm xmlns:a="http://schemas.openxmlformats.org/drawingml/2006/main">
            <a:off x="1844516" y="228076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0" name="">
            <a:extLst xmlns:a="http://schemas.openxmlformats.org/drawingml/2006/main">
              <a:ext uri="{FF2B5EF4-FFF2-40B4-BE49-F238E27FC236}">
                <a16:creationId xmlns:a16="http://schemas.microsoft.com/office/drawing/2014/main" id="{19F62F4F-FF1B-4B1D-91C9-EC6179246017}"/>
              </a:ext>
            </a:extLst>
          </p:cNvPr>
          <p:cNvSpPr>
            <a:spLocks xmlns:a="http://schemas.openxmlformats.org/drawingml/2006/main" noGrp="1"/>
          </p:cNvSpPr>
          <p:nvPr/>
        </p:nvSpPr>
        <p:spPr>
          <a:xfrm xmlns:a="http://schemas.openxmlformats.org/drawingml/2006/main">
            <a:off x="4035266" y="228076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1" name="">
            <a:extLst xmlns:a="http://schemas.openxmlformats.org/drawingml/2006/main">
              <a:ext uri="{FF2B5EF4-FFF2-40B4-BE49-F238E27FC236}">
                <a16:creationId xmlns:a16="http://schemas.microsoft.com/office/drawing/2014/main" id="{E8D01A37-BA2B-4B36-90AE-A1613FBFD78C}"/>
              </a:ext>
            </a:extLst>
          </p:cNvPr>
          <p:cNvSpPr>
            <a:spLocks xmlns:a="http://schemas.openxmlformats.org/drawingml/2006/main" noGrp="1"/>
          </p:cNvSpPr>
          <p:nvPr/>
        </p:nvSpPr>
        <p:spPr>
          <a:xfrm xmlns:a="http://schemas.openxmlformats.org/drawingml/2006/main">
            <a:off x="4035266" y="447151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2" name="">
            <a:extLst xmlns:a="http://schemas.openxmlformats.org/drawingml/2006/main">
              <a:ext uri="{FF2B5EF4-FFF2-40B4-BE49-F238E27FC236}">
                <a16:creationId xmlns:a16="http://schemas.microsoft.com/office/drawing/2014/main" id="{C4CEDAE3-4C76-4344-B02A-526B6C4D3632}"/>
              </a:ext>
            </a:extLst>
          </p:cNvPr>
          <p:cNvSpPr>
            <a:spLocks xmlns:a="http://schemas.openxmlformats.org/drawingml/2006/main" noGrp="1"/>
          </p:cNvSpPr>
          <p:nvPr/>
        </p:nvSpPr>
        <p:spPr>
          <a:xfrm xmlns:a="http://schemas.openxmlformats.org/drawingml/2006/main">
            <a:off x="1844516" y="447151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3" name="">
            <a:extLst xmlns:a="http://schemas.openxmlformats.org/drawingml/2006/main">
              <a:ext uri="{FF2B5EF4-FFF2-40B4-BE49-F238E27FC236}">
                <a16:creationId xmlns:a16="http://schemas.microsoft.com/office/drawing/2014/main" id="{62852EBE-0A5F-4323-BE1D-28F43B142B50}"/>
              </a:ext>
            </a:extLst>
          </p:cNvPr>
          <p:cNvSpPr>
            <a:spLocks xmlns:a="http://schemas.openxmlformats.org/drawingml/2006/main" noGrp="1"/>
          </p:cNvSpPr>
          <p:nvPr/>
        </p:nvSpPr>
        <p:spPr>
          <a:xfrm xmlns:a="http://schemas.openxmlformats.org/drawingml/2006/main">
            <a:off x="2567464" y="3595211"/>
            <a:ext cx="284798" cy="284798"/>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74" name="">
            <a:extLst xmlns:a="http://schemas.openxmlformats.org/drawingml/2006/main">
              <a:ext uri="{FF2B5EF4-FFF2-40B4-BE49-F238E27FC236}">
                <a16:creationId xmlns:a16="http://schemas.microsoft.com/office/drawing/2014/main" id="{D212B629-8BA8-4EB3-B86A-16EAFA2376D1}"/>
              </a:ext>
            </a:extLst>
          </p:cNvPr>
          <p:cNvSpPr>
            <a:spLocks xmlns:a="http://schemas.openxmlformats.org/drawingml/2006/main" noGrp="1"/>
          </p:cNvSpPr>
          <p:nvPr/>
        </p:nvSpPr>
        <p:spPr>
          <a:xfrm xmlns:a="http://schemas.openxmlformats.org/drawingml/2006/main">
            <a:off x="6115050" y="2257425"/>
            <a:ext cx="247650" cy="2476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5" name="">
            <a:extLst xmlns:a="http://schemas.openxmlformats.org/drawingml/2006/main">
              <a:ext uri="{FF2B5EF4-FFF2-40B4-BE49-F238E27FC236}">
                <a16:creationId xmlns:a16="http://schemas.microsoft.com/office/drawing/2014/main" id="{C6E8C250-10A9-4BCF-B0A5-6BD4E3DE51ED}"/>
              </a:ext>
            </a:extLst>
          </p:cNvPr>
          <p:cNvSpPr>
            <a:spLocks xmlns:a="http://schemas.openxmlformats.org/drawingml/2006/main" noGrp="1"/>
          </p:cNvSpPr>
          <p:nvPr/>
        </p:nvSpPr>
        <p:spPr>
          <a:xfrm xmlns:a="http://schemas.openxmlformats.org/drawingml/2006/main">
            <a:off x="6715125" y="20955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876A8"/>
                </a:solidFill>
                <a:latin typeface="Yu Gothic"/>
                <a:ea typeface="Yu Gothic"/>
                <a:cs typeface="Yu Gothic"/>
              </a:defRPr>
            </a:defPPr>
            <a:lvl1pPr>
              <a:buNone/>
              <a:defRPr sz="2475" b="1">
                <a:solidFill>
                  <a:srgbClr val="2876A8"/>
                </a:solidFill>
                <a:latin typeface="Yu Gothic"/>
                <a:ea typeface="Yu Gothic"/>
                <a:cs typeface="Yu Gothic"/>
              </a:defRPr>
            </a:lvl1pPr>
            <a:lvl2pPr>
              <a:buNone/>
              <a:defRPr sz="2475" b="1">
                <a:solidFill>
                  <a:srgbClr val="2876A8"/>
                </a:solidFill>
                <a:latin typeface="Yu Gothic"/>
                <a:ea typeface="Yu Gothic"/>
                <a:cs typeface="Yu Gothic"/>
              </a:defRPr>
            </a:lvl2pPr>
            <a:lvl3pPr>
              <a:buNone/>
              <a:defRPr sz="2475" b="1">
                <a:solidFill>
                  <a:srgbClr val="2876A8"/>
                </a:solidFill>
                <a:latin typeface="Yu Gothic"/>
                <a:ea typeface="Yu Gothic"/>
                <a:cs typeface="Yu Gothic"/>
              </a:defRPr>
            </a:lvl3pPr>
            <a:lvl4pPr>
              <a:buNone/>
              <a:defRPr sz="2475" b="1">
                <a:solidFill>
                  <a:srgbClr val="2876A8"/>
                </a:solidFill>
                <a:latin typeface="Yu Gothic"/>
                <a:ea typeface="Yu Gothic"/>
                <a:cs typeface="Yu Gothic"/>
              </a:defRPr>
            </a:lvl4pPr>
            <a:lvl5pPr>
              <a:buNone/>
              <a:defRPr sz="2475" b="1">
                <a:solidFill>
                  <a:srgbClr val="2876A8"/>
                </a:solidFill>
                <a:latin typeface="Yu Gothic"/>
                <a:ea typeface="Yu Gothic"/>
                <a:cs typeface="Yu Gothic"/>
              </a:defRPr>
            </a:lvl5pPr>
            <a:lvl6pPr>
              <a:buNone/>
              <a:defRPr sz="2475" b="1">
                <a:solidFill>
                  <a:srgbClr val="2876A8"/>
                </a:solidFill>
                <a:latin typeface="Yu Gothic"/>
                <a:ea typeface="Yu Gothic"/>
                <a:cs typeface="Yu Gothic"/>
              </a:defRPr>
            </a:lvl6pPr>
            <a:lvl7pPr>
              <a:buNone/>
              <a:defRPr sz="2475" b="1">
                <a:solidFill>
                  <a:srgbClr val="2876A8"/>
                </a:solidFill>
                <a:latin typeface="Yu Gothic"/>
                <a:ea typeface="Yu Gothic"/>
                <a:cs typeface="Yu Gothic"/>
              </a:defRPr>
            </a:lvl7pPr>
            <a:lvl8pPr>
              <a:buNone/>
              <a:defRPr sz="2475" b="1">
                <a:solidFill>
                  <a:srgbClr val="2876A8"/>
                </a:solidFill>
                <a:latin typeface="Yu Gothic"/>
                <a:ea typeface="Yu Gothic"/>
                <a:cs typeface="Yu Gothic"/>
              </a:defRPr>
            </a:lvl8pPr>
            <a:lvl9pPr>
              <a:buNone/>
              <a:defRPr sz="2475" b="1">
                <a:solidFill>
                  <a:srgbClr val="2876A8"/>
                </a:solidFill>
                <a:latin typeface="Yu Gothic"/>
                <a:ea typeface="Yu Gothic"/>
                <a:cs typeface="Yu Gothic"/>
              </a:defRPr>
            </a:lvl9pPr>
          </a:lstStyle>
          <a:p xmlns:a="http://schemas.openxmlformats.org/drawingml/2006/main">
            <a:pPr>
              <a:buNone/>
              <a:defRPr sz="2475" b="1">
                <a:solidFill>
                  <a:srgbClr val="2876A8"/>
                </a:solidFill>
                <a:latin typeface="Yu Gothic"/>
                <a:ea typeface="Yu Gothic"/>
                <a:cs typeface="Yu Gothic"/>
              </a:defRPr>
            </a:pPr>
            <a:r>
              <a:rPr sz="2475" b="1">
                <a:solidFill>
                  <a:srgbClr val="2876A8"/>
                </a:solidFill>
                <a:latin typeface="Yu Gothic"/>
                <a:ea typeface="Yu Gothic"/>
                <a:cs typeface="Yu Gothic"/>
              </a:rPr>
              <a:t>頂点：8 × 1/8 = 1</a:t>
            </a:r>
          </a:p>
        </p:txBody>
      </p:sp>
      <p:sp>
        <p:nvSpPr>
          <p:cNvPr id="76" name="">
            <a:extLst xmlns:a="http://schemas.openxmlformats.org/drawingml/2006/main">
              <a:ext uri="{FF2B5EF4-FFF2-40B4-BE49-F238E27FC236}">
                <a16:creationId xmlns:a16="http://schemas.microsoft.com/office/drawing/2014/main" id="{46F7145A-76A4-48EB-9495-665FB376AE38}"/>
              </a:ext>
            </a:extLst>
          </p:cNvPr>
          <p:cNvSpPr>
            <a:spLocks xmlns:a="http://schemas.openxmlformats.org/drawingml/2006/main" noGrp="1"/>
          </p:cNvSpPr>
          <p:nvPr/>
        </p:nvSpPr>
        <p:spPr>
          <a:xfrm xmlns:a="http://schemas.openxmlformats.org/drawingml/2006/main">
            <a:off x="6076950" y="3267075"/>
            <a:ext cx="323850" cy="323850"/>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77" name="">
            <a:extLst xmlns:a="http://schemas.openxmlformats.org/drawingml/2006/main">
              <a:ext uri="{FF2B5EF4-FFF2-40B4-BE49-F238E27FC236}">
                <a16:creationId xmlns:a16="http://schemas.microsoft.com/office/drawing/2014/main" id="{DE961AA9-969B-4EB9-9CE9-0CB6059D2EB2}"/>
              </a:ext>
            </a:extLst>
          </p:cNvPr>
          <p:cNvSpPr>
            <a:spLocks xmlns:a="http://schemas.openxmlformats.org/drawingml/2006/main" noGrp="1"/>
          </p:cNvSpPr>
          <p:nvPr/>
        </p:nvSpPr>
        <p:spPr>
          <a:xfrm xmlns:a="http://schemas.openxmlformats.org/drawingml/2006/main">
            <a:off x="6715125" y="31432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C4483C"/>
                </a:solidFill>
                <a:latin typeface="Yu Gothic"/>
                <a:ea typeface="Yu Gothic"/>
                <a:cs typeface="Yu Gothic"/>
              </a:defRPr>
            </a:defPPr>
            <a:lvl1pPr>
              <a:buNone/>
              <a:defRPr sz="2475" b="1">
                <a:solidFill>
                  <a:srgbClr val="C4483C"/>
                </a:solidFill>
                <a:latin typeface="Yu Gothic"/>
                <a:ea typeface="Yu Gothic"/>
                <a:cs typeface="Yu Gothic"/>
              </a:defRPr>
            </a:lvl1pPr>
            <a:lvl2pPr>
              <a:buNone/>
              <a:defRPr sz="2475" b="1">
                <a:solidFill>
                  <a:srgbClr val="C4483C"/>
                </a:solidFill>
                <a:latin typeface="Yu Gothic"/>
                <a:ea typeface="Yu Gothic"/>
                <a:cs typeface="Yu Gothic"/>
              </a:defRPr>
            </a:lvl2pPr>
            <a:lvl3pPr>
              <a:buNone/>
              <a:defRPr sz="2475" b="1">
                <a:solidFill>
                  <a:srgbClr val="C4483C"/>
                </a:solidFill>
                <a:latin typeface="Yu Gothic"/>
                <a:ea typeface="Yu Gothic"/>
                <a:cs typeface="Yu Gothic"/>
              </a:defRPr>
            </a:lvl3pPr>
            <a:lvl4pPr>
              <a:buNone/>
              <a:defRPr sz="2475" b="1">
                <a:solidFill>
                  <a:srgbClr val="C4483C"/>
                </a:solidFill>
                <a:latin typeface="Yu Gothic"/>
                <a:ea typeface="Yu Gothic"/>
                <a:cs typeface="Yu Gothic"/>
              </a:defRPr>
            </a:lvl4pPr>
            <a:lvl5pPr>
              <a:buNone/>
              <a:defRPr sz="2475" b="1">
                <a:solidFill>
                  <a:srgbClr val="C4483C"/>
                </a:solidFill>
                <a:latin typeface="Yu Gothic"/>
                <a:ea typeface="Yu Gothic"/>
                <a:cs typeface="Yu Gothic"/>
              </a:defRPr>
            </a:lvl5pPr>
            <a:lvl6pPr>
              <a:buNone/>
              <a:defRPr sz="2475" b="1">
                <a:solidFill>
                  <a:srgbClr val="C4483C"/>
                </a:solidFill>
                <a:latin typeface="Yu Gothic"/>
                <a:ea typeface="Yu Gothic"/>
                <a:cs typeface="Yu Gothic"/>
              </a:defRPr>
            </a:lvl6pPr>
            <a:lvl7pPr>
              <a:buNone/>
              <a:defRPr sz="2475" b="1">
                <a:solidFill>
                  <a:srgbClr val="C4483C"/>
                </a:solidFill>
                <a:latin typeface="Yu Gothic"/>
                <a:ea typeface="Yu Gothic"/>
                <a:cs typeface="Yu Gothic"/>
              </a:defRPr>
            </a:lvl7pPr>
            <a:lvl8pPr>
              <a:buNone/>
              <a:defRPr sz="2475" b="1">
                <a:solidFill>
                  <a:srgbClr val="C4483C"/>
                </a:solidFill>
                <a:latin typeface="Yu Gothic"/>
                <a:ea typeface="Yu Gothic"/>
                <a:cs typeface="Yu Gothic"/>
              </a:defRPr>
            </a:lvl8pPr>
            <a:lvl9pPr>
              <a:buNone/>
              <a:defRPr sz="2475" b="1">
                <a:solidFill>
                  <a:srgbClr val="C4483C"/>
                </a:solidFill>
                <a:latin typeface="Yu Gothic"/>
                <a:ea typeface="Yu Gothic"/>
                <a:cs typeface="Yu Gothic"/>
              </a:defRPr>
            </a:lvl9pPr>
          </a:lstStyle>
          <a:p xmlns:a="http://schemas.openxmlformats.org/drawingml/2006/main">
            <a:pPr>
              <a:buNone/>
              <a:defRPr sz="2475" b="1">
                <a:solidFill>
                  <a:srgbClr val="C4483C"/>
                </a:solidFill>
                <a:latin typeface="Yu Gothic"/>
                <a:ea typeface="Yu Gothic"/>
                <a:cs typeface="Yu Gothic"/>
              </a:defRPr>
            </a:pPr>
            <a:r>
              <a:rPr sz="2475" b="1">
                <a:solidFill>
                  <a:srgbClr val="C4483C"/>
                </a:solidFill>
                <a:latin typeface="Yu Gothic"/>
                <a:ea typeface="Yu Gothic"/>
                <a:cs typeface="Yu Gothic"/>
              </a:rPr>
              <a:t>体心：1 × 1 = 1</a:t>
            </a:r>
          </a:p>
        </p:txBody>
      </p:sp>
      <p:sp>
        <p:nvSpPr>
          <p:cNvPr id="78" name="">
            <a:extLst xmlns:a="http://schemas.openxmlformats.org/drawingml/2006/main">
              <a:ext uri="{FF2B5EF4-FFF2-40B4-BE49-F238E27FC236}">
                <a16:creationId xmlns:a16="http://schemas.microsoft.com/office/drawing/2014/main" id="{C74BA3BA-F83F-47F1-A0D7-FF0318D97827}"/>
              </a:ext>
            </a:extLst>
          </p:cNvPr>
          <p:cNvSpPr>
            <a:spLocks xmlns:a="http://schemas.openxmlformats.org/drawingml/2006/main" noGrp="1"/>
          </p:cNvSpPr>
          <p:nvPr/>
        </p:nvSpPr>
        <p:spPr>
          <a:xfrm xmlns:a="http://schemas.openxmlformats.org/drawingml/2006/main">
            <a:off x="6191250" y="4476750"/>
            <a:ext cx="528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75" b="1">
                <a:solidFill>
                  <a:srgbClr val="263D4D"/>
                </a:solidFill>
                <a:latin typeface="Yu Gothic"/>
                <a:ea typeface="Yu Gothic"/>
                <a:cs typeface="Yu Gothic"/>
              </a:defRPr>
            </a:defPPr>
            <a:lvl1pPr>
              <a:buNone/>
              <a:defRPr sz="2775" b="1">
                <a:solidFill>
                  <a:srgbClr val="263D4D"/>
                </a:solidFill>
                <a:latin typeface="Yu Gothic"/>
                <a:ea typeface="Yu Gothic"/>
                <a:cs typeface="Yu Gothic"/>
              </a:defRPr>
            </a:lvl1pPr>
            <a:lvl2pPr>
              <a:buNone/>
              <a:defRPr sz="2775" b="1">
                <a:solidFill>
                  <a:srgbClr val="263D4D"/>
                </a:solidFill>
                <a:latin typeface="Yu Gothic"/>
                <a:ea typeface="Yu Gothic"/>
                <a:cs typeface="Yu Gothic"/>
              </a:defRPr>
            </a:lvl2pPr>
            <a:lvl3pPr>
              <a:buNone/>
              <a:defRPr sz="2775" b="1">
                <a:solidFill>
                  <a:srgbClr val="263D4D"/>
                </a:solidFill>
                <a:latin typeface="Yu Gothic"/>
                <a:ea typeface="Yu Gothic"/>
                <a:cs typeface="Yu Gothic"/>
              </a:defRPr>
            </a:lvl3pPr>
            <a:lvl4pPr>
              <a:buNone/>
              <a:defRPr sz="2775" b="1">
                <a:solidFill>
                  <a:srgbClr val="263D4D"/>
                </a:solidFill>
                <a:latin typeface="Yu Gothic"/>
                <a:ea typeface="Yu Gothic"/>
                <a:cs typeface="Yu Gothic"/>
              </a:defRPr>
            </a:lvl4pPr>
            <a:lvl5pPr>
              <a:buNone/>
              <a:defRPr sz="2775" b="1">
                <a:solidFill>
                  <a:srgbClr val="263D4D"/>
                </a:solidFill>
                <a:latin typeface="Yu Gothic"/>
                <a:ea typeface="Yu Gothic"/>
                <a:cs typeface="Yu Gothic"/>
              </a:defRPr>
            </a:lvl5pPr>
            <a:lvl6pPr>
              <a:buNone/>
              <a:defRPr sz="2775" b="1">
                <a:solidFill>
                  <a:srgbClr val="263D4D"/>
                </a:solidFill>
                <a:latin typeface="Yu Gothic"/>
                <a:ea typeface="Yu Gothic"/>
                <a:cs typeface="Yu Gothic"/>
              </a:defRPr>
            </a:lvl6pPr>
            <a:lvl7pPr>
              <a:buNone/>
              <a:defRPr sz="2775" b="1">
                <a:solidFill>
                  <a:srgbClr val="263D4D"/>
                </a:solidFill>
                <a:latin typeface="Yu Gothic"/>
                <a:ea typeface="Yu Gothic"/>
                <a:cs typeface="Yu Gothic"/>
              </a:defRPr>
            </a:lvl7pPr>
            <a:lvl8pPr>
              <a:buNone/>
              <a:defRPr sz="2775" b="1">
                <a:solidFill>
                  <a:srgbClr val="263D4D"/>
                </a:solidFill>
                <a:latin typeface="Yu Gothic"/>
                <a:ea typeface="Yu Gothic"/>
                <a:cs typeface="Yu Gothic"/>
              </a:defRPr>
            </a:lvl8pPr>
            <a:lvl9pPr>
              <a:buNone/>
              <a:defRPr sz="2775" b="1">
                <a:solidFill>
                  <a:srgbClr val="263D4D"/>
                </a:solidFill>
                <a:latin typeface="Yu Gothic"/>
                <a:ea typeface="Yu Gothic"/>
                <a:cs typeface="Yu Gothic"/>
              </a:defRPr>
            </a:lvl9pPr>
          </a:lstStyle>
          <a:p xmlns:a="http://schemas.openxmlformats.org/drawingml/2006/main">
            <a:pPr>
              <a:buNone/>
              <a:defRPr sz="2775" b="1">
                <a:solidFill>
                  <a:srgbClr val="263D4D"/>
                </a:solidFill>
                <a:latin typeface="Yu Gothic"/>
                <a:ea typeface="Yu Gothic"/>
                <a:cs typeface="Yu Gothic"/>
              </a:defRPr>
            </a:pPr>
            <a:r>
              <a:rPr sz="2775" b="1">
                <a:solidFill>
                  <a:srgbClr val="263D4D"/>
                </a:solidFill>
                <a:latin typeface="Yu Gothic"/>
                <a:ea typeface="Yu Gothic"/>
                <a:cs typeface="Yu Gothic"/>
              </a:rPr>
              <a:t>単位格子当たり n = 2</a:t>
            </a:r>
          </a:p>
        </p:txBody>
      </p:sp>
      <p:sp>
        <p:nvSpPr>
          <p:cNvPr id="79" name="">
            <a:extLst xmlns:a="http://schemas.openxmlformats.org/drawingml/2006/main">
              <a:ext uri="{FF2B5EF4-FFF2-40B4-BE49-F238E27FC236}">
                <a16:creationId xmlns:a16="http://schemas.microsoft.com/office/drawing/2014/main" id="{1C234F63-601A-4D78-B1BD-64098A32257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頂点の原子は8格子で共有。体心の原子は1格子の内部にある。球の見かけの数と区別する。</a:t>
            </a:r>
          </a:p>
        </p:txBody>
      </p:sp>
    </p:spTree>
    <p:extLst>
      <p:ext uri="{BB962C8B-B14F-4D97-AF65-F5344CB8AC3E}">
        <p14:creationId xmlns:p14="http://schemas.microsoft.com/office/powerpoint/2010/main" val="13835882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21081AB-86C2-4FD2-9A82-CD10D4B9DA4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FCCの原子数を数える</a:t>
            </a:r>
          </a:p>
        </p:txBody>
      </p:sp>
      <p:sp>
        <p:nvSpPr>
          <p:cNvPr id="2" name="">
            <a:extLst xmlns:a="http://schemas.openxmlformats.org/drawingml/2006/main">
              <a:ext uri="{FF2B5EF4-FFF2-40B4-BE49-F238E27FC236}">
                <a16:creationId xmlns:a16="http://schemas.microsoft.com/office/drawing/2014/main" id="{8F513D70-5FA6-4392-8AC4-EDD4C61D590D}"/>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4" name="">
            <a:extLst xmlns:a="http://schemas.openxmlformats.org/drawingml/2006/main">
              <a:ext uri="{FF2B5EF4-FFF2-40B4-BE49-F238E27FC236}">
                <a16:creationId xmlns:a16="http://schemas.microsoft.com/office/drawing/2014/main" id="{B178923D-ACCC-4FD2-8383-364D22F61F33}"/>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13 / 56</a:t>
            </a:r>
          </a:p>
        </p:txBody>
      </p:sp>
      <p:sp>
        <p:nvSpPr>
          <p:cNvPr id="36" name="">
            <a:extLst xmlns:a="http://schemas.openxmlformats.org/drawingml/2006/main">
              <a:ext uri="{FF2B5EF4-FFF2-40B4-BE49-F238E27FC236}">
                <a16:creationId xmlns:a16="http://schemas.microsoft.com/office/drawing/2014/main" id="{549D12E4-CADD-4E66-99E4-93D0C40F78A4}"/>
              </a:ext>
            </a:extLst>
          </p:cNvPr>
          <p:cNvSpPr>
            <a:spLocks xmlns:a="http://schemas.openxmlformats.org/drawingml/2006/main" noGrp="1"/>
          </p:cNvSpPr>
          <p:nvPr/>
        </p:nvSpPr>
        <p:spPr>
          <a:xfrm xmlns:a="http://schemas.openxmlformats.org/drawingml/2006/main">
            <a:off x="1285875" y="2905125"/>
            <a:ext cx="2190750" cy="9525"/>
          </a:xfrm>
          <a:custGeom xmlns:a="http://schemas.openxmlformats.org/drawingml/2006/main">
            <a:pathLst>
              <a:path w="2190750" h="9525">
                <a:moveTo>
                  <a:pt x="0" y="0"/>
                </a:moveTo>
                <a:lnTo>
                  <a:pt x="2190750" y="0"/>
                </a:lnTo>
              </a:path>
            </a:pathLst>
          </a:custGeom>
          <a:noFill xmlns:a="http://schemas.openxmlformats.org/drawingml/2006/main"/>
          <a:ln xmlns:a="http://schemas.openxmlformats.org/drawingml/2006/main" w="16193">
            <a:solidFill>
              <a:srgbClr val="71818B"/>
            </a:solidFill>
          </a:ln>
        </p:spPr>
      </p:sp>
      <p:sp>
        <p:nvSpPr>
          <p:cNvPr id="37" name="">
            <a:extLst xmlns:a="http://schemas.openxmlformats.org/drawingml/2006/main">
              <a:ext uri="{FF2B5EF4-FFF2-40B4-BE49-F238E27FC236}">
                <a16:creationId xmlns:a16="http://schemas.microsoft.com/office/drawing/2014/main" id="{273AA0B3-23A7-4CC9-B23E-102A32D6A312}"/>
              </a:ext>
            </a:extLst>
          </p:cNvPr>
          <p:cNvSpPr>
            <a:spLocks xmlns:a="http://schemas.openxmlformats.org/drawingml/2006/main" noGrp="1"/>
          </p:cNvSpPr>
          <p:nvPr/>
        </p:nvSpPr>
        <p:spPr>
          <a:xfrm xmlns:a="http://schemas.openxmlformats.org/drawingml/2006/main">
            <a:off x="3476625" y="2905125"/>
            <a:ext cx="9525" cy="2190750"/>
          </a:xfrm>
          <a:custGeom xmlns:a="http://schemas.openxmlformats.org/drawingml/2006/main">
            <a:pathLst>
              <a:path w="9525" h="2190750">
                <a:moveTo>
                  <a:pt x="0" y="0"/>
                </a:moveTo>
                <a:lnTo>
                  <a:pt x="0" y="2190750"/>
                </a:lnTo>
              </a:path>
            </a:pathLst>
          </a:custGeom>
          <a:noFill xmlns:a="http://schemas.openxmlformats.org/drawingml/2006/main"/>
          <a:ln xmlns:a="http://schemas.openxmlformats.org/drawingml/2006/main" w="16193">
            <a:solidFill>
              <a:srgbClr val="71818B"/>
            </a:solidFill>
          </a:ln>
        </p:spPr>
      </p:sp>
      <p:sp>
        <p:nvSpPr>
          <p:cNvPr id="38" name="">
            <a:extLst xmlns:a="http://schemas.openxmlformats.org/drawingml/2006/main">
              <a:ext uri="{FF2B5EF4-FFF2-40B4-BE49-F238E27FC236}">
                <a16:creationId xmlns:a16="http://schemas.microsoft.com/office/drawing/2014/main" id="{CE9ED8F2-6B48-4C88-A7C5-A3568622D7B4}"/>
              </a:ext>
            </a:extLst>
          </p:cNvPr>
          <p:cNvSpPr>
            <a:spLocks xmlns:a="http://schemas.openxmlformats.org/drawingml/2006/main" noGrp="1"/>
          </p:cNvSpPr>
          <p:nvPr/>
        </p:nvSpPr>
        <p:spPr>
          <a:xfrm xmlns:a="http://schemas.openxmlformats.org/drawingml/2006/main">
            <a:off x="1285875" y="5095875"/>
            <a:ext cx="2190750" cy="9525"/>
          </a:xfrm>
          <a:custGeom xmlns:a="http://schemas.openxmlformats.org/drawingml/2006/main">
            <a:pathLst>
              <a:path w="2190750" h="9525">
                <a:moveTo>
                  <a:pt x="2190750" y="0"/>
                </a:moveTo>
                <a:lnTo>
                  <a:pt x="0" y="0"/>
                </a:lnTo>
              </a:path>
            </a:pathLst>
          </a:custGeom>
          <a:noFill xmlns:a="http://schemas.openxmlformats.org/drawingml/2006/main"/>
          <a:ln xmlns:a="http://schemas.openxmlformats.org/drawingml/2006/main" w="16193">
            <a:solidFill>
              <a:srgbClr val="71818B"/>
            </a:solidFill>
          </a:ln>
        </p:spPr>
      </p:sp>
      <p:sp>
        <p:nvSpPr>
          <p:cNvPr id="39" name="">
            <a:extLst xmlns:a="http://schemas.openxmlformats.org/drawingml/2006/main">
              <a:ext uri="{FF2B5EF4-FFF2-40B4-BE49-F238E27FC236}">
                <a16:creationId xmlns:a16="http://schemas.microsoft.com/office/drawing/2014/main" id="{9FEED812-A694-4520-93D4-F22BBF2F4028}"/>
              </a:ext>
            </a:extLst>
          </p:cNvPr>
          <p:cNvSpPr>
            <a:spLocks xmlns:a="http://schemas.openxmlformats.org/drawingml/2006/main" noGrp="1"/>
          </p:cNvSpPr>
          <p:nvPr/>
        </p:nvSpPr>
        <p:spPr>
          <a:xfrm xmlns:a="http://schemas.openxmlformats.org/drawingml/2006/main">
            <a:off x="1285875" y="2905125"/>
            <a:ext cx="9525" cy="2190750"/>
          </a:xfrm>
          <a:custGeom xmlns:a="http://schemas.openxmlformats.org/drawingml/2006/main">
            <a:pathLst>
              <a:path w="9525" h="2190750">
                <a:moveTo>
                  <a:pt x="0" y="2190750"/>
                </a:moveTo>
                <a:lnTo>
                  <a:pt x="0" y="0"/>
                </a:lnTo>
              </a:path>
            </a:pathLst>
          </a:custGeom>
          <a:noFill xmlns:a="http://schemas.openxmlformats.org/drawingml/2006/main"/>
          <a:ln xmlns:a="http://schemas.openxmlformats.org/drawingml/2006/main" w="16193">
            <a:solidFill>
              <a:srgbClr val="71818B"/>
            </a:solidFill>
          </a:ln>
        </p:spPr>
      </p:sp>
      <p:sp>
        <p:nvSpPr>
          <p:cNvPr id="40" name="">
            <a:extLst xmlns:a="http://schemas.openxmlformats.org/drawingml/2006/main">
              <a:ext uri="{FF2B5EF4-FFF2-40B4-BE49-F238E27FC236}">
                <a16:creationId xmlns:a16="http://schemas.microsoft.com/office/drawing/2014/main" id="{5191EAC5-7A3A-4391-BF67-601529F9E445}"/>
              </a:ext>
            </a:extLst>
          </p:cNvPr>
          <p:cNvSpPr>
            <a:spLocks xmlns:a="http://schemas.openxmlformats.org/drawingml/2006/main" noGrp="1"/>
          </p:cNvSpPr>
          <p:nvPr/>
        </p:nvSpPr>
        <p:spPr>
          <a:xfrm xmlns:a="http://schemas.openxmlformats.org/drawingml/2006/main">
            <a:off x="1943100" y="2379345"/>
            <a:ext cx="2190750" cy="9525"/>
          </a:xfrm>
          <a:custGeom xmlns:a="http://schemas.openxmlformats.org/drawingml/2006/main">
            <a:pathLst>
              <a:path w="2190750" h="9525">
                <a:moveTo>
                  <a:pt x="0" y="0"/>
                </a:moveTo>
                <a:lnTo>
                  <a:pt x="2190750" y="0"/>
                </a:lnTo>
              </a:path>
            </a:pathLst>
          </a:custGeom>
          <a:noFill xmlns:a="http://schemas.openxmlformats.org/drawingml/2006/main"/>
          <a:ln xmlns:a="http://schemas.openxmlformats.org/drawingml/2006/main" w="16193">
            <a:solidFill>
              <a:srgbClr val="71818B"/>
            </a:solidFill>
          </a:ln>
        </p:spPr>
      </p:sp>
      <p:sp>
        <p:nvSpPr>
          <p:cNvPr id="41" name="">
            <a:extLst xmlns:a="http://schemas.openxmlformats.org/drawingml/2006/main">
              <a:ext uri="{FF2B5EF4-FFF2-40B4-BE49-F238E27FC236}">
                <a16:creationId xmlns:a16="http://schemas.microsoft.com/office/drawing/2014/main" id="{98C59B65-F17F-43AA-8EE4-410A8AA419C5}"/>
              </a:ext>
            </a:extLst>
          </p:cNvPr>
          <p:cNvSpPr>
            <a:spLocks xmlns:a="http://schemas.openxmlformats.org/drawingml/2006/main" noGrp="1"/>
          </p:cNvSpPr>
          <p:nvPr/>
        </p:nvSpPr>
        <p:spPr>
          <a:xfrm xmlns:a="http://schemas.openxmlformats.org/drawingml/2006/main">
            <a:off x="4133850" y="2379345"/>
            <a:ext cx="9525" cy="2190750"/>
          </a:xfrm>
          <a:custGeom xmlns:a="http://schemas.openxmlformats.org/drawingml/2006/main">
            <a:pathLst>
              <a:path w="9525" h="2190750">
                <a:moveTo>
                  <a:pt x="0" y="0"/>
                </a:moveTo>
                <a:lnTo>
                  <a:pt x="0" y="2190750"/>
                </a:lnTo>
              </a:path>
            </a:pathLst>
          </a:custGeom>
          <a:noFill xmlns:a="http://schemas.openxmlformats.org/drawingml/2006/main"/>
          <a:ln xmlns:a="http://schemas.openxmlformats.org/drawingml/2006/main" w="16193">
            <a:solidFill>
              <a:srgbClr val="71818B"/>
            </a:solidFill>
          </a:ln>
        </p:spPr>
      </p:sp>
      <p:sp>
        <p:nvSpPr>
          <p:cNvPr id="42" name="">
            <a:extLst xmlns:a="http://schemas.openxmlformats.org/drawingml/2006/main">
              <a:ext uri="{FF2B5EF4-FFF2-40B4-BE49-F238E27FC236}">
                <a16:creationId xmlns:a16="http://schemas.microsoft.com/office/drawing/2014/main" id="{8808D921-B245-44E4-BD85-7C4BD5A40B59}"/>
              </a:ext>
            </a:extLst>
          </p:cNvPr>
          <p:cNvSpPr>
            <a:spLocks xmlns:a="http://schemas.openxmlformats.org/drawingml/2006/main" noGrp="1"/>
          </p:cNvSpPr>
          <p:nvPr/>
        </p:nvSpPr>
        <p:spPr>
          <a:xfrm xmlns:a="http://schemas.openxmlformats.org/drawingml/2006/main">
            <a:off x="1943100" y="4570095"/>
            <a:ext cx="2190750" cy="9525"/>
          </a:xfrm>
          <a:custGeom xmlns:a="http://schemas.openxmlformats.org/drawingml/2006/main">
            <a:pathLst>
              <a:path w="2190750" h="9525">
                <a:moveTo>
                  <a:pt x="2190750" y="0"/>
                </a:moveTo>
                <a:lnTo>
                  <a:pt x="0" y="0"/>
                </a:lnTo>
              </a:path>
            </a:pathLst>
          </a:custGeom>
          <a:noFill xmlns:a="http://schemas.openxmlformats.org/drawingml/2006/main"/>
          <a:ln xmlns:a="http://schemas.openxmlformats.org/drawingml/2006/main" w="16193">
            <a:solidFill>
              <a:srgbClr val="71818B"/>
            </a:solidFill>
          </a:ln>
        </p:spPr>
      </p:sp>
      <p:sp>
        <p:nvSpPr>
          <p:cNvPr id="43" name="">
            <a:extLst xmlns:a="http://schemas.openxmlformats.org/drawingml/2006/main">
              <a:ext uri="{FF2B5EF4-FFF2-40B4-BE49-F238E27FC236}">
                <a16:creationId xmlns:a16="http://schemas.microsoft.com/office/drawing/2014/main" id="{4288BF91-316C-4440-96E7-FFC5B42B36DE}"/>
              </a:ext>
            </a:extLst>
          </p:cNvPr>
          <p:cNvSpPr>
            <a:spLocks xmlns:a="http://schemas.openxmlformats.org/drawingml/2006/main" noGrp="1"/>
          </p:cNvSpPr>
          <p:nvPr/>
        </p:nvSpPr>
        <p:spPr>
          <a:xfrm xmlns:a="http://schemas.openxmlformats.org/drawingml/2006/main">
            <a:off x="1943100" y="4499218"/>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4" name="">
            <a:extLst xmlns:a="http://schemas.openxmlformats.org/drawingml/2006/main">
              <a:ext uri="{FF2B5EF4-FFF2-40B4-BE49-F238E27FC236}">
                <a16:creationId xmlns:a16="http://schemas.microsoft.com/office/drawing/2014/main" id="{5B304E38-E24B-4B5B-A9D3-6540F4BC68C0}"/>
              </a:ext>
            </a:extLst>
          </p:cNvPr>
          <p:cNvSpPr>
            <a:spLocks xmlns:a="http://schemas.openxmlformats.org/drawingml/2006/main" noGrp="1"/>
          </p:cNvSpPr>
          <p:nvPr/>
        </p:nvSpPr>
        <p:spPr>
          <a:xfrm xmlns:a="http://schemas.openxmlformats.org/drawingml/2006/main">
            <a:off x="1943100" y="4370350"/>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5" name="">
            <a:extLst xmlns:a="http://schemas.openxmlformats.org/drawingml/2006/main">
              <a:ext uri="{FF2B5EF4-FFF2-40B4-BE49-F238E27FC236}">
                <a16:creationId xmlns:a16="http://schemas.microsoft.com/office/drawing/2014/main" id="{064F3BB4-45BF-45EA-BB67-1A25A5F43295}"/>
              </a:ext>
            </a:extLst>
          </p:cNvPr>
          <p:cNvSpPr>
            <a:spLocks xmlns:a="http://schemas.openxmlformats.org/drawingml/2006/main" noGrp="1"/>
          </p:cNvSpPr>
          <p:nvPr/>
        </p:nvSpPr>
        <p:spPr>
          <a:xfrm xmlns:a="http://schemas.openxmlformats.org/drawingml/2006/main">
            <a:off x="1943100" y="4241483"/>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6" name="">
            <a:extLst xmlns:a="http://schemas.openxmlformats.org/drawingml/2006/main">
              <a:ext uri="{FF2B5EF4-FFF2-40B4-BE49-F238E27FC236}">
                <a16:creationId xmlns:a16="http://schemas.microsoft.com/office/drawing/2014/main" id="{6D0D7DD8-8616-4148-8A73-C614702194AE}"/>
              </a:ext>
            </a:extLst>
          </p:cNvPr>
          <p:cNvSpPr>
            <a:spLocks xmlns:a="http://schemas.openxmlformats.org/drawingml/2006/main" noGrp="1"/>
          </p:cNvSpPr>
          <p:nvPr/>
        </p:nvSpPr>
        <p:spPr>
          <a:xfrm xmlns:a="http://schemas.openxmlformats.org/drawingml/2006/main">
            <a:off x="1943100" y="4112615"/>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7" name="">
            <a:extLst xmlns:a="http://schemas.openxmlformats.org/drawingml/2006/main">
              <a:ext uri="{FF2B5EF4-FFF2-40B4-BE49-F238E27FC236}">
                <a16:creationId xmlns:a16="http://schemas.microsoft.com/office/drawing/2014/main" id="{7CE04E09-A561-428C-A669-5D48B0BA1281}"/>
              </a:ext>
            </a:extLst>
          </p:cNvPr>
          <p:cNvSpPr>
            <a:spLocks xmlns:a="http://schemas.openxmlformats.org/drawingml/2006/main" noGrp="1"/>
          </p:cNvSpPr>
          <p:nvPr/>
        </p:nvSpPr>
        <p:spPr>
          <a:xfrm xmlns:a="http://schemas.openxmlformats.org/drawingml/2006/main">
            <a:off x="1943100" y="3983747"/>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8" name="">
            <a:extLst xmlns:a="http://schemas.openxmlformats.org/drawingml/2006/main">
              <a:ext uri="{FF2B5EF4-FFF2-40B4-BE49-F238E27FC236}">
                <a16:creationId xmlns:a16="http://schemas.microsoft.com/office/drawing/2014/main" id="{06D6BA2A-0B4F-4AE1-BA16-7B57902D4C51}"/>
              </a:ext>
            </a:extLst>
          </p:cNvPr>
          <p:cNvSpPr>
            <a:spLocks xmlns:a="http://schemas.openxmlformats.org/drawingml/2006/main" noGrp="1"/>
          </p:cNvSpPr>
          <p:nvPr/>
        </p:nvSpPr>
        <p:spPr>
          <a:xfrm xmlns:a="http://schemas.openxmlformats.org/drawingml/2006/main">
            <a:off x="1943100" y="3854880"/>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49" name="">
            <a:extLst xmlns:a="http://schemas.openxmlformats.org/drawingml/2006/main">
              <a:ext uri="{FF2B5EF4-FFF2-40B4-BE49-F238E27FC236}">
                <a16:creationId xmlns:a16="http://schemas.microsoft.com/office/drawing/2014/main" id="{A3EECD98-3555-42E3-9A4A-1F8DF2EC6FB1}"/>
              </a:ext>
            </a:extLst>
          </p:cNvPr>
          <p:cNvSpPr>
            <a:spLocks xmlns:a="http://schemas.openxmlformats.org/drawingml/2006/main" noGrp="1"/>
          </p:cNvSpPr>
          <p:nvPr/>
        </p:nvSpPr>
        <p:spPr>
          <a:xfrm xmlns:a="http://schemas.openxmlformats.org/drawingml/2006/main">
            <a:off x="1943100" y="3726012"/>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0" name="">
            <a:extLst xmlns:a="http://schemas.openxmlformats.org/drawingml/2006/main">
              <a:ext uri="{FF2B5EF4-FFF2-40B4-BE49-F238E27FC236}">
                <a16:creationId xmlns:a16="http://schemas.microsoft.com/office/drawing/2014/main" id="{5F45CD55-481C-4D00-8FF7-5E8670D841D5}"/>
              </a:ext>
            </a:extLst>
          </p:cNvPr>
          <p:cNvSpPr>
            <a:spLocks xmlns:a="http://schemas.openxmlformats.org/drawingml/2006/main" noGrp="1"/>
          </p:cNvSpPr>
          <p:nvPr/>
        </p:nvSpPr>
        <p:spPr>
          <a:xfrm xmlns:a="http://schemas.openxmlformats.org/drawingml/2006/main">
            <a:off x="1943100" y="3597144"/>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1" name="">
            <a:extLst xmlns:a="http://schemas.openxmlformats.org/drawingml/2006/main">
              <a:ext uri="{FF2B5EF4-FFF2-40B4-BE49-F238E27FC236}">
                <a16:creationId xmlns:a16="http://schemas.microsoft.com/office/drawing/2014/main" id="{E525D647-4F87-40F3-8D0C-B42F81C66782}"/>
              </a:ext>
            </a:extLst>
          </p:cNvPr>
          <p:cNvSpPr>
            <a:spLocks xmlns:a="http://schemas.openxmlformats.org/drawingml/2006/main" noGrp="1"/>
          </p:cNvSpPr>
          <p:nvPr/>
        </p:nvSpPr>
        <p:spPr>
          <a:xfrm xmlns:a="http://schemas.openxmlformats.org/drawingml/2006/main">
            <a:off x="1943100" y="3468277"/>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2" name="">
            <a:extLst xmlns:a="http://schemas.openxmlformats.org/drawingml/2006/main">
              <a:ext uri="{FF2B5EF4-FFF2-40B4-BE49-F238E27FC236}">
                <a16:creationId xmlns:a16="http://schemas.microsoft.com/office/drawing/2014/main" id="{5C1D6C41-3858-4B76-AE5F-6CACA86DD87A}"/>
              </a:ext>
            </a:extLst>
          </p:cNvPr>
          <p:cNvSpPr>
            <a:spLocks xmlns:a="http://schemas.openxmlformats.org/drawingml/2006/main" noGrp="1"/>
          </p:cNvSpPr>
          <p:nvPr/>
        </p:nvSpPr>
        <p:spPr>
          <a:xfrm xmlns:a="http://schemas.openxmlformats.org/drawingml/2006/main">
            <a:off x="1943100" y="3339409"/>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3" name="">
            <a:extLst xmlns:a="http://schemas.openxmlformats.org/drawingml/2006/main">
              <a:ext uri="{FF2B5EF4-FFF2-40B4-BE49-F238E27FC236}">
                <a16:creationId xmlns:a16="http://schemas.microsoft.com/office/drawing/2014/main" id="{8D9416A9-EF49-43A8-8A3D-746D65A22358}"/>
              </a:ext>
            </a:extLst>
          </p:cNvPr>
          <p:cNvSpPr>
            <a:spLocks xmlns:a="http://schemas.openxmlformats.org/drawingml/2006/main" noGrp="1"/>
          </p:cNvSpPr>
          <p:nvPr/>
        </p:nvSpPr>
        <p:spPr>
          <a:xfrm xmlns:a="http://schemas.openxmlformats.org/drawingml/2006/main">
            <a:off x="1943100" y="3210541"/>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4" name="">
            <a:extLst xmlns:a="http://schemas.openxmlformats.org/drawingml/2006/main">
              <a:ext uri="{FF2B5EF4-FFF2-40B4-BE49-F238E27FC236}">
                <a16:creationId xmlns:a16="http://schemas.microsoft.com/office/drawing/2014/main" id="{6CFD030B-1B93-45AA-BECE-4116731F8910}"/>
              </a:ext>
            </a:extLst>
          </p:cNvPr>
          <p:cNvSpPr>
            <a:spLocks xmlns:a="http://schemas.openxmlformats.org/drawingml/2006/main" noGrp="1"/>
          </p:cNvSpPr>
          <p:nvPr/>
        </p:nvSpPr>
        <p:spPr>
          <a:xfrm xmlns:a="http://schemas.openxmlformats.org/drawingml/2006/main">
            <a:off x="1943100" y="3081674"/>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5" name="">
            <a:extLst xmlns:a="http://schemas.openxmlformats.org/drawingml/2006/main">
              <a:ext uri="{FF2B5EF4-FFF2-40B4-BE49-F238E27FC236}">
                <a16:creationId xmlns:a16="http://schemas.microsoft.com/office/drawing/2014/main" id="{AD76932F-798C-4FD6-A27D-06DA1DF43B6E}"/>
              </a:ext>
            </a:extLst>
          </p:cNvPr>
          <p:cNvSpPr>
            <a:spLocks xmlns:a="http://schemas.openxmlformats.org/drawingml/2006/main" noGrp="1"/>
          </p:cNvSpPr>
          <p:nvPr/>
        </p:nvSpPr>
        <p:spPr>
          <a:xfrm xmlns:a="http://schemas.openxmlformats.org/drawingml/2006/main">
            <a:off x="1943100" y="2952806"/>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6" name="">
            <a:extLst xmlns:a="http://schemas.openxmlformats.org/drawingml/2006/main">
              <a:ext uri="{FF2B5EF4-FFF2-40B4-BE49-F238E27FC236}">
                <a16:creationId xmlns:a16="http://schemas.microsoft.com/office/drawing/2014/main" id="{2A9905C3-CBEF-4413-B0B7-354E1A1AF30F}"/>
              </a:ext>
            </a:extLst>
          </p:cNvPr>
          <p:cNvSpPr>
            <a:spLocks xmlns:a="http://schemas.openxmlformats.org/drawingml/2006/main" noGrp="1"/>
          </p:cNvSpPr>
          <p:nvPr/>
        </p:nvSpPr>
        <p:spPr>
          <a:xfrm xmlns:a="http://schemas.openxmlformats.org/drawingml/2006/main">
            <a:off x="1943100" y="2823938"/>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7" name="">
            <a:extLst xmlns:a="http://schemas.openxmlformats.org/drawingml/2006/main">
              <a:ext uri="{FF2B5EF4-FFF2-40B4-BE49-F238E27FC236}">
                <a16:creationId xmlns:a16="http://schemas.microsoft.com/office/drawing/2014/main" id="{71A60B55-A6B6-461A-8CA5-3DF8C8813F4D}"/>
              </a:ext>
            </a:extLst>
          </p:cNvPr>
          <p:cNvSpPr>
            <a:spLocks xmlns:a="http://schemas.openxmlformats.org/drawingml/2006/main" noGrp="1"/>
          </p:cNvSpPr>
          <p:nvPr/>
        </p:nvSpPr>
        <p:spPr>
          <a:xfrm xmlns:a="http://schemas.openxmlformats.org/drawingml/2006/main">
            <a:off x="1943100" y="2695071"/>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8" name="">
            <a:extLst xmlns:a="http://schemas.openxmlformats.org/drawingml/2006/main">
              <a:ext uri="{FF2B5EF4-FFF2-40B4-BE49-F238E27FC236}">
                <a16:creationId xmlns:a16="http://schemas.microsoft.com/office/drawing/2014/main" id="{2BA48E35-F51C-455C-9FCC-7E1637986C16}"/>
              </a:ext>
            </a:extLst>
          </p:cNvPr>
          <p:cNvSpPr>
            <a:spLocks xmlns:a="http://schemas.openxmlformats.org/drawingml/2006/main" noGrp="1"/>
          </p:cNvSpPr>
          <p:nvPr/>
        </p:nvSpPr>
        <p:spPr>
          <a:xfrm xmlns:a="http://schemas.openxmlformats.org/drawingml/2006/main">
            <a:off x="1943100" y="2566203"/>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59" name="">
            <a:extLst xmlns:a="http://schemas.openxmlformats.org/drawingml/2006/main">
              <a:ext uri="{FF2B5EF4-FFF2-40B4-BE49-F238E27FC236}">
                <a16:creationId xmlns:a16="http://schemas.microsoft.com/office/drawing/2014/main" id="{E276E13D-DE47-4505-804D-123D5F13AF05}"/>
              </a:ext>
            </a:extLst>
          </p:cNvPr>
          <p:cNvSpPr>
            <a:spLocks xmlns:a="http://schemas.openxmlformats.org/drawingml/2006/main" noGrp="1"/>
          </p:cNvSpPr>
          <p:nvPr/>
        </p:nvSpPr>
        <p:spPr>
          <a:xfrm xmlns:a="http://schemas.openxmlformats.org/drawingml/2006/main">
            <a:off x="1943100" y="2437335"/>
            <a:ext cx="9525" cy="70877"/>
          </a:xfrm>
          <a:custGeom xmlns:a="http://schemas.openxmlformats.org/drawingml/2006/main">
            <a:pathLst>
              <a:path w="9525" h="70877">
                <a:moveTo>
                  <a:pt x="0" y="70877"/>
                </a:moveTo>
                <a:lnTo>
                  <a:pt x="0" y="0"/>
                </a:lnTo>
              </a:path>
            </a:pathLst>
          </a:custGeom>
          <a:noFill xmlns:a="http://schemas.openxmlformats.org/drawingml/2006/main"/>
          <a:ln xmlns:a="http://schemas.openxmlformats.org/drawingml/2006/main" w="13335">
            <a:solidFill>
              <a:srgbClr val="71818B"/>
            </a:solidFill>
          </a:ln>
        </p:spPr>
      </p:sp>
      <p:sp>
        <p:nvSpPr>
          <p:cNvPr id="60" name="">
            <a:extLst xmlns:a="http://schemas.openxmlformats.org/drawingml/2006/main">
              <a:ext uri="{FF2B5EF4-FFF2-40B4-BE49-F238E27FC236}">
                <a16:creationId xmlns:a16="http://schemas.microsoft.com/office/drawing/2014/main" id="{D6AC3130-CFC3-434C-AC0E-95D6C84765E0}"/>
              </a:ext>
            </a:extLst>
          </p:cNvPr>
          <p:cNvSpPr>
            <a:spLocks xmlns:a="http://schemas.openxmlformats.org/drawingml/2006/main" noGrp="1"/>
          </p:cNvSpPr>
          <p:nvPr/>
        </p:nvSpPr>
        <p:spPr>
          <a:xfrm xmlns:a="http://schemas.openxmlformats.org/drawingml/2006/main">
            <a:off x="1285875" y="2379345"/>
            <a:ext cx="657225" cy="525780"/>
          </a:xfrm>
          <a:custGeom xmlns:a="http://schemas.openxmlformats.org/drawingml/2006/main">
            <a:pathLst>
              <a:path w="657225" h="525780">
                <a:moveTo>
                  <a:pt x="0" y="525780"/>
                </a:moveTo>
                <a:lnTo>
                  <a:pt x="657225" y="0"/>
                </a:lnTo>
              </a:path>
            </a:pathLst>
          </a:custGeom>
          <a:noFill xmlns:a="http://schemas.openxmlformats.org/drawingml/2006/main"/>
          <a:ln xmlns:a="http://schemas.openxmlformats.org/drawingml/2006/main" w="16193">
            <a:solidFill>
              <a:srgbClr val="71818B"/>
            </a:solidFill>
          </a:ln>
        </p:spPr>
      </p:sp>
      <p:sp>
        <p:nvSpPr>
          <p:cNvPr id="61" name="">
            <a:extLst xmlns:a="http://schemas.openxmlformats.org/drawingml/2006/main">
              <a:ext uri="{FF2B5EF4-FFF2-40B4-BE49-F238E27FC236}">
                <a16:creationId xmlns:a16="http://schemas.microsoft.com/office/drawing/2014/main" id="{E36D138C-C444-4D0E-9D92-A97A4C6CC5A7}"/>
              </a:ext>
            </a:extLst>
          </p:cNvPr>
          <p:cNvSpPr>
            <a:spLocks xmlns:a="http://schemas.openxmlformats.org/drawingml/2006/main" noGrp="1"/>
          </p:cNvSpPr>
          <p:nvPr/>
        </p:nvSpPr>
        <p:spPr>
          <a:xfrm xmlns:a="http://schemas.openxmlformats.org/drawingml/2006/main">
            <a:off x="3476625" y="2379345"/>
            <a:ext cx="657225" cy="525780"/>
          </a:xfrm>
          <a:custGeom xmlns:a="http://schemas.openxmlformats.org/drawingml/2006/main">
            <a:pathLst>
              <a:path w="657225" h="525780">
                <a:moveTo>
                  <a:pt x="0" y="525780"/>
                </a:moveTo>
                <a:lnTo>
                  <a:pt x="657225" y="0"/>
                </a:lnTo>
              </a:path>
            </a:pathLst>
          </a:custGeom>
          <a:noFill xmlns:a="http://schemas.openxmlformats.org/drawingml/2006/main"/>
          <a:ln xmlns:a="http://schemas.openxmlformats.org/drawingml/2006/main" w="16193">
            <a:solidFill>
              <a:srgbClr val="71818B"/>
            </a:solidFill>
          </a:ln>
        </p:spPr>
      </p:sp>
      <p:sp>
        <p:nvSpPr>
          <p:cNvPr id="62" name="">
            <a:extLst xmlns:a="http://schemas.openxmlformats.org/drawingml/2006/main">
              <a:ext uri="{FF2B5EF4-FFF2-40B4-BE49-F238E27FC236}">
                <a16:creationId xmlns:a16="http://schemas.microsoft.com/office/drawing/2014/main" id="{0E506F3F-AF36-4586-8313-65E8134F3C37}"/>
              </a:ext>
            </a:extLst>
          </p:cNvPr>
          <p:cNvSpPr>
            <a:spLocks xmlns:a="http://schemas.openxmlformats.org/drawingml/2006/main" noGrp="1"/>
          </p:cNvSpPr>
          <p:nvPr/>
        </p:nvSpPr>
        <p:spPr>
          <a:xfrm xmlns:a="http://schemas.openxmlformats.org/drawingml/2006/main">
            <a:off x="3476625" y="4570095"/>
            <a:ext cx="657225" cy="525780"/>
          </a:xfrm>
          <a:custGeom xmlns:a="http://schemas.openxmlformats.org/drawingml/2006/main">
            <a:pathLst>
              <a:path w="657225" h="525780">
                <a:moveTo>
                  <a:pt x="0" y="525780"/>
                </a:moveTo>
                <a:lnTo>
                  <a:pt x="657225" y="0"/>
                </a:lnTo>
              </a:path>
            </a:pathLst>
          </a:custGeom>
          <a:noFill xmlns:a="http://schemas.openxmlformats.org/drawingml/2006/main"/>
          <a:ln xmlns:a="http://schemas.openxmlformats.org/drawingml/2006/main" w="16193">
            <a:solidFill>
              <a:srgbClr val="71818B"/>
            </a:solidFill>
          </a:ln>
        </p:spPr>
      </p:sp>
      <p:sp>
        <p:nvSpPr>
          <p:cNvPr id="63" name="">
            <a:extLst xmlns:a="http://schemas.openxmlformats.org/drawingml/2006/main">
              <a:ext uri="{FF2B5EF4-FFF2-40B4-BE49-F238E27FC236}">
                <a16:creationId xmlns:a16="http://schemas.microsoft.com/office/drawing/2014/main" id="{7D69D62A-6817-4D7B-90C6-5B9E53B65A2A}"/>
              </a:ext>
            </a:extLst>
          </p:cNvPr>
          <p:cNvSpPr>
            <a:spLocks xmlns:a="http://schemas.openxmlformats.org/drawingml/2006/main" noGrp="1"/>
          </p:cNvSpPr>
          <p:nvPr/>
        </p:nvSpPr>
        <p:spPr>
          <a:xfrm xmlns:a="http://schemas.openxmlformats.org/drawingml/2006/main">
            <a:off x="1285875" y="5054564"/>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64" name="">
            <a:extLst xmlns:a="http://schemas.openxmlformats.org/drawingml/2006/main">
              <a:ext uri="{FF2B5EF4-FFF2-40B4-BE49-F238E27FC236}">
                <a16:creationId xmlns:a16="http://schemas.microsoft.com/office/drawing/2014/main" id="{3A978DB7-0AE2-4C41-AC46-092BE58149BA}"/>
              </a:ext>
            </a:extLst>
          </p:cNvPr>
          <p:cNvSpPr>
            <a:spLocks xmlns:a="http://schemas.openxmlformats.org/drawingml/2006/main" noGrp="1"/>
          </p:cNvSpPr>
          <p:nvPr/>
        </p:nvSpPr>
        <p:spPr>
          <a:xfrm xmlns:a="http://schemas.openxmlformats.org/drawingml/2006/main">
            <a:off x="1379764" y="4979452"/>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65" name="">
            <a:extLst xmlns:a="http://schemas.openxmlformats.org/drawingml/2006/main">
              <a:ext uri="{FF2B5EF4-FFF2-40B4-BE49-F238E27FC236}">
                <a16:creationId xmlns:a16="http://schemas.microsoft.com/office/drawing/2014/main" id="{D84CAB0F-21FA-4D98-83DF-CEAF63CCFD9E}"/>
              </a:ext>
            </a:extLst>
          </p:cNvPr>
          <p:cNvSpPr>
            <a:spLocks xmlns:a="http://schemas.openxmlformats.org/drawingml/2006/main" noGrp="1"/>
          </p:cNvSpPr>
          <p:nvPr/>
        </p:nvSpPr>
        <p:spPr>
          <a:xfrm xmlns:a="http://schemas.openxmlformats.org/drawingml/2006/main">
            <a:off x="1473654" y="4904341"/>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66" name="">
            <a:extLst xmlns:a="http://schemas.openxmlformats.org/drawingml/2006/main">
              <a:ext uri="{FF2B5EF4-FFF2-40B4-BE49-F238E27FC236}">
                <a16:creationId xmlns:a16="http://schemas.microsoft.com/office/drawing/2014/main" id="{9A43977F-5544-42C6-9319-6B9DCC59B4AD}"/>
              </a:ext>
            </a:extLst>
          </p:cNvPr>
          <p:cNvSpPr>
            <a:spLocks xmlns:a="http://schemas.openxmlformats.org/drawingml/2006/main" noGrp="1"/>
          </p:cNvSpPr>
          <p:nvPr/>
        </p:nvSpPr>
        <p:spPr>
          <a:xfrm xmlns:a="http://schemas.openxmlformats.org/drawingml/2006/main">
            <a:off x="1567543" y="4829229"/>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67" name="">
            <a:extLst xmlns:a="http://schemas.openxmlformats.org/drawingml/2006/main">
              <a:ext uri="{FF2B5EF4-FFF2-40B4-BE49-F238E27FC236}">
                <a16:creationId xmlns:a16="http://schemas.microsoft.com/office/drawing/2014/main" id="{48B1A383-F80A-4D42-9E27-7CEE8AF2562A}"/>
              </a:ext>
            </a:extLst>
          </p:cNvPr>
          <p:cNvSpPr>
            <a:spLocks xmlns:a="http://schemas.openxmlformats.org/drawingml/2006/main" noGrp="1"/>
          </p:cNvSpPr>
          <p:nvPr/>
        </p:nvSpPr>
        <p:spPr>
          <a:xfrm xmlns:a="http://schemas.openxmlformats.org/drawingml/2006/main">
            <a:off x="1661432" y="4754118"/>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68" name="">
            <a:extLst xmlns:a="http://schemas.openxmlformats.org/drawingml/2006/main">
              <a:ext uri="{FF2B5EF4-FFF2-40B4-BE49-F238E27FC236}">
                <a16:creationId xmlns:a16="http://schemas.microsoft.com/office/drawing/2014/main" id="{6DE6A3A9-5706-4388-88FA-1C4AB4BDAD60}"/>
              </a:ext>
            </a:extLst>
          </p:cNvPr>
          <p:cNvSpPr>
            <a:spLocks xmlns:a="http://schemas.openxmlformats.org/drawingml/2006/main" noGrp="1"/>
          </p:cNvSpPr>
          <p:nvPr/>
        </p:nvSpPr>
        <p:spPr>
          <a:xfrm xmlns:a="http://schemas.openxmlformats.org/drawingml/2006/main">
            <a:off x="1755321" y="4679007"/>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69" name="">
            <a:extLst xmlns:a="http://schemas.openxmlformats.org/drawingml/2006/main">
              <a:ext uri="{FF2B5EF4-FFF2-40B4-BE49-F238E27FC236}">
                <a16:creationId xmlns:a16="http://schemas.microsoft.com/office/drawing/2014/main" id="{A20B9960-CF13-4877-BD02-7BE294DE6FE4}"/>
              </a:ext>
            </a:extLst>
          </p:cNvPr>
          <p:cNvSpPr>
            <a:spLocks xmlns:a="http://schemas.openxmlformats.org/drawingml/2006/main" noGrp="1"/>
          </p:cNvSpPr>
          <p:nvPr/>
        </p:nvSpPr>
        <p:spPr>
          <a:xfrm xmlns:a="http://schemas.openxmlformats.org/drawingml/2006/main">
            <a:off x="1849211" y="4603895"/>
            <a:ext cx="51639" cy="41311"/>
          </a:xfrm>
          <a:custGeom xmlns:a="http://schemas.openxmlformats.org/drawingml/2006/main">
            <a:pathLst>
              <a:path w="51639" h="41311">
                <a:moveTo>
                  <a:pt x="0" y="41311"/>
                </a:moveTo>
                <a:lnTo>
                  <a:pt x="51639" y="0"/>
                </a:lnTo>
              </a:path>
            </a:pathLst>
          </a:custGeom>
          <a:noFill xmlns:a="http://schemas.openxmlformats.org/drawingml/2006/main"/>
          <a:ln xmlns:a="http://schemas.openxmlformats.org/drawingml/2006/main" w="13335">
            <a:solidFill>
              <a:srgbClr val="71818B"/>
            </a:solidFill>
          </a:ln>
        </p:spPr>
      </p:sp>
      <p:sp>
        <p:nvSpPr>
          <p:cNvPr id="70" name="">
            <a:extLst xmlns:a="http://schemas.openxmlformats.org/drawingml/2006/main">
              <a:ext uri="{FF2B5EF4-FFF2-40B4-BE49-F238E27FC236}">
                <a16:creationId xmlns:a16="http://schemas.microsoft.com/office/drawing/2014/main" id="{F94B8B59-84EC-417D-A3CE-BE44D6B4D5E7}"/>
              </a:ext>
            </a:extLst>
          </p:cNvPr>
          <p:cNvSpPr>
            <a:spLocks xmlns:a="http://schemas.openxmlformats.org/drawingml/2006/main" noGrp="1"/>
          </p:cNvSpPr>
          <p:nvPr/>
        </p:nvSpPr>
        <p:spPr>
          <a:xfrm xmlns:a="http://schemas.openxmlformats.org/drawingml/2006/main">
            <a:off x="1187291" y="280654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1" name="">
            <a:extLst xmlns:a="http://schemas.openxmlformats.org/drawingml/2006/main">
              <a:ext uri="{FF2B5EF4-FFF2-40B4-BE49-F238E27FC236}">
                <a16:creationId xmlns:a16="http://schemas.microsoft.com/office/drawing/2014/main" id="{C845519A-CC13-4A04-ACF0-2B1C3BD39666}"/>
              </a:ext>
            </a:extLst>
          </p:cNvPr>
          <p:cNvSpPr>
            <a:spLocks xmlns:a="http://schemas.openxmlformats.org/drawingml/2006/main" noGrp="1"/>
          </p:cNvSpPr>
          <p:nvPr/>
        </p:nvSpPr>
        <p:spPr>
          <a:xfrm xmlns:a="http://schemas.openxmlformats.org/drawingml/2006/main">
            <a:off x="3378041" y="280654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2" name="">
            <a:extLst xmlns:a="http://schemas.openxmlformats.org/drawingml/2006/main">
              <a:ext uri="{FF2B5EF4-FFF2-40B4-BE49-F238E27FC236}">
                <a16:creationId xmlns:a16="http://schemas.microsoft.com/office/drawing/2014/main" id="{C90BA21A-2703-459F-BEC1-1D3E47E07796}"/>
              </a:ext>
            </a:extLst>
          </p:cNvPr>
          <p:cNvSpPr>
            <a:spLocks xmlns:a="http://schemas.openxmlformats.org/drawingml/2006/main" noGrp="1"/>
          </p:cNvSpPr>
          <p:nvPr/>
        </p:nvSpPr>
        <p:spPr>
          <a:xfrm xmlns:a="http://schemas.openxmlformats.org/drawingml/2006/main">
            <a:off x="3378041" y="499729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3" name="">
            <a:extLst xmlns:a="http://schemas.openxmlformats.org/drawingml/2006/main">
              <a:ext uri="{FF2B5EF4-FFF2-40B4-BE49-F238E27FC236}">
                <a16:creationId xmlns:a16="http://schemas.microsoft.com/office/drawing/2014/main" id="{0ECAF246-751A-4C85-A495-88A55BF8F8CA}"/>
              </a:ext>
            </a:extLst>
          </p:cNvPr>
          <p:cNvSpPr>
            <a:spLocks xmlns:a="http://schemas.openxmlformats.org/drawingml/2006/main" noGrp="1"/>
          </p:cNvSpPr>
          <p:nvPr/>
        </p:nvSpPr>
        <p:spPr>
          <a:xfrm xmlns:a="http://schemas.openxmlformats.org/drawingml/2006/main">
            <a:off x="1187291" y="499729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4" name="">
            <a:extLst xmlns:a="http://schemas.openxmlformats.org/drawingml/2006/main">
              <a:ext uri="{FF2B5EF4-FFF2-40B4-BE49-F238E27FC236}">
                <a16:creationId xmlns:a16="http://schemas.microsoft.com/office/drawing/2014/main" id="{46979D89-D447-495B-9417-44BE928EFA42}"/>
              </a:ext>
            </a:extLst>
          </p:cNvPr>
          <p:cNvSpPr>
            <a:spLocks xmlns:a="http://schemas.openxmlformats.org/drawingml/2006/main" noGrp="1"/>
          </p:cNvSpPr>
          <p:nvPr/>
        </p:nvSpPr>
        <p:spPr>
          <a:xfrm xmlns:a="http://schemas.openxmlformats.org/drawingml/2006/main">
            <a:off x="1844516" y="228076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5" name="">
            <a:extLst xmlns:a="http://schemas.openxmlformats.org/drawingml/2006/main">
              <a:ext uri="{FF2B5EF4-FFF2-40B4-BE49-F238E27FC236}">
                <a16:creationId xmlns:a16="http://schemas.microsoft.com/office/drawing/2014/main" id="{028F2A23-B433-46E8-850F-3963071AFED1}"/>
              </a:ext>
            </a:extLst>
          </p:cNvPr>
          <p:cNvSpPr>
            <a:spLocks xmlns:a="http://schemas.openxmlformats.org/drawingml/2006/main" noGrp="1"/>
          </p:cNvSpPr>
          <p:nvPr/>
        </p:nvSpPr>
        <p:spPr>
          <a:xfrm xmlns:a="http://schemas.openxmlformats.org/drawingml/2006/main">
            <a:off x="4035266" y="228076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6" name="">
            <a:extLst xmlns:a="http://schemas.openxmlformats.org/drawingml/2006/main">
              <a:ext uri="{FF2B5EF4-FFF2-40B4-BE49-F238E27FC236}">
                <a16:creationId xmlns:a16="http://schemas.microsoft.com/office/drawing/2014/main" id="{44EE9074-0658-4C75-9040-F9281B650029}"/>
              </a:ext>
            </a:extLst>
          </p:cNvPr>
          <p:cNvSpPr>
            <a:spLocks xmlns:a="http://schemas.openxmlformats.org/drawingml/2006/main" noGrp="1"/>
          </p:cNvSpPr>
          <p:nvPr/>
        </p:nvSpPr>
        <p:spPr>
          <a:xfrm xmlns:a="http://schemas.openxmlformats.org/drawingml/2006/main">
            <a:off x="4035266" y="447151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7" name="">
            <a:extLst xmlns:a="http://schemas.openxmlformats.org/drawingml/2006/main">
              <a:ext uri="{FF2B5EF4-FFF2-40B4-BE49-F238E27FC236}">
                <a16:creationId xmlns:a16="http://schemas.microsoft.com/office/drawing/2014/main" id="{1FD7FC0E-2D1E-4E4C-93A0-AF73618930EA}"/>
              </a:ext>
            </a:extLst>
          </p:cNvPr>
          <p:cNvSpPr>
            <a:spLocks xmlns:a="http://schemas.openxmlformats.org/drawingml/2006/main" noGrp="1"/>
          </p:cNvSpPr>
          <p:nvPr/>
        </p:nvSpPr>
        <p:spPr>
          <a:xfrm xmlns:a="http://schemas.openxmlformats.org/drawingml/2006/main">
            <a:off x="1844516" y="4471511"/>
            <a:ext cx="197168" cy="197168"/>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8" name="">
            <a:extLst xmlns:a="http://schemas.openxmlformats.org/drawingml/2006/main">
              <a:ext uri="{FF2B5EF4-FFF2-40B4-BE49-F238E27FC236}">
                <a16:creationId xmlns:a16="http://schemas.microsoft.com/office/drawing/2014/main" id="{652C496D-8CF4-4374-8184-E22277B0DB1C}"/>
              </a:ext>
            </a:extLst>
          </p:cNvPr>
          <p:cNvSpPr>
            <a:spLocks xmlns:a="http://schemas.openxmlformats.org/drawingml/2006/main" noGrp="1"/>
          </p:cNvSpPr>
          <p:nvPr/>
        </p:nvSpPr>
        <p:spPr>
          <a:xfrm xmlns:a="http://schemas.openxmlformats.org/drawingml/2006/main">
            <a:off x="1493996" y="3617119"/>
            <a:ext cx="240983" cy="240983"/>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79" name="">
            <a:extLst xmlns:a="http://schemas.openxmlformats.org/drawingml/2006/main">
              <a:ext uri="{FF2B5EF4-FFF2-40B4-BE49-F238E27FC236}">
                <a16:creationId xmlns:a16="http://schemas.microsoft.com/office/drawing/2014/main" id="{8D464BB9-AFBA-4E80-9421-F3987F20AF64}"/>
              </a:ext>
            </a:extLst>
          </p:cNvPr>
          <p:cNvSpPr>
            <a:spLocks xmlns:a="http://schemas.openxmlformats.org/drawingml/2006/main" noGrp="1"/>
          </p:cNvSpPr>
          <p:nvPr/>
        </p:nvSpPr>
        <p:spPr>
          <a:xfrm xmlns:a="http://schemas.openxmlformats.org/drawingml/2006/main">
            <a:off x="2589371" y="2521744"/>
            <a:ext cx="240983" cy="240983"/>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80" name="">
            <a:extLst xmlns:a="http://schemas.openxmlformats.org/drawingml/2006/main">
              <a:ext uri="{FF2B5EF4-FFF2-40B4-BE49-F238E27FC236}">
                <a16:creationId xmlns:a16="http://schemas.microsoft.com/office/drawing/2014/main" id="{C1A6846B-EA8C-4328-8D17-FB8B15D96E21}"/>
              </a:ext>
            </a:extLst>
          </p:cNvPr>
          <p:cNvSpPr>
            <a:spLocks xmlns:a="http://schemas.openxmlformats.org/drawingml/2006/main" noGrp="1"/>
          </p:cNvSpPr>
          <p:nvPr/>
        </p:nvSpPr>
        <p:spPr>
          <a:xfrm xmlns:a="http://schemas.openxmlformats.org/drawingml/2006/main">
            <a:off x="2260759" y="3880009"/>
            <a:ext cx="240983" cy="240983"/>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81" name="">
            <a:extLst xmlns:a="http://schemas.openxmlformats.org/drawingml/2006/main">
              <a:ext uri="{FF2B5EF4-FFF2-40B4-BE49-F238E27FC236}">
                <a16:creationId xmlns:a16="http://schemas.microsoft.com/office/drawing/2014/main" id="{A09BD195-967C-4BD6-9AE3-D8FF512EDA42}"/>
              </a:ext>
            </a:extLst>
          </p:cNvPr>
          <p:cNvSpPr>
            <a:spLocks xmlns:a="http://schemas.openxmlformats.org/drawingml/2006/main" noGrp="1"/>
          </p:cNvSpPr>
          <p:nvPr/>
        </p:nvSpPr>
        <p:spPr>
          <a:xfrm xmlns:a="http://schemas.openxmlformats.org/drawingml/2006/main">
            <a:off x="3684746" y="3617119"/>
            <a:ext cx="240983" cy="240983"/>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82" name="">
            <a:extLst xmlns:a="http://schemas.openxmlformats.org/drawingml/2006/main">
              <a:ext uri="{FF2B5EF4-FFF2-40B4-BE49-F238E27FC236}">
                <a16:creationId xmlns:a16="http://schemas.microsoft.com/office/drawing/2014/main" id="{A1785888-E293-46FE-BE6F-04CC264824CF}"/>
              </a:ext>
            </a:extLst>
          </p:cNvPr>
          <p:cNvSpPr>
            <a:spLocks xmlns:a="http://schemas.openxmlformats.org/drawingml/2006/main" noGrp="1"/>
          </p:cNvSpPr>
          <p:nvPr/>
        </p:nvSpPr>
        <p:spPr>
          <a:xfrm xmlns:a="http://schemas.openxmlformats.org/drawingml/2006/main">
            <a:off x="2589371" y="4712494"/>
            <a:ext cx="240983" cy="240983"/>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83" name="">
            <a:extLst xmlns:a="http://schemas.openxmlformats.org/drawingml/2006/main">
              <a:ext uri="{FF2B5EF4-FFF2-40B4-BE49-F238E27FC236}">
                <a16:creationId xmlns:a16="http://schemas.microsoft.com/office/drawing/2014/main" id="{C856BAC4-2A62-44CC-B02D-7BD98B937B83}"/>
              </a:ext>
            </a:extLst>
          </p:cNvPr>
          <p:cNvSpPr>
            <a:spLocks xmlns:a="http://schemas.openxmlformats.org/drawingml/2006/main" noGrp="1"/>
          </p:cNvSpPr>
          <p:nvPr/>
        </p:nvSpPr>
        <p:spPr>
          <a:xfrm xmlns:a="http://schemas.openxmlformats.org/drawingml/2006/main">
            <a:off x="2917984" y="3354229"/>
            <a:ext cx="240983" cy="240983"/>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84" name="">
            <a:extLst xmlns:a="http://schemas.openxmlformats.org/drawingml/2006/main">
              <a:ext uri="{FF2B5EF4-FFF2-40B4-BE49-F238E27FC236}">
                <a16:creationId xmlns:a16="http://schemas.microsoft.com/office/drawing/2014/main" id="{81941E96-DC90-4D69-9912-8BF2AAA76F6D}"/>
              </a:ext>
            </a:extLst>
          </p:cNvPr>
          <p:cNvSpPr>
            <a:spLocks xmlns:a="http://schemas.openxmlformats.org/drawingml/2006/main" noGrp="1"/>
          </p:cNvSpPr>
          <p:nvPr/>
        </p:nvSpPr>
        <p:spPr>
          <a:xfrm xmlns:a="http://schemas.openxmlformats.org/drawingml/2006/main">
            <a:off x="6115050" y="2257425"/>
            <a:ext cx="247650" cy="2476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5" name="">
            <a:extLst xmlns:a="http://schemas.openxmlformats.org/drawingml/2006/main">
              <a:ext uri="{FF2B5EF4-FFF2-40B4-BE49-F238E27FC236}">
                <a16:creationId xmlns:a16="http://schemas.microsoft.com/office/drawing/2014/main" id="{6F984ACD-E56A-4870-8903-15E034B3C4D5}"/>
              </a:ext>
            </a:extLst>
          </p:cNvPr>
          <p:cNvSpPr>
            <a:spLocks xmlns:a="http://schemas.openxmlformats.org/drawingml/2006/main" noGrp="1"/>
          </p:cNvSpPr>
          <p:nvPr/>
        </p:nvSpPr>
        <p:spPr>
          <a:xfrm xmlns:a="http://schemas.openxmlformats.org/drawingml/2006/main">
            <a:off x="6715125" y="20955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876A8"/>
                </a:solidFill>
                <a:latin typeface="Yu Gothic"/>
                <a:ea typeface="Yu Gothic"/>
                <a:cs typeface="Yu Gothic"/>
              </a:defRPr>
            </a:defPPr>
            <a:lvl1pPr>
              <a:buNone/>
              <a:defRPr sz="2475" b="1">
                <a:solidFill>
                  <a:srgbClr val="2876A8"/>
                </a:solidFill>
                <a:latin typeface="Yu Gothic"/>
                <a:ea typeface="Yu Gothic"/>
                <a:cs typeface="Yu Gothic"/>
              </a:defRPr>
            </a:lvl1pPr>
            <a:lvl2pPr>
              <a:buNone/>
              <a:defRPr sz="2475" b="1">
                <a:solidFill>
                  <a:srgbClr val="2876A8"/>
                </a:solidFill>
                <a:latin typeface="Yu Gothic"/>
                <a:ea typeface="Yu Gothic"/>
                <a:cs typeface="Yu Gothic"/>
              </a:defRPr>
            </a:lvl2pPr>
            <a:lvl3pPr>
              <a:buNone/>
              <a:defRPr sz="2475" b="1">
                <a:solidFill>
                  <a:srgbClr val="2876A8"/>
                </a:solidFill>
                <a:latin typeface="Yu Gothic"/>
                <a:ea typeface="Yu Gothic"/>
                <a:cs typeface="Yu Gothic"/>
              </a:defRPr>
            </a:lvl3pPr>
            <a:lvl4pPr>
              <a:buNone/>
              <a:defRPr sz="2475" b="1">
                <a:solidFill>
                  <a:srgbClr val="2876A8"/>
                </a:solidFill>
                <a:latin typeface="Yu Gothic"/>
                <a:ea typeface="Yu Gothic"/>
                <a:cs typeface="Yu Gothic"/>
              </a:defRPr>
            </a:lvl4pPr>
            <a:lvl5pPr>
              <a:buNone/>
              <a:defRPr sz="2475" b="1">
                <a:solidFill>
                  <a:srgbClr val="2876A8"/>
                </a:solidFill>
                <a:latin typeface="Yu Gothic"/>
                <a:ea typeface="Yu Gothic"/>
                <a:cs typeface="Yu Gothic"/>
              </a:defRPr>
            </a:lvl5pPr>
            <a:lvl6pPr>
              <a:buNone/>
              <a:defRPr sz="2475" b="1">
                <a:solidFill>
                  <a:srgbClr val="2876A8"/>
                </a:solidFill>
                <a:latin typeface="Yu Gothic"/>
                <a:ea typeface="Yu Gothic"/>
                <a:cs typeface="Yu Gothic"/>
              </a:defRPr>
            </a:lvl6pPr>
            <a:lvl7pPr>
              <a:buNone/>
              <a:defRPr sz="2475" b="1">
                <a:solidFill>
                  <a:srgbClr val="2876A8"/>
                </a:solidFill>
                <a:latin typeface="Yu Gothic"/>
                <a:ea typeface="Yu Gothic"/>
                <a:cs typeface="Yu Gothic"/>
              </a:defRPr>
            </a:lvl7pPr>
            <a:lvl8pPr>
              <a:buNone/>
              <a:defRPr sz="2475" b="1">
                <a:solidFill>
                  <a:srgbClr val="2876A8"/>
                </a:solidFill>
                <a:latin typeface="Yu Gothic"/>
                <a:ea typeface="Yu Gothic"/>
                <a:cs typeface="Yu Gothic"/>
              </a:defRPr>
            </a:lvl8pPr>
            <a:lvl9pPr>
              <a:buNone/>
              <a:defRPr sz="2475" b="1">
                <a:solidFill>
                  <a:srgbClr val="2876A8"/>
                </a:solidFill>
                <a:latin typeface="Yu Gothic"/>
                <a:ea typeface="Yu Gothic"/>
                <a:cs typeface="Yu Gothic"/>
              </a:defRPr>
            </a:lvl9pPr>
          </a:lstStyle>
          <a:p xmlns:a="http://schemas.openxmlformats.org/drawingml/2006/main">
            <a:pPr>
              <a:buNone/>
              <a:defRPr sz="2475" b="1">
                <a:solidFill>
                  <a:srgbClr val="2876A8"/>
                </a:solidFill>
                <a:latin typeface="Yu Gothic"/>
                <a:ea typeface="Yu Gothic"/>
                <a:cs typeface="Yu Gothic"/>
              </a:defRPr>
            </a:pPr>
            <a:r>
              <a:rPr sz="2475" b="1">
                <a:solidFill>
                  <a:srgbClr val="2876A8"/>
                </a:solidFill>
                <a:latin typeface="Yu Gothic"/>
                <a:ea typeface="Yu Gothic"/>
                <a:cs typeface="Yu Gothic"/>
              </a:rPr>
              <a:t>頂点：8 × 1/8 = 1</a:t>
            </a:r>
          </a:p>
        </p:txBody>
      </p:sp>
      <p:sp>
        <p:nvSpPr>
          <p:cNvPr id="86" name="">
            <a:extLst xmlns:a="http://schemas.openxmlformats.org/drawingml/2006/main">
              <a:ext uri="{FF2B5EF4-FFF2-40B4-BE49-F238E27FC236}">
                <a16:creationId xmlns:a16="http://schemas.microsoft.com/office/drawing/2014/main" id="{2D5888DB-ADFF-4FEB-8311-A209D5CBABE4}"/>
              </a:ext>
            </a:extLst>
          </p:cNvPr>
          <p:cNvSpPr>
            <a:spLocks xmlns:a="http://schemas.openxmlformats.org/drawingml/2006/main" noGrp="1"/>
          </p:cNvSpPr>
          <p:nvPr/>
        </p:nvSpPr>
        <p:spPr>
          <a:xfrm xmlns:a="http://schemas.openxmlformats.org/drawingml/2006/main">
            <a:off x="6086475" y="3276600"/>
            <a:ext cx="304800" cy="304800"/>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87" name="">
            <a:extLst xmlns:a="http://schemas.openxmlformats.org/drawingml/2006/main">
              <a:ext uri="{FF2B5EF4-FFF2-40B4-BE49-F238E27FC236}">
                <a16:creationId xmlns:a16="http://schemas.microsoft.com/office/drawing/2014/main" id="{71B888CA-25A5-4250-B70A-F21F193D650F}"/>
              </a:ext>
            </a:extLst>
          </p:cNvPr>
          <p:cNvSpPr>
            <a:spLocks xmlns:a="http://schemas.openxmlformats.org/drawingml/2006/main" noGrp="1"/>
          </p:cNvSpPr>
          <p:nvPr/>
        </p:nvSpPr>
        <p:spPr>
          <a:xfrm xmlns:a="http://schemas.openxmlformats.org/drawingml/2006/main">
            <a:off x="6715125" y="31432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087E8B"/>
                </a:solidFill>
                <a:latin typeface="Yu Gothic"/>
                <a:ea typeface="Yu Gothic"/>
                <a:cs typeface="Yu Gothic"/>
              </a:defRPr>
            </a:defPPr>
            <a:lvl1pPr>
              <a:buNone/>
              <a:defRPr sz="2475" b="1">
                <a:solidFill>
                  <a:srgbClr val="087E8B"/>
                </a:solidFill>
                <a:latin typeface="Yu Gothic"/>
                <a:ea typeface="Yu Gothic"/>
                <a:cs typeface="Yu Gothic"/>
              </a:defRPr>
            </a:lvl1pPr>
            <a:lvl2pPr>
              <a:buNone/>
              <a:defRPr sz="2475" b="1">
                <a:solidFill>
                  <a:srgbClr val="087E8B"/>
                </a:solidFill>
                <a:latin typeface="Yu Gothic"/>
                <a:ea typeface="Yu Gothic"/>
                <a:cs typeface="Yu Gothic"/>
              </a:defRPr>
            </a:lvl2pPr>
            <a:lvl3pPr>
              <a:buNone/>
              <a:defRPr sz="2475" b="1">
                <a:solidFill>
                  <a:srgbClr val="087E8B"/>
                </a:solidFill>
                <a:latin typeface="Yu Gothic"/>
                <a:ea typeface="Yu Gothic"/>
                <a:cs typeface="Yu Gothic"/>
              </a:defRPr>
            </a:lvl3pPr>
            <a:lvl4pPr>
              <a:buNone/>
              <a:defRPr sz="2475" b="1">
                <a:solidFill>
                  <a:srgbClr val="087E8B"/>
                </a:solidFill>
                <a:latin typeface="Yu Gothic"/>
                <a:ea typeface="Yu Gothic"/>
                <a:cs typeface="Yu Gothic"/>
              </a:defRPr>
            </a:lvl4pPr>
            <a:lvl5pPr>
              <a:buNone/>
              <a:defRPr sz="2475" b="1">
                <a:solidFill>
                  <a:srgbClr val="087E8B"/>
                </a:solidFill>
                <a:latin typeface="Yu Gothic"/>
                <a:ea typeface="Yu Gothic"/>
                <a:cs typeface="Yu Gothic"/>
              </a:defRPr>
            </a:lvl5pPr>
            <a:lvl6pPr>
              <a:buNone/>
              <a:defRPr sz="2475" b="1">
                <a:solidFill>
                  <a:srgbClr val="087E8B"/>
                </a:solidFill>
                <a:latin typeface="Yu Gothic"/>
                <a:ea typeface="Yu Gothic"/>
                <a:cs typeface="Yu Gothic"/>
              </a:defRPr>
            </a:lvl6pPr>
            <a:lvl7pPr>
              <a:buNone/>
              <a:defRPr sz="2475" b="1">
                <a:solidFill>
                  <a:srgbClr val="087E8B"/>
                </a:solidFill>
                <a:latin typeface="Yu Gothic"/>
                <a:ea typeface="Yu Gothic"/>
                <a:cs typeface="Yu Gothic"/>
              </a:defRPr>
            </a:lvl7pPr>
            <a:lvl8pPr>
              <a:buNone/>
              <a:defRPr sz="2475" b="1">
                <a:solidFill>
                  <a:srgbClr val="087E8B"/>
                </a:solidFill>
                <a:latin typeface="Yu Gothic"/>
                <a:ea typeface="Yu Gothic"/>
                <a:cs typeface="Yu Gothic"/>
              </a:defRPr>
            </a:lvl8pPr>
            <a:lvl9pPr>
              <a:buNone/>
              <a:defRPr sz="2475" b="1">
                <a:solidFill>
                  <a:srgbClr val="087E8B"/>
                </a:solidFill>
                <a:latin typeface="Yu Gothic"/>
                <a:ea typeface="Yu Gothic"/>
                <a:cs typeface="Yu Gothic"/>
              </a:defRPr>
            </a:lvl9pPr>
          </a:lstStyle>
          <a:p xmlns:a="http://schemas.openxmlformats.org/drawingml/2006/main">
            <a:pPr>
              <a:buNone/>
              <a:defRPr sz="2475" b="1">
                <a:solidFill>
                  <a:srgbClr val="087E8B"/>
                </a:solidFill>
                <a:latin typeface="Yu Gothic"/>
                <a:ea typeface="Yu Gothic"/>
                <a:cs typeface="Yu Gothic"/>
              </a:defRPr>
            </a:pPr>
            <a:r>
              <a:rPr sz="2475" b="1">
                <a:solidFill>
                  <a:srgbClr val="087E8B"/>
                </a:solidFill>
                <a:latin typeface="Yu Gothic"/>
                <a:ea typeface="Yu Gothic"/>
                <a:cs typeface="Yu Gothic"/>
              </a:rPr>
              <a:t>面中心：6 × 1/2 = 3</a:t>
            </a:r>
          </a:p>
        </p:txBody>
      </p:sp>
      <p:sp>
        <p:nvSpPr>
          <p:cNvPr id="88" name="">
            <a:extLst xmlns:a="http://schemas.openxmlformats.org/drawingml/2006/main">
              <a:ext uri="{FF2B5EF4-FFF2-40B4-BE49-F238E27FC236}">
                <a16:creationId xmlns:a16="http://schemas.microsoft.com/office/drawing/2014/main" id="{04E50959-8854-4408-9292-DEF000EF68A6}"/>
              </a:ext>
            </a:extLst>
          </p:cNvPr>
          <p:cNvSpPr>
            <a:spLocks xmlns:a="http://schemas.openxmlformats.org/drawingml/2006/main" noGrp="1"/>
          </p:cNvSpPr>
          <p:nvPr/>
        </p:nvSpPr>
        <p:spPr>
          <a:xfrm xmlns:a="http://schemas.openxmlformats.org/drawingml/2006/main">
            <a:off x="6191250" y="4476750"/>
            <a:ext cx="528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75" b="1">
                <a:solidFill>
                  <a:srgbClr val="263D4D"/>
                </a:solidFill>
                <a:latin typeface="Yu Gothic"/>
                <a:ea typeface="Yu Gothic"/>
                <a:cs typeface="Yu Gothic"/>
              </a:defRPr>
            </a:defPPr>
            <a:lvl1pPr>
              <a:buNone/>
              <a:defRPr sz="2775" b="1">
                <a:solidFill>
                  <a:srgbClr val="263D4D"/>
                </a:solidFill>
                <a:latin typeface="Yu Gothic"/>
                <a:ea typeface="Yu Gothic"/>
                <a:cs typeface="Yu Gothic"/>
              </a:defRPr>
            </a:lvl1pPr>
            <a:lvl2pPr>
              <a:buNone/>
              <a:defRPr sz="2775" b="1">
                <a:solidFill>
                  <a:srgbClr val="263D4D"/>
                </a:solidFill>
                <a:latin typeface="Yu Gothic"/>
                <a:ea typeface="Yu Gothic"/>
                <a:cs typeface="Yu Gothic"/>
              </a:defRPr>
            </a:lvl2pPr>
            <a:lvl3pPr>
              <a:buNone/>
              <a:defRPr sz="2775" b="1">
                <a:solidFill>
                  <a:srgbClr val="263D4D"/>
                </a:solidFill>
                <a:latin typeface="Yu Gothic"/>
                <a:ea typeface="Yu Gothic"/>
                <a:cs typeface="Yu Gothic"/>
              </a:defRPr>
            </a:lvl3pPr>
            <a:lvl4pPr>
              <a:buNone/>
              <a:defRPr sz="2775" b="1">
                <a:solidFill>
                  <a:srgbClr val="263D4D"/>
                </a:solidFill>
                <a:latin typeface="Yu Gothic"/>
                <a:ea typeface="Yu Gothic"/>
                <a:cs typeface="Yu Gothic"/>
              </a:defRPr>
            </a:lvl4pPr>
            <a:lvl5pPr>
              <a:buNone/>
              <a:defRPr sz="2775" b="1">
                <a:solidFill>
                  <a:srgbClr val="263D4D"/>
                </a:solidFill>
                <a:latin typeface="Yu Gothic"/>
                <a:ea typeface="Yu Gothic"/>
                <a:cs typeface="Yu Gothic"/>
              </a:defRPr>
            </a:lvl5pPr>
            <a:lvl6pPr>
              <a:buNone/>
              <a:defRPr sz="2775" b="1">
                <a:solidFill>
                  <a:srgbClr val="263D4D"/>
                </a:solidFill>
                <a:latin typeface="Yu Gothic"/>
                <a:ea typeface="Yu Gothic"/>
                <a:cs typeface="Yu Gothic"/>
              </a:defRPr>
            </a:lvl6pPr>
            <a:lvl7pPr>
              <a:buNone/>
              <a:defRPr sz="2775" b="1">
                <a:solidFill>
                  <a:srgbClr val="263D4D"/>
                </a:solidFill>
                <a:latin typeface="Yu Gothic"/>
                <a:ea typeface="Yu Gothic"/>
                <a:cs typeface="Yu Gothic"/>
              </a:defRPr>
            </a:lvl7pPr>
            <a:lvl8pPr>
              <a:buNone/>
              <a:defRPr sz="2775" b="1">
                <a:solidFill>
                  <a:srgbClr val="263D4D"/>
                </a:solidFill>
                <a:latin typeface="Yu Gothic"/>
                <a:ea typeface="Yu Gothic"/>
                <a:cs typeface="Yu Gothic"/>
              </a:defRPr>
            </a:lvl8pPr>
            <a:lvl9pPr>
              <a:buNone/>
              <a:defRPr sz="2775" b="1">
                <a:solidFill>
                  <a:srgbClr val="263D4D"/>
                </a:solidFill>
                <a:latin typeface="Yu Gothic"/>
                <a:ea typeface="Yu Gothic"/>
                <a:cs typeface="Yu Gothic"/>
              </a:defRPr>
            </a:lvl9pPr>
          </a:lstStyle>
          <a:p xmlns:a="http://schemas.openxmlformats.org/drawingml/2006/main">
            <a:pPr>
              <a:buNone/>
              <a:defRPr sz="2775" b="1">
                <a:solidFill>
                  <a:srgbClr val="263D4D"/>
                </a:solidFill>
                <a:latin typeface="Yu Gothic"/>
                <a:ea typeface="Yu Gothic"/>
                <a:cs typeface="Yu Gothic"/>
              </a:defRPr>
            </a:pPr>
            <a:r>
              <a:rPr sz="2775" b="1">
                <a:solidFill>
                  <a:srgbClr val="263D4D"/>
                </a:solidFill>
                <a:latin typeface="Yu Gothic"/>
                <a:ea typeface="Yu Gothic"/>
                <a:cs typeface="Yu Gothic"/>
              </a:rPr>
              <a:t>単位格子当たり n = 4</a:t>
            </a:r>
          </a:p>
        </p:txBody>
      </p:sp>
      <p:sp>
        <p:nvSpPr>
          <p:cNvPr id="89" name="">
            <a:extLst xmlns:a="http://schemas.openxmlformats.org/drawingml/2006/main">
              <a:ext uri="{FF2B5EF4-FFF2-40B4-BE49-F238E27FC236}">
                <a16:creationId xmlns:a16="http://schemas.microsoft.com/office/drawing/2014/main" id="{AE002A51-BACC-44D2-931D-52F00295CD6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奥の面の中心も表示。純金属の密度ρ = n × 原子1個の質量 / 単位格子の体積。nだけでは比較できない。</a:t>
            </a:r>
          </a:p>
        </p:txBody>
      </p:sp>
      <p:sp>
        <p:nvSpPr>
          <p:cNvPr id="90" name="">
            <a:extLst xmlns:a="http://schemas.openxmlformats.org/drawingml/2006/main">
              <a:ext uri="{FF2B5EF4-FFF2-40B4-BE49-F238E27FC236}">
                <a16:creationId xmlns:a16="http://schemas.microsoft.com/office/drawing/2014/main" id="{BAC7A533-2F20-46A5-8B6B-91CC94958ADD}"/>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ρ：密度</a:t>
            </a:r>
          </a:p>
        </p:txBody>
      </p:sp>
    </p:spTree>
    <p:extLst>
      <p:ext uri="{BB962C8B-B14F-4D97-AF65-F5344CB8AC3E}">
        <p14:creationId xmlns:p14="http://schemas.microsoft.com/office/powerpoint/2010/main" val="107759574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682F55-4631-452A-9D66-8BC08D7765C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単位格子から密度を考える</a:t>
            </a:r>
          </a:p>
        </p:txBody>
      </p:sp>
      <p:sp>
        <p:nvSpPr>
          <p:cNvPr id="2" name="">
            <a:extLst xmlns:a="http://schemas.openxmlformats.org/drawingml/2006/main">
              <a:ext uri="{FF2B5EF4-FFF2-40B4-BE49-F238E27FC236}">
                <a16:creationId xmlns:a16="http://schemas.microsoft.com/office/drawing/2014/main" id="{0A51616A-03C0-4895-BBD5-485AAC3900A3}"/>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6" name="">
            <a:extLst xmlns:a="http://schemas.openxmlformats.org/drawingml/2006/main">
              <a:ext uri="{FF2B5EF4-FFF2-40B4-BE49-F238E27FC236}">
                <a16:creationId xmlns:a16="http://schemas.microsoft.com/office/drawing/2014/main" id="{392B2E2C-08F0-4121-8517-88CB1E299B5B}"/>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14 / 56</a:t>
            </a:r>
          </a:p>
        </p:txBody>
      </p:sp>
      <p:sp>
        <p:nvSpPr>
          <p:cNvPr id="8" name="">
            <a:extLst xmlns:a="http://schemas.openxmlformats.org/drawingml/2006/main">
              <a:ext uri="{FF2B5EF4-FFF2-40B4-BE49-F238E27FC236}">
                <a16:creationId xmlns:a16="http://schemas.microsoft.com/office/drawing/2014/main" id="{DBBB428C-01EC-4A00-B7BE-36BA8690DB7E}"/>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ρ：密度</a:t>
            </a:r>
          </a:p>
        </p:txBody>
      </p:sp>
      <p:sp>
        <p:nvSpPr>
          <p:cNvPr id="9" name="">
            <a:extLst xmlns:a="http://schemas.openxmlformats.org/drawingml/2006/main">
              <a:ext uri="{FF2B5EF4-FFF2-40B4-BE49-F238E27FC236}">
                <a16:creationId xmlns:a16="http://schemas.microsoft.com/office/drawing/2014/main" id="{1F187C15-3AA2-4D89-8990-84C2E92651C8}"/>
              </a:ext>
            </a:extLst>
          </p:cNvPr>
          <p:cNvSpPr>
            <a:spLocks xmlns:a="http://schemas.openxmlformats.org/drawingml/2006/main" noGrp="1"/>
          </p:cNvSpPr>
          <p:nvPr/>
        </p:nvSpPr>
        <p:spPr>
          <a:xfrm xmlns:a="http://schemas.openxmlformats.org/drawingml/2006/main">
            <a:off x="809625" y="161925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単位格子に割り当てる質量</a:t>
            </a:r>
          </a:p>
        </p:txBody>
      </p:sp>
      <p:sp>
        <p:nvSpPr>
          <p:cNvPr id="10" name="">
            <a:extLst xmlns:a="http://schemas.openxmlformats.org/drawingml/2006/main">
              <a:ext uri="{FF2B5EF4-FFF2-40B4-BE49-F238E27FC236}">
                <a16:creationId xmlns:a16="http://schemas.microsoft.com/office/drawing/2014/main" id="{5260186D-C8F2-4E7B-9395-7D8341B8912B}"/>
              </a:ext>
            </a:extLst>
          </p:cNvPr>
          <p:cNvSpPr>
            <a:spLocks xmlns:a="http://schemas.openxmlformats.org/drawingml/2006/main" noGrp="1"/>
          </p:cNvSpPr>
          <p:nvPr/>
        </p:nvSpPr>
        <p:spPr>
          <a:xfrm xmlns:a="http://schemas.openxmlformats.org/drawingml/2006/main">
            <a:off x="809625" y="2238375"/>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876A8"/>
                </a:solidFill>
                <a:latin typeface="Yu Gothic"/>
                <a:ea typeface="Yu Gothic"/>
                <a:cs typeface="Yu Gothic"/>
              </a:defRPr>
            </a:defPPr>
            <a:lvl1pPr>
              <a:defRPr sz="2325" b="1">
                <a:solidFill>
                  <a:srgbClr val="2876A8"/>
                </a:solidFill>
                <a:latin typeface="Yu Gothic"/>
                <a:ea typeface="Yu Gothic"/>
                <a:cs typeface="Yu Gothic"/>
              </a:defRPr>
            </a:lvl1pPr>
            <a:lvl2pPr>
              <a:defRPr sz="2325" b="1">
                <a:solidFill>
                  <a:srgbClr val="2876A8"/>
                </a:solidFill>
                <a:latin typeface="Yu Gothic"/>
                <a:ea typeface="Yu Gothic"/>
                <a:cs typeface="Yu Gothic"/>
              </a:defRPr>
            </a:lvl2pPr>
            <a:lvl3pPr>
              <a:defRPr sz="2325" b="1">
                <a:solidFill>
                  <a:srgbClr val="2876A8"/>
                </a:solidFill>
                <a:latin typeface="Yu Gothic"/>
                <a:ea typeface="Yu Gothic"/>
                <a:cs typeface="Yu Gothic"/>
              </a:defRPr>
            </a:lvl3pPr>
            <a:lvl4pPr>
              <a:defRPr sz="2325" b="1">
                <a:solidFill>
                  <a:srgbClr val="2876A8"/>
                </a:solidFill>
                <a:latin typeface="Yu Gothic"/>
                <a:ea typeface="Yu Gothic"/>
                <a:cs typeface="Yu Gothic"/>
              </a:defRPr>
            </a:lvl4pPr>
            <a:lvl5pPr>
              <a:defRPr sz="2325" b="1">
                <a:solidFill>
                  <a:srgbClr val="2876A8"/>
                </a:solidFill>
                <a:latin typeface="Yu Gothic"/>
                <a:ea typeface="Yu Gothic"/>
                <a:cs typeface="Yu Gothic"/>
              </a:defRPr>
            </a:lvl5pPr>
            <a:lvl6pPr>
              <a:defRPr sz="2325" b="1">
                <a:solidFill>
                  <a:srgbClr val="2876A8"/>
                </a:solidFill>
                <a:latin typeface="Yu Gothic"/>
                <a:ea typeface="Yu Gothic"/>
                <a:cs typeface="Yu Gothic"/>
              </a:defRPr>
            </a:lvl6pPr>
            <a:lvl7pPr>
              <a:defRPr sz="2325" b="1">
                <a:solidFill>
                  <a:srgbClr val="2876A8"/>
                </a:solidFill>
                <a:latin typeface="Yu Gothic"/>
                <a:ea typeface="Yu Gothic"/>
                <a:cs typeface="Yu Gothic"/>
              </a:defRPr>
            </a:lvl7pPr>
            <a:lvl8pPr>
              <a:defRPr sz="2325" b="1">
                <a:solidFill>
                  <a:srgbClr val="2876A8"/>
                </a:solidFill>
                <a:latin typeface="Yu Gothic"/>
                <a:ea typeface="Yu Gothic"/>
                <a:cs typeface="Yu Gothic"/>
              </a:defRPr>
            </a:lvl8pPr>
            <a:lvl9pPr>
              <a:defRPr sz="2325" b="1">
                <a:solidFill>
                  <a:srgbClr val="2876A8"/>
                </a:solidFill>
                <a:latin typeface="Yu Gothic"/>
                <a:ea typeface="Yu Gothic"/>
                <a:cs typeface="Yu Gothic"/>
              </a:defRPr>
            </a:lvl9pPr>
          </a:lstStyle>
          <a:p xmlns:a="http://schemas.openxmlformats.org/drawingml/2006/main">
            <a:pPr>
              <a:defRPr sz="2325" b="1">
                <a:solidFill>
                  <a:srgbClr val="2876A8"/>
                </a:solidFill>
                <a:latin typeface="Yu Gothic"/>
                <a:ea typeface="Yu Gothic"/>
                <a:cs typeface="Yu Gothic"/>
              </a:defRPr>
            </a:pPr>
            <a:r>
              <a:rPr sz="2325" b="1">
                <a:solidFill>
                  <a:srgbClr val="2876A8"/>
                </a:solidFill>
                <a:latin typeface="Yu Gothic"/>
                <a:ea typeface="Yu Gothic"/>
                <a:cs typeface="Yu Gothic"/>
              </a:rPr>
              <a:t>原子数 n × 原子1個の質量 mₐ</a:t>
            </a:r>
          </a:p>
        </p:txBody>
      </p:sp>
      <p:sp>
        <p:nvSpPr>
          <p:cNvPr id="11" name="">
            <a:extLst xmlns:a="http://schemas.openxmlformats.org/drawingml/2006/main">
              <a:ext uri="{FF2B5EF4-FFF2-40B4-BE49-F238E27FC236}">
                <a16:creationId xmlns:a16="http://schemas.microsoft.com/office/drawing/2014/main" id="{FE949948-9110-4A11-94CB-88ABB302E463}"/>
              </a:ext>
            </a:extLst>
          </p:cNvPr>
          <p:cNvSpPr>
            <a:spLocks xmlns:a="http://schemas.openxmlformats.org/drawingml/2006/main" noGrp="1"/>
          </p:cNvSpPr>
          <p:nvPr/>
        </p:nvSpPr>
        <p:spPr>
          <a:xfrm xmlns:a="http://schemas.openxmlformats.org/drawingml/2006/main">
            <a:off x="809625" y="3067050"/>
            <a:ext cx="6191250" cy="9525"/>
          </a:xfrm>
          <a:custGeom xmlns:a="http://schemas.openxmlformats.org/drawingml/2006/main">
            <a:pathLst>
              <a:path w="6191250" h="9525">
                <a:moveTo>
                  <a:pt x="0" y="0"/>
                </a:moveTo>
                <a:lnTo>
                  <a:pt x="6191250" y="0"/>
                </a:lnTo>
              </a:path>
            </a:pathLst>
          </a:custGeom>
          <a:noFill xmlns:a="http://schemas.openxmlformats.org/drawingml/2006/main"/>
          <a:ln xmlns:a="http://schemas.openxmlformats.org/drawingml/2006/main" w="28575">
            <a:solidFill>
              <a:srgbClr val="263D4D"/>
            </a:solidFill>
          </a:ln>
        </p:spPr>
      </p:sp>
      <p:sp>
        <p:nvSpPr>
          <p:cNvPr id="12" name="">
            <a:extLst xmlns:a="http://schemas.openxmlformats.org/drawingml/2006/main">
              <a:ext uri="{FF2B5EF4-FFF2-40B4-BE49-F238E27FC236}">
                <a16:creationId xmlns:a16="http://schemas.microsoft.com/office/drawing/2014/main" id="{A3130C59-3958-4567-B1EB-210121C05493}"/>
              </a:ext>
            </a:extLst>
          </p:cNvPr>
          <p:cNvSpPr>
            <a:spLocks xmlns:a="http://schemas.openxmlformats.org/drawingml/2006/main" noGrp="1"/>
          </p:cNvSpPr>
          <p:nvPr/>
        </p:nvSpPr>
        <p:spPr>
          <a:xfrm xmlns:a="http://schemas.openxmlformats.org/drawingml/2006/main">
            <a:off x="809625" y="335280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087E8B"/>
                </a:solidFill>
                <a:latin typeface="Yu Gothic"/>
                <a:ea typeface="Yu Gothic"/>
                <a:cs typeface="Yu Gothic"/>
              </a:defRPr>
            </a:defPPr>
            <a:lvl1pPr>
              <a:defRPr sz="2325" b="1">
                <a:solidFill>
                  <a:srgbClr val="087E8B"/>
                </a:solidFill>
                <a:latin typeface="Yu Gothic"/>
                <a:ea typeface="Yu Gothic"/>
                <a:cs typeface="Yu Gothic"/>
              </a:defRPr>
            </a:lvl1pPr>
            <a:lvl2pPr>
              <a:defRPr sz="2325" b="1">
                <a:solidFill>
                  <a:srgbClr val="087E8B"/>
                </a:solidFill>
                <a:latin typeface="Yu Gothic"/>
                <a:ea typeface="Yu Gothic"/>
                <a:cs typeface="Yu Gothic"/>
              </a:defRPr>
            </a:lvl2pPr>
            <a:lvl3pPr>
              <a:defRPr sz="2325" b="1">
                <a:solidFill>
                  <a:srgbClr val="087E8B"/>
                </a:solidFill>
                <a:latin typeface="Yu Gothic"/>
                <a:ea typeface="Yu Gothic"/>
                <a:cs typeface="Yu Gothic"/>
              </a:defRPr>
            </a:lvl3pPr>
            <a:lvl4pPr>
              <a:defRPr sz="2325" b="1">
                <a:solidFill>
                  <a:srgbClr val="087E8B"/>
                </a:solidFill>
                <a:latin typeface="Yu Gothic"/>
                <a:ea typeface="Yu Gothic"/>
                <a:cs typeface="Yu Gothic"/>
              </a:defRPr>
            </a:lvl4pPr>
            <a:lvl5pPr>
              <a:defRPr sz="2325" b="1">
                <a:solidFill>
                  <a:srgbClr val="087E8B"/>
                </a:solidFill>
                <a:latin typeface="Yu Gothic"/>
                <a:ea typeface="Yu Gothic"/>
                <a:cs typeface="Yu Gothic"/>
              </a:defRPr>
            </a:lvl5pPr>
            <a:lvl6pPr>
              <a:defRPr sz="2325" b="1">
                <a:solidFill>
                  <a:srgbClr val="087E8B"/>
                </a:solidFill>
                <a:latin typeface="Yu Gothic"/>
                <a:ea typeface="Yu Gothic"/>
                <a:cs typeface="Yu Gothic"/>
              </a:defRPr>
            </a:lvl6pPr>
            <a:lvl7pPr>
              <a:defRPr sz="2325" b="1">
                <a:solidFill>
                  <a:srgbClr val="087E8B"/>
                </a:solidFill>
                <a:latin typeface="Yu Gothic"/>
                <a:ea typeface="Yu Gothic"/>
                <a:cs typeface="Yu Gothic"/>
              </a:defRPr>
            </a:lvl7pPr>
            <a:lvl8pPr>
              <a:defRPr sz="2325" b="1">
                <a:solidFill>
                  <a:srgbClr val="087E8B"/>
                </a:solidFill>
                <a:latin typeface="Yu Gothic"/>
                <a:ea typeface="Yu Gothic"/>
                <a:cs typeface="Yu Gothic"/>
              </a:defRPr>
            </a:lvl8pPr>
            <a:lvl9pPr>
              <a:defRPr sz="2325" b="1">
                <a:solidFill>
                  <a:srgbClr val="087E8B"/>
                </a:solidFill>
                <a:latin typeface="Yu Gothic"/>
                <a:ea typeface="Yu Gothic"/>
                <a:cs typeface="Yu Gothic"/>
              </a:defRPr>
            </a:lvl9pPr>
          </a:lstStyle>
          <a:p xmlns:a="http://schemas.openxmlformats.org/drawingml/2006/main">
            <a:pPr>
              <a:defRPr sz="2325" b="1">
                <a:solidFill>
                  <a:srgbClr val="087E8B"/>
                </a:solidFill>
                <a:latin typeface="Yu Gothic"/>
                <a:ea typeface="Yu Gothic"/>
                <a:cs typeface="Yu Gothic"/>
              </a:defRPr>
            </a:pPr>
            <a:r>
              <a:rPr sz="2325" b="1">
                <a:solidFill>
                  <a:srgbClr val="087E8B"/>
                </a:solidFill>
                <a:latin typeface="Yu Gothic"/>
                <a:ea typeface="Yu Gothic"/>
                <a:cs typeface="Yu Gothic"/>
              </a:rPr>
              <a:t>格子体積 V꜀ = a³（a：辺長）</a:t>
            </a:r>
          </a:p>
        </p:txBody>
      </p:sp>
      <p:sp>
        <p:nvSpPr>
          <p:cNvPr id="13" name="">
            <a:extLst xmlns:a="http://schemas.openxmlformats.org/drawingml/2006/main">
              <a:ext uri="{FF2B5EF4-FFF2-40B4-BE49-F238E27FC236}">
                <a16:creationId xmlns:a16="http://schemas.microsoft.com/office/drawing/2014/main" id="{9C0CFD39-03F1-43BD-8CD7-4C537A842EBF}"/>
              </a:ext>
            </a:extLst>
          </p:cNvPr>
          <p:cNvSpPr>
            <a:spLocks xmlns:a="http://schemas.openxmlformats.org/drawingml/2006/main" noGrp="1"/>
          </p:cNvSpPr>
          <p:nvPr/>
        </p:nvSpPr>
        <p:spPr>
          <a:xfrm xmlns:a="http://schemas.openxmlformats.org/drawingml/2006/main">
            <a:off x="8143875" y="28098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xmlns:a="http://schemas.openxmlformats.org/drawingml/2006/main">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 密度 ρ</a:t>
            </a:r>
          </a:p>
        </p:txBody>
      </p:sp>
      <p:sp>
        <p:nvSpPr>
          <p:cNvPr id="14" name="">
            <a:extLst xmlns:a="http://schemas.openxmlformats.org/drawingml/2006/main">
              <a:ext uri="{FF2B5EF4-FFF2-40B4-BE49-F238E27FC236}">
                <a16:creationId xmlns:a16="http://schemas.microsoft.com/office/drawing/2014/main" id="{69E8BEC8-CE0C-451B-B706-37550CE71BAA}"/>
              </a:ext>
            </a:extLst>
          </p:cNvPr>
          <p:cNvSpPr>
            <a:spLocks xmlns:a="http://schemas.openxmlformats.org/drawingml/2006/main" noGrp="1"/>
          </p:cNvSpPr>
          <p:nvPr/>
        </p:nvSpPr>
        <p:spPr>
          <a:xfrm xmlns:a="http://schemas.openxmlformats.org/drawingml/2006/main">
            <a:off x="809625" y="42862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n：BCCは2、FCCは4</a:t>
            </a:r>
          </a:p>
        </p:txBody>
      </p:sp>
      <p:sp>
        <p:nvSpPr>
          <p:cNvPr id="15" name="">
            <a:extLst xmlns:a="http://schemas.openxmlformats.org/drawingml/2006/main">
              <a:ext uri="{FF2B5EF4-FFF2-40B4-BE49-F238E27FC236}">
                <a16:creationId xmlns:a16="http://schemas.microsoft.com/office/drawing/2014/main" id="{E1F93EBC-AC9C-466E-B94A-65C83E2F0439}"/>
              </a:ext>
            </a:extLst>
          </p:cNvPr>
          <p:cNvSpPr>
            <a:spLocks xmlns:a="http://schemas.openxmlformats.org/drawingml/2006/main" noGrp="1"/>
          </p:cNvSpPr>
          <p:nvPr/>
        </p:nvSpPr>
        <p:spPr>
          <a:xfrm xmlns:a="http://schemas.openxmlformats.org/drawingml/2006/main">
            <a:off x="809625" y="4857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mₐ と V꜀ も必要。原子数だけでは比較できない。</a:t>
            </a:r>
          </a:p>
        </p:txBody>
      </p:sp>
      <p:sp>
        <p:nvSpPr>
          <p:cNvPr id="16" name="">
            <a:extLst xmlns:a="http://schemas.openxmlformats.org/drawingml/2006/main">
              <a:ext uri="{FF2B5EF4-FFF2-40B4-BE49-F238E27FC236}">
                <a16:creationId xmlns:a16="http://schemas.microsoft.com/office/drawing/2014/main" id="{131BDAFC-9391-452A-BE3E-F5CC99568B1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a：立方晶の格子定数（辺の長さ）。質量kg ÷ 体積m³ = 密度kg/m³。純粋な単原子結晶の基本モデル。</a:t>
            </a:r>
          </a:p>
        </p:txBody>
      </p:sp>
    </p:spTree>
    <p:extLst>
      <p:ext uri="{BB962C8B-B14F-4D97-AF65-F5344CB8AC3E}">
        <p14:creationId xmlns:p14="http://schemas.microsoft.com/office/powerpoint/2010/main" val="123057337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BEC262A-5631-4EA8-A5CF-FDCAD6829AB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鉄の変態を見通す</a:t>
            </a:r>
          </a:p>
        </p:txBody>
      </p:sp>
      <p:sp>
        <p:nvSpPr>
          <p:cNvPr id="2" name="">
            <a:extLst xmlns:a="http://schemas.openxmlformats.org/drawingml/2006/main">
              <a:ext uri="{FF2B5EF4-FFF2-40B4-BE49-F238E27FC236}">
                <a16:creationId xmlns:a16="http://schemas.microsoft.com/office/drawing/2014/main" id="{CB9045A0-EB7B-487B-9253-0014B73DE22E}"/>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4" name="">
            <a:extLst xmlns:a="http://schemas.openxmlformats.org/drawingml/2006/main">
              <a:ext uri="{FF2B5EF4-FFF2-40B4-BE49-F238E27FC236}">
                <a16:creationId xmlns:a16="http://schemas.microsoft.com/office/drawing/2014/main" id="{C11C2239-88D0-45D4-8E41-65B71A40A403}"/>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15 / 56</a:t>
            </a:r>
          </a:p>
        </p:txBody>
      </p:sp>
      <p:sp>
        <p:nvSpPr>
          <p:cNvPr id="16" name="">
            <a:extLst xmlns:a="http://schemas.openxmlformats.org/drawingml/2006/main">
              <a:ext uri="{FF2B5EF4-FFF2-40B4-BE49-F238E27FC236}">
                <a16:creationId xmlns:a16="http://schemas.microsoft.com/office/drawing/2014/main" id="{3E315403-A59A-4DF7-922D-81712D40A375}"/>
              </a:ext>
            </a:extLst>
          </p:cNvPr>
          <p:cNvSpPr>
            <a:spLocks xmlns:a="http://schemas.openxmlformats.org/drawingml/2006/main" noGrp="1"/>
          </p:cNvSpPr>
          <p:nvPr/>
        </p:nvSpPr>
        <p:spPr>
          <a:xfrm xmlns:a="http://schemas.openxmlformats.org/drawingml/2006/main">
            <a:off x="809625" y="15716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純鉄を加熱する場合（常圧での順序）</a:t>
            </a:r>
          </a:p>
        </p:txBody>
      </p:sp>
      <p:sp>
        <p:nvSpPr>
          <p:cNvPr id="17" name="">
            <a:extLst xmlns:a="http://schemas.openxmlformats.org/drawingml/2006/main">
              <a:ext uri="{FF2B5EF4-FFF2-40B4-BE49-F238E27FC236}">
                <a16:creationId xmlns:a16="http://schemas.microsoft.com/office/drawing/2014/main" id="{4CB90573-7DF6-46E9-8B0C-2D4C137C99F3}"/>
              </a:ext>
            </a:extLst>
          </p:cNvPr>
          <p:cNvSpPr>
            <a:spLocks xmlns:a="http://schemas.openxmlformats.org/drawingml/2006/main" noGrp="1"/>
          </p:cNvSpPr>
          <p:nvPr/>
        </p:nvSpPr>
        <p:spPr>
          <a:xfrm xmlns:a="http://schemas.openxmlformats.org/drawingml/2006/main">
            <a:off x="1000125" y="3000375"/>
            <a:ext cx="1285875" cy="9525"/>
          </a:xfrm>
          <a:custGeom xmlns:a="http://schemas.openxmlformats.org/drawingml/2006/main">
            <a:pathLst>
              <a:path w="1285875" h="9525">
                <a:moveTo>
                  <a:pt x="0" y="0"/>
                </a:moveTo>
                <a:lnTo>
                  <a:pt x="1285875" y="0"/>
                </a:lnTo>
              </a:path>
            </a:pathLst>
          </a:custGeom>
          <a:noFill xmlns:a="http://schemas.openxmlformats.org/drawingml/2006/main"/>
          <a:ln xmlns:a="http://schemas.openxmlformats.org/drawingml/2006/main" w="16193">
            <a:solidFill>
              <a:srgbClr val="71818B"/>
            </a:solidFill>
          </a:ln>
        </p:spPr>
      </p:sp>
      <p:sp>
        <p:nvSpPr>
          <p:cNvPr id="18" name="">
            <a:extLst xmlns:a="http://schemas.openxmlformats.org/drawingml/2006/main">
              <a:ext uri="{FF2B5EF4-FFF2-40B4-BE49-F238E27FC236}">
                <a16:creationId xmlns:a16="http://schemas.microsoft.com/office/drawing/2014/main" id="{2DDEB200-24C7-4F0E-A265-ED2CCF070A33}"/>
              </a:ext>
            </a:extLst>
          </p:cNvPr>
          <p:cNvSpPr>
            <a:spLocks xmlns:a="http://schemas.openxmlformats.org/drawingml/2006/main" noGrp="1"/>
          </p:cNvSpPr>
          <p:nvPr/>
        </p:nvSpPr>
        <p:spPr>
          <a:xfrm xmlns:a="http://schemas.openxmlformats.org/drawingml/2006/main">
            <a:off x="2286000" y="3000375"/>
            <a:ext cx="9525" cy="1285875"/>
          </a:xfrm>
          <a:custGeom xmlns:a="http://schemas.openxmlformats.org/drawingml/2006/main">
            <a:pathLst>
              <a:path w="9525" h="1285875">
                <a:moveTo>
                  <a:pt x="0" y="0"/>
                </a:moveTo>
                <a:lnTo>
                  <a:pt x="0" y="1285875"/>
                </a:lnTo>
              </a:path>
            </a:pathLst>
          </a:custGeom>
          <a:noFill xmlns:a="http://schemas.openxmlformats.org/drawingml/2006/main"/>
          <a:ln xmlns:a="http://schemas.openxmlformats.org/drawingml/2006/main" w="16193">
            <a:solidFill>
              <a:srgbClr val="71818B"/>
            </a:solidFill>
          </a:ln>
        </p:spPr>
      </p:sp>
      <p:sp>
        <p:nvSpPr>
          <p:cNvPr id="19" name="">
            <a:extLst xmlns:a="http://schemas.openxmlformats.org/drawingml/2006/main">
              <a:ext uri="{FF2B5EF4-FFF2-40B4-BE49-F238E27FC236}">
                <a16:creationId xmlns:a16="http://schemas.microsoft.com/office/drawing/2014/main" id="{5E188AB2-7EA0-49A5-8F88-1C9083EA6A2C}"/>
              </a:ext>
            </a:extLst>
          </p:cNvPr>
          <p:cNvSpPr>
            <a:spLocks xmlns:a="http://schemas.openxmlformats.org/drawingml/2006/main" noGrp="1"/>
          </p:cNvSpPr>
          <p:nvPr/>
        </p:nvSpPr>
        <p:spPr>
          <a:xfrm xmlns:a="http://schemas.openxmlformats.org/drawingml/2006/main">
            <a:off x="1000125" y="4286250"/>
            <a:ext cx="1285875" cy="9525"/>
          </a:xfrm>
          <a:custGeom xmlns:a="http://schemas.openxmlformats.org/drawingml/2006/main">
            <a:pathLst>
              <a:path w="1285875" h="9525">
                <a:moveTo>
                  <a:pt x="1285875" y="0"/>
                </a:moveTo>
                <a:lnTo>
                  <a:pt x="0" y="0"/>
                </a:lnTo>
              </a:path>
            </a:pathLst>
          </a:custGeom>
          <a:noFill xmlns:a="http://schemas.openxmlformats.org/drawingml/2006/main"/>
          <a:ln xmlns:a="http://schemas.openxmlformats.org/drawingml/2006/main" w="16193">
            <a:solidFill>
              <a:srgbClr val="71818B"/>
            </a:solidFill>
          </a:ln>
        </p:spPr>
      </p:sp>
      <p:sp>
        <p:nvSpPr>
          <p:cNvPr id="20" name="">
            <a:extLst xmlns:a="http://schemas.openxmlformats.org/drawingml/2006/main">
              <a:ext uri="{FF2B5EF4-FFF2-40B4-BE49-F238E27FC236}">
                <a16:creationId xmlns:a16="http://schemas.microsoft.com/office/drawing/2014/main" id="{14240D7D-4FD4-462D-9CDA-711263CF1382}"/>
              </a:ext>
            </a:extLst>
          </p:cNvPr>
          <p:cNvSpPr>
            <a:spLocks xmlns:a="http://schemas.openxmlformats.org/drawingml/2006/main" noGrp="1"/>
          </p:cNvSpPr>
          <p:nvPr/>
        </p:nvSpPr>
        <p:spPr>
          <a:xfrm xmlns:a="http://schemas.openxmlformats.org/drawingml/2006/main">
            <a:off x="1000125" y="3000375"/>
            <a:ext cx="9525" cy="1285875"/>
          </a:xfrm>
          <a:custGeom xmlns:a="http://schemas.openxmlformats.org/drawingml/2006/main">
            <a:pathLst>
              <a:path w="9525" h="1285875">
                <a:moveTo>
                  <a:pt x="0" y="1285875"/>
                </a:moveTo>
                <a:lnTo>
                  <a:pt x="0" y="0"/>
                </a:lnTo>
              </a:path>
            </a:pathLst>
          </a:custGeom>
          <a:noFill xmlns:a="http://schemas.openxmlformats.org/drawingml/2006/main"/>
          <a:ln xmlns:a="http://schemas.openxmlformats.org/drawingml/2006/main" w="16193">
            <a:solidFill>
              <a:srgbClr val="71818B"/>
            </a:solidFill>
          </a:ln>
        </p:spPr>
      </p:sp>
      <p:sp>
        <p:nvSpPr>
          <p:cNvPr id="21" name="">
            <a:extLst xmlns:a="http://schemas.openxmlformats.org/drawingml/2006/main">
              <a:ext uri="{FF2B5EF4-FFF2-40B4-BE49-F238E27FC236}">
                <a16:creationId xmlns:a16="http://schemas.microsoft.com/office/drawing/2014/main" id="{88B7AF58-1343-4743-9B37-44E0899D06CA}"/>
              </a:ext>
            </a:extLst>
          </p:cNvPr>
          <p:cNvSpPr>
            <a:spLocks xmlns:a="http://schemas.openxmlformats.org/drawingml/2006/main" noGrp="1"/>
          </p:cNvSpPr>
          <p:nvPr/>
        </p:nvSpPr>
        <p:spPr>
          <a:xfrm xmlns:a="http://schemas.openxmlformats.org/drawingml/2006/main">
            <a:off x="1385888" y="2691765"/>
            <a:ext cx="1285875" cy="9525"/>
          </a:xfrm>
          <a:custGeom xmlns:a="http://schemas.openxmlformats.org/drawingml/2006/main">
            <a:pathLst>
              <a:path w="1285875" h="9525">
                <a:moveTo>
                  <a:pt x="0" y="0"/>
                </a:moveTo>
                <a:lnTo>
                  <a:pt x="1285875" y="0"/>
                </a:lnTo>
              </a:path>
            </a:pathLst>
          </a:custGeom>
          <a:noFill xmlns:a="http://schemas.openxmlformats.org/drawingml/2006/main"/>
          <a:ln xmlns:a="http://schemas.openxmlformats.org/drawingml/2006/main" w="16193">
            <a:solidFill>
              <a:srgbClr val="71818B"/>
            </a:solidFill>
          </a:ln>
        </p:spPr>
      </p:sp>
      <p:sp>
        <p:nvSpPr>
          <p:cNvPr id="22" name="">
            <a:extLst xmlns:a="http://schemas.openxmlformats.org/drawingml/2006/main">
              <a:ext uri="{FF2B5EF4-FFF2-40B4-BE49-F238E27FC236}">
                <a16:creationId xmlns:a16="http://schemas.microsoft.com/office/drawing/2014/main" id="{0CF67E15-42AA-4FEE-989D-7424A3596F4C}"/>
              </a:ext>
            </a:extLst>
          </p:cNvPr>
          <p:cNvSpPr>
            <a:spLocks xmlns:a="http://schemas.openxmlformats.org/drawingml/2006/main" noGrp="1"/>
          </p:cNvSpPr>
          <p:nvPr/>
        </p:nvSpPr>
        <p:spPr>
          <a:xfrm xmlns:a="http://schemas.openxmlformats.org/drawingml/2006/main">
            <a:off x="2671763" y="2691765"/>
            <a:ext cx="9525" cy="1285875"/>
          </a:xfrm>
          <a:custGeom xmlns:a="http://schemas.openxmlformats.org/drawingml/2006/main">
            <a:pathLst>
              <a:path w="9525" h="1285875">
                <a:moveTo>
                  <a:pt x="0" y="0"/>
                </a:moveTo>
                <a:lnTo>
                  <a:pt x="0" y="1285875"/>
                </a:lnTo>
              </a:path>
            </a:pathLst>
          </a:custGeom>
          <a:noFill xmlns:a="http://schemas.openxmlformats.org/drawingml/2006/main"/>
          <a:ln xmlns:a="http://schemas.openxmlformats.org/drawingml/2006/main" w="16193">
            <a:solidFill>
              <a:srgbClr val="71818B"/>
            </a:solidFill>
          </a:ln>
        </p:spPr>
      </p:sp>
      <p:sp>
        <p:nvSpPr>
          <p:cNvPr id="23" name="">
            <a:extLst xmlns:a="http://schemas.openxmlformats.org/drawingml/2006/main">
              <a:ext uri="{FF2B5EF4-FFF2-40B4-BE49-F238E27FC236}">
                <a16:creationId xmlns:a16="http://schemas.microsoft.com/office/drawing/2014/main" id="{6746A1D9-447D-4E37-A226-06494C5B436F}"/>
              </a:ext>
            </a:extLst>
          </p:cNvPr>
          <p:cNvSpPr>
            <a:spLocks xmlns:a="http://schemas.openxmlformats.org/drawingml/2006/main" noGrp="1"/>
          </p:cNvSpPr>
          <p:nvPr/>
        </p:nvSpPr>
        <p:spPr>
          <a:xfrm xmlns:a="http://schemas.openxmlformats.org/drawingml/2006/main">
            <a:off x="1385888" y="3977640"/>
            <a:ext cx="1285875" cy="9525"/>
          </a:xfrm>
          <a:custGeom xmlns:a="http://schemas.openxmlformats.org/drawingml/2006/main">
            <a:pathLst>
              <a:path w="1285875" h="9525">
                <a:moveTo>
                  <a:pt x="1285875" y="0"/>
                </a:moveTo>
                <a:lnTo>
                  <a:pt x="0" y="0"/>
                </a:lnTo>
              </a:path>
            </a:pathLst>
          </a:custGeom>
          <a:noFill xmlns:a="http://schemas.openxmlformats.org/drawingml/2006/main"/>
          <a:ln xmlns:a="http://schemas.openxmlformats.org/drawingml/2006/main" w="16193">
            <a:solidFill>
              <a:srgbClr val="71818B"/>
            </a:solidFill>
          </a:ln>
        </p:spPr>
      </p:sp>
      <p:sp>
        <p:nvSpPr>
          <p:cNvPr id="24" name="">
            <a:extLst xmlns:a="http://schemas.openxmlformats.org/drawingml/2006/main">
              <a:ext uri="{FF2B5EF4-FFF2-40B4-BE49-F238E27FC236}">
                <a16:creationId xmlns:a16="http://schemas.microsoft.com/office/drawing/2014/main" id="{C1D02108-C1A9-4D9F-8287-093257B9C794}"/>
              </a:ext>
            </a:extLst>
          </p:cNvPr>
          <p:cNvSpPr>
            <a:spLocks xmlns:a="http://schemas.openxmlformats.org/drawingml/2006/main" noGrp="1"/>
          </p:cNvSpPr>
          <p:nvPr/>
        </p:nvSpPr>
        <p:spPr>
          <a:xfrm xmlns:a="http://schemas.openxmlformats.org/drawingml/2006/main">
            <a:off x="1385888" y="3906917"/>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25" name="">
            <a:extLst xmlns:a="http://schemas.openxmlformats.org/drawingml/2006/main">
              <a:ext uri="{FF2B5EF4-FFF2-40B4-BE49-F238E27FC236}">
                <a16:creationId xmlns:a16="http://schemas.microsoft.com/office/drawing/2014/main" id="{56ED9C6F-98B3-43C9-B06E-E7EDC4AC9772}"/>
              </a:ext>
            </a:extLst>
          </p:cNvPr>
          <p:cNvSpPr>
            <a:spLocks xmlns:a="http://schemas.openxmlformats.org/drawingml/2006/main" noGrp="1"/>
          </p:cNvSpPr>
          <p:nvPr/>
        </p:nvSpPr>
        <p:spPr>
          <a:xfrm xmlns:a="http://schemas.openxmlformats.org/drawingml/2006/main">
            <a:off x="1385888" y="3778329"/>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26" name="">
            <a:extLst xmlns:a="http://schemas.openxmlformats.org/drawingml/2006/main">
              <a:ext uri="{FF2B5EF4-FFF2-40B4-BE49-F238E27FC236}">
                <a16:creationId xmlns:a16="http://schemas.microsoft.com/office/drawing/2014/main" id="{8BF5ED14-A0DC-4698-9DBC-DFFA3AB783F0}"/>
              </a:ext>
            </a:extLst>
          </p:cNvPr>
          <p:cNvSpPr>
            <a:spLocks xmlns:a="http://schemas.openxmlformats.org/drawingml/2006/main" noGrp="1"/>
          </p:cNvSpPr>
          <p:nvPr/>
        </p:nvSpPr>
        <p:spPr>
          <a:xfrm xmlns:a="http://schemas.openxmlformats.org/drawingml/2006/main">
            <a:off x="1385888" y="3649742"/>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27" name="">
            <a:extLst xmlns:a="http://schemas.openxmlformats.org/drawingml/2006/main">
              <a:ext uri="{FF2B5EF4-FFF2-40B4-BE49-F238E27FC236}">
                <a16:creationId xmlns:a16="http://schemas.microsoft.com/office/drawing/2014/main" id="{0786F96D-F9A4-4FD7-9286-B5073100AFDC}"/>
              </a:ext>
            </a:extLst>
          </p:cNvPr>
          <p:cNvSpPr>
            <a:spLocks xmlns:a="http://schemas.openxmlformats.org/drawingml/2006/main" noGrp="1"/>
          </p:cNvSpPr>
          <p:nvPr/>
        </p:nvSpPr>
        <p:spPr>
          <a:xfrm xmlns:a="http://schemas.openxmlformats.org/drawingml/2006/main">
            <a:off x="1385888" y="3521154"/>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28" name="">
            <a:extLst xmlns:a="http://schemas.openxmlformats.org/drawingml/2006/main">
              <a:ext uri="{FF2B5EF4-FFF2-40B4-BE49-F238E27FC236}">
                <a16:creationId xmlns:a16="http://schemas.microsoft.com/office/drawing/2014/main" id="{2DA7B632-2D5E-431A-A431-81537AF4CFCC}"/>
              </a:ext>
            </a:extLst>
          </p:cNvPr>
          <p:cNvSpPr>
            <a:spLocks xmlns:a="http://schemas.openxmlformats.org/drawingml/2006/main" noGrp="1"/>
          </p:cNvSpPr>
          <p:nvPr/>
        </p:nvSpPr>
        <p:spPr>
          <a:xfrm xmlns:a="http://schemas.openxmlformats.org/drawingml/2006/main">
            <a:off x="1385888" y="3392567"/>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29" name="">
            <a:extLst xmlns:a="http://schemas.openxmlformats.org/drawingml/2006/main">
              <a:ext uri="{FF2B5EF4-FFF2-40B4-BE49-F238E27FC236}">
                <a16:creationId xmlns:a16="http://schemas.microsoft.com/office/drawing/2014/main" id="{C33D0B25-9262-4EBA-88AE-13A3A5446A09}"/>
              </a:ext>
            </a:extLst>
          </p:cNvPr>
          <p:cNvSpPr>
            <a:spLocks xmlns:a="http://schemas.openxmlformats.org/drawingml/2006/main" noGrp="1"/>
          </p:cNvSpPr>
          <p:nvPr/>
        </p:nvSpPr>
        <p:spPr>
          <a:xfrm xmlns:a="http://schemas.openxmlformats.org/drawingml/2006/main">
            <a:off x="1385888" y="3263979"/>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30" name="">
            <a:extLst xmlns:a="http://schemas.openxmlformats.org/drawingml/2006/main">
              <a:ext uri="{FF2B5EF4-FFF2-40B4-BE49-F238E27FC236}">
                <a16:creationId xmlns:a16="http://schemas.microsoft.com/office/drawing/2014/main" id="{706F9912-02CA-4F12-B0B8-DBCFBFABA921}"/>
              </a:ext>
            </a:extLst>
          </p:cNvPr>
          <p:cNvSpPr>
            <a:spLocks xmlns:a="http://schemas.openxmlformats.org/drawingml/2006/main" noGrp="1"/>
          </p:cNvSpPr>
          <p:nvPr/>
        </p:nvSpPr>
        <p:spPr>
          <a:xfrm xmlns:a="http://schemas.openxmlformats.org/drawingml/2006/main">
            <a:off x="1385888" y="3135392"/>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31" name="">
            <a:extLst xmlns:a="http://schemas.openxmlformats.org/drawingml/2006/main">
              <a:ext uri="{FF2B5EF4-FFF2-40B4-BE49-F238E27FC236}">
                <a16:creationId xmlns:a16="http://schemas.microsoft.com/office/drawing/2014/main" id="{A0C67B16-5A9D-4444-A462-594866D94A9D}"/>
              </a:ext>
            </a:extLst>
          </p:cNvPr>
          <p:cNvSpPr>
            <a:spLocks xmlns:a="http://schemas.openxmlformats.org/drawingml/2006/main" noGrp="1"/>
          </p:cNvSpPr>
          <p:nvPr/>
        </p:nvSpPr>
        <p:spPr>
          <a:xfrm xmlns:a="http://schemas.openxmlformats.org/drawingml/2006/main">
            <a:off x="1385888" y="3006804"/>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32" name="">
            <a:extLst xmlns:a="http://schemas.openxmlformats.org/drawingml/2006/main">
              <a:ext uri="{FF2B5EF4-FFF2-40B4-BE49-F238E27FC236}">
                <a16:creationId xmlns:a16="http://schemas.microsoft.com/office/drawing/2014/main" id="{670261B0-6813-40D7-B0AA-D782A531E167}"/>
              </a:ext>
            </a:extLst>
          </p:cNvPr>
          <p:cNvSpPr>
            <a:spLocks xmlns:a="http://schemas.openxmlformats.org/drawingml/2006/main" noGrp="1"/>
          </p:cNvSpPr>
          <p:nvPr/>
        </p:nvSpPr>
        <p:spPr>
          <a:xfrm xmlns:a="http://schemas.openxmlformats.org/drawingml/2006/main">
            <a:off x="1385888" y="2878217"/>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33" name="">
            <a:extLst xmlns:a="http://schemas.openxmlformats.org/drawingml/2006/main">
              <a:ext uri="{FF2B5EF4-FFF2-40B4-BE49-F238E27FC236}">
                <a16:creationId xmlns:a16="http://schemas.microsoft.com/office/drawing/2014/main" id="{3E6E5961-3A67-4A9A-BE02-046F9BDCB977}"/>
              </a:ext>
            </a:extLst>
          </p:cNvPr>
          <p:cNvSpPr>
            <a:spLocks xmlns:a="http://schemas.openxmlformats.org/drawingml/2006/main" noGrp="1"/>
          </p:cNvSpPr>
          <p:nvPr/>
        </p:nvSpPr>
        <p:spPr>
          <a:xfrm xmlns:a="http://schemas.openxmlformats.org/drawingml/2006/main">
            <a:off x="1385888" y="2749629"/>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34" name="">
            <a:extLst xmlns:a="http://schemas.openxmlformats.org/drawingml/2006/main">
              <a:ext uri="{FF2B5EF4-FFF2-40B4-BE49-F238E27FC236}">
                <a16:creationId xmlns:a16="http://schemas.microsoft.com/office/drawing/2014/main" id="{4BAC89AE-E548-4F43-B843-03563F7B3E55}"/>
              </a:ext>
            </a:extLst>
          </p:cNvPr>
          <p:cNvSpPr>
            <a:spLocks xmlns:a="http://schemas.openxmlformats.org/drawingml/2006/main" noGrp="1"/>
          </p:cNvSpPr>
          <p:nvPr/>
        </p:nvSpPr>
        <p:spPr>
          <a:xfrm xmlns:a="http://schemas.openxmlformats.org/drawingml/2006/main">
            <a:off x="1000125" y="2691765"/>
            <a:ext cx="385763" cy="308610"/>
          </a:xfrm>
          <a:custGeom xmlns:a="http://schemas.openxmlformats.org/drawingml/2006/main">
            <a:pathLst>
              <a:path w="385763" h="308610">
                <a:moveTo>
                  <a:pt x="0" y="308610"/>
                </a:moveTo>
                <a:lnTo>
                  <a:pt x="385763" y="0"/>
                </a:lnTo>
              </a:path>
            </a:pathLst>
          </a:custGeom>
          <a:noFill xmlns:a="http://schemas.openxmlformats.org/drawingml/2006/main"/>
          <a:ln xmlns:a="http://schemas.openxmlformats.org/drawingml/2006/main" w="16193">
            <a:solidFill>
              <a:srgbClr val="71818B"/>
            </a:solidFill>
          </a:ln>
        </p:spPr>
      </p:sp>
      <p:sp>
        <p:nvSpPr>
          <p:cNvPr id="35" name="">
            <a:extLst xmlns:a="http://schemas.openxmlformats.org/drawingml/2006/main">
              <a:ext uri="{FF2B5EF4-FFF2-40B4-BE49-F238E27FC236}">
                <a16:creationId xmlns:a16="http://schemas.microsoft.com/office/drawing/2014/main" id="{F1432D6C-CE77-4736-A55A-7BE05E99DF2B}"/>
              </a:ext>
            </a:extLst>
          </p:cNvPr>
          <p:cNvSpPr>
            <a:spLocks xmlns:a="http://schemas.openxmlformats.org/drawingml/2006/main" noGrp="1"/>
          </p:cNvSpPr>
          <p:nvPr/>
        </p:nvSpPr>
        <p:spPr>
          <a:xfrm xmlns:a="http://schemas.openxmlformats.org/drawingml/2006/main">
            <a:off x="2286000" y="2691765"/>
            <a:ext cx="385763" cy="308610"/>
          </a:xfrm>
          <a:custGeom xmlns:a="http://schemas.openxmlformats.org/drawingml/2006/main">
            <a:pathLst>
              <a:path w="385763" h="308610">
                <a:moveTo>
                  <a:pt x="0" y="308610"/>
                </a:moveTo>
                <a:lnTo>
                  <a:pt x="385763" y="0"/>
                </a:lnTo>
              </a:path>
            </a:pathLst>
          </a:custGeom>
          <a:noFill xmlns:a="http://schemas.openxmlformats.org/drawingml/2006/main"/>
          <a:ln xmlns:a="http://schemas.openxmlformats.org/drawingml/2006/main" w="16193">
            <a:solidFill>
              <a:srgbClr val="71818B"/>
            </a:solidFill>
          </a:ln>
        </p:spPr>
      </p:sp>
      <p:sp>
        <p:nvSpPr>
          <p:cNvPr id="36" name="">
            <a:extLst xmlns:a="http://schemas.openxmlformats.org/drawingml/2006/main">
              <a:ext uri="{FF2B5EF4-FFF2-40B4-BE49-F238E27FC236}">
                <a16:creationId xmlns:a16="http://schemas.microsoft.com/office/drawing/2014/main" id="{21FC215A-25B2-46AE-944B-79E2E8EBB763}"/>
              </a:ext>
            </a:extLst>
          </p:cNvPr>
          <p:cNvSpPr>
            <a:spLocks xmlns:a="http://schemas.openxmlformats.org/drawingml/2006/main" noGrp="1"/>
          </p:cNvSpPr>
          <p:nvPr/>
        </p:nvSpPr>
        <p:spPr>
          <a:xfrm xmlns:a="http://schemas.openxmlformats.org/drawingml/2006/main">
            <a:off x="2286000" y="3977640"/>
            <a:ext cx="385763" cy="308610"/>
          </a:xfrm>
          <a:custGeom xmlns:a="http://schemas.openxmlformats.org/drawingml/2006/main">
            <a:pathLst>
              <a:path w="385763" h="308610">
                <a:moveTo>
                  <a:pt x="0" y="308610"/>
                </a:moveTo>
                <a:lnTo>
                  <a:pt x="385763" y="0"/>
                </a:lnTo>
              </a:path>
            </a:pathLst>
          </a:custGeom>
          <a:noFill xmlns:a="http://schemas.openxmlformats.org/drawingml/2006/main"/>
          <a:ln xmlns:a="http://schemas.openxmlformats.org/drawingml/2006/main" w="16193">
            <a:solidFill>
              <a:srgbClr val="71818B"/>
            </a:solidFill>
          </a:ln>
        </p:spPr>
      </p:sp>
      <p:sp>
        <p:nvSpPr>
          <p:cNvPr id="37" name="">
            <a:extLst xmlns:a="http://schemas.openxmlformats.org/drawingml/2006/main">
              <a:ext uri="{FF2B5EF4-FFF2-40B4-BE49-F238E27FC236}">
                <a16:creationId xmlns:a16="http://schemas.microsoft.com/office/drawing/2014/main" id="{1E98E5C7-95BE-499B-921E-BF727FCE6BCA}"/>
              </a:ext>
            </a:extLst>
          </p:cNvPr>
          <p:cNvSpPr>
            <a:spLocks xmlns:a="http://schemas.openxmlformats.org/drawingml/2006/main" noGrp="1"/>
          </p:cNvSpPr>
          <p:nvPr/>
        </p:nvSpPr>
        <p:spPr>
          <a:xfrm xmlns:a="http://schemas.openxmlformats.org/drawingml/2006/main">
            <a:off x="1000125" y="4243816"/>
            <a:ext cx="53042" cy="42434"/>
          </a:xfrm>
          <a:custGeom xmlns:a="http://schemas.openxmlformats.org/drawingml/2006/main">
            <a:pathLst>
              <a:path w="53042" h="42434">
                <a:moveTo>
                  <a:pt x="0" y="42434"/>
                </a:moveTo>
                <a:lnTo>
                  <a:pt x="53042" y="0"/>
                </a:lnTo>
              </a:path>
            </a:pathLst>
          </a:custGeom>
          <a:noFill xmlns:a="http://schemas.openxmlformats.org/drawingml/2006/main"/>
          <a:ln xmlns:a="http://schemas.openxmlformats.org/drawingml/2006/main" w="13335">
            <a:solidFill>
              <a:srgbClr val="71818B"/>
            </a:solidFill>
          </a:ln>
        </p:spPr>
      </p:sp>
      <p:sp>
        <p:nvSpPr>
          <p:cNvPr id="38" name="">
            <a:extLst xmlns:a="http://schemas.openxmlformats.org/drawingml/2006/main">
              <a:ext uri="{FF2B5EF4-FFF2-40B4-BE49-F238E27FC236}">
                <a16:creationId xmlns:a16="http://schemas.microsoft.com/office/drawing/2014/main" id="{D51CC799-C44E-45D1-B3F6-792FCF984E1C}"/>
              </a:ext>
            </a:extLst>
          </p:cNvPr>
          <p:cNvSpPr>
            <a:spLocks xmlns:a="http://schemas.openxmlformats.org/drawingml/2006/main" noGrp="1"/>
          </p:cNvSpPr>
          <p:nvPr/>
        </p:nvSpPr>
        <p:spPr>
          <a:xfrm xmlns:a="http://schemas.openxmlformats.org/drawingml/2006/main">
            <a:off x="1096566" y="4166664"/>
            <a:ext cx="53042" cy="42434"/>
          </a:xfrm>
          <a:custGeom xmlns:a="http://schemas.openxmlformats.org/drawingml/2006/main">
            <a:pathLst>
              <a:path w="53042" h="42434">
                <a:moveTo>
                  <a:pt x="0" y="42434"/>
                </a:moveTo>
                <a:lnTo>
                  <a:pt x="53042" y="0"/>
                </a:lnTo>
              </a:path>
            </a:pathLst>
          </a:custGeom>
          <a:noFill xmlns:a="http://schemas.openxmlformats.org/drawingml/2006/main"/>
          <a:ln xmlns:a="http://schemas.openxmlformats.org/drawingml/2006/main" w="13335">
            <a:solidFill>
              <a:srgbClr val="71818B"/>
            </a:solidFill>
          </a:ln>
        </p:spPr>
      </p:sp>
      <p:sp>
        <p:nvSpPr>
          <p:cNvPr id="39" name="">
            <a:extLst xmlns:a="http://schemas.openxmlformats.org/drawingml/2006/main">
              <a:ext uri="{FF2B5EF4-FFF2-40B4-BE49-F238E27FC236}">
                <a16:creationId xmlns:a16="http://schemas.microsoft.com/office/drawing/2014/main" id="{0AFBA587-16B3-45C0-A8C1-DE1A1653428A}"/>
              </a:ext>
            </a:extLst>
          </p:cNvPr>
          <p:cNvSpPr>
            <a:spLocks xmlns:a="http://schemas.openxmlformats.org/drawingml/2006/main" noGrp="1"/>
          </p:cNvSpPr>
          <p:nvPr/>
        </p:nvSpPr>
        <p:spPr>
          <a:xfrm xmlns:a="http://schemas.openxmlformats.org/drawingml/2006/main">
            <a:off x="1193006" y="4089511"/>
            <a:ext cx="53042" cy="42434"/>
          </a:xfrm>
          <a:custGeom xmlns:a="http://schemas.openxmlformats.org/drawingml/2006/main">
            <a:pathLst>
              <a:path w="53042" h="42434">
                <a:moveTo>
                  <a:pt x="0" y="42434"/>
                </a:moveTo>
                <a:lnTo>
                  <a:pt x="53042" y="0"/>
                </a:lnTo>
              </a:path>
            </a:pathLst>
          </a:custGeom>
          <a:noFill xmlns:a="http://schemas.openxmlformats.org/drawingml/2006/main"/>
          <a:ln xmlns:a="http://schemas.openxmlformats.org/drawingml/2006/main" w="13335">
            <a:solidFill>
              <a:srgbClr val="71818B"/>
            </a:solidFill>
          </a:ln>
        </p:spPr>
      </p:sp>
      <p:sp>
        <p:nvSpPr>
          <p:cNvPr id="40" name="">
            <a:extLst xmlns:a="http://schemas.openxmlformats.org/drawingml/2006/main">
              <a:ext uri="{FF2B5EF4-FFF2-40B4-BE49-F238E27FC236}">
                <a16:creationId xmlns:a16="http://schemas.microsoft.com/office/drawing/2014/main" id="{87E7C243-A5CD-421F-80D3-D0EA9ED3C414}"/>
              </a:ext>
            </a:extLst>
          </p:cNvPr>
          <p:cNvSpPr>
            <a:spLocks xmlns:a="http://schemas.openxmlformats.org/drawingml/2006/main" noGrp="1"/>
          </p:cNvSpPr>
          <p:nvPr/>
        </p:nvSpPr>
        <p:spPr>
          <a:xfrm xmlns:a="http://schemas.openxmlformats.org/drawingml/2006/main">
            <a:off x="1289447" y="4012359"/>
            <a:ext cx="53042" cy="42434"/>
          </a:xfrm>
          <a:custGeom xmlns:a="http://schemas.openxmlformats.org/drawingml/2006/main">
            <a:pathLst>
              <a:path w="53042" h="42434">
                <a:moveTo>
                  <a:pt x="0" y="42434"/>
                </a:moveTo>
                <a:lnTo>
                  <a:pt x="53042" y="0"/>
                </a:lnTo>
              </a:path>
            </a:pathLst>
          </a:custGeom>
          <a:noFill xmlns:a="http://schemas.openxmlformats.org/drawingml/2006/main"/>
          <a:ln xmlns:a="http://schemas.openxmlformats.org/drawingml/2006/main" w="13335">
            <a:solidFill>
              <a:srgbClr val="71818B"/>
            </a:solidFill>
          </a:ln>
        </p:spPr>
      </p:sp>
      <p:sp>
        <p:nvSpPr>
          <p:cNvPr id="41" name="">
            <a:extLst xmlns:a="http://schemas.openxmlformats.org/drawingml/2006/main">
              <a:ext uri="{FF2B5EF4-FFF2-40B4-BE49-F238E27FC236}">
                <a16:creationId xmlns:a16="http://schemas.microsoft.com/office/drawing/2014/main" id="{F1396A3C-9512-44DA-9F77-1123295CDFCC}"/>
              </a:ext>
            </a:extLst>
          </p:cNvPr>
          <p:cNvSpPr>
            <a:spLocks xmlns:a="http://schemas.openxmlformats.org/drawingml/2006/main" noGrp="1"/>
          </p:cNvSpPr>
          <p:nvPr/>
        </p:nvSpPr>
        <p:spPr>
          <a:xfrm xmlns:a="http://schemas.openxmlformats.org/drawingml/2006/main">
            <a:off x="933450" y="2933700"/>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2" name="">
            <a:extLst xmlns:a="http://schemas.openxmlformats.org/drawingml/2006/main">
              <a:ext uri="{FF2B5EF4-FFF2-40B4-BE49-F238E27FC236}">
                <a16:creationId xmlns:a16="http://schemas.microsoft.com/office/drawing/2014/main" id="{0510E03A-C02D-4033-A5BD-C0D7AB5F9201}"/>
              </a:ext>
            </a:extLst>
          </p:cNvPr>
          <p:cNvSpPr>
            <a:spLocks xmlns:a="http://schemas.openxmlformats.org/drawingml/2006/main" noGrp="1"/>
          </p:cNvSpPr>
          <p:nvPr/>
        </p:nvSpPr>
        <p:spPr>
          <a:xfrm xmlns:a="http://schemas.openxmlformats.org/drawingml/2006/main">
            <a:off x="2219325" y="2933700"/>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3" name="">
            <a:extLst xmlns:a="http://schemas.openxmlformats.org/drawingml/2006/main">
              <a:ext uri="{FF2B5EF4-FFF2-40B4-BE49-F238E27FC236}">
                <a16:creationId xmlns:a16="http://schemas.microsoft.com/office/drawing/2014/main" id="{261B5DE0-252B-4153-B9A0-4AD127438A6C}"/>
              </a:ext>
            </a:extLst>
          </p:cNvPr>
          <p:cNvSpPr>
            <a:spLocks xmlns:a="http://schemas.openxmlformats.org/drawingml/2006/main" noGrp="1"/>
          </p:cNvSpPr>
          <p:nvPr/>
        </p:nvSpPr>
        <p:spPr>
          <a:xfrm xmlns:a="http://schemas.openxmlformats.org/drawingml/2006/main">
            <a:off x="2219325" y="4219575"/>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4" name="">
            <a:extLst xmlns:a="http://schemas.openxmlformats.org/drawingml/2006/main">
              <a:ext uri="{FF2B5EF4-FFF2-40B4-BE49-F238E27FC236}">
                <a16:creationId xmlns:a16="http://schemas.microsoft.com/office/drawing/2014/main" id="{929715B4-C339-4965-987B-05C03C87DEA6}"/>
              </a:ext>
            </a:extLst>
          </p:cNvPr>
          <p:cNvSpPr>
            <a:spLocks xmlns:a="http://schemas.openxmlformats.org/drawingml/2006/main" noGrp="1"/>
          </p:cNvSpPr>
          <p:nvPr/>
        </p:nvSpPr>
        <p:spPr>
          <a:xfrm xmlns:a="http://schemas.openxmlformats.org/drawingml/2006/main">
            <a:off x="933450" y="4219575"/>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5" name="">
            <a:extLst xmlns:a="http://schemas.openxmlformats.org/drawingml/2006/main">
              <a:ext uri="{FF2B5EF4-FFF2-40B4-BE49-F238E27FC236}">
                <a16:creationId xmlns:a16="http://schemas.microsoft.com/office/drawing/2014/main" id="{0028DBB5-90AB-4727-9BB0-1A8E53CFAEB3}"/>
              </a:ext>
            </a:extLst>
          </p:cNvPr>
          <p:cNvSpPr>
            <a:spLocks xmlns:a="http://schemas.openxmlformats.org/drawingml/2006/main" noGrp="1"/>
          </p:cNvSpPr>
          <p:nvPr/>
        </p:nvSpPr>
        <p:spPr>
          <a:xfrm xmlns:a="http://schemas.openxmlformats.org/drawingml/2006/main">
            <a:off x="1319213" y="2625090"/>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6" name="">
            <a:extLst xmlns:a="http://schemas.openxmlformats.org/drawingml/2006/main">
              <a:ext uri="{FF2B5EF4-FFF2-40B4-BE49-F238E27FC236}">
                <a16:creationId xmlns:a16="http://schemas.microsoft.com/office/drawing/2014/main" id="{7B14AD82-DE61-430C-B0DB-FAAC59A8C506}"/>
              </a:ext>
            </a:extLst>
          </p:cNvPr>
          <p:cNvSpPr>
            <a:spLocks xmlns:a="http://schemas.openxmlformats.org/drawingml/2006/main" noGrp="1"/>
          </p:cNvSpPr>
          <p:nvPr/>
        </p:nvSpPr>
        <p:spPr>
          <a:xfrm xmlns:a="http://schemas.openxmlformats.org/drawingml/2006/main">
            <a:off x="2605088" y="2625090"/>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7" name="">
            <a:extLst xmlns:a="http://schemas.openxmlformats.org/drawingml/2006/main">
              <a:ext uri="{FF2B5EF4-FFF2-40B4-BE49-F238E27FC236}">
                <a16:creationId xmlns:a16="http://schemas.microsoft.com/office/drawing/2014/main" id="{961C2C3B-1659-4698-A641-2308CC7F802B}"/>
              </a:ext>
            </a:extLst>
          </p:cNvPr>
          <p:cNvSpPr>
            <a:spLocks xmlns:a="http://schemas.openxmlformats.org/drawingml/2006/main" noGrp="1"/>
          </p:cNvSpPr>
          <p:nvPr/>
        </p:nvSpPr>
        <p:spPr>
          <a:xfrm xmlns:a="http://schemas.openxmlformats.org/drawingml/2006/main">
            <a:off x="2605088" y="3910965"/>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8" name="">
            <a:extLst xmlns:a="http://schemas.openxmlformats.org/drawingml/2006/main">
              <a:ext uri="{FF2B5EF4-FFF2-40B4-BE49-F238E27FC236}">
                <a16:creationId xmlns:a16="http://schemas.microsoft.com/office/drawing/2014/main" id="{562256EB-E77D-44B8-ADFD-2C0AAE2E2A94}"/>
              </a:ext>
            </a:extLst>
          </p:cNvPr>
          <p:cNvSpPr>
            <a:spLocks xmlns:a="http://schemas.openxmlformats.org/drawingml/2006/main" noGrp="1"/>
          </p:cNvSpPr>
          <p:nvPr/>
        </p:nvSpPr>
        <p:spPr>
          <a:xfrm xmlns:a="http://schemas.openxmlformats.org/drawingml/2006/main">
            <a:off x="1319213" y="3910965"/>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9" name="">
            <a:extLst xmlns:a="http://schemas.openxmlformats.org/drawingml/2006/main">
              <a:ext uri="{FF2B5EF4-FFF2-40B4-BE49-F238E27FC236}">
                <a16:creationId xmlns:a16="http://schemas.microsoft.com/office/drawing/2014/main" id="{7BA1CC6E-D3E2-4429-AAFF-798662D89AA0}"/>
              </a:ext>
            </a:extLst>
          </p:cNvPr>
          <p:cNvSpPr>
            <a:spLocks xmlns:a="http://schemas.openxmlformats.org/drawingml/2006/main" noGrp="1"/>
          </p:cNvSpPr>
          <p:nvPr/>
        </p:nvSpPr>
        <p:spPr>
          <a:xfrm xmlns:a="http://schemas.openxmlformats.org/drawingml/2006/main">
            <a:off x="1752362" y="3405426"/>
            <a:ext cx="167164" cy="167164"/>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50" name="">
            <a:extLst xmlns:a="http://schemas.openxmlformats.org/drawingml/2006/main">
              <a:ext uri="{FF2B5EF4-FFF2-40B4-BE49-F238E27FC236}">
                <a16:creationId xmlns:a16="http://schemas.microsoft.com/office/drawing/2014/main" id="{1E372EF9-811F-458C-A987-745D9B2E9259}"/>
              </a:ext>
            </a:extLst>
          </p:cNvPr>
          <p:cNvSpPr>
            <a:spLocks xmlns:a="http://schemas.openxmlformats.org/drawingml/2006/main" noGrp="1"/>
          </p:cNvSpPr>
          <p:nvPr/>
        </p:nvSpPr>
        <p:spPr>
          <a:xfrm xmlns:a="http://schemas.openxmlformats.org/drawingml/2006/main">
            <a:off x="952500" y="4714875"/>
            <a:ext cx="2619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α鉄：BCC</a:t>
            </a:r>
          </a:p>
        </p:txBody>
      </p:sp>
      <p:sp>
        <p:nvSpPr>
          <p:cNvPr id="51" name="">
            <a:extLst xmlns:a="http://schemas.openxmlformats.org/drawingml/2006/main">
              <a:ext uri="{FF2B5EF4-FFF2-40B4-BE49-F238E27FC236}">
                <a16:creationId xmlns:a16="http://schemas.microsoft.com/office/drawing/2014/main" id="{783FFA1F-23FC-418D-8B5B-07ED0164E66D}"/>
              </a:ext>
            </a:extLst>
          </p:cNvPr>
          <p:cNvSpPr>
            <a:spLocks xmlns:a="http://schemas.openxmlformats.org/drawingml/2006/main" noGrp="1"/>
          </p:cNvSpPr>
          <p:nvPr/>
        </p:nvSpPr>
        <p:spPr>
          <a:xfrm xmlns:a="http://schemas.openxmlformats.org/drawingml/2006/main">
            <a:off x="2905125" y="3381375"/>
            <a:ext cx="571500" cy="9525"/>
          </a:xfrm>
          <a:custGeom xmlns:a="http://schemas.openxmlformats.org/drawingml/2006/main">
            <a:pathLst>
              <a:path w="571500" h="9525">
                <a:moveTo>
                  <a:pt x="0" y="0"/>
                </a:moveTo>
                <a:lnTo>
                  <a:pt x="571500" y="0"/>
                </a:lnTo>
              </a:path>
            </a:pathLst>
          </a:custGeom>
          <a:noFill xmlns:a="http://schemas.openxmlformats.org/drawingml/2006/main"/>
          <a:ln xmlns:a="http://schemas.openxmlformats.org/drawingml/2006/main" w="28575">
            <a:solidFill>
              <a:srgbClr val="AD8760"/>
            </a:solidFill>
          </a:ln>
        </p:spPr>
      </p:sp>
      <p:sp>
        <p:nvSpPr>
          <p:cNvPr id="52" name="">
            <a:extLst xmlns:a="http://schemas.openxmlformats.org/drawingml/2006/main">
              <a:ext uri="{FF2B5EF4-FFF2-40B4-BE49-F238E27FC236}">
                <a16:creationId xmlns:a16="http://schemas.microsoft.com/office/drawing/2014/main" id="{EDEC4AEF-6DA1-4286-8370-5284B32915AE}"/>
              </a:ext>
            </a:extLst>
          </p:cNvPr>
          <p:cNvSpPr>
            <a:spLocks xmlns:a="http://schemas.openxmlformats.org/drawingml/2006/main" noGrp="1"/>
          </p:cNvSpPr>
          <p:nvPr/>
        </p:nvSpPr>
        <p:spPr>
          <a:xfrm xmlns:a="http://schemas.openxmlformats.org/drawingml/2006/main">
            <a:off x="3362325" y="33333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AD8760"/>
          </a:solidFill>
          <a:ln xmlns:a="http://schemas.openxmlformats.org/drawingml/2006/main" w="4763">
            <a:solidFill>
              <a:srgbClr val="AD8760"/>
            </a:solidFill>
          </a:ln>
        </p:spPr>
      </p:sp>
      <p:sp>
        <p:nvSpPr>
          <p:cNvPr id="53" name="">
            <a:extLst xmlns:a="http://schemas.openxmlformats.org/drawingml/2006/main">
              <a:ext uri="{FF2B5EF4-FFF2-40B4-BE49-F238E27FC236}">
                <a16:creationId xmlns:a16="http://schemas.microsoft.com/office/drawing/2014/main" id="{E61AAEFC-5113-40E8-9430-1080C58E6D7B}"/>
              </a:ext>
            </a:extLst>
          </p:cNvPr>
          <p:cNvSpPr>
            <a:spLocks xmlns:a="http://schemas.openxmlformats.org/drawingml/2006/main" noGrp="1"/>
          </p:cNvSpPr>
          <p:nvPr/>
        </p:nvSpPr>
        <p:spPr>
          <a:xfrm xmlns:a="http://schemas.openxmlformats.org/drawingml/2006/main">
            <a:off x="3857625" y="3000375"/>
            <a:ext cx="1285875" cy="9525"/>
          </a:xfrm>
          <a:custGeom xmlns:a="http://schemas.openxmlformats.org/drawingml/2006/main">
            <a:pathLst>
              <a:path w="1285875" h="9525">
                <a:moveTo>
                  <a:pt x="0" y="0"/>
                </a:moveTo>
                <a:lnTo>
                  <a:pt x="1285875" y="0"/>
                </a:lnTo>
              </a:path>
            </a:pathLst>
          </a:custGeom>
          <a:noFill xmlns:a="http://schemas.openxmlformats.org/drawingml/2006/main"/>
          <a:ln xmlns:a="http://schemas.openxmlformats.org/drawingml/2006/main" w="16193">
            <a:solidFill>
              <a:srgbClr val="71818B"/>
            </a:solidFill>
          </a:ln>
        </p:spPr>
      </p:sp>
      <p:sp>
        <p:nvSpPr>
          <p:cNvPr id="54" name="">
            <a:extLst xmlns:a="http://schemas.openxmlformats.org/drawingml/2006/main">
              <a:ext uri="{FF2B5EF4-FFF2-40B4-BE49-F238E27FC236}">
                <a16:creationId xmlns:a16="http://schemas.microsoft.com/office/drawing/2014/main" id="{ECAE110A-893C-4D4E-B173-431016856C71}"/>
              </a:ext>
            </a:extLst>
          </p:cNvPr>
          <p:cNvSpPr>
            <a:spLocks xmlns:a="http://schemas.openxmlformats.org/drawingml/2006/main" noGrp="1"/>
          </p:cNvSpPr>
          <p:nvPr/>
        </p:nvSpPr>
        <p:spPr>
          <a:xfrm xmlns:a="http://schemas.openxmlformats.org/drawingml/2006/main">
            <a:off x="5143500" y="3000375"/>
            <a:ext cx="9525" cy="1285875"/>
          </a:xfrm>
          <a:custGeom xmlns:a="http://schemas.openxmlformats.org/drawingml/2006/main">
            <a:pathLst>
              <a:path w="9525" h="1285875">
                <a:moveTo>
                  <a:pt x="0" y="0"/>
                </a:moveTo>
                <a:lnTo>
                  <a:pt x="0" y="1285875"/>
                </a:lnTo>
              </a:path>
            </a:pathLst>
          </a:custGeom>
          <a:noFill xmlns:a="http://schemas.openxmlformats.org/drawingml/2006/main"/>
          <a:ln xmlns:a="http://schemas.openxmlformats.org/drawingml/2006/main" w="16193">
            <a:solidFill>
              <a:srgbClr val="71818B"/>
            </a:solidFill>
          </a:ln>
        </p:spPr>
      </p:sp>
      <p:sp>
        <p:nvSpPr>
          <p:cNvPr id="55" name="">
            <a:extLst xmlns:a="http://schemas.openxmlformats.org/drawingml/2006/main">
              <a:ext uri="{FF2B5EF4-FFF2-40B4-BE49-F238E27FC236}">
                <a16:creationId xmlns:a16="http://schemas.microsoft.com/office/drawing/2014/main" id="{FE9F19F5-B128-463D-B33E-0A12D0C6C502}"/>
              </a:ext>
            </a:extLst>
          </p:cNvPr>
          <p:cNvSpPr>
            <a:spLocks xmlns:a="http://schemas.openxmlformats.org/drawingml/2006/main" noGrp="1"/>
          </p:cNvSpPr>
          <p:nvPr/>
        </p:nvSpPr>
        <p:spPr>
          <a:xfrm xmlns:a="http://schemas.openxmlformats.org/drawingml/2006/main">
            <a:off x="3857625" y="4286250"/>
            <a:ext cx="1285875" cy="9525"/>
          </a:xfrm>
          <a:custGeom xmlns:a="http://schemas.openxmlformats.org/drawingml/2006/main">
            <a:pathLst>
              <a:path w="1285875" h="9525">
                <a:moveTo>
                  <a:pt x="1285875" y="0"/>
                </a:moveTo>
                <a:lnTo>
                  <a:pt x="0" y="0"/>
                </a:lnTo>
              </a:path>
            </a:pathLst>
          </a:custGeom>
          <a:noFill xmlns:a="http://schemas.openxmlformats.org/drawingml/2006/main"/>
          <a:ln xmlns:a="http://schemas.openxmlformats.org/drawingml/2006/main" w="16193">
            <a:solidFill>
              <a:srgbClr val="71818B"/>
            </a:solidFill>
          </a:ln>
        </p:spPr>
      </p:sp>
      <p:sp>
        <p:nvSpPr>
          <p:cNvPr id="56" name="">
            <a:extLst xmlns:a="http://schemas.openxmlformats.org/drawingml/2006/main">
              <a:ext uri="{FF2B5EF4-FFF2-40B4-BE49-F238E27FC236}">
                <a16:creationId xmlns:a16="http://schemas.microsoft.com/office/drawing/2014/main" id="{43CA1639-1D93-4971-B229-861C823E6D72}"/>
              </a:ext>
            </a:extLst>
          </p:cNvPr>
          <p:cNvSpPr>
            <a:spLocks xmlns:a="http://schemas.openxmlformats.org/drawingml/2006/main" noGrp="1"/>
          </p:cNvSpPr>
          <p:nvPr/>
        </p:nvSpPr>
        <p:spPr>
          <a:xfrm xmlns:a="http://schemas.openxmlformats.org/drawingml/2006/main">
            <a:off x="3857625" y="3000375"/>
            <a:ext cx="9525" cy="1285875"/>
          </a:xfrm>
          <a:custGeom xmlns:a="http://schemas.openxmlformats.org/drawingml/2006/main">
            <a:pathLst>
              <a:path w="9525" h="1285875">
                <a:moveTo>
                  <a:pt x="0" y="1285875"/>
                </a:moveTo>
                <a:lnTo>
                  <a:pt x="0" y="0"/>
                </a:lnTo>
              </a:path>
            </a:pathLst>
          </a:custGeom>
          <a:noFill xmlns:a="http://schemas.openxmlformats.org/drawingml/2006/main"/>
          <a:ln xmlns:a="http://schemas.openxmlformats.org/drawingml/2006/main" w="16193">
            <a:solidFill>
              <a:srgbClr val="71818B"/>
            </a:solidFill>
          </a:ln>
        </p:spPr>
      </p:sp>
      <p:sp>
        <p:nvSpPr>
          <p:cNvPr id="57" name="">
            <a:extLst xmlns:a="http://schemas.openxmlformats.org/drawingml/2006/main">
              <a:ext uri="{FF2B5EF4-FFF2-40B4-BE49-F238E27FC236}">
                <a16:creationId xmlns:a16="http://schemas.microsoft.com/office/drawing/2014/main" id="{38C32E19-EBE7-4DA5-976D-6FBA8DB57562}"/>
              </a:ext>
            </a:extLst>
          </p:cNvPr>
          <p:cNvSpPr>
            <a:spLocks xmlns:a="http://schemas.openxmlformats.org/drawingml/2006/main" noGrp="1"/>
          </p:cNvSpPr>
          <p:nvPr/>
        </p:nvSpPr>
        <p:spPr>
          <a:xfrm xmlns:a="http://schemas.openxmlformats.org/drawingml/2006/main">
            <a:off x="4243388" y="2691765"/>
            <a:ext cx="1285875" cy="9525"/>
          </a:xfrm>
          <a:custGeom xmlns:a="http://schemas.openxmlformats.org/drawingml/2006/main">
            <a:pathLst>
              <a:path w="1285875" h="9525">
                <a:moveTo>
                  <a:pt x="0" y="0"/>
                </a:moveTo>
                <a:lnTo>
                  <a:pt x="1285875" y="0"/>
                </a:lnTo>
              </a:path>
            </a:pathLst>
          </a:custGeom>
          <a:noFill xmlns:a="http://schemas.openxmlformats.org/drawingml/2006/main"/>
          <a:ln xmlns:a="http://schemas.openxmlformats.org/drawingml/2006/main" w="16193">
            <a:solidFill>
              <a:srgbClr val="71818B"/>
            </a:solidFill>
          </a:ln>
        </p:spPr>
      </p:sp>
      <p:sp>
        <p:nvSpPr>
          <p:cNvPr id="58" name="">
            <a:extLst xmlns:a="http://schemas.openxmlformats.org/drawingml/2006/main">
              <a:ext uri="{FF2B5EF4-FFF2-40B4-BE49-F238E27FC236}">
                <a16:creationId xmlns:a16="http://schemas.microsoft.com/office/drawing/2014/main" id="{5CFB7745-E680-4C50-9EB4-ADDB32AD2379}"/>
              </a:ext>
            </a:extLst>
          </p:cNvPr>
          <p:cNvSpPr>
            <a:spLocks xmlns:a="http://schemas.openxmlformats.org/drawingml/2006/main" noGrp="1"/>
          </p:cNvSpPr>
          <p:nvPr/>
        </p:nvSpPr>
        <p:spPr>
          <a:xfrm xmlns:a="http://schemas.openxmlformats.org/drawingml/2006/main">
            <a:off x="5529263" y="2691765"/>
            <a:ext cx="9525" cy="1285875"/>
          </a:xfrm>
          <a:custGeom xmlns:a="http://schemas.openxmlformats.org/drawingml/2006/main">
            <a:pathLst>
              <a:path w="9525" h="1285875">
                <a:moveTo>
                  <a:pt x="0" y="0"/>
                </a:moveTo>
                <a:lnTo>
                  <a:pt x="0" y="1285875"/>
                </a:lnTo>
              </a:path>
            </a:pathLst>
          </a:custGeom>
          <a:noFill xmlns:a="http://schemas.openxmlformats.org/drawingml/2006/main"/>
          <a:ln xmlns:a="http://schemas.openxmlformats.org/drawingml/2006/main" w="16193">
            <a:solidFill>
              <a:srgbClr val="71818B"/>
            </a:solidFill>
          </a:ln>
        </p:spPr>
      </p:sp>
      <p:sp>
        <p:nvSpPr>
          <p:cNvPr id="59" name="">
            <a:extLst xmlns:a="http://schemas.openxmlformats.org/drawingml/2006/main">
              <a:ext uri="{FF2B5EF4-FFF2-40B4-BE49-F238E27FC236}">
                <a16:creationId xmlns:a16="http://schemas.microsoft.com/office/drawing/2014/main" id="{5A00BF04-EEC1-4C32-96C0-72A43BE46581}"/>
              </a:ext>
            </a:extLst>
          </p:cNvPr>
          <p:cNvSpPr>
            <a:spLocks xmlns:a="http://schemas.openxmlformats.org/drawingml/2006/main" noGrp="1"/>
          </p:cNvSpPr>
          <p:nvPr/>
        </p:nvSpPr>
        <p:spPr>
          <a:xfrm xmlns:a="http://schemas.openxmlformats.org/drawingml/2006/main">
            <a:off x="4243388" y="3977640"/>
            <a:ext cx="1285875" cy="9525"/>
          </a:xfrm>
          <a:custGeom xmlns:a="http://schemas.openxmlformats.org/drawingml/2006/main">
            <a:pathLst>
              <a:path w="1285875" h="9525">
                <a:moveTo>
                  <a:pt x="1285875" y="0"/>
                </a:moveTo>
                <a:lnTo>
                  <a:pt x="0" y="0"/>
                </a:lnTo>
              </a:path>
            </a:pathLst>
          </a:custGeom>
          <a:noFill xmlns:a="http://schemas.openxmlformats.org/drawingml/2006/main"/>
          <a:ln xmlns:a="http://schemas.openxmlformats.org/drawingml/2006/main" w="16193">
            <a:solidFill>
              <a:srgbClr val="71818B"/>
            </a:solidFill>
          </a:ln>
        </p:spPr>
      </p:sp>
      <p:sp>
        <p:nvSpPr>
          <p:cNvPr id="60" name="">
            <a:extLst xmlns:a="http://schemas.openxmlformats.org/drawingml/2006/main">
              <a:ext uri="{FF2B5EF4-FFF2-40B4-BE49-F238E27FC236}">
                <a16:creationId xmlns:a16="http://schemas.microsoft.com/office/drawing/2014/main" id="{08A5F11A-CC43-4423-B33F-A0F5B19668F5}"/>
              </a:ext>
            </a:extLst>
          </p:cNvPr>
          <p:cNvSpPr>
            <a:spLocks xmlns:a="http://schemas.openxmlformats.org/drawingml/2006/main" noGrp="1"/>
          </p:cNvSpPr>
          <p:nvPr/>
        </p:nvSpPr>
        <p:spPr>
          <a:xfrm xmlns:a="http://schemas.openxmlformats.org/drawingml/2006/main">
            <a:off x="4243388" y="3906917"/>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61" name="">
            <a:extLst xmlns:a="http://schemas.openxmlformats.org/drawingml/2006/main">
              <a:ext uri="{FF2B5EF4-FFF2-40B4-BE49-F238E27FC236}">
                <a16:creationId xmlns:a16="http://schemas.microsoft.com/office/drawing/2014/main" id="{24B18B42-7F5A-4D10-B67F-8EEE1B28DA37}"/>
              </a:ext>
            </a:extLst>
          </p:cNvPr>
          <p:cNvSpPr>
            <a:spLocks xmlns:a="http://schemas.openxmlformats.org/drawingml/2006/main" noGrp="1"/>
          </p:cNvSpPr>
          <p:nvPr/>
        </p:nvSpPr>
        <p:spPr>
          <a:xfrm xmlns:a="http://schemas.openxmlformats.org/drawingml/2006/main">
            <a:off x="4243388" y="3778329"/>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62" name="">
            <a:extLst xmlns:a="http://schemas.openxmlformats.org/drawingml/2006/main">
              <a:ext uri="{FF2B5EF4-FFF2-40B4-BE49-F238E27FC236}">
                <a16:creationId xmlns:a16="http://schemas.microsoft.com/office/drawing/2014/main" id="{A9909275-97E2-4528-A4A3-32E1AF4D5DB3}"/>
              </a:ext>
            </a:extLst>
          </p:cNvPr>
          <p:cNvSpPr>
            <a:spLocks xmlns:a="http://schemas.openxmlformats.org/drawingml/2006/main" noGrp="1"/>
          </p:cNvSpPr>
          <p:nvPr/>
        </p:nvSpPr>
        <p:spPr>
          <a:xfrm xmlns:a="http://schemas.openxmlformats.org/drawingml/2006/main">
            <a:off x="4243388" y="3649742"/>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63" name="">
            <a:extLst xmlns:a="http://schemas.openxmlformats.org/drawingml/2006/main">
              <a:ext uri="{FF2B5EF4-FFF2-40B4-BE49-F238E27FC236}">
                <a16:creationId xmlns:a16="http://schemas.microsoft.com/office/drawing/2014/main" id="{39484677-0726-4EB7-B191-45706085FBC1}"/>
              </a:ext>
            </a:extLst>
          </p:cNvPr>
          <p:cNvSpPr>
            <a:spLocks xmlns:a="http://schemas.openxmlformats.org/drawingml/2006/main" noGrp="1"/>
          </p:cNvSpPr>
          <p:nvPr/>
        </p:nvSpPr>
        <p:spPr>
          <a:xfrm xmlns:a="http://schemas.openxmlformats.org/drawingml/2006/main">
            <a:off x="4243388" y="3521154"/>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64" name="">
            <a:extLst xmlns:a="http://schemas.openxmlformats.org/drawingml/2006/main">
              <a:ext uri="{FF2B5EF4-FFF2-40B4-BE49-F238E27FC236}">
                <a16:creationId xmlns:a16="http://schemas.microsoft.com/office/drawing/2014/main" id="{327F13A9-321B-436E-B538-A0271A88D98C}"/>
              </a:ext>
            </a:extLst>
          </p:cNvPr>
          <p:cNvSpPr>
            <a:spLocks xmlns:a="http://schemas.openxmlformats.org/drawingml/2006/main" noGrp="1"/>
          </p:cNvSpPr>
          <p:nvPr/>
        </p:nvSpPr>
        <p:spPr>
          <a:xfrm xmlns:a="http://schemas.openxmlformats.org/drawingml/2006/main">
            <a:off x="4243388" y="3392567"/>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65" name="">
            <a:extLst xmlns:a="http://schemas.openxmlformats.org/drawingml/2006/main">
              <a:ext uri="{FF2B5EF4-FFF2-40B4-BE49-F238E27FC236}">
                <a16:creationId xmlns:a16="http://schemas.microsoft.com/office/drawing/2014/main" id="{EE993DEB-D2AC-4177-B2BA-077BE4BE7974}"/>
              </a:ext>
            </a:extLst>
          </p:cNvPr>
          <p:cNvSpPr>
            <a:spLocks xmlns:a="http://schemas.openxmlformats.org/drawingml/2006/main" noGrp="1"/>
          </p:cNvSpPr>
          <p:nvPr/>
        </p:nvSpPr>
        <p:spPr>
          <a:xfrm xmlns:a="http://schemas.openxmlformats.org/drawingml/2006/main">
            <a:off x="4243388" y="3263979"/>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66" name="">
            <a:extLst xmlns:a="http://schemas.openxmlformats.org/drawingml/2006/main">
              <a:ext uri="{FF2B5EF4-FFF2-40B4-BE49-F238E27FC236}">
                <a16:creationId xmlns:a16="http://schemas.microsoft.com/office/drawing/2014/main" id="{09574514-1E03-410A-96A7-4CB5685B6726}"/>
              </a:ext>
            </a:extLst>
          </p:cNvPr>
          <p:cNvSpPr>
            <a:spLocks xmlns:a="http://schemas.openxmlformats.org/drawingml/2006/main" noGrp="1"/>
          </p:cNvSpPr>
          <p:nvPr/>
        </p:nvSpPr>
        <p:spPr>
          <a:xfrm xmlns:a="http://schemas.openxmlformats.org/drawingml/2006/main">
            <a:off x="4243388" y="3135392"/>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67" name="">
            <a:extLst xmlns:a="http://schemas.openxmlformats.org/drawingml/2006/main">
              <a:ext uri="{FF2B5EF4-FFF2-40B4-BE49-F238E27FC236}">
                <a16:creationId xmlns:a16="http://schemas.microsoft.com/office/drawing/2014/main" id="{3B9F2925-1097-4BDF-8E22-27A743F51A93}"/>
              </a:ext>
            </a:extLst>
          </p:cNvPr>
          <p:cNvSpPr>
            <a:spLocks xmlns:a="http://schemas.openxmlformats.org/drawingml/2006/main" noGrp="1"/>
          </p:cNvSpPr>
          <p:nvPr/>
        </p:nvSpPr>
        <p:spPr>
          <a:xfrm xmlns:a="http://schemas.openxmlformats.org/drawingml/2006/main">
            <a:off x="4243388" y="3006804"/>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68" name="">
            <a:extLst xmlns:a="http://schemas.openxmlformats.org/drawingml/2006/main">
              <a:ext uri="{FF2B5EF4-FFF2-40B4-BE49-F238E27FC236}">
                <a16:creationId xmlns:a16="http://schemas.microsoft.com/office/drawing/2014/main" id="{E9D06F36-0AFA-47DD-BEBD-7384F4A9CE36}"/>
              </a:ext>
            </a:extLst>
          </p:cNvPr>
          <p:cNvSpPr>
            <a:spLocks xmlns:a="http://schemas.openxmlformats.org/drawingml/2006/main" noGrp="1"/>
          </p:cNvSpPr>
          <p:nvPr/>
        </p:nvSpPr>
        <p:spPr>
          <a:xfrm xmlns:a="http://schemas.openxmlformats.org/drawingml/2006/main">
            <a:off x="4243388" y="2878217"/>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69" name="">
            <a:extLst xmlns:a="http://schemas.openxmlformats.org/drawingml/2006/main">
              <a:ext uri="{FF2B5EF4-FFF2-40B4-BE49-F238E27FC236}">
                <a16:creationId xmlns:a16="http://schemas.microsoft.com/office/drawing/2014/main" id="{0A2055EF-B225-45FD-9EDB-C492C9A6DAAA}"/>
              </a:ext>
            </a:extLst>
          </p:cNvPr>
          <p:cNvSpPr>
            <a:spLocks xmlns:a="http://schemas.openxmlformats.org/drawingml/2006/main" noGrp="1"/>
          </p:cNvSpPr>
          <p:nvPr/>
        </p:nvSpPr>
        <p:spPr>
          <a:xfrm xmlns:a="http://schemas.openxmlformats.org/drawingml/2006/main">
            <a:off x="4243388" y="2749629"/>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70" name="">
            <a:extLst xmlns:a="http://schemas.openxmlformats.org/drawingml/2006/main">
              <a:ext uri="{FF2B5EF4-FFF2-40B4-BE49-F238E27FC236}">
                <a16:creationId xmlns:a16="http://schemas.microsoft.com/office/drawing/2014/main" id="{F6E58A93-5181-441B-B385-CD030A5018F4}"/>
              </a:ext>
            </a:extLst>
          </p:cNvPr>
          <p:cNvSpPr>
            <a:spLocks xmlns:a="http://schemas.openxmlformats.org/drawingml/2006/main" noGrp="1"/>
          </p:cNvSpPr>
          <p:nvPr/>
        </p:nvSpPr>
        <p:spPr>
          <a:xfrm xmlns:a="http://schemas.openxmlformats.org/drawingml/2006/main">
            <a:off x="3857625" y="2691765"/>
            <a:ext cx="385763" cy="308610"/>
          </a:xfrm>
          <a:custGeom xmlns:a="http://schemas.openxmlformats.org/drawingml/2006/main">
            <a:pathLst>
              <a:path w="385763" h="308610">
                <a:moveTo>
                  <a:pt x="0" y="308610"/>
                </a:moveTo>
                <a:lnTo>
                  <a:pt x="385763" y="0"/>
                </a:lnTo>
              </a:path>
            </a:pathLst>
          </a:custGeom>
          <a:noFill xmlns:a="http://schemas.openxmlformats.org/drawingml/2006/main"/>
          <a:ln xmlns:a="http://schemas.openxmlformats.org/drawingml/2006/main" w="16193">
            <a:solidFill>
              <a:srgbClr val="71818B"/>
            </a:solidFill>
          </a:ln>
        </p:spPr>
      </p:sp>
      <p:sp>
        <p:nvSpPr>
          <p:cNvPr id="71" name="">
            <a:extLst xmlns:a="http://schemas.openxmlformats.org/drawingml/2006/main">
              <a:ext uri="{FF2B5EF4-FFF2-40B4-BE49-F238E27FC236}">
                <a16:creationId xmlns:a16="http://schemas.microsoft.com/office/drawing/2014/main" id="{1C0C5D76-8453-47F1-A452-09DF16242CB3}"/>
              </a:ext>
            </a:extLst>
          </p:cNvPr>
          <p:cNvSpPr>
            <a:spLocks xmlns:a="http://schemas.openxmlformats.org/drawingml/2006/main" noGrp="1"/>
          </p:cNvSpPr>
          <p:nvPr/>
        </p:nvSpPr>
        <p:spPr>
          <a:xfrm xmlns:a="http://schemas.openxmlformats.org/drawingml/2006/main">
            <a:off x="5143500" y="2691765"/>
            <a:ext cx="385763" cy="308610"/>
          </a:xfrm>
          <a:custGeom xmlns:a="http://schemas.openxmlformats.org/drawingml/2006/main">
            <a:pathLst>
              <a:path w="385763" h="308610">
                <a:moveTo>
                  <a:pt x="0" y="308610"/>
                </a:moveTo>
                <a:lnTo>
                  <a:pt x="385763" y="0"/>
                </a:lnTo>
              </a:path>
            </a:pathLst>
          </a:custGeom>
          <a:noFill xmlns:a="http://schemas.openxmlformats.org/drawingml/2006/main"/>
          <a:ln xmlns:a="http://schemas.openxmlformats.org/drawingml/2006/main" w="16193">
            <a:solidFill>
              <a:srgbClr val="71818B"/>
            </a:solidFill>
          </a:ln>
        </p:spPr>
      </p:sp>
      <p:sp>
        <p:nvSpPr>
          <p:cNvPr id="72" name="">
            <a:extLst xmlns:a="http://schemas.openxmlformats.org/drawingml/2006/main">
              <a:ext uri="{FF2B5EF4-FFF2-40B4-BE49-F238E27FC236}">
                <a16:creationId xmlns:a16="http://schemas.microsoft.com/office/drawing/2014/main" id="{ED483C91-D672-4F5A-9FD2-8CA2816C048B}"/>
              </a:ext>
            </a:extLst>
          </p:cNvPr>
          <p:cNvSpPr>
            <a:spLocks xmlns:a="http://schemas.openxmlformats.org/drawingml/2006/main" noGrp="1"/>
          </p:cNvSpPr>
          <p:nvPr/>
        </p:nvSpPr>
        <p:spPr>
          <a:xfrm xmlns:a="http://schemas.openxmlformats.org/drawingml/2006/main">
            <a:off x="5143500" y="3977640"/>
            <a:ext cx="385763" cy="308610"/>
          </a:xfrm>
          <a:custGeom xmlns:a="http://schemas.openxmlformats.org/drawingml/2006/main">
            <a:pathLst>
              <a:path w="385763" h="308610">
                <a:moveTo>
                  <a:pt x="0" y="308610"/>
                </a:moveTo>
                <a:lnTo>
                  <a:pt x="385763" y="0"/>
                </a:lnTo>
              </a:path>
            </a:pathLst>
          </a:custGeom>
          <a:noFill xmlns:a="http://schemas.openxmlformats.org/drawingml/2006/main"/>
          <a:ln xmlns:a="http://schemas.openxmlformats.org/drawingml/2006/main" w="16193">
            <a:solidFill>
              <a:srgbClr val="71818B"/>
            </a:solidFill>
          </a:ln>
        </p:spPr>
      </p:sp>
      <p:sp>
        <p:nvSpPr>
          <p:cNvPr id="73" name="">
            <a:extLst xmlns:a="http://schemas.openxmlformats.org/drawingml/2006/main">
              <a:ext uri="{FF2B5EF4-FFF2-40B4-BE49-F238E27FC236}">
                <a16:creationId xmlns:a16="http://schemas.microsoft.com/office/drawing/2014/main" id="{F4F99186-DC52-4ACB-9AE1-99B75949298E}"/>
              </a:ext>
            </a:extLst>
          </p:cNvPr>
          <p:cNvSpPr>
            <a:spLocks xmlns:a="http://schemas.openxmlformats.org/drawingml/2006/main" noGrp="1"/>
          </p:cNvSpPr>
          <p:nvPr/>
        </p:nvSpPr>
        <p:spPr>
          <a:xfrm xmlns:a="http://schemas.openxmlformats.org/drawingml/2006/main">
            <a:off x="3857625" y="4243816"/>
            <a:ext cx="53042" cy="42434"/>
          </a:xfrm>
          <a:custGeom xmlns:a="http://schemas.openxmlformats.org/drawingml/2006/main">
            <a:pathLst>
              <a:path w="53042" h="42434">
                <a:moveTo>
                  <a:pt x="0" y="42434"/>
                </a:moveTo>
                <a:lnTo>
                  <a:pt x="53042" y="0"/>
                </a:lnTo>
              </a:path>
            </a:pathLst>
          </a:custGeom>
          <a:noFill xmlns:a="http://schemas.openxmlformats.org/drawingml/2006/main"/>
          <a:ln xmlns:a="http://schemas.openxmlformats.org/drawingml/2006/main" w="13335">
            <a:solidFill>
              <a:srgbClr val="71818B"/>
            </a:solidFill>
          </a:ln>
        </p:spPr>
      </p:sp>
      <p:sp>
        <p:nvSpPr>
          <p:cNvPr id="74" name="">
            <a:extLst xmlns:a="http://schemas.openxmlformats.org/drawingml/2006/main">
              <a:ext uri="{FF2B5EF4-FFF2-40B4-BE49-F238E27FC236}">
                <a16:creationId xmlns:a16="http://schemas.microsoft.com/office/drawing/2014/main" id="{865541EE-56CE-4C4B-B8A4-4B3DFA7F4A72}"/>
              </a:ext>
            </a:extLst>
          </p:cNvPr>
          <p:cNvSpPr>
            <a:spLocks xmlns:a="http://schemas.openxmlformats.org/drawingml/2006/main" noGrp="1"/>
          </p:cNvSpPr>
          <p:nvPr/>
        </p:nvSpPr>
        <p:spPr>
          <a:xfrm xmlns:a="http://schemas.openxmlformats.org/drawingml/2006/main">
            <a:off x="3954066" y="4166664"/>
            <a:ext cx="53042" cy="42434"/>
          </a:xfrm>
          <a:custGeom xmlns:a="http://schemas.openxmlformats.org/drawingml/2006/main">
            <a:pathLst>
              <a:path w="53042" h="42434">
                <a:moveTo>
                  <a:pt x="0" y="42434"/>
                </a:moveTo>
                <a:lnTo>
                  <a:pt x="53042" y="0"/>
                </a:lnTo>
              </a:path>
            </a:pathLst>
          </a:custGeom>
          <a:noFill xmlns:a="http://schemas.openxmlformats.org/drawingml/2006/main"/>
          <a:ln xmlns:a="http://schemas.openxmlformats.org/drawingml/2006/main" w="13335">
            <a:solidFill>
              <a:srgbClr val="71818B"/>
            </a:solidFill>
          </a:ln>
        </p:spPr>
      </p:sp>
      <p:sp>
        <p:nvSpPr>
          <p:cNvPr id="75" name="">
            <a:extLst xmlns:a="http://schemas.openxmlformats.org/drawingml/2006/main">
              <a:ext uri="{FF2B5EF4-FFF2-40B4-BE49-F238E27FC236}">
                <a16:creationId xmlns:a16="http://schemas.microsoft.com/office/drawing/2014/main" id="{A2EAA3A1-667B-4392-B229-3791B90038E3}"/>
              </a:ext>
            </a:extLst>
          </p:cNvPr>
          <p:cNvSpPr>
            <a:spLocks xmlns:a="http://schemas.openxmlformats.org/drawingml/2006/main" noGrp="1"/>
          </p:cNvSpPr>
          <p:nvPr/>
        </p:nvSpPr>
        <p:spPr>
          <a:xfrm xmlns:a="http://schemas.openxmlformats.org/drawingml/2006/main">
            <a:off x="4050506" y="4089511"/>
            <a:ext cx="53042" cy="42434"/>
          </a:xfrm>
          <a:custGeom xmlns:a="http://schemas.openxmlformats.org/drawingml/2006/main">
            <a:pathLst>
              <a:path w="53042" h="42434">
                <a:moveTo>
                  <a:pt x="0" y="42434"/>
                </a:moveTo>
                <a:lnTo>
                  <a:pt x="53042" y="0"/>
                </a:lnTo>
              </a:path>
            </a:pathLst>
          </a:custGeom>
          <a:noFill xmlns:a="http://schemas.openxmlformats.org/drawingml/2006/main"/>
          <a:ln xmlns:a="http://schemas.openxmlformats.org/drawingml/2006/main" w="13335">
            <a:solidFill>
              <a:srgbClr val="71818B"/>
            </a:solidFill>
          </a:ln>
        </p:spPr>
      </p:sp>
      <p:sp>
        <p:nvSpPr>
          <p:cNvPr id="76" name="">
            <a:extLst xmlns:a="http://schemas.openxmlformats.org/drawingml/2006/main">
              <a:ext uri="{FF2B5EF4-FFF2-40B4-BE49-F238E27FC236}">
                <a16:creationId xmlns:a16="http://schemas.microsoft.com/office/drawing/2014/main" id="{70390DD2-C7D8-4F78-948D-65AD5AA61157}"/>
              </a:ext>
            </a:extLst>
          </p:cNvPr>
          <p:cNvSpPr>
            <a:spLocks xmlns:a="http://schemas.openxmlformats.org/drawingml/2006/main" noGrp="1"/>
          </p:cNvSpPr>
          <p:nvPr/>
        </p:nvSpPr>
        <p:spPr>
          <a:xfrm xmlns:a="http://schemas.openxmlformats.org/drawingml/2006/main">
            <a:off x="4146947" y="4012359"/>
            <a:ext cx="53042" cy="42434"/>
          </a:xfrm>
          <a:custGeom xmlns:a="http://schemas.openxmlformats.org/drawingml/2006/main">
            <a:pathLst>
              <a:path w="53042" h="42434">
                <a:moveTo>
                  <a:pt x="0" y="42434"/>
                </a:moveTo>
                <a:lnTo>
                  <a:pt x="53042" y="0"/>
                </a:lnTo>
              </a:path>
            </a:pathLst>
          </a:custGeom>
          <a:noFill xmlns:a="http://schemas.openxmlformats.org/drawingml/2006/main"/>
          <a:ln xmlns:a="http://schemas.openxmlformats.org/drawingml/2006/main" w="13335">
            <a:solidFill>
              <a:srgbClr val="71818B"/>
            </a:solidFill>
          </a:ln>
        </p:spPr>
      </p:sp>
      <p:sp>
        <p:nvSpPr>
          <p:cNvPr id="77" name="">
            <a:extLst xmlns:a="http://schemas.openxmlformats.org/drawingml/2006/main">
              <a:ext uri="{FF2B5EF4-FFF2-40B4-BE49-F238E27FC236}">
                <a16:creationId xmlns:a16="http://schemas.microsoft.com/office/drawing/2014/main" id="{189E7092-CA1E-4EA3-A16D-1A3B8BEA299B}"/>
              </a:ext>
            </a:extLst>
          </p:cNvPr>
          <p:cNvSpPr>
            <a:spLocks xmlns:a="http://schemas.openxmlformats.org/drawingml/2006/main" noGrp="1"/>
          </p:cNvSpPr>
          <p:nvPr/>
        </p:nvSpPr>
        <p:spPr>
          <a:xfrm xmlns:a="http://schemas.openxmlformats.org/drawingml/2006/main">
            <a:off x="3790950" y="2933700"/>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8" name="">
            <a:extLst xmlns:a="http://schemas.openxmlformats.org/drawingml/2006/main">
              <a:ext uri="{FF2B5EF4-FFF2-40B4-BE49-F238E27FC236}">
                <a16:creationId xmlns:a16="http://schemas.microsoft.com/office/drawing/2014/main" id="{46DE432C-AC38-47A9-B17A-F31EAD765F35}"/>
              </a:ext>
            </a:extLst>
          </p:cNvPr>
          <p:cNvSpPr>
            <a:spLocks xmlns:a="http://schemas.openxmlformats.org/drawingml/2006/main" noGrp="1"/>
          </p:cNvSpPr>
          <p:nvPr/>
        </p:nvSpPr>
        <p:spPr>
          <a:xfrm xmlns:a="http://schemas.openxmlformats.org/drawingml/2006/main">
            <a:off x="5076825" y="2933700"/>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9" name="">
            <a:extLst xmlns:a="http://schemas.openxmlformats.org/drawingml/2006/main">
              <a:ext uri="{FF2B5EF4-FFF2-40B4-BE49-F238E27FC236}">
                <a16:creationId xmlns:a16="http://schemas.microsoft.com/office/drawing/2014/main" id="{991E3607-DA4C-4EC3-8ADF-2A9BB3C614EA}"/>
              </a:ext>
            </a:extLst>
          </p:cNvPr>
          <p:cNvSpPr>
            <a:spLocks xmlns:a="http://schemas.openxmlformats.org/drawingml/2006/main" noGrp="1"/>
          </p:cNvSpPr>
          <p:nvPr/>
        </p:nvSpPr>
        <p:spPr>
          <a:xfrm xmlns:a="http://schemas.openxmlformats.org/drawingml/2006/main">
            <a:off x="5076825" y="4219575"/>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0" name="">
            <a:extLst xmlns:a="http://schemas.openxmlformats.org/drawingml/2006/main">
              <a:ext uri="{FF2B5EF4-FFF2-40B4-BE49-F238E27FC236}">
                <a16:creationId xmlns:a16="http://schemas.microsoft.com/office/drawing/2014/main" id="{76E9529A-6317-4F64-B7A3-E79E4B3313C2}"/>
              </a:ext>
            </a:extLst>
          </p:cNvPr>
          <p:cNvSpPr>
            <a:spLocks xmlns:a="http://schemas.openxmlformats.org/drawingml/2006/main" noGrp="1"/>
          </p:cNvSpPr>
          <p:nvPr/>
        </p:nvSpPr>
        <p:spPr>
          <a:xfrm xmlns:a="http://schemas.openxmlformats.org/drawingml/2006/main">
            <a:off x="3790950" y="4219575"/>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1" name="">
            <a:extLst xmlns:a="http://schemas.openxmlformats.org/drawingml/2006/main">
              <a:ext uri="{FF2B5EF4-FFF2-40B4-BE49-F238E27FC236}">
                <a16:creationId xmlns:a16="http://schemas.microsoft.com/office/drawing/2014/main" id="{95AF18A3-C0B1-4560-8360-76FAB9FCB18F}"/>
              </a:ext>
            </a:extLst>
          </p:cNvPr>
          <p:cNvSpPr>
            <a:spLocks xmlns:a="http://schemas.openxmlformats.org/drawingml/2006/main" noGrp="1"/>
          </p:cNvSpPr>
          <p:nvPr/>
        </p:nvSpPr>
        <p:spPr>
          <a:xfrm xmlns:a="http://schemas.openxmlformats.org/drawingml/2006/main">
            <a:off x="4176713" y="2625090"/>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2" name="">
            <a:extLst xmlns:a="http://schemas.openxmlformats.org/drawingml/2006/main">
              <a:ext uri="{FF2B5EF4-FFF2-40B4-BE49-F238E27FC236}">
                <a16:creationId xmlns:a16="http://schemas.microsoft.com/office/drawing/2014/main" id="{6F0D02E1-89B5-41B2-B224-B67E31B3362C}"/>
              </a:ext>
            </a:extLst>
          </p:cNvPr>
          <p:cNvSpPr>
            <a:spLocks xmlns:a="http://schemas.openxmlformats.org/drawingml/2006/main" noGrp="1"/>
          </p:cNvSpPr>
          <p:nvPr/>
        </p:nvSpPr>
        <p:spPr>
          <a:xfrm xmlns:a="http://schemas.openxmlformats.org/drawingml/2006/main">
            <a:off x="5462588" y="2625090"/>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3" name="">
            <a:extLst xmlns:a="http://schemas.openxmlformats.org/drawingml/2006/main">
              <a:ext uri="{FF2B5EF4-FFF2-40B4-BE49-F238E27FC236}">
                <a16:creationId xmlns:a16="http://schemas.microsoft.com/office/drawing/2014/main" id="{6111D803-8101-4600-8BD5-93580B7CDDD9}"/>
              </a:ext>
            </a:extLst>
          </p:cNvPr>
          <p:cNvSpPr>
            <a:spLocks xmlns:a="http://schemas.openxmlformats.org/drawingml/2006/main" noGrp="1"/>
          </p:cNvSpPr>
          <p:nvPr/>
        </p:nvSpPr>
        <p:spPr>
          <a:xfrm xmlns:a="http://schemas.openxmlformats.org/drawingml/2006/main">
            <a:off x="5462588" y="3910965"/>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4" name="">
            <a:extLst xmlns:a="http://schemas.openxmlformats.org/drawingml/2006/main">
              <a:ext uri="{FF2B5EF4-FFF2-40B4-BE49-F238E27FC236}">
                <a16:creationId xmlns:a16="http://schemas.microsoft.com/office/drawing/2014/main" id="{4DCDFA04-A6D4-4EA1-83F3-29D576F44CC0}"/>
              </a:ext>
            </a:extLst>
          </p:cNvPr>
          <p:cNvSpPr>
            <a:spLocks xmlns:a="http://schemas.openxmlformats.org/drawingml/2006/main" noGrp="1"/>
          </p:cNvSpPr>
          <p:nvPr/>
        </p:nvSpPr>
        <p:spPr>
          <a:xfrm xmlns:a="http://schemas.openxmlformats.org/drawingml/2006/main">
            <a:off x="4176713" y="3910965"/>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5" name="">
            <a:extLst xmlns:a="http://schemas.openxmlformats.org/drawingml/2006/main">
              <a:ext uri="{FF2B5EF4-FFF2-40B4-BE49-F238E27FC236}">
                <a16:creationId xmlns:a16="http://schemas.microsoft.com/office/drawing/2014/main" id="{84630F4B-94A0-454D-A801-F02958C54427}"/>
              </a:ext>
            </a:extLst>
          </p:cNvPr>
          <p:cNvSpPr>
            <a:spLocks xmlns:a="http://schemas.openxmlformats.org/drawingml/2006/main" noGrp="1"/>
          </p:cNvSpPr>
          <p:nvPr/>
        </p:nvSpPr>
        <p:spPr>
          <a:xfrm xmlns:a="http://schemas.openxmlformats.org/drawingml/2006/main">
            <a:off x="3979783" y="3418284"/>
            <a:ext cx="141446" cy="141446"/>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86" name="">
            <a:extLst xmlns:a="http://schemas.openxmlformats.org/drawingml/2006/main">
              <a:ext uri="{FF2B5EF4-FFF2-40B4-BE49-F238E27FC236}">
                <a16:creationId xmlns:a16="http://schemas.microsoft.com/office/drawing/2014/main" id="{503E06FB-DFC7-4675-BAFC-9307528AF7B9}"/>
              </a:ext>
            </a:extLst>
          </p:cNvPr>
          <p:cNvSpPr>
            <a:spLocks xmlns:a="http://schemas.openxmlformats.org/drawingml/2006/main" noGrp="1"/>
          </p:cNvSpPr>
          <p:nvPr/>
        </p:nvSpPr>
        <p:spPr>
          <a:xfrm xmlns:a="http://schemas.openxmlformats.org/drawingml/2006/main">
            <a:off x="4622721" y="2775347"/>
            <a:ext cx="141446" cy="141446"/>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87" name="">
            <a:extLst xmlns:a="http://schemas.openxmlformats.org/drawingml/2006/main">
              <a:ext uri="{FF2B5EF4-FFF2-40B4-BE49-F238E27FC236}">
                <a16:creationId xmlns:a16="http://schemas.microsoft.com/office/drawing/2014/main" id="{B7D99BF2-29D9-44D9-877D-646DF65BF785}"/>
              </a:ext>
            </a:extLst>
          </p:cNvPr>
          <p:cNvSpPr>
            <a:spLocks xmlns:a="http://schemas.openxmlformats.org/drawingml/2006/main" noGrp="1"/>
          </p:cNvSpPr>
          <p:nvPr/>
        </p:nvSpPr>
        <p:spPr>
          <a:xfrm xmlns:a="http://schemas.openxmlformats.org/drawingml/2006/main">
            <a:off x="4429839" y="3572589"/>
            <a:ext cx="141446" cy="141446"/>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88" name="">
            <a:extLst xmlns:a="http://schemas.openxmlformats.org/drawingml/2006/main">
              <a:ext uri="{FF2B5EF4-FFF2-40B4-BE49-F238E27FC236}">
                <a16:creationId xmlns:a16="http://schemas.microsoft.com/office/drawing/2014/main" id="{F2DD720D-5BA7-41AD-ADDC-C612FF2FA701}"/>
              </a:ext>
            </a:extLst>
          </p:cNvPr>
          <p:cNvSpPr>
            <a:spLocks xmlns:a="http://schemas.openxmlformats.org/drawingml/2006/main" noGrp="1"/>
          </p:cNvSpPr>
          <p:nvPr/>
        </p:nvSpPr>
        <p:spPr>
          <a:xfrm xmlns:a="http://schemas.openxmlformats.org/drawingml/2006/main">
            <a:off x="5265658" y="3418284"/>
            <a:ext cx="141446" cy="141446"/>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89" name="">
            <a:extLst xmlns:a="http://schemas.openxmlformats.org/drawingml/2006/main">
              <a:ext uri="{FF2B5EF4-FFF2-40B4-BE49-F238E27FC236}">
                <a16:creationId xmlns:a16="http://schemas.microsoft.com/office/drawing/2014/main" id="{D3B1CCBD-0511-47E4-B80D-F47CBDF03F87}"/>
              </a:ext>
            </a:extLst>
          </p:cNvPr>
          <p:cNvSpPr>
            <a:spLocks xmlns:a="http://schemas.openxmlformats.org/drawingml/2006/main" noGrp="1"/>
          </p:cNvSpPr>
          <p:nvPr/>
        </p:nvSpPr>
        <p:spPr>
          <a:xfrm xmlns:a="http://schemas.openxmlformats.org/drawingml/2006/main">
            <a:off x="4622721" y="4061222"/>
            <a:ext cx="141446" cy="141446"/>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90" name="">
            <a:extLst xmlns:a="http://schemas.openxmlformats.org/drawingml/2006/main">
              <a:ext uri="{FF2B5EF4-FFF2-40B4-BE49-F238E27FC236}">
                <a16:creationId xmlns:a16="http://schemas.microsoft.com/office/drawing/2014/main" id="{17062D47-2634-4BA8-A1EA-71514B76F4FC}"/>
              </a:ext>
            </a:extLst>
          </p:cNvPr>
          <p:cNvSpPr>
            <a:spLocks xmlns:a="http://schemas.openxmlformats.org/drawingml/2006/main" noGrp="1"/>
          </p:cNvSpPr>
          <p:nvPr/>
        </p:nvSpPr>
        <p:spPr>
          <a:xfrm xmlns:a="http://schemas.openxmlformats.org/drawingml/2006/main">
            <a:off x="4815602" y="3263979"/>
            <a:ext cx="141446" cy="141446"/>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91" name="">
            <a:extLst xmlns:a="http://schemas.openxmlformats.org/drawingml/2006/main">
              <a:ext uri="{FF2B5EF4-FFF2-40B4-BE49-F238E27FC236}">
                <a16:creationId xmlns:a16="http://schemas.microsoft.com/office/drawing/2014/main" id="{89A905C6-D601-4BB1-8CFA-070CB67BE1EB}"/>
              </a:ext>
            </a:extLst>
          </p:cNvPr>
          <p:cNvSpPr>
            <a:spLocks xmlns:a="http://schemas.openxmlformats.org/drawingml/2006/main" noGrp="1"/>
          </p:cNvSpPr>
          <p:nvPr/>
        </p:nvSpPr>
        <p:spPr>
          <a:xfrm xmlns:a="http://schemas.openxmlformats.org/drawingml/2006/main">
            <a:off x="3810000" y="4714875"/>
            <a:ext cx="2619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γ鉄：FCC</a:t>
            </a:r>
          </a:p>
        </p:txBody>
      </p:sp>
      <p:sp>
        <p:nvSpPr>
          <p:cNvPr id="92" name="">
            <a:extLst xmlns:a="http://schemas.openxmlformats.org/drawingml/2006/main">
              <a:ext uri="{FF2B5EF4-FFF2-40B4-BE49-F238E27FC236}">
                <a16:creationId xmlns:a16="http://schemas.microsoft.com/office/drawing/2014/main" id="{8ADF6FEE-8A0C-437D-8BFB-D10E35D076F3}"/>
              </a:ext>
            </a:extLst>
          </p:cNvPr>
          <p:cNvSpPr>
            <a:spLocks xmlns:a="http://schemas.openxmlformats.org/drawingml/2006/main" noGrp="1"/>
          </p:cNvSpPr>
          <p:nvPr/>
        </p:nvSpPr>
        <p:spPr>
          <a:xfrm xmlns:a="http://schemas.openxmlformats.org/drawingml/2006/main">
            <a:off x="5762625" y="3381375"/>
            <a:ext cx="571500" cy="9525"/>
          </a:xfrm>
          <a:custGeom xmlns:a="http://schemas.openxmlformats.org/drawingml/2006/main">
            <a:pathLst>
              <a:path w="571500" h="9525">
                <a:moveTo>
                  <a:pt x="0" y="0"/>
                </a:moveTo>
                <a:lnTo>
                  <a:pt x="571500" y="0"/>
                </a:lnTo>
              </a:path>
            </a:pathLst>
          </a:custGeom>
          <a:noFill xmlns:a="http://schemas.openxmlformats.org/drawingml/2006/main"/>
          <a:ln xmlns:a="http://schemas.openxmlformats.org/drawingml/2006/main" w="28575">
            <a:solidFill>
              <a:srgbClr val="AD8760"/>
            </a:solidFill>
          </a:ln>
        </p:spPr>
      </p:sp>
      <p:sp>
        <p:nvSpPr>
          <p:cNvPr id="93" name="">
            <a:extLst xmlns:a="http://schemas.openxmlformats.org/drawingml/2006/main">
              <a:ext uri="{FF2B5EF4-FFF2-40B4-BE49-F238E27FC236}">
                <a16:creationId xmlns:a16="http://schemas.microsoft.com/office/drawing/2014/main" id="{2C828616-377D-4917-A912-16BEC02B42AB}"/>
              </a:ext>
            </a:extLst>
          </p:cNvPr>
          <p:cNvSpPr>
            <a:spLocks xmlns:a="http://schemas.openxmlformats.org/drawingml/2006/main" noGrp="1"/>
          </p:cNvSpPr>
          <p:nvPr/>
        </p:nvSpPr>
        <p:spPr>
          <a:xfrm xmlns:a="http://schemas.openxmlformats.org/drawingml/2006/main">
            <a:off x="6219825" y="33333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AD8760"/>
          </a:solidFill>
          <a:ln xmlns:a="http://schemas.openxmlformats.org/drawingml/2006/main" w="4763">
            <a:solidFill>
              <a:srgbClr val="AD8760"/>
            </a:solidFill>
          </a:ln>
        </p:spPr>
      </p:sp>
      <p:sp>
        <p:nvSpPr>
          <p:cNvPr id="94" name="">
            <a:extLst xmlns:a="http://schemas.openxmlformats.org/drawingml/2006/main">
              <a:ext uri="{FF2B5EF4-FFF2-40B4-BE49-F238E27FC236}">
                <a16:creationId xmlns:a16="http://schemas.microsoft.com/office/drawing/2014/main" id="{AD78021F-FD38-4A95-A32B-E5A2AFB2BA84}"/>
              </a:ext>
            </a:extLst>
          </p:cNvPr>
          <p:cNvSpPr>
            <a:spLocks xmlns:a="http://schemas.openxmlformats.org/drawingml/2006/main" noGrp="1"/>
          </p:cNvSpPr>
          <p:nvPr/>
        </p:nvSpPr>
        <p:spPr>
          <a:xfrm xmlns:a="http://schemas.openxmlformats.org/drawingml/2006/main">
            <a:off x="6715125" y="3000375"/>
            <a:ext cx="1285875" cy="9525"/>
          </a:xfrm>
          <a:custGeom xmlns:a="http://schemas.openxmlformats.org/drawingml/2006/main">
            <a:pathLst>
              <a:path w="1285875" h="9525">
                <a:moveTo>
                  <a:pt x="0" y="0"/>
                </a:moveTo>
                <a:lnTo>
                  <a:pt x="1285875" y="0"/>
                </a:lnTo>
              </a:path>
            </a:pathLst>
          </a:custGeom>
          <a:noFill xmlns:a="http://schemas.openxmlformats.org/drawingml/2006/main"/>
          <a:ln xmlns:a="http://schemas.openxmlformats.org/drawingml/2006/main" w="16193">
            <a:solidFill>
              <a:srgbClr val="71818B"/>
            </a:solidFill>
          </a:ln>
        </p:spPr>
      </p:sp>
      <p:sp>
        <p:nvSpPr>
          <p:cNvPr id="95" name="">
            <a:extLst xmlns:a="http://schemas.openxmlformats.org/drawingml/2006/main">
              <a:ext uri="{FF2B5EF4-FFF2-40B4-BE49-F238E27FC236}">
                <a16:creationId xmlns:a16="http://schemas.microsoft.com/office/drawing/2014/main" id="{C05E9044-76B7-474A-A325-58D95CB5B344}"/>
              </a:ext>
            </a:extLst>
          </p:cNvPr>
          <p:cNvSpPr>
            <a:spLocks xmlns:a="http://schemas.openxmlformats.org/drawingml/2006/main" noGrp="1"/>
          </p:cNvSpPr>
          <p:nvPr/>
        </p:nvSpPr>
        <p:spPr>
          <a:xfrm xmlns:a="http://schemas.openxmlformats.org/drawingml/2006/main">
            <a:off x="8001000" y="3000375"/>
            <a:ext cx="9525" cy="1285875"/>
          </a:xfrm>
          <a:custGeom xmlns:a="http://schemas.openxmlformats.org/drawingml/2006/main">
            <a:pathLst>
              <a:path w="9525" h="1285875">
                <a:moveTo>
                  <a:pt x="0" y="0"/>
                </a:moveTo>
                <a:lnTo>
                  <a:pt x="0" y="1285875"/>
                </a:lnTo>
              </a:path>
            </a:pathLst>
          </a:custGeom>
          <a:noFill xmlns:a="http://schemas.openxmlformats.org/drawingml/2006/main"/>
          <a:ln xmlns:a="http://schemas.openxmlformats.org/drawingml/2006/main" w="16193">
            <a:solidFill>
              <a:srgbClr val="71818B"/>
            </a:solidFill>
          </a:ln>
        </p:spPr>
      </p:sp>
      <p:sp>
        <p:nvSpPr>
          <p:cNvPr id="96" name="">
            <a:extLst xmlns:a="http://schemas.openxmlformats.org/drawingml/2006/main">
              <a:ext uri="{FF2B5EF4-FFF2-40B4-BE49-F238E27FC236}">
                <a16:creationId xmlns:a16="http://schemas.microsoft.com/office/drawing/2014/main" id="{915A6F8B-EFE6-4B24-9617-2D0857898660}"/>
              </a:ext>
            </a:extLst>
          </p:cNvPr>
          <p:cNvSpPr>
            <a:spLocks xmlns:a="http://schemas.openxmlformats.org/drawingml/2006/main" noGrp="1"/>
          </p:cNvSpPr>
          <p:nvPr/>
        </p:nvSpPr>
        <p:spPr>
          <a:xfrm xmlns:a="http://schemas.openxmlformats.org/drawingml/2006/main">
            <a:off x="6715125" y="4286250"/>
            <a:ext cx="1285875" cy="9525"/>
          </a:xfrm>
          <a:custGeom xmlns:a="http://schemas.openxmlformats.org/drawingml/2006/main">
            <a:pathLst>
              <a:path w="1285875" h="9525">
                <a:moveTo>
                  <a:pt x="1285875" y="0"/>
                </a:moveTo>
                <a:lnTo>
                  <a:pt x="0" y="0"/>
                </a:lnTo>
              </a:path>
            </a:pathLst>
          </a:custGeom>
          <a:noFill xmlns:a="http://schemas.openxmlformats.org/drawingml/2006/main"/>
          <a:ln xmlns:a="http://schemas.openxmlformats.org/drawingml/2006/main" w="16193">
            <a:solidFill>
              <a:srgbClr val="71818B"/>
            </a:solidFill>
          </a:ln>
        </p:spPr>
      </p:sp>
      <p:sp>
        <p:nvSpPr>
          <p:cNvPr id="97" name="">
            <a:extLst xmlns:a="http://schemas.openxmlformats.org/drawingml/2006/main">
              <a:ext uri="{FF2B5EF4-FFF2-40B4-BE49-F238E27FC236}">
                <a16:creationId xmlns:a16="http://schemas.microsoft.com/office/drawing/2014/main" id="{3AE15D80-2773-4D9D-A0B4-1319FB4D0DF2}"/>
              </a:ext>
            </a:extLst>
          </p:cNvPr>
          <p:cNvSpPr>
            <a:spLocks xmlns:a="http://schemas.openxmlformats.org/drawingml/2006/main" noGrp="1"/>
          </p:cNvSpPr>
          <p:nvPr/>
        </p:nvSpPr>
        <p:spPr>
          <a:xfrm xmlns:a="http://schemas.openxmlformats.org/drawingml/2006/main">
            <a:off x="6715125" y="3000375"/>
            <a:ext cx="9525" cy="1285875"/>
          </a:xfrm>
          <a:custGeom xmlns:a="http://schemas.openxmlformats.org/drawingml/2006/main">
            <a:pathLst>
              <a:path w="9525" h="1285875">
                <a:moveTo>
                  <a:pt x="0" y="1285875"/>
                </a:moveTo>
                <a:lnTo>
                  <a:pt x="0" y="0"/>
                </a:lnTo>
              </a:path>
            </a:pathLst>
          </a:custGeom>
          <a:noFill xmlns:a="http://schemas.openxmlformats.org/drawingml/2006/main"/>
          <a:ln xmlns:a="http://schemas.openxmlformats.org/drawingml/2006/main" w="16193">
            <a:solidFill>
              <a:srgbClr val="71818B"/>
            </a:solidFill>
          </a:ln>
        </p:spPr>
      </p:sp>
      <p:sp>
        <p:nvSpPr>
          <p:cNvPr id="98" name="">
            <a:extLst xmlns:a="http://schemas.openxmlformats.org/drawingml/2006/main">
              <a:ext uri="{FF2B5EF4-FFF2-40B4-BE49-F238E27FC236}">
                <a16:creationId xmlns:a16="http://schemas.microsoft.com/office/drawing/2014/main" id="{36B7C6AC-C1E3-48FE-9565-6C747729893B}"/>
              </a:ext>
            </a:extLst>
          </p:cNvPr>
          <p:cNvSpPr>
            <a:spLocks xmlns:a="http://schemas.openxmlformats.org/drawingml/2006/main" noGrp="1"/>
          </p:cNvSpPr>
          <p:nvPr/>
        </p:nvSpPr>
        <p:spPr>
          <a:xfrm xmlns:a="http://schemas.openxmlformats.org/drawingml/2006/main">
            <a:off x="7100888" y="2691765"/>
            <a:ext cx="1285875" cy="9525"/>
          </a:xfrm>
          <a:custGeom xmlns:a="http://schemas.openxmlformats.org/drawingml/2006/main">
            <a:pathLst>
              <a:path w="1285875" h="9525">
                <a:moveTo>
                  <a:pt x="0" y="0"/>
                </a:moveTo>
                <a:lnTo>
                  <a:pt x="1285875" y="0"/>
                </a:lnTo>
              </a:path>
            </a:pathLst>
          </a:custGeom>
          <a:noFill xmlns:a="http://schemas.openxmlformats.org/drawingml/2006/main"/>
          <a:ln xmlns:a="http://schemas.openxmlformats.org/drawingml/2006/main" w="16193">
            <a:solidFill>
              <a:srgbClr val="71818B"/>
            </a:solidFill>
          </a:ln>
        </p:spPr>
      </p:sp>
      <p:sp>
        <p:nvSpPr>
          <p:cNvPr id="99" name="">
            <a:extLst xmlns:a="http://schemas.openxmlformats.org/drawingml/2006/main">
              <a:ext uri="{FF2B5EF4-FFF2-40B4-BE49-F238E27FC236}">
                <a16:creationId xmlns:a16="http://schemas.microsoft.com/office/drawing/2014/main" id="{FE557246-F314-403A-9D8F-EE4092759886}"/>
              </a:ext>
            </a:extLst>
          </p:cNvPr>
          <p:cNvSpPr>
            <a:spLocks xmlns:a="http://schemas.openxmlformats.org/drawingml/2006/main" noGrp="1"/>
          </p:cNvSpPr>
          <p:nvPr/>
        </p:nvSpPr>
        <p:spPr>
          <a:xfrm xmlns:a="http://schemas.openxmlformats.org/drawingml/2006/main">
            <a:off x="8386763" y="2691765"/>
            <a:ext cx="9525" cy="1285875"/>
          </a:xfrm>
          <a:custGeom xmlns:a="http://schemas.openxmlformats.org/drawingml/2006/main">
            <a:pathLst>
              <a:path w="9525" h="1285875">
                <a:moveTo>
                  <a:pt x="0" y="0"/>
                </a:moveTo>
                <a:lnTo>
                  <a:pt x="0" y="1285875"/>
                </a:lnTo>
              </a:path>
            </a:pathLst>
          </a:custGeom>
          <a:noFill xmlns:a="http://schemas.openxmlformats.org/drawingml/2006/main"/>
          <a:ln xmlns:a="http://schemas.openxmlformats.org/drawingml/2006/main" w="16193">
            <a:solidFill>
              <a:srgbClr val="71818B"/>
            </a:solidFill>
          </a:ln>
        </p:spPr>
      </p:sp>
      <p:sp>
        <p:nvSpPr>
          <p:cNvPr id="100" name="">
            <a:extLst xmlns:a="http://schemas.openxmlformats.org/drawingml/2006/main">
              <a:ext uri="{FF2B5EF4-FFF2-40B4-BE49-F238E27FC236}">
                <a16:creationId xmlns:a16="http://schemas.microsoft.com/office/drawing/2014/main" id="{3617C52E-5605-4634-92DA-9BD03CD19EC4}"/>
              </a:ext>
            </a:extLst>
          </p:cNvPr>
          <p:cNvSpPr>
            <a:spLocks xmlns:a="http://schemas.openxmlformats.org/drawingml/2006/main" noGrp="1"/>
          </p:cNvSpPr>
          <p:nvPr/>
        </p:nvSpPr>
        <p:spPr>
          <a:xfrm xmlns:a="http://schemas.openxmlformats.org/drawingml/2006/main">
            <a:off x="7100888" y="3977640"/>
            <a:ext cx="1285875" cy="9525"/>
          </a:xfrm>
          <a:custGeom xmlns:a="http://schemas.openxmlformats.org/drawingml/2006/main">
            <a:pathLst>
              <a:path w="1285875" h="9525">
                <a:moveTo>
                  <a:pt x="1285875" y="0"/>
                </a:moveTo>
                <a:lnTo>
                  <a:pt x="0" y="0"/>
                </a:lnTo>
              </a:path>
            </a:pathLst>
          </a:custGeom>
          <a:noFill xmlns:a="http://schemas.openxmlformats.org/drawingml/2006/main"/>
          <a:ln xmlns:a="http://schemas.openxmlformats.org/drawingml/2006/main" w="16193">
            <a:solidFill>
              <a:srgbClr val="71818B"/>
            </a:solidFill>
          </a:ln>
        </p:spPr>
      </p:sp>
      <p:sp>
        <p:nvSpPr>
          <p:cNvPr id="101" name="">
            <a:extLst xmlns:a="http://schemas.openxmlformats.org/drawingml/2006/main">
              <a:ext uri="{FF2B5EF4-FFF2-40B4-BE49-F238E27FC236}">
                <a16:creationId xmlns:a16="http://schemas.microsoft.com/office/drawing/2014/main" id="{753DB02A-4836-48E4-8F4E-9B695550182F}"/>
              </a:ext>
            </a:extLst>
          </p:cNvPr>
          <p:cNvSpPr>
            <a:spLocks xmlns:a="http://schemas.openxmlformats.org/drawingml/2006/main" noGrp="1"/>
          </p:cNvSpPr>
          <p:nvPr/>
        </p:nvSpPr>
        <p:spPr>
          <a:xfrm xmlns:a="http://schemas.openxmlformats.org/drawingml/2006/main">
            <a:off x="7100888" y="3906917"/>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102" name="">
            <a:extLst xmlns:a="http://schemas.openxmlformats.org/drawingml/2006/main">
              <a:ext uri="{FF2B5EF4-FFF2-40B4-BE49-F238E27FC236}">
                <a16:creationId xmlns:a16="http://schemas.microsoft.com/office/drawing/2014/main" id="{91F9F823-097A-451F-B7F0-52A80E94D9A5}"/>
              </a:ext>
            </a:extLst>
          </p:cNvPr>
          <p:cNvSpPr>
            <a:spLocks xmlns:a="http://schemas.openxmlformats.org/drawingml/2006/main" noGrp="1"/>
          </p:cNvSpPr>
          <p:nvPr/>
        </p:nvSpPr>
        <p:spPr>
          <a:xfrm xmlns:a="http://schemas.openxmlformats.org/drawingml/2006/main">
            <a:off x="7100888" y="3778329"/>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103" name="">
            <a:extLst xmlns:a="http://schemas.openxmlformats.org/drawingml/2006/main">
              <a:ext uri="{FF2B5EF4-FFF2-40B4-BE49-F238E27FC236}">
                <a16:creationId xmlns:a16="http://schemas.microsoft.com/office/drawing/2014/main" id="{B9D2E38A-2261-4E4D-A53D-51CA3EF44E23}"/>
              </a:ext>
            </a:extLst>
          </p:cNvPr>
          <p:cNvSpPr>
            <a:spLocks xmlns:a="http://schemas.openxmlformats.org/drawingml/2006/main" noGrp="1"/>
          </p:cNvSpPr>
          <p:nvPr/>
        </p:nvSpPr>
        <p:spPr>
          <a:xfrm xmlns:a="http://schemas.openxmlformats.org/drawingml/2006/main">
            <a:off x="7100888" y="3649742"/>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104" name="">
            <a:extLst xmlns:a="http://schemas.openxmlformats.org/drawingml/2006/main">
              <a:ext uri="{FF2B5EF4-FFF2-40B4-BE49-F238E27FC236}">
                <a16:creationId xmlns:a16="http://schemas.microsoft.com/office/drawing/2014/main" id="{E06A4D10-C2DF-461F-B3C2-BB673A12C218}"/>
              </a:ext>
            </a:extLst>
          </p:cNvPr>
          <p:cNvSpPr>
            <a:spLocks xmlns:a="http://schemas.openxmlformats.org/drawingml/2006/main" noGrp="1"/>
          </p:cNvSpPr>
          <p:nvPr/>
        </p:nvSpPr>
        <p:spPr>
          <a:xfrm xmlns:a="http://schemas.openxmlformats.org/drawingml/2006/main">
            <a:off x="7100888" y="3521154"/>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105" name="">
            <a:extLst xmlns:a="http://schemas.openxmlformats.org/drawingml/2006/main">
              <a:ext uri="{FF2B5EF4-FFF2-40B4-BE49-F238E27FC236}">
                <a16:creationId xmlns:a16="http://schemas.microsoft.com/office/drawing/2014/main" id="{33EBB790-B3D5-4D5B-989E-0192AD586FA6}"/>
              </a:ext>
            </a:extLst>
          </p:cNvPr>
          <p:cNvSpPr>
            <a:spLocks xmlns:a="http://schemas.openxmlformats.org/drawingml/2006/main" noGrp="1"/>
          </p:cNvSpPr>
          <p:nvPr/>
        </p:nvSpPr>
        <p:spPr>
          <a:xfrm xmlns:a="http://schemas.openxmlformats.org/drawingml/2006/main">
            <a:off x="7100888" y="3392567"/>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106" name="">
            <a:extLst xmlns:a="http://schemas.openxmlformats.org/drawingml/2006/main">
              <a:ext uri="{FF2B5EF4-FFF2-40B4-BE49-F238E27FC236}">
                <a16:creationId xmlns:a16="http://schemas.microsoft.com/office/drawing/2014/main" id="{40A6C543-9282-404A-B460-3C5CDD7C493B}"/>
              </a:ext>
            </a:extLst>
          </p:cNvPr>
          <p:cNvSpPr>
            <a:spLocks xmlns:a="http://schemas.openxmlformats.org/drawingml/2006/main" noGrp="1"/>
          </p:cNvSpPr>
          <p:nvPr/>
        </p:nvSpPr>
        <p:spPr>
          <a:xfrm xmlns:a="http://schemas.openxmlformats.org/drawingml/2006/main">
            <a:off x="7100888" y="3263979"/>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107" name="">
            <a:extLst xmlns:a="http://schemas.openxmlformats.org/drawingml/2006/main">
              <a:ext uri="{FF2B5EF4-FFF2-40B4-BE49-F238E27FC236}">
                <a16:creationId xmlns:a16="http://schemas.microsoft.com/office/drawing/2014/main" id="{7E69A2AA-8705-46C9-BF0A-A078B4F3C047}"/>
              </a:ext>
            </a:extLst>
          </p:cNvPr>
          <p:cNvSpPr>
            <a:spLocks xmlns:a="http://schemas.openxmlformats.org/drawingml/2006/main" noGrp="1"/>
          </p:cNvSpPr>
          <p:nvPr/>
        </p:nvSpPr>
        <p:spPr>
          <a:xfrm xmlns:a="http://schemas.openxmlformats.org/drawingml/2006/main">
            <a:off x="7100888" y="3135392"/>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108" name="">
            <a:extLst xmlns:a="http://schemas.openxmlformats.org/drawingml/2006/main">
              <a:ext uri="{FF2B5EF4-FFF2-40B4-BE49-F238E27FC236}">
                <a16:creationId xmlns:a16="http://schemas.microsoft.com/office/drawing/2014/main" id="{2D5955B8-4BDF-4830-9E9E-01A343F8D4C7}"/>
              </a:ext>
            </a:extLst>
          </p:cNvPr>
          <p:cNvSpPr>
            <a:spLocks xmlns:a="http://schemas.openxmlformats.org/drawingml/2006/main" noGrp="1"/>
          </p:cNvSpPr>
          <p:nvPr/>
        </p:nvSpPr>
        <p:spPr>
          <a:xfrm xmlns:a="http://schemas.openxmlformats.org/drawingml/2006/main">
            <a:off x="7100888" y="3006804"/>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109" name="">
            <a:extLst xmlns:a="http://schemas.openxmlformats.org/drawingml/2006/main">
              <a:ext uri="{FF2B5EF4-FFF2-40B4-BE49-F238E27FC236}">
                <a16:creationId xmlns:a16="http://schemas.microsoft.com/office/drawing/2014/main" id="{3D389280-48B6-48ED-9ADB-BBE9DB3767EA}"/>
              </a:ext>
            </a:extLst>
          </p:cNvPr>
          <p:cNvSpPr>
            <a:spLocks xmlns:a="http://schemas.openxmlformats.org/drawingml/2006/main" noGrp="1"/>
          </p:cNvSpPr>
          <p:nvPr/>
        </p:nvSpPr>
        <p:spPr>
          <a:xfrm xmlns:a="http://schemas.openxmlformats.org/drawingml/2006/main">
            <a:off x="7100888" y="2878217"/>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110" name="">
            <a:extLst xmlns:a="http://schemas.openxmlformats.org/drawingml/2006/main">
              <a:ext uri="{FF2B5EF4-FFF2-40B4-BE49-F238E27FC236}">
                <a16:creationId xmlns:a16="http://schemas.microsoft.com/office/drawing/2014/main" id="{F22EAAF8-81C6-422D-8E83-4B6B5A840126}"/>
              </a:ext>
            </a:extLst>
          </p:cNvPr>
          <p:cNvSpPr>
            <a:spLocks xmlns:a="http://schemas.openxmlformats.org/drawingml/2006/main" noGrp="1"/>
          </p:cNvSpPr>
          <p:nvPr/>
        </p:nvSpPr>
        <p:spPr>
          <a:xfrm xmlns:a="http://schemas.openxmlformats.org/drawingml/2006/main">
            <a:off x="7100888" y="2749629"/>
            <a:ext cx="9525" cy="70723"/>
          </a:xfrm>
          <a:custGeom xmlns:a="http://schemas.openxmlformats.org/drawingml/2006/main">
            <a:pathLst>
              <a:path w="9525" h="70723">
                <a:moveTo>
                  <a:pt x="0" y="70723"/>
                </a:moveTo>
                <a:lnTo>
                  <a:pt x="0" y="0"/>
                </a:lnTo>
              </a:path>
            </a:pathLst>
          </a:custGeom>
          <a:noFill xmlns:a="http://schemas.openxmlformats.org/drawingml/2006/main"/>
          <a:ln xmlns:a="http://schemas.openxmlformats.org/drawingml/2006/main" w="13335">
            <a:solidFill>
              <a:srgbClr val="71818B"/>
            </a:solidFill>
          </a:ln>
        </p:spPr>
      </p:sp>
      <p:sp>
        <p:nvSpPr>
          <p:cNvPr id="111" name="">
            <a:extLst xmlns:a="http://schemas.openxmlformats.org/drawingml/2006/main">
              <a:ext uri="{FF2B5EF4-FFF2-40B4-BE49-F238E27FC236}">
                <a16:creationId xmlns:a16="http://schemas.microsoft.com/office/drawing/2014/main" id="{EB45F685-C0F6-489C-B857-69834C3287FC}"/>
              </a:ext>
            </a:extLst>
          </p:cNvPr>
          <p:cNvSpPr>
            <a:spLocks xmlns:a="http://schemas.openxmlformats.org/drawingml/2006/main" noGrp="1"/>
          </p:cNvSpPr>
          <p:nvPr/>
        </p:nvSpPr>
        <p:spPr>
          <a:xfrm xmlns:a="http://schemas.openxmlformats.org/drawingml/2006/main">
            <a:off x="6715125" y="2691765"/>
            <a:ext cx="385763" cy="308610"/>
          </a:xfrm>
          <a:custGeom xmlns:a="http://schemas.openxmlformats.org/drawingml/2006/main">
            <a:pathLst>
              <a:path w="385763" h="308610">
                <a:moveTo>
                  <a:pt x="0" y="308610"/>
                </a:moveTo>
                <a:lnTo>
                  <a:pt x="385763" y="0"/>
                </a:lnTo>
              </a:path>
            </a:pathLst>
          </a:custGeom>
          <a:noFill xmlns:a="http://schemas.openxmlformats.org/drawingml/2006/main"/>
          <a:ln xmlns:a="http://schemas.openxmlformats.org/drawingml/2006/main" w="16193">
            <a:solidFill>
              <a:srgbClr val="71818B"/>
            </a:solidFill>
          </a:ln>
        </p:spPr>
      </p:sp>
      <p:sp>
        <p:nvSpPr>
          <p:cNvPr id="112" name="">
            <a:extLst xmlns:a="http://schemas.openxmlformats.org/drawingml/2006/main">
              <a:ext uri="{FF2B5EF4-FFF2-40B4-BE49-F238E27FC236}">
                <a16:creationId xmlns:a16="http://schemas.microsoft.com/office/drawing/2014/main" id="{C17C9C05-F0E1-4BF4-B219-A839E4908883}"/>
              </a:ext>
            </a:extLst>
          </p:cNvPr>
          <p:cNvSpPr>
            <a:spLocks xmlns:a="http://schemas.openxmlformats.org/drawingml/2006/main" noGrp="1"/>
          </p:cNvSpPr>
          <p:nvPr/>
        </p:nvSpPr>
        <p:spPr>
          <a:xfrm xmlns:a="http://schemas.openxmlformats.org/drawingml/2006/main">
            <a:off x="8001000" y="2691765"/>
            <a:ext cx="385763" cy="308610"/>
          </a:xfrm>
          <a:custGeom xmlns:a="http://schemas.openxmlformats.org/drawingml/2006/main">
            <a:pathLst>
              <a:path w="385763" h="308610">
                <a:moveTo>
                  <a:pt x="0" y="308610"/>
                </a:moveTo>
                <a:lnTo>
                  <a:pt x="385763" y="0"/>
                </a:lnTo>
              </a:path>
            </a:pathLst>
          </a:custGeom>
          <a:noFill xmlns:a="http://schemas.openxmlformats.org/drawingml/2006/main"/>
          <a:ln xmlns:a="http://schemas.openxmlformats.org/drawingml/2006/main" w="16193">
            <a:solidFill>
              <a:srgbClr val="71818B"/>
            </a:solidFill>
          </a:ln>
        </p:spPr>
      </p:sp>
      <p:sp>
        <p:nvSpPr>
          <p:cNvPr id="113" name="">
            <a:extLst xmlns:a="http://schemas.openxmlformats.org/drawingml/2006/main">
              <a:ext uri="{FF2B5EF4-FFF2-40B4-BE49-F238E27FC236}">
                <a16:creationId xmlns:a16="http://schemas.microsoft.com/office/drawing/2014/main" id="{F9211E43-DC86-4DC1-A34B-870AA5DB40D8}"/>
              </a:ext>
            </a:extLst>
          </p:cNvPr>
          <p:cNvSpPr>
            <a:spLocks xmlns:a="http://schemas.openxmlformats.org/drawingml/2006/main" noGrp="1"/>
          </p:cNvSpPr>
          <p:nvPr/>
        </p:nvSpPr>
        <p:spPr>
          <a:xfrm xmlns:a="http://schemas.openxmlformats.org/drawingml/2006/main">
            <a:off x="8001000" y="3977640"/>
            <a:ext cx="385763" cy="308610"/>
          </a:xfrm>
          <a:custGeom xmlns:a="http://schemas.openxmlformats.org/drawingml/2006/main">
            <a:pathLst>
              <a:path w="385763" h="308610">
                <a:moveTo>
                  <a:pt x="0" y="308610"/>
                </a:moveTo>
                <a:lnTo>
                  <a:pt x="385763" y="0"/>
                </a:lnTo>
              </a:path>
            </a:pathLst>
          </a:custGeom>
          <a:noFill xmlns:a="http://schemas.openxmlformats.org/drawingml/2006/main"/>
          <a:ln xmlns:a="http://schemas.openxmlformats.org/drawingml/2006/main" w="16193">
            <a:solidFill>
              <a:srgbClr val="71818B"/>
            </a:solidFill>
          </a:ln>
        </p:spPr>
      </p:sp>
      <p:sp>
        <p:nvSpPr>
          <p:cNvPr id="114" name="">
            <a:extLst xmlns:a="http://schemas.openxmlformats.org/drawingml/2006/main">
              <a:ext uri="{FF2B5EF4-FFF2-40B4-BE49-F238E27FC236}">
                <a16:creationId xmlns:a16="http://schemas.microsoft.com/office/drawing/2014/main" id="{A944B098-D9D6-4017-A75F-E4A6678902E0}"/>
              </a:ext>
            </a:extLst>
          </p:cNvPr>
          <p:cNvSpPr>
            <a:spLocks xmlns:a="http://schemas.openxmlformats.org/drawingml/2006/main" noGrp="1"/>
          </p:cNvSpPr>
          <p:nvPr/>
        </p:nvSpPr>
        <p:spPr>
          <a:xfrm xmlns:a="http://schemas.openxmlformats.org/drawingml/2006/main">
            <a:off x="6715125" y="4243816"/>
            <a:ext cx="53042" cy="42434"/>
          </a:xfrm>
          <a:custGeom xmlns:a="http://schemas.openxmlformats.org/drawingml/2006/main">
            <a:pathLst>
              <a:path w="53042" h="42434">
                <a:moveTo>
                  <a:pt x="0" y="42434"/>
                </a:moveTo>
                <a:lnTo>
                  <a:pt x="53042" y="0"/>
                </a:lnTo>
              </a:path>
            </a:pathLst>
          </a:custGeom>
          <a:noFill xmlns:a="http://schemas.openxmlformats.org/drawingml/2006/main"/>
          <a:ln xmlns:a="http://schemas.openxmlformats.org/drawingml/2006/main" w="13335">
            <a:solidFill>
              <a:srgbClr val="71818B"/>
            </a:solidFill>
          </a:ln>
        </p:spPr>
      </p:sp>
      <p:sp>
        <p:nvSpPr>
          <p:cNvPr id="115" name="">
            <a:extLst xmlns:a="http://schemas.openxmlformats.org/drawingml/2006/main">
              <a:ext uri="{FF2B5EF4-FFF2-40B4-BE49-F238E27FC236}">
                <a16:creationId xmlns:a16="http://schemas.microsoft.com/office/drawing/2014/main" id="{1ECCA431-FE80-4D36-A3AC-11FB236178B3}"/>
              </a:ext>
            </a:extLst>
          </p:cNvPr>
          <p:cNvSpPr>
            <a:spLocks xmlns:a="http://schemas.openxmlformats.org/drawingml/2006/main" noGrp="1"/>
          </p:cNvSpPr>
          <p:nvPr/>
        </p:nvSpPr>
        <p:spPr>
          <a:xfrm xmlns:a="http://schemas.openxmlformats.org/drawingml/2006/main">
            <a:off x="6811566" y="4166664"/>
            <a:ext cx="53042" cy="42434"/>
          </a:xfrm>
          <a:custGeom xmlns:a="http://schemas.openxmlformats.org/drawingml/2006/main">
            <a:pathLst>
              <a:path w="53042" h="42434">
                <a:moveTo>
                  <a:pt x="0" y="42434"/>
                </a:moveTo>
                <a:lnTo>
                  <a:pt x="53042" y="0"/>
                </a:lnTo>
              </a:path>
            </a:pathLst>
          </a:custGeom>
          <a:noFill xmlns:a="http://schemas.openxmlformats.org/drawingml/2006/main"/>
          <a:ln xmlns:a="http://schemas.openxmlformats.org/drawingml/2006/main" w="13335">
            <a:solidFill>
              <a:srgbClr val="71818B"/>
            </a:solidFill>
          </a:ln>
        </p:spPr>
      </p:sp>
      <p:sp>
        <p:nvSpPr>
          <p:cNvPr id="116" name="">
            <a:extLst xmlns:a="http://schemas.openxmlformats.org/drawingml/2006/main">
              <a:ext uri="{FF2B5EF4-FFF2-40B4-BE49-F238E27FC236}">
                <a16:creationId xmlns:a16="http://schemas.microsoft.com/office/drawing/2014/main" id="{1AC6BD43-7CCE-41D0-A41F-A73CB79F5475}"/>
              </a:ext>
            </a:extLst>
          </p:cNvPr>
          <p:cNvSpPr>
            <a:spLocks xmlns:a="http://schemas.openxmlformats.org/drawingml/2006/main" noGrp="1"/>
          </p:cNvSpPr>
          <p:nvPr/>
        </p:nvSpPr>
        <p:spPr>
          <a:xfrm xmlns:a="http://schemas.openxmlformats.org/drawingml/2006/main">
            <a:off x="6908006" y="4089511"/>
            <a:ext cx="53042" cy="42434"/>
          </a:xfrm>
          <a:custGeom xmlns:a="http://schemas.openxmlformats.org/drawingml/2006/main">
            <a:pathLst>
              <a:path w="53042" h="42434">
                <a:moveTo>
                  <a:pt x="0" y="42434"/>
                </a:moveTo>
                <a:lnTo>
                  <a:pt x="53042" y="0"/>
                </a:lnTo>
              </a:path>
            </a:pathLst>
          </a:custGeom>
          <a:noFill xmlns:a="http://schemas.openxmlformats.org/drawingml/2006/main"/>
          <a:ln xmlns:a="http://schemas.openxmlformats.org/drawingml/2006/main" w="13335">
            <a:solidFill>
              <a:srgbClr val="71818B"/>
            </a:solidFill>
          </a:ln>
        </p:spPr>
      </p:sp>
      <p:sp>
        <p:nvSpPr>
          <p:cNvPr id="117" name="">
            <a:extLst xmlns:a="http://schemas.openxmlformats.org/drawingml/2006/main">
              <a:ext uri="{FF2B5EF4-FFF2-40B4-BE49-F238E27FC236}">
                <a16:creationId xmlns:a16="http://schemas.microsoft.com/office/drawing/2014/main" id="{EEED7CD3-3680-430A-B7E9-8556894A176F}"/>
              </a:ext>
            </a:extLst>
          </p:cNvPr>
          <p:cNvSpPr>
            <a:spLocks xmlns:a="http://schemas.openxmlformats.org/drawingml/2006/main" noGrp="1"/>
          </p:cNvSpPr>
          <p:nvPr/>
        </p:nvSpPr>
        <p:spPr>
          <a:xfrm xmlns:a="http://schemas.openxmlformats.org/drawingml/2006/main">
            <a:off x="7004447" y="4012359"/>
            <a:ext cx="53042" cy="42434"/>
          </a:xfrm>
          <a:custGeom xmlns:a="http://schemas.openxmlformats.org/drawingml/2006/main">
            <a:pathLst>
              <a:path w="53042" h="42434">
                <a:moveTo>
                  <a:pt x="0" y="42434"/>
                </a:moveTo>
                <a:lnTo>
                  <a:pt x="53042" y="0"/>
                </a:lnTo>
              </a:path>
            </a:pathLst>
          </a:custGeom>
          <a:noFill xmlns:a="http://schemas.openxmlformats.org/drawingml/2006/main"/>
          <a:ln xmlns:a="http://schemas.openxmlformats.org/drawingml/2006/main" w="13335">
            <a:solidFill>
              <a:srgbClr val="71818B"/>
            </a:solidFill>
          </a:ln>
        </p:spPr>
      </p:sp>
      <p:sp>
        <p:nvSpPr>
          <p:cNvPr id="118" name="">
            <a:extLst xmlns:a="http://schemas.openxmlformats.org/drawingml/2006/main">
              <a:ext uri="{FF2B5EF4-FFF2-40B4-BE49-F238E27FC236}">
                <a16:creationId xmlns:a16="http://schemas.microsoft.com/office/drawing/2014/main" id="{3D449A49-68AD-4199-9F81-79EABD381584}"/>
              </a:ext>
            </a:extLst>
          </p:cNvPr>
          <p:cNvSpPr>
            <a:spLocks xmlns:a="http://schemas.openxmlformats.org/drawingml/2006/main" noGrp="1"/>
          </p:cNvSpPr>
          <p:nvPr/>
        </p:nvSpPr>
        <p:spPr>
          <a:xfrm xmlns:a="http://schemas.openxmlformats.org/drawingml/2006/main">
            <a:off x="6648450" y="2933700"/>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19" name="">
            <a:extLst xmlns:a="http://schemas.openxmlformats.org/drawingml/2006/main">
              <a:ext uri="{FF2B5EF4-FFF2-40B4-BE49-F238E27FC236}">
                <a16:creationId xmlns:a16="http://schemas.microsoft.com/office/drawing/2014/main" id="{C7B9BEFF-7D89-44F8-BB0A-45070C7D0187}"/>
              </a:ext>
            </a:extLst>
          </p:cNvPr>
          <p:cNvSpPr>
            <a:spLocks xmlns:a="http://schemas.openxmlformats.org/drawingml/2006/main" noGrp="1"/>
          </p:cNvSpPr>
          <p:nvPr/>
        </p:nvSpPr>
        <p:spPr>
          <a:xfrm xmlns:a="http://schemas.openxmlformats.org/drawingml/2006/main">
            <a:off x="7934325" y="2933700"/>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20" name="">
            <a:extLst xmlns:a="http://schemas.openxmlformats.org/drawingml/2006/main">
              <a:ext uri="{FF2B5EF4-FFF2-40B4-BE49-F238E27FC236}">
                <a16:creationId xmlns:a16="http://schemas.microsoft.com/office/drawing/2014/main" id="{F11C2D4D-395A-45C6-A411-58741122689F}"/>
              </a:ext>
            </a:extLst>
          </p:cNvPr>
          <p:cNvSpPr>
            <a:spLocks xmlns:a="http://schemas.openxmlformats.org/drawingml/2006/main" noGrp="1"/>
          </p:cNvSpPr>
          <p:nvPr/>
        </p:nvSpPr>
        <p:spPr>
          <a:xfrm xmlns:a="http://schemas.openxmlformats.org/drawingml/2006/main">
            <a:off x="7934325" y="4219575"/>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21" name="">
            <a:extLst xmlns:a="http://schemas.openxmlformats.org/drawingml/2006/main">
              <a:ext uri="{FF2B5EF4-FFF2-40B4-BE49-F238E27FC236}">
                <a16:creationId xmlns:a16="http://schemas.microsoft.com/office/drawing/2014/main" id="{4DCB281F-458A-4A4D-B7C6-FB46BA94EA51}"/>
              </a:ext>
            </a:extLst>
          </p:cNvPr>
          <p:cNvSpPr>
            <a:spLocks xmlns:a="http://schemas.openxmlformats.org/drawingml/2006/main" noGrp="1"/>
          </p:cNvSpPr>
          <p:nvPr/>
        </p:nvSpPr>
        <p:spPr>
          <a:xfrm xmlns:a="http://schemas.openxmlformats.org/drawingml/2006/main">
            <a:off x="6648450" y="4219575"/>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22" name="">
            <a:extLst xmlns:a="http://schemas.openxmlformats.org/drawingml/2006/main">
              <a:ext uri="{FF2B5EF4-FFF2-40B4-BE49-F238E27FC236}">
                <a16:creationId xmlns:a16="http://schemas.microsoft.com/office/drawing/2014/main" id="{7EAB56B2-2E93-48C0-9ADA-ABBB8B9DAB33}"/>
              </a:ext>
            </a:extLst>
          </p:cNvPr>
          <p:cNvSpPr>
            <a:spLocks xmlns:a="http://schemas.openxmlformats.org/drawingml/2006/main" noGrp="1"/>
          </p:cNvSpPr>
          <p:nvPr/>
        </p:nvSpPr>
        <p:spPr>
          <a:xfrm xmlns:a="http://schemas.openxmlformats.org/drawingml/2006/main">
            <a:off x="7034213" y="2625090"/>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23" name="">
            <a:extLst xmlns:a="http://schemas.openxmlformats.org/drawingml/2006/main">
              <a:ext uri="{FF2B5EF4-FFF2-40B4-BE49-F238E27FC236}">
                <a16:creationId xmlns:a16="http://schemas.microsoft.com/office/drawing/2014/main" id="{1057FDDC-B6F8-4AA9-89D0-41AF7249E2B5}"/>
              </a:ext>
            </a:extLst>
          </p:cNvPr>
          <p:cNvSpPr>
            <a:spLocks xmlns:a="http://schemas.openxmlformats.org/drawingml/2006/main" noGrp="1"/>
          </p:cNvSpPr>
          <p:nvPr/>
        </p:nvSpPr>
        <p:spPr>
          <a:xfrm xmlns:a="http://schemas.openxmlformats.org/drawingml/2006/main">
            <a:off x="8320088" y="2625090"/>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24" name="">
            <a:extLst xmlns:a="http://schemas.openxmlformats.org/drawingml/2006/main">
              <a:ext uri="{FF2B5EF4-FFF2-40B4-BE49-F238E27FC236}">
                <a16:creationId xmlns:a16="http://schemas.microsoft.com/office/drawing/2014/main" id="{958EB4E6-4642-41A0-8436-52FCF87C8AF9}"/>
              </a:ext>
            </a:extLst>
          </p:cNvPr>
          <p:cNvSpPr>
            <a:spLocks xmlns:a="http://schemas.openxmlformats.org/drawingml/2006/main" noGrp="1"/>
          </p:cNvSpPr>
          <p:nvPr/>
        </p:nvSpPr>
        <p:spPr>
          <a:xfrm xmlns:a="http://schemas.openxmlformats.org/drawingml/2006/main">
            <a:off x="8320088" y="3910965"/>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25" name="">
            <a:extLst xmlns:a="http://schemas.openxmlformats.org/drawingml/2006/main">
              <a:ext uri="{FF2B5EF4-FFF2-40B4-BE49-F238E27FC236}">
                <a16:creationId xmlns:a16="http://schemas.microsoft.com/office/drawing/2014/main" id="{964607E1-5388-4F63-A34B-BFDB0863A375}"/>
              </a:ext>
            </a:extLst>
          </p:cNvPr>
          <p:cNvSpPr>
            <a:spLocks xmlns:a="http://schemas.openxmlformats.org/drawingml/2006/main" noGrp="1"/>
          </p:cNvSpPr>
          <p:nvPr/>
        </p:nvSpPr>
        <p:spPr>
          <a:xfrm xmlns:a="http://schemas.openxmlformats.org/drawingml/2006/main">
            <a:off x="7034213" y="3910965"/>
            <a:ext cx="133350" cy="1333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26" name="">
            <a:extLst xmlns:a="http://schemas.openxmlformats.org/drawingml/2006/main">
              <a:ext uri="{FF2B5EF4-FFF2-40B4-BE49-F238E27FC236}">
                <a16:creationId xmlns:a16="http://schemas.microsoft.com/office/drawing/2014/main" id="{97033A3F-E2F1-4142-A6E1-AA2E66C36EBD}"/>
              </a:ext>
            </a:extLst>
          </p:cNvPr>
          <p:cNvSpPr>
            <a:spLocks xmlns:a="http://schemas.openxmlformats.org/drawingml/2006/main" noGrp="1"/>
          </p:cNvSpPr>
          <p:nvPr/>
        </p:nvSpPr>
        <p:spPr>
          <a:xfrm xmlns:a="http://schemas.openxmlformats.org/drawingml/2006/main">
            <a:off x="7467362" y="3405426"/>
            <a:ext cx="167164" cy="167164"/>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127" name="">
            <a:extLst xmlns:a="http://schemas.openxmlformats.org/drawingml/2006/main">
              <a:ext uri="{FF2B5EF4-FFF2-40B4-BE49-F238E27FC236}">
                <a16:creationId xmlns:a16="http://schemas.microsoft.com/office/drawing/2014/main" id="{21F1C8A8-C062-4D26-A0FE-5E89B814E13D}"/>
              </a:ext>
            </a:extLst>
          </p:cNvPr>
          <p:cNvSpPr>
            <a:spLocks xmlns:a="http://schemas.openxmlformats.org/drawingml/2006/main" noGrp="1"/>
          </p:cNvSpPr>
          <p:nvPr/>
        </p:nvSpPr>
        <p:spPr>
          <a:xfrm xmlns:a="http://schemas.openxmlformats.org/drawingml/2006/main">
            <a:off x="6667500" y="4714875"/>
            <a:ext cx="2619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δ鉄：BCC</a:t>
            </a:r>
          </a:p>
        </p:txBody>
      </p:sp>
      <p:sp>
        <p:nvSpPr>
          <p:cNvPr id="128" name="">
            <a:extLst xmlns:a="http://schemas.openxmlformats.org/drawingml/2006/main">
              <a:ext uri="{FF2B5EF4-FFF2-40B4-BE49-F238E27FC236}">
                <a16:creationId xmlns:a16="http://schemas.microsoft.com/office/drawing/2014/main" id="{AD3FFC43-26A2-4178-BADC-38B28024F446}"/>
              </a:ext>
            </a:extLst>
          </p:cNvPr>
          <p:cNvSpPr>
            <a:spLocks xmlns:a="http://schemas.openxmlformats.org/drawingml/2006/main" noGrp="1"/>
          </p:cNvSpPr>
          <p:nvPr/>
        </p:nvSpPr>
        <p:spPr>
          <a:xfrm xmlns:a="http://schemas.openxmlformats.org/drawingml/2006/main">
            <a:off x="8601075" y="3381375"/>
            <a:ext cx="542925" cy="9525"/>
          </a:xfrm>
          <a:custGeom xmlns:a="http://schemas.openxmlformats.org/drawingml/2006/main">
            <a:pathLst>
              <a:path w="542925" h="9525">
                <a:moveTo>
                  <a:pt x="0" y="0"/>
                </a:moveTo>
                <a:lnTo>
                  <a:pt x="542925" y="0"/>
                </a:lnTo>
              </a:path>
            </a:pathLst>
          </a:custGeom>
          <a:noFill xmlns:a="http://schemas.openxmlformats.org/drawingml/2006/main"/>
          <a:ln xmlns:a="http://schemas.openxmlformats.org/drawingml/2006/main" w="28575">
            <a:solidFill>
              <a:srgbClr val="C4483C"/>
            </a:solidFill>
          </a:ln>
        </p:spPr>
      </p:sp>
      <p:sp>
        <p:nvSpPr>
          <p:cNvPr id="129" name="">
            <a:extLst xmlns:a="http://schemas.openxmlformats.org/drawingml/2006/main">
              <a:ext uri="{FF2B5EF4-FFF2-40B4-BE49-F238E27FC236}">
                <a16:creationId xmlns:a16="http://schemas.microsoft.com/office/drawing/2014/main" id="{641E6EE7-EF99-4F3D-8CF5-5E05026E1A4E}"/>
              </a:ext>
            </a:extLst>
          </p:cNvPr>
          <p:cNvSpPr>
            <a:spLocks xmlns:a="http://schemas.openxmlformats.org/drawingml/2006/main" noGrp="1"/>
          </p:cNvSpPr>
          <p:nvPr/>
        </p:nvSpPr>
        <p:spPr>
          <a:xfrm xmlns:a="http://schemas.openxmlformats.org/drawingml/2006/main">
            <a:off x="9029700" y="33333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C4483C"/>
          </a:solidFill>
          <a:ln xmlns:a="http://schemas.openxmlformats.org/drawingml/2006/main" w="4763">
            <a:solidFill>
              <a:srgbClr val="C4483C"/>
            </a:solidFill>
          </a:ln>
        </p:spPr>
      </p:sp>
      <p:sp>
        <p:nvSpPr>
          <p:cNvPr id="130" name="">
            <a:extLst xmlns:a="http://schemas.openxmlformats.org/drawingml/2006/main">
              <a:ext uri="{FF2B5EF4-FFF2-40B4-BE49-F238E27FC236}">
                <a16:creationId xmlns:a16="http://schemas.microsoft.com/office/drawing/2014/main" id="{A8CD2468-9A14-45B7-9AB8-F754FB5F6C36}"/>
              </a:ext>
            </a:extLst>
          </p:cNvPr>
          <p:cNvSpPr>
            <a:spLocks xmlns:a="http://schemas.openxmlformats.org/drawingml/2006/main" noGrp="1"/>
          </p:cNvSpPr>
          <p:nvPr/>
        </p:nvSpPr>
        <p:spPr>
          <a:xfrm xmlns:a="http://schemas.openxmlformats.org/drawingml/2006/main">
            <a:off x="9744075" y="283845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31" name="">
            <a:extLst xmlns:a="http://schemas.openxmlformats.org/drawingml/2006/main">
              <a:ext uri="{FF2B5EF4-FFF2-40B4-BE49-F238E27FC236}">
                <a16:creationId xmlns:a16="http://schemas.microsoft.com/office/drawing/2014/main" id="{7943BDBE-5C3A-4F94-B2E7-C9D5EF345A8D}"/>
              </a:ext>
            </a:extLst>
          </p:cNvPr>
          <p:cNvSpPr>
            <a:spLocks xmlns:a="http://schemas.openxmlformats.org/drawingml/2006/main" noGrp="1"/>
          </p:cNvSpPr>
          <p:nvPr/>
        </p:nvSpPr>
        <p:spPr>
          <a:xfrm xmlns:a="http://schemas.openxmlformats.org/drawingml/2006/main">
            <a:off x="10010775" y="276225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32" name="">
            <a:extLst xmlns:a="http://schemas.openxmlformats.org/drawingml/2006/main">
              <a:ext uri="{FF2B5EF4-FFF2-40B4-BE49-F238E27FC236}">
                <a16:creationId xmlns:a16="http://schemas.microsoft.com/office/drawing/2014/main" id="{F1CE4409-2DF5-449D-BE34-13B2A004E67C}"/>
              </a:ext>
            </a:extLst>
          </p:cNvPr>
          <p:cNvSpPr>
            <a:spLocks xmlns:a="http://schemas.openxmlformats.org/drawingml/2006/main" noGrp="1"/>
          </p:cNvSpPr>
          <p:nvPr/>
        </p:nvSpPr>
        <p:spPr>
          <a:xfrm xmlns:a="http://schemas.openxmlformats.org/drawingml/2006/main">
            <a:off x="10287000" y="287655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33" name="">
            <a:extLst xmlns:a="http://schemas.openxmlformats.org/drawingml/2006/main">
              <a:ext uri="{FF2B5EF4-FFF2-40B4-BE49-F238E27FC236}">
                <a16:creationId xmlns:a16="http://schemas.microsoft.com/office/drawing/2014/main" id="{28D5A7D3-0A2F-4B59-92B9-D73253D91B8C}"/>
              </a:ext>
            </a:extLst>
          </p:cNvPr>
          <p:cNvSpPr>
            <a:spLocks xmlns:a="http://schemas.openxmlformats.org/drawingml/2006/main" noGrp="1"/>
          </p:cNvSpPr>
          <p:nvPr/>
        </p:nvSpPr>
        <p:spPr>
          <a:xfrm xmlns:a="http://schemas.openxmlformats.org/drawingml/2006/main">
            <a:off x="10553700" y="279082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34" name="">
            <a:extLst xmlns:a="http://schemas.openxmlformats.org/drawingml/2006/main">
              <a:ext uri="{FF2B5EF4-FFF2-40B4-BE49-F238E27FC236}">
                <a16:creationId xmlns:a16="http://schemas.microsoft.com/office/drawing/2014/main" id="{2F73CF9E-5CED-44C0-9004-339179E70621}"/>
              </a:ext>
            </a:extLst>
          </p:cNvPr>
          <p:cNvSpPr>
            <a:spLocks xmlns:a="http://schemas.openxmlformats.org/drawingml/2006/main" noGrp="1"/>
          </p:cNvSpPr>
          <p:nvPr/>
        </p:nvSpPr>
        <p:spPr>
          <a:xfrm xmlns:a="http://schemas.openxmlformats.org/drawingml/2006/main">
            <a:off x="9696450" y="311467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35" name="">
            <a:extLst xmlns:a="http://schemas.openxmlformats.org/drawingml/2006/main">
              <a:ext uri="{FF2B5EF4-FFF2-40B4-BE49-F238E27FC236}">
                <a16:creationId xmlns:a16="http://schemas.microsoft.com/office/drawing/2014/main" id="{2CAE357D-4D3D-420D-BB79-2B1CB2388450}"/>
              </a:ext>
            </a:extLst>
          </p:cNvPr>
          <p:cNvSpPr>
            <a:spLocks xmlns:a="http://schemas.openxmlformats.org/drawingml/2006/main" noGrp="1"/>
          </p:cNvSpPr>
          <p:nvPr/>
        </p:nvSpPr>
        <p:spPr>
          <a:xfrm xmlns:a="http://schemas.openxmlformats.org/drawingml/2006/main">
            <a:off x="9982200" y="305752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36" name="">
            <a:extLst xmlns:a="http://schemas.openxmlformats.org/drawingml/2006/main">
              <a:ext uri="{FF2B5EF4-FFF2-40B4-BE49-F238E27FC236}">
                <a16:creationId xmlns:a16="http://schemas.microsoft.com/office/drawing/2014/main" id="{21BCA7F3-D155-4EA5-8E23-6270F61466B3}"/>
              </a:ext>
            </a:extLst>
          </p:cNvPr>
          <p:cNvSpPr>
            <a:spLocks xmlns:a="http://schemas.openxmlformats.org/drawingml/2006/main" noGrp="1"/>
          </p:cNvSpPr>
          <p:nvPr/>
        </p:nvSpPr>
        <p:spPr>
          <a:xfrm xmlns:a="http://schemas.openxmlformats.org/drawingml/2006/main">
            <a:off x="10239375" y="318135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37" name="">
            <a:extLst xmlns:a="http://schemas.openxmlformats.org/drawingml/2006/main">
              <a:ext uri="{FF2B5EF4-FFF2-40B4-BE49-F238E27FC236}">
                <a16:creationId xmlns:a16="http://schemas.microsoft.com/office/drawing/2014/main" id="{6404ED89-B96C-4F90-824A-9FF769A384FF}"/>
              </a:ext>
            </a:extLst>
          </p:cNvPr>
          <p:cNvSpPr>
            <a:spLocks xmlns:a="http://schemas.openxmlformats.org/drawingml/2006/main" noGrp="1"/>
          </p:cNvSpPr>
          <p:nvPr/>
        </p:nvSpPr>
        <p:spPr>
          <a:xfrm xmlns:a="http://schemas.openxmlformats.org/drawingml/2006/main">
            <a:off x="10544175" y="308610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38" name="">
            <a:extLst xmlns:a="http://schemas.openxmlformats.org/drawingml/2006/main">
              <a:ext uri="{FF2B5EF4-FFF2-40B4-BE49-F238E27FC236}">
                <a16:creationId xmlns:a16="http://schemas.microsoft.com/office/drawing/2014/main" id="{38F3CD4E-6533-4EC1-91F1-4A19BA61D035}"/>
              </a:ext>
            </a:extLst>
          </p:cNvPr>
          <p:cNvSpPr>
            <a:spLocks xmlns:a="http://schemas.openxmlformats.org/drawingml/2006/main" noGrp="1"/>
          </p:cNvSpPr>
          <p:nvPr/>
        </p:nvSpPr>
        <p:spPr>
          <a:xfrm xmlns:a="http://schemas.openxmlformats.org/drawingml/2006/main">
            <a:off x="9763125" y="339090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39" name="">
            <a:extLst xmlns:a="http://schemas.openxmlformats.org/drawingml/2006/main">
              <a:ext uri="{FF2B5EF4-FFF2-40B4-BE49-F238E27FC236}">
                <a16:creationId xmlns:a16="http://schemas.microsoft.com/office/drawing/2014/main" id="{10938534-5739-46D5-91C2-C00EC80C4D28}"/>
              </a:ext>
            </a:extLst>
          </p:cNvPr>
          <p:cNvSpPr>
            <a:spLocks xmlns:a="http://schemas.openxmlformats.org/drawingml/2006/main" noGrp="1"/>
          </p:cNvSpPr>
          <p:nvPr/>
        </p:nvSpPr>
        <p:spPr>
          <a:xfrm xmlns:a="http://schemas.openxmlformats.org/drawingml/2006/main">
            <a:off x="10058400" y="335280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40" name="">
            <a:extLst xmlns:a="http://schemas.openxmlformats.org/drawingml/2006/main">
              <a:ext uri="{FF2B5EF4-FFF2-40B4-BE49-F238E27FC236}">
                <a16:creationId xmlns:a16="http://schemas.microsoft.com/office/drawing/2014/main" id="{912131E1-35AA-4E16-A998-237B166AB63D}"/>
              </a:ext>
            </a:extLst>
          </p:cNvPr>
          <p:cNvSpPr>
            <a:spLocks xmlns:a="http://schemas.openxmlformats.org/drawingml/2006/main" noGrp="1"/>
          </p:cNvSpPr>
          <p:nvPr/>
        </p:nvSpPr>
        <p:spPr>
          <a:xfrm xmlns:a="http://schemas.openxmlformats.org/drawingml/2006/main">
            <a:off x="10334625" y="345757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41" name="">
            <a:extLst xmlns:a="http://schemas.openxmlformats.org/drawingml/2006/main">
              <a:ext uri="{FF2B5EF4-FFF2-40B4-BE49-F238E27FC236}">
                <a16:creationId xmlns:a16="http://schemas.microsoft.com/office/drawing/2014/main" id="{78111DAD-103F-47E2-A6C3-C3DBAA772597}"/>
              </a:ext>
            </a:extLst>
          </p:cNvPr>
          <p:cNvSpPr>
            <a:spLocks xmlns:a="http://schemas.openxmlformats.org/drawingml/2006/main" noGrp="1"/>
          </p:cNvSpPr>
          <p:nvPr/>
        </p:nvSpPr>
        <p:spPr>
          <a:xfrm xmlns:a="http://schemas.openxmlformats.org/drawingml/2006/main">
            <a:off x="10610850" y="336232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42" name="">
            <a:extLst xmlns:a="http://schemas.openxmlformats.org/drawingml/2006/main">
              <a:ext uri="{FF2B5EF4-FFF2-40B4-BE49-F238E27FC236}">
                <a16:creationId xmlns:a16="http://schemas.microsoft.com/office/drawing/2014/main" id="{182CE2DE-8234-4B62-B0BC-36AFD5667A35}"/>
              </a:ext>
            </a:extLst>
          </p:cNvPr>
          <p:cNvSpPr>
            <a:spLocks xmlns:a="http://schemas.openxmlformats.org/drawingml/2006/main" noGrp="1"/>
          </p:cNvSpPr>
          <p:nvPr/>
        </p:nvSpPr>
        <p:spPr>
          <a:xfrm xmlns:a="http://schemas.openxmlformats.org/drawingml/2006/main">
            <a:off x="9715500" y="369570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43" name="">
            <a:extLst xmlns:a="http://schemas.openxmlformats.org/drawingml/2006/main">
              <a:ext uri="{FF2B5EF4-FFF2-40B4-BE49-F238E27FC236}">
                <a16:creationId xmlns:a16="http://schemas.microsoft.com/office/drawing/2014/main" id="{7E0D830A-2909-4853-978C-B9644D1DF79A}"/>
              </a:ext>
            </a:extLst>
          </p:cNvPr>
          <p:cNvSpPr>
            <a:spLocks xmlns:a="http://schemas.openxmlformats.org/drawingml/2006/main" noGrp="1"/>
          </p:cNvSpPr>
          <p:nvPr/>
        </p:nvSpPr>
        <p:spPr>
          <a:xfrm xmlns:a="http://schemas.openxmlformats.org/drawingml/2006/main">
            <a:off x="10001250" y="363855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44" name="">
            <a:extLst xmlns:a="http://schemas.openxmlformats.org/drawingml/2006/main">
              <a:ext uri="{FF2B5EF4-FFF2-40B4-BE49-F238E27FC236}">
                <a16:creationId xmlns:a16="http://schemas.microsoft.com/office/drawing/2014/main" id="{2DB1C5CB-3369-485B-B8CF-D39D860D917D}"/>
              </a:ext>
            </a:extLst>
          </p:cNvPr>
          <p:cNvSpPr>
            <a:spLocks xmlns:a="http://schemas.openxmlformats.org/drawingml/2006/main" noGrp="1"/>
          </p:cNvSpPr>
          <p:nvPr/>
        </p:nvSpPr>
        <p:spPr>
          <a:xfrm xmlns:a="http://schemas.openxmlformats.org/drawingml/2006/main">
            <a:off x="10267950" y="375285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45" name="">
            <a:extLst xmlns:a="http://schemas.openxmlformats.org/drawingml/2006/main">
              <a:ext uri="{FF2B5EF4-FFF2-40B4-BE49-F238E27FC236}">
                <a16:creationId xmlns:a16="http://schemas.microsoft.com/office/drawing/2014/main" id="{AD9C5985-08F2-4DD4-9F27-B20F077D501E}"/>
              </a:ext>
            </a:extLst>
          </p:cNvPr>
          <p:cNvSpPr>
            <a:spLocks xmlns:a="http://schemas.openxmlformats.org/drawingml/2006/main" noGrp="1"/>
          </p:cNvSpPr>
          <p:nvPr/>
        </p:nvSpPr>
        <p:spPr>
          <a:xfrm xmlns:a="http://schemas.openxmlformats.org/drawingml/2006/main">
            <a:off x="10553700" y="366712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46" name="">
            <a:extLst xmlns:a="http://schemas.openxmlformats.org/drawingml/2006/main">
              <a:ext uri="{FF2B5EF4-FFF2-40B4-BE49-F238E27FC236}">
                <a16:creationId xmlns:a16="http://schemas.microsoft.com/office/drawing/2014/main" id="{81445577-0A4E-4633-9011-BEE2B6FF9C48}"/>
              </a:ext>
            </a:extLst>
          </p:cNvPr>
          <p:cNvSpPr>
            <a:spLocks xmlns:a="http://schemas.openxmlformats.org/drawingml/2006/main" noGrp="1"/>
          </p:cNvSpPr>
          <p:nvPr/>
        </p:nvSpPr>
        <p:spPr>
          <a:xfrm xmlns:a="http://schemas.openxmlformats.org/drawingml/2006/main">
            <a:off x="9572625" y="4714875"/>
            <a:ext cx="1857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C4483C"/>
                </a:solidFill>
                <a:latin typeface="Yu Gothic"/>
                <a:ea typeface="Yu Gothic"/>
                <a:cs typeface="Yu Gothic"/>
              </a:defRPr>
            </a:defPPr>
            <a:lvl1pPr>
              <a:buNone/>
              <a:defRPr sz="2250" b="1">
                <a:solidFill>
                  <a:srgbClr val="C4483C"/>
                </a:solidFill>
                <a:latin typeface="Yu Gothic"/>
                <a:ea typeface="Yu Gothic"/>
                <a:cs typeface="Yu Gothic"/>
              </a:defRPr>
            </a:lvl1pPr>
            <a:lvl2pPr>
              <a:buNone/>
              <a:defRPr sz="2250" b="1">
                <a:solidFill>
                  <a:srgbClr val="C4483C"/>
                </a:solidFill>
                <a:latin typeface="Yu Gothic"/>
                <a:ea typeface="Yu Gothic"/>
                <a:cs typeface="Yu Gothic"/>
              </a:defRPr>
            </a:lvl2pPr>
            <a:lvl3pPr>
              <a:buNone/>
              <a:defRPr sz="2250" b="1">
                <a:solidFill>
                  <a:srgbClr val="C4483C"/>
                </a:solidFill>
                <a:latin typeface="Yu Gothic"/>
                <a:ea typeface="Yu Gothic"/>
                <a:cs typeface="Yu Gothic"/>
              </a:defRPr>
            </a:lvl3pPr>
            <a:lvl4pPr>
              <a:buNone/>
              <a:defRPr sz="2250" b="1">
                <a:solidFill>
                  <a:srgbClr val="C4483C"/>
                </a:solidFill>
                <a:latin typeface="Yu Gothic"/>
                <a:ea typeface="Yu Gothic"/>
                <a:cs typeface="Yu Gothic"/>
              </a:defRPr>
            </a:lvl4pPr>
            <a:lvl5pPr>
              <a:buNone/>
              <a:defRPr sz="2250" b="1">
                <a:solidFill>
                  <a:srgbClr val="C4483C"/>
                </a:solidFill>
                <a:latin typeface="Yu Gothic"/>
                <a:ea typeface="Yu Gothic"/>
                <a:cs typeface="Yu Gothic"/>
              </a:defRPr>
            </a:lvl5pPr>
            <a:lvl6pPr>
              <a:buNone/>
              <a:defRPr sz="2250" b="1">
                <a:solidFill>
                  <a:srgbClr val="C4483C"/>
                </a:solidFill>
                <a:latin typeface="Yu Gothic"/>
                <a:ea typeface="Yu Gothic"/>
                <a:cs typeface="Yu Gothic"/>
              </a:defRPr>
            </a:lvl6pPr>
            <a:lvl7pPr>
              <a:buNone/>
              <a:defRPr sz="2250" b="1">
                <a:solidFill>
                  <a:srgbClr val="C4483C"/>
                </a:solidFill>
                <a:latin typeface="Yu Gothic"/>
                <a:ea typeface="Yu Gothic"/>
                <a:cs typeface="Yu Gothic"/>
              </a:defRPr>
            </a:lvl7pPr>
            <a:lvl8pPr>
              <a:buNone/>
              <a:defRPr sz="2250" b="1">
                <a:solidFill>
                  <a:srgbClr val="C4483C"/>
                </a:solidFill>
                <a:latin typeface="Yu Gothic"/>
                <a:ea typeface="Yu Gothic"/>
                <a:cs typeface="Yu Gothic"/>
              </a:defRPr>
            </a:lvl8pPr>
            <a:lvl9pPr>
              <a:buNone/>
              <a:defRPr sz="2250" b="1">
                <a:solidFill>
                  <a:srgbClr val="C4483C"/>
                </a:solidFill>
                <a:latin typeface="Yu Gothic"/>
                <a:ea typeface="Yu Gothic"/>
                <a:cs typeface="Yu Gothic"/>
              </a:defRPr>
            </a:lvl9pPr>
          </a:lstStyle>
          <a:p xmlns:a="http://schemas.openxmlformats.org/drawingml/2006/main">
            <a:pPr>
              <a:buNone/>
              <a:defRPr sz="2250" b="1">
                <a:solidFill>
                  <a:srgbClr val="C4483C"/>
                </a:solidFill>
                <a:latin typeface="Yu Gothic"/>
                <a:ea typeface="Yu Gothic"/>
                <a:cs typeface="Yu Gothic"/>
              </a:defRPr>
            </a:pPr>
            <a:r>
              <a:rPr sz="2250" b="1">
                <a:solidFill>
                  <a:srgbClr val="C4483C"/>
                </a:solidFill>
                <a:latin typeface="Yu Gothic"/>
                <a:ea typeface="Yu Gothic"/>
                <a:cs typeface="Yu Gothic"/>
              </a:rPr>
              <a:t>液体</a:t>
            </a:r>
          </a:p>
        </p:txBody>
      </p:sp>
      <p:sp>
        <p:nvSpPr>
          <p:cNvPr id="147" name="">
            <a:extLst xmlns:a="http://schemas.openxmlformats.org/drawingml/2006/main">
              <a:ext uri="{FF2B5EF4-FFF2-40B4-BE49-F238E27FC236}">
                <a16:creationId xmlns:a16="http://schemas.microsoft.com/office/drawing/2014/main" id="{DB0FDDD3-3C29-4C2C-9EEF-31DA7B5C056F}"/>
              </a:ext>
            </a:extLst>
          </p:cNvPr>
          <p:cNvSpPr>
            <a:spLocks xmlns:a="http://schemas.openxmlformats.org/drawingml/2006/main" noGrp="1"/>
          </p:cNvSpPr>
          <p:nvPr/>
        </p:nvSpPr>
        <p:spPr>
          <a:xfrm xmlns:a="http://schemas.openxmlformats.org/drawingml/2006/main">
            <a:off x="904875" y="5476875"/>
            <a:ext cx="7667625" cy="9525"/>
          </a:xfrm>
          <a:custGeom xmlns:a="http://schemas.openxmlformats.org/drawingml/2006/main">
            <a:pathLst>
              <a:path w="7667625" h="9525">
                <a:moveTo>
                  <a:pt x="0" y="0"/>
                </a:moveTo>
                <a:lnTo>
                  <a:pt x="7667625" y="0"/>
                </a:lnTo>
              </a:path>
            </a:pathLst>
          </a:custGeom>
          <a:noFill xmlns:a="http://schemas.openxmlformats.org/drawingml/2006/main"/>
          <a:ln xmlns:a="http://schemas.openxmlformats.org/drawingml/2006/main" w="28575">
            <a:solidFill>
              <a:srgbClr val="2876A8"/>
            </a:solidFill>
          </a:ln>
        </p:spPr>
      </p:sp>
      <p:sp>
        <p:nvSpPr>
          <p:cNvPr id="148" name="">
            <a:extLst xmlns:a="http://schemas.openxmlformats.org/drawingml/2006/main">
              <a:ext uri="{FF2B5EF4-FFF2-40B4-BE49-F238E27FC236}">
                <a16:creationId xmlns:a16="http://schemas.microsoft.com/office/drawing/2014/main" id="{CD268B71-F9A4-410A-8DDD-203271662B2F}"/>
              </a:ext>
            </a:extLst>
          </p:cNvPr>
          <p:cNvSpPr>
            <a:spLocks xmlns:a="http://schemas.openxmlformats.org/drawingml/2006/main" noGrp="1"/>
          </p:cNvSpPr>
          <p:nvPr/>
        </p:nvSpPr>
        <p:spPr>
          <a:xfrm xmlns:a="http://schemas.openxmlformats.org/drawingml/2006/main">
            <a:off x="2952750" y="509587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876A8"/>
                </a:solidFill>
                <a:latin typeface="Yu Gothic"/>
                <a:ea typeface="Yu Gothic"/>
                <a:cs typeface="Yu Gothic"/>
              </a:defRPr>
            </a:defPPr>
            <a:lvl1pPr>
              <a:buNone/>
              <a:defRPr sz="2025" b="1">
                <a:solidFill>
                  <a:srgbClr val="2876A8"/>
                </a:solidFill>
                <a:latin typeface="Yu Gothic"/>
                <a:ea typeface="Yu Gothic"/>
                <a:cs typeface="Yu Gothic"/>
              </a:defRPr>
            </a:lvl1pPr>
            <a:lvl2pPr>
              <a:buNone/>
              <a:defRPr sz="2025" b="1">
                <a:solidFill>
                  <a:srgbClr val="2876A8"/>
                </a:solidFill>
                <a:latin typeface="Yu Gothic"/>
                <a:ea typeface="Yu Gothic"/>
                <a:cs typeface="Yu Gothic"/>
              </a:defRPr>
            </a:lvl2pPr>
            <a:lvl3pPr>
              <a:buNone/>
              <a:defRPr sz="2025" b="1">
                <a:solidFill>
                  <a:srgbClr val="2876A8"/>
                </a:solidFill>
                <a:latin typeface="Yu Gothic"/>
                <a:ea typeface="Yu Gothic"/>
                <a:cs typeface="Yu Gothic"/>
              </a:defRPr>
            </a:lvl3pPr>
            <a:lvl4pPr>
              <a:buNone/>
              <a:defRPr sz="2025" b="1">
                <a:solidFill>
                  <a:srgbClr val="2876A8"/>
                </a:solidFill>
                <a:latin typeface="Yu Gothic"/>
                <a:ea typeface="Yu Gothic"/>
                <a:cs typeface="Yu Gothic"/>
              </a:defRPr>
            </a:lvl4pPr>
            <a:lvl5pPr>
              <a:buNone/>
              <a:defRPr sz="2025" b="1">
                <a:solidFill>
                  <a:srgbClr val="2876A8"/>
                </a:solidFill>
                <a:latin typeface="Yu Gothic"/>
                <a:ea typeface="Yu Gothic"/>
                <a:cs typeface="Yu Gothic"/>
              </a:defRPr>
            </a:lvl5pPr>
            <a:lvl6pPr>
              <a:buNone/>
              <a:defRPr sz="2025" b="1">
                <a:solidFill>
                  <a:srgbClr val="2876A8"/>
                </a:solidFill>
                <a:latin typeface="Yu Gothic"/>
                <a:ea typeface="Yu Gothic"/>
                <a:cs typeface="Yu Gothic"/>
              </a:defRPr>
            </a:lvl6pPr>
            <a:lvl7pPr>
              <a:buNone/>
              <a:defRPr sz="2025" b="1">
                <a:solidFill>
                  <a:srgbClr val="2876A8"/>
                </a:solidFill>
                <a:latin typeface="Yu Gothic"/>
                <a:ea typeface="Yu Gothic"/>
                <a:cs typeface="Yu Gothic"/>
              </a:defRPr>
            </a:lvl7pPr>
            <a:lvl8pPr>
              <a:buNone/>
              <a:defRPr sz="2025" b="1">
                <a:solidFill>
                  <a:srgbClr val="2876A8"/>
                </a:solidFill>
                <a:latin typeface="Yu Gothic"/>
                <a:ea typeface="Yu Gothic"/>
                <a:cs typeface="Yu Gothic"/>
              </a:defRPr>
            </a:lvl8pPr>
            <a:lvl9pPr>
              <a:buNone/>
              <a:defRPr sz="2025" b="1">
                <a:solidFill>
                  <a:srgbClr val="2876A8"/>
                </a:solidFill>
                <a:latin typeface="Yu Gothic"/>
                <a:ea typeface="Yu Gothic"/>
                <a:cs typeface="Yu Gothic"/>
              </a:defRPr>
            </a:lvl9pPr>
          </a:lstStyle>
          <a:p xmlns:a="http://schemas.openxmlformats.org/drawingml/2006/main">
            <a:pP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固体のままの変態</a:t>
            </a:r>
          </a:p>
        </p:txBody>
      </p:sp>
      <p:sp>
        <p:nvSpPr>
          <p:cNvPr id="149" name="">
            <a:extLst xmlns:a="http://schemas.openxmlformats.org/drawingml/2006/main">
              <a:ext uri="{FF2B5EF4-FFF2-40B4-BE49-F238E27FC236}">
                <a16:creationId xmlns:a16="http://schemas.microsoft.com/office/drawing/2014/main" id="{0173C73D-8866-4A65-A6CC-74C6450AEA48}"/>
              </a:ext>
            </a:extLst>
          </p:cNvPr>
          <p:cNvSpPr>
            <a:spLocks xmlns:a="http://schemas.openxmlformats.org/drawingml/2006/main" noGrp="1"/>
          </p:cNvSpPr>
          <p:nvPr/>
        </p:nvSpPr>
        <p:spPr>
          <a:xfrm xmlns:a="http://schemas.openxmlformats.org/drawingml/2006/main">
            <a:off x="8934450" y="3857625"/>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C4483C"/>
                </a:solidFill>
                <a:latin typeface="Yu Gothic"/>
                <a:ea typeface="Yu Gothic"/>
                <a:cs typeface="Yu Gothic"/>
              </a:defRPr>
            </a:defPPr>
            <a:lvl1pPr>
              <a:buNone/>
              <a:defRPr sz="1875" b="1">
                <a:solidFill>
                  <a:srgbClr val="C4483C"/>
                </a:solidFill>
                <a:latin typeface="Yu Gothic"/>
                <a:ea typeface="Yu Gothic"/>
                <a:cs typeface="Yu Gothic"/>
              </a:defRPr>
            </a:lvl1pPr>
            <a:lvl2pPr>
              <a:buNone/>
              <a:defRPr sz="1875" b="1">
                <a:solidFill>
                  <a:srgbClr val="C4483C"/>
                </a:solidFill>
                <a:latin typeface="Yu Gothic"/>
                <a:ea typeface="Yu Gothic"/>
                <a:cs typeface="Yu Gothic"/>
              </a:defRPr>
            </a:lvl2pPr>
            <a:lvl3pPr>
              <a:buNone/>
              <a:defRPr sz="1875" b="1">
                <a:solidFill>
                  <a:srgbClr val="C4483C"/>
                </a:solidFill>
                <a:latin typeface="Yu Gothic"/>
                <a:ea typeface="Yu Gothic"/>
                <a:cs typeface="Yu Gothic"/>
              </a:defRPr>
            </a:lvl3pPr>
            <a:lvl4pPr>
              <a:buNone/>
              <a:defRPr sz="1875" b="1">
                <a:solidFill>
                  <a:srgbClr val="C4483C"/>
                </a:solidFill>
                <a:latin typeface="Yu Gothic"/>
                <a:ea typeface="Yu Gothic"/>
                <a:cs typeface="Yu Gothic"/>
              </a:defRPr>
            </a:lvl4pPr>
            <a:lvl5pPr>
              <a:buNone/>
              <a:defRPr sz="1875" b="1">
                <a:solidFill>
                  <a:srgbClr val="C4483C"/>
                </a:solidFill>
                <a:latin typeface="Yu Gothic"/>
                <a:ea typeface="Yu Gothic"/>
                <a:cs typeface="Yu Gothic"/>
              </a:defRPr>
            </a:lvl5pPr>
            <a:lvl6pPr>
              <a:buNone/>
              <a:defRPr sz="1875" b="1">
                <a:solidFill>
                  <a:srgbClr val="C4483C"/>
                </a:solidFill>
                <a:latin typeface="Yu Gothic"/>
                <a:ea typeface="Yu Gothic"/>
                <a:cs typeface="Yu Gothic"/>
              </a:defRPr>
            </a:lvl6pPr>
            <a:lvl7pPr>
              <a:buNone/>
              <a:defRPr sz="1875" b="1">
                <a:solidFill>
                  <a:srgbClr val="C4483C"/>
                </a:solidFill>
                <a:latin typeface="Yu Gothic"/>
                <a:ea typeface="Yu Gothic"/>
                <a:cs typeface="Yu Gothic"/>
              </a:defRPr>
            </a:lvl7pPr>
            <a:lvl8pPr>
              <a:buNone/>
              <a:defRPr sz="1875" b="1">
                <a:solidFill>
                  <a:srgbClr val="C4483C"/>
                </a:solidFill>
                <a:latin typeface="Yu Gothic"/>
                <a:ea typeface="Yu Gothic"/>
                <a:cs typeface="Yu Gothic"/>
              </a:defRPr>
            </a:lvl8pPr>
            <a:lvl9pPr>
              <a:buNone/>
              <a:defRPr sz="1875" b="1">
                <a:solidFill>
                  <a:srgbClr val="C4483C"/>
                </a:solidFill>
                <a:latin typeface="Yu Gothic"/>
                <a:ea typeface="Yu Gothic"/>
                <a:cs typeface="Yu Gothic"/>
              </a:defRPr>
            </a:lvl9pPr>
          </a:lstStyle>
          <a:p xmlns:a="http://schemas.openxmlformats.org/drawingml/2006/main">
            <a:pPr>
              <a:buNone/>
              <a:defRPr sz="1875" b="1">
                <a:solidFill>
                  <a:srgbClr val="C4483C"/>
                </a:solidFill>
                <a:latin typeface="Yu Gothic"/>
                <a:ea typeface="Yu Gothic"/>
                <a:cs typeface="Yu Gothic"/>
              </a:defRPr>
            </a:pPr>
            <a:r>
              <a:rPr sz="1875" b="1">
                <a:solidFill>
                  <a:srgbClr val="C4483C"/>
                </a:solidFill>
                <a:latin typeface="Yu Gothic"/>
                <a:ea typeface="Yu Gothic"/>
                <a:cs typeface="Yu Gothic"/>
              </a:rPr>
              <a:t>溶融</a:t>
            </a:r>
          </a:p>
        </p:txBody>
      </p:sp>
      <p:sp>
        <p:nvSpPr>
          <p:cNvPr id="150" name="">
            <a:extLst xmlns:a="http://schemas.openxmlformats.org/drawingml/2006/main">
              <a:ext uri="{FF2B5EF4-FFF2-40B4-BE49-F238E27FC236}">
                <a16:creationId xmlns:a16="http://schemas.microsoft.com/office/drawing/2014/main" id="{1A754AF7-5616-4C7F-8B8E-8CC6162AA5D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色は位置の区別。すべて鉄原子。原子間隔・温度間隔は模式的。炭素鋼は組成や加熱・冷却条件も確認。</a:t>
            </a:r>
          </a:p>
        </p:txBody>
      </p:sp>
      <p:sp>
        <p:nvSpPr>
          <p:cNvPr id="151" name="">
            <a:extLst xmlns:a="http://schemas.openxmlformats.org/drawingml/2006/main">
              <a:ext uri="{FF2B5EF4-FFF2-40B4-BE49-F238E27FC236}">
                <a16:creationId xmlns:a16="http://schemas.microsoft.com/office/drawing/2014/main" id="{651DACB9-6AC0-4619-A787-DD4977B9CF14}"/>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α・γ・δ：鉄の相を区別する名称</a:t>
            </a:r>
          </a:p>
        </p:txBody>
      </p:sp>
    </p:spTree>
    <p:extLst>
      <p:ext uri="{BB962C8B-B14F-4D97-AF65-F5344CB8AC3E}">
        <p14:creationId xmlns:p14="http://schemas.microsoft.com/office/powerpoint/2010/main" val="15356816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AB885C-BFDD-45F6-BAA3-AE335524FE1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結晶粒と相：異なる分類を混同しない</a:t>
            </a:r>
          </a:p>
        </p:txBody>
      </p:sp>
      <p:sp>
        <p:nvSpPr>
          <p:cNvPr id="2" name="">
            <a:extLst xmlns:a="http://schemas.openxmlformats.org/drawingml/2006/main">
              <a:ext uri="{FF2B5EF4-FFF2-40B4-BE49-F238E27FC236}">
                <a16:creationId xmlns:a16="http://schemas.microsoft.com/office/drawing/2014/main" id="{8D8155CB-E28B-4184-A287-39CB1C58169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82E2F21B-98E9-4233-B428-AB5C4101B8F1}"/>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graphicFrame>
        <p:nvGraphicFramePr>
          <p:cNvPr id="4" name="">
            <a:extLst xmlns:a="http://schemas.openxmlformats.org/drawingml/2006/main">
              <a:ext uri="{FF2B5EF4-FFF2-40B4-BE49-F238E27FC236}">
                <a16:creationId xmlns:a16="http://schemas.microsoft.com/office/drawing/2014/main" id="{8EDF0CD2-BBDB-4525-923B-308FDE2A69FE}"/>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概念</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区別する意味</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結晶粒</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原子配列の向きがおおむねそろう領域</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相</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組成・構造・性質が均一な領域の区別</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同じ相の多結晶</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結晶粒は多数でも、相は同じ場合がある</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固体内の変態</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相の変化。溶融とは区別する</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CC7E212-CD2D-46FE-8992-A0B3FAEB9A2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粒の数、相の種類、元素の種類は異なる情報。図の凡例と尺度を読む。</a:t>
            </a:r>
          </a:p>
        </p:txBody>
      </p:sp>
      <p:sp>
        <p:nvSpPr>
          <p:cNvPr id="6" name="">
            <a:extLst xmlns:a="http://schemas.openxmlformats.org/drawingml/2006/main">
              <a:ext uri="{FF2B5EF4-FFF2-40B4-BE49-F238E27FC236}">
                <a16:creationId xmlns:a16="http://schemas.microsoft.com/office/drawing/2014/main" id="{49B02447-FC0D-40FD-B7B0-9253AE2B0D44}"/>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16 / 56</a:t>
            </a:r>
          </a:p>
        </p:txBody>
      </p:sp>
    </p:spTree>
    <p:extLst>
      <p:ext uri="{BB962C8B-B14F-4D97-AF65-F5344CB8AC3E}">
        <p14:creationId xmlns:p14="http://schemas.microsoft.com/office/powerpoint/2010/main" val="92679229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6994C0E-C55E-4E4C-9F28-1EF93193B4C2}"/>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弾性変形と塑性変形</a:t>
            </a:r>
          </a:p>
        </p:txBody>
      </p:sp>
      <p:sp>
        <p:nvSpPr>
          <p:cNvPr id="2" name="">
            <a:extLst xmlns:a="http://schemas.openxmlformats.org/drawingml/2006/main">
              <a:ext uri="{FF2B5EF4-FFF2-40B4-BE49-F238E27FC236}">
                <a16:creationId xmlns:a16="http://schemas.microsoft.com/office/drawing/2014/main" id="{1DBEE41B-5E6D-43BD-BC04-C45DCE0221C0}"/>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6" name="">
            <a:extLst xmlns:a="http://schemas.openxmlformats.org/drawingml/2006/main">
              <a:ext uri="{FF2B5EF4-FFF2-40B4-BE49-F238E27FC236}">
                <a16:creationId xmlns:a16="http://schemas.microsoft.com/office/drawing/2014/main" id="{EB41BE46-09DD-40C6-AA11-666B6E21368A}"/>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17" name="">
            <a:extLst xmlns:a="http://schemas.openxmlformats.org/drawingml/2006/main">
              <a:ext uri="{FF2B5EF4-FFF2-40B4-BE49-F238E27FC236}">
                <a16:creationId xmlns:a16="http://schemas.microsoft.com/office/drawing/2014/main" id="{122DE3EA-E84E-4248-BC8E-B859CED54527}"/>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17 / 56</a:t>
            </a:r>
          </a:p>
        </p:txBody>
      </p:sp>
      <p:sp>
        <p:nvSpPr>
          <p:cNvPr id="19" name="">
            <a:extLst xmlns:a="http://schemas.openxmlformats.org/drawingml/2006/main">
              <a:ext uri="{FF2B5EF4-FFF2-40B4-BE49-F238E27FC236}">
                <a16:creationId xmlns:a16="http://schemas.microsoft.com/office/drawing/2014/main" id="{9DBE93E8-A344-43DC-B879-6569D1882F7F}"/>
              </a:ext>
            </a:extLst>
          </p:cNvPr>
          <p:cNvSpPr>
            <a:spLocks xmlns:a="http://schemas.openxmlformats.org/drawingml/2006/main" noGrp="1"/>
          </p:cNvSpPr>
          <p:nvPr/>
        </p:nvSpPr>
        <p:spPr>
          <a:xfrm xmlns:a="http://schemas.openxmlformats.org/drawingml/2006/main">
            <a:off x="1381125" y="4953000"/>
            <a:ext cx="5381625" cy="9525"/>
          </a:xfrm>
          <a:custGeom xmlns:a="http://schemas.openxmlformats.org/drawingml/2006/main">
            <a:pathLst>
              <a:path w="5381625" h="9525">
                <a:moveTo>
                  <a:pt x="0" y="0"/>
                </a:moveTo>
                <a:lnTo>
                  <a:pt x="5381625" y="0"/>
                </a:lnTo>
              </a:path>
            </a:pathLst>
          </a:custGeom>
          <a:noFill xmlns:a="http://schemas.openxmlformats.org/drawingml/2006/main"/>
          <a:ln xmlns:a="http://schemas.openxmlformats.org/drawingml/2006/main" w="19050">
            <a:solidFill>
              <a:srgbClr val="71818B"/>
            </a:solidFill>
          </a:ln>
        </p:spPr>
      </p:sp>
      <p:sp>
        <p:nvSpPr>
          <p:cNvPr id="20" name="">
            <a:extLst xmlns:a="http://schemas.openxmlformats.org/drawingml/2006/main">
              <a:ext uri="{FF2B5EF4-FFF2-40B4-BE49-F238E27FC236}">
                <a16:creationId xmlns:a16="http://schemas.microsoft.com/office/drawing/2014/main" id="{FB7A43ED-84A0-44B1-A60A-C72EB2B911A7}"/>
              </a:ext>
            </a:extLst>
          </p:cNvPr>
          <p:cNvSpPr>
            <a:spLocks xmlns:a="http://schemas.openxmlformats.org/drawingml/2006/main" noGrp="1"/>
          </p:cNvSpPr>
          <p:nvPr/>
        </p:nvSpPr>
        <p:spPr>
          <a:xfrm xmlns:a="http://schemas.openxmlformats.org/drawingml/2006/main">
            <a:off x="6648450" y="49049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71818B"/>
          </a:solidFill>
          <a:ln xmlns:a="http://schemas.openxmlformats.org/drawingml/2006/main" w="4763">
            <a:solidFill>
              <a:srgbClr val="71818B"/>
            </a:solidFill>
          </a:ln>
        </p:spPr>
      </p:sp>
      <p:sp>
        <p:nvSpPr>
          <p:cNvPr id="21" name="">
            <a:extLst xmlns:a="http://schemas.openxmlformats.org/drawingml/2006/main">
              <a:ext uri="{FF2B5EF4-FFF2-40B4-BE49-F238E27FC236}">
                <a16:creationId xmlns:a16="http://schemas.microsoft.com/office/drawing/2014/main" id="{0984679E-9BED-4D45-B24A-9AF8A96C01EC}"/>
              </a:ext>
            </a:extLst>
          </p:cNvPr>
          <p:cNvSpPr>
            <a:spLocks xmlns:a="http://schemas.openxmlformats.org/drawingml/2006/main" noGrp="1"/>
          </p:cNvSpPr>
          <p:nvPr/>
        </p:nvSpPr>
        <p:spPr>
          <a:xfrm xmlns:a="http://schemas.openxmlformats.org/drawingml/2006/main">
            <a:off x="1381125" y="1952625"/>
            <a:ext cx="9525" cy="3000375"/>
          </a:xfrm>
          <a:custGeom xmlns:a="http://schemas.openxmlformats.org/drawingml/2006/main">
            <a:pathLst>
              <a:path w="9525" h="3000375">
                <a:moveTo>
                  <a:pt x="0" y="3000375"/>
                </a:moveTo>
                <a:lnTo>
                  <a:pt x="0" y="0"/>
                </a:lnTo>
              </a:path>
            </a:pathLst>
          </a:custGeom>
          <a:noFill xmlns:a="http://schemas.openxmlformats.org/drawingml/2006/main"/>
          <a:ln xmlns:a="http://schemas.openxmlformats.org/drawingml/2006/main" w="19050">
            <a:solidFill>
              <a:srgbClr val="71818B"/>
            </a:solidFill>
          </a:ln>
        </p:spPr>
      </p:sp>
      <p:sp>
        <p:nvSpPr>
          <p:cNvPr id="22" name="">
            <a:extLst xmlns:a="http://schemas.openxmlformats.org/drawingml/2006/main">
              <a:ext uri="{FF2B5EF4-FFF2-40B4-BE49-F238E27FC236}">
                <a16:creationId xmlns:a16="http://schemas.microsoft.com/office/drawing/2014/main" id="{3CDCF6ED-2DB4-44C9-B68F-858D1E350E93}"/>
              </a:ext>
            </a:extLst>
          </p:cNvPr>
          <p:cNvSpPr>
            <a:spLocks xmlns:a="http://schemas.openxmlformats.org/drawingml/2006/main" noGrp="1"/>
          </p:cNvSpPr>
          <p:nvPr/>
        </p:nvSpPr>
        <p:spPr>
          <a:xfrm xmlns:a="http://schemas.openxmlformats.org/drawingml/2006/main">
            <a:off x="1333119" y="195262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71818B"/>
          </a:solidFill>
          <a:ln xmlns:a="http://schemas.openxmlformats.org/drawingml/2006/main" w="4763">
            <a:solidFill>
              <a:srgbClr val="71818B"/>
            </a:solidFill>
          </a:ln>
        </p:spPr>
      </p:sp>
      <p:sp>
        <p:nvSpPr>
          <p:cNvPr id="23" name="">
            <a:extLst xmlns:a="http://schemas.openxmlformats.org/drawingml/2006/main">
              <a:ext uri="{FF2B5EF4-FFF2-40B4-BE49-F238E27FC236}">
                <a16:creationId xmlns:a16="http://schemas.microsoft.com/office/drawing/2014/main" id="{103EFC87-C2C7-4C76-A7AE-77016C157460}"/>
              </a:ext>
            </a:extLst>
          </p:cNvPr>
          <p:cNvSpPr>
            <a:spLocks xmlns:a="http://schemas.openxmlformats.org/drawingml/2006/main" noGrp="1"/>
          </p:cNvSpPr>
          <p:nvPr/>
        </p:nvSpPr>
        <p:spPr>
          <a:xfrm xmlns:a="http://schemas.openxmlformats.org/drawingml/2006/main">
            <a:off x="809625" y="1714500"/>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応力</a:t>
            </a:r>
          </a:p>
        </p:txBody>
      </p:sp>
      <p:sp>
        <p:nvSpPr>
          <p:cNvPr id="24" name="">
            <a:extLst xmlns:a="http://schemas.openxmlformats.org/drawingml/2006/main">
              <a:ext uri="{FF2B5EF4-FFF2-40B4-BE49-F238E27FC236}">
                <a16:creationId xmlns:a16="http://schemas.microsoft.com/office/drawing/2014/main" id="{A973FDC7-DD05-4484-A91B-176061E821FC}"/>
              </a:ext>
            </a:extLst>
          </p:cNvPr>
          <p:cNvSpPr>
            <a:spLocks xmlns:a="http://schemas.openxmlformats.org/drawingml/2006/main" noGrp="1"/>
          </p:cNvSpPr>
          <p:nvPr/>
        </p:nvSpPr>
        <p:spPr>
          <a:xfrm xmlns:a="http://schemas.openxmlformats.org/drawingml/2006/main">
            <a:off x="5810250" y="5048250"/>
            <a:ext cx="123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ひずみ</a:t>
            </a:r>
          </a:p>
        </p:txBody>
      </p:sp>
      <p:sp>
        <p:nvSpPr>
          <p:cNvPr id="25" name="">
            <a:extLst xmlns:a="http://schemas.openxmlformats.org/drawingml/2006/main">
              <a:ext uri="{FF2B5EF4-FFF2-40B4-BE49-F238E27FC236}">
                <a16:creationId xmlns:a16="http://schemas.microsoft.com/office/drawing/2014/main" id="{3141AF91-CF84-481D-8447-A952D27714C4}"/>
              </a:ext>
            </a:extLst>
          </p:cNvPr>
          <p:cNvSpPr>
            <a:spLocks xmlns:a="http://schemas.openxmlformats.org/drawingml/2006/main" noGrp="1"/>
          </p:cNvSpPr>
          <p:nvPr/>
        </p:nvSpPr>
        <p:spPr>
          <a:xfrm xmlns:a="http://schemas.openxmlformats.org/drawingml/2006/main">
            <a:off x="1381125" y="2476500"/>
            <a:ext cx="4000500" cy="2476500"/>
          </a:xfrm>
          <a:custGeom xmlns:a="http://schemas.openxmlformats.org/drawingml/2006/main">
            <a:pathLst>
              <a:path w="4000500" h="2476500">
                <a:moveTo>
                  <a:pt x="0" y="2476500"/>
                </a:moveTo>
                <a:lnTo>
                  <a:pt x="762000" y="571500"/>
                </a:lnTo>
                <a:lnTo>
                  <a:pt x="1809750" y="571500"/>
                </a:lnTo>
                <a:lnTo>
                  <a:pt x="4000500" y="0"/>
                </a:lnTo>
              </a:path>
            </a:pathLst>
          </a:custGeom>
          <a:noFill xmlns:a="http://schemas.openxmlformats.org/drawingml/2006/main"/>
          <a:ln xmlns:a="http://schemas.openxmlformats.org/drawingml/2006/main" w="38100">
            <a:solidFill>
              <a:srgbClr val="2876A8"/>
            </a:solidFill>
          </a:ln>
        </p:spPr>
      </p:sp>
      <p:sp>
        <p:nvSpPr>
          <p:cNvPr id="26" name="">
            <a:extLst xmlns:a="http://schemas.openxmlformats.org/drawingml/2006/main">
              <a:ext uri="{FF2B5EF4-FFF2-40B4-BE49-F238E27FC236}">
                <a16:creationId xmlns:a16="http://schemas.microsoft.com/office/drawing/2014/main" id="{FE082E26-211E-4F64-AE81-18028739EEE1}"/>
              </a:ext>
            </a:extLst>
          </p:cNvPr>
          <p:cNvSpPr>
            <a:spLocks xmlns:a="http://schemas.openxmlformats.org/drawingml/2006/main" noGrp="1"/>
          </p:cNvSpPr>
          <p:nvPr/>
        </p:nvSpPr>
        <p:spPr>
          <a:xfrm xmlns:a="http://schemas.openxmlformats.org/drawingml/2006/main">
            <a:off x="4391025" y="2476500"/>
            <a:ext cx="990600" cy="2476500"/>
          </a:xfrm>
          <a:custGeom xmlns:a="http://schemas.openxmlformats.org/drawingml/2006/main">
            <a:pathLst>
              <a:path w="990600" h="2476500">
                <a:moveTo>
                  <a:pt x="990600" y="0"/>
                </a:moveTo>
                <a:lnTo>
                  <a:pt x="0" y="2476500"/>
                </a:lnTo>
              </a:path>
            </a:pathLst>
          </a:custGeom>
          <a:noFill xmlns:a="http://schemas.openxmlformats.org/drawingml/2006/main"/>
          <a:ln xmlns:a="http://schemas.openxmlformats.org/drawingml/2006/main" w="28575">
            <a:solidFill>
              <a:srgbClr val="C4483C"/>
            </a:solidFill>
          </a:ln>
        </p:spPr>
      </p:sp>
      <p:sp>
        <p:nvSpPr>
          <p:cNvPr id="27" name="">
            <a:extLst xmlns:a="http://schemas.openxmlformats.org/drawingml/2006/main">
              <a:ext uri="{FF2B5EF4-FFF2-40B4-BE49-F238E27FC236}">
                <a16:creationId xmlns:a16="http://schemas.microsoft.com/office/drawing/2014/main" id="{61ABD55D-253E-480D-9AB4-40803F4181BC}"/>
              </a:ext>
            </a:extLst>
          </p:cNvPr>
          <p:cNvSpPr>
            <a:spLocks xmlns:a="http://schemas.openxmlformats.org/drawingml/2006/main" noGrp="1"/>
          </p:cNvSpPr>
          <p:nvPr/>
        </p:nvSpPr>
        <p:spPr>
          <a:xfrm xmlns:a="http://schemas.openxmlformats.org/drawingml/2006/main">
            <a:off x="5324475" y="2419350"/>
            <a:ext cx="114300" cy="114300"/>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28" name="">
            <a:extLst xmlns:a="http://schemas.openxmlformats.org/drawingml/2006/main">
              <a:ext uri="{FF2B5EF4-FFF2-40B4-BE49-F238E27FC236}">
                <a16:creationId xmlns:a16="http://schemas.microsoft.com/office/drawing/2014/main" id="{32C91A2E-9FC8-4181-AE90-88E759014E02}"/>
              </a:ext>
            </a:extLst>
          </p:cNvPr>
          <p:cNvSpPr>
            <a:spLocks xmlns:a="http://schemas.openxmlformats.org/drawingml/2006/main" noGrp="1"/>
          </p:cNvSpPr>
          <p:nvPr/>
        </p:nvSpPr>
        <p:spPr>
          <a:xfrm xmlns:a="http://schemas.openxmlformats.org/drawingml/2006/main">
            <a:off x="5334000" y="3381375"/>
            <a:ext cx="123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C4483C"/>
                </a:solidFill>
                <a:latin typeface="Yu Gothic"/>
                <a:ea typeface="Yu Gothic"/>
                <a:cs typeface="Yu Gothic"/>
              </a:defRPr>
            </a:defPPr>
            <a:lvl1pPr>
              <a:buNone/>
              <a:defRPr sz="2025" b="1">
                <a:solidFill>
                  <a:srgbClr val="C4483C"/>
                </a:solidFill>
                <a:latin typeface="Yu Gothic"/>
                <a:ea typeface="Yu Gothic"/>
                <a:cs typeface="Yu Gothic"/>
              </a:defRPr>
            </a:lvl1pPr>
            <a:lvl2pPr>
              <a:buNone/>
              <a:defRPr sz="2025" b="1">
                <a:solidFill>
                  <a:srgbClr val="C4483C"/>
                </a:solidFill>
                <a:latin typeface="Yu Gothic"/>
                <a:ea typeface="Yu Gothic"/>
                <a:cs typeface="Yu Gothic"/>
              </a:defRPr>
            </a:lvl2pPr>
            <a:lvl3pPr>
              <a:buNone/>
              <a:defRPr sz="2025" b="1">
                <a:solidFill>
                  <a:srgbClr val="C4483C"/>
                </a:solidFill>
                <a:latin typeface="Yu Gothic"/>
                <a:ea typeface="Yu Gothic"/>
                <a:cs typeface="Yu Gothic"/>
              </a:defRPr>
            </a:lvl3pPr>
            <a:lvl4pPr>
              <a:buNone/>
              <a:defRPr sz="2025" b="1">
                <a:solidFill>
                  <a:srgbClr val="C4483C"/>
                </a:solidFill>
                <a:latin typeface="Yu Gothic"/>
                <a:ea typeface="Yu Gothic"/>
                <a:cs typeface="Yu Gothic"/>
              </a:defRPr>
            </a:lvl4pPr>
            <a:lvl5pPr>
              <a:buNone/>
              <a:defRPr sz="2025" b="1">
                <a:solidFill>
                  <a:srgbClr val="C4483C"/>
                </a:solidFill>
                <a:latin typeface="Yu Gothic"/>
                <a:ea typeface="Yu Gothic"/>
                <a:cs typeface="Yu Gothic"/>
              </a:defRPr>
            </a:lvl5pPr>
            <a:lvl6pPr>
              <a:buNone/>
              <a:defRPr sz="2025" b="1">
                <a:solidFill>
                  <a:srgbClr val="C4483C"/>
                </a:solidFill>
                <a:latin typeface="Yu Gothic"/>
                <a:ea typeface="Yu Gothic"/>
                <a:cs typeface="Yu Gothic"/>
              </a:defRPr>
            </a:lvl6pPr>
            <a:lvl7pPr>
              <a:buNone/>
              <a:defRPr sz="2025" b="1">
                <a:solidFill>
                  <a:srgbClr val="C4483C"/>
                </a:solidFill>
                <a:latin typeface="Yu Gothic"/>
                <a:ea typeface="Yu Gothic"/>
                <a:cs typeface="Yu Gothic"/>
              </a:defRPr>
            </a:lvl7pPr>
            <a:lvl8pPr>
              <a:buNone/>
              <a:defRPr sz="2025" b="1">
                <a:solidFill>
                  <a:srgbClr val="C4483C"/>
                </a:solidFill>
                <a:latin typeface="Yu Gothic"/>
                <a:ea typeface="Yu Gothic"/>
                <a:cs typeface="Yu Gothic"/>
              </a:defRPr>
            </a:lvl8pPr>
            <a:lvl9pPr>
              <a:buNone/>
              <a:defRPr sz="2025" b="1">
                <a:solidFill>
                  <a:srgbClr val="C4483C"/>
                </a:solidFill>
                <a:latin typeface="Yu Gothic"/>
                <a:ea typeface="Yu Gothic"/>
                <a:cs typeface="Yu Gothic"/>
              </a:defRPr>
            </a:lvl9pPr>
          </a:lstStyle>
          <a:p xmlns:a="http://schemas.openxmlformats.org/drawingml/2006/main">
            <a:pPr>
              <a:buNone/>
              <a:defRPr sz="2025" b="1">
                <a:solidFill>
                  <a:srgbClr val="C4483C"/>
                </a:solidFill>
                <a:latin typeface="Yu Gothic"/>
                <a:ea typeface="Yu Gothic"/>
                <a:cs typeface="Yu Gothic"/>
              </a:defRPr>
            </a:pPr>
            <a:r>
              <a:rPr sz="2025" b="1">
                <a:solidFill>
                  <a:srgbClr val="C4483C"/>
                </a:solidFill>
                <a:latin typeface="Yu Gothic"/>
                <a:ea typeface="Yu Gothic"/>
                <a:cs typeface="Yu Gothic"/>
              </a:rPr>
              <a:t>除荷</a:t>
            </a:r>
          </a:p>
        </p:txBody>
      </p:sp>
      <p:sp>
        <p:nvSpPr>
          <p:cNvPr id="29" name="">
            <a:extLst xmlns:a="http://schemas.openxmlformats.org/drawingml/2006/main">
              <a:ext uri="{FF2B5EF4-FFF2-40B4-BE49-F238E27FC236}">
                <a16:creationId xmlns:a16="http://schemas.microsoft.com/office/drawing/2014/main" id="{8D66E84A-AE00-4480-BEC6-AC25F2C9265E}"/>
              </a:ext>
            </a:extLst>
          </p:cNvPr>
          <p:cNvSpPr>
            <a:spLocks xmlns:a="http://schemas.openxmlformats.org/drawingml/2006/main" noGrp="1"/>
          </p:cNvSpPr>
          <p:nvPr/>
        </p:nvSpPr>
        <p:spPr>
          <a:xfrm xmlns:a="http://schemas.openxmlformats.org/drawingml/2006/main">
            <a:off x="5381625" y="2476500"/>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30" name="">
            <a:extLst xmlns:a="http://schemas.openxmlformats.org/drawingml/2006/main">
              <a:ext uri="{FF2B5EF4-FFF2-40B4-BE49-F238E27FC236}">
                <a16:creationId xmlns:a16="http://schemas.microsoft.com/office/drawing/2014/main" id="{421093FF-1E69-4ECC-AC48-6CEDD969EB56}"/>
              </a:ext>
            </a:extLst>
          </p:cNvPr>
          <p:cNvSpPr>
            <a:spLocks xmlns:a="http://schemas.openxmlformats.org/drawingml/2006/main" noGrp="1"/>
          </p:cNvSpPr>
          <p:nvPr/>
        </p:nvSpPr>
        <p:spPr>
          <a:xfrm xmlns:a="http://schemas.openxmlformats.org/drawingml/2006/main">
            <a:off x="5381625" y="2606842"/>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31" name="">
            <a:extLst xmlns:a="http://schemas.openxmlformats.org/drawingml/2006/main">
              <a:ext uri="{FF2B5EF4-FFF2-40B4-BE49-F238E27FC236}">
                <a16:creationId xmlns:a16="http://schemas.microsoft.com/office/drawing/2014/main" id="{C6E504A6-CF07-4DB6-A1F9-63366D82AB34}"/>
              </a:ext>
            </a:extLst>
          </p:cNvPr>
          <p:cNvSpPr>
            <a:spLocks xmlns:a="http://schemas.openxmlformats.org/drawingml/2006/main" noGrp="1"/>
          </p:cNvSpPr>
          <p:nvPr/>
        </p:nvSpPr>
        <p:spPr>
          <a:xfrm xmlns:a="http://schemas.openxmlformats.org/drawingml/2006/main">
            <a:off x="5381625" y="2737184"/>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32" name="">
            <a:extLst xmlns:a="http://schemas.openxmlformats.org/drawingml/2006/main">
              <a:ext uri="{FF2B5EF4-FFF2-40B4-BE49-F238E27FC236}">
                <a16:creationId xmlns:a16="http://schemas.microsoft.com/office/drawing/2014/main" id="{AC20C508-1293-4D39-9A64-E538B43F062E}"/>
              </a:ext>
            </a:extLst>
          </p:cNvPr>
          <p:cNvSpPr>
            <a:spLocks xmlns:a="http://schemas.openxmlformats.org/drawingml/2006/main" noGrp="1"/>
          </p:cNvSpPr>
          <p:nvPr/>
        </p:nvSpPr>
        <p:spPr>
          <a:xfrm xmlns:a="http://schemas.openxmlformats.org/drawingml/2006/main">
            <a:off x="5381625" y="2867526"/>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33" name="">
            <a:extLst xmlns:a="http://schemas.openxmlformats.org/drawingml/2006/main">
              <a:ext uri="{FF2B5EF4-FFF2-40B4-BE49-F238E27FC236}">
                <a16:creationId xmlns:a16="http://schemas.microsoft.com/office/drawing/2014/main" id="{96CE7FD3-A0B0-4119-840A-CD4E80D42C3A}"/>
              </a:ext>
            </a:extLst>
          </p:cNvPr>
          <p:cNvSpPr>
            <a:spLocks xmlns:a="http://schemas.openxmlformats.org/drawingml/2006/main" noGrp="1"/>
          </p:cNvSpPr>
          <p:nvPr/>
        </p:nvSpPr>
        <p:spPr>
          <a:xfrm xmlns:a="http://schemas.openxmlformats.org/drawingml/2006/main">
            <a:off x="5381625" y="2997868"/>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34" name="">
            <a:extLst xmlns:a="http://schemas.openxmlformats.org/drawingml/2006/main">
              <a:ext uri="{FF2B5EF4-FFF2-40B4-BE49-F238E27FC236}">
                <a16:creationId xmlns:a16="http://schemas.microsoft.com/office/drawing/2014/main" id="{9C711211-D6E1-4E39-9891-41665EAF2125}"/>
              </a:ext>
            </a:extLst>
          </p:cNvPr>
          <p:cNvSpPr>
            <a:spLocks xmlns:a="http://schemas.openxmlformats.org/drawingml/2006/main" noGrp="1"/>
          </p:cNvSpPr>
          <p:nvPr/>
        </p:nvSpPr>
        <p:spPr>
          <a:xfrm xmlns:a="http://schemas.openxmlformats.org/drawingml/2006/main">
            <a:off x="5381625" y="3128211"/>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35" name="">
            <a:extLst xmlns:a="http://schemas.openxmlformats.org/drawingml/2006/main">
              <a:ext uri="{FF2B5EF4-FFF2-40B4-BE49-F238E27FC236}">
                <a16:creationId xmlns:a16="http://schemas.microsoft.com/office/drawing/2014/main" id="{278B5495-D8DA-4271-BBE5-D85958D5BFC1}"/>
              </a:ext>
            </a:extLst>
          </p:cNvPr>
          <p:cNvSpPr>
            <a:spLocks xmlns:a="http://schemas.openxmlformats.org/drawingml/2006/main" noGrp="1"/>
          </p:cNvSpPr>
          <p:nvPr/>
        </p:nvSpPr>
        <p:spPr>
          <a:xfrm xmlns:a="http://schemas.openxmlformats.org/drawingml/2006/main">
            <a:off x="5381625" y="3258553"/>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36" name="">
            <a:extLst xmlns:a="http://schemas.openxmlformats.org/drawingml/2006/main">
              <a:ext uri="{FF2B5EF4-FFF2-40B4-BE49-F238E27FC236}">
                <a16:creationId xmlns:a16="http://schemas.microsoft.com/office/drawing/2014/main" id="{98E07495-A1AB-492A-A271-F1B7F4D4433B}"/>
              </a:ext>
            </a:extLst>
          </p:cNvPr>
          <p:cNvSpPr>
            <a:spLocks xmlns:a="http://schemas.openxmlformats.org/drawingml/2006/main" noGrp="1"/>
          </p:cNvSpPr>
          <p:nvPr/>
        </p:nvSpPr>
        <p:spPr>
          <a:xfrm xmlns:a="http://schemas.openxmlformats.org/drawingml/2006/main">
            <a:off x="5381625" y="3388895"/>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37" name="">
            <a:extLst xmlns:a="http://schemas.openxmlformats.org/drawingml/2006/main">
              <a:ext uri="{FF2B5EF4-FFF2-40B4-BE49-F238E27FC236}">
                <a16:creationId xmlns:a16="http://schemas.microsoft.com/office/drawing/2014/main" id="{B0AADA55-A80B-4D15-B5C1-0562FEC2313E}"/>
              </a:ext>
            </a:extLst>
          </p:cNvPr>
          <p:cNvSpPr>
            <a:spLocks xmlns:a="http://schemas.openxmlformats.org/drawingml/2006/main" noGrp="1"/>
          </p:cNvSpPr>
          <p:nvPr/>
        </p:nvSpPr>
        <p:spPr>
          <a:xfrm xmlns:a="http://schemas.openxmlformats.org/drawingml/2006/main">
            <a:off x="5381625" y="3519237"/>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38" name="">
            <a:extLst xmlns:a="http://schemas.openxmlformats.org/drawingml/2006/main">
              <a:ext uri="{FF2B5EF4-FFF2-40B4-BE49-F238E27FC236}">
                <a16:creationId xmlns:a16="http://schemas.microsoft.com/office/drawing/2014/main" id="{24D1503D-69C5-4DFC-9F78-58AF836F39C1}"/>
              </a:ext>
            </a:extLst>
          </p:cNvPr>
          <p:cNvSpPr>
            <a:spLocks xmlns:a="http://schemas.openxmlformats.org/drawingml/2006/main" noGrp="1"/>
          </p:cNvSpPr>
          <p:nvPr/>
        </p:nvSpPr>
        <p:spPr>
          <a:xfrm xmlns:a="http://schemas.openxmlformats.org/drawingml/2006/main">
            <a:off x="5381625" y="3649579"/>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39" name="">
            <a:extLst xmlns:a="http://schemas.openxmlformats.org/drawingml/2006/main">
              <a:ext uri="{FF2B5EF4-FFF2-40B4-BE49-F238E27FC236}">
                <a16:creationId xmlns:a16="http://schemas.microsoft.com/office/drawing/2014/main" id="{8A7D33AD-F97F-4E32-94E2-F131C92DF83D}"/>
              </a:ext>
            </a:extLst>
          </p:cNvPr>
          <p:cNvSpPr>
            <a:spLocks xmlns:a="http://schemas.openxmlformats.org/drawingml/2006/main" noGrp="1"/>
          </p:cNvSpPr>
          <p:nvPr/>
        </p:nvSpPr>
        <p:spPr>
          <a:xfrm xmlns:a="http://schemas.openxmlformats.org/drawingml/2006/main">
            <a:off x="5381625" y="3779921"/>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40" name="">
            <a:extLst xmlns:a="http://schemas.openxmlformats.org/drawingml/2006/main">
              <a:ext uri="{FF2B5EF4-FFF2-40B4-BE49-F238E27FC236}">
                <a16:creationId xmlns:a16="http://schemas.microsoft.com/office/drawing/2014/main" id="{EA2D3F4A-B5D1-4C85-A997-5F48183A5A5D}"/>
              </a:ext>
            </a:extLst>
          </p:cNvPr>
          <p:cNvSpPr>
            <a:spLocks xmlns:a="http://schemas.openxmlformats.org/drawingml/2006/main" noGrp="1"/>
          </p:cNvSpPr>
          <p:nvPr/>
        </p:nvSpPr>
        <p:spPr>
          <a:xfrm xmlns:a="http://schemas.openxmlformats.org/drawingml/2006/main">
            <a:off x="5381625" y="3910263"/>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41" name="">
            <a:extLst xmlns:a="http://schemas.openxmlformats.org/drawingml/2006/main">
              <a:ext uri="{FF2B5EF4-FFF2-40B4-BE49-F238E27FC236}">
                <a16:creationId xmlns:a16="http://schemas.microsoft.com/office/drawing/2014/main" id="{53259106-9F2B-4B33-8E81-95935CA6DB4F}"/>
              </a:ext>
            </a:extLst>
          </p:cNvPr>
          <p:cNvSpPr>
            <a:spLocks xmlns:a="http://schemas.openxmlformats.org/drawingml/2006/main" noGrp="1"/>
          </p:cNvSpPr>
          <p:nvPr/>
        </p:nvSpPr>
        <p:spPr>
          <a:xfrm xmlns:a="http://schemas.openxmlformats.org/drawingml/2006/main">
            <a:off x="5381625" y="4040605"/>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42" name="">
            <a:extLst xmlns:a="http://schemas.openxmlformats.org/drawingml/2006/main">
              <a:ext uri="{FF2B5EF4-FFF2-40B4-BE49-F238E27FC236}">
                <a16:creationId xmlns:a16="http://schemas.microsoft.com/office/drawing/2014/main" id="{88CD7BC6-76DC-42DF-84DE-D882D133A20A}"/>
              </a:ext>
            </a:extLst>
          </p:cNvPr>
          <p:cNvSpPr>
            <a:spLocks xmlns:a="http://schemas.openxmlformats.org/drawingml/2006/main" noGrp="1"/>
          </p:cNvSpPr>
          <p:nvPr/>
        </p:nvSpPr>
        <p:spPr>
          <a:xfrm xmlns:a="http://schemas.openxmlformats.org/drawingml/2006/main">
            <a:off x="5381625" y="4170947"/>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43" name="">
            <a:extLst xmlns:a="http://schemas.openxmlformats.org/drawingml/2006/main">
              <a:ext uri="{FF2B5EF4-FFF2-40B4-BE49-F238E27FC236}">
                <a16:creationId xmlns:a16="http://schemas.microsoft.com/office/drawing/2014/main" id="{AB9D8343-D5FD-4998-8229-7C496B58128D}"/>
              </a:ext>
            </a:extLst>
          </p:cNvPr>
          <p:cNvSpPr>
            <a:spLocks xmlns:a="http://schemas.openxmlformats.org/drawingml/2006/main" noGrp="1"/>
          </p:cNvSpPr>
          <p:nvPr/>
        </p:nvSpPr>
        <p:spPr>
          <a:xfrm xmlns:a="http://schemas.openxmlformats.org/drawingml/2006/main">
            <a:off x="5381625" y="4301289"/>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44" name="">
            <a:extLst xmlns:a="http://schemas.openxmlformats.org/drawingml/2006/main">
              <a:ext uri="{FF2B5EF4-FFF2-40B4-BE49-F238E27FC236}">
                <a16:creationId xmlns:a16="http://schemas.microsoft.com/office/drawing/2014/main" id="{0042E8FC-FC06-46AC-9D2F-57185E3AED96}"/>
              </a:ext>
            </a:extLst>
          </p:cNvPr>
          <p:cNvSpPr>
            <a:spLocks xmlns:a="http://schemas.openxmlformats.org/drawingml/2006/main" noGrp="1"/>
          </p:cNvSpPr>
          <p:nvPr/>
        </p:nvSpPr>
        <p:spPr>
          <a:xfrm xmlns:a="http://schemas.openxmlformats.org/drawingml/2006/main">
            <a:off x="5381625" y="4431632"/>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45" name="">
            <a:extLst xmlns:a="http://schemas.openxmlformats.org/drawingml/2006/main">
              <a:ext uri="{FF2B5EF4-FFF2-40B4-BE49-F238E27FC236}">
                <a16:creationId xmlns:a16="http://schemas.microsoft.com/office/drawing/2014/main" id="{162E69FD-E48D-4E19-9548-6D428D70C29E}"/>
              </a:ext>
            </a:extLst>
          </p:cNvPr>
          <p:cNvSpPr>
            <a:spLocks xmlns:a="http://schemas.openxmlformats.org/drawingml/2006/main" noGrp="1"/>
          </p:cNvSpPr>
          <p:nvPr/>
        </p:nvSpPr>
        <p:spPr>
          <a:xfrm xmlns:a="http://schemas.openxmlformats.org/drawingml/2006/main">
            <a:off x="5381625" y="4561974"/>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46" name="">
            <a:extLst xmlns:a="http://schemas.openxmlformats.org/drawingml/2006/main">
              <a:ext uri="{FF2B5EF4-FFF2-40B4-BE49-F238E27FC236}">
                <a16:creationId xmlns:a16="http://schemas.microsoft.com/office/drawing/2014/main" id="{829D9D2C-D5B5-4F21-889F-4148C928840E}"/>
              </a:ext>
            </a:extLst>
          </p:cNvPr>
          <p:cNvSpPr>
            <a:spLocks xmlns:a="http://schemas.openxmlformats.org/drawingml/2006/main" noGrp="1"/>
          </p:cNvSpPr>
          <p:nvPr/>
        </p:nvSpPr>
        <p:spPr>
          <a:xfrm xmlns:a="http://schemas.openxmlformats.org/drawingml/2006/main">
            <a:off x="5381625" y="4692316"/>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47" name="">
            <a:extLst xmlns:a="http://schemas.openxmlformats.org/drawingml/2006/main">
              <a:ext uri="{FF2B5EF4-FFF2-40B4-BE49-F238E27FC236}">
                <a16:creationId xmlns:a16="http://schemas.microsoft.com/office/drawing/2014/main" id="{2E9A0905-1CED-43FE-B68C-A325006AB471}"/>
              </a:ext>
            </a:extLst>
          </p:cNvPr>
          <p:cNvSpPr>
            <a:spLocks xmlns:a="http://schemas.openxmlformats.org/drawingml/2006/main" noGrp="1"/>
          </p:cNvSpPr>
          <p:nvPr/>
        </p:nvSpPr>
        <p:spPr>
          <a:xfrm xmlns:a="http://schemas.openxmlformats.org/drawingml/2006/main">
            <a:off x="5381625" y="4822658"/>
            <a:ext cx="9525" cy="71688"/>
          </a:xfrm>
          <a:custGeom xmlns:a="http://schemas.openxmlformats.org/drawingml/2006/main">
            <a:pathLst>
              <a:path w="9525" h="71688">
                <a:moveTo>
                  <a:pt x="0" y="0"/>
                </a:moveTo>
                <a:lnTo>
                  <a:pt x="0" y="71688"/>
                </a:lnTo>
              </a:path>
            </a:pathLst>
          </a:custGeom>
          <a:noFill xmlns:a="http://schemas.openxmlformats.org/drawingml/2006/main"/>
          <a:ln xmlns:a="http://schemas.openxmlformats.org/drawingml/2006/main" w="13335">
            <a:solidFill>
              <a:srgbClr val="71818B"/>
            </a:solidFill>
          </a:ln>
        </p:spPr>
      </p:sp>
      <p:sp>
        <p:nvSpPr>
          <p:cNvPr id="48" name="">
            <a:extLst xmlns:a="http://schemas.openxmlformats.org/drawingml/2006/main">
              <a:ext uri="{FF2B5EF4-FFF2-40B4-BE49-F238E27FC236}">
                <a16:creationId xmlns:a16="http://schemas.microsoft.com/office/drawing/2014/main" id="{62A56BA1-D934-432B-95FF-4C3FA530CA81}"/>
              </a:ext>
            </a:extLst>
          </p:cNvPr>
          <p:cNvSpPr>
            <a:spLocks xmlns:a="http://schemas.openxmlformats.org/drawingml/2006/main" noGrp="1"/>
          </p:cNvSpPr>
          <p:nvPr/>
        </p:nvSpPr>
        <p:spPr>
          <a:xfrm xmlns:a="http://schemas.openxmlformats.org/drawingml/2006/main">
            <a:off x="1381125" y="5334000"/>
            <a:ext cx="3009900" cy="9525"/>
          </a:xfrm>
          <a:custGeom xmlns:a="http://schemas.openxmlformats.org/drawingml/2006/main">
            <a:pathLst>
              <a:path w="3009900" h="9525">
                <a:moveTo>
                  <a:pt x="0" y="0"/>
                </a:moveTo>
                <a:lnTo>
                  <a:pt x="3009900" y="0"/>
                </a:lnTo>
              </a:path>
            </a:pathLst>
          </a:custGeom>
          <a:noFill xmlns:a="http://schemas.openxmlformats.org/drawingml/2006/main"/>
          <a:ln xmlns:a="http://schemas.openxmlformats.org/drawingml/2006/main" w="19050">
            <a:solidFill>
              <a:srgbClr val="087E8B"/>
            </a:solidFill>
          </a:ln>
        </p:spPr>
      </p:sp>
      <p:sp>
        <p:nvSpPr>
          <p:cNvPr id="49" name="">
            <a:extLst xmlns:a="http://schemas.openxmlformats.org/drawingml/2006/main">
              <a:ext uri="{FF2B5EF4-FFF2-40B4-BE49-F238E27FC236}">
                <a16:creationId xmlns:a16="http://schemas.microsoft.com/office/drawing/2014/main" id="{DBC9239D-A50C-4C73-8AAE-33515C27D8FA}"/>
              </a:ext>
            </a:extLst>
          </p:cNvPr>
          <p:cNvSpPr>
            <a:spLocks xmlns:a="http://schemas.openxmlformats.org/drawingml/2006/main" noGrp="1"/>
          </p:cNvSpPr>
          <p:nvPr/>
        </p:nvSpPr>
        <p:spPr>
          <a:xfrm xmlns:a="http://schemas.openxmlformats.org/drawingml/2006/main">
            <a:off x="4276725" y="52859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50" name="">
            <a:extLst xmlns:a="http://schemas.openxmlformats.org/drawingml/2006/main">
              <a:ext uri="{FF2B5EF4-FFF2-40B4-BE49-F238E27FC236}">
                <a16:creationId xmlns:a16="http://schemas.microsoft.com/office/drawing/2014/main" id="{64C42150-3E13-47B1-ACFA-1AECE4B20E29}"/>
              </a:ext>
            </a:extLst>
          </p:cNvPr>
          <p:cNvSpPr>
            <a:spLocks xmlns:a="http://schemas.openxmlformats.org/drawingml/2006/main" noGrp="1"/>
          </p:cNvSpPr>
          <p:nvPr/>
        </p:nvSpPr>
        <p:spPr>
          <a:xfrm xmlns:a="http://schemas.openxmlformats.org/drawingml/2006/main">
            <a:off x="1381125" y="5334000"/>
            <a:ext cx="3009900" cy="9525"/>
          </a:xfrm>
          <a:custGeom xmlns:a="http://schemas.openxmlformats.org/drawingml/2006/main">
            <a:pathLst>
              <a:path w="3009900" h="9525">
                <a:moveTo>
                  <a:pt x="3009900" y="0"/>
                </a:moveTo>
                <a:lnTo>
                  <a:pt x="0" y="0"/>
                </a:lnTo>
              </a:path>
            </a:pathLst>
          </a:custGeom>
          <a:noFill xmlns:a="http://schemas.openxmlformats.org/drawingml/2006/main"/>
          <a:ln xmlns:a="http://schemas.openxmlformats.org/drawingml/2006/main" w="19050">
            <a:solidFill>
              <a:srgbClr val="087E8B"/>
            </a:solidFill>
          </a:ln>
        </p:spPr>
      </p:sp>
      <p:sp>
        <p:nvSpPr>
          <p:cNvPr id="51" name="">
            <a:extLst xmlns:a="http://schemas.openxmlformats.org/drawingml/2006/main">
              <a:ext uri="{FF2B5EF4-FFF2-40B4-BE49-F238E27FC236}">
                <a16:creationId xmlns:a16="http://schemas.microsoft.com/office/drawing/2014/main" id="{4921CD84-E208-4351-A5D8-5B606402A0FF}"/>
              </a:ext>
            </a:extLst>
          </p:cNvPr>
          <p:cNvSpPr>
            <a:spLocks xmlns:a="http://schemas.openxmlformats.org/drawingml/2006/main" noGrp="1"/>
          </p:cNvSpPr>
          <p:nvPr/>
        </p:nvSpPr>
        <p:spPr>
          <a:xfrm xmlns:a="http://schemas.openxmlformats.org/drawingml/2006/main">
            <a:off x="1381125" y="5285994"/>
            <a:ext cx="114300" cy="96012"/>
          </a:xfrm>
          <a:custGeom xmlns:a="http://schemas.openxmlformats.org/drawingml/2006/main">
            <a:pathLst>
              <a:path w="114300" h="96012">
                <a:moveTo>
                  <a:pt x="0" y="48006"/>
                </a:moveTo>
                <a:lnTo>
                  <a:pt x="114300" y="96012"/>
                </a:lnTo>
                <a:lnTo>
                  <a:pt x="114300" y="0"/>
                </a:lnTo>
                <a:close/>
              </a:path>
            </a:pathLst>
          </a:custGeom>
          <a:solidFill xmlns:a="http://schemas.openxmlformats.org/drawingml/2006/main">
            <a:srgbClr val="087E8B"/>
          </a:solidFill>
          <a:ln xmlns:a="http://schemas.openxmlformats.org/drawingml/2006/main" w="4763">
            <a:solidFill>
              <a:srgbClr val="087E8B"/>
            </a:solidFill>
          </a:ln>
        </p:spPr>
      </p:sp>
      <p:sp>
        <p:nvSpPr>
          <p:cNvPr id="52" name="">
            <a:extLst xmlns:a="http://schemas.openxmlformats.org/drawingml/2006/main">
              <a:ext uri="{FF2B5EF4-FFF2-40B4-BE49-F238E27FC236}">
                <a16:creationId xmlns:a16="http://schemas.microsoft.com/office/drawing/2014/main" id="{B60489FB-B2CB-4B89-B29A-272F74CABDC3}"/>
              </a:ext>
            </a:extLst>
          </p:cNvPr>
          <p:cNvSpPr>
            <a:spLocks xmlns:a="http://schemas.openxmlformats.org/drawingml/2006/main" noGrp="1"/>
          </p:cNvSpPr>
          <p:nvPr/>
        </p:nvSpPr>
        <p:spPr>
          <a:xfrm xmlns:a="http://schemas.openxmlformats.org/drawingml/2006/main">
            <a:off x="2047875" y="53816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087E8B"/>
                </a:solidFill>
                <a:latin typeface="Yu Gothic"/>
                <a:ea typeface="Yu Gothic"/>
                <a:cs typeface="Yu Gothic"/>
              </a:defRPr>
            </a:defPPr>
            <a:lvl1pPr>
              <a:buNone/>
              <a:defRPr sz="1800" b="1">
                <a:solidFill>
                  <a:srgbClr val="087E8B"/>
                </a:solidFill>
                <a:latin typeface="Yu Gothic"/>
                <a:ea typeface="Yu Gothic"/>
                <a:cs typeface="Yu Gothic"/>
              </a:defRPr>
            </a:lvl1pPr>
            <a:lvl2pPr>
              <a:buNone/>
              <a:defRPr sz="1800" b="1">
                <a:solidFill>
                  <a:srgbClr val="087E8B"/>
                </a:solidFill>
                <a:latin typeface="Yu Gothic"/>
                <a:ea typeface="Yu Gothic"/>
                <a:cs typeface="Yu Gothic"/>
              </a:defRPr>
            </a:lvl2pPr>
            <a:lvl3pPr>
              <a:buNone/>
              <a:defRPr sz="1800" b="1">
                <a:solidFill>
                  <a:srgbClr val="087E8B"/>
                </a:solidFill>
                <a:latin typeface="Yu Gothic"/>
                <a:ea typeface="Yu Gothic"/>
                <a:cs typeface="Yu Gothic"/>
              </a:defRPr>
            </a:lvl3pPr>
            <a:lvl4pPr>
              <a:buNone/>
              <a:defRPr sz="1800" b="1">
                <a:solidFill>
                  <a:srgbClr val="087E8B"/>
                </a:solidFill>
                <a:latin typeface="Yu Gothic"/>
                <a:ea typeface="Yu Gothic"/>
                <a:cs typeface="Yu Gothic"/>
              </a:defRPr>
            </a:lvl4pPr>
            <a:lvl5pPr>
              <a:buNone/>
              <a:defRPr sz="1800" b="1">
                <a:solidFill>
                  <a:srgbClr val="087E8B"/>
                </a:solidFill>
                <a:latin typeface="Yu Gothic"/>
                <a:ea typeface="Yu Gothic"/>
                <a:cs typeface="Yu Gothic"/>
              </a:defRPr>
            </a:lvl5pPr>
            <a:lvl6pPr>
              <a:buNone/>
              <a:defRPr sz="1800" b="1">
                <a:solidFill>
                  <a:srgbClr val="087E8B"/>
                </a:solidFill>
                <a:latin typeface="Yu Gothic"/>
                <a:ea typeface="Yu Gothic"/>
                <a:cs typeface="Yu Gothic"/>
              </a:defRPr>
            </a:lvl6pPr>
            <a:lvl7pPr>
              <a:buNone/>
              <a:defRPr sz="1800" b="1">
                <a:solidFill>
                  <a:srgbClr val="087E8B"/>
                </a:solidFill>
                <a:latin typeface="Yu Gothic"/>
                <a:ea typeface="Yu Gothic"/>
                <a:cs typeface="Yu Gothic"/>
              </a:defRPr>
            </a:lvl7pPr>
            <a:lvl8pPr>
              <a:buNone/>
              <a:defRPr sz="1800" b="1">
                <a:solidFill>
                  <a:srgbClr val="087E8B"/>
                </a:solidFill>
                <a:latin typeface="Yu Gothic"/>
                <a:ea typeface="Yu Gothic"/>
                <a:cs typeface="Yu Gothic"/>
              </a:defRPr>
            </a:lvl8pPr>
            <a:lvl9pPr>
              <a:buNone/>
              <a:defRPr sz="1800" b="1">
                <a:solidFill>
                  <a:srgbClr val="087E8B"/>
                </a:solidFill>
                <a:latin typeface="Yu Gothic"/>
                <a:ea typeface="Yu Gothic"/>
                <a:cs typeface="Yu Gothic"/>
              </a:defRPr>
            </a:lvl9pPr>
          </a:lstStyle>
          <a:p xmlns:a="http://schemas.openxmlformats.org/drawingml/2006/main">
            <a:pPr>
              <a:buNone/>
              <a:defRPr sz="1800" b="1">
                <a:solidFill>
                  <a:srgbClr val="087E8B"/>
                </a:solidFill>
                <a:latin typeface="Yu Gothic"/>
                <a:ea typeface="Yu Gothic"/>
                <a:cs typeface="Yu Gothic"/>
              </a:defRPr>
            </a:pPr>
            <a:r>
              <a:rPr sz="1800" b="1">
                <a:solidFill>
                  <a:srgbClr val="087E8B"/>
                </a:solidFill>
                <a:latin typeface="Yu Gothic"/>
                <a:ea typeface="Yu Gothic"/>
                <a:cs typeface="Yu Gothic"/>
              </a:rPr>
              <a:t>残るひずみ</a:t>
            </a:r>
          </a:p>
        </p:txBody>
      </p:sp>
      <p:sp>
        <p:nvSpPr>
          <p:cNvPr id="53" name="">
            <a:extLst xmlns:a="http://schemas.openxmlformats.org/drawingml/2006/main">
              <a:ext uri="{FF2B5EF4-FFF2-40B4-BE49-F238E27FC236}">
                <a16:creationId xmlns:a16="http://schemas.microsoft.com/office/drawing/2014/main" id="{68395C09-8522-4F47-A9A9-960A77EAB105}"/>
              </a:ext>
            </a:extLst>
          </p:cNvPr>
          <p:cNvSpPr>
            <a:spLocks xmlns:a="http://schemas.openxmlformats.org/drawingml/2006/main" noGrp="1"/>
          </p:cNvSpPr>
          <p:nvPr/>
        </p:nvSpPr>
        <p:spPr>
          <a:xfrm xmlns:a="http://schemas.openxmlformats.org/drawingml/2006/main">
            <a:off x="4391025" y="5334000"/>
            <a:ext cx="990600" cy="9525"/>
          </a:xfrm>
          <a:custGeom xmlns:a="http://schemas.openxmlformats.org/drawingml/2006/main">
            <a:pathLst>
              <a:path w="990600" h="9525">
                <a:moveTo>
                  <a:pt x="0" y="0"/>
                </a:moveTo>
                <a:lnTo>
                  <a:pt x="990600" y="0"/>
                </a:lnTo>
              </a:path>
            </a:pathLst>
          </a:custGeom>
          <a:noFill xmlns:a="http://schemas.openxmlformats.org/drawingml/2006/main"/>
          <a:ln xmlns:a="http://schemas.openxmlformats.org/drawingml/2006/main" w="19050">
            <a:solidFill>
              <a:srgbClr val="AD8760"/>
            </a:solidFill>
          </a:ln>
        </p:spPr>
      </p:sp>
      <p:sp>
        <p:nvSpPr>
          <p:cNvPr id="54" name="">
            <a:extLst xmlns:a="http://schemas.openxmlformats.org/drawingml/2006/main">
              <a:ext uri="{FF2B5EF4-FFF2-40B4-BE49-F238E27FC236}">
                <a16:creationId xmlns:a16="http://schemas.microsoft.com/office/drawing/2014/main" id="{8C3D0471-65F5-4E70-A39E-1981E2EC7CD1}"/>
              </a:ext>
            </a:extLst>
          </p:cNvPr>
          <p:cNvSpPr>
            <a:spLocks xmlns:a="http://schemas.openxmlformats.org/drawingml/2006/main" noGrp="1"/>
          </p:cNvSpPr>
          <p:nvPr/>
        </p:nvSpPr>
        <p:spPr>
          <a:xfrm xmlns:a="http://schemas.openxmlformats.org/drawingml/2006/main">
            <a:off x="5267325" y="52859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AD8760"/>
          </a:solidFill>
          <a:ln xmlns:a="http://schemas.openxmlformats.org/drawingml/2006/main" w="4763">
            <a:solidFill>
              <a:srgbClr val="AD8760"/>
            </a:solidFill>
          </a:ln>
        </p:spPr>
      </p:sp>
      <p:sp>
        <p:nvSpPr>
          <p:cNvPr id="55" name="">
            <a:extLst xmlns:a="http://schemas.openxmlformats.org/drawingml/2006/main">
              <a:ext uri="{FF2B5EF4-FFF2-40B4-BE49-F238E27FC236}">
                <a16:creationId xmlns:a16="http://schemas.microsoft.com/office/drawing/2014/main" id="{9E4B0A24-FED9-4A5A-B349-D87EEC660D94}"/>
              </a:ext>
            </a:extLst>
          </p:cNvPr>
          <p:cNvSpPr>
            <a:spLocks xmlns:a="http://schemas.openxmlformats.org/drawingml/2006/main" noGrp="1"/>
          </p:cNvSpPr>
          <p:nvPr/>
        </p:nvSpPr>
        <p:spPr>
          <a:xfrm xmlns:a="http://schemas.openxmlformats.org/drawingml/2006/main">
            <a:off x="4391025" y="5334000"/>
            <a:ext cx="990600" cy="9525"/>
          </a:xfrm>
          <a:custGeom xmlns:a="http://schemas.openxmlformats.org/drawingml/2006/main">
            <a:pathLst>
              <a:path w="990600" h="9525">
                <a:moveTo>
                  <a:pt x="990600" y="0"/>
                </a:moveTo>
                <a:lnTo>
                  <a:pt x="0" y="0"/>
                </a:lnTo>
              </a:path>
            </a:pathLst>
          </a:custGeom>
          <a:noFill xmlns:a="http://schemas.openxmlformats.org/drawingml/2006/main"/>
          <a:ln xmlns:a="http://schemas.openxmlformats.org/drawingml/2006/main" w="19050">
            <a:solidFill>
              <a:srgbClr val="AD8760"/>
            </a:solidFill>
          </a:ln>
        </p:spPr>
      </p:sp>
      <p:sp>
        <p:nvSpPr>
          <p:cNvPr id="56" name="">
            <a:extLst xmlns:a="http://schemas.openxmlformats.org/drawingml/2006/main">
              <a:ext uri="{FF2B5EF4-FFF2-40B4-BE49-F238E27FC236}">
                <a16:creationId xmlns:a16="http://schemas.microsoft.com/office/drawing/2014/main" id="{89CF625A-CD63-40E7-9335-AF8C1AA93D5C}"/>
              </a:ext>
            </a:extLst>
          </p:cNvPr>
          <p:cNvSpPr>
            <a:spLocks xmlns:a="http://schemas.openxmlformats.org/drawingml/2006/main" noGrp="1"/>
          </p:cNvSpPr>
          <p:nvPr/>
        </p:nvSpPr>
        <p:spPr>
          <a:xfrm xmlns:a="http://schemas.openxmlformats.org/drawingml/2006/main">
            <a:off x="4391025" y="5285994"/>
            <a:ext cx="114300" cy="96012"/>
          </a:xfrm>
          <a:custGeom xmlns:a="http://schemas.openxmlformats.org/drawingml/2006/main">
            <a:pathLst>
              <a:path w="114300" h="96012">
                <a:moveTo>
                  <a:pt x="0" y="48006"/>
                </a:moveTo>
                <a:lnTo>
                  <a:pt x="114300" y="96012"/>
                </a:lnTo>
                <a:lnTo>
                  <a:pt x="114300" y="0"/>
                </a:lnTo>
                <a:close/>
              </a:path>
            </a:pathLst>
          </a:custGeom>
          <a:solidFill xmlns:a="http://schemas.openxmlformats.org/drawingml/2006/main">
            <a:srgbClr val="AD8760"/>
          </a:solidFill>
          <a:ln xmlns:a="http://schemas.openxmlformats.org/drawingml/2006/main" w="4763">
            <a:solidFill>
              <a:srgbClr val="AD8760"/>
            </a:solidFill>
          </a:ln>
        </p:spPr>
      </p:sp>
      <p:sp>
        <p:nvSpPr>
          <p:cNvPr id="57" name="">
            <a:extLst xmlns:a="http://schemas.openxmlformats.org/drawingml/2006/main">
              <a:ext uri="{FF2B5EF4-FFF2-40B4-BE49-F238E27FC236}">
                <a16:creationId xmlns:a16="http://schemas.microsoft.com/office/drawing/2014/main" id="{6875B4E8-2D13-42B1-BF27-0542C84AFAD3}"/>
              </a:ext>
            </a:extLst>
          </p:cNvPr>
          <p:cNvSpPr>
            <a:spLocks xmlns:a="http://schemas.openxmlformats.org/drawingml/2006/main" noGrp="1"/>
          </p:cNvSpPr>
          <p:nvPr/>
        </p:nvSpPr>
        <p:spPr>
          <a:xfrm xmlns:a="http://schemas.openxmlformats.org/drawingml/2006/main">
            <a:off x="4429125" y="5381625"/>
            <a:ext cx="138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AD8760"/>
                </a:solidFill>
                <a:latin typeface="Yu Gothic"/>
                <a:ea typeface="Yu Gothic"/>
                <a:cs typeface="Yu Gothic"/>
              </a:defRPr>
            </a:defPPr>
            <a:lvl1pPr>
              <a:buNone/>
              <a:defRPr sz="1800" b="1">
                <a:solidFill>
                  <a:srgbClr val="AD8760"/>
                </a:solidFill>
                <a:latin typeface="Yu Gothic"/>
                <a:ea typeface="Yu Gothic"/>
                <a:cs typeface="Yu Gothic"/>
              </a:defRPr>
            </a:lvl1pPr>
            <a:lvl2pPr>
              <a:buNone/>
              <a:defRPr sz="1800" b="1">
                <a:solidFill>
                  <a:srgbClr val="AD8760"/>
                </a:solidFill>
                <a:latin typeface="Yu Gothic"/>
                <a:ea typeface="Yu Gothic"/>
                <a:cs typeface="Yu Gothic"/>
              </a:defRPr>
            </a:lvl2pPr>
            <a:lvl3pPr>
              <a:buNone/>
              <a:defRPr sz="1800" b="1">
                <a:solidFill>
                  <a:srgbClr val="AD8760"/>
                </a:solidFill>
                <a:latin typeface="Yu Gothic"/>
                <a:ea typeface="Yu Gothic"/>
                <a:cs typeface="Yu Gothic"/>
              </a:defRPr>
            </a:lvl3pPr>
            <a:lvl4pPr>
              <a:buNone/>
              <a:defRPr sz="1800" b="1">
                <a:solidFill>
                  <a:srgbClr val="AD8760"/>
                </a:solidFill>
                <a:latin typeface="Yu Gothic"/>
                <a:ea typeface="Yu Gothic"/>
                <a:cs typeface="Yu Gothic"/>
              </a:defRPr>
            </a:lvl4pPr>
            <a:lvl5pPr>
              <a:buNone/>
              <a:defRPr sz="1800" b="1">
                <a:solidFill>
                  <a:srgbClr val="AD8760"/>
                </a:solidFill>
                <a:latin typeface="Yu Gothic"/>
                <a:ea typeface="Yu Gothic"/>
                <a:cs typeface="Yu Gothic"/>
              </a:defRPr>
            </a:lvl5pPr>
            <a:lvl6pPr>
              <a:buNone/>
              <a:defRPr sz="1800" b="1">
                <a:solidFill>
                  <a:srgbClr val="AD8760"/>
                </a:solidFill>
                <a:latin typeface="Yu Gothic"/>
                <a:ea typeface="Yu Gothic"/>
                <a:cs typeface="Yu Gothic"/>
              </a:defRPr>
            </a:lvl6pPr>
            <a:lvl7pPr>
              <a:buNone/>
              <a:defRPr sz="1800" b="1">
                <a:solidFill>
                  <a:srgbClr val="AD8760"/>
                </a:solidFill>
                <a:latin typeface="Yu Gothic"/>
                <a:ea typeface="Yu Gothic"/>
                <a:cs typeface="Yu Gothic"/>
              </a:defRPr>
            </a:lvl7pPr>
            <a:lvl8pPr>
              <a:buNone/>
              <a:defRPr sz="1800" b="1">
                <a:solidFill>
                  <a:srgbClr val="AD8760"/>
                </a:solidFill>
                <a:latin typeface="Yu Gothic"/>
                <a:ea typeface="Yu Gothic"/>
                <a:cs typeface="Yu Gothic"/>
              </a:defRPr>
            </a:lvl8pPr>
            <a:lvl9pPr>
              <a:buNone/>
              <a:defRPr sz="1800" b="1">
                <a:solidFill>
                  <a:srgbClr val="AD8760"/>
                </a:solidFill>
                <a:latin typeface="Yu Gothic"/>
                <a:ea typeface="Yu Gothic"/>
                <a:cs typeface="Yu Gothic"/>
              </a:defRPr>
            </a:lvl9pPr>
          </a:lstStyle>
          <a:p xmlns:a="http://schemas.openxmlformats.org/drawingml/2006/main">
            <a:pPr>
              <a:buNone/>
              <a:defRPr sz="1800" b="1">
                <a:solidFill>
                  <a:srgbClr val="AD8760"/>
                </a:solidFill>
                <a:latin typeface="Yu Gothic"/>
                <a:ea typeface="Yu Gothic"/>
                <a:cs typeface="Yu Gothic"/>
              </a:defRPr>
            </a:pPr>
            <a:r>
              <a:rPr sz="1800" b="1">
                <a:solidFill>
                  <a:srgbClr val="AD8760"/>
                </a:solidFill>
                <a:latin typeface="Yu Gothic"/>
                <a:ea typeface="Yu Gothic"/>
                <a:cs typeface="Yu Gothic"/>
              </a:rPr>
              <a:t>戻る分</a:t>
            </a:r>
          </a:p>
        </p:txBody>
      </p:sp>
      <p:sp>
        <p:nvSpPr>
          <p:cNvPr id="58" name="">
            <a:extLst xmlns:a="http://schemas.openxmlformats.org/drawingml/2006/main">
              <a:ext uri="{FF2B5EF4-FFF2-40B4-BE49-F238E27FC236}">
                <a16:creationId xmlns:a16="http://schemas.microsoft.com/office/drawing/2014/main" id="{45A034E6-7D37-444C-9D4C-360AFE46BF6E}"/>
              </a:ext>
            </a:extLst>
          </p:cNvPr>
          <p:cNvSpPr>
            <a:spLocks xmlns:a="http://schemas.openxmlformats.org/drawingml/2006/main" noGrp="1"/>
          </p:cNvSpPr>
          <p:nvPr/>
        </p:nvSpPr>
        <p:spPr>
          <a:xfrm xmlns:a="http://schemas.openxmlformats.org/drawingml/2006/main">
            <a:off x="7953375" y="21431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使用時</a:t>
            </a:r>
          </a:p>
        </p:txBody>
      </p:sp>
      <p:sp>
        <p:nvSpPr>
          <p:cNvPr id="59" name="">
            <a:extLst xmlns:a="http://schemas.openxmlformats.org/drawingml/2006/main">
              <a:ext uri="{FF2B5EF4-FFF2-40B4-BE49-F238E27FC236}">
                <a16:creationId xmlns:a16="http://schemas.microsoft.com/office/drawing/2014/main" id="{D0F65D3A-AC1C-4701-B897-27281160273E}"/>
              </a:ext>
            </a:extLst>
          </p:cNvPr>
          <p:cNvSpPr>
            <a:spLocks xmlns:a="http://schemas.openxmlformats.org/drawingml/2006/main" noGrp="1"/>
          </p:cNvSpPr>
          <p:nvPr/>
        </p:nvSpPr>
        <p:spPr>
          <a:xfrm xmlns:a="http://schemas.openxmlformats.org/drawingml/2006/main">
            <a:off x="7953375" y="2714625"/>
            <a:ext cx="352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残留変形を避けたい部品</a:t>
            </a:r>
          </a:p>
        </p:txBody>
      </p:sp>
      <p:sp>
        <p:nvSpPr>
          <p:cNvPr id="60" name="">
            <a:extLst xmlns:a="http://schemas.openxmlformats.org/drawingml/2006/main">
              <a:ext uri="{FF2B5EF4-FFF2-40B4-BE49-F238E27FC236}">
                <a16:creationId xmlns:a16="http://schemas.microsoft.com/office/drawing/2014/main" id="{6821304B-3D43-4FBD-AA77-F34458CEFDCA}"/>
              </a:ext>
            </a:extLst>
          </p:cNvPr>
          <p:cNvSpPr>
            <a:spLocks xmlns:a="http://schemas.openxmlformats.org/drawingml/2006/main" noGrp="1"/>
          </p:cNvSpPr>
          <p:nvPr/>
        </p:nvSpPr>
        <p:spPr>
          <a:xfrm xmlns:a="http://schemas.openxmlformats.org/drawingml/2006/main">
            <a:off x="7953375" y="39528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加工時</a:t>
            </a:r>
          </a:p>
        </p:txBody>
      </p:sp>
      <p:sp>
        <p:nvSpPr>
          <p:cNvPr id="61" name="">
            <a:extLst xmlns:a="http://schemas.openxmlformats.org/drawingml/2006/main">
              <a:ext uri="{FF2B5EF4-FFF2-40B4-BE49-F238E27FC236}">
                <a16:creationId xmlns:a16="http://schemas.microsoft.com/office/drawing/2014/main" id="{E11100D0-3D52-40BE-9D65-FF27751A5F3D}"/>
              </a:ext>
            </a:extLst>
          </p:cNvPr>
          <p:cNvSpPr>
            <a:spLocks xmlns:a="http://schemas.openxmlformats.org/drawingml/2006/main" noGrp="1"/>
          </p:cNvSpPr>
          <p:nvPr/>
        </p:nvSpPr>
        <p:spPr>
          <a:xfrm xmlns:a="http://schemas.openxmlformats.org/drawingml/2006/main">
            <a:off x="7953375" y="4524375"/>
            <a:ext cx="352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塑性変形を利用して成形</a:t>
            </a:r>
          </a:p>
        </p:txBody>
      </p:sp>
      <p:sp>
        <p:nvSpPr>
          <p:cNvPr id="62" name="">
            <a:extLst xmlns:a="http://schemas.openxmlformats.org/drawingml/2006/main">
              <a:ext uri="{FF2B5EF4-FFF2-40B4-BE49-F238E27FC236}">
                <a16:creationId xmlns:a16="http://schemas.microsoft.com/office/drawing/2014/main" id="{7F4C0D48-5977-4D28-A9B3-034A7745D65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応力・ひずみの模式図。除荷線の傾きは初期の弾性域と同じと仮定。特定材料の実測曲線ではない。</a:t>
            </a:r>
          </a:p>
        </p:txBody>
      </p:sp>
    </p:spTree>
    <p:extLst>
      <p:ext uri="{BB962C8B-B14F-4D97-AF65-F5344CB8AC3E}">
        <p14:creationId xmlns:p14="http://schemas.microsoft.com/office/powerpoint/2010/main" val="117998303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1871DA1-0599-4F97-B42A-4806051217C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すべりと転位の役割</a:t>
            </a:r>
          </a:p>
        </p:txBody>
      </p:sp>
      <p:sp>
        <p:nvSpPr>
          <p:cNvPr id="2" name="">
            <a:extLst xmlns:a="http://schemas.openxmlformats.org/drawingml/2006/main">
              <a:ext uri="{FF2B5EF4-FFF2-40B4-BE49-F238E27FC236}">
                <a16:creationId xmlns:a16="http://schemas.microsoft.com/office/drawing/2014/main" id="{38C94614-2B86-42E2-8ABE-88BDBC98EA63}"/>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2" name="">
            <a:extLst xmlns:a="http://schemas.openxmlformats.org/drawingml/2006/main">
              <a:ext uri="{FF2B5EF4-FFF2-40B4-BE49-F238E27FC236}">
                <a16:creationId xmlns:a16="http://schemas.microsoft.com/office/drawing/2014/main" id="{81928A07-3277-4C8A-9CF3-37B6D604B079}"/>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33" name="">
            <a:extLst xmlns:a="http://schemas.openxmlformats.org/drawingml/2006/main">
              <a:ext uri="{FF2B5EF4-FFF2-40B4-BE49-F238E27FC236}">
                <a16:creationId xmlns:a16="http://schemas.microsoft.com/office/drawing/2014/main" id="{1AE6E796-1EBB-4900-9835-48661E8D50DA}"/>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18 / 56</a:t>
            </a:r>
          </a:p>
        </p:txBody>
      </p:sp>
      <p:sp>
        <p:nvSpPr>
          <p:cNvPr id="35" name="">
            <a:extLst xmlns:a="http://schemas.openxmlformats.org/drawingml/2006/main">
              <a:ext uri="{FF2B5EF4-FFF2-40B4-BE49-F238E27FC236}">
                <a16:creationId xmlns:a16="http://schemas.microsoft.com/office/drawing/2014/main" id="{66047C25-2614-4650-A9DB-67A0276B5711}"/>
              </a:ext>
            </a:extLst>
          </p:cNvPr>
          <p:cNvSpPr>
            <a:spLocks xmlns:a="http://schemas.openxmlformats.org/drawingml/2006/main" noGrp="1"/>
          </p:cNvSpPr>
          <p:nvPr/>
        </p:nvSpPr>
        <p:spPr>
          <a:xfrm xmlns:a="http://schemas.openxmlformats.org/drawingml/2006/main">
            <a:off x="809625" y="15716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刃状転位を横から見た模式図</a:t>
            </a:r>
          </a:p>
        </p:txBody>
      </p:sp>
      <p:sp>
        <p:nvSpPr>
          <p:cNvPr id="36" name="">
            <a:extLst xmlns:a="http://schemas.openxmlformats.org/drawingml/2006/main">
              <a:ext uri="{FF2B5EF4-FFF2-40B4-BE49-F238E27FC236}">
                <a16:creationId xmlns:a16="http://schemas.microsoft.com/office/drawing/2014/main" id="{8AEB5835-37C0-4EA5-93FB-72D3CD8A5E91}"/>
              </a:ext>
            </a:extLst>
          </p:cNvPr>
          <p:cNvSpPr>
            <a:spLocks xmlns:a="http://schemas.openxmlformats.org/drawingml/2006/main" noGrp="1"/>
          </p:cNvSpPr>
          <p:nvPr/>
        </p:nvSpPr>
        <p:spPr>
          <a:xfrm xmlns:a="http://schemas.openxmlformats.org/drawingml/2006/main">
            <a:off x="1143000" y="2619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7" name="">
            <a:extLst xmlns:a="http://schemas.openxmlformats.org/drawingml/2006/main">
              <a:ext uri="{FF2B5EF4-FFF2-40B4-BE49-F238E27FC236}">
                <a16:creationId xmlns:a16="http://schemas.microsoft.com/office/drawing/2014/main" id="{27725F8F-B1A0-4BB2-AF11-64654FA13247}"/>
              </a:ext>
            </a:extLst>
          </p:cNvPr>
          <p:cNvSpPr>
            <a:spLocks xmlns:a="http://schemas.openxmlformats.org/drawingml/2006/main" noGrp="1"/>
          </p:cNvSpPr>
          <p:nvPr/>
        </p:nvSpPr>
        <p:spPr>
          <a:xfrm xmlns:a="http://schemas.openxmlformats.org/drawingml/2006/main">
            <a:off x="1524000" y="2619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8" name="">
            <a:extLst xmlns:a="http://schemas.openxmlformats.org/drawingml/2006/main">
              <a:ext uri="{FF2B5EF4-FFF2-40B4-BE49-F238E27FC236}">
                <a16:creationId xmlns:a16="http://schemas.microsoft.com/office/drawing/2014/main" id="{547D9D44-9E61-4177-BE30-80180F1C4CFA}"/>
              </a:ext>
            </a:extLst>
          </p:cNvPr>
          <p:cNvSpPr>
            <a:spLocks xmlns:a="http://schemas.openxmlformats.org/drawingml/2006/main" noGrp="1"/>
          </p:cNvSpPr>
          <p:nvPr/>
        </p:nvSpPr>
        <p:spPr>
          <a:xfrm xmlns:a="http://schemas.openxmlformats.org/drawingml/2006/main">
            <a:off x="1905000" y="2619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9" name="">
            <a:extLst xmlns:a="http://schemas.openxmlformats.org/drawingml/2006/main">
              <a:ext uri="{FF2B5EF4-FFF2-40B4-BE49-F238E27FC236}">
                <a16:creationId xmlns:a16="http://schemas.microsoft.com/office/drawing/2014/main" id="{5373F7E5-FC9F-4666-A5DE-D531E10F54DB}"/>
              </a:ext>
            </a:extLst>
          </p:cNvPr>
          <p:cNvSpPr>
            <a:spLocks xmlns:a="http://schemas.openxmlformats.org/drawingml/2006/main" noGrp="1"/>
          </p:cNvSpPr>
          <p:nvPr/>
        </p:nvSpPr>
        <p:spPr>
          <a:xfrm xmlns:a="http://schemas.openxmlformats.org/drawingml/2006/main">
            <a:off x="2286000" y="2619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0" name="">
            <a:extLst xmlns:a="http://schemas.openxmlformats.org/drawingml/2006/main">
              <a:ext uri="{FF2B5EF4-FFF2-40B4-BE49-F238E27FC236}">
                <a16:creationId xmlns:a16="http://schemas.microsoft.com/office/drawing/2014/main" id="{C435B614-061F-4B58-8E52-15A17C8EDCEC}"/>
              </a:ext>
            </a:extLst>
          </p:cNvPr>
          <p:cNvSpPr>
            <a:spLocks xmlns:a="http://schemas.openxmlformats.org/drawingml/2006/main" noGrp="1"/>
          </p:cNvSpPr>
          <p:nvPr/>
        </p:nvSpPr>
        <p:spPr>
          <a:xfrm xmlns:a="http://schemas.openxmlformats.org/drawingml/2006/main">
            <a:off x="2667000" y="2619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1" name="">
            <a:extLst xmlns:a="http://schemas.openxmlformats.org/drawingml/2006/main">
              <a:ext uri="{FF2B5EF4-FFF2-40B4-BE49-F238E27FC236}">
                <a16:creationId xmlns:a16="http://schemas.microsoft.com/office/drawing/2014/main" id="{4BBA5B1D-55C9-42AE-AE48-6BD5B74E09DE}"/>
              </a:ext>
            </a:extLst>
          </p:cNvPr>
          <p:cNvSpPr>
            <a:spLocks xmlns:a="http://schemas.openxmlformats.org/drawingml/2006/main" noGrp="1"/>
          </p:cNvSpPr>
          <p:nvPr/>
        </p:nvSpPr>
        <p:spPr>
          <a:xfrm xmlns:a="http://schemas.openxmlformats.org/drawingml/2006/main">
            <a:off x="3048000" y="2619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2" name="">
            <a:extLst xmlns:a="http://schemas.openxmlformats.org/drawingml/2006/main">
              <a:ext uri="{FF2B5EF4-FFF2-40B4-BE49-F238E27FC236}">
                <a16:creationId xmlns:a16="http://schemas.microsoft.com/office/drawing/2014/main" id="{0EB483A2-6718-4607-974C-43B011BFB3DD}"/>
              </a:ext>
            </a:extLst>
          </p:cNvPr>
          <p:cNvSpPr>
            <a:spLocks xmlns:a="http://schemas.openxmlformats.org/drawingml/2006/main" noGrp="1"/>
          </p:cNvSpPr>
          <p:nvPr/>
        </p:nvSpPr>
        <p:spPr>
          <a:xfrm xmlns:a="http://schemas.openxmlformats.org/drawingml/2006/main">
            <a:off x="3429000" y="2619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3" name="">
            <a:extLst xmlns:a="http://schemas.openxmlformats.org/drawingml/2006/main">
              <a:ext uri="{FF2B5EF4-FFF2-40B4-BE49-F238E27FC236}">
                <a16:creationId xmlns:a16="http://schemas.microsoft.com/office/drawing/2014/main" id="{E8D5E813-30EA-4CF2-A1EF-E2B3117E883C}"/>
              </a:ext>
            </a:extLst>
          </p:cNvPr>
          <p:cNvSpPr>
            <a:spLocks xmlns:a="http://schemas.openxmlformats.org/drawingml/2006/main" noGrp="1"/>
          </p:cNvSpPr>
          <p:nvPr/>
        </p:nvSpPr>
        <p:spPr>
          <a:xfrm xmlns:a="http://schemas.openxmlformats.org/drawingml/2006/main">
            <a:off x="3810000" y="2619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4" name="">
            <a:extLst xmlns:a="http://schemas.openxmlformats.org/drawingml/2006/main">
              <a:ext uri="{FF2B5EF4-FFF2-40B4-BE49-F238E27FC236}">
                <a16:creationId xmlns:a16="http://schemas.microsoft.com/office/drawing/2014/main" id="{B5D5F20D-5382-472B-A74A-029FA46122B8}"/>
              </a:ext>
            </a:extLst>
          </p:cNvPr>
          <p:cNvSpPr>
            <a:spLocks xmlns:a="http://schemas.openxmlformats.org/drawingml/2006/main" noGrp="1"/>
          </p:cNvSpPr>
          <p:nvPr/>
        </p:nvSpPr>
        <p:spPr>
          <a:xfrm xmlns:a="http://schemas.openxmlformats.org/drawingml/2006/main">
            <a:off x="4191000" y="2619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5" name="">
            <a:extLst xmlns:a="http://schemas.openxmlformats.org/drawingml/2006/main">
              <a:ext uri="{FF2B5EF4-FFF2-40B4-BE49-F238E27FC236}">
                <a16:creationId xmlns:a16="http://schemas.microsoft.com/office/drawing/2014/main" id="{72C97A67-E895-42A8-ABDA-D042ACB6ED6B}"/>
              </a:ext>
            </a:extLst>
          </p:cNvPr>
          <p:cNvSpPr>
            <a:spLocks xmlns:a="http://schemas.openxmlformats.org/drawingml/2006/main" noGrp="1"/>
          </p:cNvSpPr>
          <p:nvPr/>
        </p:nvSpPr>
        <p:spPr>
          <a:xfrm xmlns:a="http://schemas.openxmlformats.org/drawingml/2006/main">
            <a:off x="1143000" y="3000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6" name="">
            <a:extLst xmlns:a="http://schemas.openxmlformats.org/drawingml/2006/main">
              <a:ext uri="{FF2B5EF4-FFF2-40B4-BE49-F238E27FC236}">
                <a16:creationId xmlns:a16="http://schemas.microsoft.com/office/drawing/2014/main" id="{1F77F61F-5458-408B-84F5-45EB3FC0DD82}"/>
              </a:ext>
            </a:extLst>
          </p:cNvPr>
          <p:cNvSpPr>
            <a:spLocks xmlns:a="http://schemas.openxmlformats.org/drawingml/2006/main" noGrp="1"/>
          </p:cNvSpPr>
          <p:nvPr/>
        </p:nvSpPr>
        <p:spPr>
          <a:xfrm xmlns:a="http://schemas.openxmlformats.org/drawingml/2006/main">
            <a:off x="1524000" y="3000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7" name="">
            <a:extLst xmlns:a="http://schemas.openxmlformats.org/drawingml/2006/main">
              <a:ext uri="{FF2B5EF4-FFF2-40B4-BE49-F238E27FC236}">
                <a16:creationId xmlns:a16="http://schemas.microsoft.com/office/drawing/2014/main" id="{34F61BC9-B310-4449-8B05-42E3782A93F7}"/>
              </a:ext>
            </a:extLst>
          </p:cNvPr>
          <p:cNvSpPr>
            <a:spLocks xmlns:a="http://schemas.openxmlformats.org/drawingml/2006/main" noGrp="1"/>
          </p:cNvSpPr>
          <p:nvPr/>
        </p:nvSpPr>
        <p:spPr>
          <a:xfrm xmlns:a="http://schemas.openxmlformats.org/drawingml/2006/main">
            <a:off x="1905000" y="3000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8" name="">
            <a:extLst xmlns:a="http://schemas.openxmlformats.org/drawingml/2006/main">
              <a:ext uri="{FF2B5EF4-FFF2-40B4-BE49-F238E27FC236}">
                <a16:creationId xmlns:a16="http://schemas.microsoft.com/office/drawing/2014/main" id="{3FAD6B69-D184-442E-AC9F-8E84547C6D68}"/>
              </a:ext>
            </a:extLst>
          </p:cNvPr>
          <p:cNvSpPr>
            <a:spLocks xmlns:a="http://schemas.openxmlformats.org/drawingml/2006/main" noGrp="1"/>
          </p:cNvSpPr>
          <p:nvPr/>
        </p:nvSpPr>
        <p:spPr>
          <a:xfrm xmlns:a="http://schemas.openxmlformats.org/drawingml/2006/main">
            <a:off x="2286000" y="3000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9" name="">
            <a:extLst xmlns:a="http://schemas.openxmlformats.org/drawingml/2006/main">
              <a:ext uri="{FF2B5EF4-FFF2-40B4-BE49-F238E27FC236}">
                <a16:creationId xmlns:a16="http://schemas.microsoft.com/office/drawing/2014/main" id="{8A81A94F-F6D8-4BB5-86DE-80914B001FF2}"/>
              </a:ext>
            </a:extLst>
          </p:cNvPr>
          <p:cNvSpPr>
            <a:spLocks xmlns:a="http://schemas.openxmlformats.org/drawingml/2006/main" noGrp="1"/>
          </p:cNvSpPr>
          <p:nvPr/>
        </p:nvSpPr>
        <p:spPr>
          <a:xfrm xmlns:a="http://schemas.openxmlformats.org/drawingml/2006/main">
            <a:off x="2667000" y="3000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0" name="">
            <a:extLst xmlns:a="http://schemas.openxmlformats.org/drawingml/2006/main">
              <a:ext uri="{FF2B5EF4-FFF2-40B4-BE49-F238E27FC236}">
                <a16:creationId xmlns:a16="http://schemas.microsoft.com/office/drawing/2014/main" id="{4ED3BFF9-3EA1-4EAB-96BE-F92F05707506}"/>
              </a:ext>
            </a:extLst>
          </p:cNvPr>
          <p:cNvSpPr>
            <a:spLocks xmlns:a="http://schemas.openxmlformats.org/drawingml/2006/main" noGrp="1"/>
          </p:cNvSpPr>
          <p:nvPr/>
        </p:nvSpPr>
        <p:spPr>
          <a:xfrm xmlns:a="http://schemas.openxmlformats.org/drawingml/2006/main">
            <a:off x="3048000" y="3000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1" name="">
            <a:extLst xmlns:a="http://schemas.openxmlformats.org/drawingml/2006/main">
              <a:ext uri="{FF2B5EF4-FFF2-40B4-BE49-F238E27FC236}">
                <a16:creationId xmlns:a16="http://schemas.microsoft.com/office/drawing/2014/main" id="{610A7E59-B411-44DD-AAC8-FF8CC02870B5}"/>
              </a:ext>
            </a:extLst>
          </p:cNvPr>
          <p:cNvSpPr>
            <a:spLocks xmlns:a="http://schemas.openxmlformats.org/drawingml/2006/main" noGrp="1"/>
          </p:cNvSpPr>
          <p:nvPr/>
        </p:nvSpPr>
        <p:spPr>
          <a:xfrm xmlns:a="http://schemas.openxmlformats.org/drawingml/2006/main">
            <a:off x="3429000" y="3000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2" name="">
            <a:extLst xmlns:a="http://schemas.openxmlformats.org/drawingml/2006/main">
              <a:ext uri="{FF2B5EF4-FFF2-40B4-BE49-F238E27FC236}">
                <a16:creationId xmlns:a16="http://schemas.microsoft.com/office/drawing/2014/main" id="{3201C762-B961-4863-AEA6-87525AB82156}"/>
              </a:ext>
            </a:extLst>
          </p:cNvPr>
          <p:cNvSpPr>
            <a:spLocks xmlns:a="http://schemas.openxmlformats.org/drawingml/2006/main" noGrp="1"/>
          </p:cNvSpPr>
          <p:nvPr/>
        </p:nvSpPr>
        <p:spPr>
          <a:xfrm xmlns:a="http://schemas.openxmlformats.org/drawingml/2006/main">
            <a:off x="3810000" y="3000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3" name="">
            <a:extLst xmlns:a="http://schemas.openxmlformats.org/drawingml/2006/main">
              <a:ext uri="{FF2B5EF4-FFF2-40B4-BE49-F238E27FC236}">
                <a16:creationId xmlns:a16="http://schemas.microsoft.com/office/drawing/2014/main" id="{C80499F3-4108-4745-9E04-DDC9FC6E9865}"/>
              </a:ext>
            </a:extLst>
          </p:cNvPr>
          <p:cNvSpPr>
            <a:spLocks xmlns:a="http://schemas.openxmlformats.org/drawingml/2006/main" noGrp="1"/>
          </p:cNvSpPr>
          <p:nvPr/>
        </p:nvSpPr>
        <p:spPr>
          <a:xfrm xmlns:a="http://schemas.openxmlformats.org/drawingml/2006/main">
            <a:off x="4191000" y="3000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4" name="">
            <a:extLst xmlns:a="http://schemas.openxmlformats.org/drawingml/2006/main">
              <a:ext uri="{FF2B5EF4-FFF2-40B4-BE49-F238E27FC236}">
                <a16:creationId xmlns:a16="http://schemas.microsoft.com/office/drawing/2014/main" id="{FA1A0763-5F07-4CC0-B32A-AAB22033E817}"/>
              </a:ext>
            </a:extLst>
          </p:cNvPr>
          <p:cNvSpPr>
            <a:spLocks xmlns:a="http://schemas.openxmlformats.org/drawingml/2006/main" noGrp="1"/>
          </p:cNvSpPr>
          <p:nvPr/>
        </p:nvSpPr>
        <p:spPr>
          <a:xfrm xmlns:a="http://schemas.openxmlformats.org/drawingml/2006/main">
            <a:off x="1143000" y="3381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5" name="">
            <a:extLst xmlns:a="http://schemas.openxmlformats.org/drawingml/2006/main">
              <a:ext uri="{FF2B5EF4-FFF2-40B4-BE49-F238E27FC236}">
                <a16:creationId xmlns:a16="http://schemas.microsoft.com/office/drawing/2014/main" id="{95959F85-D2E7-42AC-922B-49158666168F}"/>
              </a:ext>
            </a:extLst>
          </p:cNvPr>
          <p:cNvSpPr>
            <a:spLocks xmlns:a="http://schemas.openxmlformats.org/drawingml/2006/main" noGrp="1"/>
          </p:cNvSpPr>
          <p:nvPr/>
        </p:nvSpPr>
        <p:spPr>
          <a:xfrm xmlns:a="http://schemas.openxmlformats.org/drawingml/2006/main">
            <a:off x="1524000" y="3381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6" name="">
            <a:extLst xmlns:a="http://schemas.openxmlformats.org/drawingml/2006/main">
              <a:ext uri="{FF2B5EF4-FFF2-40B4-BE49-F238E27FC236}">
                <a16:creationId xmlns:a16="http://schemas.microsoft.com/office/drawing/2014/main" id="{AD3AC55A-3DBB-4BE7-BC60-87DC34B71828}"/>
              </a:ext>
            </a:extLst>
          </p:cNvPr>
          <p:cNvSpPr>
            <a:spLocks xmlns:a="http://schemas.openxmlformats.org/drawingml/2006/main" noGrp="1"/>
          </p:cNvSpPr>
          <p:nvPr/>
        </p:nvSpPr>
        <p:spPr>
          <a:xfrm xmlns:a="http://schemas.openxmlformats.org/drawingml/2006/main">
            <a:off x="1905000" y="3381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7" name="">
            <a:extLst xmlns:a="http://schemas.openxmlformats.org/drawingml/2006/main">
              <a:ext uri="{FF2B5EF4-FFF2-40B4-BE49-F238E27FC236}">
                <a16:creationId xmlns:a16="http://schemas.microsoft.com/office/drawing/2014/main" id="{D0388302-33F3-40A7-9A5B-A334AFB3D1A6}"/>
              </a:ext>
            </a:extLst>
          </p:cNvPr>
          <p:cNvSpPr>
            <a:spLocks xmlns:a="http://schemas.openxmlformats.org/drawingml/2006/main" noGrp="1"/>
          </p:cNvSpPr>
          <p:nvPr/>
        </p:nvSpPr>
        <p:spPr>
          <a:xfrm xmlns:a="http://schemas.openxmlformats.org/drawingml/2006/main">
            <a:off x="2286000" y="3381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8" name="">
            <a:extLst xmlns:a="http://schemas.openxmlformats.org/drawingml/2006/main">
              <a:ext uri="{FF2B5EF4-FFF2-40B4-BE49-F238E27FC236}">
                <a16:creationId xmlns:a16="http://schemas.microsoft.com/office/drawing/2014/main" id="{5F547400-1D46-4C4C-AC2E-55CE49749D33}"/>
              </a:ext>
            </a:extLst>
          </p:cNvPr>
          <p:cNvSpPr>
            <a:spLocks xmlns:a="http://schemas.openxmlformats.org/drawingml/2006/main" noGrp="1"/>
          </p:cNvSpPr>
          <p:nvPr/>
        </p:nvSpPr>
        <p:spPr>
          <a:xfrm xmlns:a="http://schemas.openxmlformats.org/drawingml/2006/main">
            <a:off x="2667000" y="3381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9" name="">
            <a:extLst xmlns:a="http://schemas.openxmlformats.org/drawingml/2006/main">
              <a:ext uri="{FF2B5EF4-FFF2-40B4-BE49-F238E27FC236}">
                <a16:creationId xmlns:a16="http://schemas.microsoft.com/office/drawing/2014/main" id="{EBAC3365-35B4-4B9B-AFF1-36537345E1B1}"/>
              </a:ext>
            </a:extLst>
          </p:cNvPr>
          <p:cNvSpPr>
            <a:spLocks xmlns:a="http://schemas.openxmlformats.org/drawingml/2006/main" noGrp="1"/>
          </p:cNvSpPr>
          <p:nvPr/>
        </p:nvSpPr>
        <p:spPr>
          <a:xfrm xmlns:a="http://schemas.openxmlformats.org/drawingml/2006/main">
            <a:off x="3048000" y="3381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0" name="">
            <a:extLst xmlns:a="http://schemas.openxmlformats.org/drawingml/2006/main">
              <a:ext uri="{FF2B5EF4-FFF2-40B4-BE49-F238E27FC236}">
                <a16:creationId xmlns:a16="http://schemas.microsoft.com/office/drawing/2014/main" id="{B1337560-FC63-44C5-9BCA-BDC50DA0243D}"/>
              </a:ext>
            </a:extLst>
          </p:cNvPr>
          <p:cNvSpPr>
            <a:spLocks xmlns:a="http://schemas.openxmlformats.org/drawingml/2006/main" noGrp="1"/>
          </p:cNvSpPr>
          <p:nvPr/>
        </p:nvSpPr>
        <p:spPr>
          <a:xfrm xmlns:a="http://schemas.openxmlformats.org/drawingml/2006/main">
            <a:off x="3429000" y="3381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1" name="">
            <a:extLst xmlns:a="http://schemas.openxmlformats.org/drawingml/2006/main">
              <a:ext uri="{FF2B5EF4-FFF2-40B4-BE49-F238E27FC236}">
                <a16:creationId xmlns:a16="http://schemas.microsoft.com/office/drawing/2014/main" id="{B994F750-25C5-470F-8827-8EA3DF3179E8}"/>
              </a:ext>
            </a:extLst>
          </p:cNvPr>
          <p:cNvSpPr>
            <a:spLocks xmlns:a="http://schemas.openxmlformats.org/drawingml/2006/main" noGrp="1"/>
          </p:cNvSpPr>
          <p:nvPr/>
        </p:nvSpPr>
        <p:spPr>
          <a:xfrm xmlns:a="http://schemas.openxmlformats.org/drawingml/2006/main">
            <a:off x="3810000" y="3381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2" name="">
            <a:extLst xmlns:a="http://schemas.openxmlformats.org/drawingml/2006/main">
              <a:ext uri="{FF2B5EF4-FFF2-40B4-BE49-F238E27FC236}">
                <a16:creationId xmlns:a16="http://schemas.microsoft.com/office/drawing/2014/main" id="{9DD0E9C0-9D53-4D70-8BE3-17AFC75FE1CF}"/>
              </a:ext>
            </a:extLst>
          </p:cNvPr>
          <p:cNvSpPr>
            <a:spLocks xmlns:a="http://schemas.openxmlformats.org/drawingml/2006/main" noGrp="1"/>
          </p:cNvSpPr>
          <p:nvPr/>
        </p:nvSpPr>
        <p:spPr>
          <a:xfrm xmlns:a="http://schemas.openxmlformats.org/drawingml/2006/main">
            <a:off x="4191000" y="3381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3" name="">
            <a:extLst xmlns:a="http://schemas.openxmlformats.org/drawingml/2006/main">
              <a:ext uri="{FF2B5EF4-FFF2-40B4-BE49-F238E27FC236}">
                <a16:creationId xmlns:a16="http://schemas.microsoft.com/office/drawing/2014/main" id="{FB664D7D-A551-47EB-AFFC-EFDC98892073}"/>
              </a:ext>
            </a:extLst>
          </p:cNvPr>
          <p:cNvSpPr>
            <a:spLocks xmlns:a="http://schemas.openxmlformats.org/drawingml/2006/main" noGrp="1"/>
          </p:cNvSpPr>
          <p:nvPr/>
        </p:nvSpPr>
        <p:spPr>
          <a:xfrm xmlns:a="http://schemas.openxmlformats.org/drawingml/2006/main">
            <a:off x="1143000" y="3762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4" name="">
            <a:extLst xmlns:a="http://schemas.openxmlformats.org/drawingml/2006/main">
              <a:ext uri="{FF2B5EF4-FFF2-40B4-BE49-F238E27FC236}">
                <a16:creationId xmlns:a16="http://schemas.microsoft.com/office/drawing/2014/main" id="{3F49EDF6-23D7-4B70-8B42-83781EF52297}"/>
              </a:ext>
            </a:extLst>
          </p:cNvPr>
          <p:cNvSpPr>
            <a:spLocks xmlns:a="http://schemas.openxmlformats.org/drawingml/2006/main" noGrp="1"/>
          </p:cNvSpPr>
          <p:nvPr/>
        </p:nvSpPr>
        <p:spPr>
          <a:xfrm xmlns:a="http://schemas.openxmlformats.org/drawingml/2006/main">
            <a:off x="1524000" y="3762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5" name="">
            <a:extLst xmlns:a="http://schemas.openxmlformats.org/drawingml/2006/main">
              <a:ext uri="{FF2B5EF4-FFF2-40B4-BE49-F238E27FC236}">
                <a16:creationId xmlns:a16="http://schemas.microsoft.com/office/drawing/2014/main" id="{152336DB-BCD7-43CD-BBD1-F5B67E8CFE1F}"/>
              </a:ext>
            </a:extLst>
          </p:cNvPr>
          <p:cNvSpPr>
            <a:spLocks xmlns:a="http://schemas.openxmlformats.org/drawingml/2006/main" noGrp="1"/>
          </p:cNvSpPr>
          <p:nvPr/>
        </p:nvSpPr>
        <p:spPr>
          <a:xfrm xmlns:a="http://schemas.openxmlformats.org/drawingml/2006/main">
            <a:off x="1905000" y="3762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6" name="">
            <a:extLst xmlns:a="http://schemas.openxmlformats.org/drawingml/2006/main">
              <a:ext uri="{FF2B5EF4-FFF2-40B4-BE49-F238E27FC236}">
                <a16:creationId xmlns:a16="http://schemas.microsoft.com/office/drawing/2014/main" id="{46F88490-BEF1-4B50-B701-4E9AECEA2BCA}"/>
              </a:ext>
            </a:extLst>
          </p:cNvPr>
          <p:cNvSpPr>
            <a:spLocks xmlns:a="http://schemas.openxmlformats.org/drawingml/2006/main" noGrp="1"/>
          </p:cNvSpPr>
          <p:nvPr/>
        </p:nvSpPr>
        <p:spPr>
          <a:xfrm xmlns:a="http://schemas.openxmlformats.org/drawingml/2006/main">
            <a:off x="2286000" y="3762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7" name="">
            <a:extLst xmlns:a="http://schemas.openxmlformats.org/drawingml/2006/main">
              <a:ext uri="{FF2B5EF4-FFF2-40B4-BE49-F238E27FC236}">
                <a16:creationId xmlns:a16="http://schemas.microsoft.com/office/drawing/2014/main" id="{74247C2F-F6CD-4CC6-A011-D633E694724D}"/>
              </a:ext>
            </a:extLst>
          </p:cNvPr>
          <p:cNvSpPr>
            <a:spLocks xmlns:a="http://schemas.openxmlformats.org/drawingml/2006/main" noGrp="1"/>
          </p:cNvSpPr>
          <p:nvPr/>
        </p:nvSpPr>
        <p:spPr>
          <a:xfrm xmlns:a="http://schemas.openxmlformats.org/drawingml/2006/main">
            <a:off x="2667000" y="3762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8" name="">
            <a:extLst xmlns:a="http://schemas.openxmlformats.org/drawingml/2006/main">
              <a:ext uri="{FF2B5EF4-FFF2-40B4-BE49-F238E27FC236}">
                <a16:creationId xmlns:a16="http://schemas.microsoft.com/office/drawing/2014/main" id="{8AD2E9B7-A896-4B49-BFCD-029C937F0244}"/>
              </a:ext>
            </a:extLst>
          </p:cNvPr>
          <p:cNvSpPr>
            <a:spLocks xmlns:a="http://schemas.openxmlformats.org/drawingml/2006/main" noGrp="1"/>
          </p:cNvSpPr>
          <p:nvPr/>
        </p:nvSpPr>
        <p:spPr>
          <a:xfrm xmlns:a="http://schemas.openxmlformats.org/drawingml/2006/main">
            <a:off x="3048000" y="3762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69" name="">
            <a:extLst xmlns:a="http://schemas.openxmlformats.org/drawingml/2006/main">
              <a:ext uri="{FF2B5EF4-FFF2-40B4-BE49-F238E27FC236}">
                <a16:creationId xmlns:a16="http://schemas.microsoft.com/office/drawing/2014/main" id="{8BF975A6-26D1-4B50-9DA4-60562E1FBF72}"/>
              </a:ext>
            </a:extLst>
          </p:cNvPr>
          <p:cNvSpPr>
            <a:spLocks xmlns:a="http://schemas.openxmlformats.org/drawingml/2006/main" noGrp="1"/>
          </p:cNvSpPr>
          <p:nvPr/>
        </p:nvSpPr>
        <p:spPr>
          <a:xfrm xmlns:a="http://schemas.openxmlformats.org/drawingml/2006/main">
            <a:off x="3429000" y="3762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0" name="">
            <a:extLst xmlns:a="http://schemas.openxmlformats.org/drawingml/2006/main">
              <a:ext uri="{FF2B5EF4-FFF2-40B4-BE49-F238E27FC236}">
                <a16:creationId xmlns:a16="http://schemas.microsoft.com/office/drawing/2014/main" id="{6F4D8272-C48E-4424-A853-B52362C1F999}"/>
              </a:ext>
            </a:extLst>
          </p:cNvPr>
          <p:cNvSpPr>
            <a:spLocks xmlns:a="http://schemas.openxmlformats.org/drawingml/2006/main" noGrp="1"/>
          </p:cNvSpPr>
          <p:nvPr/>
        </p:nvSpPr>
        <p:spPr>
          <a:xfrm xmlns:a="http://schemas.openxmlformats.org/drawingml/2006/main">
            <a:off x="3810000" y="3762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1" name="">
            <a:extLst xmlns:a="http://schemas.openxmlformats.org/drawingml/2006/main">
              <a:ext uri="{FF2B5EF4-FFF2-40B4-BE49-F238E27FC236}">
                <a16:creationId xmlns:a16="http://schemas.microsoft.com/office/drawing/2014/main" id="{332C8D84-2DC0-4DD8-A9C5-2A323E510F3A}"/>
              </a:ext>
            </a:extLst>
          </p:cNvPr>
          <p:cNvSpPr>
            <a:spLocks xmlns:a="http://schemas.openxmlformats.org/drawingml/2006/main" noGrp="1"/>
          </p:cNvSpPr>
          <p:nvPr/>
        </p:nvSpPr>
        <p:spPr>
          <a:xfrm xmlns:a="http://schemas.openxmlformats.org/drawingml/2006/main">
            <a:off x="4191000" y="3762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2" name="">
            <a:extLst xmlns:a="http://schemas.openxmlformats.org/drawingml/2006/main">
              <a:ext uri="{FF2B5EF4-FFF2-40B4-BE49-F238E27FC236}">
                <a16:creationId xmlns:a16="http://schemas.microsoft.com/office/drawing/2014/main" id="{E9674B2B-CDEE-4974-B567-E9E240BF9222}"/>
              </a:ext>
            </a:extLst>
          </p:cNvPr>
          <p:cNvSpPr>
            <a:spLocks xmlns:a="http://schemas.openxmlformats.org/drawingml/2006/main" noGrp="1"/>
          </p:cNvSpPr>
          <p:nvPr/>
        </p:nvSpPr>
        <p:spPr>
          <a:xfrm xmlns:a="http://schemas.openxmlformats.org/drawingml/2006/main">
            <a:off x="1143000"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3" name="">
            <a:extLst xmlns:a="http://schemas.openxmlformats.org/drawingml/2006/main">
              <a:ext uri="{FF2B5EF4-FFF2-40B4-BE49-F238E27FC236}">
                <a16:creationId xmlns:a16="http://schemas.microsoft.com/office/drawing/2014/main" id="{FA24354A-298B-4332-AEAF-E4D7B7F7EBC5}"/>
              </a:ext>
            </a:extLst>
          </p:cNvPr>
          <p:cNvSpPr>
            <a:spLocks xmlns:a="http://schemas.openxmlformats.org/drawingml/2006/main" noGrp="1"/>
          </p:cNvSpPr>
          <p:nvPr/>
        </p:nvSpPr>
        <p:spPr>
          <a:xfrm xmlns:a="http://schemas.openxmlformats.org/drawingml/2006/main">
            <a:off x="1524000"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4" name="">
            <a:extLst xmlns:a="http://schemas.openxmlformats.org/drawingml/2006/main">
              <a:ext uri="{FF2B5EF4-FFF2-40B4-BE49-F238E27FC236}">
                <a16:creationId xmlns:a16="http://schemas.microsoft.com/office/drawing/2014/main" id="{518BC1F0-CD44-4E62-BE69-5D975582EAF4}"/>
              </a:ext>
            </a:extLst>
          </p:cNvPr>
          <p:cNvSpPr>
            <a:spLocks xmlns:a="http://schemas.openxmlformats.org/drawingml/2006/main" noGrp="1"/>
          </p:cNvSpPr>
          <p:nvPr/>
        </p:nvSpPr>
        <p:spPr>
          <a:xfrm xmlns:a="http://schemas.openxmlformats.org/drawingml/2006/main">
            <a:off x="1905000"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5" name="">
            <a:extLst xmlns:a="http://schemas.openxmlformats.org/drawingml/2006/main">
              <a:ext uri="{FF2B5EF4-FFF2-40B4-BE49-F238E27FC236}">
                <a16:creationId xmlns:a16="http://schemas.microsoft.com/office/drawing/2014/main" id="{0EF7ECD1-5B3F-4596-8B71-1B5431D17F18}"/>
              </a:ext>
            </a:extLst>
          </p:cNvPr>
          <p:cNvSpPr>
            <a:spLocks xmlns:a="http://schemas.openxmlformats.org/drawingml/2006/main" noGrp="1"/>
          </p:cNvSpPr>
          <p:nvPr/>
        </p:nvSpPr>
        <p:spPr>
          <a:xfrm xmlns:a="http://schemas.openxmlformats.org/drawingml/2006/main">
            <a:off x="2286000"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6" name="">
            <a:extLst xmlns:a="http://schemas.openxmlformats.org/drawingml/2006/main">
              <a:ext uri="{FF2B5EF4-FFF2-40B4-BE49-F238E27FC236}">
                <a16:creationId xmlns:a16="http://schemas.microsoft.com/office/drawing/2014/main" id="{DB7CB260-7D86-4C94-A9C6-C981F9C6B64A}"/>
              </a:ext>
            </a:extLst>
          </p:cNvPr>
          <p:cNvSpPr>
            <a:spLocks xmlns:a="http://schemas.openxmlformats.org/drawingml/2006/main" noGrp="1"/>
          </p:cNvSpPr>
          <p:nvPr/>
        </p:nvSpPr>
        <p:spPr>
          <a:xfrm xmlns:a="http://schemas.openxmlformats.org/drawingml/2006/main">
            <a:off x="2667000"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7" name="">
            <a:extLst xmlns:a="http://schemas.openxmlformats.org/drawingml/2006/main">
              <a:ext uri="{FF2B5EF4-FFF2-40B4-BE49-F238E27FC236}">
                <a16:creationId xmlns:a16="http://schemas.microsoft.com/office/drawing/2014/main" id="{DEBDD5AD-95F2-45B7-B9BB-21283F527612}"/>
              </a:ext>
            </a:extLst>
          </p:cNvPr>
          <p:cNvSpPr>
            <a:spLocks xmlns:a="http://schemas.openxmlformats.org/drawingml/2006/main" noGrp="1"/>
          </p:cNvSpPr>
          <p:nvPr/>
        </p:nvSpPr>
        <p:spPr>
          <a:xfrm xmlns:a="http://schemas.openxmlformats.org/drawingml/2006/main">
            <a:off x="3048000"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8" name="">
            <a:extLst xmlns:a="http://schemas.openxmlformats.org/drawingml/2006/main">
              <a:ext uri="{FF2B5EF4-FFF2-40B4-BE49-F238E27FC236}">
                <a16:creationId xmlns:a16="http://schemas.microsoft.com/office/drawing/2014/main" id="{9E677348-9A48-48F2-83E3-3F572391F8B0}"/>
              </a:ext>
            </a:extLst>
          </p:cNvPr>
          <p:cNvSpPr>
            <a:spLocks xmlns:a="http://schemas.openxmlformats.org/drawingml/2006/main" noGrp="1"/>
          </p:cNvSpPr>
          <p:nvPr/>
        </p:nvSpPr>
        <p:spPr>
          <a:xfrm xmlns:a="http://schemas.openxmlformats.org/drawingml/2006/main">
            <a:off x="3429000"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79" name="">
            <a:extLst xmlns:a="http://schemas.openxmlformats.org/drawingml/2006/main">
              <a:ext uri="{FF2B5EF4-FFF2-40B4-BE49-F238E27FC236}">
                <a16:creationId xmlns:a16="http://schemas.microsoft.com/office/drawing/2014/main" id="{7F3CD47F-EAD0-4AD5-BB6E-9A325F9F1E34}"/>
              </a:ext>
            </a:extLst>
          </p:cNvPr>
          <p:cNvSpPr>
            <a:spLocks xmlns:a="http://schemas.openxmlformats.org/drawingml/2006/main" noGrp="1"/>
          </p:cNvSpPr>
          <p:nvPr/>
        </p:nvSpPr>
        <p:spPr>
          <a:xfrm xmlns:a="http://schemas.openxmlformats.org/drawingml/2006/main">
            <a:off x="3810000"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0" name="">
            <a:extLst xmlns:a="http://schemas.openxmlformats.org/drawingml/2006/main">
              <a:ext uri="{FF2B5EF4-FFF2-40B4-BE49-F238E27FC236}">
                <a16:creationId xmlns:a16="http://schemas.microsoft.com/office/drawing/2014/main" id="{DA565A69-E993-4FBA-BD44-4021C6233D15}"/>
              </a:ext>
            </a:extLst>
          </p:cNvPr>
          <p:cNvSpPr>
            <a:spLocks xmlns:a="http://schemas.openxmlformats.org/drawingml/2006/main" noGrp="1"/>
          </p:cNvSpPr>
          <p:nvPr/>
        </p:nvSpPr>
        <p:spPr>
          <a:xfrm xmlns:a="http://schemas.openxmlformats.org/drawingml/2006/main">
            <a:off x="4191000" y="4143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1" name="">
            <a:extLst xmlns:a="http://schemas.openxmlformats.org/drawingml/2006/main">
              <a:ext uri="{FF2B5EF4-FFF2-40B4-BE49-F238E27FC236}">
                <a16:creationId xmlns:a16="http://schemas.microsoft.com/office/drawing/2014/main" id="{8657B819-3101-4A65-8B27-F4EBD8A4E6DD}"/>
              </a:ext>
            </a:extLst>
          </p:cNvPr>
          <p:cNvSpPr>
            <a:spLocks xmlns:a="http://schemas.openxmlformats.org/drawingml/2006/main" noGrp="1"/>
          </p:cNvSpPr>
          <p:nvPr/>
        </p:nvSpPr>
        <p:spPr>
          <a:xfrm xmlns:a="http://schemas.openxmlformats.org/drawingml/2006/main">
            <a:off x="1143000" y="4524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2" name="">
            <a:extLst xmlns:a="http://schemas.openxmlformats.org/drawingml/2006/main">
              <a:ext uri="{FF2B5EF4-FFF2-40B4-BE49-F238E27FC236}">
                <a16:creationId xmlns:a16="http://schemas.microsoft.com/office/drawing/2014/main" id="{24E79EC7-9B53-46DE-8334-086C26BBA442}"/>
              </a:ext>
            </a:extLst>
          </p:cNvPr>
          <p:cNvSpPr>
            <a:spLocks xmlns:a="http://schemas.openxmlformats.org/drawingml/2006/main" noGrp="1"/>
          </p:cNvSpPr>
          <p:nvPr/>
        </p:nvSpPr>
        <p:spPr>
          <a:xfrm xmlns:a="http://schemas.openxmlformats.org/drawingml/2006/main">
            <a:off x="1524000" y="4524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3" name="">
            <a:extLst xmlns:a="http://schemas.openxmlformats.org/drawingml/2006/main">
              <a:ext uri="{FF2B5EF4-FFF2-40B4-BE49-F238E27FC236}">
                <a16:creationId xmlns:a16="http://schemas.microsoft.com/office/drawing/2014/main" id="{1544C101-EF59-4F3E-919F-40F61C5EAF00}"/>
              </a:ext>
            </a:extLst>
          </p:cNvPr>
          <p:cNvSpPr>
            <a:spLocks xmlns:a="http://schemas.openxmlformats.org/drawingml/2006/main" noGrp="1"/>
          </p:cNvSpPr>
          <p:nvPr/>
        </p:nvSpPr>
        <p:spPr>
          <a:xfrm xmlns:a="http://schemas.openxmlformats.org/drawingml/2006/main">
            <a:off x="1905000" y="4524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4" name="">
            <a:extLst xmlns:a="http://schemas.openxmlformats.org/drawingml/2006/main">
              <a:ext uri="{FF2B5EF4-FFF2-40B4-BE49-F238E27FC236}">
                <a16:creationId xmlns:a16="http://schemas.microsoft.com/office/drawing/2014/main" id="{30C3750A-A381-4777-8F39-653A9AC482EB}"/>
              </a:ext>
            </a:extLst>
          </p:cNvPr>
          <p:cNvSpPr>
            <a:spLocks xmlns:a="http://schemas.openxmlformats.org/drawingml/2006/main" noGrp="1"/>
          </p:cNvSpPr>
          <p:nvPr/>
        </p:nvSpPr>
        <p:spPr>
          <a:xfrm xmlns:a="http://schemas.openxmlformats.org/drawingml/2006/main">
            <a:off x="2286000" y="4524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5" name="">
            <a:extLst xmlns:a="http://schemas.openxmlformats.org/drawingml/2006/main">
              <a:ext uri="{FF2B5EF4-FFF2-40B4-BE49-F238E27FC236}">
                <a16:creationId xmlns:a16="http://schemas.microsoft.com/office/drawing/2014/main" id="{48E0E256-DF93-415C-8267-064CB7AC7D9C}"/>
              </a:ext>
            </a:extLst>
          </p:cNvPr>
          <p:cNvSpPr>
            <a:spLocks xmlns:a="http://schemas.openxmlformats.org/drawingml/2006/main" noGrp="1"/>
          </p:cNvSpPr>
          <p:nvPr/>
        </p:nvSpPr>
        <p:spPr>
          <a:xfrm xmlns:a="http://schemas.openxmlformats.org/drawingml/2006/main">
            <a:off x="2667000" y="4524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6" name="">
            <a:extLst xmlns:a="http://schemas.openxmlformats.org/drawingml/2006/main">
              <a:ext uri="{FF2B5EF4-FFF2-40B4-BE49-F238E27FC236}">
                <a16:creationId xmlns:a16="http://schemas.microsoft.com/office/drawing/2014/main" id="{2FE811D5-9691-4F39-AD9B-C45BE6397C9F}"/>
              </a:ext>
            </a:extLst>
          </p:cNvPr>
          <p:cNvSpPr>
            <a:spLocks xmlns:a="http://schemas.openxmlformats.org/drawingml/2006/main" noGrp="1"/>
          </p:cNvSpPr>
          <p:nvPr/>
        </p:nvSpPr>
        <p:spPr>
          <a:xfrm xmlns:a="http://schemas.openxmlformats.org/drawingml/2006/main">
            <a:off x="3048000" y="4524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7" name="">
            <a:extLst xmlns:a="http://schemas.openxmlformats.org/drawingml/2006/main">
              <a:ext uri="{FF2B5EF4-FFF2-40B4-BE49-F238E27FC236}">
                <a16:creationId xmlns:a16="http://schemas.microsoft.com/office/drawing/2014/main" id="{0EE7D7AE-28CC-414B-ACC3-7EB9186305CC}"/>
              </a:ext>
            </a:extLst>
          </p:cNvPr>
          <p:cNvSpPr>
            <a:spLocks xmlns:a="http://schemas.openxmlformats.org/drawingml/2006/main" noGrp="1"/>
          </p:cNvSpPr>
          <p:nvPr/>
        </p:nvSpPr>
        <p:spPr>
          <a:xfrm xmlns:a="http://schemas.openxmlformats.org/drawingml/2006/main">
            <a:off x="3429000" y="4524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8" name="">
            <a:extLst xmlns:a="http://schemas.openxmlformats.org/drawingml/2006/main">
              <a:ext uri="{FF2B5EF4-FFF2-40B4-BE49-F238E27FC236}">
                <a16:creationId xmlns:a16="http://schemas.microsoft.com/office/drawing/2014/main" id="{1086B62F-8A02-4556-8C19-AC438A5B7CF9}"/>
              </a:ext>
            </a:extLst>
          </p:cNvPr>
          <p:cNvSpPr>
            <a:spLocks xmlns:a="http://schemas.openxmlformats.org/drawingml/2006/main" noGrp="1"/>
          </p:cNvSpPr>
          <p:nvPr/>
        </p:nvSpPr>
        <p:spPr>
          <a:xfrm xmlns:a="http://schemas.openxmlformats.org/drawingml/2006/main">
            <a:off x="3810000" y="4524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9" name="">
            <a:extLst xmlns:a="http://schemas.openxmlformats.org/drawingml/2006/main">
              <a:ext uri="{FF2B5EF4-FFF2-40B4-BE49-F238E27FC236}">
                <a16:creationId xmlns:a16="http://schemas.microsoft.com/office/drawing/2014/main" id="{5D574689-46E2-4AA7-A712-E44B068313DF}"/>
              </a:ext>
            </a:extLst>
          </p:cNvPr>
          <p:cNvSpPr>
            <a:spLocks xmlns:a="http://schemas.openxmlformats.org/drawingml/2006/main" noGrp="1"/>
          </p:cNvSpPr>
          <p:nvPr/>
        </p:nvSpPr>
        <p:spPr>
          <a:xfrm xmlns:a="http://schemas.openxmlformats.org/drawingml/2006/main">
            <a:off x="4191000" y="452437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0" name="">
            <a:extLst xmlns:a="http://schemas.openxmlformats.org/drawingml/2006/main">
              <a:ext uri="{FF2B5EF4-FFF2-40B4-BE49-F238E27FC236}">
                <a16:creationId xmlns:a16="http://schemas.microsoft.com/office/drawing/2014/main" id="{F4193439-6698-4212-AB33-5E90F8A19FFD}"/>
              </a:ext>
            </a:extLst>
          </p:cNvPr>
          <p:cNvSpPr>
            <a:spLocks xmlns:a="http://schemas.openxmlformats.org/drawingml/2006/main" noGrp="1"/>
          </p:cNvSpPr>
          <p:nvPr/>
        </p:nvSpPr>
        <p:spPr>
          <a:xfrm xmlns:a="http://schemas.openxmlformats.org/drawingml/2006/main">
            <a:off x="2847975" y="2609850"/>
            <a:ext cx="114300" cy="114300"/>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91" name="">
            <a:extLst xmlns:a="http://schemas.openxmlformats.org/drawingml/2006/main">
              <a:ext uri="{FF2B5EF4-FFF2-40B4-BE49-F238E27FC236}">
                <a16:creationId xmlns:a16="http://schemas.microsoft.com/office/drawing/2014/main" id="{60EEC501-7C1C-4147-A650-50B002C102C7}"/>
              </a:ext>
            </a:extLst>
          </p:cNvPr>
          <p:cNvSpPr>
            <a:spLocks xmlns:a="http://schemas.openxmlformats.org/drawingml/2006/main" noGrp="1"/>
          </p:cNvSpPr>
          <p:nvPr/>
        </p:nvSpPr>
        <p:spPr>
          <a:xfrm xmlns:a="http://schemas.openxmlformats.org/drawingml/2006/main">
            <a:off x="2847975" y="2990850"/>
            <a:ext cx="114300" cy="114300"/>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92" name="">
            <a:extLst xmlns:a="http://schemas.openxmlformats.org/drawingml/2006/main">
              <a:ext uri="{FF2B5EF4-FFF2-40B4-BE49-F238E27FC236}">
                <a16:creationId xmlns:a16="http://schemas.microsoft.com/office/drawing/2014/main" id="{5CFD6554-F184-4AF4-9FA7-411481515331}"/>
              </a:ext>
            </a:extLst>
          </p:cNvPr>
          <p:cNvSpPr>
            <a:spLocks xmlns:a="http://schemas.openxmlformats.org/drawingml/2006/main" noGrp="1"/>
          </p:cNvSpPr>
          <p:nvPr/>
        </p:nvSpPr>
        <p:spPr>
          <a:xfrm xmlns:a="http://schemas.openxmlformats.org/drawingml/2006/main">
            <a:off x="2847975" y="3371850"/>
            <a:ext cx="114300" cy="114300"/>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93" name="">
            <a:extLst xmlns:a="http://schemas.openxmlformats.org/drawingml/2006/main">
              <a:ext uri="{FF2B5EF4-FFF2-40B4-BE49-F238E27FC236}">
                <a16:creationId xmlns:a16="http://schemas.microsoft.com/office/drawing/2014/main" id="{AAFCFBEE-436E-4BAC-9827-123552F2C5CC}"/>
              </a:ext>
            </a:extLst>
          </p:cNvPr>
          <p:cNvSpPr>
            <a:spLocks xmlns:a="http://schemas.openxmlformats.org/drawingml/2006/main" noGrp="1"/>
          </p:cNvSpPr>
          <p:nvPr/>
        </p:nvSpPr>
        <p:spPr>
          <a:xfrm xmlns:a="http://schemas.openxmlformats.org/drawingml/2006/main">
            <a:off x="2905125" y="2428875"/>
            <a:ext cx="9525" cy="1095375"/>
          </a:xfrm>
          <a:custGeom xmlns:a="http://schemas.openxmlformats.org/drawingml/2006/main">
            <a:pathLst>
              <a:path w="9525" h="1095375">
                <a:moveTo>
                  <a:pt x="0" y="0"/>
                </a:moveTo>
                <a:lnTo>
                  <a:pt x="0" y="1095375"/>
                </a:lnTo>
              </a:path>
            </a:pathLst>
          </a:custGeom>
          <a:noFill xmlns:a="http://schemas.openxmlformats.org/drawingml/2006/main"/>
          <a:ln xmlns:a="http://schemas.openxmlformats.org/drawingml/2006/main" w="28575">
            <a:solidFill>
              <a:srgbClr val="C4483C"/>
            </a:solidFill>
          </a:ln>
        </p:spPr>
      </p:sp>
      <p:sp>
        <p:nvSpPr>
          <p:cNvPr id="94" name="">
            <a:extLst xmlns:a="http://schemas.openxmlformats.org/drawingml/2006/main">
              <a:ext uri="{FF2B5EF4-FFF2-40B4-BE49-F238E27FC236}">
                <a16:creationId xmlns:a16="http://schemas.microsoft.com/office/drawing/2014/main" id="{B0A3A343-D7B0-4678-973B-4105DBA25E48}"/>
              </a:ext>
            </a:extLst>
          </p:cNvPr>
          <p:cNvSpPr>
            <a:spLocks xmlns:a="http://schemas.openxmlformats.org/drawingml/2006/main" noGrp="1"/>
          </p:cNvSpPr>
          <p:nvPr/>
        </p:nvSpPr>
        <p:spPr>
          <a:xfrm xmlns:a="http://schemas.openxmlformats.org/drawingml/2006/main">
            <a:off x="809625"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95" name="">
            <a:extLst xmlns:a="http://schemas.openxmlformats.org/drawingml/2006/main">
              <a:ext uri="{FF2B5EF4-FFF2-40B4-BE49-F238E27FC236}">
                <a16:creationId xmlns:a16="http://schemas.microsoft.com/office/drawing/2014/main" id="{487B3030-E7ED-4FC0-AE4E-F35AA200B0A3}"/>
              </a:ext>
            </a:extLst>
          </p:cNvPr>
          <p:cNvSpPr>
            <a:spLocks xmlns:a="http://schemas.openxmlformats.org/drawingml/2006/main" noGrp="1"/>
          </p:cNvSpPr>
          <p:nvPr/>
        </p:nvSpPr>
        <p:spPr>
          <a:xfrm xmlns:a="http://schemas.openxmlformats.org/drawingml/2006/main">
            <a:off x="941746"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96" name="">
            <a:extLst xmlns:a="http://schemas.openxmlformats.org/drawingml/2006/main">
              <a:ext uri="{FF2B5EF4-FFF2-40B4-BE49-F238E27FC236}">
                <a16:creationId xmlns:a16="http://schemas.microsoft.com/office/drawing/2014/main" id="{1F51FDF9-49A3-41A6-A18B-66E8A4887C3A}"/>
              </a:ext>
            </a:extLst>
          </p:cNvPr>
          <p:cNvSpPr>
            <a:spLocks xmlns:a="http://schemas.openxmlformats.org/drawingml/2006/main" noGrp="1"/>
          </p:cNvSpPr>
          <p:nvPr/>
        </p:nvSpPr>
        <p:spPr>
          <a:xfrm xmlns:a="http://schemas.openxmlformats.org/drawingml/2006/main">
            <a:off x="1073867"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97" name="">
            <a:extLst xmlns:a="http://schemas.openxmlformats.org/drawingml/2006/main">
              <a:ext uri="{FF2B5EF4-FFF2-40B4-BE49-F238E27FC236}">
                <a16:creationId xmlns:a16="http://schemas.microsoft.com/office/drawing/2014/main" id="{AAD84D5C-440B-413B-8CB8-6CCB945202B3}"/>
              </a:ext>
            </a:extLst>
          </p:cNvPr>
          <p:cNvSpPr>
            <a:spLocks xmlns:a="http://schemas.openxmlformats.org/drawingml/2006/main" noGrp="1"/>
          </p:cNvSpPr>
          <p:nvPr/>
        </p:nvSpPr>
        <p:spPr>
          <a:xfrm xmlns:a="http://schemas.openxmlformats.org/drawingml/2006/main">
            <a:off x="1205988"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98" name="">
            <a:extLst xmlns:a="http://schemas.openxmlformats.org/drawingml/2006/main">
              <a:ext uri="{FF2B5EF4-FFF2-40B4-BE49-F238E27FC236}">
                <a16:creationId xmlns:a16="http://schemas.microsoft.com/office/drawing/2014/main" id="{11B4781E-4907-400D-AF8D-A49207017D9F}"/>
              </a:ext>
            </a:extLst>
          </p:cNvPr>
          <p:cNvSpPr>
            <a:spLocks xmlns:a="http://schemas.openxmlformats.org/drawingml/2006/main" noGrp="1"/>
          </p:cNvSpPr>
          <p:nvPr/>
        </p:nvSpPr>
        <p:spPr>
          <a:xfrm xmlns:a="http://schemas.openxmlformats.org/drawingml/2006/main">
            <a:off x="1338109"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99" name="">
            <a:extLst xmlns:a="http://schemas.openxmlformats.org/drawingml/2006/main">
              <a:ext uri="{FF2B5EF4-FFF2-40B4-BE49-F238E27FC236}">
                <a16:creationId xmlns:a16="http://schemas.microsoft.com/office/drawing/2014/main" id="{9496F67F-DAE1-471F-B9DF-37A7CD400B8E}"/>
              </a:ext>
            </a:extLst>
          </p:cNvPr>
          <p:cNvSpPr>
            <a:spLocks xmlns:a="http://schemas.openxmlformats.org/drawingml/2006/main" noGrp="1"/>
          </p:cNvSpPr>
          <p:nvPr/>
        </p:nvSpPr>
        <p:spPr>
          <a:xfrm xmlns:a="http://schemas.openxmlformats.org/drawingml/2006/main">
            <a:off x="1470230"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00" name="">
            <a:extLst xmlns:a="http://schemas.openxmlformats.org/drawingml/2006/main">
              <a:ext uri="{FF2B5EF4-FFF2-40B4-BE49-F238E27FC236}">
                <a16:creationId xmlns:a16="http://schemas.microsoft.com/office/drawing/2014/main" id="{71954F7D-3F75-4CBD-A93C-4615688F77B0}"/>
              </a:ext>
            </a:extLst>
          </p:cNvPr>
          <p:cNvSpPr>
            <a:spLocks xmlns:a="http://schemas.openxmlformats.org/drawingml/2006/main" noGrp="1"/>
          </p:cNvSpPr>
          <p:nvPr/>
        </p:nvSpPr>
        <p:spPr>
          <a:xfrm xmlns:a="http://schemas.openxmlformats.org/drawingml/2006/main">
            <a:off x="1602351"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01" name="">
            <a:extLst xmlns:a="http://schemas.openxmlformats.org/drawingml/2006/main">
              <a:ext uri="{FF2B5EF4-FFF2-40B4-BE49-F238E27FC236}">
                <a16:creationId xmlns:a16="http://schemas.microsoft.com/office/drawing/2014/main" id="{7B9A1D96-3744-4B95-9C43-8C5380452C52}"/>
              </a:ext>
            </a:extLst>
          </p:cNvPr>
          <p:cNvSpPr>
            <a:spLocks xmlns:a="http://schemas.openxmlformats.org/drawingml/2006/main" noGrp="1"/>
          </p:cNvSpPr>
          <p:nvPr/>
        </p:nvSpPr>
        <p:spPr>
          <a:xfrm xmlns:a="http://schemas.openxmlformats.org/drawingml/2006/main">
            <a:off x="1734472"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02" name="">
            <a:extLst xmlns:a="http://schemas.openxmlformats.org/drawingml/2006/main">
              <a:ext uri="{FF2B5EF4-FFF2-40B4-BE49-F238E27FC236}">
                <a16:creationId xmlns:a16="http://schemas.microsoft.com/office/drawing/2014/main" id="{9E9FA12E-720A-4795-B68B-B6A6BA05CCAB}"/>
              </a:ext>
            </a:extLst>
          </p:cNvPr>
          <p:cNvSpPr>
            <a:spLocks xmlns:a="http://schemas.openxmlformats.org/drawingml/2006/main" noGrp="1"/>
          </p:cNvSpPr>
          <p:nvPr/>
        </p:nvSpPr>
        <p:spPr>
          <a:xfrm xmlns:a="http://schemas.openxmlformats.org/drawingml/2006/main">
            <a:off x="1866593"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03" name="">
            <a:extLst xmlns:a="http://schemas.openxmlformats.org/drawingml/2006/main">
              <a:ext uri="{FF2B5EF4-FFF2-40B4-BE49-F238E27FC236}">
                <a16:creationId xmlns:a16="http://schemas.microsoft.com/office/drawing/2014/main" id="{EA7D42F2-4E4A-43BF-825B-BF9E3330856E}"/>
              </a:ext>
            </a:extLst>
          </p:cNvPr>
          <p:cNvSpPr>
            <a:spLocks xmlns:a="http://schemas.openxmlformats.org/drawingml/2006/main" noGrp="1"/>
          </p:cNvSpPr>
          <p:nvPr/>
        </p:nvSpPr>
        <p:spPr>
          <a:xfrm xmlns:a="http://schemas.openxmlformats.org/drawingml/2006/main">
            <a:off x="1998714"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04" name="">
            <a:extLst xmlns:a="http://schemas.openxmlformats.org/drawingml/2006/main">
              <a:ext uri="{FF2B5EF4-FFF2-40B4-BE49-F238E27FC236}">
                <a16:creationId xmlns:a16="http://schemas.microsoft.com/office/drawing/2014/main" id="{55FB5705-A4CC-4E46-B9BA-E71557BDED31}"/>
              </a:ext>
            </a:extLst>
          </p:cNvPr>
          <p:cNvSpPr>
            <a:spLocks xmlns:a="http://schemas.openxmlformats.org/drawingml/2006/main" noGrp="1"/>
          </p:cNvSpPr>
          <p:nvPr/>
        </p:nvSpPr>
        <p:spPr>
          <a:xfrm xmlns:a="http://schemas.openxmlformats.org/drawingml/2006/main">
            <a:off x="2130835"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05" name="">
            <a:extLst xmlns:a="http://schemas.openxmlformats.org/drawingml/2006/main">
              <a:ext uri="{FF2B5EF4-FFF2-40B4-BE49-F238E27FC236}">
                <a16:creationId xmlns:a16="http://schemas.microsoft.com/office/drawing/2014/main" id="{E556B818-EBFE-4420-A655-1FE46C5588F0}"/>
              </a:ext>
            </a:extLst>
          </p:cNvPr>
          <p:cNvSpPr>
            <a:spLocks xmlns:a="http://schemas.openxmlformats.org/drawingml/2006/main" noGrp="1"/>
          </p:cNvSpPr>
          <p:nvPr/>
        </p:nvSpPr>
        <p:spPr>
          <a:xfrm xmlns:a="http://schemas.openxmlformats.org/drawingml/2006/main">
            <a:off x="2262956"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06" name="">
            <a:extLst xmlns:a="http://schemas.openxmlformats.org/drawingml/2006/main">
              <a:ext uri="{FF2B5EF4-FFF2-40B4-BE49-F238E27FC236}">
                <a16:creationId xmlns:a16="http://schemas.microsoft.com/office/drawing/2014/main" id="{40B88F7E-6827-423A-B2F6-C2FF1877C3EB}"/>
              </a:ext>
            </a:extLst>
          </p:cNvPr>
          <p:cNvSpPr>
            <a:spLocks xmlns:a="http://schemas.openxmlformats.org/drawingml/2006/main" noGrp="1"/>
          </p:cNvSpPr>
          <p:nvPr/>
        </p:nvSpPr>
        <p:spPr>
          <a:xfrm xmlns:a="http://schemas.openxmlformats.org/drawingml/2006/main">
            <a:off x="2395077"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07" name="">
            <a:extLst xmlns:a="http://schemas.openxmlformats.org/drawingml/2006/main">
              <a:ext uri="{FF2B5EF4-FFF2-40B4-BE49-F238E27FC236}">
                <a16:creationId xmlns:a16="http://schemas.microsoft.com/office/drawing/2014/main" id="{33EFD9D0-967B-420D-90C8-3BE62E0D5B36}"/>
              </a:ext>
            </a:extLst>
          </p:cNvPr>
          <p:cNvSpPr>
            <a:spLocks xmlns:a="http://schemas.openxmlformats.org/drawingml/2006/main" noGrp="1"/>
          </p:cNvSpPr>
          <p:nvPr/>
        </p:nvSpPr>
        <p:spPr>
          <a:xfrm xmlns:a="http://schemas.openxmlformats.org/drawingml/2006/main">
            <a:off x="2527198"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08" name="">
            <a:extLst xmlns:a="http://schemas.openxmlformats.org/drawingml/2006/main">
              <a:ext uri="{FF2B5EF4-FFF2-40B4-BE49-F238E27FC236}">
                <a16:creationId xmlns:a16="http://schemas.microsoft.com/office/drawing/2014/main" id="{8DE3CE5F-AE5B-4486-8A6D-8E12F588B066}"/>
              </a:ext>
            </a:extLst>
          </p:cNvPr>
          <p:cNvSpPr>
            <a:spLocks xmlns:a="http://schemas.openxmlformats.org/drawingml/2006/main" noGrp="1"/>
          </p:cNvSpPr>
          <p:nvPr/>
        </p:nvSpPr>
        <p:spPr>
          <a:xfrm xmlns:a="http://schemas.openxmlformats.org/drawingml/2006/main">
            <a:off x="2659319"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09" name="">
            <a:extLst xmlns:a="http://schemas.openxmlformats.org/drawingml/2006/main">
              <a:ext uri="{FF2B5EF4-FFF2-40B4-BE49-F238E27FC236}">
                <a16:creationId xmlns:a16="http://schemas.microsoft.com/office/drawing/2014/main" id="{91A9B2C2-0F28-4C55-8AF4-C7A4464D30C4}"/>
              </a:ext>
            </a:extLst>
          </p:cNvPr>
          <p:cNvSpPr>
            <a:spLocks xmlns:a="http://schemas.openxmlformats.org/drawingml/2006/main" noGrp="1"/>
          </p:cNvSpPr>
          <p:nvPr/>
        </p:nvSpPr>
        <p:spPr>
          <a:xfrm xmlns:a="http://schemas.openxmlformats.org/drawingml/2006/main">
            <a:off x="2791440"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10" name="">
            <a:extLst xmlns:a="http://schemas.openxmlformats.org/drawingml/2006/main">
              <a:ext uri="{FF2B5EF4-FFF2-40B4-BE49-F238E27FC236}">
                <a16:creationId xmlns:a16="http://schemas.microsoft.com/office/drawing/2014/main" id="{8199CC52-77C4-4D76-B50C-9549A5D19702}"/>
              </a:ext>
            </a:extLst>
          </p:cNvPr>
          <p:cNvSpPr>
            <a:spLocks xmlns:a="http://schemas.openxmlformats.org/drawingml/2006/main" noGrp="1"/>
          </p:cNvSpPr>
          <p:nvPr/>
        </p:nvSpPr>
        <p:spPr>
          <a:xfrm xmlns:a="http://schemas.openxmlformats.org/drawingml/2006/main">
            <a:off x="2923560"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11" name="">
            <a:extLst xmlns:a="http://schemas.openxmlformats.org/drawingml/2006/main">
              <a:ext uri="{FF2B5EF4-FFF2-40B4-BE49-F238E27FC236}">
                <a16:creationId xmlns:a16="http://schemas.microsoft.com/office/drawing/2014/main" id="{EDAF938B-1382-4278-BDF1-B688C4F523A7}"/>
              </a:ext>
            </a:extLst>
          </p:cNvPr>
          <p:cNvSpPr>
            <a:spLocks xmlns:a="http://schemas.openxmlformats.org/drawingml/2006/main" noGrp="1"/>
          </p:cNvSpPr>
          <p:nvPr/>
        </p:nvSpPr>
        <p:spPr>
          <a:xfrm xmlns:a="http://schemas.openxmlformats.org/drawingml/2006/main">
            <a:off x="3055681"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12" name="">
            <a:extLst xmlns:a="http://schemas.openxmlformats.org/drawingml/2006/main">
              <a:ext uri="{FF2B5EF4-FFF2-40B4-BE49-F238E27FC236}">
                <a16:creationId xmlns:a16="http://schemas.microsoft.com/office/drawing/2014/main" id="{0F44C32C-033D-4EF5-A50D-233CA14E6F2C}"/>
              </a:ext>
            </a:extLst>
          </p:cNvPr>
          <p:cNvSpPr>
            <a:spLocks xmlns:a="http://schemas.openxmlformats.org/drawingml/2006/main" noGrp="1"/>
          </p:cNvSpPr>
          <p:nvPr/>
        </p:nvSpPr>
        <p:spPr>
          <a:xfrm xmlns:a="http://schemas.openxmlformats.org/drawingml/2006/main">
            <a:off x="3187802"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13" name="">
            <a:extLst xmlns:a="http://schemas.openxmlformats.org/drawingml/2006/main">
              <a:ext uri="{FF2B5EF4-FFF2-40B4-BE49-F238E27FC236}">
                <a16:creationId xmlns:a16="http://schemas.microsoft.com/office/drawing/2014/main" id="{5E3470D4-A166-48C6-93EE-52025557F1B2}"/>
              </a:ext>
            </a:extLst>
          </p:cNvPr>
          <p:cNvSpPr>
            <a:spLocks xmlns:a="http://schemas.openxmlformats.org/drawingml/2006/main" noGrp="1"/>
          </p:cNvSpPr>
          <p:nvPr/>
        </p:nvSpPr>
        <p:spPr>
          <a:xfrm xmlns:a="http://schemas.openxmlformats.org/drawingml/2006/main">
            <a:off x="3319923"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14" name="">
            <a:extLst xmlns:a="http://schemas.openxmlformats.org/drawingml/2006/main">
              <a:ext uri="{FF2B5EF4-FFF2-40B4-BE49-F238E27FC236}">
                <a16:creationId xmlns:a16="http://schemas.microsoft.com/office/drawing/2014/main" id="{D3084FA3-8AF1-4D2E-86C1-548DDB9B3B07}"/>
              </a:ext>
            </a:extLst>
          </p:cNvPr>
          <p:cNvSpPr>
            <a:spLocks xmlns:a="http://schemas.openxmlformats.org/drawingml/2006/main" noGrp="1"/>
          </p:cNvSpPr>
          <p:nvPr/>
        </p:nvSpPr>
        <p:spPr>
          <a:xfrm xmlns:a="http://schemas.openxmlformats.org/drawingml/2006/main">
            <a:off x="3452044"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15" name="">
            <a:extLst xmlns:a="http://schemas.openxmlformats.org/drawingml/2006/main">
              <a:ext uri="{FF2B5EF4-FFF2-40B4-BE49-F238E27FC236}">
                <a16:creationId xmlns:a16="http://schemas.microsoft.com/office/drawing/2014/main" id="{0DFCB57E-5553-4FC3-8CB0-87CECFE7924B}"/>
              </a:ext>
            </a:extLst>
          </p:cNvPr>
          <p:cNvSpPr>
            <a:spLocks xmlns:a="http://schemas.openxmlformats.org/drawingml/2006/main" noGrp="1"/>
          </p:cNvSpPr>
          <p:nvPr/>
        </p:nvSpPr>
        <p:spPr>
          <a:xfrm xmlns:a="http://schemas.openxmlformats.org/drawingml/2006/main">
            <a:off x="3584165"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16" name="">
            <a:extLst xmlns:a="http://schemas.openxmlformats.org/drawingml/2006/main">
              <a:ext uri="{FF2B5EF4-FFF2-40B4-BE49-F238E27FC236}">
                <a16:creationId xmlns:a16="http://schemas.microsoft.com/office/drawing/2014/main" id="{6AF1AD32-6FFF-4F3D-8EB1-BC1D57FBFF53}"/>
              </a:ext>
            </a:extLst>
          </p:cNvPr>
          <p:cNvSpPr>
            <a:spLocks xmlns:a="http://schemas.openxmlformats.org/drawingml/2006/main" noGrp="1"/>
          </p:cNvSpPr>
          <p:nvPr/>
        </p:nvSpPr>
        <p:spPr>
          <a:xfrm xmlns:a="http://schemas.openxmlformats.org/drawingml/2006/main">
            <a:off x="3716286"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17" name="">
            <a:extLst xmlns:a="http://schemas.openxmlformats.org/drawingml/2006/main">
              <a:ext uri="{FF2B5EF4-FFF2-40B4-BE49-F238E27FC236}">
                <a16:creationId xmlns:a16="http://schemas.microsoft.com/office/drawing/2014/main" id="{2C04A08B-8FDD-4567-B279-7C3EDA952C0D}"/>
              </a:ext>
            </a:extLst>
          </p:cNvPr>
          <p:cNvSpPr>
            <a:spLocks xmlns:a="http://schemas.openxmlformats.org/drawingml/2006/main" noGrp="1"/>
          </p:cNvSpPr>
          <p:nvPr/>
        </p:nvSpPr>
        <p:spPr>
          <a:xfrm xmlns:a="http://schemas.openxmlformats.org/drawingml/2006/main">
            <a:off x="3848407"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18" name="">
            <a:extLst xmlns:a="http://schemas.openxmlformats.org/drawingml/2006/main">
              <a:ext uri="{FF2B5EF4-FFF2-40B4-BE49-F238E27FC236}">
                <a16:creationId xmlns:a16="http://schemas.microsoft.com/office/drawing/2014/main" id="{1B67E2ED-5345-4F62-A10D-90388D292D4F}"/>
              </a:ext>
            </a:extLst>
          </p:cNvPr>
          <p:cNvSpPr>
            <a:spLocks xmlns:a="http://schemas.openxmlformats.org/drawingml/2006/main" noGrp="1"/>
          </p:cNvSpPr>
          <p:nvPr/>
        </p:nvSpPr>
        <p:spPr>
          <a:xfrm xmlns:a="http://schemas.openxmlformats.org/drawingml/2006/main">
            <a:off x="3980528"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19" name="">
            <a:extLst xmlns:a="http://schemas.openxmlformats.org/drawingml/2006/main">
              <a:ext uri="{FF2B5EF4-FFF2-40B4-BE49-F238E27FC236}">
                <a16:creationId xmlns:a16="http://schemas.microsoft.com/office/drawing/2014/main" id="{378791D5-0174-4C2E-A755-F9863C9D9FC1}"/>
              </a:ext>
            </a:extLst>
          </p:cNvPr>
          <p:cNvSpPr>
            <a:spLocks xmlns:a="http://schemas.openxmlformats.org/drawingml/2006/main" noGrp="1"/>
          </p:cNvSpPr>
          <p:nvPr/>
        </p:nvSpPr>
        <p:spPr>
          <a:xfrm xmlns:a="http://schemas.openxmlformats.org/drawingml/2006/main">
            <a:off x="4112649"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20" name="">
            <a:extLst xmlns:a="http://schemas.openxmlformats.org/drawingml/2006/main">
              <a:ext uri="{FF2B5EF4-FFF2-40B4-BE49-F238E27FC236}">
                <a16:creationId xmlns:a16="http://schemas.microsoft.com/office/drawing/2014/main" id="{0E5F5AD2-64C5-4801-B800-169BE7FC719E}"/>
              </a:ext>
            </a:extLst>
          </p:cNvPr>
          <p:cNvSpPr>
            <a:spLocks xmlns:a="http://schemas.openxmlformats.org/drawingml/2006/main" noGrp="1"/>
          </p:cNvSpPr>
          <p:nvPr/>
        </p:nvSpPr>
        <p:spPr>
          <a:xfrm xmlns:a="http://schemas.openxmlformats.org/drawingml/2006/main">
            <a:off x="4244770"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21" name="">
            <a:extLst xmlns:a="http://schemas.openxmlformats.org/drawingml/2006/main">
              <a:ext uri="{FF2B5EF4-FFF2-40B4-BE49-F238E27FC236}">
                <a16:creationId xmlns:a16="http://schemas.microsoft.com/office/drawing/2014/main" id="{AA55464C-32DD-43C9-8EF8-C928D18B7E18}"/>
              </a:ext>
            </a:extLst>
          </p:cNvPr>
          <p:cNvSpPr>
            <a:spLocks xmlns:a="http://schemas.openxmlformats.org/drawingml/2006/main" noGrp="1"/>
          </p:cNvSpPr>
          <p:nvPr/>
        </p:nvSpPr>
        <p:spPr>
          <a:xfrm xmlns:a="http://schemas.openxmlformats.org/drawingml/2006/main">
            <a:off x="4376891"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22" name="">
            <a:extLst xmlns:a="http://schemas.openxmlformats.org/drawingml/2006/main">
              <a:ext uri="{FF2B5EF4-FFF2-40B4-BE49-F238E27FC236}">
                <a16:creationId xmlns:a16="http://schemas.microsoft.com/office/drawing/2014/main" id="{A66FF834-3C8F-4C11-B5D8-3ACF1002E211}"/>
              </a:ext>
            </a:extLst>
          </p:cNvPr>
          <p:cNvSpPr>
            <a:spLocks xmlns:a="http://schemas.openxmlformats.org/drawingml/2006/main" noGrp="1"/>
          </p:cNvSpPr>
          <p:nvPr/>
        </p:nvSpPr>
        <p:spPr>
          <a:xfrm xmlns:a="http://schemas.openxmlformats.org/drawingml/2006/main">
            <a:off x="4509012"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23" name="">
            <a:extLst xmlns:a="http://schemas.openxmlformats.org/drawingml/2006/main">
              <a:ext uri="{FF2B5EF4-FFF2-40B4-BE49-F238E27FC236}">
                <a16:creationId xmlns:a16="http://schemas.microsoft.com/office/drawing/2014/main" id="{99AA3DDF-4AED-49E1-89F4-C9096399A443}"/>
              </a:ext>
            </a:extLst>
          </p:cNvPr>
          <p:cNvSpPr>
            <a:spLocks xmlns:a="http://schemas.openxmlformats.org/drawingml/2006/main" noGrp="1"/>
          </p:cNvSpPr>
          <p:nvPr/>
        </p:nvSpPr>
        <p:spPr>
          <a:xfrm xmlns:a="http://schemas.openxmlformats.org/drawingml/2006/main">
            <a:off x="4641133"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24" name="">
            <a:extLst xmlns:a="http://schemas.openxmlformats.org/drawingml/2006/main">
              <a:ext uri="{FF2B5EF4-FFF2-40B4-BE49-F238E27FC236}">
                <a16:creationId xmlns:a16="http://schemas.microsoft.com/office/drawing/2014/main" id="{428358AE-7A5B-4116-B0B5-91FB95CF9852}"/>
              </a:ext>
            </a:extLst>
          </p:cNvPr>
          <p:cNvSpPr>
            <a:spLocks xmlns:a="http://schemas.openxmlformats.org/drawingml/2006/main" noGrp="1"/>
          </p:cNvSpPr>
          <p:nvPr/>
        </p:nvSpPr>
        <p:spPr>
          <a:xfrm xmlns:a="http://schemas.openxmlformats.org/drawingml/2006/main">
            <a:off x="4773254" y="3619500"/>
            <a:ext cx="72667" cy="9525"/>
          </a:xfrm>
          <a:custGeom xmlns:a="http://schemas.openxmlformats.org/drawingml/2006/main">
            <a:pathLst>
              <a:path w="72667" h="9525">
                <a:moveTo>
                  <a:pt x="0" y="0"/>
                </a:moveTo>
                <a:lnTo>
                  <a:pt x="72667" y="0"/>
                </a:lnTo>
              </a:path>
            </a:pathLst>
          </a:custGeom>
          <a:noFill xmlns:a="http://schemas.openxmlformats.org/drawingml/2006/main"/>
          <a:ln xmlns:a="http://schemas.openxmlformats.org/drawingml/2006/main" w="19050">
            <a:solidFill>
              <a:srgbClr val="71818B"/>
            </a:solidFill>
          </a:ln>
        </p:spPr>
      </p:sp>
      <p:sp>
        <p:nvSpPr>
          <p:cNvPr id="125" name="">
            <a:extLst xmlns:a="http://schemas.openxmlformats.org/drawingml/2006/main">
              <a:ext uri="{FF2B5EF4-FFF2-40B4-BE49-F238E27FC236}">
                <a16:creationId xmlns:a16="http://schemas.microsoft.com/office/drawing/2014/main" id="{4B0E7930-123B-49ED-805C-ABF2A3B26B34}"/>
              </a:ext>
            </a:extLst>
          </p:cNvPr>
          <p:cNvSpPr>
            <a:spLocks xmlns:a="http://schemas.openxmlformats.org/drawingml/2006/main" noGrp="1"/>
          </p:cNvSpPr>
          <p:nvPr/>
        </p:nvSpPr>
        <p:spPr>
          <a:xfrm xmlns:a="http://schemas.openxmlformats.org/drawingml/2006/main">
            <a:off x="2743200" y="3619500"/>
            <a:ext cx="323850" cy="9525"/>
          </a:xfrm>
          <a:custGeom xmlns:a="http://schemas.openxmlformats.org/drawingml/2006/main">
            <a:pathLst>
              <a:path w="323850" h="9525">
                <a:moveTo>
                  <a:pt x="0" y="0"/>
                </a:moveTo>
                <a:lnTo>
                  <a:pt x="323850" y="0"/>
                </a:lnTo>
              </a:path>
            </a:pathLst>
          </a:custGeom>
          <a:noFill xmlns:a="http://schemas.openxmlformats.org/drawingml/2006/main"/>
          <a:ln xmlns:a="http://schemas.openxmlformats.org/drawingml/2006/main" w="28575">
            <a:solidFill>
              <a:srgbClr val="C4483C"/>
            </a:solidFill>
          </a:ln>
        </p:spPr>
      </p:sp>
      <p:sp>
        <p:nvSpPr>
          <p:cNvPr id="126" name="">
            <a:extLst xmlns:a="http://schemas.openxmlformats.org/drawingml/2006/main">
              <a:ext uri="{FF2B5EF4-FFF2-40B4-BE49-F238E27FC236}">
                <a16:creationId xmlns:a16="http://schemas.microsoft.com/office/drawing/2014/main" id="{7C06DAA0-64C7-4E92-A66F-7B6CC0F1C897}"/>
              </a:ext>
            </a:extLst>
          </p:cNvPr>
          <p:cNvSpPr>
            <a:spLocks xmlns:a="http://schemas.openxmlformats.org/drawingml/2006/main" noGrp="1"/>
          </p:cNvSpPr>
          <p:nvPr/>
        </p:nvSpPr>
        <p:spPr>
          <a:xfrm xmlns:a="http://schemas.openxmlformats.org/drawingml/2006/main">
            <a:off x="2905125" y="3429000"/>
            <a:ext cx="9525" cy="190500"/>
          </a:xfrm>
          <a:custGeom xmlns:a="http://schemas.openxmlformats.org/drawingml/2006/main">
            <a:pathLst>
              <a:path w="9525" h="190500">
                <a:moveTo>
                  <a:pt x="0" y="190500"/>
                </a:moveTo>
                <a:lnTo>
                  <a:pt x="0" y="0"/>
                </a:lnTo>
              </a:path>
            </a:pathLst>
          </a:custGeom>
          <a:noFill xmlns:a="http://schemas.openxmlformats.org/drawingml/2006/main"/>
          <a:ln xmlns:a="http://schemas.openxmlformats.org/drawingml/2006/main" w="28575">
            <a:solidFill>
              <a:srgbClr val="C4483C"/>
            </a:solidFill>
          </a:ln>
        </p:spPr>
      </p:sp>
      <p:sp>
        <p:nvSpPr>
          <p:cNvPr id="127" name="">
            <a:extLst xmlns:a="http://schemas.openxmlformats.org/drawingml/2006/main">
              <a:ext uri="{FF2B5EF4-FFF2-40B4-BE49-F238E27FC236}">
                <a16:creationId xmlns:a16="http://schemas.microsoft.com/office/drawing/2014/main" id="{7588D1FA-7783-4107-8F60-C855D60694E1}"/>
              </a:ext>
            </a:extLst>
          </p:cNvPr>
          <p:cNvSpPr>
            <a:spLocks xmlns:a="http://schemas.openxmlformats.org/drawingml/2006/main" noGrp="1"/>
          </p:cNvSpPr>
          <p:nvPr/>
        </p:nvSpPr>
        <p:spPr>
          <a:xfrm xmlns:a="http://schemas.openxmlformats.org/drawingml/2006/main">
            <a:off x="3143250" y="3981450"/>
            <a:ext cx="1190625" cy="9525"/>
          </a:xfrm>
          <a:custGeom xmlns:a="http://schemas.openxmlformats.org/drawingml/2006/main">
            <a:pathLst>
              <a:path w="1190625" h="9525">
                <a:moveTo>
                  <a:pt x="0" y="0"/>
                </a:moveTo>
                <a:lnTo>
                  <a:pt x="1190625" y="0"/>
                </a:lnTo>
              </a:path>
            </a:pathLst>
          </a:custGeom>
          <a:noFill xmlns:a="http://schemas.openxmlformats.org/drawingml/2006/main"/>
          <a:ln xmlns:a="http://schemas.openxmlformats.org/drawingml/2006/main" w="28575">
            <a:solidFill>
              <a:srgbClr val="C4483C"/>
            </a:solidFill>
          </a:ln>
        </p:spPr>
      </p:sp>
      <p:sp>
        <p:nvSpPr>
          <p:cNvPr id="128" name="">
            <a:extLst xmlns:a="http://schemas.openxmlformats.org/drawingml/2006/main">
              <a:ext uri="{FF2B5EF4-FFF2-40B4-BE49-F238E27FC236}">
                <a16:creationId xmlns:a16="http://schemas.microsoft.com/office/drawing/2014/main" id="{CE3B08A8-6C37-4C1D-9A5F-DB20E0152337}"/>
              </a:ext>
            </a:extLst>
          </p:cNvPr>
          <p:cNvSpPr>
            <a:spLocks xmlns:a="http://schemas.openxmlformats.org/drawingml/2006/main" noGrp="1"/>
          </p:cNvSpPr>
          <p:nvPr/>
        </p:nvSpPr>
        <p:spPr>
          <a:xfrm xmlns:a="http://schemas.openxmlformats.org/drawingml/2006/main">
            <a:off x="4219575" y="393344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C4483C"/>
          </a:solidFill>
          <a:ln xmlns:a="http://schemas.openxmlformats.org/drawingml/2006/main" w="4763">
            <a:solidFill>
              <a:srgbClr val="C4483C"/>
            </a:solidFill>
          </a:ln>
        </p:spPr>
      </p:sp>
      <p:sp>
        <p:nvSpPr>
          <p:cNvPr id="129" name="">
            <a:extLst xmlns:a="http://schemas.openxmlformats.org/drawingml/2006/main">
              <a:ext uri="{FF2B5EF4-FFF2-40B4-BE49-F238E27FC236}">
                <a16:creationId xmlns:a16="http://schemas.microsoft.com/office/drawing/2014/main" id="{E548CA31-9AB2-4DA9-ADD6-E5B65F025AB0}"/>
              </a:ext>
            </a:extLst>
          </p:cNvPr>
          <p:cNvSpPr>
            <a:spLocks xmlns:a="http://schemas.openxmlformats.org/drawingml/2006/main" noGrp="1"/>
          </p:cNvSpPr>
          <p:nvPr/>
        </p:nvSpPr>
        <p:spPr>
          <a:xfrm xmlns:a="http://schemas.openxmlformats.org/drawingml/2006/main">
            <a:off x="904875" y="5048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すべり面</a:t>
            </a:r>
          </a:p>
        </p:txBody>
      </p:sp>
      <p:sp>
        <p:nvSpPr>
          <p:cNvPr id="130" name="">
            <a:extLst xmlns:a="http://schemas.openxmlformats.org/drawingml/2006/main">
              <a:ext uri="{FF2B5EF4-FFF2-40B4-BE49-F238E27FC236}">
                <a16:creationId xmlns:a16="http://schemas.microsoft.com/office/drawing/2014/main" id="{7CD567AB-2337-4E5D-B0A8-83CDB782C780}"/>
              </a:ext>
            </a:extLst>
          </p:cNvPr>
          <p:cNvSpPr>
            <a:spLocks xmlns:a="http://schemas.openxmlformats.org/drawingml/2006/main" noGrp="1"/>
          </p:cNvSpPr>
          <p:nvPr/>
        </p:nvSpPr>
        <p:spPr>
          <a:xfrm xmlns:a="http://schemas.openxmlformats.org/drawingml/2006/main">
            <a:off x="6572250" y="22860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C4483C"/>
                </a:solidFill>
                <a:latin typeface="Yu Gothic"/>
                <a:ea typeface="Yu Gothic"/>
                <a:cs typeface="Yu Gothic"/>
              </a:defRPr>
            </a:defPPr>
            <a:lvl1pPr>
              <a:buNone/>
              <a:defRPr sz="2325" b="1">
                <a:solidFill>
                  <a:srgbClr val="C4483C"/>
                </a:solidFill>
                <a:latin typeface="Yu Gothic"/>
                <a:ea typeface="Yu Gothic"/>
                <a:cs typeface="Yu Gothic"/>
              </a:defRPr>
            </a:lvl1pPr>
            <a:lvl2pPr>
              <a:buNone/>
              <a:defRPr sz="2325" b="1">
                <a:solidFill>
                  <a:srgbClr val="C4483C"/>
                </a:solidFill>
                <a:latin typeface="Yu Gothic"/>
                <a:ea typeface="Yu Gothic"/>
                <a:cs typeface="Yu Gothic"/>
              </a:defRPr>
            </a:lvl2pPr>
            <a:lvl3pPr>
              <a:buNone/>
              <a:defRPr sz="2325" b="1">
                <a:solidFill>
                  <a:srgbClr val="C4483C"/>
                </a:solidFill>
                <a:latin typeface="Yu Gothic"/>
                <a:ea typeface="Yu Gothic"/>
                <a:cs typeface="Yu Gothic"/>
              </a:defRPr>
            </a:lvl3pPr>
            <a:lvl4pPr>
              <a:buNone/>
              <a:defRPr sz="2325" b="1">
                <a:solidFill>
                  <a:srgbClr val="C4483C"/>
                </a:solidFill>
                <a:latin typeface="Yu Gothic"/>
                <a:ea typeface="Yu Gothic"/>
                <a:cs typeface="Yu Gothic"/>
              </a:defRPr>
            </a:lvl4pPr>
            <a:lvl5pPr>
              <a:buNone/>
              <a:defRPr sz="2325" b="1">
                <a:solidFill>
                  <a:srgbClr val="C4483C"/>
                </a:solidFill>
                <a:latin typeface="Yu Gothic"/>
                <a:ea typeface="Yu Gothic"/>
                <a:cs typeface="Yu Gothic"/>
              </a:defRPr>
            </a:lvl5pPr>
            <a:lvl6pPr>
              <a:buNone/>
              <a:defRPr sz="2325" b="1">
                <a:solidFill>
                  <a:srgbClr val="C4483C"/>
                </a:solidFill>
                <a:latin typeface="Yu Gothic"/>
                <a:ea typeface="Yu Gothic"/>
                <a:cs typeface="Yu Gothic"/>
              </a:defRPr>
            </a:lvl6pPr>
            <a:lvl7pPr>
              <a:buNone/>
              <a:defRPr sz="2325" b="1">
                <a:solidFill>
                  <a:srgbClr val="C4483C"/>
                </a:solidFill>
                <a:latin typeface="Yu Gothic"/>
                <a:ea typeface="Yu Gothic"/>
                <a:cs typeface="Yu Gothic"/>
              </a:defRPr>
            </a:lvl7pPr>
            <a:lvl8pPr>
              <a:buNone/>
              <a:defRPr sz="2325" b="1">
                <a:solidFill>
                  <a:srgbClr val="C4483C"/>
                </a:solidFill>
                <a:latin typeface="Yu Gothic"/>
                <a:ea typeface="Yu Gothic"/>
                <a:cs typeface="Yu Gothic"/>
              </a:defRPr>
            </a:lvl8pPr>
            <a:lvl9pPr>
              <a:buNone/>
              <a:defRPr sz="2325" b="1">
                <a:solidFill>
                  <a:srgbClr val="C4483C"/>
                </a:solidFill>
                <a:latin typeface="Yu Gothic"/>
                <a:ea typeface="Yu Gothic"/>
                <a:cs typeface="Yu Gothic"/>
              </a:defRPr>
            </a:lvl9pPr>
          </a:lstStyle>
          <a:p xmlns:a="http://schemas.openxmlformats.org/drawingml/2006/main">
            <a:pPr>
              <a:buNone/>
              <a:defRPr sz="2325" b="1">
                <a:solidFill>
                  <a:srgbClr val="C4483C"/>
                </a:solidFill>
                <a:latin typeface="Yu Gothic"/>
                <a:ea typeface="Yu Gothic"/>
                <a:cs typeface="Yu Gothic"/>
              </a:defRPr>
            </a:pPr>
            <a:r>
              <a:rPr sz="2325" b="1">
                <a:solidFill>
                  <a:srgbClr val="C4483C"/>
                </a:solidFill>
                <a:latin typeface="Yu Gothic"/>
                <a:ea typeface="Yu Gothic"/>
                <a:cs typeface="Yu Gothic"/>
              </a:rPr>
              <a:t>余分な半原子面の端</a:t>
            </a:r>
          </a:p>
        </p:txBody>
      </p:sp>
      <p:sp>
        <p:nvSpPr>
          <p:cNvPr id="131" name="">
            <a:extLst xmlns:a="http://schemas.openxmlformats.org/drawingml/2006/main">
              <a:ext uri="{FF2B5EF4-FFF2-40B4-BE49-F238E27FC236}">
                <a16:creationId xmlns:a16="http://schemas.microsoft.com/office/drawing/2014/main" id="{32D4A109-2387-43D3-B2C9-6F3E408FD1CA}"/>
              </a:ext>
            </a:extLst>
          </p:cNvPr>
          <p:cNvSpPr>
            <a:spLocks xmlns:a="http://schemas.openxmlformats.org/drawingml/2006/main" noGrp="1"/>
          </p:cNvSpPr>
          <p:nvPr/>
        </p:nvSpPr>
        <p:spPr>
          <a:xfrm xmlns:a="http://schemas.openxmlformats.org/drawingml/2006/main">
            <a:off x="3086100" y="2857500"/>
            <a:ext cx="3343275" cy="714375"/>
          </a:xfrm>
          <a:custGeom xmlns:a="http://schemas.openxmlformats.org/drawingml/2006/main">
            <a:pathLst>
              <a:path w="3343275" h="714375">
                <a:moveTo>
                  <a:pt x="3343275" y="0"/>
                </a:moveTo>
                <a:lnTo>
                  <a:pt x="0" y="714375"/>
                </a:lnTo>
              </a:path>
            </a:pathLst>
          </a:custGeom>
          <a:noFill xmlns:a="http://schemas.openxmlformats.org/drawingml/2006/main"/>
          <a:ln xmlns:a="http://schemas.openxmlformats.org/drawingml/2006/main" w="19050">
            <a:solidFill>
              <a:srgbClr val="C4483C"/>
            </a:solidFill>
          </a:ln>
        </p:spPr>
      </p:sp>
      <p:sp>
        <p:nvSpPr>
          <p:cNvPr id="132" name="">
            <a:extLst xmlns:a="http://schemas.openxmlformats.org/drawingml/2006/main">
              <a:ext uri="{FF2B5EF4-FFF2-40B4-BE49-F238E27FC236}">
                <a16:creationId xmlns:a16="http://schemas.microsoft.com/office/drawing/2014/main" id="{F810E076-3ED2-44C6-BC09-FA6F6E72CD4D}"/>
              </a:ext>
            </a:extLst>
          </p:cNvPr>
          <p:cNvSpPr>
            <a:spLocks xmlns:a="http://schemas.openxmlformats.org/drawingml/2006/main" noGrp="1"/>
          </p:cNvSpPr>
          <p:nvPr/>
        </p:nvSpPr>
        <p:spPr>
          <a:xfrm xmlns:a="http://schemas.openxmlformats.org/drawingml/2006/main">
            <a:off x="3086100" y="3501045"/>
            <a:ext cx="121808" cy="93892"/>
          </a:xfrm>
          <a:custGeom xmlns:a="http://schemas.openxmlformats.org/drawingml/2006/main">
            <a:pathLst>
              <a:path w="121808" h="93892">
                <a:moveTo>
                  <a:pt x="0" y="70830"/>
                </a:moveTo>
                <a:lnTo>
                  <a:pt x="121808" y="93892"/>
                </a:lnTo>
                <a:lnTo>
                  <a:pt x="101746" y="0"/>
                </a:lnTo>
                <a:close/>
              </a:path>
            </a:pathLst>
          </a:custGeom>
          <a:solidFill xmlns:a="http://schemas.openxmlformats.org/drawingml/2006/main">
            <a:srgbClr val="C4483C"/>
          </a:solidFill>
          <a:ln xmlns:a="http://schemas.openxmlformats.org/drawingml/2006/main" w="4763">
            <a:solidFill>
              <a:srgbClr val="C4483C"/>
            </a:solidFill>
          </a:ln>
        </p:spPr>
      </p:sp>
      <p:sp>
        <p:nvSpPr>
          <p:cNvPr id="133" name="">
            <a:extLst xmlns:a="http://schemas.openxmlformats.org/drawingml/2006/main">
              <a:ext uri="{FF2B5EF4-FFF2-40B4-BE49-F238E27FC236}">
                <a16:creationId xmlns:a16="http://schemas.microsoft.com/office/drawing/2014/main" id="{C6223E6F-AD32-4BB4-AD8C-64557A06D331}"/>
              </a:ext>
            </a:extLst>
          </p:cNvPr>
          <p:cNvSpPr>
            <a:spLocks xmlns:a="http://schemas.openxmlformats.org/drawingml/2006/main" noGrp="1"/>
          </p:cNvSpPr>
          <p:nvPr/>
        </p:nvSpPr>
        <p:spPr>
          <a:xfrm xmlns:a="http://schemas.openxmlformats.org/drawingml/2006/main">
            <a:off x="6572250" y="3524250"/>
            <a:ext cx="485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転位の移動に伴って</a:t>
            </a:r>
          </a:p>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局所的なずれが進む</a:t>
            </a:r>
          </a:p>
        </p:txBody>
      </p:sp>
      <p:sp>
        <p:nvSpPr>
          <p:cNvPr id="134" name="">
            <a:extLst xmlns:a="http://schemas.openxmlformats.org/drawingml/2006/main">
              <a:ext uri="{FF2B5EF4-FFF2-40B4-BE49-F238E27FC236}">
                <a16:creationId xmlns:a16="http://schemas.microsoft.com/office/drawing/2014/main" id="{15E8066B-451E-4B4B-8C36-49A93DFC0C74}"/>
              </a:ext>
            </a:extLst>
          </p:cNvPr>
          <p:cNvSpPr>
            <a:spLocks xmlns:a="http://schemas.openxmlformats.org/drawingml/2006/main" noGrp="1"/>
          </p:cNvSpPr>
          <p:nvPr/>
        </p:nvSpPr>
        <p:spPr>
          <a:xfrm xmlns:a="http://schemas.openxmlformats.org/drawingml/2006/main">
            <a:off x="6572250" y="4762500"/>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転位が通過すると、すべりが残る</a:t>
            </a:r>
          </a:p>
        </p:txBody>
      </p:sp>
      <p:sp>
        <p:nvSpPr>
          <p:cNvPr id="135" name="">
            <a:extLst xmlns:a="http://schemas.openxmlformats.org/drawingml/2006/main">
              <a:ext uri="{FF2B5EF4-FFF2-40B4-BE49-F238E27FC236}">
                <a16:creationId xmlns:a16="http://schemas.microsoft.com/office/drawing/2014/main" id="{13F103DF-A544-4F9A-8916-1A41FE37CAA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赤は半原子面の強調。格子のゆがみと3次元構造は省略。転位の移動と原子面全体の一斉のずれを区別する。</a:t>
            </a:r>
          </a:p>
        </p:txBody>
      </p:sp>
    </p:spTree>
    <p:extLst>
      <p:ext uri="{BB962C8B-B14F-4D97-AF65-F5344CB8AC3E}">
        <p14:creationId xmlns:p14="http://schemas.microsoft.com/office/powerpoint/2010/main" val="6295699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E631BA-1E10-49C9-8289-C642171232F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弾性の傾きと、塑性変形の始まり</a:t>
            </a:r>
          </a:p>
        </p:txBody>
      </p:sp>
      <p:sp>
        <p:nvSpPr>
          <p:cNvPr id="2" name="">
            <a:extLst xmlns:a="http://schemas.openxmlformats.org/drawingml/2006/main">
              <a:ext uri="{FF2B5EF4-FFF2-40B4-BE49-F238E27FC236}">
                <a16:creationId xmlns:a16="http://schemas.microsoft.com/office/drawing/2014/main" id="{49AA6528-B3A3-41B7-8A57-9152F9FB92ED}"/>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graphicFrame>
        <p:nvGraphicFramePr>
          <p:cNvPr id="4" name="">
            <a:extLst xmlns:a="http://schemas.openxmlformats.org/drawingml/2006/main">
              <a:ext uri="{FF2B5EF4-FFF2-40B4-BE49-F238E27FC236}">
                <a16:creationId xmlns:a16="http://schemas.microsoft.com/office/drawing/2014/main" id="{229C301F-1BAE-4118-9622-82F086243AC3}"/>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現象・量</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主に区別したい理解</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弾性的な伸び縮み</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原子間隔等の可逆的な変化</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ヤング率 E</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弾性域の応力とひずみの傾き</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塑性変形</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転位の移動などによる残る変形</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強化</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転位の動きを妨げ、降伏等を変える</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3DCAA3A-8FA3-49F7-B90C-F04180CC3A5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ヤング率・降伏強さ・引張強さ・硬さを、一つの「強さ」へまとめない。</a:t>
            </a:r>
          </a:p>
        </p:txBody>
      </p:sp>
      <p:sp>
        <p:nvSpPr>
          <p:cNvPr id="6" name="">
            <a:extLst xmlns:a="http://schemas.openxmlformats.org/drawingml/2006/main">
              <a:ext uri="{FF2B5EF4-FFF2-40B4-BE49-F238E27FC236}">
                <a16:creationId xmlns:a16="http://schemas.microsoft.com/office/drawing/2014/main" id="{BD5E3077-6E01-436C-B95A-DA76C9879A9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19 / 56</a:t>
            </a:r>
          </a:p>
        </p:txBody>
      </p:sp>
      <p:sp>
        <p:nvSpPr>
          <p:cNvPr id="8" name="">
            <a:extLst xmlns:a="http://schemas.openxmlformats.org/drawingml/2006/main">
              <a:ext uri="{FF2B5EF4-FFF2-40B4-BE49-F238E27FC236}">
                <a16:creationId xmlns:a16="http://schemas.microsoft.com/office/drawing/2014/main" id="{6D50841F-96CC-4374-A050-86A9B9E5F2B8}"/>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a:t>
            </a:r>
          </a:p>
        </p:txBody>
      </p:sp>
    </p:spTree>
    <p:extLst>
      <p:ext uri="{BB962C8B-B14F-4D97-AF65-F5344CB8AC3E}">
        <p14:creationId xmlns:p14="http://schemas.microsoft.com/office/powerpoint/2010/main" val="98919642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61D3FEB-C9E5-4DC5-ABA9-871B9835D3B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強化：動きの妨げ方を変える</a:t>
            </a:r>
          </a:p>
        </p:txBody>
      </p:sp>
      <p:sp>
        <p:nvSpPr>
          <p:cNvPr id="2" name="">
            <a:extLst xmlns:a="http://schemas.openxmlformats.org/drawingml/2006/main">
              <a:ext uri="{FF2B5EF4-FFF2-40B4-BE49-F238E27FC236}">
                <a16:creationId xmlns:a16="http://schemas.microsoft.com/office/drawing/2014/main" id="{005FBEE0-8A19-44E8-8FA4-A909AC0B7EA0}"/>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5" name="">
            <a:extLst xmlns:a="http://schemas.openxmlformats.org/drawingml/2006/main">
              <a:ext uri="{FF2B5EF4-FFF2-40B4-BE49-F238E27FC236}">
                <a16:creationId xmlns:a16="http://schemas.microsoft.com/office/drawing/2014/main" id="{95EEB14E-B25C-4A02-A1BB-4953AC6E415D}"/>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36" name="">
            <a:extLst xmlns:a="http://schemas.openxmlformats.org/drawingml/2006/main">
              <a:ext uri="{FF2B5EF4-FFF2-40B4-BE49-F238E27FC236}">
                <a16:creationId xmlns:a16="http://schemas.microsoft.com/office/drawing/2014/main" id="{26B667DA-9D1D-461E-A84B-89F89B44C14F}"/>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20 / 56</a:t>
            </a:r>
          </a:p>
        </p:txBody>
      </p:sp>
      <p:sp>
        <p:nvSpPr>
          <p:cNvPr id="38" name="">
            <a:extLst xmlns:a="http://schemas.openxmlformats.org/drawingml/2006/main">
              <a:ext uri="{FF2B5EF4-FFF2-40B4-BE49-F238E27FC236}">
                <a16:creationId xmlns:a16="http://schemas.microsoft.com/office/drawing/2014/main" id="{0FF5988E-90DF-49FF-9A8D-52EA2D827FBA}"/>
              </a:ext>
            </a:extLst>
          </p:cNvPr>
          <p:cNvSpPr>
            <a:spLocks xmlns:a="http://schemas.openxmlformats.org/drawingml/2006/main" noGrp="1"/>
          </p:cNvSpPr>
          <p:nvPr/>
        </p:nvSpPr>
        <p:spPr>
          <a:xfrm xmlns:a="http://schemas.openxmlformats.org/drawingml/2006/main">
            <a:off x="809625" y="16668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固溶強化</a:t>
            </a:r>
          </a:p>
        </p:txBody>
      </p:sp>
      <p:sp>
        <p:nvSpPr>
          <p:cNvPr id="39" name="">
            <a:extLst xmlns:a="http://schemas.openxmlformats.org/drawingml/2006/main">
              <a:ext uri="{FF2B5EF4-FFF2-40B4-BE49-F238E27FC236}">
                <a16:creationId xmlns:a16="http://schemas.microsoft.com/office/drawing/2014/main" id="{FB92CFAA-255F-41BD-824B-87900497EB55}"/>
              </a:ext>
            </a:extLst>
          </p:cNvPr>
          <p:cNvSpPr>
            <a:spLocks xmlns:a="http://schemas.openxmlformats.org/drawingml/2006/main" noGrp="1"/>
          </p:cNvSpPr>
          <p:nvPr/>
        </p:nvSpPr>
        <p:spPr>
          <a:xfrm xmlns:a="http://schemas.openxmlformats.org/drawingml/2006/main">
            <a:off x="952500" y="249555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0" name="">
            <a:extLst xmlns:a="http://schemas.openxmlformats.org/drawingml/2006/main">
              <a:ext uri="{FF2B5EF4-FFF2-40B4-BE49-F238E27FC236}">
                <a16:creationId xmlns:a16="http://schemas.microsoft.com/office/drawing/2014/main" id="{C591945D-D091-46ED-AA76-A3CF33714984}"/>
              </a:ext>
            </a:extLst>
          </p:cNvPr>
          <p:cNvSpPr>
            <a:spLocks xmlns:a="http://schemas.openxmlformats.org/drawingml/2006/main" noGrp="1"/>
          </p:cNvSpPr>
          <p:nvPr/>
        </p:nvSpPr>
        <p:spPr>
          <a:xfrm xmlns:a="http://schemas.openxmlformats.org/drawingml/2006/main">
            <a:off x="1247775" y="249555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1" name="">
            <a:extLst xmlns:a="http://schemas.openxmlformats.org/drawingml/2006/main">
              <a:ext uri="{FF2B5EF4-FFF2-40B4-BE49-F238E27FC236}">
                <a16:creationId xmlns:a16="http://schemas.microsoft.com/office/drawing/2014/main" id="{4AEF09A3-4577-4F7E-8E07-80BD6F8DBA68}"/>
              </a:ext>
            </a:extLst>
          </p:cNvPr>
          <p:cNvSpPr>
            <a:spLocks xmlns:a="http://schemas.openxmlformats.org/drawingml/2006/main" noGrp="1"/>
          </p:cNvSpPr>
          <p:nvPr/>
        </p:nvSpPr>
        <p:spPr>
          <a:xfrm xmlns:a="http://schemas.openxmlformats.org/drawingml/2006/main">
            <a:off x="1543050" y="249555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2" name="">
            <a:extLst xmlns:a="http://schemas.openxmlformats.org/drawingml/2006/main">
              <a:ext uri="{FF2B5EF4-FFF2-40B4-BE49-F238E27FC236}">
                <a16:creationId xmlns:a16="http://schemas.microsoft.com/office/drawing/2014/main" id="{1555F3A3-3ACB-45BD-84DD-B577792E7982}"/>
              </a:ext>
            </a:extLst>
          </p:cNvPr>
          <p:cNvSpPr>
            <a:spLocks xmlns:a="http://schemas.openxmlformats.org/drawingml/2006/main" noGrp="1"/>
          </p:cNvSpPr>
          <p:nvPr/>
        </p:nvSpPr>
        <p:spPr>
          <a:xfrm xmlns:a="http://schemas.openxmlformats.org/drawingml/2006/main">
            <a:off x="1838325" y="249555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3" name="">
            <a:extLst xmlns:a="http://schemas.openxmlformats.org/drawingml/2006/main">
              <a:ext uri="{FF2B5EF4-FFF2-40B4-BE49-F238E27FC236}">
                <a16:creationId xmlns:a16="http://schemas.microsoft.com/office/drawing/2014/main" id="{0B947D5F-3266-4092-8C02-14342C54B8C0}"/>
              </a:ext>
            </a:extLst>
          </p:cNvPr>
          <p:cNvSpPr>
            <a:spLocks xmlns:a="http://schemas.openxmlformats.org/drawingml/2006/main" noGrp="1"/>
          </p:cNvSpPr>
          <p:nvPr/>
        </p:nvSpPr>
        <p:spPr>
          <a:xfrm xmlns:a="http://schemas.openxmlformats.org/drawingml/2006/main">
            <a:off x="2133600" y="2495550"/>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4" name="">
            <a:extLst xmlns:a="http://schemas.openxmlformats.org/drawingml/2006/main">
              <a:ext uri="{FF2B5EF4-FFF2-40B4-BE49-F238E27FC236}">
                <a16:creationId xmlns:a16="http://schemas.microsoft.com/office/drawing/2014/main" id="{8BA1333A-9552-4CA4-94A7-005F139C438F}"/>
              </a:ext>
            </a:extLst>
          </p:cNvPr>
          <p:cNvSpPr>
            <a:spLocks xmlns:a="http://schemas.openxmlformats.org/drawingml/2006/main" noGrp="1"/>
          </p:cNvSpPr>
          <p:nvPr/>
        </p:nvSpPr>
        <p:spPr>
          <a:xfrm xmlns:a="http://schemas.openxmlformats.org/drawingml/2006/main">
            <a:off x="952500" y="279082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5" name="">
            <a:extLst xmlns:a="http://schemas.openxmlformats.org/drawingml/2006/main">
              <a:ext uri="{FF2B5EF4-FFF2-40B4-BE49-F238E27FC236}">
                <a16:creationId xmlns:a16="http://schemas.microsoft.com/office/drawing/2014/main" id="{5313D7FB-AF61-4C08-96E2-E9F12F6AA200}"/>
              </a:ext>
            </a:extLst>
          </p:cNvPr>
          <p:cNvSpPr>
            <a:spLocks xmlns:a="http://schemas.openxmlformats.org/drawingml/2006/main" noGrp="1"/>
          </p:cNvSpPr>
          <p:nvPr/>
        </p:nvSpPr>
        <p:spPr>
          <a:xfrm xmlns:a="http://schemas.openxmlformats.org/drawingml/2006/main">
            <a:off x="1247775" y="279082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6" name="">
            <a:extLst xmlns:a="http://schemas.openxmlformats.org/drawingml/2006/main">
              <a:ext uri="{FF2B5EF4-FFF2-40B4-BE49-F238E27FC236}">
                <a16:creationId xmlns:a16="http://schemas.microsoft.com/office/drawing/2014/main" id="{A4197ECC-B047-4CDA-8078-DA5F9E32A5ED}"/>
              </a:ext>
            </a:extLst>
          </p:cNvPr>
          <p:cNvSpPr>
            <a:spLocks xmlns:a="http://schemas.openxmlformats.org/drawingml/2006/main" noGrp="1"/>
          </p:cNvSpPr>
          <p:nvPr/>
        </p:nvSpPr>
        <p:spPr>
          <a:xfrm xmlns:a="http://schemas.openxmlformats.org/drawingml/2006/main">
            <a:off x="1543050" y="279082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7" name="">
            <a:extLst xmlns:a="http://schemas.openxmlformats.org/drawingml/2006/main">
              <a:ext uri="{FF2B5EF4-FFF2-40B4-BE49-F238E27FC236}">
                <a16:creationId xmlns:a16="http://schemas.microsoft.com/office/drawing/2014/main" id="{37F41456-87C0-42A4-A378-09A4533EFF4A}"/>
              </a:ext>
            </a:extLst>
          </p:cNvPr>
          <p:cNvSpPr>
            <a:spLocks xmlns:a="http://schemas.openxmlformats.org/drawingml/2006/main" noGrp="1"/>
          </p:cNvSpPr>
          <p:nvPr/>
        </p:nvSpPr>
        <p:spPr>
          <a:xfrm xmlns:a="http://schemas.openxmlformats.org/drawingml/2006/main">
            <a:off x="1838325" y="279082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8" name="">
            <a:extLst xmlns:a="http://schemas.openxmlformats.org/drawingml/2006/main">
              <a:ext uri="{FF2B5EF4-FFF2-40B4-BE49-F238E27FC236}">
                <a16:creationId xmlns:a16="http://schemas.microsoft.com/office/drawing/2014/main" id="{57706633-0510-4901-9BD7-B7A9F84EEADD}"/>
              </a:ext>
            </a:extLst>
          </p:cNvPr>
          <p:cNvSpPr>
            <a:spLocks xmlns:a="http://schemas.openxmlformats.org/drawingml/2006/main" noGrp="1"/>
          </p:cNvSpPr>
          <p:nvPr/>
        </p:nvSpPr>
        <p:spPr>
          <a:xfrm xmlns:a="http://schemas.openxmlformats.org/drawingml/2006/main">
            <a:off x="2133600" y="2790825"/>
            <a:ext cx="95250" cy="952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9" name="">
            <a:extLst xmlns:a="http://schemas.openxmlformats.org/drawingml/2006/main">
              <a:ext uri="{FF2B5EF4-FFF2-40B4-BE49-F238E27FC236}">
                <a16:creationId xmlns:a16="http://schemas.microsoft.com/office/drawing/2014/main" id="{3C26B4ED-8FAA-4466-B4E3-E713C0D03482}"/>
              </a:ext>
            </a:extLst>
          </p:cNvPr>
          <p:cNvSpPr>
            <a:spLocks xmlns:a="http://schemas.openxmlformats.org/drawingml/2006/main" noGrp="1"/>
          </p:cNvSpPr>
          <p:nvPr/>
        </p:nvSpPr>
        <p:spPr>
          <a:xfrm xmlns:a="http://schemas.openxmlformats.org/drawingml/2006/main">
            <a:off x="1476375" y="2428875"/>
            <a:ext cx="228600" cy="228600"/>
          </a:xfrm>
          <a:prstGeom xmlns:a="http://schemas.openxmlformats.org/drawingml/2006/main" prst="ellipse">
            <a:avLst/>
          </a:prstGeom>
          <a:solidFill xmlns:a="http://schemas.openxmlformats.org/drawingml/2006/main">
            <a:srgbClr val="AD8760"/>
          </a:solidFill>
          <a:ln xmlns:a="http://schemas.openxmlformats.org/drawingml/2006/main" w="17145">
            <a:solidFill>
              <a:srgbClr val="AD8760"/>
            </a:solidFill>
          </a:ln>
        </p:spPr>
      </p:sp>
      <p:sp>
        <p:nvSpPr>
          <p:cNvPr id="50" name="">
            <a:extLst xmlns:a="http://schemas.openxmlformats.org/drawingml/2006/main">
              <a:ext uri="{FF2B5EF4-FFF2-40B4-BE49-F238E27FC236}">
                <a16:creationId xmlns:a16="http://schemas.microsoft.com/office/drawing/2014/main" id="{EA39AC3E-A782-47B0-9EE9-F9C1F0EBFF91}"/>
              </a:ext>
            </a:extLst>
          </p:cNvPr>
          <p:cNvSpPr>
            <a:spLocks xmlns:a="http://schemas.openxmlformats.org/drawingml/2006/main" noGrp="1"/>
          </p:cNvSpPr>
          <p:nvPr/>
        </p:nvSpPr>
        <p:spPr>
          <a:xfrm xmlns:a="http://schemas.openxmlformats.org/drawingml/2006/main">
            <a:off x="2905125" y="233362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異種原子の周囲のゆがみ</a:t>
            </a:r>
          </a:p>
        </p:txBody>
      </p:sp>
      <p:sp>
        <p:nvSpPr>
          <p:cNvPr id="51" name="">
            <a:extLst xmlns:a="http://schemas.openxmlformats.org/drawingml/2006/main">
              <a:ext uri="{FF2B5EF4-FFF2-40B4-BE49-F238E27FC236}">
                <a16:creationId xmlns:a16="http://schemas.microsoft.com/office/drawing/2014/main" id="{618B9DB0-04A3-43E3-9F02-F48CEF3D75FD}"/>
              </a:ext>
            </a:extLst>
          </p:cNvPr>
          <p:cNvSpPr>
            <a:spLocks xmlns:a="http://schemas.openxmlformats.org/drawingml/2006/main" noGrp="1"/>
          </p:cNvSpPr>
          <p:nvPr/>
        </p:nvSpPr>
        <p:spPr>
          <a:xfrm xmlns:a="http://schemas.openxmlformats.org/drawingml/2006/main">
            <a:off x="6762750" y="16668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加工硬化</a:t>
            </a:r>
          </a:p>
        </p:txBody>
      </p:sp>
      <p:sp>
        <p:nvSpPr>
          <p:cNvPr id="52" name="">
            <a:extLst xmlns:a="http://schemas.openxmlformats.org/drawingml/2006/main">
              <a:ext uri="{FF2B5EF4-FFF2-40B4-BE49-F238E27FC236}">
                <a16:creationId xmlns:a16="http://schemas.microsoft.com/office/drawing/2014/main" id="{A46C06ED-97F4-4B82-86C7-E48E15FA2818}"/>
              </a:ext>
            </a:extLst>
          </p:cNvPr>
          <p:cNvSpPr>
            <a:spLocks xmlns:a="http://schemas.openxmlformats.org/drawingml/2006/main" noGrp="1"/>
          </p:cNvSpPr>
          <p:nvPr/>
        </p:nvSpPr>
        <p:spPr>
          <a:xfrm xmlns:a="http://schemas.openxmlformats.org/drawingml/2006/main">
            <a:off x="6953250" y="2400300"/>
            <a:ext cx="1524000" cy="285750"/>
          </a:xfrm>
          <a:custGeom xmlns:a="http://schemas.openxmlformats.org/drawingml/2006/main">
            <a:pathLst>
              <a:path w="1524000" h="285750">
                <a:moveTo>
                  <a:pt x="0" y="142875"/>
                </a:moveTo>
                <a:lnTo>
                  <a:pt x="381000" y="285750"/>
                </a:lnTo>
                <a:lnTo>
                  <a:pt x="666750" y="0"/>
                </a:lnTo>
                <a:lnTo>
                  <a:pt x="1047750" y="238125"/>
                </a:lnTo>
                <a:lnTo>
                  <a:pt x="1524000" y="114300"/>
                </a:lnTo>
              </a:path>
            </a:pathLst>
          </a:custGeom>
          <a:noFill xmlns:a="http://schemas.openxmlformats.org/drawingml/2006/main"/>
          <a:ln xmlns:a="http://schemas.openxmlformats.org/drawingml/2006/main" w="28575">
            <a:solidFill>
              <a:srgbClr val="C4483C"/>
            </a:solidFill>
          </a:ln>
        </p:spPr>
      </p:sp>
      <p:sp>
        <p:nvSpPr>
          <p:cNvPr id="53" name="">
            <a:extLst xmlns:a="http://schemas.openxmlformats.org/drawingml/2006/main">
              <a:ext uri="{FF2B5EF4-FFF2-40B4-BE49-F238E27FC236}">
                <a16:creationId xmlns:a16="http://schemas.microsoft.com/office/drawing/2014/main" id="{DAAFBED7-0F7E-42C8-9868-D1809EF75696}"/>
              </a:ext>
            </a:extLst>
          </p:cNvPr>
          <p:cNvSpPr>
            <a:spLocks xmlns:a="http://schemas.openxmlformats.org/drawingml/2006/main" noGrp="1"/>
          </p:cNvSpPr>
          <p:nvPr/>
        </p:nvSpPr>
        <p:spPr>
          <a:xfrm xmlns:a="http://schemas.openxmlformats.org/drawingml/2006/main">
            <a:off x="7381875" y="2257425"/>
            <a:ext cx="762000" cy="571500"/>
          </a:xfrm>
          <a:custGeom xmlns:a="http://schemas.openxmlformats.org/drawingml/2006/main">
            <a:pathLst>
              <a:path w="762000" h="571500">
                <a:moveTo>
                  <a:pt x="0" y="0"/>
                </a:moveTo>
                <a:lnTo>
                  <a:pt x="142875" y="571500"/>
                </a:lnTo>
                <a:lnTo>
                  <a:pt x="523875" y="95250"/>
                </a:lnTo>
                <a:lnTo>
                  <a:pt x="762000" y="571500"/>
                </a:lnTo>
              </a:path>
            </a:pathLst>
          </a:custGeom>
          <a:noFill xmlns:a="http://schemas.openxmlformats.org/drawingml/2006/main"/>
          <a:ln xmlns:a="http://schemas.openxmlformats.org/drawingml/2006/main" w="28575">
            <a:solidFill>
              <a:srgbClr val="2876A8"/>
            </a:solidFill>
          </a:ln>
        </p:spPr>
      </p:sp>
      <p:sp>
        <p:nvSpPr>
          <p:cNvPr id="54" name="">
            <a:extLst xmlns:a="http://schemas.openxmlformats.org/drawingml/2006/main">
              <a:ext uri="{FF2B5EF4-FFF2-40B4-BE49-F238E27FC236}">
                <a16:creationId xmlns:a16="http://schemas.microsoft.com/office/drawing/2014/main" id="{B60BF9B3-DBA5-4CC6-9A1D-639BCA32C6C7}"/>
              </a:ext>
            </a:extLst>
          </p:cNvPr>
          <p:cNvSpPr>
            <a:spLocks xmlns:a="http://schemas.openxmlformats.org/drawingml/2006/main" noGrp="1"/>
          </p:cNvSpPr>
          <p:nvPr/>
        </p:nvSpPr>
        <p:spPr>
          <a:xfrm xmlns:a="http://schemas.openxmlformats.org/drawingml/2006/main">
            <a:off x="8858250" y="233362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増えた転位同士の</a:t>
            </a:r>
          </a:p>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相互作用</a:t>
            </a:r>
          </a:p>
        </p:txBody>
      </p:sp>
      <p:sp>
        <p:nvSpPr>
          <p:cNvPr id="55" name="">
            <a:extLst xmlns:a="http://schemas.openxmlformats.org/drawingml/2006/main">
              <a:ext uri="{FF2B5EF4-FFF2-40B4-BE49-F238E27FC236}">
                <a16:creationId xmlns:a16="http://schemas.microsoft.com/office/drawing/2014/main" id="{58E54A85-4B65-4C47-B5D3-732DAC577674}"/>
              </a:ext>
            </a:extLst>
          </p:cNvPr>
          <p:cNvSpPr>
            <a:spLocks xmlns:a="http://schemas.openxmlformats.org/drawingml/2006/main" noGrp="1"/>
          </p:cNvSpPr>
          <p:nvPr/>
        </p:nvSpPr>
        <p:spPr>
          <a:xfrm xmlns:a="http://schemas.openxmlformats.org/drawingml/2006/main">
            <a:off x="809625" y="37623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析出による強化</a:t>
            </a:r>
          </a:p>
        </p:txBody>
      </p:sp>
      <p:sp>
        <p:nvSpPr>
          <p:cNvPr id="56" name="">
            <a:extLst xmlns:a="http://schemas.openxmlformats.org/drawingml/2006/main">
              <a:ext uri="{FF2B5EF4-FFF2-40B4-BE49-F238E27FC236}">
                <a16:creationId xmlns:a16="http://schemas.microsoft.com/office/drawing/2014/main" id="{8DD5730C-C935-42D2-A43A-6D274B2B8FC5}"/>
              </a:ext>
            </a:extLst>
          </p:cNvPr>
          <p:cNvSpPr>
            <a:spLocks xmlns:a="http://schemas.openxmlformats.org/drawingml/2006/main" noGrp="1"/>
          </p:cNvSpPr>
          <p:nvPr/>
        </p:nvSpPr>
        <p:spPr>
          <a:xfrm xmlns:a="http://schemas.openxmlformats.org/drawingml/2006/main">
            <a:off x="1000125" y="4638675"/>
            <a:ext cx="68507" cy="9525"/>
          </a:xfrm>
          <a:custGeom xmlns:a="http://schemas.openxmlformats.org/drawingml/2006/main">
            <a:pathLst>
              <a:path w="68507" h="9525">
                <a:moveTo>
                  <a:pt x="0" y="0"/>
                </a:moveTo>
                <a:lnTo>
                  <a:pt x="68507" y="0"/>
                </a:lnTo>
              </a:path>
            </a:pathLst>
          </a:custGeom>
          <a:noFill xmlns:a="http://schemas.openxmlformats.org/drawingml/2006/main"/>
          <a:ln xmlns:a="http://schemas.openxmlformats.org/drawingml/2006/main" w="19050">
            <a:solidFill>
              <a:srgbClr val="C4483C"/>
            </a:solidFill>
          </a:ln>
        </p:spPr>
      </p:sp>
      <p:sp>
        <p:nvSpPr>
          <p:cNvPr id="57" name="">
            <a:extLst xmlns:a="http://schemas.openxmlformats.org/drawingml/2006/main">
              <a:ext uri="{FF2B5EF4-FFF2-40B4-BE49-F238E27FC236}">
                <a16:creationId xmlns:a16="http://schemas.microsoft.com/office/drawing/2014/main" id="{8DE22166-FC45-4F19-BC7F-06292A8F68F1}"/>
              </a:ext>
            </a:extLst>
          </p:cNvPr>
          <p:cNvSpPr>
            <a:spLocks xmlns:a="http://schemas.openxmlformats.org/drawingml/2006/main" noGrp="1"/>
          </p:cNvSpPr>
          <p:nvPr/>
        </p:nvSpPr>
        <p:spPr>
          <a:xfrm xmlns:a="http://schemas.openxmlformats.org/drawingml/2006/main">
            <a:off x="1124683" y="4638675"/>
            <a:ext cx="68507" cy="9525"/>
          </a:xfrm>
          <a:custGeom xmlns:a="http://schemas.openxmlformats.org/drawingml/2006/main">
            <a:pathLst>
              <a:path w="68507" h="9525">
                <a:moveTo>
                  <a:pt x="0" y="0"/>
                </a:moveTo>
                <a:lnTo>
                  <a:pt x="68507" y="0"/>
                </a:lnTo>
              </a:path>
            </a:pathLst>
          </a:custGeom>
          <a:noFill xmlns:a="http://schemas.openxmlformats.org/drawingml/2006/main"/>
          <a:ln xmlns:a="http://schemas.openxmlformats.org/drawingml/2006/main" w="19050">
            <a:solidFill>
              <a:srgbClr val="C4483C"/>
            </a:solidFill>
          </a:ln>
        </p:spPr>
      </p:sp>
      <p:sp>
        <p:nvSpPr>
          <p:cNvPr id="58" name="">
            <a:extLst xmlns:a="http://schemas.openxmlformats.org/drawingml/2006/main">
              <a:ext uri="{FF2B5EF4-FFF2-40B4-BE49-F238E27FC236}">
                <a16:creationId xmlns:a16="http://schemas.microsoft.com/office/drawing/2014/main" id="{93E1C380-6CC8-4125-A828-7CA7FD97CBD7}"/>
              </a:ext>
            </a:extLst>
          </p:cNvPr>
          <p:cNvSpPr>
            <a:spLocks xmlns:a="http://schemas.openxmlformats.org/drawingml/2006/main" noGrp="1"/>
          </p:cNvSpPr>
          <p:nvPr/>
        </p:nvSpPr>
        <p:spPr>
          <a:xfrm xmlns:a="http://schemas.openxmlformats.org/drawingml/2006/main">
            <a:off x="1249240" y="4638675"/>
            <a:ext cx="68507" cy="9525"/>
          </a:xfrm>
          <a:custGeom xmlns:a="http://schemas.openxmlformats.org/drawingml/2006/main">
            <a:pathLst>
              <a:path w="68507" h="9525">
                <a:moveTo>
                  <a:pt x="0" y="0"/>
                </a:moveTo>
                <a:lnTo>
                  <a:pt x="68507" y="0"/>
                </a:lnTo>
              </a:path>
            </a:pathLst>
          </a:custGeom>
          <a:noFill xmlns:a="http://schemas.openxmlformats.org/drawingml/2006/main"/>
          <a:ln xmlns:a="http://schemas.openxmlformats.org/drawingml/2006/main" w="19050">
            <a:solidFill>
              <a:srgbClr val="C4483C"/>
            </a:solidFill>
          </a:ln>
        </p:spPr>
      </p:sp>
      <p:sp>
        <p:nvSpPr>
          <p:cNvPr id="59" name="">
            <a:extLst xmlns:a="http://schemas.openxmlformats.org/drawingml/2006/main">
              <a:ext uri="{FF2B5EF4-FFF2-40B4-BE49-F238E27FC236}">
                <a16:creationId xmlns:a16="http://schemas.microsoft.com/office/drawing/2014/main" id="{EF85BAF9-452C-4F7D-949F-65A95E3ED508}"/>
              </a:ext>
            </a:extLst>
          </p:cNvPr>
          <p:cNvSpPr>
            <a:spLocks xmlns:a="http://schemas.openxmlformats.org/drawingml/2006/main" noGrp="1"/>
          </p:cNvSpPr>
          <p:nvPr/>
        </p:nvSpPr>
        <p:spPr>
          <a:xfrm xmlns:a="http://schemas.openxmlformats.org/drawingml/2006/main">
            <a:off x="1373798" y="4638675"/>
            <a:ext cx="68507" cy="9525"/>
          </a:xfrm>
          <a:custGeom xmlns:a="http://schemas.openxmlformats.org/drawingml/2006/main">
            <a:pathLst>
              <a:path w="68507" h="9525">
                <a:moveTo>
                  <a:pt x="0" y="0"/>
                </a:moveTo>
                <a:lnTo>
                  <a:pt x="68507" y="0"/>
                </a:lnTo>
              </a:path>
            </a:pathLst>
          </a:custGeom>
          <a:noFill xmlns:a="http://schemas.openxmlformats.org/drawingml/2006/main"/>
          <a:ln xmlns:a="http://schemas.openxmlformats.org/drawingml/2006/main" w="19050">
            <a:solidFill>
              <a:srgbClr val="C4483C"/>
            </a:solidFill>
          </a:ln>
        </p:spPr>
      </p:sp>
      <p:sp>
        <p:nvSpPr>
          <p:cNvPr id="60" name="">
            <a:extLst xmlns:a="http://schemas.openxmlformats.org/drawingml/2006/main">
              <a:ext uri="{FF2B5EF4-FFF2-40B4-BE49-F238E27FC236}">
                <a16:creationId xmlns:a16="http://schemas.microsoft.com/office/drawing/2014/main" id="{873BAE02-DA7B-4DFC-978C-0C6A30C8E6AD}"/>
              </a:ext>
            </a:extLst>
          </p:cNvPr>
          <p:cNvSpPr>
            <a:spLocks xmlns:a="http://schemas.openxmlformats.org/drawingml/2006/main" noGrp="1"/>
          </p:cNvSpPr>
          <p:nvPr/>
        </p:nvSpPr>
        <p:spPr>
          <a:xfrm xmlns:a="http://schemas.openxmlformats.org/drawingml/2006/main">
            <a:off x="1498356" y="4638675"/>
            <a:ext cx="68507" cy="9525"/>
          </a:xfrm>
          <a:custGeom xmlns:a="http://schemas.openxmlformats.org/drawingml/2006/main">
            <a:pathLst>
              <a:path w="68507" h="9525">
                <a:moveTo>
                  <a:pt x="0" y="0"/>
                </a:moveTo>
                <a:lnTo>
                  <a:pt x="68507" y="0"/>
                </a:lnTo>
              </a:path>
            </a:pathLst>
          </a:custGeom>
          <a:noFill xmlns:a="http://schemas.openxmlformats.org/drawingml/2006/main"/>
          <a:ln xmlns:a="http://schemas.openxmlformats.org/drawingml/2006/main" w="19050">
            <a:solidFill>
              <a:srgbClr val="C4483C"/>
            </a:solidFill>
          </a:ln>
        </p:spPr>
      </p:sp>
      <p:sp>
        <p:nvSpPr>
          <p:cNvPr id="61" name="">
            <a:extLst xmlns:a="http://schemas.openxmlformats.org/drawingml/2006/main">
              <a:ext uri="{FF2B5EF4-FFF2-40B4-BE49-F238E27FC236}">
                <a16:creationId xmlns:a16="http://schemas.microsoft.com/office/drawing/2014/main" id="{DFA10BA3-870D-4841-A536-076DC798630B}"/>
              </a:ext>
            </a:extLst>
          </p:cNvPr>
          <p:cNvSpPr>
            <a:spLocks xmlns:a="http://schemas.openxmlformats.org/drawingml/2006/main" noGrp="1"/>
          </p:cNvSpPr>
          <p:nvPr/>
        </p:nvSpPr>
        <p:spPr>
          <a:xfrm xmlns:a="http://schemas.openxmlformats.org/drawingml/2006/main">
            <a:off x="1622913" y="4638675"/>
            <a:ext cx="68507" cy="9525"/>
          </a:xfrm>
          <a:custGeom xmlns:a="http://schemas.openxmlformats.org/drawingml/2006/main">
            <a:pathLst>
              <a:path w="68507" h="9525">
                <a:moveTo>
                  <a:pt x="0" y="0"/>
                </a:moveTo>
                <a:lnTo>
                  <a:pt x="68507" y="0"/>
                </a:lnTo>
              </a:path>
            </a:pathLst>
          </a:custGeom>
          <a:noFill xmlns:a="http://schemas.openxmlformats.org/drawingml/2006/main"/>
          <a:ln xmlns:a="http://schemas.openxmlformats.org/drawingml/2006/main" w="19050">
            <a:solidFill>
              <a:srgbClr val="C4483C"/>
            </a:solidFill>
          </a:ln>
        </p:spPr>
      </p:sp>
      <p:sp>
        <p:nvSpPr>
          <p:cNvPr id="62" name="">
            <a:extLst xmlns:a="http://schemas.openxmlformats.org/drawingml/2006/main">
              <a:ext uri="{FF2B5EF4-FFF2-40B4-BE49-F238E27FC236}">
                <a16:creationId xmlns:a16="http://schemas.microsoft.com/office/drawing/2014/main" id="{80912C5F-C723-45C7-8076-2DA9616D56A0}"/>
              </a:ext>
            </a:extLst>
          </p:cNvPr>
          <p:cNvSpPr>
            <a:spLocks xmlns:a="http://schemas.openxmlformats.org/drawingml/2006/main" noGrp="1"/>
          </p:cNvSpPr>
          <p:nvPr/>
        </p:nvSpPr>
        <p:spPr>
          <a:xfrm xmlns:a="http://schemas.openxmlformats.org/drawingml/2006/main">
            <a:off x="1747471" y="4638675"/>
            <a:ext cx="68507" cy="9525"/>
          </a:xfrm>
          <a:custGeom xmlns:a="http://schemas.openxmlformats.org/drawingml/2006/main">
            <a:pathLst>
              <a:path w="68507" h="9525">
                <a:moveTo>
                  <a:pt x="0" y="0"/>
                </a:moveTo>
                <a:lnTo>
                  <a:pt x="68507" y="0"/>
                </a:lnTo>
              </a:path>
            </a:pathLst>
          </a:custGeom>
          <a:noFill xmlns:a="http://schemas.openxmlformats.org/drawingml/2006/main"/>
          <a:ln xmlns:a="http://schemas.openxmlformats.org/drawingml/2006/main" w="19050">
            <a:solidFill>
              <a:srgbClr val="C4483C"/>
            </a:solidFill>
          </a:ln>
        </p:spPr>
      </p:sp>
      <p:sp>
        <p:nvSpPr>
          <p:cNvPr id="63" name="">
            <a:extLst xmlns:a="http://schemas.openxmlformats.org/drawingml/2006/main">
              <a:ext uri="{FF2B5EF4-FFF2-40B4-BE49-F238E27FC236}">
                <a16:creationId xmlns:a16="http://schemas.microsoft.com/office/drawing/2014/main" id="{C4A13AF4-B13D-409E-9159-CD096A37B66C}"/>
              </a:ext>
            </a:extLst>
          </p:cNvPr>
          <p:cNvSpPr>
            <a:spLocks xmlns:a="http://schemas.openxmlformats.org/drawingml/2006/main" noGrp="1"/>
          </p:cNvSpPr>
          <p:nvPr/>
        </p:nvSpPr>
        <p:spPr>
          <a:xfrm xmlns:a="http://schemas.openxmlformats.org/drawingml/2006/main">
            <a:off x="1872029" y="4638675"/>
            <a:ext cx="68507" cy="9525"/>
          </a:xfrm>
          <a:custGeom xmlns:a="http://schemas.openxmlformats.org/drawingml/2006/main">
            <a:pathLst>
              <a:path w="68507" h="9525">
                <a:moveTo>
                  <a:pt x="0" y="0"/>
                </a:moveTo>
                <a:lnTo>
                  <a:pt x="68507" y="0"/>
                </a:lnTo>
              </a:path>
            </a:pathLst>
          </a:custGeom>
          <a:noFill xmlns:a="http://schemas.openxmlformats.org/drawingml/2006/main"/>
          <a:ln xmlns:a="http://schemas.openxmlformats.org/drawingml/2006/main" w="19050">
            <a:solidFill>
              <a:srgbClr val="C4483C"/>
            </a:solidFill>
          </a:ln>
        </p:spPr>
      </p:sp>
      <p:sp>
        <p:nvSpPr>
          <p:cNvPr id="64" name="">
            <a:extLst xmlns:a="http://schemas.openxmlformats.org/drawingml/2006/main">
              <a:ext uri="{FF2B5EF4-FFF2-40B4-BE49-F238E27FC236}">
                <a16:creationId xmlns:a16="http://schemas.microsoft.com/office/drawing/2014/main" id="{379F7DE5-BBB3-4EA6-8C59-A8F2004F811F}"/>
              </a:ext>
            </a:extLst>
          </p:cNvPr>
          <p:cNvSpPr>
            <a:spLocks xmlns:a="http://schemas.openxmlformats.org/drawingml/2006/main" noGrp="1"/>
          </p:cNvSpPr>
          <p:nvPr/>
        </p:nvSpPr>
        <p:spPr>
          <a:xfrm xmlns:a="http://schemas.openxmlformats.org/drawingml/2006/main">
            <a:off x="1996587" y="4638675"/>
            <a:ext cx="68507" cy="9525"/>
          </a:xfrm>
          <a:custGeom xmlns:a="http://schemas.openxmlformats.org/drawingml/2006/main">
            <a:pathLst>
              <a:path w="68507" h="9525">
                <a:moveTo>
                  <a:pt x="0" y="0"/>
                </a:moveTo>
                <a:lnTo>
                  <a:pt x="68507" y="0"/>
                </a:lnTo>
              </a:path>
            </a:pathLst>
          </a:custGeom>
          <a:noFill xmlns:a="http://schemas.openxmlformats.org/drawingml/2006/main"/>
          <a:ln xmlns:a="http://schemas.openxmlformats.org/drawingml/2006/main" w="19050">
            <a:solidFill>
              <a:srgbClr val="C4483C"/>
            </a:solidFill>
          </a:ln>
        </p:spPr>
      </p:sp>
      <p:sp>
        <p:nvSpPr>
          <p:cNvPr id="65" name="">
            <a:extLst xmlns:a="http://schemas.openxmlformats.org/drawingml/2006/main">
              <a:ext uri="{FF2B5EF4-FFF2-40B4-BE49-F238E27FC236}">
                <a16:creationId xmlns:a16="http://schemas.microsoft.com/office/drawing/2014/main" id="{743ED62B-E90C-4F99-AEF2-25AB960D9E35}"/>
              </a:ext>
            </a:extLst>
          </p:cNvPr>
          <p:cNvSpPr>
            <a:spLocks xmlns:a="http://schemas.openxmlformats.org/drawingml/2006/main" noGrp="1"/>
          </p:cNvSpPr>
          <p:nvPr/>
        </p:nvSpPr>
        <p:spPr>
          <a:xfrm xmlns:a="http://schemas.openxmlformats.org/drawingml/2006/main">
            <a:off x="2121144" y="4638675"/>
            <a:ext cx="68507" cy="9525"/>
          </a:xfrm>
          <a:custGeom xmlns:a="http://schemas.openxmlformats.org/drawingml/2006/main">
            <a:pathLst>
              <a:path w="68507" h="9525">
                <a:moveTo>
                  <a:pt x="0" y="0"/>
                </a:moveTo>
                <a:lnTo>
                  <a:pt x="68507" y="0"/>
                </a:lnTo>
              </a:path>
            </a:pathLst>
          </a:custGeom>
          <a:noFill xmlns:a="http://schemas.openxmlformats.org/drawingml/2006/main"/>
          <a:ln xmlns:a="http://schemas.openxmlformats.org/drawingml/2006/main" w="19050">
            <a:solidFill>
              <a:srgbClr val="C4483C"/>
            </a:solidFill>
          </a:ln>
        </p:spPr>
      </p:sp>
      <p:sp>
        <p:nvSpPr>
          <p:cNvPr id="66" name="">
            <a:extLst xmlns:a="http://schemas.openxmlformats.org/drawingml/2006/main">
              <a:ext uri="{FF2B5EF4-FFF2-40B4-BE49-F238E27FC236}">
                <a16:creationId xmlns:a16="http://schemas.microsoft.com/office/drawing/2014/main" id="{AE1854AD-BF85-43C8-AC2A-908D136DAA83}"/>
              </a:ext>
            </a:extLst>
          </p:cNvPr>
          <p:cNvSpPr>
            <a:spLocks xmlns:a="http://schemas.openxmlformats.org/drawingml/2006/main" noGrp="1"/>
          </p:cNvSpPr>
          <p:nvPr/>
        </p:nvSpPr>
        <p:spPr>
          <a:xfrm xmlns:a="http://schemas.openxmlformats.org/drawingml/2006/main">
            <a:off x="2245702" y="4638675"/>
            <a:ext cx="68507" cy="9525"/>
          </a:xfrm>
          <a:custGeom xmlns:a="http://schemas.openxmlformats.org/drawingml/2006/main">
            <a:pathLst>
              <a:path w="68507" h="9525">
                <a:moveTo>
                  <a:pt x="0" y="0"/>
                </a:moveTo>
                <a:lnTo>
                  <a:pt x="68507" y="0"/>
                </a:lnTo>
              </a:path>
            </a:pathLst>
          </a:custGeom>
          <a:noFill xmlns:a="http://schemas.openxmlformats.org/drawingml/2006/main"/>
          <a:ln xmlns:a="http://schemas.openxmlformats.org/drawingml/2006/main" w="19050">
            <a:solidFill>
              <a:srgbClr val="C4483C"/>
            </a:solidFill>
          </a:ln>
        </p:spPr>
      </p:sp>
      <p:sp>
        <p:nvSpPr>
          <p:cNvPr id="67" name="">
            <a:extLst xmlns:a="http://schemas.openxmlformats.org/drawingml/2006/main">
              <a:ext uri="{FF2B5EF4-FFF2-40B4-BE49-F238E27FC236}">
                <a16:creationId xmlns:a16="http://schemas.microsoft.com/office/drawing/2014/main" id="{DC7E2754-4D56-46E3-AB4F-DDCF80ED1304}"/>
              </a:ext>
            </a:extLst>
          </p:cNvPr>
          <p:cNvSpPr>
            <a:spLocks xmlns:a="http://schemas.openxmlformats.org/drawingml/2006/main" noGrp="1"/>
          </p:cNvSpPr>
          <p:nvPr/>
        </p:nvSpPr>
        <p:spPr>
          <a:xfrm xmlns:a="http://schemas.openxmlformats.org/drawingml/2006/main">
            <a:off x="2370260" y="4638675"/>
            <a:ext cx="68507" cy="9525"/>
          </a:xfrm>
          <a:custGeom xmlns:a="http://schemas.openxmlformats.org/drawingml/2006/main">
            <a:pathLst>
              <a:path w="68507" h="9525">
                <a:moveTo>
                  <a:pt x="0" y="0"/>
                </a:moveTo>
                <a:lnTo>
                  <a:pt x="68507" y="0"/>
                </a:lnTo>
              </a:path>
            </a:pathLst>
          </a:custGeom>
          <a:noFill xmlns:a="http://schemas.openxmlformats.org/drawingml/2006/main"/>
          <a:ln xmlns:a="http://schemas.openxmlformats.org/drawingml/2006/main" w="19050">
            <a:solidFill>
              <a:srgbClr val="C4483C"/>
            </a:solidFill>
          </a:ln>
        </p:spPr>
      </p:sp>
      <p:sp>
        <p:nvSpPr>
          <p:cNvPr id="68" name="">
            <a:extLst xmlns:a="http://schemas.openxmlformats.org/drawingml/2006/main">
              <a:ext uri="{FF2B5EF4-FFF2-40B4-BE49-F238E27FC236}">
                <a16:creationId xmlns:a16="http://schemas.microsoft.com/office/drawing/2014/main" id="{27CAD0C3-D39C-4519-9CBF-6BDB0EC26B76}"/>
              </a:ext>
            </a:extLst>
          </p:cNvPr>
          <p:cNvSpPr>
            <a:spLocks xmlns:a="http://schemas.openxmlformats.org/drawingml/2006/main" noGrp="1"/>
          </p:cNvSpPr>
          <p:nvPr/>
        </p:nvSpPr>
        <p:spPr>
          <a:xfrm xmlns:a="http://schemas.openxmlformats.org/drawingml/2006/main">
            <a:off x="2494817" y="4638675"/>
            <a:ext cx="68507" cy="9525"/>
          </a:xfrm>
          <a:custGeom xmlns:a="http://schemas.openxmlformats.org/drawingml/2006/main">
            <a:pathLst>
              <a:path w="68507" h="9525">
                <a:moveTo>
                  <a:pt x="0" y="0"/>
                </a:moveTo>
                <a:lnTo>
                  <a:pt x="68507" y="0"/>
                </a:lnTo>
              </a:path>
            </a:pathLst>
          </a:custGeom>
          <a:noFill xmlns:a="http://schemas.openxmlformats.org/drawingml/2006/main"/>
          <a:ln xmlns:a="http://schemas.openxmlformats.org/drawingml/2006/main" w="19050">
            <a:solidFill>
              <a:srgbClr val="C4483C"/>
            </a:solidFill>
          </a:ln>
        </p:spPr>
      </p:sp>
      <p:sp>
        <p:nvSpPr>
          <p:cNvPr id="69" name="">
            <a:extLst xmlns:a="http://schemas.openxmlformats.org/drawingml/2006/main">
              <a:ext uri="{FF2B5EF4-FFF2-40B4-BE49-F238E27FC236}">
                <a16:creationId xmlns:a16="http://schemas.microsoft.com/office/drawing/2014/main" id="{F29263C5-AE07-4F76-AD98-AE39EDAC1C6D}"/>
              </a:ext>
            </a:extLst>
          </p:cNvPr>
          <p:cNvSpPr>
            <a:spLocks xmlns:a="http://schemas.openxmlformats.org/drawingml/2006/main" noGrp="1"/>
          </p:cNvSpPr>
          <p:nvPr/>
        </p:nvSpPr>
        <p:spPr>
          <a:xfrm xmlns:a="http://schemas.openxmlformats.org/drawingml/2006/main">
            <a:off x="1590675" y="4467225"/>
            <a:ext cx="342900" cy="342900"/>
          </a:xfrm>
          <a:prstGeom xmlns:a="http://schemas.openxmlformats.org/drawingml/2006/main" prst="ellipse">
            <a:avLst/>
          </a:prstGeom>
          <a:solidFill xmlns:a="http://schemas.openxmlformats.org/drawingml/2006/main">
            <a:srgbClr val="AD8760"/>
          </a:solidFill>
          <a:ln xmlns:a="http://schemas.openxmlformats.org/drawingml/2006/main" w="17145">
            <a:solidFill>
              <a:srgbClr val="AD8760"/>
            </a:solidFill>
          </a:ln>
        </p:spPr>
      </p:sp>
      <p:sp>
        <p:nvSpPr>
          <p:cNvPr id="70" name="">
            <a:extLst xmlns:a="http://schemas.openxmlformats.org/drawingml/2006/main">
              <a:ext uri="{FF2B5EF4-FFF2-40B4-BE49-F238E27FC236}">
                <a16:creationId xmlns:a16="http://schemas.microsoft.com/office/drawing/2014/main" id="{DA822316-E373-43ED-8442-D2B8E2ECCB49}"/>
              </a:ext>
            </a:extLst>
          </p:cNvPr>
          <p:cNvSpPr>
            <a:spLocks xmlns:a="http://schemas.openxmlformats.org/drawingml/2006/main" noGrp="1"/>
          </p:cNvSpPr>
          <p:nvPr/>
        </p:nvSpPr>
        <p:spPr>
          <a:xfrm xmlns:a="http://schemas.openxmlformats.org/drawingml/2006/main">
            <a:off x="2905125" y="442912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粒子が転位の動きを妨げる</a:t>
            </a:r>
          </a:p>
        </p:txBody>
      </p:sp>
      <p:sp>
        <p:nvSpPr>
          <p:cNvPr id="71" name="">
            <a:extLst xmlns:a="http://schemas.openxmlformats.org/drawingml/2006/main">
              <a:ext uri="{FF2B5EF4-FFF2-40B4-BE49-F238E27FC236}">
                <a16:creationId xmlns:a16="http://schemas.microsoft.com/office/drawing/2014/main" id="{6437288C-6B83-4329-B0CE-F6C751AB67E6}"/>
              </a:ext>
            </a:extLst>
          </p:cNvPr>
          <p:cNvSpPr>
            <a:spLocks xmlns:a="http://schemas.openxmlformats.org/drawingml/2006/main" noGrp="1"/>
          </p:cNvSpPr>
          <p:nvPr/>
        </p:nvSpPr>
        <p:spPr>
          <a:xfrm xmlns:a="http://schemas.openxmlformats.org/drawingml/2006/main">
            <a:off x="6762750" y="37623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結晶粒の微細化</a:t>
            </a:r>
          </a:p>
        </p:txBody>
      </p:sp>
      <p:sp>
        <p:nvSpPr>
          <p:cNvPr id="72" name="">
            <a:extLst xmlns:a="http://schemas.openxmlformats.org/drawingml/2006/main">
              <a:ext uri="{FF2B5EF4-FFF2-40B4-BE49-F238E27FC236}">
                <a16:creationId xmlns:a16="http://schemas.microsoft.com/office/drawing/2014/main" id="{2FE805A0-EEAE-4C6E-83F3-54D58B5C43E2}"/>
              </a:ext>
            </a:extLst>
          </p:cNvPr>
          <p:cNvSpPr>
            <a:spLocks xmlns:a="http://schemas.openxmlformats.org/drawingml/2006/main" noGrp="1"/>
          </p:cNvSpPr>
          <p:nvPr/>
        </p:nvSpPr>
        <p:spPr>
          <a:xfrm xmlns:a="http://schemas.openxmlformats.org/drawingml/2006/main">
            <a:off x="6953250" y="4257675"/>
            <a:ext cx="680085" cy="358140"/>
          </a:xfrm>
          <a:custGeom xmlns:a="http://schemas.openxmlformats.org/drawingml/2006/main">
            <a:pathLst>
              <a:path w="680085" h="358140">
                <a:moveTo>
                  <a:pt x="0" y="0"/>
                </a:moveTo>
                <a:lnTo>
                  <a:pt x="680085" y="0"/>
                </a:lnTo>
                <a:lnTo>
                  <a:pt x="566738" y="358140"/>
                </a:lnTo>
                <a:lnTo>
                  <a:pt x="0" y="289560"/>
                </a:lnTo>
                <a:close/>
              </a:path>
            </a:pathLst>
          </a:custGeom>
          <a:solidFill xmlns:a="http://schemas.openxmlformats.org/drawingml/2006/main">
            <a:srgbClr val="E3EEF4"/>
          </a:solidFill>
          <a:ln xmlns:a="http://schemas.openxmlformats.org/drawingml/2006/main" w="17145">
            <a:solidFill>
              <a:srgbClr val="71818B"/>
            </a:solidFill>
          </a:ln>
        </p:spPr>
      </p:sp>
      <p:sp>
        <p:nvSpPr>
          <p:cNvPr id="73" name="">
            <a:extLst xmlns:a="http://schemas.openxmlformats.org/drawingml/2006/main">
              <a:ext uri="{FF2B5EF4-FFF2-40B4-BE49-F238E27FC236}">
                <a16:creationId xmlns:a16="http://schemas.microsoft.com/office/drawing/2014/main" id="{8D599B5B-784F-4872-807A-C573D7664D4A}"/>
              </a:ext>
            </a:extLst>
          </p:cNvPr>
          <p:cNvSpPr>
            <a:spLocks xmlns:a="http://schemas.openxmlformats.org/drawingml/2006/main" noGrp="1"/>
          </p:cNvSpPr>
          <p:nvPr/>
        </p:nvSpPr>
        <p:spPr>
          <a:xfrm xmlns:a="http://schemas.openxmlformats.org/drawingml/2006/main">
            <a:off x="7519988" y="4257675"/>
            <a:ext cx="1052513" cy="396240"/>
          </a:xfrm>
          <a:custGeom xmlns:a="http://schemas.openxmlformats.org/drawingml/2006/main">
            <a:pathLst>
              <a:path w="1052513" h="396240">
                <a:moveTo>
                  <a:pt x="113347" y="0"/>
                </a:moveTo>
                <a:lnTo>
                  <a:pt x="1052513" y="0"/>
                </a:lnTo>
                <a:lnTo>
                  <a:pt x="1052513" y="289560"/>
                </a:lnTo>
                <a:lnTo>
                  <a:pt x="566738" y="396240"/>
                </a:lnTo>
                <a:lnTo>
                  <a:pt x="0" y="358140"/>
                </a:lnTo>
                <a:close/>
              </a:path>
            </a:pathLst>
          </a:custGeom>
          <a:solidFill xmlns:a="http://schemas.openxmlformats.org/drawingml/2006/main">
            <a:srgbClr val="EAF1EA"/>
          </a:solidFill>
          <a:ln xmlns:a="http://schemas.openxmlformats.org/drawingml/2006/main" w="17145">
            <a:solidFill>
              <a:srgbClr val="71818B"/>
            </a:solidFill>
          </a:ln>
        </p:spPr>
      </p:sp>
      <p:sp>
        <p:nvSpPr>
          <p:cNvPr id="74" name="">
            <a:extLst xmlns:a="http://schemas.openxmlformats.org/drawingml/2006/main">
              <a:ext uri="{FF2B5EF4-FFF2-40B4-BE49-F238E27FC236}">
                <a16:creationId xmlns:a16="http://schemas.microsoft.com/office/drawing/2014/main" id="{EBDEAF85-97A0-4E21-BE5C-F6273E849547}"/>
              </a:ext>
            </a:extLst>
          </p:cNvPr>
          <p:cNvSpPr>
            <a:spLocks xmlns:a="http://schemas.openxmlformats.org/drawingml/2006/main" noGrp="1"/>
          </p:cNvSpPr>
          <p:nvPr/>
        </p:nvSpPr>
        <p:spPr>
          <a:xfrm xmlns:a="http://schemas.openxmlformats.org/drawingml/2006/main">
            <a:off x="6953250" y="4547235"/>
            <a:ext cx="728663" cy="472440"/>
          </a:xfrm>
          <a:custGeom xmlns:a="http://schemas.openxmlformats.org/drawingml/2006/main">
            <a:pathLst>
              <a:path w="728663" h="472440">
                <a:moveTo>
                  <a:pt x="0" y="0"/>
                </a:moveTo>
                <a:lnTo>
                  <a:pt x="566738" y="68580"/>
                </a:lnTo>
                <a:lnTo>
                  <a:pt x="728663" y="472440"/>
                </a:lnTo>
                <a:lnTo>
                  <a:pt x="0" y="472440"/>
                </a:lnTo>
                <a:close/>
              </a:path>
            </a:pathLst>
          </a:custGeom>
          <a:solidFill xmlns:a="http://schemas.openxmlformats.org/drawingml/2006/main">
            <a:srgbClr val="F3EBDD"/>
          </a:solidFill>
          <a:ln xmlns:a="http://schemas.openxmlformats.org/drawingml/2006/main" w="17145">
            <a:solidFill>
              <a:srgbClr val="71818B"/>
            </a:solidFill>
          </a:ln>
        </p:spPr>
      </p:sp>
      <p:sp>
        <p:nvSpPr>
          <p:cNvPr id="75" name="">
            <a:extLst xmlns:a="http://schemas.openxmlformats.org/drawingml/2006/main">
              <a:ext uri="{FF2B5EF4-FFF2-40B4-BE49-F238E27FC236}">
                <a16:creationId xmlns:a16="http://schemas.microsoft.com/office/drawing/2014/main" id="{6D354466-DD90-499D-B772-71B7069E7CB9}"/>
              </a:ext>
            </a:extLst>
          </p:cNvPr>
          <p:cNvSpPr>
            <a:spLocks xmlns:a="http://schemas.openxmlformats.org/drawingml/2006/main" noGrp="1"/>
          </p:cNvSpPr>
          <p:nvPr/>
        </p:nvSpPr>
        <p:spPr>
          <a:xfrm xmlns:a="http://schemas.openxmlformats.org/drawingml/2006/main">
            <a:off x="7519988" y="4615815"/>
            <a:ext cx="728663" cy="403860"/>
          </a:xfrm>
          <a:custGeom xmlns:a="http://schemas.openxmlformats.org/drawingml/2006/main">
            <a:pathLst>
              <a:path w="728663" h="403860">
                <a:moveTo>
                  <a:pt x="0" y="0"/>
                </a:moveTo>
                <a:lnTo>
                  <a:pt x="566738" y="38100"/>
                </a:lnTo>
                <a:lnTo>
                  <a:pt x="728663" y="403860"/>
                </a:lnTo>
                <a:lnTo>
                  <a:pt x="161925" y="403860"/>
                </a:lnTo>
                <a:close/>
              </a:path>
            </a:pathLst>
          </a:custGeom>
          <a:solidFill xmlns:a="http://schemas.openxmlformats.org/drawingml/2006/main">
            <a:srgbClr val="ECEAF2"/>
          </a:solidFill>
          <a:ln xmlns:a="http://schemas.openxmlformats.org/drawingml/2006/main" w="17145">
            <a:solidFill>
              <a:srgbClr val="71818B"/>
            </a:solidFill>
          </a:ln>
        </p:spPr>
      </p:sp>
      <p:sp>
        <p:nvSpPr>
          <p:cNvPr id="76" name="">
            <a:extLst xmlns:a="http://schemas.openxmlformats.org/drawingml/2006/main">
              <a:ext uri="{FF2B5EF4-FFF2-40B4-BE49-F238E27FC236}">
                <a16:creationId xmlns:a16="http://schemas.microsoft.com/office/drawing/2014/main" id="{940B1989-7AE9-48E1-A012-D3ABA623742A}"/>
              </a:ext>
            </a:extLst>
          </p:cNvPr>
          <p:cNvSpPr>
            <a:spLocks xmlns:a="http://schemas.openxmlformats.org/drawingml/2006/main" noGrp="1"/>
          </p:cNvSpPr>
          <p:nvPr/>
        </p:nvSpPr>
        <p:spPr>
          <a:xfrm xmlns:a="http://schemas.openxmlformats.org/drawingml/2006/main">
            <a:off x="8086725" y="4547235"/>
            <a:ext cx="485775" cy="472440"/>
          </a:xfrm>
          <a:custGeom xmlns:a="http://schemas.openxmlformats.org/drawingml/2006/main">
            <a:pathLst>
              <a:path w="485775" h="472440">
                <a:moveTo>
                  <a:pt x="0" y="106680"/>
                </a:moveTo>
                <a:lnTo>
                  <a:pt x="485775" y="0"/>
                </a:lnTo>
                <a:lnTo>
                  <a:pt x="485775" y="472440"/>
                </a:lnTo>
                <a:lnTo>
                  <a:pt x="161925" y="472440"/>
                </a:lnTo>
                <a:close/>
              </a:path>
            </a:pathLst>
          </a:custGeom>
          <a:solidFill xmlns:a="http://schemas.openxmlformats.org/drawingml/2006/main">
            <a:srgbClr val="EEE2DD"/>
          </a:solidFill>
          <a:ln xmlns:a="http://schemas.openxmlformats.org/drawingml/2006/main" w="17145">
            <a:solidFill>
              <a:srgbClr val="71818B"/>
            </a:solidFill>
          </a:ln>
        </p:spPr>
      </p:sp>
      <p:sp>
        <p:nvSpPr>
          <p:cNvPr id="77" name="">
            <a:extLst xmlns:a="http://schemas.openxmlformats.org/drawingml/2006/main">
              <a:ext uri="{FF2B5EF4-FFF2-40B4-BE49-F238E27FC236}">
                <a16:creationId xmlns:a16="http://schemas.microsoft.com/office/drawing/2014/main" id="{83F4E396-D0A3-4E1D-8622-866C4D5D50E0}"/>
              </a:ext>
            </a:extLst>
          </p:cNvPr>
          <p:cNvSpPr>
            <a:spLocks xmlns:a="http://schemas.openxmlformats.org/drawingml/2006/main" noGrp="1"/>
          </p:cNvSpPr>
          <p:nvPr/>
        </p:nvSpPr>
        <p:spPr>
          <a:xfrm xmlns:a="http://schemas.openxmlformats.org/drawingml/2006/main">
            <a:off x="8858250" y="442912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粒界がすべりの進行に</a:t>
            </a:r>
          </a:p>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関わる</a:t>
            </a:r>
          </a:p>
        </p:txBody>
      </p:sp>
      <p:sp>
        <p:nvSpPr>
          <p:cNvPr id="78" name="">
            <a:extLst xmlns:a="http://schemas.openxmlformats.org/drawingml/2006/main">
              <a:ext uri="{FF2B5EF4-FFF2-40B4-BE49-F238E27FC236}">
                <a16:creationId xmlns:a16="http://schemas.microsoft.com/office/drawing/2014/main" id="{00EE7088-9D14-42F2-B270-DB39517AA67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概念の比較で、寸法や効果の順位を示す図ではない。材種・温度・処理条件によって効果が変わる。</a:t>
            </a:r>
          </a:p>
        </p:txBody>
      </p:sp>
    </p:spTree>
    <p:extLst>
      <p:ext uri="{BB962C8B-B14F-4D97-AF65-F5344CB8AC3E}">
        <p14:creationId xmlns:p14="http://schemas.microsoft.com/office/powerpoint/2010/main" val="41800651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BB2A92-2D7F-4829-ADE4-C2BD931B6878}"/>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D36FEEDA-D13F-4CAA-9618-326589CFBADA}"/>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4C37A25-C775-41B0-B0B9-3DF605BF9F20}"/>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7E81C32C-9E8E-4DCD-BA0A-635479386506}"/>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4F339905-28A4-43FB-BE01-B2D5AF5D6297}"/>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再開後：硬さ・強度・靭性</a:t>
            </a:r>
          </a:p>
        </p:txBody>
      </p:sp>
      <p:sp>
        <p:nvSpPr>
          <p:cNvPr id="6" name="">
            <a:extLst xmlns:a="http://schemas.openxmlformats.org/drawingml/2006/main">
              <a:ext uri="{FF2B5EF4-FFF2-40B4-BE49-F238E27FC236}">
                <a16:creationId xmlns:a16="http://schemas.microsoft.com/office/drawing/2014/main" id="{8A272464-0599-4303-9782-DB197E75CB31}"/>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AC61BBBB-1D0A-41DF-9A3D-48A8FBB002D1}"/>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8" name="">
            <a:extLst xmlns:a="http://schemas.openxmlformats.org/drawingml/2006/main">
              <a:ext uri="{FF2B5EF4-FFF2-40B4-BE49-F238E27FC236}">
                <a16:creationId xmlns:a16="http://schemas.microsoft.com/office/drawing/2014/main" id="{D2980579-12CA-46EA-A59E-20D6D91397EC}"/>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21 / 56</a:t>
            </a:r>
          </a:p>
        </p:txBody>
      </p:sp>
    </p:spTree>
    <p:extLst>
      <p:ext uri="{BB962C8B-B14F-4D97-AF65-F5344CB8AC3E}">
        <p14:creationId xmlns:p14="http://schemas.microsoft.com/office/powerpoint/2010/main" val="23529017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714DC2-3363-4D71-A75E-40B9E4588062}"/>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硬さ・強度・靭性</a:t>
            </a:r>
          </a:p>
        </p:txBody>
      </p:sp>
      <p:sp>
        <p:nvSpPr>
          <p:cNvPr id="2" name="">
            <a:extLst xmlns:a="http://schemas.openxmlformats.org/drawingml/2006/main">
              <a:ext uri="{FF2B5EF4-FFF2-40B4-BE49-F238E27FC236}">
                <a16:creationId xmlns:a16="http://schemas.microsoft.com/office/drawing/2014/main" id="{DED2109D-0B5F-4BC9-A4EF-6FEAE23A165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6" name="">
            <a:extLst xmlns:a="http://schemas.openxmlformats.org/drawingml/2006/main">
              <a:ext uri="{FF2B5EF4-FFF2-40B4-BE49-F238E27FC236}">
                <a16:creationId xmlns:a16="http://schemas.microsoft.com/office/drawing/2014/main" id="{9765C576-4A77-4261-8A58-F08ECF768A4C}"/>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7" name="">
            <a:extLst xmlns:a="http://schemas.openxmlformats.org/drawingml/2006/main">
              <a:ext uri="{FF2B5EF4-FFF2-40B4-BE49-F238E27FC236}">
                <a16:creationId xmlns:a16="http://schemas.microsoft.com/office/drawing/2014/main" id="{3BBBE292-4860-4044-B0F5-D13E192F869E}"/>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22 / 56</a:t>
            </a:r>
          </a:p>
        </p:txBody>
      </p:sp>
      <p:sp>
        <p:nvSpPr>
          <p:cNvPr id="9" name="">
            <a:extLst xmlns:a="http://schemas.openxmlformats.org/drawingml/2006/main">
              <a:ext uri="{FF2B5EF4-FFF2-40B4-BE49-F238E27FC236}">
                <a16:creationId xmlns:a16="http://schemas.microsoft.com/office/drawing/2014/main" id="{A34C661D-6741-41DF-8545-F22CAE2370BE}"/>
              </a:ext>
            </a:extLst>
          </p:cNvPr>
          <p:cNvSpPr>
            <a:spLocks xmlns:a="http://schemas.openxmlformats.org/drawingml/2006/main" noGrp="1"/>
          </p:cNvSpPr>
          <p:nvPr/>
        </p:nvSpPr>
        <p:spPr>
          <a:xfrm xmlns:a="http://schemas.openxmlformats.org/drawingml/2006/main">
            <a:off x="809625" y="1619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硬さ</a:t>
            </a:r>
          </a:p>
        </p:txBody>
      </p:sp>
      <p:sp>
        <p:nvSpPr>
          <p:cNvPr id="10" name="">
            <a:extLst xmlns:a="http://schemas.openxmlformats.org/drawingml/2006/main">
              <a:ext uri="{FF2B5EF4-FFF2-40B4-BE49-F238E27FC236}">
                <a16:creationId xmlns:a16="http://schemas.microsoft.com/office/drawing/2014/main" id="{7E82F6D6-1864-4E1B-A947-60F6F67D113A}"/>
              </a:ext>
            </a:extLst>
          </p:cNvPr>
          <p:cNvSpPr>
            <a:spLocks xmlns:a="http://schemas.openxmlformats.org/drawingml/2006/main" noGrp="1"/>
          </p:cNvSpPr>
          <p:nvPr/>
        </p:nvSpPr>
        <p:spPr>
          <a:xfrm xmlns:a="http://schemas.openxmlformats.org/drawingml/2006/main">
            <a:off x="4667250" y="1619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強度</a:t>
            </a:r>
          </a:p>
        </p:txBody>
      </p:sp>
      <p:sp>
        <p:nvSpPr>
          <p:cNvPr id="11" name="">
            <a:extLst xmlns:a="http://schemas.openxmlformats.org/drawingml/2006/main">
              <a:ext uri="{FF2B5EF4-FFF2-40B4-BE49-F238E27FC236}">
                <a16:creationId xmlns:a16="http://schemas.microsoft.com/office/drawing/2014/main" id="{2E6983CC-ACF6-4323-AAD6-6890C7E7FC5F}"/>
              </a:ext>
            </a:extLst>
          </p:cNvPr>
          <p:cNvSpPr>
            <a:spLocks xmlns:a="http://schemas.openxmlformats.org/drawingml/2006/main" noGrp="1"/>
          </p:cNvSpPr>
          <p:nvPr/>
        </p:nvSpPr>
        <p:spPr>
          <a:xfrm xmlns:a="http://schemas.openxmlformats.org/drawingml/2006/main">
            <a:off x="8524875" y="1619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靭性</a:t>
            </a:r>
          </a:p>
        </p:txBody>
      </p:sp>
      <p:sp>
        <p:nvSpPr>
          <p:cNvPr id="12" name="">
            <a:extLst xmlns:a="http://schemas.openxmlformats.org/drawingml/2006/main">
              <a:ext uri="{FF2B5EF4-FFF2-40B4-BE49-F238E27FC236}">
                <a16:creationId xmlns:a16="http://schemas.microsoft.com/office/drawing/2014/main" id="{B1CFA737-55A3-42C7-BAD1-1D61F9F523F6}"/>
              </a:ext>
            </a:extLst>
          </p:cNvPr>
          <p:cNvSpPr>
            <a:spLocks xmlns:a="http://schemas.openxmlformats.org/drawingml/2006/main" noGrp="1"/>
          </p:cNvSpPr>
          <p:nvPr/>
        </p:nvSpPr>
        <p:spPr>
          <a:xfrm xmlns:a="http://schemas.openxmlformats.org/drawingml/2006/main">
            <a:off x="1095375" y="3238500"/>
            <a:ext cx="2381250" cy="5238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3" name="">
            <a:extLst xmlns:a="http://schemas.openxmlformats.org/drawingml/2006/main">
              <a:ext uri="{FF2B5EF4-FFF2-40B4-BE49-F238E27FC236}">
                <a16:creationId xmlns:a16="http://schemas.microsoft.com/office/drawing/2014/main" id="{F2DF8C54-67BF-4AA2-93F5-1B7DE6E0424E}"/>
              </a:ext>
            </a:extLst>
          </p:cNvPr>
          <p:cNvSpPr>
            <a:spLocks xmlns:a="http://schemas.openxmlformats.org/drawingml/2006/main" noGrp="1"/>
          </p:cNvSpPr>
          <p:nvPr/>
        </p:nvSpPr>
        <p:spPr>
          <a:xfrm xmlns:a="http://schemas.openxmlformats.org/drawingml/2006/main">
            <a:off x="1952625" y="2476500"/>
            <a:ext cx="666750" cy="666750"/>
          </a:xfrm>
          <a:custGeom xmlns:a="http://schemas.openxmlformats.org/drawingml/2006/main">
            <a:pathLst>
              <a:path w="666750" h="666750">
                <a:moveTo>
                  <a:pt x="0" y="0"/>
                </a:moveTo>
                <a:lnTo>
                  <a:pt x="666750" y="0"/>
                </a:lnTo>
                <a:lnTo>
                  <a:pt x="333375" y="666750"/>
                </a:lnTo>
                <a:close/>
              </a:path>
            </a:pathLst>
          </a:custGeom>
          <a:solidFill xmlns:a="http://schemas.openxmlformats.org/drawingml/2006/main">
            <a:srgbClr val="E8F0F4"/>
          </a:solidFill>
          <a:ln xmlns:a="http://schemas.openxmlformats.org/drawingml/2006/main" w="19050">
            <a:solidFill>
              <a:srgbClr val="2876A8"/>
            </a:solidFill>
          </a:ln>
        </p:spPr>
      </p:sp>
      <p:sp>
        <p:nvSpPr>
          <p:cNvPr id="14" name="">
            <a:extLst xmlns:a="http://schemas.openxmlformats.org/drawingml/2006/main">
              <a:ext uri="{FF2B5EF4-FFF2-40B4-BE49-F238E27FC236}">
                <a16:creationId xmlns:a16="http://schemas.microsoft.com/office/drawing/2014/main" id="{6CD832D7-4516-401D-BE59-44EFD27BA5C1}"/>
              </a:ext>
            </a:extLst>
          </p:cNvPr>
          <p:cNvSpPr>
            <a:spLocks xmlns:a="http://schemas.openxmlformats.org/drawingml/2006/main" noGrp="1"/>
          </p:cNvSpPr>
          <p:nvPr/>
        </p:nvSpPr>
        <p:spPr>
          <a:xfrm xmlns:a="http://schemas.openxmlformats.org/drawingml/2006/main">
            <a:off x="2286000" y="21431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28575">
            <a:solidFill>
              <a:srgbClr val="C4483C"/>
            </a:solidFill>
          </a:ln>
        </p:spPr>
      </p:sp>
      <p:sp>
        <p:nvSpPr>
          <p:cNvPr id="15" name="">
            <a:extLst xmlns:a="http://schemas.openxmlformats.org/drawingml/2006/main">
              <a:ext uri="{FF2B5EF4-FFF2-40B4-BE49-F238E27FC236}">
                <a16:creationId xmlns:a16="http://schemas.microsoft.com/office/drawing/2014/main" id="{0BB6992F-0D7C-46C1-8495-D36A940463A4}"/>
              </a:ext>
            </a:extLst>
          </p:cNvPr>
          <p:cNvSpPr>
            <a:spLocks xmlns:a="http://schemas.openxmlformats.org/drawingml/2006/main" noGrp="1"/>
          </p:cNvSpPr>
          <p:nvPr/>
        </p:nvSpPr>
        <p:spPr>
          <a:xfrm xmlns:a="http://schemas.openxmlformats.org/drawingml/2006/main">
            <a:off x="2237994" y="231457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16" name="">
            <a:extLst xmlns:a="http://schemas.openxmlformats.org/drawingml/2006/main">
              <a:ext uri="{FF2B5EF4-FFF2-40B4-BE49-F238E27FC236}">
                <a16:creationId xmlns:a16="http://schemas.microsoft.com/office/drawing/2014/main" id="{7716A322-89B0-4A30-AFD1-5D840B086DC3}"/>
              </a:ext>
            </a:extLst>
          </p:cNvPr>
          <p:cNvSpPr>
            <a:spLocks xmlns:a="http://schemas.openxmlformats.org/drawingml/2006/main" noGrp="1"/>
          </p:cNvSpPr>
          <p:nvPr/>
        </p:nvSpPr>
        <p:spPr>
          <a:xfrm xmlns:a="http://schemas.openxmlformats.org/drawingml/2006/main">
            <a:off x="809625" y="42862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押込みなどへの抵抗</a:t>
            </a:r>
          </a:p>
        </p:txBody>
      </p:sp>
      <p:sp>
        <p:nvSpPr>
          <p:cNvPr id="17" name="">
            <a:extLst xmlns:a="http://schemas.openxmlformats.org/drawingml/2006/main">
              <a:ext uri="{FF2B5EF4-FFF2-40B4-BE49-F238E27FC236}">
                <a16:creationId xmlns:a16="http://schemas.microsoft.com/office/drawing/2014/main" id="{FD914E10-251F-4A10-A5A3-D5D3BBF391F2}"/>
              </a:ext>
            </a:extLst>
          </p:cNvPr>
          <p:cNvSpPr>
            <a:spLocks xmlns:a="http://schemas.openxmlformats.org/drawingml/2006/main" noGrp="1"/>
          </p:cNvSpPr>
          <p:nvPr/>
        </p:nvSpPr>
        <p:spPr>
          <a:xfrm xmlns:a="http://schemas.openxmlformats.org/drawingml/2006/main">
            <a:off x="5286375" y="2667000"/>
            <a:ext cx="1524000" cy="3333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8" name="">
            <a:extLst xmlns:a="http://schemas.openxmlformats.org/drawingml/2006/main">
              <a:ext uri="{FF2B5EF4-FFF2-40B4-BE49-F238E27FC236}">
                <a16:creationId xmlns:a16="http://schemas.microsoft.com/office/drawing/2014/main" id="{D3B471E9-C55B-47C0-872D-8D140D86A94D}"/>
              </a:ext>
            </a:extLst>
          </p:cNvPr>
          <p:cNvSpPr>
            <a:spLocks xmlns:a="http://schemas.openxmlformats.org/drawingml/2006/main" noGrp="1"/>
          </p:cNvSpPr>
          <p:nvPr/>
        </p:nvSpPr>
        <p:spPr>
          <a:xfrm xmlns:a="http://schemas.openxmlformats.org/drawingml/2006/main">
            <a:off x="5857875" y="3000375"/>
            <a:ext cx="381000" cy="9525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9" name="">
            <a:extLst xmlns:a="http://schemas.openxmlformats.org/drawingml/2006/main">
              <a:ext uri="{FF2B5EF4-FFF2-40B4-BE49-F238E27FC236}">
                <a16:creationId xmlns:a16="http://schemas.microsoft.com/office/drawing/2014/main" id="{A5607387-7E41-470F-8507-78A548D2277E}"/>
              </a:ext>
            </a:extLst>
          </p:cNvPr>
          <p:cNvSpPr>
            <a:spLocks xmlns:a="http://schemas.openxmlformats.org/drawingml/2006/main" noGrp="1"/>
          </p:cNvSpPr>
          <p:nvPr/>
        </p:nvSpPr>
        <p:spPr>
          <a:xfrm xmlns:a="http://schemas.openxmlformats.org/drawingml/2006/main">
            <a:off x="5286375" y="3952875"/>
            <a:ext cx="1524000" cy="3333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0" name="">
            <a:extLst xmlns:a="http://schemas.openxmlformats.org/drawingml/2006/main">
              <a:ext uri="{FF2B5EF4-FFF2-40B4-BE49-F238E27FC236}">
                <a16:creationId xmlns:a16="http://schemas.microsoft.com/office/drawing/2014/main" id="{41D6334A-BA66-450B-8D48-249438E722CE}"/>
              </a:ext>
            </a:extLst>
          </p:cNvPr>
          <p:cNvSpPr>
            <a:spLocks xmlns:a="http://schemas.openxmlformats.org/drawingml/2006/main" noGrp="1"/>
          </p:cNvSpPr>
          <p:nvPr/>
        </p:nvSpPr>
        <p:spPr>
          <a:xfrm xmlns:a="http://schemas.openxmlformats.org/drawingml/2006/main">
            <a:off x="6048375" y="2095500"/>
            <a:ext cx="9525" cy="333375"/>
          </a:xfrm>
          <a:custGeom xmlns:a="http://schemas.openxmlformats.org/drawingml/2006/main">
            <a:pathLst>
              <a:path w="9525" h="333375">
                <a:moveTo>
                  <a:pt x="0" y="333375"/>
                </a:moveTo>
                <a:lnTo>
                  <a:pt x="0" y="0"/>
                </a:lnTo>
              </a:path>
            </a:pathLst>
          </a:custGeom>
          <a:noFill xmlns:a="http://schemas.openxmlformats.org/drawingml/2006/main"/>
          <a:ln xmlns:a="http://schemas.openxmlformats.org/drawingml/2006/main" w="28575">
            <a:solidFill>
              <a:srgbClr val="C4483C"/>
            </a:solidFill>
          </a:ln>
        </p:spPr>
      </p:sp>
      <p:sp>
        <p:nvSpPr>
          <p:cNvPr id="21" name="">
            <a:extLst xmlns:a="http://schemas.openxmlformats.org/drawingml/2006/main">
              <a:ext uri="{FF2B5EF4-FFF2-40B4-BE49-F238E27FC236}">
                <a16:creationId xmlns:a16="http://schemas.microsoft.com/office/drawing/2014/main" id="{DF4DDF75-0741-477A-A492-4EECAFD30170}"/>
              </a:ext>
            </a:extLst>
          </p:cNvPr>
          <p:cNvSpPr>
            <a:spLocks xmlns:a="http://schemas.openxmlformats.org/drawingml/2006/main" noGrp="1"/>
          </p:cNvSpPr>
          <p:nvPr/>
        </p:nvSpPr>
        <p:spPr>
          <a:xfrm xmlns:a="http://schemas.openxmlformats.org/drawingml/2006/main">
            <a:off x="6000369" y="2095500"/>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C4483C"/>
          </a:solidFill>
          <a:ln xmlns:a="http://schemas.openxmlformats.org/drawingml/2006/main" w="4763">
            <a:solidFill>
              <a:srgbClr val="C4483C"/>
            </a:solidFill>
          </a:ln>
        </p:spPr>
      </p:sp>
      <p:sp>
        <p:nvSpPr>
          <p:cNvPr id="22" name="">
            <a:extLst xmlns:a="http://schemas.openxmlformats.org/drawingml/2006/main">
              <a:ext uri="{FF2B5EF4-FFF2-40B4-BE49-F238E27FC236}">
                <a16:creationId xmlns:a16="http://schemas.microsoft.com/office/drawing/2014/main" id="{1C6F767D-2739-4FBB-BF4F-E8C213372AE1}"/>
              </a:ext>
            </a:extLst>
          </p:cNvPr>
          <p:cNvSpPr>
            <a:spLocks xmlns:a="http://schemas.openxmlformats.org/drawingml/2006/main" noGrp="1"/>
          </p:cNvSpPr>
          <p:nvPr/>
        </p:nvSpPr>
        <p:spPr>
          <a:xfrm xmlns:a="http://schemas.openxmlformats.org/drawingml/2006/main">
            <a:off x="6048375" y="4429125"/>
            <a:ext cx="9525" cy="381000"/>
          </a:xfrm>
          <a:custGeom xmlns:a="http://schemas.openxmlformats.org/drawingml/2006/main">
            <a:pathLst>
              <a:path w="9525" h="381000">
                <a:moveTo>
                  <a:pt x="0" y="0"/>
                </a:moveTo>
                <a:lnTo>
                  <a:pt x="0" y="381000"/>
                </a:lnTo>
              </a:path>
            </a:pathLst>
          </a:custGeom>
          <a:noFill xmlns:a="http://schemas.openxmlformats.org/drawingml/2006/main"/>
          <a:ln xmlns:a="http://schemas.openxmlformats.org/drawingml/2006/main" w="28575">
            <a:solidFill>
              <a:srgbClr val="C4483C"/>
            </a:solidFill>
          </a:ln>
        </p:spPr>
      </p:sp>
      <p:sp>
        <p:nvSpPr>
          <p:cNvPr id="23" name="">
            <a:extLst xmlns:a="http://schemas.openxmlformats.org/drawingml/2006/main">
              <a:ext uri="{FF2B5EF4-FFF2-40B4-BE49-F238E27FC236}">
                <a16:creationId xmlns:a16="http://schemas.microsoft.com/office/drawing/2014/main" id="{A96035A1-16EB-4543-8FEA-D4A45F543672}"/>
              </a:ext>
            </a:extLst>
          </p:cNvPr>
          <p:cNvSpPr>
            <a:spLocks xmlns:a="http://schemas.openxmlformats.org/drawingml/2006/main" noGrp="1"/>
          </p:cNvSpPr>
          <p:nvPr/>
        </p:nvSpPr>
        <p:spPr>
          <a:xfrm xmlns:a="http://schemas.openxmlformats.org/drawingml/2006/main">
            <a:off x="6000369" y="46958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4" name="">
            <a:extLst xmlns:a="http://schemas.openxmlformats.org/drawingml/2006/main">
              <a:ext uri="{FF2B5EF4-FFF2-40B4-BE49-F238E27FC236}">
                <a16:creationId xmlns:a16="http://schemas.microsoft.com/office/drawing/2014/main" id="{22B91AF3-EA0C-4230-9773-7F11A4DE6701}"/>
              </a:ext>
            </a:extLst>
          </p:cNvPr>
          <p:cNvSpPr>
            <a:spLocks xmlns:a="http://schemas.openxmlformats.org/drawingml/2006/main" noGrp="1"/>
          </p:cNvSpPr>
          <p:nvPr/>
        </p:nvSpPr>
        <p:spPr>
          <a:xfrm xmlns:a="http://schemas.openxmlformats.org/drawingml/2006/main">
            <a:off x="4667250" y="49053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降伏・引張破断などの限界</a:t>
            </a:r>
          </a:p>
        </p:txBody>
      </p:sp>
      <p:sp>
        <p:nvSpPr>
          <p:cNvPr id="25" name="">
            <a:extLst xmlns:a="http://schemas.openxmlformats.org/drawingml/2006/main">
              <a:ext uri="{FF2B5EF4-FFF2-40B4-BE49-F238E27FC236}">
                <a16:creationId xmlns:a16="http://schemas.microsoft.com/office/drawing/2014/main" id="{1277B06A-18B4-467A-89D4-57686F3563E6}"/>
              </a:ext>
            </a:extLst>
          </p:cNvPr>
          <p:cNvSpPr>
            <a:spLocks xmlns:a="http://schemas.openxmlformats.org/drawingml/2006/main" noGrp="1"/>
          </p:cNvSpPr>
          <p:nvPr/>
        </p:nvSpPr>
        <p:spPr>
          <a:xfrm xmlns:a="http://schemas.openxmlformats.org/drawingml/2006/main">
            <a:off x="8905875" y="3810000"/>
            <a:ext cx="2286000" cy="285750"/>
          </a:xfrm>
          <a:custGeom xmlns:a="http://schemas.openxmlformats.org/drawingml/2006/main">
            <a:pathLst>
              <a:path w="2286000" h="285750">
                <a:moveTo>
                  <a:pt x="0" y="0"/>
                </a:moveTo>
                <a:lnTo>
                  <a:pt x="1047750" y="0"/>
                </a:lnTo>
                <a:lnTo>
                  <a:pt x="1143000" y="142875"/>
                </a:lnTo>
                <a:lnTo>
                  <a:pt x="1238250" y="0"/>
                </a:lnTo>
                <a:lnTo>
                  <a:pt x="2286000" y="0"/>
                </a:lnTo>
                <a:lnTo>
                  <a:pt x="2286000" y="285750"/>
                </a:lnTo>
                <a:lnTo>
                  <a:pt x="0" y="285750"/>
                </a:lnTo>
                <a:close/>
              </a:path>
            </a:pathLst>
          </a:custGeom>
          <a:solidFill xmlns:a="http://schemas.openxmlformats.org/drawingml/2006/main">
            <a:srgbClr val="E8F0F4"/>
          </a:solidFill>
          <a:ln xmlns:a="http://schemas.openxmlformats.org/drawingml/2006/main" w="19050">
            <a:solidFill>
              <a:srgbClr val="2876A8"/>
            </a:solidFill>
          </a:ln>
        </p:spPr>
      </p:sp>
      <p:sp>
        <p:nvSpPr>
          <p:cNvPr id="26" name="">
            <a:extLst xmlns:a="http://schemas.openxmlformats.org/drawingml/2006/main">
              <a:ext uri="{FF2B5EF4-FFF2-40B4-BE49-F238E27FC236}">
                <a16:creationId xmlns:a16="http://schemas.microsoft.com/office/drawing/2014/main" id="{D897FCA8-3C72-4F05-BB4C-2EBA866FC94E}"/>
              </a:ext>
            </a:extLst>
          </p:cNvPr>
          <p:cNvSpPr>
            <a:spLocks xmlns:a="http://schemas.openxmlformats.org/drawingml/2006/main" noGrp="1"/>
          </p:cNvSpPr>
          <p:nvPr/>
        </p:nvSpPr>
        <p:spPr>
          <a:xfrm xmlns:a="http://schemas.openxmlformats.org/drawingml/2006/main">
            <a:off x="10048875" y="2809875"/>
            <a:ext cx="9525" cy="904875"/>
          </a:xfrm>
          <a:custGeom xmlns:a="http://schemas.openxmlformats.org/drawingml/2006/main">
            <a:pathLst>
              <a:path w="9525" h="904875">
                <a:moveTo>
                  <a:pt x="0" y="0"/>
                </a:moveTo>
                <a:lnTo>
                  <a:pt x="0" y="904875"/>
                </a:lnTo>
              </a:path>
            </a:pathLst>
          </a:custGeom>
          <a:noFill xmlns:a="http://schemas.openxmlformats.org/drawingml/2006/main"/>
          <a:ln xmlns:a="http://schemas.openxmlformats.org/drawingml/2006/main" w="38100">
            <a:solidFill>
              <a:srgbClr val="C4483C"/>
            </a:solidFill>
          </a:ln>
        </p:spPr>
      </p:sp>
      <p:sp>
        <p:nvSpPr>
          <p:cNvPr id="27" name="">
            <a:extLst xmlns:a="http://schemas.openxmlformats.org/drawingml/2006/main">
              <a:ext uri="{FF2B5EF4-FFF2-40B4-BE49-F238E27FC236}">
                <a16:creationId xmlns:a16="http://schemas.microsoft.com/office/drawing/2014/main" id="{693F85CF-1472-414E-A25A-FC277731EA8F}"/>
              </a:ext>
            </a:extLst>
          </p:cNvPr>
          <p:cNvSpPr>
            <a:spLocks xmlns:a="http://schemas.openxmlformats.org/drawingml/2006/main" noGrp="1"/>
          </p:cNvSpPr>
          <p:nvPr/>
        </p:nvSpPr>
        <p:spPr>
          <a:xfrm xmlns:a="http://schemas.openxmlformats.org/drawingml/2006/main">
            <a:off x="10000869" y="36004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8" name="">
            <a:extLst xmlns:a="http://schemas.openxmlformats.org/drawingml/2006/main">
              <a:ext uri="{FF2B5EF4-FFF2-40B4-BE49-F238E27FC236}">
                <a16:creationId xmlns:a16="http://schemas.microsoft.com/office/drawing/2014/main" id="{D4F911DA-9C9B-45BC-A166-3194DE13F565}"/>
              </a:ext>
            </a:extLst>
          </p:cNvPr>
          <p:cNvSpPr>
            <a:spLocks xmlns:a="http://schemas.openxmlformats.org/drawingml/2006/main" noGrp="1"/>
          </p:cNvSpPr>
          <p:nvPr/>
        </p:nvSpPr>
        <p:spPr>
          <a:xfrm xmlns:a="http://schemas.openxmlformats.org/drawingml/2006/main">
            <a:off x="9810750" y="2428875"/>
            <a:ext cx="476250" cy="476250"/>
          </a:xfrm>
          <a:prstGeom xmlns:a="http://schemas.openxmlformats.org/drawingml/2006/main" prst="ellipse">
            <a:avLst/>
          </a:prstGeom>
          <a:solidFill xmlns:a="http://schemas.openxmlformats.org/drawingml/2006/main">
            <a:srgbClr val="AD8760"/>
          </a:solidFill>
          <a:ln xmlns:a="http://schemas.openxmlformats.org/drawingml/2006/main" w="17145">
            <a:solidFill>
              <a:srgbClr val="AD8760"/>
            </a:solidFill>
          </a:ln>
        </p:spPr>
      </p:sp>
      <p:sp>
        <p:nvSpPr>
          <p:cNvPr id="29" name="">
            <a:extLst xmlns:a="http://schemas.openxmlformats.org/drawingml/2006/main">
              <a:ext uri="{FF2B5EF4-FFF2-40B4-BE49-F238E27FC236}">
                <a16:creationId xmlns:a16="http://schemas.microsoft.com/office/drawing/2014/main" id="{533C8551-13B6-498C-BCA9-F356E9C205BE}"/>
              </a:ext>
            </a:extLst>
          </p:cNvPr>
          <p:cNvSpPr>
            <a:spLocks xmlns:a="http://schemas.openxmlformats.org/drawingml/2006/main" noGrp="1"/>
          </p:cNvSpPr>
          <p:nvPr/>
        </p:nvSpPr>
        <p:spPr>
          <a:xfrm xmlns:a="http://schemas.openxmlformats.org/drawingml/2006/main">
            <a:off x="8524875" y="433387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破壊までに吸収する</a:t>
            </a:r>
          </a:p>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エネルギーなど</a:t>
            </a:r>
          </a:p>
        </p:txBody>
      </p:sp>
      <p:sp>
        <p:nvSpPr>
          <p:cNvPr id="30" name="">
            <a:extLst xmlns:a="http://schemas.openxmlformats.org/drawingml/2006/main">
              <a:ext uri="{FF2B5EF4-FFF2-40B4-BE49-F238E27FC236}">
                <a16:creationId xmlns:a16="http://schemas.microsoft.com/office/drawing/2014/main" id="{D1D86E51-3611-4AEC-8361-DA34BABDD0D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靭性の図は衝撃試験の概念。試験法・試験片・温度をそろえる。硬さから靭性を一律に決めない。</a:t>
            </a:r>
          </a:p>
        </p:txBody>
      </p:sp>
    </p:spTree>
    <p:extLst>
      <p:ext uri="{BB962C8B-B14F-4D97-AF65-F5344CB8AC3E}">
        <p14:creationId xmlns:p14="http://schemas.microsoft.com/office/powerpoint/2010/main" val="126463372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241E8E-CB53-4D74-9CBB-A7F1D648F46D}"/>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曲線の面積と、靭性の評価を区別する</a:t>
            </a:r>
          </a:p>
        </p:txBody>
      </p:sp>
      <p:sp>
        <p:nvSpPr>
          <p:cNvPr id="2" name="">
            <a:extLst xmlns:a="http://schemas.openxmlformats.org/drawingml/2006/main">
              <a:ext uri="{FF2B5EF4-FFF2-40B4-BE49-F238E27FC236}">
                <a16:creationId xmlns:a16="http://schemas.microsoft.com/office/drawing/2014/main" id="{399C4ECC-6A38-4324-84F8-D460E30CBD43}"/>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22D2DAD-2465-452C-9D32-0D6258372002}"/>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graphicFrame>
        <p:nvGraphicFramePr>
          <p:cNvPr id="4" name="">
            <a:extLst xmlns:a="http://schemas.openxmlformats.org/drawingml/2006/main">
              <a:ext uri="{FF2B5EF4-FFF2-40B4-BE49-F238E27FC236}">
                <a16:creationId xmlns:a16="http://schemas.microsoft.com/office/drawing/2014/main" id="{35D40EC5-49C7-4119-8C60-4C17E4E1C064}"/>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模式的な引張曲線</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三角形で近似した仕事／体積</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A：最大400 MPa、破断ひずみ0.02</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約4 MJ/m³</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B：最大300 MPa、破断ひずみ0.15</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約22.5 MJ/m³</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読み取ること</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最大応力だけで面積は決まらない</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別の試験</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衝撃吸収エネルギーJ等とは区別</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133161C-A1B2-4D57-A334-F89B1805C8E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説明用の仮想三角形モデル。実在材の応力−ひずみ曲線や保証値ではない。</a:t>
            </a:r>
          </a:p>
        </p:txBody>
      </p:sp>
      <p:sp>
        <p:nvSpPr>
          <p:cNvPr id="6" name="">
            <a:extLst xmlns:a="http://schemas.openxmlformats.org/drawingml/2006/main">
              <a:ext uri="{FF2B5EF4-FFF2-40B4-BE49-F238E27FC236}">
                <a16:creationId xmlns:a16="http://schemas.microsoft.com/office/drawing/2014/main" id="{9AE64E54-04EA-4142-8A3B-99BCADE85EF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23 / 56</a:t>
            </a:r>
          </a:p>
        </p:txBody>
      </p:sp>
    </p:spTree>
    <p:extLst>
      <p:ext uri="{BB962C8B-B14F-4D97-AF65-F5344CB8AC3E}">
        <p14:creationId xmlns:p14="http://schemas.microsoft.com/office/powerpoint/2010/main" val="72789486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BCEF1AA-7742-47CA-9CE2-9561921E7D0C}"/>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なぜ曲線の面積が、仕事／体積になるか</a:t>
            </a:r>
          </a:p>
        </p:txBody>
      </p:sp>
      <p:sp>
        <p:nvSpPr>
          <p:cNvPr id="2" name="">
            <a:extLst xmlns:a="http://schemas.openxmlformats.org/drawingml/2006/main">
              <a:ext uri="{FF2B5EF4-FFF2-40B4-BE49-F238E27FC236}">
                <a16:creationId xmlns:a16="http://schemas.microsoft.com/office/drawing/2014/main" id="{CFFD0D88-C6D0-4F50-A08A-D8FF51675AE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graphicFrame>
        <p:nvGraphicFramePr>
          <p:cNvPr id="4" name="">
            <a:extLst xmlns:a="http://schemas.openxmlformats.org/drawingml/2006/main">
              <a:ext uri="{FF2B5EF4-FFF2-40B4-BE49-F238E27FC236}">
                <a16:creationId xmlns:a16="http://schemas.microsoft.com/office/drawing/2014/main" id="{BB88BB15-0492-4CB8-A794-DEBEE8CF7C11}"/>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引張りの仕事から考える</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初期のA₀、L₀を使う基本整理</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微小な仕事</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dW = F dδ</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初期体積で割る</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dW/(A₀L₀) = (F/A₀) d(δ/L₀)</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応力とひずみの関係</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dW/V₀ = σ dε</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単位</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1 MPa = 1 MJ/m³</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2A22922-2B50-4D02-A8C3-1ADBAA7C044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公称応力・公称ひずみを使用。加えた仕事と、不可逆な吸収だけを同一視しない。</a:t>
            </a:r>
          </a:p>
        </p:txBody>
      </p:sp>
      <p:sp>
        <p:nvSpPr>
          <p:cNvPr id="6" name="">
            <a:extLst xmlns:a="http://schemas.openxmlformats.org/drawingml/2006/main">
              <a:ext uri="{FF2B5EF4-FFF2-40B4-BE49-F238E27FC236}">
                <a16:creationId xmlns:a16="http://schemas.microsoft.com/office/drawing/2014/main" id="{4F744450-C899-42B6-AC57-C2623F04665C}"/>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24 / 56</a:t>
            </a:r>
          </a:p>
        </p:txBody>
      </p:sp>
      <p:sp>
        <p:nvSpPr>
          <p:cNvPr id="8" name="">
            <a:extLst xmlns:a="http://schemas.openxmlformats.org/drawingml/2006/main">
              <a:ext uri="{FF2B5EF4-FFF2-40B4-BE49-F238E27FC236}">
                <a16:creationId xmlns:a16="http://schemas.microsoft.com/office/drawing/2014/main" id="{C7BD688B-16BA-46E5-814C-25DFFB3E74FA}"/>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σ：垂直応力　ε：縦ひずみ　δ：軸方向の伸び</a:t>
            </a:r>
          </a:p>
        </p:txBody>
      </p:sp>
    </p:spTree>
    <p:extLst>
      <p:ext uri="{BB962C8B-B14F-4D97-AF65-F5344CB8AC3E}">
        <p14:creationId xmlns:p14="http://schemas.microsoft.com/office/powerpoint/2010/main" val="35148913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FF73F5B-BE8E-4C7B-A020-CB810D0B993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合金と組織</a:t>
            </a:r>
          </a:p>
        </p:txBody>
      </p:sp>
      <p:sp>
        <p:nvSpPr>
          <p:cNvPr id="2" name="">
            <a:extLst xmlns:a="http://schemas.openxmlformats.org/drawingml/2006/main">
              <a:ext uri="{FF2B5EF4-FFF2-40B4-BE49-F238E27FC236}">
                <a16:creationId xmlns:a16="http://schemas.microsoft.com/office/drawing/2014/main" id="{E813BF00-B989-4728-941A-B668E25CB02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0" name="">
            <a:extLst xmlns:a="http://schemas.openxmlformats.org/drawingml/2006/main">
              <a:ext uri="{FF2B5EF4-FFF2-40B4-BE49-F238E27FC236}">
                <a16:creationId xmlns:a16="http://schemas.microsoft.com/office/drawing/2014/main" id="{2F841D0F-43F1-46D9-8A4E-FA480A910AE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31" name="">
            <a:extLst xmlns:a="http://schemas.openxmlformats.org/drawingml/2006/main">
              <a:ext uri="{FF2B5EF4-FFF2-40B4-BE49-F238E27FC236}">
                <a16:creationId xmlns:a16="http://schemas.microsoft.com/office/drawing/2014/main" id="{ED25E96A-67B4-49CD-A0B6-3819594F460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25 / 56</a:t>
            </a:r>
          </a:p>
        </p:txBody>
      </p:sp>
      <p:sp>
        <p:nvSpPr>
          <p:cNvPr id="33" name="">
            <a:extLst xmlns:a="http://schemas.openxmlformats.org/drawingml/2006/main">
              <a:ext uri="{FF2B5EF4-FFF2-40B4-BE49-F238E27FC236}">
                <a16:creationId xmlns:a16="http://schemas.microsoft.com/office/drawing/2014/main" id="{67635A51-409E-44B3-A12F-9824DB8E4025}"/>
              </a:ext>
            </a:extLst>
          </p:cNvPr>
          <p:cNvSpPr>
            <a:spLocks xmlns:a="http://schemas.openxmlformats.org/drawingml/2006/main" noGrp="1"/>
          </p:cNvSpPr>
          <p:nvPr/>
        </p:nvSpPr>
        <p:spPr>
          <a:xfrm xmlns:a="http://schemas.openxmlformats.org/drawingml/2006/main">
            <a:off x="809625" y="1524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263D4D"/>
                </a:solidFill>
                <a:latin typeface="Yu Gothic"/>
                <a:ea typeface="Yu Gothic"/>
                <a:cs typeface="Yu Gothic"/>
              </a:defRPr>
            </a:defPPr>
            <a:lvl1pPr>
              <a:buNone/>
              <a:defRPr sz="2550" b="1">
                <a:solidFill>
                  <a:srgbClr val="263D4D"/>
                </a:solidFill>
                <a:latin typeface="Yu Gothic"/>
                <a:ea typeface="Yu Gothic"/>
                <a:cs typeface="Yu Gothic"/>
              </a:defRPr>
            </a:lvl1pPr>
            <a:lvl2pPr>
              <a:buNone/>
              <a:defRPr sz="2550" b="1">
                <a:solidFill>
                  <a:srgbClr val="263D4D"/>
                </a:solidFill>
                <a:latin typeface="Yu Gothic"/>
                <a:ea typeface="Yu Gothic"/>
                <a:cs typeface="Yu Gothic"/>
              </a:defRPr>
            </a:lvl2pPr>
            <a:lvl3pPr>
              <a:buNone/>
              <a:defRPr sz="2550" b="1">
                <a:solidFill>
                  <a:srgbClr val="263D4D"/>
                </a:solidFill>
                <a:latin typeface="Yu Gothic"/>
                <a:ea typeface="Yu Gothic"/>
                <a:cs typeface="Yu Gothic"/>
              </a:defRPr>
            </a:lvl3pPr>
            <a:lvl4pPr>
              <a:buNone/>
              <a:defRPr sz="2550" b="1">
                <a:solidFill>
                  <a:srgbClr val="263D4D"/>
                </a:solidFill>
                <a:latin typeface="Yu Gothic"/>
                <a:ea typeface="Yu Gothic"/>
                <a:cs typeface="Yu Gothic"/>
              </a:defRPr>
            </a:lvl4pPr>
            <a:lvl5pPr>
              <a:buNone/>
              <a:defRPr sz="2550" b="1">
                <a:solidFill>
                  <a:srgbClr val="263D4D"/>
                </a:solidFill>
                <a:latin typeface="Yu Gothic"/>
                <a:ea typeface="Yu Gothic"/>
                <a:cs typeface="Yu Gothic"/>
              </a:defRPr>
            </a:lvl5pPr>
            <a:lvl6pPr>
              <a:buNone/>
              <a:defRPr sz="2550" b="1">
                <a:solidFill>
                  <a:srgbClr val="263D4D"/>
                </a:solidFill>
                <a:latin typeface="Yu Gothic"/>
                <a:ea typeface="Yu Gothic"/>
                <a:cs typeface="Yu Gothic"/>
              </a:defRPr>
            </a:lvl6pPr>
            <a:lvl7pPr>
              <a:buNone/>
              <a:defRPr sz="2550" b="1">
                <a:solidFill>
                  <a:srgbClr val="263D4D"/>
                </a:solidFill>
                <a:latin typeface="Yu Gothic"/>
                <a:ea typeface="Yu Gothic"/>
                <a:cs typeface="Yu Gothic"/>
              </a:defRPr>
            </a:lvl7pPr>
            <a:lvl8pPr>
              <a:buNone/>
              <a:defRPr sz="2550" b="1">
                <a:solidFill>
                  <a:srgbClr val="263D4D"/>
                </a:solidFill>
                <a:latin typeface="Yu Gothic"/>
                <a:ea typeface="Yu Gothic"/>
                <a:cs typeface="Yu Gothic"/>
              </a:defRPr>
            </a:lvl8pPr>
            <a:lvl9pPr>
              <a:buNone/>
              <a:defRPr sz="2550" b="1">
                <a:solidFill>
                  <a:srgbClr val="263D4D"/>
                </a:solidFill>
                <a:latin typeface="Yu Gothic"/>
                <a:ea typeface="Yu Gothic"/>
                <a:cs typeface="Yu Gothic"/>
              </a:defRPr>
            </a:lvl9pPr>
          </a:lstStyle>
          <a:p xmlns:a="http://schemas.openxmlformats.org/drawingml/2006/main">
            <a:pPr>
              <a:buNone/>
              <a:defRPr sz="2550" b="1">
                <a:solidFill>
                  <a:srgbClr val="263D4D"/>
                </a:solidFill>
                <a:latin typeface="Yu Gothic"/>
                <a:ea typeface="Yu Gothic"/>
                <a:cs typeface="Yu Gothic"/>
              </a:defRPr>
            </a:pPr>
            <a:r>
              <a:rPr sz="2550" b="1">
                <a:solidFill>
                  <a:srgbClr val="263D4D"/>
                </a:solidFill>
                <a:latin typeface="Yu Gothic"/>
                <a:ea typeface="Yu Gothic"/>
                <a:cs typeface="Yu Gothic"/>
              </a:rPr>
              <a:t>金属に他の元素を加えた材料</a:t>
            </a:r>
          </a:p>
        </p:txBody>
      </p:sp>
      <p:sp>
        <p:nvSpPr>
          <p:cNvPr id="34" name="">
            <a:extLst xmlns:a="http://schemas.openxmlformats.org/drawingml/2006/main">
              <a:ext uri="{FF2B5EF4-FFF2-40B4-BE49-F238E27FC236}">
                <a16:creationId xmlns:a16="http://schemas.microsoft.com/office/drawing/2014/main" id="{CCDE634A-E409-4119-98BF-B6BC68A4A837}"/>
              </a:ext>
            </a:extLst>
          </p:cNvPr>
          <p:cNvSpPr>
            <a:spLocks xmlns:a="http://schemas.openxmlformats.org/drawingml/2006/main" noGrp="1"/>
          </p:cNvSpPr>
          <p:nvPr/>
        </p:nvSpPr>
        <p:spPr>
          <a:xfrm xmlns:a="http://schemas.openxmlformats.org/drawingml/2006/main">
            <a:off x="809625" y="23812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固溶体の模型</a:t>
            </a:r>
          </a:p>
        </p:txBody>
      </p:sp>
      <p:sp>
        <p:nvSpPr>
          <p:cNvPr id="35" name="">
            <a:extLst xmlns:a="http://schemas.openxmlformats.org/drawingml/2006/main">
              <a:ext uri="{FF2B5EF4-FFF2-40B4-BE49-F238E27FC236}">
                <a16:creationId xmlns:a16="http://schemas.microsoft.com/office/drawing/2014/main" id="{EA020EA9-08A2-4522-A74E-B7CD71E814C0}"/>
              </a:ext>
            </a:extLst>
          </p:cNvPr>
          <p:cNvSpPr>
            <a:spLocks xmlns:a="http://schemas.openxmlformats.org/drawingml/2006/main" noGrp="1"/>
          </p:cNvSpPr>
          <p:nvPr/>
        </p:nvSpPr>
        <p:spPr>
          <a:xfrm xmlns:a="http://schemas.openxmlformats.org/drawingml/2006/main">
            <a:off x="1304925" y="3067050"/>
            <a:ext cx="247650" cy="247650"/>
          </a:xfrm>
          <a:prstGeom xmlns:a="http://schemas.openxmlformats.org/drawingml/2006/main" prst="ellipse">
            <a:avLst/>
          </a:prstGeom>
          <a:solidFill xmlns:a="http://schemas.openxmlformats.org/drawingml/2006/main">
            <a:srgbClr val="AD8760"/>
          </a:solidFill>
          <a:ln xmlns:a="http://schemas.openxmlformats.org/drawingml/2006/main" w="17145">
            <a:solidFill>
              <a:srgbClr val="AD8760"/>
            </a:solidFill>
          </a:ln>
        </p:spPr>
      </p:sp>
      <p:sp>
        <p:nvSpPr>
          <p:cNvPr id="36" name="">
            <a:extLst xmlns:a="http://schemas.openxmlformats.org/drawingml/2006/main">
              <a:ext uri="{FF2B5EF4-FFF2-40B4-BE49-F238E27FC236}">
                <a16:creationId xmlns:a16="http://schemas.microsoft.com/office/drawing/2014/main" id="{0D419C40-13F0-4ADE-8280-412DBD8CD5AA}"/>
              </a:ext>
            </a:extLst>
          </p:cNvPr>
          <p:cNvSpPr>
            <a:spLocks xmlns:a="http://schemas.openxmlformats.org/drawingml/2006/main" noGrp="1"/>
          </p:cNvSpPr>
          <p:nvPr/>
        </p:nvSpPr>
        <p:spPr>
          <a:xfrm xmlns:a="http://schemas.openxmlformats.org/drawingml/2006/main">
            <a:off x="1914525" y="310515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7" name="">
            <a:extLst xmlns:a="http://schemas.openxmlformats.org/drawingml/2006/main">
              <a:ext uri="{FF2B5EF4-FFF2-40B4-BE49-F238E27FC236}">
                <a16:creationId xmlns:a16="http://schemas.microsoft.com/office/drawing/2014/main" id="{9490A189-B914-4163-B10B-D9245CB04963}"/>
              </a:ext>
            </a:extLst>
          </p:cNvPr>
          <p:cNvSpPr>
            <a:spLocks xmlns:a="http://schemas.openxmlformats.org/drawingml/2006/main" noGrp="1"/>
          </p:cNvSpPr>
          <p:nvPr/>
        </p:nvSpPr>
        <p:spPr>
          <a:xfrm xmlns:a="http://schemas.openxmlformats.org/drawingml/2006/main">
            <a:off x="2486025" y="310515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8" name="">
            <a:extLst xmlns:a="http://schemas.openxmlformats.org/drawingml/2006/main">
              <a:ext uri="{FF2B5EF4-FFF2-40B4-BE49-F238E27FC236}">
                <a16:creationId xmlns:a16="http://schemas.microsoft.com/office/drawing/2014/main" id="{CCD35FF1-BB31-4F4A-A355-A8F962E83CD5}"/>
              </a:ext>
            </a:extLst>
          </p:cNvPr>
          <p:cNvSpPr>
            <a:spLocks xmlns:a="http://schemas.openxmlformats.org/drawingml/2006/main" noGrp="1"/>
          </p:cNvSpPr>
          <p:nvPr/>
        </p:nvSpPr>
        <p:spPr>
          <a:xfrm xmlns:a="http://schemas.openxmlformats.org/drawingml/2006/main">
            <a:off x="3057525" y="310515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9" name="">
            <a:extLst xmlns:a="http://schemas.openxmlformats.org/drawingml/2006/main">
              <a:ext uri="{FF2B5EF4-FFF2-40B4-BE49-F238E27FC236}">
                <a16:creationId xmlns:a16="http://schemas.microsoft.com/office/drawing/2014/main" id="{A68C3BA0-7380-43F3-ACE9-7B4FBD24B8C0}"/>
              </a:ext>
            </a:extLst>
          </p:cNvPr>
          <p:cNvSpPr>
            <a:spLocks xmlns:a="http://schemas.openxmlformats.org/drawingml/2006/main" noGrp="1"/>
          </p:cNvSpPr>
          <p:nvPr/>
        </p:nvSpPr>
        <p:spPr>
          <a:xfrm xmlns:a="http://schemas.openxmlformats.org/drawingml/2006/main">
            <a:off x="3629025" y="310515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0" name="">
            <a:extLst xmlns:a="http://schemas.openxmlformats.org/drawingml/2006/main">
              <a:ext uri="{FF2B5EF4-FFF2-40B4-BE49-F238E27FC236}">
                <a16:creationId xmlns:a16="http://schemas.microsoft.com/office/drawing/2014/main" id="{83DC1BCF-C2CC-4868-9CED-CF6020A1BAF2}"/>
              </a:ext>
            </a:extLst>
          </p:cNvPr>
          <p:cNvSpPr>
            <a:spLocks xmlns:a="http://schemas.openxmlformats.org/drawingml/2006/main" noGrp="1"/>
          </p:cNvSpPr>
          <p:nvPr/>
        </p:nvSpPr>
        <p:spPr>
          <a:xfrm xmlns:a="http://schemas.openxmlformats.org/drawingml/2006/main">
            <a:off x="4200525" y="310515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1" name="">
            <a:extLst xmlns:a="http://schemas.openxmlformats.org/drawingml/2006/main">
              <a:ext uri="{FF2B5EF4-FFF2-40B4-BE49-F238E27FC236}">
                <a16:creationId xmlns:a16="http://schemas.microsoft.com/office/drawing/2014/main" id="{EE5CCEE1-4B13-40FB-8F6A-2ED4EAD539AA}"/>
              </a:ext>
            </a:extLst>
          </p:cNvPr>
          <p:cNvSpPr>
            <a:spLocks xmlns:a="http://schemas.openxmlformats.org/drawingml/2006/main" noGrp="1"/>
          </p:cNvSpPr>
          <p:nvPr/>
        </p:nvSpPr>
        <p:spPr>
          <a:xfrm xmlns:a="http://schemas.openxmlformats.org/drawingml/2006/main">
            <a:off x="1343025" y="362902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2" name="">
            <a:extLst xmlns:a="http://schemas.openxmlformats.org/drawingml/2006/main">
              <a:ext uri="{FF2B5EF4-FFF2-40B4-BE49-F238E27FC236}">
                <a16:creationId xmlns:a16="http://schemas.microsoft.com/office/drawing/2014/main" id="{FC6839F4-E246-4062-B6DB-72DEBA75D7B2}"/>
              </a:ext>
            </a:extLst>
          </p:cNvPr>
          <p:cNvSpPr>
            <a:spLocks xmlns:a="http://schemas.openxmlformats.org/drawingml/2006/main" noGrp="1"/>
          </p:cNvSpPr>
          <p:nvPr/>
        </p:nvSpPr>
        <p:spPr>
          <a:xfrm xmlns:a="http://schemas.openxmlformats.org/drawingml/2006/main">
            <a:off x="1914525" y="362902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3" name="">
            <a:extLst xmlns:a="http://schemas.openxmlformats.org/drawingml/2006/main">
              <a:ext uri="{FF2B5EF4-FFF2-40B4-BE49-F238E27FC236}">
                <a16:creationId xmlns:a16="http://schemas.microsoft.com/office/drawing/2014/main" id="{14AF31FE-CB69-40EB-9B57-84BAEF4E48D2}"/>
              </a:ext>
            </a:extLst>
          </p:cNvPr>
          <p:cNvSpPr>
            <a:spLocks xmlns:a="http://schemas.openxmlformats.org/drawingml/2006/main" noGrp="1"/>
          </p:cNvSpPr>
          <p:nvPr/>
        </p:nvSpPr>
        <p:spPr>
          <a:xfrm xmlns:a="http://schemas.openxmlformats.org/drawingml/2006/main">
            <a:off x="2486025" y="362902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4" name="">
            <a:extLst xmlns:a="http://schemas.openxmlformats.org/drawingml/2006/main">
              <a:ext uri="{FF2B5EF4-FFF2-40B4-BE49-F238E27FC236}">
                <a16:creationId xmlns:a16="http://schemas.microsoft.com/office/drawing/2014/main" id="{0EDC2C0C-B0A0-4F0B-882D-8A6B7A7C6403}"/>
              </a:ext>
            </a:extLst>
          </p:cNvPr>
          <p:cNvSpPr>
            <a:spLocks xmlns:a="http://schemas.openxmlformats.org/drawingml/2006/main" noGrp="1"/>
          </p:cNvSpPr>
          <p:nvPr/>
        </p:nvSpPr>
        <p:spPr>
          <a:xfrm xmlns:a="http://schemas.openxmlformats.org/drawingml/2006/main">
            <a:off x="3057525" y="362902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5" name="">
            <a:extLst xmlns:a="http://schemas.openxmlformats.org/drawingml/2006/main">
              <a:ext uri="{FF2B5EF4-FFF2-40B4-BE49-F238E27FC236}">
                <a16:creationId xmlns:a16="http://schemas.microsoft.com/office/drawing/2014/main" id="{9A46DE2B-86CE-495B-88D6-7AAEA5BFE679}"/>
              </a:ext>
            </a:extLst>
          </p:cNvPr>
          <p:cNvSpPr>
            <a:spLocks xmlns:a="http://schemas.openxmlformats.org/drawingml/2006/main" noGrp="1"/>
          </p:cNvSpPr>
          <p:nvPr/>
        </p:nvSpPr>
        <p:spPr>
          <a:xfrm xmlns:a="http://schemas.openxmlformats.org/drawingml/2006/main">
            <a:off x="3629025" y="362902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6" name="">
            <a:extLst xmlns:a="http://schemas.openxmlformats.org/drawingml/2006/main">
              <a:ext uri="{FF2B5EF4-FFF2-40B4-BE49-F238E27FC236}">
                <a16:creationId xmlns:a16="http://schemas.microsoft.com/office/drawing/2014/main" id="{F1B476D0-129D-4740-AFE5-2F93A19CDCDE}"/>
              </a:ext>
            </a:extLst>
          </p:cNvPr>
          <p:cNvSpPr>
            <a:spLocks xmlns:a="http://schemas.openxmlformats.org/drawingml/2006/main" noGrp="1"/>
          </p:cNvSpPr>
          <p:nvPr/>
        </p:nvSpPr>
        <p:spPr>
          <a:xfrm xmlns:a="http://schemas.openxmlformats.org/drawingml/2006/main">
            <a:off x="4162425" y="3590925"/>
            <a:ext cx="247650" cy="247650"/>
          </a:xfrm>
          <a:prstGeom xmlns:a="http://schemas.openxmlformats.org/drawingml/2006/main" prst="ellipse">
            <a:avLst/>
          </a:prstGeom>
          <a:solidFill xmlns:a="http://schemas.openxmlformats.org/drawingml/2006/main">
            <a:srgbClr val="AD8760"/>
          </a:solidFill>
          <a:ln xmlns:a="http://schemas.openxmlformats.org/drawingml/2006/main" w="17145">
            <a:solidFill>
              <a:srgbClr val="AD8760"/>
            </a:solidFill>
          </a:ln>
        </p:spPr>
      </p:sp>
      <p:sp>
        <p:nvSpPr>
          <p:cNvPr id="47" name="">
            <a:extLst xmlns:a="http://schemas.openxmlformats.org/drawingml/2006/main">
              <a:ext uri="{FF2B5EF4-FFF2-40B4-BE49-F238E27FC236}">
                <a16:creationId xmlns:a16="http://schemas.microsoft.com/office/drawing/2014/main" id="{FB0A6FD5-FE32-4F38-898A-4305A942280F}"/>
              </a:ext>
            </a:extLst>
          </p:cNvPr>
          <p:cNvSpPr>
            <a:spLocks xmlns:a="http://schemas.openxmlformats.org/drawingml/2006/main" noGrp="1"/>
          </p:cNvSpPr>
          <p:nvPr/>
        </p:nvSpPr>
        <p:spPr>
          <a:xfrm xmlns:a="http://schemas.openxmlformats.org/drawingml/2006/main">
            <a:off x="1343025" y="415290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8" name="">
            <a:extLst xmlns:a="http://schemas.openxmlformats.org/drawingml/2006/main">
              <a:ext uri="{FF2B5EF4-FFF2-40B4-BE49-F238E27FC236}">
                <a16:creationId xmlns:a16="http://schemas.microsoft.com/office/drawing/2014/main" id="{8BE0652B-422D-4AFC-A66F-00EF20F42DE7}"/>
              </a:ext>
            </a:extLst>
          </p:cNvPr>
          <p:cNvSpPr>
            <a:spLocks xmlns:a="http://schemas.openxmlformats.org/drawingml/2006/main" noGrp="1"/>
          </p:cNvSpPr>
          <p:nvPr/>
        </p:nvSpPr>
        <p:spPr>
          <a:xfrm xmlns:a="http://schemas.openxmlformats.org/drawingml/2006/main">
            <a:off x="1914525" y="415290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9" name="">
            <a:extLst xmlns:a="http://schemas.openxmlformats.org/drawingml/2006/main">
              <a:ext uri="{FF2B5EF4-FFF2-40B4-BE49-F238E27FC236}">
                <a16:creationId xmlns:a16="http://schemas.microsoft.com/office/drawing/2014/main" id="{56D67AA4-E471-4274-94D1-9FB4DD8C69D4}"/>
              </a:ext>
            </a:extLst>
          </p:cNvPr>
          <p:cNvSpPr>
            <a:spLocks xmlns:a="http://schemas.openxmlformats.org/drawingml/2006/main" noGrp="1"/>
          </p:cNvSpPr>
          <p:nvPr/>
        </p:nvSpPr>
        <p:spPr>
          <a:xfrm xmlns:a="http://schemas.openxmlformats.org/drawingml/2006/main">
            <a:off x="2486025" y="415290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0" name="">
            <a:extLst xmlns:a="http://schemas.openxmlformats.org/drawingml/2006/main">
              <a:ext uri="{FF2B5EF4-FFF2-40B4-BE49-F238E27FC236}">
                <a16:creationId xmlns:a16="http://schemas.microsoft.com/office/drawing/2014/main" id="{311BB2AB-8880-44BE-B3B4-5570E9B267FA}"/>
              </a:ext>
            </a:extLst>
          </p:cNvPr>
          <p:cNvSpPr>
            <a:spLocks xmlns:a="http://schemas.openxmlformats.org/drawingml/2006/main" noGrp="1"/>
          </p:cNvSpPr>
          <p:nvPr/>
        </p:nvSpPr>
        <p:spPr>
          <a:xfrm xmlns:a="http://schemas.openxmlformats.org/drawingml/2006/main">
            <a:off x="3019425" y="4114800"/>
            <a:ext cx="247650" cy="247650"/>
          </a:xfrm>
          <a:prstGeom xmlns:a="http://schemas.openxmlformats.org/drawingml/2006/main" prst="ellipse">
            <a:avLst/>
          </a:prstGeom>
          <a:solidFill xmlns:a="http://schemas.openxmlformats.org/drawingml/2006/main">
            <a:srgbClr val="AD8760"/>
          </a:solidFill>
          <a:ln xmlns:a="http://schemas.openxmlformats.org/drawingml/2006/main" w="17145">
            <a:solidFill>
              <a:srgbClr val="AD8760"/>
            </a:solidFill>
          </a:ln>
        </p:spPr>
      </p:sp>
      <p:sp>
        <p:nvSpPr>
          <p:cNvPr id="51" name="">
            <a:extLst xmlns:a="http://schemas.openxmlformats.org/drawingml/2006/main">
              <a:ext uri="{FF2B5EF4-FFF2-40B4-BE49-F238E27FC236}">
                <a16:creationId xmlns:a16="http://schemas.microsoft.com/office/drawing/2014/main" id="{24B39149-8B75-4F61-8AD9-DD9521E824E5}"/>
              </a:ext>
            </a:extLst>
          </p:cNvPr>
          <p:cNvSpPr>
            <a:spLocks xmlns:a="http://schemas.openxmlformats.org/drawingml/2006/main" noGrp="1"/>
          </p:cNvSpPr>
          <p:nvPr/>
        </p:nvSpPr>
        <p:spPr>
          <a:xfrm xmlns:a="http://schemas.openxmlformats.org/drawingml/2006/main">
            <a:off x="3629025" y="415290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2" name="">
            <a:extLst xmlns:a="http://schemas.openxmlformats.org/drawingml/2006/main">
              <a:ext uri="{FF2B5EF4-FFF2-40B4-BE49-F238E27FC236}">
                <a16:creationId xmlns:a16="http://schemas.microsoft.com/office/drawing/2014/main" id="{4CC30719-3249-4D19-930B-B135969F4926}"/>
              </a:ext>
            </a:extLst>
          </p:cNvPr>
          <p:cNvSpPr>
            <a:spLocks xmlns:a="http://schemas.openxmlformats.org/drawingml/2006/main" noGrp="1"/>
          </p:cNvSpPr>
          <p:nvPr/>
        </p:nvSpPr>
        <p:spPr>
          <a:xfrm xmlns:a="http://schemas.openxmlformats.org/drawingml/2006/main">
            <a:off x="4200525" y="4152900"/>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3" name="">
            <a:extLst xmlns:a="http://schemas.openxmlformats.org/drawingml/2006/main">
              <a:ext uri="{FF2B5EF4-FFF2-40B4-BE49-F238E27FC236}">
                <a16:creationId xmlns:a16="http://schemas.microsoft.com/office/drawing/2014/main" id="{2E6BE359-4216-4307-AC91-2A1A7FD0827F}"/>
              </a:ext>
            </a:extLst>
          </p:cNvPr>
          <p:cNvSpPr>
            <a:spLocks xmlns:a="http://schemas.openxmlformats.org/drawingml/2006/main" noGrp="1"/>
          </p:cNvSpPr>
          <p:nvPr/>
        </p:nvSpPr>
        <p:spPr>
          <a:xfrm xmlns:a="http://schemas.openxmlformats.org/drawingml/2006/main">
            <a:off x="1343025" y="467677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4" name="">
            <a:extLst xmlns:a="http://schemas.openxmlformats.org/drawingml/2006/main">
              <a:ext uri="{FF2B5EF4-FFF2-40B4-BE49-F238E27FC236}">
                <a16:creationId xmlns:a16="http://schemas.microsoft.com/office/drawing/2014/main" id="{958E86CA-0303-42E8-A484-3741994DFEA4}"/>
              </a:ext>
            </a:extLst>
          </p:cNvPr>
          <p:cNvSpPr>
            <a:spLocks xmlns:a="http://schemas.openxmlformats.org/drawingml/2006/main" noGrp="1"/>
          </p:cNvSpPr>
          <p:nvPr/>
        </p:nvSpPr>
        <p:spPr>
          <a:xfrm xmlns:a="http://schemas.openxmlformats.org/drawingml/2006/main">
            <a:off x="1876425" y="4638675"/>
            <a:ext cx="247650" cy="247650"/>
          </a:xfrm>
          <a:prstGeom xmlns:a="http://schemas.openxmlformats.org/drawingml/2006/main" prst="ellipse">
            <a:avLst/>
          </a:prstGeom>
          <a:solidFill xmlns:a="http://schemas.openxmlformats.org/drawingml/2006/main">
            <a:srgbClr val="AD8760"/>
          </a:solidFill>
          <a:ln xmlns:a="http://schemas.openxmlformats.org/drawingml/2006/main" w="17145">
            <a:solidFill>
              <a:srgbClr val="AD8760"/>
            </a:solidFill>
          </a:ln>
        </p:spPr>
      </p:sp>
      <p:sp>
        <p:nvSpPr>
          <p:cNvPr id="55" name="">
            <a:extLst xmlns:a="http://schemas.openxmlformats.org/drawingml/2006/main">
              <a:ext uri="{FF2B5EF4-FFF2-40B4-BE49-F238E27FC236}">
                <a16:creationId xmlns:a16="http://schemas.microsoft.com/office/drawing/2014/main" id="{44EF6ED4-A71F-4C27-A01A-7D1660AFB305}"/>
              </a:ext>
            </a:extLst>
          </p:cNvPr>
          <p:cNvSpPr>
            <a:spLocks xmlns:a="http://schemas.openxmlformats.org/drawingml/2006/main" noGrp="1"/>
          </p:cNvSpPr>
          <p:nvPr/>
        </p:nvSpPr>
        <p:spPr>
          <a:xfrm xmlns:a="http://schemas.openxmlformats.org/drawingml/2006/main">
            <a:off x="2486025" y="467677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6" name="">
            <a:extLst xmlns:a="http://schemas.openxmlformats.org/drawingml/2006/main">
              <a:ext uri="{FF2B5EF4-FFF2-40B4-BE49-F238E27FC236}">
                <a16:creationId xmlns:a16="http://schemas.microsoft.com/office/drawing/2014/main" id="{CA0C9E0C-9EFD-4599-872B-A9D214C20A91}"/>
              </a:ext>
            </a:extLst>
          </p:cNvPr>
          <p:cNvSpPr>
            <a:spLocks xmlns:a="http://schemas.openxmlformats.org/drawingml/2006/main" noGrp="1"/>
          </p:cNvSpPr>
          <p:nvPr/>
        </p:nvSpPr>
        <p:spPr>
          <a:xfrm xmlns:a="http://schemas.openxmlformats.org/drawingml/2006/main">
            <a:off x="3057525" y="467677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7" name="">
            <a:extLst xmlns:a="http://schemas.openxmlformats.org/drawingml/2006/main">
              <a:ext uri="{FF2B5EF4-FFF2-40B4-BE49-F238E27FC236}">
                <a16:creationId xmlns:a16="http://schemas.microsoft.com/office/drawing/2014/main" id="{980891C1-E2AE-4778-BFF5-6FEFD92B774D}"/>
              </a:ext>
            </a:extLst>
          </p:cNvPr>
          <p:cNvSpPr>
            <a:spLocks xmlns:a="http://schemas.openxmlformats.org/drawingml/2006/main" noGrp="1"/>
          </p:cNvSpPr>
          <p:nvPr/>
        </p:nvSpPr>
        <p:spPr>
          <a:xfrm xmlns:a="http://schemas.openxmlformats.org/drawingml/2006/main">
            <a:off x="3629025" y="467677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8" name="">
            <a:extLst xmlns:a="http://schemas.openxmlformats.org/drawingml/2006/main">
              <a:ext uri="{FF2B5EF4-FFF2-40B4-BE49-F238E27FC236}">
                <a16:creationId xmlns:a16="http://schemas.microsoft.com/office/drawing/2014/main" id="{C947B84F-FEF0-4EFD-A521-53A9B4EEA1BA}"/>
              </a:ext>
            </a:extLst>
          </p:cNvPr>
          <p:cNvSpPr>
            <a:spLocks xmlns:a="http://schemas.openxmlformats.org/drawingml/2006/main" noGrp="1"/>
          </p:cNvSpPr>
          <p:nvPr/>
        </p:nvSpPr>
        <p:spPr>
          <a:xfrm xmlns:a="http://schemas.openxmlformats.org/drawingml/2006/main">
            <a:off x="4200525" y="4676775"/>
            <a:ext cx="171450" cy="17145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9" name="">
            <a:extLst xmlns:a="http://schemas.openxmlformats.org/drawingml/2006/main">
              <a:ext uri="{FF2B5EF4-FFF2-40B4-BE49-F238E27FC236}">
                <a16:creationId xmlns:a16="http://schemas.microsoft.com/office/drawing/2014/main" id="{8B41BA5C-E354-44DF-BC73-92AF5774A058}"/>
              </a:ext>
            </a:extLst>
          </p:cNvPr>
          <p:cNvSpPr>
            <a:spLocks xmlns:a="http://schemas.openxmlformats.org/drawingml/2006/main" noGrp="1"/>
          </p:cNvSpPr>
          <p:nvPr/>
        </p:nvSpPr>
        <p:spPr>
          <a:xfrm xmlns:a="http://schemas.openxmlformats.org/drawingml/2006/main">
            <a:off x="809625" y="52387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同じ相の中に他元素が入る</a:t>
            </a:r>
          </a:p>
        </p:txBody>
      </p:sp>
      <p:sp>
        <p:nvSpPr>
          <p:cNvPr id="60" name="">
            <a:extLst xmlns:a="http://schemas.openxmlformats.org/drawingml/2006/main">
              <a:ext uri="{FF2B5EF4-FFF2-40B4-BE49-F238E27FC236}">
                <a16:creationId xmlns:a16="http://schemas.microsoft.com/office/drawing/2014/main" id="{AB68E2B6-1AD6-42B0-83B0-26FFD31A5728}"/>
              </a:ext>
            </a:extLst>
          </p:cNvPr>
          <p:cNvSpPr>
            <a:spLocks xmlns:a="http://schemas.openxmlformats.org/drawingml/2006/main" noGrp="1"/>
          </p:cNvSpPr>
          <p:nvPr/>
        </p:nvSpPr>
        <p:spPr>
          <a:xfrm xmlns:a="http://schemas.openxmlformats.org/drawingml/2006/main">
            <a:off x="6762750" y="23812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複数の相を含む組織の模型</a:t>
            </a:r>
          </a:p>
        </p:txBody>
      </p:sp>
      <p:sp>
        <p:nvSpPr>
          <p:cNvPr id="61" name="">
            <a:extLst xmlns:a="http://schemas.openxmlformats.org/drawingml/2006/main">
              <a:ext uri="{FF2B5EF4-FFF2-40B4-BE49-F238E27FC236}">
                <a16:creationId xmlns:a16="http://schemas.microsoft.com/office/drawing/2014/main" id="{CD220306-0240-4FF4-9D83-5D450AFCCA96}"/>
              </a:ext>
            </a:extLst>
          </p:cNvPr>
          <p:cNvSpPr>
            <a:spLocks xmlns:a="http://schemas.openxmlformats.org/drawingml/2006/main" noGrp="1"/>
          </p:cNvSpPr>
          <p:nvPr/>
        </p:nvSpPr>
        <p:spPr>
          <a:xfrm xmlns:a="http://schemas.openxmlformats.org/drawingml/2006/main">
            <a:off x="7143750" y="2952750"/>
            <a:ext cx="3714750" cy="20955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62" name="">
            <a:extLst xmlns:a="http://schemas.openxmlformats.org/drawingml/2006/main">
              <a:ext uri="{FF2B5EF4-FFF2-40B4-BE49-F238E27FC236}">
                <a16:creationId xmlns:a16="http://schemas.microsoft.com/office/drawing/2014/main" id="{7D72AA47-6175-4D49-843D-509860E595D2}"/>
              </a:ext>
            </a:extLst>
          </p:cNvPr>
          <p:cNvSpPr>
            <a:spLocks xmlns:a="http://schemas.openxmlformats.org/drawingml/2006/main" noGrp="1"/>
          </p:cNvSpPr>
          <p:nvPr/>
        </p:nvSpPr>
        <p:spPr>
          <a:xfrm xmlns:a="http://schemas.openxmlformats.org/drawingml/2006/main">
            <a:off x="7458075" y="3219450"/>
            <a:ext cx="514350" cy="5143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63" name="">
            <a:extLst xmlns:a="http://schemas.openxmlformats.org/drawingml/2006/main">
              <a:ext uri="{FF2B5EF4-FFF2-40B4-BE49-F238E27FC236}">
                <a16:creationId xmlns:a16="http://schemas.microsoft.com/office/drawing/2014/main" id="{3F27FA52-BC18-4651-AE81-15EF601D9B08}"/>
              </a:ext>
            </a:extLst>
          </p:cNvPr>
          <p:cNvSpPr>
            <a:spLocks xmlns:a="http://schemas.openxmlformats.org/drawingml/2006/main" noGrp="1"/>
          </p:cNvSpPr>
          <p:nvPr/>
        </p:nvSpPr>
        <p:spPr>
          <a:xfrm xmlns:a="http://schemas.openxmlformats.org/drawingml/2006/main">
            <a:off x="9286875" y="3048000"/>
            <a:ext cx="666750" cy="666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64" name="">
            <a:extLst xmlns:a="http://schemas.openxmlformats.org/drawingml/2006/main">
              <a:ext uri="{FF2B5EF4-FFF2-40B4-BE49-F238E27FC236}">
                <a16:creationId xmlns:a16="http://schemas.microsoft.com/office/drawing/2014/main" id="{B7597670-624D-484E-91D9-A270BCF287B4}"/>
              </a:ext>
            </a:extLst>
          </p:cNvPr>
          <p:cNvSpPr>
            <a:spLocks xmlns:a="http://schemas.openxmlformats.org/drawingml/2006/main" noGrp="1"/>
          </p:cNvSpPr>
          <p:nvPr/>
        </p:nvSpPr>
        <p:spPr>
          <a:xfrm xmlns:a="http://schemas.openxmlformats.org/drawingml/2006/main">
            <a:off x="8382000" y="3952875"/>
            <a:ext cx="762000" cy="76200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65" name="">
            <a:extLst xmlns:a="http://schemas.openxmlformats.org/drawingml/2006/main">
              <a:ext uri="{FF2B5EF4-FFF2-40B4-BE49-F238E27FC236}">
                <a16:creationId xmlns:a16="http://schemas.microsoft.com/office/drawing/2014/main" id="{902BB952-9A64-4223-85FD-87CDEDBD0C8C}"/>
              </a:ext>
            </a:extLst>
          </p:cNvPr>
          <p:cNvSpPr>
            <a:spLocks xmlns:a="http://schemas.openxmlformats.org/drawingml/2006/main" noGrp="1"/>
          </p:cNvSpPr>
          <p:nvPr/>
        </p:nvSpPr>
        <p:spPr>
          <a:xfrm xmlns:a="http://schemas.openxmlformats.org/drawingml/2006/main">
            <a:off x="10191750" y="4381500"/>
            <a:ext cx="381000" cy="38100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66" name="">
            <a:extLst xmlns:a="http://schemas.openxmlformats.org/drawingml/2006/main">
              <a:ext uri="{FF2B5EF4-FFF2-40B4-BE49-F238E27FC236}">
                <a16:creationId xmlns:a16="http://schemas.microsoft.com/office/drawing/2014/main" id="{EF6128D0-AE97-46AB-A9FE-98D66B4DDCEC}"/>
              </a:ext>
            </a:extLst>
          </p:cNvPr>
          <p:cNvSpPr>
            <a:spLocks xmlns:a="http://schemas.openxmlformats.org/drawingml/2006/main" noGrp="1"/>
          </p:cNvSpPr>
          <p:nvPr/>
        </p:nvSpPr>
        <p:spPr>
          <a:xfrm xmlns:a="http://schemas.openxmlformats.org/drawingml/2006/main">
            <a:off x="6762750" y="5238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母相と、別の相を区別する</a:t>
            </a:r>
          </a:p>
        </p:txBody>
      </p:sp>
      <p:sp>
        <p:nvSpPr>
          <p:cNvPr id="67" name="">
            <a:extLst xmlns:a="http://schemas.openxmlformats.org/drawingml/2006/main">
              <a:ext uri="{FF2B5EF4-FFF2-40B4-BE49-F238E27FC236}">
                <a16:creationId xmlns:a16="http://schemas.microsoft.com/office/drawing/2014/main" id="{D8055198-2121-448A-8C91-5CFD6893F3F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青と茶は元素または相を区別する模式表示。合金に金属以外の元素が入る場合もある。</a:t>
            </a:r>
          </a:p>
        </p:txBody>
      </p:sp>
    </p:spTree>
    <p:extLst>
      <p:ext uri="{BB962C8B-B14F-4D97-AF65-F5344CB8AC3E}">
        <p14:creationId xmlns:p14="http://schemas.microsoft.com/office/powerpoint/2010/main" val="186135867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51C277-704F-426E-B226-0D5080754E32}"/>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鉄鋼材料を分ける</a:t>
            </a:r>
          </a:p>
        </p:txBody>
      </p:sp>
      <p:sp>
        <p:nvSpPr>
          <p:cNvPr id="2" name="">
            <a:extLst xmlns:a="http://schemas.openxmlformats.org/drawingml/2006/main">
              <a:ext uri="{FF2B5EF4-FFF2-40B4-BE49-F238E27FC236}">
                <a16:creationId xmlns:a16="http://schemas.microsoft.com/office/drawing/2014/main" id="{A1AB49FE-EDF5-4610-898F-CF9E81117105}"/>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6" name="">
            <a:extLst xmlns:a="http://schemas.openxmlformats.org/drawingml/2006/main">
              <a:ext uri="{FF2B5EF4-FFF2-40B4-BE49-F238E27FC236}">
                <a16:creationId xmlns:a16="http://schemas.microsoft.com/office/drawing/2014/main" id="{6E1D6C05-4D9A-45C4-9D61-0EDA29D2682F}"/>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7" name="">
            <a:extLst xmlns:a="http://schemas.openxmlformats.org/drawingml/2006/main">
              <a:ext uri="{FF2B5EF4-FFF2-40B4-BE49-F238E27FC236}">
                <a16:creationId xmlns:a16="http://schemas.microsoft.com/office/drawing/2014/main" id="{F357397B-0E2A-413E-A445-FBA1A2553A96}"/>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26 / 56</a:t>
            </a:r>
          </a:p>
        </p:txBody>
      </p:sp>
      <p:sp>
        <p:nvSpPr>
          <p:cNvPr id="9" name="">
            <a:extLst xmlns:a="http://schemas.openxmlformats.org/drawingml/2006/main">
              <a:ext uri="{FF2B5EF4-FFF2-40B4-BE49-F238E27FC236}">
                <a16:creationId xmlns:a16="http://schemas.microsoft.com/office/drawing/2014/main" id="{182295E2-94DE-432A-A187-2F0EA67897D3}"/>
              </a:ext>
            </a:extLst>
          </p:cNvPr>
          <p:cNvSpPr>
            <a:spLocks xmlns:a="http://schemas.openxmlformats.org/drawingml/2006/main" noGrp="1"/>
          </p:cNvSpPr>
          <p:nvPr/>
        </p:nvSpPr>
        <p:spPr>
          <a:xfrm xmlns:a="http://schemas.openxmlformats.org/drawingml/2006/main">
            <a:off x="809625" y="16192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63D4D"/>
                </a:solidFill>
                <a:latin typeface="Yu Gothic"/>
                <a:ea typeface="Yu Gothic"/>
                <a:cs typeface="Yu Gothic"/>
              </a:defRPr>
            </a:defPPr>
            <a:lvl1pPr>
              <a:buNone/>
              <a:defRPr sz="2475" b="1">
                <a:solidFill>
                  <a:srgbClr val="263D4D"/>
                </a:solidFill>
                <a:latin typeface="Yu Gothic"/>
                <a:ea typeface="Yu Gothic"/>
                <a:cs typeface="Yu Gothic"/>
              </a:defRPr>
            </a:lvl1pPr>
            <a:lvl2pPr>
              <a:buNone/>
              <a:defRPr sz="2475" b="1">
                <a:solidFill>
                  <a:srgbClr val="263D4D"/>
                </a:solidFill>
                <a:latin typeface="Yu Gothic"/>
                <a:ea typeface="Yu Gothic"/>
                <a:cs typeface="Yu Gothic"/>
              </a:defRPr>
            </a:lvl2pPr>
            <a:lvl3pPr>
              <a:buNone/>
              <a:defRPr sz="2475" b="1">
                <a:solidFill>
                  <a:srgbClr val="263D4D"/>
                </a:solidFill>
                <a:latin typeface="Yu Gothic"/>
                <a:ea typeface="Yu Gothic"/>
                <a:cs typeface="Yu Gothic"/>
              </a:defRPr>
            </a:lvl3pPr>
            <a:lvl4pPr>
              <a:buNone/>
              <a:defRPr sz="2475" b="1">
                <a:solidFill>
                  <a:srgbClr val="263D4D"/>
                </a:solidFill>
                <a:latin typeface="Yu Gothic"/>
                <a:ea typeface="Yu Gothic"/>
                <a:cs typeface="Yu Gothic"/>
              </a:defRPr>
            </a:lvl4pPr>
            <a:lvl5pPr>
              <a:buNone/>
              <a:defRPr sz="2475" b="1">
                <a:solidFill>
                  <a:srgbClr val="263D4D"/>
                </a:solidFill>
                <a:latin typeface="Yu Gothic"/>
                <a:ea typeface="Yu Gothic"/>
                <a:cs typeface="Yu Gothic"/>
              </a:defRPr>
            </a:lvl5pPr>
            <a:lvl6pPr>
              <a:buNone/>
              <a:defRPr sz="2475" b="1">
                <a:solidFill>
                  <a:srgbClr val="263D4D"/>
                </a:solidFill>
                <a:latin typeface="Yu Gothic"/>
                <a:ea typeface="Yu Gothic"/>
                <a:cs typeface="Yu Gothic"/>
              </a:defRPr>
            </a:lvl6pPr>
            <a:lvl7pPr>
              <a:buNone/>
              <a:defRPr sz="2475" b="1">
                <a:solidFill>
                  <a:srgbClr val="263D4D"/>
                </a:solidFill>
                <a:latin typeface="Yu Gothic"/>
                <a:ea typeface="Yu Gothic"/>
                <a:cs typeface="Yu Gothic"/>
              </a:defRPr>
            </a:lvl7pPr>
            <a:lvl8pPr>
              <a:buNone/>
              <a:defRPr sz="2475" b="1">
                <a:solidFill>
                  <a:srgbClr val="263D4D"/>
                </a:solidFill>
                <a:latin typeface="Yu Gothic"/>
                <a:ea typeface="Yu Gothic"/>
                <a:cs typeface="Yu Gothic"/>
              </a:defRPr>
            </a:lvl8pPr>
            <a:lvl9pPr>
              <a:buNone/>
              <a:defRPr sz="2475" b="1">
                <a:solidFill>
                  <a:srgbClr val="263D4D"/>
                </a:solidFill>
                <a:latin typeface="Yu Gothic"/>
                <a:ea typeface="Yu Gothic"/>
                <a:cs typeface="Yu Gothic"/>
              </a:defRPr>
            </a:lvl9pPr>
          </a:lstStyle>
          <a:p xmlns:a="http://schemas.openxmlformats.org/drawingml/2006/main">
            <a:pPr>
              <a:buNone/>
              <a:defRPr sz="2475" b="1">
                <a:solidFill>
                  <a:srgbClr val="263D4D"/>
                </a:solidFill>
                <a:latin typeface="Yu Gothic"/>
                <a:ea typeface="Yu Gothic"/>
                <a:cs typeface="Yu Gothic"/>
              </a:defRPr>
            </a:pPr>
            <a:r>
              <a:rPr sz="2475" b="1">
                <a:solidFill>
                  <a:srgbClr val="263D4D"/>
                </a:solidFill>
                <a:latin typeface="Yu Gothic"/>
                <a:ea typeface="Yu Gothic"/>
                <a:cs typeface="Yu Gothic"/>
              </a:rPr>
              <a:t>鉄鋼材料</a:t>
            </a:r>
          </a:p>
        </p:txBody>
      </p:sp>
      <p:sp>
        <p:nvSpPr>
          <p:cNvPr id="10" name="">
            <a:extLst xmlns:a="http://schemas.openxmlformats.org/drawingml/2006/main">
              <a:ext uri="{FF2B5EF4-FFF2-40B4-BE49-F238E27FC236}">
                <a16:creationId xmlns:a16="http://schemas.microsoft.com/office/drawing/2014/main" id="{13E7CF45-0D00-46EF-BF2B-B271889408C5}"/>
              </a:ext>
            </a:extLst>
          </p:cNvPr>
          <p:cNvSpPr>
            <a:spLocks xmlns:a="http://schemas.openxmlformats.org/drawingml/2006/main" noGrp="1"/>
          </p:cNvSpPr>
          <p:nvPr/>
        </p:nvSpPr>
        <p:spPr>
          <a:xfrm xmlns:a="http://schemas.openxmlformats.org/drawingml/2006/main">
            <a:off x="2190750" y="23812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19050">
            <a:solidFill>
              <a:srgbClr val="71818B"/>
            </a:solidFill>
          </a:ln>
        </p:spPr>
      </p:sp>
      <p:sp>
        <p:nvSpPr>
          <p:cNvPr id="11" name="">
            <a:extLst xmlns:a="http://schemas.openxmlformats.org/drawingml/2006/main">
              <a:ext uri="{FF2B5EF4-FFF2-40B4-BE49-F238E27FC236}">
                <a16:creationId xmlns:a16="http://schemas.microsoft.com/office/drawing/2014/main" id="{B732C818-9A1F-4068-A0D7-8234D2685C41}"/>
              </a:ext>
            </a:extLst>
          </p:cNvPr>
          <p:cNvSpPr>
            <a:spLocks xmlns:a="http://schemas.openxmlformats.org/drawingml/2006/main" noGrp="1"/>
          </p:cNvSpPr>
          <p:nvPr/>
        </p:nvSpPr>
        <p:spPr>
          <a:xfrm xmlns:a="http://schemas.openxmlformats.org/drawingml/2006/main">
            <a:off x="2190750" y="2952750"/>
            <a:ext cx="6096000" cy="9525"/>
          </a:xfrm>
          <a:custGeom xmlns:a="http://schemas.openxmlformats.org/drawingml/2006/main">
            <a:pathLst>
              <a:path w="6096000" h="9525">
                <a:moveTo>
                  <a:pt x="0" y="0"/>
                </a:moveTo>
                <a:lnTo>
                  <a:pt x="6096000" y="0"/>
                </a:lnTo>
              </a:path>
            </a:pathLst>
          </a:custGeom>
          <a:noFill xmlns:a="http://schemas.openxmlformats.org/drawingml/2006/main"/>
          <a:ln xmlns:a="http://schemas.openxmlformats.org/drawingml/2006/main" w="19050">
            <a:solidFill>
              <a:srgbClr val="71818B"/>
            </a:solidFill>
          </a:ln>
        </p:spPr>
      </p:sp>
      <p:sp>
        <p:nvSpPr>
          <p:cNvPr id="12" name="">
            <a:extLst xmlns:a="http://schemas.openxmlformats.org/drawingml/2006/main">
              <a:ext uri="{FF2B5EF4-FFF2-40B4-BE49-F238E27FC236}">
                <a16:creationId xmlns:a16="http://schemas.microsoft.com/office/drawing/2014/main" id="{7D4D11D1-6C12-4B70-A205-BDB079B3BD10}"/>
              </a:ext>
            </a:extLst>
          </p:cNvPr>
          <p:cNvSpPr>
            <a:spLocks xmlns:a="http://schemas.openxmlformats.org/drawingml/2006/main" noGrp="1"/>
          </p:cNvSpPr>
          <p:nvPr/>
        </p:nvSpPr>
        <p:spPr>
          <a:xfrm xmlns:a="http://schemas.openxmlformats.org/drawingml/2006/main">
            <a:off x="8286750" y="2952750"/>
            <a:ext cx="9525" cy="381000"/>
          </a:xfrm>
          <a:custGeom xmlns:a="http://schemas.openxmlformats.org/drawingml/2006/main">
            <a:pathLst>
              <a:path w="9525" h="381000">
                <a:moveTo>
                  <a:pt x="0" y="0"/>
                </a:moveTo>
                <a:lnTo>
                  <a:pt x="0" y="381000"/>
                </a:lnTo>
              </a:path>
            </a:pathLst>
          </a:custGeom>
          <a:noFill xmlns:a="http://schemas.openxmlformats.org/drawingml/2006/main"/>
          <a:ln xmlns:a="http://schemas.openxmlformats.org/drawingml/2006/main" w="19050">
            <a:solidFill>
              <a:srgbClr val="71818B"/>
            </a:solidFill>
          </a:ln>
        </p:spPr>
      </p:sp>
      <p:sp>
        <p:nvSpPr>
          <p:cNvPr id="13" name="">
            <a:extLst xmlns:a="http://schemas.openxmlformats.org/drawingml/2006/main">
              <a:ext uri="{FF2B5EF4-FFF2-40B4-BE49-F238E27FC236}">
                <a16:creationId xmlns:a16="http://schemas.microsoft.com/office/drawing/2014/main" id="{8F9D283E-0492-426A-9347-01DF859C5FA2}"/>
              </a:ext>
            </a:extLst>
          </p:cNvPr>
          <p:cNvSpPr>
            <a:spLocks xmlns:a="http://schemas.openxmlformats.org/drawingml/2006/main" noGrp="1"/>
          </p:cNvSpPr>
          <p:nvPr/>
        </p:nvSpPr>
        <p:spPr>
          <a:xfrm xmlns:a="http://schemas.openxmlformats.org/drawingml/2006/main">
            <a:off x="2190750" y="2952750"/>
            <a:ext cx="9525" cy="381000"/>
          </a:xfrm>
          <a:custGeom xmlns:a="http://schemas.openxmlformats.org/drawingml/2006/main">
            <a:pathLst>
              <a:path w="9525" h="381000">
                <a:moveTo>
                  <a:pt x="0" y="0"/>
                </a:moveTo>
                <a:lnTo>
                  <a:pt x="0" y="381000"/>
                </a:lnTo>
              </a:path>
            </a:pathLst>
          </a:custGeom>
          <a:noFill xmlns:a="http://schemas.openxmlformats.org/drawingml/2006/main"/>
          <a:ln xmlns:a="http://schemas.openxmlformats.org/drawingml/2006/main" w="19050">
            <a:solidFill>
              <a:srgbClr val="71818B"/>
            </a:solidFill>
          </a:ln>
        </p:spPr>
      </p:sp>
      <p:sp>
        <p:nvSpPr>
          <p:cNvPr id="14" name="">
            <a:extLst xmlns:a="http://schemas.openxmlformats.org/drawingml/2006/main">
              <a:ext uri="{FF2B5EF4-FFF2-40B4-BE49-F238E27FC236}">
                <a16:creationId xmlns:a16="http://schemas.microsoft.com/office/drawing/2014/main" id="{D03C006F-C2E3-4FC0-94C5-8CEDC667CEEE}"/>
              </a:ext>
            </a:extLst>
          </p:cNvPr>
          <p:cNvSpPr>
            <a:spLocks xmlns:a="http://schemas.openxmlformats.org/drawingml/2006/main" noGrp="1"/>
          </p:cNvSpPr>
          <p:nvPr/>
        </p:nvSpPr>
        <p:spPr>
          <a:xfrm xmlns:a="http://schemas.openxmlformats.org/drawingml/2006/main">
            <a:off x="1285875" y="33813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鋼</a:t>
            </a:r>
          </a:p>
        </p:txBody>
      </p:sp>
      <p:sp>
        <p:nvSpPr>
          <p:cNvPr id="15" name="">
            <a:extLst xmlns:a="http://schemas.openxmlformats.org/drawingml/2006/main">
              <a:ext uri="{FF2B5EF4-FFF2-40B4-BE49-F238E27FC236}">
                <a16:creationId xmlns:a16="http://schemas.microsoft.com/office/drawing/2014/main" id="{55A73B74-D9E1-4545-9388-548D27B1A30C}"/>
              </a:ext>
            </a:extLst>
          </p:cNvPr>
          <p:cNvSpPr>
            <a:spLocks xmlns:a="http://schemas.openxmlformats.org/drawingml/2006/main" noGrp="1"/>
          </p:cNvSpPr>
          <p:nvPr/>
        </p:nvSpPr>
        <p:spPr>
          <a:xfrm xmlns:a="http://schemas.openxmlformats.org/drawingml/2006/main">
            <a:off x="7477125" y="33813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鋳鉄</a:t>
            </a:r>
          </a:p>
        </p:txBody>
      </p:sp>
      <p:sp>
        <p:nvSpPr>
          <p:cNvPr id="16" name="">
            <a:extLst xmlns:a="http://schemas.openxmlformats.org/drawingml/2006/main">
              <a:ext uri="{FF2B5EF4-FFF2-40B4-BE49-F238E27FC236}">
                <a16:creationId xmlns:a16="http://schemas.microsoft.com/office/drawing/2014/main" id="{CD58094F-FE59-4CDA-A589-BA0DEDB31120}"/>
              </a:ext>
            </a:extLst>
          </p:cNvPr>
          <p:cNvSpPr>
            <a:spLocks xmlns:a="http://schemas.openxmlformats.org/drawingml/2006/main" noGrp="1"/>
          </p:cNvSpPr>
          <p:nvPr/>
        </p:nvSpPr>
        <p:spPr>
          <a:xfrm xmlns:a="http://schemas.openxmlformats.org/drawingml/2006/main">
            <a:off x="809625" y="409575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組成による区分</a:t>
            </a:r>
          </a:p>
        </p:txBody>
      </p:sp>
      <p:sp>
        <p:nvSpPr>
          <p:cNvPr id="17" name="">
            <a:extLst xmlns:a="http://schemas.openxmlformats.org/drawingml/2006/main">
              <a:ext uri="{FF2B5EF4-FFF2-40B4-BE49-F238E27FC236}">
                <a16:creationId xmlns:a16="http://schemas.microsoft.com/office/drawing/2014/main" id="{DBE32F9E-3C37-4C53-A85E-D36E69DA5E1A}"/>
              </a:ext>
            </a:extLst>
          </p:cNvPr>
          <p:cNvSpPr>
            <a:spLocks xmlns:a="http://schemas.openxmlformats.org/drawingml/2006/main" noGrp="1"/>
          </p:cNvSpPr>
          <p:nvPr/>
        </p:nvSpPr>
        <p:spPr>
          <a:xfrm xmlns:a="http://schemas.openxmlformats.org/drawingml/2006/main">
            <a:off x="5810250" y="409575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炭素量・他の添加元素</a:t>
            </a:r>
          </a:p>
        </p:txBody>
      </p:sp>
      <p:sp>
        <p:nvSpPr>
          <p:cNvPr id="18" name="">
            <a:extLst xmlns:a="http://schemas.openxmlformats.org/drawingml/2006/main">
              <a:ext uri="{FF2B5EF4-FFF2-40B4-BE49-F238E27FC236}">
                <a16:creationId xmlns:a16="http://schemas.microsoft.com/office/drawing/2014/main" id="{8B8C19CF-D2C7-4AC4-83B1-3F5A9B222ECE}"/>
              </a:ext>
            </a:extLst>
          </p:cNvPr>
          <p:cNvSpPr>
            <a:spLocks xmlns:a="http://schemas.openxmlformats.org/drawingml/2006/main" noGrp="1"/>
          </p:cNvSpPr>
          <p:nvPr/>
        </p:nvSpPr>
        <p:spPr>
          <a:xfrm xmlns:a="http://schemas.openxmlformats.org/drawingml/2006/main">
            <a:off x="809625" y="481012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xmlns:a="http://schemas.openxmlformats.org/drawingml/2006/main">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状態の確認</a:t>
            </a:r>
          </a:p>
        </p:txBody>
      </p:sp>
      <p:sp>
        <p:nvSpPr>
          <p:cNvPr id="19" name="">
            <a:extLst xmlns:a="http://schemas.openxmlformats.org/drawingml/2006/main">
              <a:ext uri="{FF2B5EF4-FFF2-40B4-BE49-F238E27FC236}">
                <a16:creationId xmlns:a16="http://schemas.microsoft.com/office/drawing/2014/main" id="{34292004-DD37-4BD8-A0FA-1661DAEDA4B1}"/>
              </a:ext>
            </a:extLst>
          </p:cNvPr>
          <p:cNvSpPr>
            <a:spLocks xmlns:a="http://schemas.openxmlformats.org/drawingml/2006/main" noGrp="1"/>
          </p:cNvSpPr>
          <p:nvPr/>
        </p:nvSpPr>
        <p:spPr>
          <a:xfrm xmlns:a="http://schemas.openxmlformats.org/drawingml/2006/main">
            <a:off x="5810250" y="48101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876A8"/>
                </a:solidFill>
                <a:latin typeface="Yu Gothic"/>
                <a:ea typeface="Yu Gothic"/>
                <a:cs typeface="Yu Gothic"/>
              </a:defRPr>
            </a:defPPr>
            <a:lvl1pPr>
              <a:buNone/>
              <a:defRPr sz="2175" b="0">
                <a:solidFill>
                  <a:srgbClr val="2876A8"/>
                </a:solidFill>
                <a:latin typeface="Yu Gothic"/>
                <a:ea typeface="Yu Gothic"/>
                <a:cs typeface="Yu Gothic"/>
              </a:defRPr>
            </a:lvl1pPr>
            <a:lvl2pPr>
              <a:buNone/>
              <a:defRPr sz="2175" b="0">
                <a:solidFill>
                  <a:srgbClr val="2876A8"/>
                </a:solidFill>
                <a:latin typeface="Yu Gothic"/>
                <a:ea typeface="Yu Gothic"/>
                <a:cs typeface="Yu Gothic"/>
              </a:defRPr>
            </a:lvl2pPr>
            <a:lvl3pPr>
              <a:buNone/>
              <a:defRPr sz="2175" b="0">
                <a:solidFill>
                  <a:srgbClr val="2876A8"/>
                </a:solidFill>
                <a:latin typeface="Yu Gothic"/>
                <a:ea typeface="Yu Gothic"/>
                <a:cs typeface="Yu Gothic"/>
              </a:defRPr>
            </a:lvl3pPr>
            <a:lvl4pPr>
              <a:buNone/>
              <a:defRPr sz="2175" b="0">
                <a:solidFill>
                  <a:srgbClr val="2876A8"/>
                </a:solidFill>
                <a:latin typeface="Yu Gothic"/>
                <a:ea typeface="Yu Gothic"/>
                <a:cs typeface="Yu Gothic"/>
              </a:defRPr>
            </a:lvl4pPr>
            <a:lvl5pPr>
              <a:buNone/>
              <a:defRPr sz="2175" b="0">
                <a:solidFill>
                  <a:srgbClr val="2876A8"/>
                </a:solidFill>
                <a:latin typeface="Yu Gothic"/>
                <a:ea typeface="Yu Gothic"/>
                <a:cs typeface="Yu Gothic"/>
              </a:defRPr>
            </a:lvl5pPr>
            <a:lvl6pPr>
              <a:buNone/>
              <a:defRPr sz="2175" b="0">
                <a:solidFill>
                  <a:srgbClr val="2876A8"/>
                </a:solidFill>
                <a:latin typeface="Yu Gothic"/>
                <a:ea typeface="Yu Gothic"/>
                <a:cs typeface="Yu Gothic"/>
              </a:defRPr>
            </a:lvl6pPr>
            <a:lvl7pPr>
              <a:buNone/>
              <a:defRPr sz="2175" b="0">
                <a:solidFill>
                  <a:srgbClr val="2876A8"/>
                </a:solidFill>
                <a:latin typeface="Yu Gothic"/>
                <a:ea typeface="Yu Gothic"/>
                <a:cs typeface="Yu Gothic"/>
              </a:defRPr>
            </a:lvl7pPr>
            <a:lvl8pPr>
              <a:buNone/>
              <a:defRPr sz="2175" b="0">
                <a:solidFill>
                  <a:srgbClr val="2876A8"/>
                </a:solidFill>
                <a:latin typeface="Yu Gothic"/>
                <a:ea typeface="Yu Gothic"/>
                <a:cs typeface="Yu Gothic"/>
              </a:defRPr>
            </a:lvl8pPr>
            <a:lvl9pPr>
              <a:buNone/>
              <a:defRPr sz="2175" b="0">
                <a:solidFill>
                  <a:srgbClr val="2876A8"/>
                </a:solidFill>
                <a:latin typeface="Yu Gothic"/>
                <a:ea typeface="Yu Gothic"/>
                <a:cs typeface="Yu Gothic"/>
              </a:defRPr>
            </a:lvl9pPr>
          </a:lstStyle>
          <a:p xmlns:a="http://schemas.openxmlformats.org/drawingml/2006/main">
            <a:pPr>
              <a:buNone/>
              <a:defRPr sz="2175" b="0">
                <a:solidFill>
                  <a:srgbClr val="2876A8"/>
                </a:solidFill>
                <a:latin typeface="Yu Gothic"/>
                <a:ea typeface="Yu Gothic"/>
                <a:cs typeface="Yu Gothic"/>
              </a:defRPr>
            </a:pPr>
            <a:r>
              <a:rPr sz="2175" b="0">
                <a:solidFill>
                  <a:srgbClr val="2876A8"/>
                </a:solidFill>
                <a:latin typeface="Yu Gothic"/>
                <a:ea typeface="Yu Gothic"/>
                <a:cs typeface="Yu Gothic"/>
              </a:rPr>
              <a:t>組織・熱処理・加工の履歴</a:t>
            </a:r>
          </a:p>
        </p:txBody>
      </p:sp>
      <p:sp>
        <p:nvSpPr>
          <p:cNvPr id="20" name="">
            <a:extLst xmlns:a="http://schemas.openxmlformats.org/drawingml/2006/main">
              <a:ext uri="{FF2B5EF4-FFF2-40B4-BE49-F238E27FC236}">
                <a16:creationId xmlns:a16="http://schemas.microsoft.com/office/drawing/2014/main" id="{7AB3DB17-1F29-44D4-AC33-21255B4A49E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名称や炭素量だけで、すべての性能は決まらない。第6回で加工・熱処理との関係を扱う。</a:t>
            </a:r>
          </a:p>
        </p:txBody>
      </p:sp>
    </p:spTree>
    <p:extLst>
      <p:ext uri="{BB962C8B-B14F-4D97-AF65-F5344CB8AC3E}">
        <p14:creationId xmlns:p14="http://schemas.microsoft.com/office/powerpoint/2010/main" val="72321154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7E02259-3BD5-420F-BF1B-B73048A242F4}"/>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非鉄材料の使い分け</a:t>
            </a:r>
          </a:p>
        </p:txBody>
      </p:sp>
      <p:sp>
        <p:nvSpPr>
          <p:cNvPr id="2" name="">
            <a:extLst xmlns:a="http://schemas.openxmlformats.org/drawingml/2006/main">
              <a:ext uri="{FF2B5EF4-FFF2-40B4-BE49-F238E27FC236}">
                <a16:creationId xmlns:a16="http://schemas.microsoft.com/office/drawing/2014/main" id="{A62ABA27-ABF3-4BC8-B2DB-E1E9C2D76742}"/>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5" name="">
            <a:extLst xmlns:a="http://schemas.openxmlformats.org/drawingml/2006/main">
              <a:ext uri="{FF2B5EF4-FFF2-40B4-BE49-F238E27FC236}">
                <a16:creationId xmlns:a16="http://schemas.microsoft.com/office/drawing/2014/main" id="{85AC69A7-3C4B-4AE9-8E97-F20EA575E4DE}"/>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16" name="">
            <a:extLst xmlns:a="http://schemas.openxmlformats.org/drawingml/2006/main">
              <a:ext uri="{FF2B5EF4-FFF2-40B4-BE49-F238E27FC236}">
                <a16:creationId xmlns:a16="http://schemas.microsoft.com/office/drawing/2014/main" id="{2946381B-FDD7-4255-9928-1A6474C99ADB}"/>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27 / 56</a:t>
            </a:r>
          </a:p>
        </p:txBody>
      </p:sp>
      <p:sp>
        <p:nvSpPr>
          <p:cNvPr id="18" name="">
            <a:extLst xmlns:a="http://schemas.openxmlformats.org/drawingml/2006/main">
              <a:ext uri="{FF2B5EF4-FFF2-40B4-BE49-F238E27FC236}">
                <a16:creationId xmlns:a16="http://schemas.microsoft.com/office/drawing/2014/main" id="{13D05366-87A9-48AA-8CC0-CC935D65330A}"/>
              </a:ext>
            </a:extLst>
          </p:cNvPr>
          <p:cNvSpPr>
            <a:spLocks xmlns:a="http://schemas.openxmlformats.org/drawingml/2006/main" noGrp="1"/>
          </p:cNvSpPr>
          <p:nvPr/>
        </p:nvSpPr>
        <p:spPr>
          <a:xfrm xmlns:a="http://schemas.openxmlformats.org/drawingml/2006/main">
            <a:off x="809625" y="16192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アルミニウム系</a:t>
            </a:r>
          </a:p>
        </p:txBody>
      </p:sp>
      <p:sp>
        <p:nvSpPr>
          <p:cNvPr id="19" name="">
            <a:extLst xmlns:a="http://schemas.openxmlformats.org/drawingml/2006/main">
              <a:ext uri="{FF2B5EF4-FFF2-40B4-BE49-F238E27FC236}">
                <a16:creationId xmlns:a16="http://schemas.microsoft.com/office/drawing/2014/main" id="{697FC391-8EEA-46A6-80B5-716E495B7B59}"/>
              </a:ext>
            </a:extLst>
          </p:cNvPr>
          <p:cNvSpPr>
            <a:spLocks xmlns:a="http://schemas.openxmlformats.org/drawingml/2006/main" noGrp="1"/>
          </p:cNvSpPr>
          <p:nvPr/>
        </p:nvSpPr>
        <p:spPr>
          <a:xfrm xmlns:a="http://schemas.openxmlformats.org/drawingml/2006/main">
            <a:off x="1428750" y="2619375"/>
            <a:ext cx="2476500" cy="1524000"/>
          </a:xfrm>
          <a:custGeom xmlns:a="http://schemas.openxmlformats.org/drawingml/2006/main">
            <a:pathLst>
              <a:path w="2476500" h="1524000">
                <a:moveTo>
                  <a:pt x="0" y="0"/>
                </a:moveTo>
                <a:lnTo>
                  <a:pt x="2476500" y="0"/>
                </a:lnTo>
                <a:lnTo>
                  <a:pt x="2476500" y="285750"/>
                </a:lnTo>
                <a:lnTo>
                  <a:pt x="333375" y="285750"/>
                </a:lnTo>
                <a:lnTo>
                  <a:pt x="333375" y="1524000"/>
                </a:lnTo>
                <a:lnTo>
                  <a:pt x="0" y="1524000"/>
                </a:lnTo>
                <a:close/>
              </a:path>
            </a:pathLst>
          </a:custGeom>
          <a:solidFill xmlns:a="http://schemas.openxmlformats.org/drawingml/2006/main">
            <a:srgbClr val="E8F0F4"/>
          </a:solidFill>
          <a:ln xmlns:a="http://schemas.openxmlformats.org/drawingml/2006/main" w="19050">
            <a:solidFill>
              <a:srgbClr val="2876A8"/>
            </a:solidFill>
          </a:ln>
        </p:spPr>
      </p:sp>
      <p:sp>
        <p:nvSpPr>
          <p:cNvPr id="20" name="">
            <a:extLst xmlns:a="http://schemas.openxmlformats.org/drawingml/2006/main">
              <a:ext uri="{FF2B5EF4-FFF2-40B4-BE49-F238E27FC236}">
                <a16:creationId xmlns:a16="http://schemas.microsoft.com/office/drawing/2014/main" id="{E068F38D-4302-4FBA-8A6C-055A8A17BF05}"/>
              </a:ext>
            </a:extLst>
          </p:cNvPr>
          <p:cNvSpPr>
            <a:spLocks xmlns:a="http://schemas.openxmlformats.org/drawingml/2006/main" noGrp="1"/>
          </p:cNvSpPr>
          <p:nvPr/>
        </p:nvSpPr>
        <p:spPr>
          <a:xfrm xmlns:a="http://schemas.openxmlformats.org/drawingml/2006/main">
            <a:off x="809625" y="4476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形材・板など</a:t>
            </a:r>
          </a:p>
        </p:txBody>
      </p:sp>
      <p:sp>
        <p:nvSpPr>
          <p:cNvPr id="21" name="">
            <a:extLst xmlns:a="http://schemas.openxmlformats.org/drawingml/2006/main">
              <a:ext uri="{FF2B5EF4-FFF2-40B4-BE49-F238E27FC236}">
                <a16:creationId xmlns:a16="http://schemas.microsoft.com/office/drawing/2014/main" id="{EBE46ABD-8500-4D3B-9C90-C622B48476D6}"/>
              </a:ext>
            </a:extLst>
          </p:cNvPr>
          <p:cNvSpPr>
            <a:spLocks xmlns:a="http://schemas.openxmlformats.org/drawingml/2006/main" noGrp="1"/>
          </p:cNvSpPr>
          <p:nvPr/>
        </p:nvSpPr>
        <p:spPr>
          <a:xfrm xmlns:a="http://schemas.openxmlformats.org/drawingml/2006/main">
            <a:off x="809625" y="50482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質量・加工性・耐食性を確認</a:t>
            </a:r>
          </a:p>
        </p:txBody>
      </p:sp>
      <p:sp>
        <p:nvSpPr>
          <p:cNvPr id="22" name="">
            <a:extLst xmlns:a="http://schemas.openxmlformats.org/drawingml/2006/main">
              <a:ext uri="{FF2B5EF4-FFF2-40B4-BE49-F238E27FC236}">
                <a16:creationId xmlns:a16="http://schemas.microsoft.com/office/drawing/2014/main" id="{8C85A5E9-DB4B-4606-B4C5-1E82F751C5B7}"/>
              </a:ext>
            </a:extLst>
          </p:cNvPr>
          <p:cNvSpPr>
            <a:spLocks xmlns:a="http://schemas.openxmlformats.org/drawingml/2006/main" noGrp="1"/>
          </p:cNvSpPr>
          <p:nvPr/>
        </p:nvSpPr>
        <p:spPr>
          <a:xfrm xmlns:a="http://schemas.openxmlformats.org/drawingml/2006/main">
            <a:off x="7000875" y="16192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銅系</a:t>
            </a:r>
          </a:p>
        </p:txBody>
      </p:sp>
      <p:sp>
        <p:nvSpPr>
          <p:cNvPr id="23" name="">
            <a:extLst xmlns:a="http://schemas.openxmlformats.org/drawingml/2006/main">
              <a:ext uri="{FF2B5EF4-FFF2-40B4-BE49-F238E27FC236}">
                <a16:creationId xmlns:a16="http://schemas.microsoft.com/office/drawing/2014/main" id="{9032F490-4E4A-40ED-B581-38C606E73B62}"/>
              </a:ext>
            </a:extLst>
          </p:cNvPr>
          <p:cNvSpPr>
            <a:spLocks xmlns:a="http://schemas.openxmlformats.org/drawingml/2006/main" noGrp="1"/>
          </p:cNvSpPr>
          <p:nvPr/>
        </p:nvSpPr>
        <p:spPr>
          <a:xfrm xmlns:a="http://schemas.openxmlformats.org/drawingml/2006/main">
            <a:off x="7572375" y="3143250"/>
            <a:ext cx="2476500" cy="9525"/>
          </a:xfrm>
          <a:custGeom xmlns:a="http://schemas.openxmlformats.org/drawingml/2006/main">
            <a:pathLst>
              <a:path w="2476500" h="9525">
                <a:moveTo>
                  <a:pt x="0" y="0"/>
                </a:moveTo>
                <a:lnTo>
                  <a:pt x="2476500" y="0"/>
                </a:lnTo>
              </a:path>
            </a:pathLst>
          </a:custGeom>
          <a:noFill xmlns:a="http://schemas.openxmlformats.org/drawingml/2006/main"/>
          <a:ln xmlns:a="http://schemas.openxmlformats.org/drawingml/2006/main" w="161925">
            <a:solidFill>
              <a:srgbClr val="AD8760"/>
            </a:solidFill>
          </a:ln>
        </p:spPr>
      </p:sp>
      <p:sp>
        <p:nvSpPr>
          <p:cNvPr id="24" name="">
            <a:extLst xmlns:a="http://schemas.openxmlformats.org/drawingml/2006/main">
              <a:ext uri="{FF2B5EF4-FFF2-40B4-BE49-F238E27FC236}">
                <a16:creationId xmlns:a16="http://schemas.microsoft.com/office/drawing/2014/main" id="{BF6FFEAD-F467-4768-8EF4-CE793342A816}"/>
              </a:ext>
            </a:extLst>
          </p:cNvPr>
          <p:cNvSpPr>
            <a:spLocks xmlns:a="http://schemas.openxmlformats.org/drawingml/2006/main" noGrp="1"/>
          </p:cNvSpPr>
          <p:nvPr/>
        </p:nvSpPr>
        <p:spPr>
          <a:xfrm xmlns:a="http://schemas.openxmlformats.org/drawingml/2006/main">
            <a:off x="10001250" y="3009900"/>
            <a:ext cx="304800" cy="66675"/>
          </a:xfrm>
          <a:custGeom xmlns:a="http://schemas.openxmlformats.org/drawingml/2006/main">
            <a:pathLst>
              <a:path w="304800" h="66675">
                <a:moveTo>
                  <a:pt x="0" y="66675"/>
                </a:moveTo>
                <a:lnTo>
                  <a:pt x="304800" y="0"/>
                </a:lnTo>
              </a:path>
            </a:pathLst>
          </a:custGeom>
          <a:noFill xmlns:a="http://schemas.openxmlformats.org/drawingml/2006/main"/>
          <a:ln xmlns:a="http://schemas.openxmlformats.org/drawingml/2006/main" w="19050">
            <a:solidFill>
              <a:srgbClr val="AD8760"/>
            </a:solidFill>
          </a:ln>
        </p:spPr>
      </p:sp>
      <p:sp>
        <p:nvSpPr>
          <p:cNvPr id="25" name="">
            <a:extLst xmlns:a="http://schemas.openxmlformats.org/drawingml/2006/main">
              <a:ext uri="{FF2B5EF4-FFF2-40B4-BE49-F238E27FC236}">
                <a16:creationId xmlns:a16="http://schemas.microsoft.com/office/drawing/2014/main" id="{DEC61545-785E-491A-8889-14C525B87E49}"/>
              </a:ext>
            </a:extLst>
          </p:cNvPr>
          <p:cNvSpPr>
            <a:spLocks xmlns:a="http://schemas.openxmlformats.org/drawingml/2006/main" noGrp="1"/>
          </p:cNvSpPr>
          <p:nvPr/>
        </p:nvSpPr>
        <p:spPr>
          <a:xfrm xmlns:a="http://schemas.openxmlformats.org/drawingml/2006/main">
            <a:off x="10001250" y="3057525"/>
            <a:ext cx="304800" cy="38100"/>
          </a:xfrm>
          <a:custGeom xmlns:a="http://schemas.openxmlformats.org/drawingml/2006/main">
            <a:pathLst>
              <a:path w="304800" h="38100">
                <a:moveTo>
                  <a:pt x="0" y="38100"/>
                </a:moveTo>
                <a:lnTo>
                  <a:pt x="304800" y="0"/>
                </a:lnTo>
              </a:path>
            </a:pathLst>
          </a:custGeom>
          <a:noFill xmlns:a="http://schemas.openxmlformats.org/drawingml/2006/main"/>
          <a:ln xmlns:a="http://schemas.openxmlformats.org/drawingml/2006/main" w="19050">
            <a:solidFill>
              <a:srgbClr val="AD8760"/>
            </a:solidFill>
          </a:ln>
        </p:spPr>
      </p:sp>
      <p:sp>
        <p:nvSpPr>
          <p:cNvPr id="26" name="">
            <a:extLst xmlns:a="http://schemas.openxmlformats.org/drawingml/2006/main">
              <a:ext uri="{FF2B5EF4-FFF2-40B4-BE49-F238E27FC236}">
                <a16:creationId xmlns:a16="http://schemas.microsoft.com/office/drawing/2014/main" id="{00028118-F04E-4113-8A42-1CC9D24A0C80}"/>
              </a:ext>
            </a:extLst>
          </p:cNvPr>
          <p:cNvSpPr>
            <a:spLocks xmlns:a="http://schemas.openxmlformats.org/drawingml/2006/main" noGrp="1"/>
          </p:cNvSpPr>
          <p:nvPr/>
        </p:nvSpPr>
        <p:spPr>
          <a:xfrm xmlns:a="http://schemas.openxmlformats.org/drawingml/2006/main">
            <a:off x="10001250" y="3105150"/>
            <a:ext cx="304800" cy="9525"/>
          </a:xfrm>
          <a:custGeom xmlns:a="http://schemas.openxmlformats.org/drawingml/2006/main">
            <a:pathLst>
              <a:path w="304800" h="9525">
                <a:moveTo>
                  <a:pt x="0" y="9525"/>
                </a:moveTo>
                <a:lnTo>
                  <a:pt x="304800" y="0"/>
                </a:lnTo>
              </a:path>
            </a:pathLst>
          </a:custGeom>
          <a:noFill xmlns:a="http://schemas.openxmlformats.org/drawingml/2006/main"/>
          <a:ln xmlns:a="http://schemas.openxmlformats.org/drawingml/2006/main" w="19050">
            <a:solidFill>
              <a:srgbClr val="AD8760"/>
            </a:solidFill>
          </a:ln>
        </p:spPr>
      </p:sp>
      <p:sp>
        <p:nvSpPr>
          <p:cNvPr id="27" name="">
            <a:extLst xmlns:a="http://schemas.openxmlformats.org/drawingml/2006/main">
              <a:ext uri="{FF2B5EF4-FFF2-40B4-BE49-F238E27FC236}">
                <a16:creationId xmlns:a16="http://schemas.microsoft.com/office/drawing/2014/main" id="{9FED1967-8D9D-4C51-8807-A24C0987B7E8}"/>
              </a:ext>
            </a:extLst>
          </p:cNvPr>
          <p:cNvSpPr>
            <a:spLocks xmlns:a="http://schemas.openxmlformats.org/drawingml/2006/main" noGrp="1"/>
          </p:cNvSpPr>
          <p:nvPr/>
        </p:nvSpPr>
        <p:spPr>
          <a:xfrm xmlns:a="http://schemas.openxmlformats.org/drawingml/2006/main">
            <a:off x="10001250" y="3133725"/>
            <a:ext cx="304800" cy="19050"/>
          </a:xfrm>
          <a:custGeom xmlns:a="http://schemas.openxmlformats.org/drawingml/2006/main">
            <a:pathLst>
              <a:path w="304800" h="19050">
                <a:moveTo>
                  <a:pt x="0" y="0"/>
                </a:moveTo>
                <a:lnTo>
                  <a:pt x="304800" y="19050"/>
                </a:lnTo>
              </a:path>
            </a:pathLst>
          </a:custGeom>
          <a:noFill xmlns:a="http://schemas.openxmlformats.org/drawingml/2006/main"/>
          <a:ln xmlns:a="http://schemas.openxmlformats.org/drawingml/2006/main" w="19050">
            <a:solidFill>
              <a:srgbClr val="AD8760"/>
            </a:solidFill>
          </a:ln>
        </p:spPr>
      </p:sp>
      <p:sp>
        <p:nvSpPr>
          <p:cNvPr id="28" name="">
            <a:extLst xmlns:a="http://schemas.openxmlformats.org/drawingml/2006/main">
              <a:ext uri="{FF2B5EF4-FFF2-40B4-BE49-F238E27FC236}">
                <a16:creationId xmlns:a16="http://schemas.microsoft.com/office/drawing/2014/main" id="{71EA2EA8-0E07-43DE-B3EA-E96E218608CF}"/>
              </a:ext>
            </a:extLst>
          </p:cNvPr>
          <p:cNvSpPr>
            <a:spLocks xmlns:a="http://schemas.openxmlformats.org/drawingml/2006/main" noGrp="1"/>
          </p:cNvSpPr>
          <p:nvPr/>
        </p:nvSpPr>
        <p:spPr>
          <a:xfrm xmlns:a="http://schemas.openxmlformats.org/drawingml/2006/main">
            <a:off x="10001250" y="3152775"/>
            <a:ext cx="304800" cy="47625"/>
          </a:xfrm>
          <a:custGeom xmlns:a="http://schemas.openxmlformats.org/drawingml/2006/main">
            <a:pathLst>
              <a:path w="304800" h="47625">
                <a:moveTo>
                  <a:pt x="0" y="0"/>
                </a:moveTo>
                <a:lnTo>
                  <a:pt x="304800" y="47625"/>
                </a:lnTo>
              </a:path>
            </a:pathLst>
          </a:custGeom>
          <a:noFill xmlns:a="http://schemas.openxmlformats.org/drawingml/2006/main"/>
          <a:ln xmlns:a="http://schemas.openxmlformats.org/drawingml/2006/main" w="19050">
            <a:solidFill>
              <a:srgbClr val="AD8760"/>
            </a:solidFill>
          </a:ln>
        </p:spPr>
      </p:sp>
      <p:sp>
        <p:nvSpPr>
          <p:cNvPr id="29" name="">
            <a:extLst xmlns:a="http://schemas.openxmlformats.org/drawingml/2006/main">
              <a:ext uri="{FF2B5EF4-FFF2-40B4-BE49-F238E27FC236}">
                <a16:creationId xmlns:a16="http://schemas.microsoft.com/office/drawing/2014/main" id="{5B3818FA-0390-4E99-89F3-F5D188FEC0B0}"/>
              </a:ext>
            </a:extLst>
          </p:cNvPr>
          <p:cNvSpPr>
            <a:spLocks xmlns:a="http://schemas.openxmlformats.org/drawingml/2006/main" noGrp="1"/>
          </p:cNvSpPr>
          <p:nvPr/>
        </p:nvSpPr>
        <p:spPr>
          <a:xfrm xmlns:a="http://schemas.openxmlformats.org/drawingml/2006/main">
            <a:off x="10001250" y="3171825"/>
            <a:ext cx="304800" cy="76200"/>
          </a:xfrm>
          <a:custGeom xmlns:a="http://schemas.openxmlformats.org/drawingml/2006/main">
            <a:pathLst>
              <a:path w="304800" h="76200">
                <a:moveTo>
                  <a:pt x="0" y="0"/>
                </a:moveTo>
                <a:lnTo>
                  <a:pt x="304800" y="76200"/>
                </a:lnTo>
              </a:path>
            </a:pathLst>
          </a:custGeom>
          <a:noFill xmlns:a="http://schemas.openxmlformats.org/drawingml/2006/main"/>
          <a:ln xmlns:a="http://schemas.openxmlformats.org/drawingml/2006/main" w="19050">
            <a:solidFill>
              <a:srgbClr val="AD8760"/>
            </a:solidFill>
          </a:ln>
        </p:spPr>
      </p:sp>
      <p:sp>
        <p:nvSpPr>
          <p:cNvPr id="30" name="">
            <a:extLst xmlns:a="http://schemas.openxmlformats.org/drawingml/2006/main">
              <a:ext uri="{FF2B5EF4-FFF2-40B4-BE49-F238E27FC236}">
                <a16:creationId xmlns:a16="http://schemas.microsoft.com/office/drawing/2014/main" id="{2F04998A-4DCD-47AA-A0BC-FB7A790FC9E9}"/>
              </a:ext>
            </a:extLst>
          </p:cNvPr>
          <p:cNvSpPr>
            <a:spLocks xmlns:a="http://schemas.openxmlformats.org/drawingml/2006/main" noGrp="1"/>
          </p:cNvSpPr>
          <p:nvPr/>
        </p:nvSpPr>
        <p:spPr>
          <a:xfrm xmlns:a="http://schemas.openxmlformats.org/drawingml/2006/main">
            <a:off x="10001250" y="3190875"/>
            <a:ext cx="304800" cy="104775"/>
          </a:xfrm>
          <a:custGeom xmlns:a="http://schemas.openxmlformats.org/drawingml/2006/main">
            <a:pathLst>
              <a:path w="304800" h="104775">
                <a:moveTo>
                  <a:pt x="0" y="0"/>
                </a:moveTo>
                <a:lnTo>
                  <a:pt x="304800" y="104775"/>
                </a:lnTo>
              </a:path>
            </a:pathLst>
          </a:custGeom>
          <a:noFill xmlns:a="http://schemas.openxmlformats.org/drawingml/2006/main"/>
          <a:ln xmlns:a="http://schemas.openxmlformats.org/drawingml/2006/main" w="19050">
            <a:solidFill>
              <a:srgbClr val="AD8760"/>
            </a:solidFill>
          </a:ln>
        </p:spPr>
      </p:sp>
      <p:sp>
        <p:nvSpPr>
          <p:cNvPr id="31" name="">
            <a:extLst xmlns:a="http://schemas.openxmlformats.org/drawingml/2006/main">
              <a:ext uri="{FF2B5EF4-FFF2-40B4-BE49-F238E27FC236}">
                <a16:creationId xmlns:a16="http://schemas.microsoft.com/office/drawing/2014/main" id="{B64B9432-41A8-4C6A-92BD-8EBDE50924D9}"/>
              </a:ext>
            </a:extLst>
          </p:cNvPr>
          <p:cNvSpPr>
            <a:spLocks xmlns:a="http://schemas.openxmlformats.org/drawingml/2006/main" noGrp="1"/>
          </p:cNvSpPr>
          <p:nvPr/>
        </p:nvSpPr>
        <p:spPr>
          <a:xfrm xmlns:a="http://schemas.openxmlformats.org/drawingml/2006/main">
            <a:off x="7000875" y="447675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導線・端子など</a:t>
            </a:r>
          </a:p>
        </p:txBody>
      </p:sp>
      <p:sp>
        <p:nvSpPr>
          <p:cNvPr id="32" name="">
            <a:extLst xmlns:a="http://schemas.openxmlformats.org/drawingml/2006/main">
              <a:ext uri="{FF2B5EF4-FFF2-40B4-BE49-F238E27FC236}">
                <a16:creationId xmlns:a16="http://schemas.microsoft.com/office/drawing/2014/main" id="{543DE3F1-226E-4358-B135-17F614225009}"/>
              </a:ext>
            </a:extLst>
          </p:cNvPr>
          <p:cNvSpPr>
            <a:spLocks xmlns:a="http://schemas.openxmlformats.org/drawingml/2006/main" noGrp="1"/>
          </p:cNvSpPr>
          <p:nvPr/>
        </p:nvSpPr>
        <p:spPr>
          <a:xfrm xmlns:a="http://schemas.openxmlformats.org/drawingml/2006/main">
            <a:off x="7000875" y="504825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導電性・熱伝導・接合を確認</a:t>
            </a:r>
          </a:p>
        </p:txBody>
      </p:sp>
      <p:sp>
        <p:nvSpPr>
          <p:cNvPr id="33" name="">
            <a:extLst xmlns:a="http://schemas.openxmlformats.org/drawingml/2006/main">
              <a:ext uri="{FF2B5EF4-FFF2-40B4-BE49-F238E27FC236}">
                <a16:creationId xmlns:a16="http://schemas.microsoft.com/office/drawing/2014/main" id="{40C1D324-88F1-469A-B0E2-D4E77F15B88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製品の用途例。純金属と合金、調質、使用環境で性質が異なる。要求をそろえて比較する。</a:t>
            </a:r>
          </a:p>
        </p:txBody>
      </p:sp>
    </p:spTree>
    <p:extLst>
      <p:ext uri="{BB962C8B-B14F-4D97-AF65-F5344CB8AC3E}">
        <p14:creationId xmlns:p14="http://schemas.microsoft.com/office/powerpoint/2010/main" val="184958139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80D6F2-A984-4970-BDB2-3B6C2823796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演習：同じ体積の質量</a:t>
            </a:r>
          </a:p>
        </p:txBody>
      </p:sp>
      <p:sp>
        <p:nvSpPr>
          <p:cNvPr id="2" name="">
            <a:extLst xmlns:a="http://schemas.openxmlformats.org/drawingml/2006/main">
              <a:ext uri="{FF2B5EF4-FFF2-40B4-BE49-F238E27FC236}">
                <a16:creationId xmlns:a16="http://schemas.microsoft.com/office/drawing/2014/main" id="{BE6432BD-B6DA-4B4E-B402-2DA75DBFCDB1}"/>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8" name="">
            <a:extLst xmlns:a="http://schemas.openxmlformats.org/drawingml/2006/main">
              <a:ext uri="{FF2B5EF4-FFF2-40B4-BE49-F238E27FC236}">
                <a16:creationId xmlns:a16="http://schemas.microsoft.com/office/drawing/2014/main" id="{6550A1CC-8468-4937-9186-036D376FA7D1}"/>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28 / 56</a:t>
            </a:r>
          </a:p>
        </p:txBody>
      </p:sp>
      <p:sp>
        <p:nvSpPr>
          <p:cNvPr id="10" name="">
            <a:extLst xmlns:a="http://schemas.openxmlformats.org/drawingml/2006/main">
              <a:ext uri="{FF2B5EF4-FFF2-40B4-BE49-F238E27FC236}">
                <a16:creationId xmlns:a16="http://schemas.microsoft.com/office/drawing/2014/main" id="{3F6436E8-3C11-4DAE-ABDE-EF508CDD1B13}"/>
              </a:ext>
            </a:extLst>
          </p:cNvPr>
          <p:cNvSpPr>
            <a:spLocks xmlns:a="http://schemas.openxmlformats.org/drawingml/2006/main" noGrp="1"/>
          </p:cNvSpPr>
          <p:nvPr/>
        </p:nvSpPr>
        <p:spPr>
          <a:xfrm xmlns:a="http://schemas.openxmlformats.org/drawingml/2006/main">
            <a:off x="809625" y="15716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263D4D"/>
                </a:solidFill>
                <a:latin typeface="Yu Gothic"/>
                <a:ea typeface="Yu Gothic"/>
                <a:cs typeface="Yu Gothic"/>
              </a:defRPr>
            </a:defPPr>
            <a:lvl1pPr>
              <a:buNone/>
              <a:defRPr sz="2550" b="1">
                <a:solidFill>
                  <a:srgbClr val="263D4D"/>
                </a:solidFill>
                <a:latin typeface="Yu Gothic"/>
                <a:ea typeface="Yu Gothic"/>
                <a:cs typeface="Yu Gothic"/>
              </a:defRPr>
            </a:lvl1pPr>
            <a:lvl2pPr>
              <a:buNone/>
              <a:defRPr sz="2550" b="1">
                <a:solidFill>
                  <a:srgbClr val="263D4D"/>
                </a:solidFill>
                <a:latin typeface="Yu Gothic"/>
                <a:ea typeface="Yu Gothic"/>
                <a:cs typeface="Yu Gothic"/>
              </a:defRPr>
            </a:lvl2pPr>
            <a:lvl3pPr>
              <a:buNone/>
              <a:defRPr sz="2550" b="1">
                <a:solidFill>
                  <a:srgbClr val="263D4D"/>
                </a:solidFill>
                <a:latin typeface="Yu Gothic"/>
                <a:ea typeface="Yu Gothic"/>
                <a:cs typeface="Yu Gothic"/>
              </a:defRPr>
            </a:lvl3pPr>
            <a:lvl4pPr>
              <a:buNone/>
              <a:defRPr sz="2550" b="1">
                <a:solidFill>
                  <a:srgbClr val="263D4D"/>
                </a:solidFill>
                <a:latin typeface="Yu Gothic"/>
                <a:ea typeface="Yu Gothic"/>
                <a:cs typeface="Yu Gothic"/>
              </a:defRPr>
            </a:lvl4pPr>
            <a:lvl5pPr>
              <a:buNone/>
              <a:defRPr sz="2550" b="1">
                <a:solidFill>
                  <a:srgbClr val="263D4D"/>
                </a:solidFill>
                <a:latin typeface="Yu Gothic"/>
                <a:ea typeface="Yu Gothic"/>
                <a:cs typeface="Yu Gothic"/>
              </a:defRPr>
            </a:lvl5pPr>
            <a:lvl6pPr>
              <a:buNone/>
              <a:defRPr sz="2550" b="1">
                <a:solidFill>
                  <a:srgbClr val="263D4D"/>
                </a:solidFill>
                <a:latin typeface="Yu Gothic"/>
                <a:ea typeface="Yu Gothic"/>
                <a:cs typeface="Yu Gothic"/>
              </a:defRPr>
            </a:lvl6pPr>
            <a:lvl7pPr>
              <a:buNone/>
              <a:defRPr sz="2550" b="1">
                <a:solidFill>
                  <a:srgbClr val="263D4D"/>
                </a:solidFill>
                <a:latin typeface="Yu Gothic"/>
                <a:ea typeface="Yu Gothic"/>
                <a:cs typeface="Yu Gothic"/>
              </a:defRPr>
            </a:lvl7pPr>
            <a:lvl8pPr>
              <a:buNone/>
              <a:defRPr sz="2550" b="1">
                <a:solidFill>
                  <a:srgbClr val="263D4D"/>
                </a:solidFill>
                <a:latin typeface="Yu Gothic"/>
                <a:ea typeface="Yu Gothic"/>
                <a:cs typeface="Yu Gothic"/>
              </a:defRPr>
            </a:lvl8pPr>
            <a:lvl9pPr>
              <a:buNone/>
              <a:defRPr sz="2550" b="1">
                <a:solidFill>
                  <a:srgbClr val="263D4D"/>
                </a:solidFill>
                <a:latin typeface="Yu Gothic"/>
                <a:ea typeface="Yu Gothic"/>
                <a:cs typeface="Yu Gothic"/>
              </a:defRPr>
            </a:lvl9pPr>
          </a:lstStyle>
          <a:p xmlns:a="http://schemas.openxmlformats.org/drawingml/2006/main">
            <a:pPr>
              <a:buNone/>
              <a:defRPr sz="2550" b="1">
                <a:solidFill>
                  <a:srgbClr val="263D4D"/>
                </a:solidFill>
                <a:latin typeface="Yu Gothic"/>
                <a:ea typeface="Yu Gothic"/>
                <a:cs typeface="Yu Gothic"/>
              </a:defRPr>
            </a:pPr>
            <a:r>
              <a:rPr sz="2550" b="1">
                <a:solidFill>
                  <a:srgbClr val="263D4D"/>
                </a:solidFill>
                <a:latin typeface="Yu Gothic"/>
                <a:ea typeface="Yu Gothic"/>
                <a:cs typeface="Yu Gothic"/>
              </a:rPr>
              <a:t>体積はいずれも V = 40 cm³</a:t>
            </a:r>
          </a:p>
        </p:txBody>
      </p:sp>
      <p:sp>
        <p:nvSpPr>
          <p:cNvPr id="11" name="">
            <a:extLst xmlns:a="http://schemas.openxmlformats.org/drawingml/2006/main">
              <a:ext uri="{FF2B5EF4-FFF2-40B4-BE49-F238E27FC236}">
                <a16:creationId xmlns:a16="http://schemas.microsoft.com/office/drawing/2014/main" id="{5B3AF294-A0E5-48A9-B09A-AF3A7BDF943D}"/>
              </a:ext>
            </a:extLst>
          </p:cNvPr>
          <p:cNvSpPr>
            <a:spLocks xmlns:a="http://schemas.openxmlformats.org/drawingml/2006/main" noGrp="1"/>
          </p:cNvSpPr>
          <p:nvPr/>
        </p:nvSpPr>
        <p:spPr>
          <a:xfrm xmlns:a="http://schemas.openxmlformats.org/drawingml/2006/main">
            <a:off x="1571625" y="2952750"/>
            <a:ext cx="2190750" cy="1285875"/>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2" name="">
            <a:extLst xmlns:a="http://schemas.openxmlformats.org/drawingml/2006/main">
              <a:ext uri="{FF2B5EF4-FFF2-40B4-BE49-F238E27FC236}">
                <a16:creationId xmlns:a16="http://schemas.microsoft.com/office/drawing/2014/main" id="{9B7F6893-F352-4034-9338-FA37556AD41C}"/>
              </a:ext>
            </a:extLst>
          </p:cNvPr>
          <p:cNvSpPr>
            <a:spLocks xmlns:a="http://schemas.openxmlformats.org/drawingml/2006/main" noGrp="1"/>
          </p:cNvSpPr>
          <p:nvPr/>
        </p:nvSpPr>
        <p:spPr>
          <a:xfrm xmlns:a="http://schemas.openxmlformats.org/drawingml/2006/main">
            <a:off x="1571625" y="23336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鋼</a:t>
            </a:r>
          </a:p>
        </p:txBody>
      </p:sp>
      <p:sp>
        <p:nvSpPr>
          <p:cNvPr id="13" name="">
            <a:extLst xmlns:a="http://schemas.openxmlformats.org/drawingml/2006/main">
              <a:ext uri="{FF2B5EF4-FFF2-40B4-BE49-F238E27FC236}">
                <a16:creationId xmlns:a16="http://schemas.microsoft.com/office/drawing/2014/main" id="{AE6EEC96-A80B-4740-84AB-208D484A6D85}"/>
              </a:ext>
            </a:extLst>
          </p:cNvPr>
          <p:cNvSpPr>
            <a:spLocks xmlns:a="http://schemas.openxmlformats.org/drawingml/2006/main" noGrp="1"/>
          </p:cNvSpPr>
          <p:nvPr/>
        </p:nvSpPr>
        <p:spPr>
          <a:xfrm xmlns:a="http://schemas.openxmlformats.org/drawingml/2006/main">
            <a:off x="1285875" y="447675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ρ = 7.8 g/cm³</a:t>
            </a:r>
          </a:p>
        </p:txBody>
      </p:sp>
      <p:sp>
        <p:nvSpPr>
          <p:cNvPr id="14" name="">
            <a:extLst xmlns:a="http://schemas.openxmlformats.org/drawingml/2006/main">
              <a:ext uri="{FF2B5EF4-FFF2-40B4-BE49-F238E27FC236}">
                <a16:creationId xmlns:a16="http://schemas.microsoft.com/office/drawing/2014/main" id="{E9F4B10F-0CD6-4D51-B6D5-C0CFDE0267C5}"/>
              </a:ext>
            </a:extLst>
          </p:cNvPr>
          <p:cNvSpPr>
            <a:spLocks xmlns:a="http://schemas.openxmlformats.org/drawingml/2006/main" noGrp="1"/>
          </p:cNvSpPr>
          <p:nvPr/>
        </p:nvSpPr>
        <p:spPr>
          <a:xfrm xmlns:a="http://schemas.openxmlformats.org/drawingml/2006/main">
            <a:off x="1285875" y="504825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m = ？ g</a:t>
            </a:r>
          </a:p>
        </p:txBody>
      </p:sp>
      <p:sp>
        <p:nvSpPr>
          <p:cNvPr id="15" name="">
            <a:extLst xmlns:a="http://schemas.openxmlformats.org/drawingml/2006/main">
              <a:ext uri="{FF2B5EF4-FFF2-40B4-BE49-F238E27FC236}">
                <a16:creationId xmlns:a16="http://schemas.microsoft.com/office/drawing/2014/main" id="{D6457E6E-81F3-413F-AE92-14912CB7CB40}"/>
              </a:ext>
            </a:extLst>
          </p:cNvPr>
          <p:cNvSpPr>
            <a:spLocks xmlns:a="http://schemas.openxmlformats.org/drawingml/2006/main" noGrp="1"/>
          </p:cNvSpPr>
          <p:nvPr/>
        </p:nvSpPr>
        <p:spPr>
          <a:xfrm xmlns:a="http://schemas.openxmlformats.org/drawingml/2006/main">
            <a:off x="7381875" y="2952750"/>
            <a:ext cx="2190750" cy="1285875"/>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6" name="">
            <a:extLst xmlns:a="http://schemas.openxmlformats.org/drawingml/2006/main">
              <a:ext uri="{FF2B5EF4-FFF2-40B4-BE49-F238E27FC236}">
                <a16:creationId xmlns:a16="http://schemas.microsoft.com/office/drawing/2014/main" id="{25B2112E-C241-4CA2-AD0E-CD82148DAA61}"/>
              </a:ext>
            </a:extLst>
          </p:cNvPr>
          <p:cNvSpPr>
            <a:spLocks xmlns:a="http://schemas.openxmlformats.org/drawingml/2006/main" noGrp="1"/>
          </p:cNvSpPr>
          <p:nvPr/>
        </p:nvSpPr>
        <p:spPr>
          <a:xfrm xmlns:a="http://schemas.openxmlformats.org/drawingml/2006/main">
            <a:off x="7381875" y="23336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Al系</a:t>
            </a:r>
          </a:p>
        </p:txBody>
      </p:sp>
      <p:sp>
        <p:nvSpPr>
          <p:cNvPr id="17" name="">
            <a:extLst xmlns:a="http://schemas.openxmlformats.org/drawingml/2006/main">
              <a:ext uri="{FF2B5EF4-FFF2-40B4-BE49-F238E27FC236}">
                <a16:creationId xmlns:a16="http://schemas.microsoft.com/office/drawing/2014/main" id="{9287DF43-6D09-46C5-933B-7BF50D7B434C}"/>
              </a:ext>
            </a:extLst>
          </p:cNvPr>
          <p:cNvSpPr>
            <a:spLocks xmlns:a="http://schemas.openxmlformats.org/drawingml/2006/main" noGrp="1"/>
          </p:cNvSpPr>
          <p:nvPr/>
        </p:nvSpPr>
        <p:spPr>
          <a:xfrm xmlns:a="http://schemas.openxmlformats.org/drawingml/2006/main">
            <a:off x="7096125" y="447675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ρ = 2.7 g/cm³</a:t>
            </a:r>
          </a:p>
        </p:txBody>
      </p:sp>
      <p:sp>
        <p:nvSpPr>
          <p:cNvPr id="18" name="">
            <a:extLst xmlns:a="http://schemas.openxmlformats.org/drawingml/2006/main">
              <a:ext uri="{FF2B5EF4-FFF2-40B4-BE49-F238E27FC236}">
                <a16:creationId xmlns:a16="http://schemas.microsoft.com/office/drawing/2014/main" id="{ECD9BB79-E19E-41D2-B78F-885F60098F64}"/>
              </a:ext>
            </a:extLst>
          </p:cNvPr>
          <p:cNvSpPr>
            <a:spLocks xmlns:a="http://schemas.openxmlformats.org/drawingml/2006/main" noGrp="1"/>
          </p:cNvSpPr>
          <p:nvPr/>
        </p:nvSpPr>
        <p:spPr>
          <a:xfrm xmlns:a="http://schemas.openxmlformats.org/drawingml/2006/main">
            <a:off x="7096125" y="504825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m = ？ g</a:t>
            </a:r>
          </a:p>
        </p:txBody>
      </p:sp>
      <p:sp>
        <p:nvSpPr>
          <p:cNvPr id="19" name="">
            <a:extLst xmlns:a="http://schemas.openxmlformats.org/drawingml/2006/main">
              <a:ext uri="{FF2B5EF4-FFF2-40B4-BE49-F238E27FC236}">
                <a16:creationId xmlns:a16="http://schemas.microsoft.com/office/drawing/2014/main" id="{9D326CB8-FE71-4CC4-94D3-534E68BF141C}"/>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演習用の近似密度。m = ρVを使い、各質量と鋼/Al系の質量比を求める。目安120秒。</a:t>
            </a:r>
          </a:p>
        </p:txBody>
      </p:sp>
      <p:sp>
        <p:nvSpPr>
          <p:cNvPr id="20" name="">
            <a:extLst xmlns:a="http://schemas.openxmlformats.org/drawingml/2006/main">
              <a:ext uri="{FF2B5EF4-FFF2-40B4-BE49-F238E27FC236}">
                <a16:creationId xmlns:a16="http://schemas.microsoft.com/office/drawing/2014/main" id="{5EEDAC73-2E8D-43CC-9A96-AE6F3A15FAFF}"/>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ρ：密度</a:t>
            </a:r>
          </a:p>
        </p:txBody>
      </p:sp>
    </p:spTree>
    <p:extLst>
      <p:ext uri="{BB962C8B-B14F-4D97-AF65-F5344CB8AC3E}">
        <p14:creationId xmlns:p14="http://schemas.microsoft.com/office/powerpoint/2010/main" val="60697696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EC23C9-5A23-4075-ACCD-A55480CB82D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F29E612A-EDF2-4D60-8A90-219FD495F387}"/>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8804D21-6F88-4FE8-ABFD-A7C616481E51}"/>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EB6CB113-646E-4C06-A712-1DAB4AF49B2B}"/>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1C15B313-3DCF-4870-A06B-407C0A8030AC}"/>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再開後：質量の比較：解説</a:t>
            </a:r>
          </a:p>
        </p:txBody>
      </p:sp>
      <p:sp>
        <p:nvSpPr>
          <p:cNvPr id="6" name="">
            <a:extLst xmlns:a="http://schemas.openxmlformats.org/drawingml/2006/main">
              <a:ext uri="{FF2B5EF4-FFF2-40B4-BE49-F238E27FC236}">
                <a16:creationId xmlns:a16="http://schemas.microsoft.com/office/drawing/2014/main" id="{CC68788D-329B-4CC9-936C-CCDEE2308C14}"/>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50D5AFAC-1832-4864-9B5B-8FF40F7646F4}"/>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8" name="">
            <a:extLst xmlns:a="http://schemas.openxmlformats.org/drawingml/2006/main">
              <a:ext uri="{FF2B5EF4-FFF2-40B4-BE49-F238E27FC236}">
                <a16:creationId xmlns:a16="http://schemas.microsoft.com/office/drawing/2014/main" id="{A4B03704-EB2C-4918-AC32-BC0318A09214}"/>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29 / 56</a:t>
            </a:r>
          </a:p>
        </p:txBody>
      </p:sp>
    </p:spTree>
    <p:extLst>
      <p:ext uri="{BB962C8B-B14F-4D97-AF65-F5344CB8AC3E}">
        <p14:creationId xmlns:p14="http://schemas.microsoft.com/office/powerpoint/2010/main" val="173106696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AC9292-2FAD-42C3-94F1-ACCC4C03F7B9}"/>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質量の比較：解説</a:t>
            </a:r>
          </a:p>
        </p:txBody>
      </p:sp>
      <p:sp>
        <p:nvSpPr>
          <p:cNvPr id="2" name="">
            <a:extLst xmlns:a="http://schemas.openxmlformats.org/drawingml/2006/main">
              <a:ext uri="{FF2B5EF4-FFF2-40B4-BE49-F238E27FC236}">
                <a16:creationId xmlns:a16="http://schemas.microsoft.com/office/drawing/2014/main" id="{831D11FE-7D9F-4099-8725-00F4E6A97B2D}"/>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8" name="">
            <a:extLst xmlns:a="http://schemas.openxmlformats.org/drawingml/2006/main">
              <a:ext uri="{FF2B5EF4-FFF2-40B4-BE49-F238E27FC236}">
                <a16:creationId xmlns:a16="http://schemas.microsoft.com/office/drawing/2014/main" id="{377F1710-3954-439A-A5F2-8A509AA6C3A9}"/>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30 / 56</a:t>
            </a:r>
          </a:p>
        </p:txBody>
      </p:sp>
      <p:sp>
        <p:nvSpPr>
          <p:cNvPr id="10" name="">
            <a:extLst xmlns:a="http://schemas.openxmlformats.org/drawingml/2006/main">
              <a:ext uri="{FF2B5EF4-FFF2-40B4-BE49-F238E27FC236}">
                <a16:creationId xmlns:a16="http://schemas.microsoft.com/office/drawing/2014/main" id="{5814AE1E-8256-481C-9727-AC666311A571}"/>
              </a:ext>
            </a:extLst>
          </p:cNvPr>
          <p:cNvSpPr>
            <a:spLocks xmlns:a="http://schemas.openxmlformats.org/drawingml/2006/main" noGrp="1"/>
          </p:cNvSpPr>
          <p:nvPr/>
        </p:nvSpPr>
        <p:spPr>
          <a:xfrm xmlns:a="http://schemas.openxmlformats.org/drawingml/2006/main">
            <a:off x="809625" y="15716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263D4D"/>
                </a:solidFill>
                <a:latin typeface="Yu Gothic"/>
                <a:ea typeface="Yu Gothic"/>
                <a:cs typeface="Yu Gothic"/>
              </a:defRPr>
            </a:defPPr>
            <a:lvl1pPr>
              <a:buNone/>
              <a:defRPr sz="3150" b="1">
                <a:solidFill>
                  <a:srgbClr val="263D4D"/>
                </a:solidFill>
                <a:latin typeface="Yu Gothic"/>
                <a:ea typeface="Yu Gothic"/>
                <a:cs typeface="Yu Gothic"/>
              </a:defRPr>
            </a:lvl1pPr>
            <a:lvl2pPr>
              <a:buNone/>
              <a:defRPr sz="3150" b="1">
                <a:solidFill>
                  <a:srgbClr val="263D4D"/>
                </a:solidFill>
                <a:latin typeface="Yu Gothic"/>
                <a:ea typeface="Yu Gothic"/>
                <a:cs typeface="Yu Gothic"/>
              </a:defRPr>
            </a:lvl2pPr>
            <a:lvl3pPr>
              <a:buNone/>
              <a:defRPr sz="3150" b="1">
                <a:solidFill>
                  <a:srgbClr val="263D4D"/>
                </a:solidFill>
                <a:latin typeface="Yu Gothic"/>
                <a:ea typeface="Yu Gothic"/>
                <a:cs typeface="Yu Gothic"/>
              </a:defRPr>
            </a:lvl3pPr>
            <a:lvl4pPr>
              <a:buNone/>
              <a:defRPr sz="3150" b="1">
                <a:solidFill>
                  <a:srgbClr val="263D4D"/>
                </a:solidFill>
                <a:latin typeface="Yu Gothic"/>
                <a:ea typeface="Yu Gothic"/>
                <a:cs typeface="Yu Gothic"/>
              </a:defRPr>
            </a:lvl4pPr>
            <a:lvl5pPr>
              <a:buNone/>
              <a:defRPr sz="3150" b="1">
                <a:solidFill>
                  <a:srgbClr val="263D4D"/>
                </a:solidFill>
                <a:latin typeface="Yu Gothic"/>
                <a:ea typeface="Yu Gothic"/>
                <a:cs typeface="Yu Gothic"/>
              </a:defRPr>
            </a:lvl5pPr>
            <a:lvl6pPr>
              <a:buNone/>
              <a:defRPr sz="3150" b="1">
                <a:solidFill>
                  <a:srgbClr val="263D4D"/>
                </a:solidFill>
                <a:latin typeface="Yu Gothic"/>
                <a:ea typeface="Yu Gothic"/>
                <a:cs typeface="Yu Gothic"/>
              </a:defRPr>
            </a:lvl6pPr>
            <a:lvl7pPr>
              <a:buNone/>
              <a:defRPr sz="3150" b="1">
                <a:solidFill>
                  <a:srgbClr val="263D4D"/>
                </a:solidFill>
                <a:latin typeface="Yu Gothic"/>
                <a:ea typeface="Yu Gothic"/>
                <a:cs typeface="Yu Gothic"/>
              </a:defRPr>
            </a:lvl7pPr>
            <a:lvl8pPr>
              <a:buNone/>
              <a:defRPr sz="3150" b="1">
                <a:solidFill>
                  <a:srgbClr val="263D4D"/>
                </a:solidFill>
                <a:latin typeface="Yu Gothic"/>
                <a:ea typeface="Yu Gothic"/>
                <a:cs typeface="Yu Gothic"/>
              </a:defRPr>
            </a:lvl8pPr>
            <a:lvl9pPr>
              <a:buNone/>
              <a:defRPr sz="3150" b="1">
                <a:solidFill>
                  <a:srgbClr val="263D4D"/>
                </a:solidFill>
                <a:latin typeface="Yu Gothic"/>
                <a:ea typeface="Yu Gothic"/>
                <a:cs typeface="Yu Gothic"/>
              </a:defRPr>
            </a:lvl9pPr>
          </a:lstStyle>
          <a:p xmlns:a="http://schemas.openxmlformats.org/drawingml/2006/main">
            <a:pPr>
              <a:buNone/>
              <a:defRPr sz="3150" b="1">
                <a:solidFill>
                  <a:srgbClr val="263D4D"/>
                </a:solidFill>
                <a:latin typeface="Yu Gothic"/>
                <a:ea typeface="Yu Gothic"/>
                <a:cs typeface="Yu Gothic"/>
              </a:defRPr>
            </a:pPr>
            <a:r>
              <a:rPr sz="3150" b="1">
                <a:solidFill>
                  <a:srgbClr val="263D4D"/>
                </a:solidFill>
                <a:latin typeface="Yu Gothic"/>
                <a:ea typeface="Yu Gothic"/>
                <a:cs typeface="Yu Gothic"/>
              </a:rPr>
              <a:t>m = ρV</a:t>
            </a:r>
          </a:p>
        </p:txBody>
      </p:sp>
      <p:graphicFrame>
        <p:nvGraphicFramePr>
          <p:cNvPr id="11" name="">
            <a:extLst xmlns:a="http://schemas.openxmlformats.org/drawingml/2006/main">
              <a:ext uri="{FF2B5EF4-FFF2-40B4-BE49-F238E27FC236}">
                <a16:creationId xmlns:a16="http://schemas.microsoft.com/office/drawing/2014/main" id="{CDBCBDC6-A120-4234-9F75-E2AAEFC4ABFF}"/>
              </a:ext>
            </a:extLst>
          </p:cNvPr>
          <p:cNvGraphicFramePr/>
          <p:nvPr/>
        </p:nvGraphicFramePr>
        <p:xfrm>
          <a:off xmlns:a="http://schemas.openxmlformats.org/drawingml/2006/main" x="714375" y="2524125"/>
          <a:ext xmlns:a="http://schemas.openxmlformats.org/drawingml/2006/main" cx="10763250" cy="2000250"/>
        </p:xfrm>
        <a:graphic xmlns:a="http://schemas.openxmlformats.org/drawingml/2006/main">
          <a:graphicData uri="http://schemas.openxmlformats.org/drawingml/2006/table">
            <a:tbl>
              <a:tblPr/>
              <a:tblGrid>
                <a:gridCol w="2000250"/>
                <a:gridCol w="3143250"/>
                <a:gridCol w="2762250"/>
                <a:gridCol w="2857500"/>
              </a:tblGrid>
              <a:tr h="666750">
                <a:tc>
                  <a:txBody>
                    <a:bodyPr lIns="85725" tIns="85725" rIns="85725" bIns="85725"/>
                    <a:lstStyle/>
                    <a:p>
                      <a:r>
                        <a:rPr sz="2175" b="1">
                          <a:solidFill>
                            <a:srgbClr val="FFFFFF"/>
                          </a:solidFill>
                          <a:latin typeface="Yu Gothic"/>
                          <a:ea typeface="Yu Gothic"/>
                          <a:cs typeface="Yu Gothic"/>
                        </a:rPr>
                        <a:t>材料</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密度 / g/cm³</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体積 / cm³</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質量 / g</a:t>
                      </a:r>
                    </a:p>
                  </a:txBody>
                  <a:tcPr marL="91440" marR="91440" marT="45720" marB="45720">
                    <a:solidFill>
                      <a:srgbClr val="193B59"/>
                    </a:solidFill>
                  </a:tcPr>
                </a:tc>
              </a:tr>
              <a:tr h="666750">
                <a:tc>
                  <a:txBody>
                    <a:bodyPr lIns="85725" tIns="85725" rIns="85725" bIns="85725"/>
                    <a:lstStyle/>
                    <a:p>
                      <a:r>
                        <a:rPr sz="2175" b="0">
                          <a:solidFill>
                            <a:srgbClr val="263D4D"/>
                          </a:solidFill>
                          <a:latin typeface="Yu Gothic"/>
                          <a:ea typeface="Yu Gothic"/>
                          <a:cs typeface="Yu Gothic"/>
                        </a:rPr>
                        <a:t>鋼</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7.8</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40</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312</a:t>
                      </a:r>
                    </a:p>
                  </a:txBody>
                  <a:tcPr marL="91440" marR="91440" marT="45720" marB="45720">
                    <a:solidFill>
                      <a:srgbClr val="E8F0F4"/>
                    </a:solidFill>
                  </a:tcPr>
                </a:tc>
              </a:tr>
              <a:tr h="666750">
                <a:tc>
                  <a:txBody>
                    <a:bodyPr lIns="85725" tIns="85725" rIns="85725" bIns="85725"/>
                    <a:lstStyle/>
                    <a:p>
                      <a:r>
                        <a:rPr sz="2175" b="0">
                          <a:solidFill>
                            <a:srgbClr val="263D4D"/>
                          </a:solidFill>
                          <a:latin typeface="Yu Gothic"/>
                          <a:ea typeface="Yu Gothic"/>
                          <a:cs typeface="Yu Gothic"/>
                        </a:rPr>
                        <a:t>Al系</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2.7</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40</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108</a:t>
                      </a:r>
                    </a:p>
                  </a:txBody>
                  <a:tcPr marL="91440" marR="91440" marT="45720" marB="45720">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703D8088-CC8E-44B7-B283-9E1E99327B08}"/>
              </a:ext>
            </a:extLst>
          </p:cNvPr>
          <p:cNvSpPr>
            <a:spLocks xmlns:a="http://schemas.openxmlformats.org/drawingml/2006/main" noGrp="1"/>
          </p:cNvSpPr>
          <p:nvPr/>
        </p:nvSpPr>
        <p:spPr>
          <a:xfrm xmlns:a="http://schemas.openxmlformats.org/drawingml/2006/main">
            <a:off x="809625" y="4905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2876A8"/>
                </a:solidFill>
                <a:latin typeface="Yu Gothic"/>
                <a:ea typeface="Yu Gothic"/>
                <a:cs typeface="Yu Gothic"/>
              </a:defRPr>
            </a:defPPr>
            <a:lvl1pPr>
              <a:buNone/>
              <a:defRPr sz="2625" b="1">
                <a:solidFill>
                  <a:srgbClr val="2876A8"/>
                </a:solidFill>
                <a:latin typeface="Yu Gothic"/>
                <a:ea typeface="Yu Gothic"/>
                <a:cs typeface="Yu Gothic"/>
              </a:defRPr>
            </a:lvl1pPr>
            <a:lvl2pPr>
              <a:buNone/>
              <a:defRPr sz="2625" b="1">
                <a:solidFill>
                  <a:srgbClr val="2876A8"/>
                </a:solidFill>
                <a:latin typeface="Yu Gothic"/>
                <a:ea typeface="Yu Gothic"/>
                <a:cs typeface="Yu Gothic"/>
              </a:defRPr>
            </a:lvl2pPr>
            <a:lvl3pPr>
              <a:buNone/>
              <a:defRPr sz="2625" b="1">
                <a:solidFill>
                  <a:srgbClr val="2876A8"/>
                </a:solidFill>
                <a:latin typeface="Yu Gothic"/>
                <a:ea typeface="Yu Gothic"/>
                <a:cs typeface="Yu Gothic"/>
              </a:defRPr>
            </a:lvl3pPr>
            <a:lvl4pPr>
              <a:buNone/>
              <a:defRPr sz="2625" b="1">
                <a:solidFill>
                  <a:srgbClr val="2876A8"/>
                </a:solidFill>
                <a:latin typeface="Yu Gothic"/>
                <a:ea typeface="Yu Gothic"/>
                <a:cs typeface="Yu Gothic"/>
              </a:defRPr>
            </a:lvl4pPr>
            <a:lvl5pPr>
              <a:buNone/>
              <a:defRPr sz="2625" b="1">
                <a:solidFill>
                  <a:srgbClr val="2876A8"/>
                </a:solidFill>
                <a:latin typeface="Yu Gothic"/>
                <a:ea typeface="Yu Gothic"/>
                <a:cs typeface="Yu Gothic"/>
              </a:defRPr>
            </a:lvl5pPr>
            <a:lvl6pPr>
              <a:buNone/>
              <a:defRPr sz="2625" b="1">
                <a:solidFill>
                  <a:srgbClr val="2876A8"/>
                </a:solidFill>
                <a:latin typeface="Yu Gothic"/>
                <a:ea typeface="Yu Gothic"/>
                <a:cs typeface="Yu Gothic"/>
              </a:defRPr>
            </a:lvl6pPr>
            <a:lvl7pPr>
              <a:buNone/>
              <a:defRPr sz="2625" b="1">
                <a:solidFill>
                  <a:srgbClr val="2876A8"/>
                </a:solidFill>
                <a:latin typeface="Yu Gothic"/>
                <a:ea typeface="Yu Gothic"/>
                <a:cs typeface="Yu Gothic"/>
              </a:defRPr>
            </a:lvl7pPr>
            <a:lvl8pPr>
              <a:buNone/>
              <a:defRPr sz="2625" b="1">
                <a:solidFill>
                  <a:srgbClr val="2876A8"/>
                </a:solidFill>
                <a:latin typeface="Yu Gothic"/>
                <a:ea typeface="Yu Gothic"/>
                <a:cs typeface="Yu Gothic"/>
              </a:defRPr>
            </a:lvl8pPr>
            <a:lvl9pPr>
              <a:buNone/>
              <a:defRPr sz="2625" b="1">
                <a:solidFill>
                  <a:srgbClr val="2876A8"/>
                </a:solidFill>
                <a:latin typeface="Yu Gothic"/>
                <a:ea typeface="Yu Gothic"/>
                <a:cs typeface="Yu Gothic"/>
              </a:defRPr>
            </a:lvl9pPr>
          </a:lstStyle>
          <a:p xmlns:a="http://schemas.openxmlformats.org/drawingml/2006/main">
            <a:pPr>
              <a:buNone/>
              <a:defRPr sz="2625" b="1">
                <a:solidFill>
                  <a:srgbClr val="2876A8"/>
                </a:solidFill>
                <a:latin typeface="Yu Gothic"/>
                <a:ea typeface="Yu Gothic"/>
                <a:cs typeface="Yu Gothic"/>
              </a:defRPr>
            </a:pPr>
            <a:r>
              <a:rPr sz="2625" b="1">
                <a:solidFill>
                  <a:srgbClr val="2876A8"/>
                </a:solidFill>
                <a:latin typeface="Yu Gothic"/>
                <a:ea typeface="Yu Gothic"/>
                <a:cs typeface="Yu Gothic"/>
              </a:rPr>
              <a:t>質量比（鋼/Al系）= 312/108 ≈ 2.89</a:t>
            </a:r>
          </a:p>
        </p:txBody>
      </p:sp>
      <p:sp>
        <p:nvSpPr>
          <p:cNvPr id="13" name="">
            <a:extLst xmlns:a="http://schemas.openxmlformats.org/drawingml/2006/main">
              <a:ext uri="{FF2B5EF4-FFF2-40B4-BE49-F238E27FC236}">
                <a16:creationId xmlns:a16="http://schemas.microsoft.com/office/drawing/2014/main" id="{3A88682C-876F-4074-8627-0EF3D86E2E7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同じ体積という条件での比較。性能をそろえた製品の質量比を表す値ではない。</a:t>
            </a:r>
          </a:p>
        </p:txBody>
      </p:sp>
      <p:sp>
        <p:nvSpPr>
          <p:cNvPr id="14" name="">
            <a:extLst xmlns:a="http://schemas.openxmlformats.org/drawingml/2006/main">
              <a:ext uri="{FF2B5EF4-FFF2-40B4-BE49-F238E27FC236}">
                <a16:creationId xmlns:a16="http://schemas.microsoft.com/office/drawing/2014/main" id="{835821CE-1077-4C88-80B3-62D8BD24E660}"/>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ρ：密度</a:t>
            </a:r>
          </a:p>
        </p:txBody>
      </p:sp>
    </p:spTree>
    <p:extLst>
      <p:ext uri="{BB962C8B-B14F-4D97-AF65-F5344CB8AC3E}">
        <p14:creationId xmlns:p14="http://schemas.microsoft.com/office/powerpoint/2010/main" val="140135401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2B769B-F0F9-4AEB-BE8D-9A17B7610B12}"/>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密度が小さい材料なら、製品も軽いか</a:t>
            </a:r>
          </a:p>
        </p:txBody>
      </p:sp>
      <p:sp>
        <p:nvSpPr>
          <p:cNvPr id="2" name="">
            <a:extLst xmlns:a="http://schemas.openxmlformats.org/drawingml/2006/main">
              <a:ext uri="{FF2B5EF4-FFF2-40B4-BE49-F238E27FC236}">
                <a16:creationId xmlns:a16="http://schemas.microsoft.com/office/drawing/2014/main" id="{E1B7B49F-B4A6-47E0-8069-DB797921447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6" name="">
            <a:extLst xmlns:a="http://schemas.openxmlformats.org/drawingml/2006/main">
              <a:ext uri="{FF2B5EF4-FFF2-40B4-BE49-F238E27FC236}">
                <a16:creationId xmlns:a16="http://schemas.microsoft.com/office/drawing/2014/main" id="{99110E66-D8EC-49E0-A6A2-F2E69DE2204C}"/>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31 / 56</a:t>
            </a:r>
          </a:p>
        </p:txBody>
      </p:sp>
      <p:sp>
        <p:nvSpPr>
          <p:cNvPr id="8" name="">
            <a:extLst xmlns:a="http://schemas.openxmlformats.org/drawingml/2006/main">
              <a:ext uri="{FF2B5EF4-FFF2-40B4-BE49-F238E27FC236}">
                <a16:creationId xmlns:a16="http://schemas.microsoft.com/office/drawing/2014/main" id="{F1AE10B6-DB4C-40D5-A96C-254349ED4D69}"/>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　ρ：密度</a:t>
            </a:r>
          </a:p>
        </p:txBody>
      </p:sp>
      <p:sp>
        <p:nvSpPr>
          <p:cNvPr id="9" name="">
            <a:extLst xmlns:a="http://schemas.openxmlformats.org/drawingml/2006/main">
              <a:ext uri="{FF2B5EF4-FFF2-40B4-BE49-F238E27FC236}">
                <a16:creationId xmlns:a16="http://schemas.microsoft.com/office/drawing/2014/main" id="{65F6B5DF-4060-418D-AC33-3AA0DE7949E3}"/>
              </a:ext>
            </a:extLst>
          </p:cNvPr>
          <p:cNvSpPr>
            <a:spLocks xmlns:a="http://schemas.openxmlformats.org/drawingml/2006/main" noGrp="1"/>
          </p:cNvSpPr>
          <p:nvPr/>
        </p:nvSpPr>
        <p:spPr>
          <a:xfrm xmlns:a="http://schemas.openxmlformats.org/drawingml/2006/main">
            <a:off x="762000" y="1571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同じ長さ L・同じ軸方向剛性 k で比較</a:t>
            </a:r>
          </a:p>
        </p:txBody>
      </p:sp>
      <p:sp>
        <p:nvSpPr>
          <p:cNvPr id="10" name="">
            <a:extLst xmlns:a="http://schemas.openxmlformats.org/drawingml/2006/main">
              <a:ext uri="{FF2B5EF4-FFF2-40B4-BE49-F238E27FC236}">
                <a16:creationId xmlns:a16="http://schemas.microsoft.com/office/drawing/2014/main" id="{6E8E36AF-10E8-4A6F-8064-72E7003535CC}"/>
              </a:ext>
            </a:extLst>
          </p:cNvPr>
          <p:cNvSpPr>
            <a:spLocks xmlns:a="http://schemas.openxmlformats.org/drawingml/2006/main" noGrp="1"/>
          </p:cNvSpPr>
          <p:nvPr/>
        </p:nvSpPr>
        <p:spPr>
          <a:xfrm xmlns:a="http://schemas.openxmlformats.org/drawingml/2006/main">
            <a:off x="857250" y="22383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2876A8"/>
                </a:solidFill>
                <a:latin typeface="Yu Gothic"/>
                <a:ea typeface="Yu Gothic"/>
                <a:cs typeface="Yu Gothic"/>
              </a:defRPr>
            </a:defPPr>
            <a:lvl1pPr>
              <a:defRPr sz="2850" b="1">
                <a:solidFill>
                  <a:srgbClr val="2876A8"/>
                </a:solidFill>
                <a:latin typeface="Yu Gothic"/>
                <a:ea typeface="Yu Gothic"/>
                <a:cs typeface="Yu Gothic"/>
              </a:defRPr>
            </a:lvl1pPr>
            <a:lvl2pPr>
              <a:defRPr sz="2850" b="1">
                <a:solidFill>
                  <a:srgbClr val="2876A8"/>
                </a:solidFill>
                <a:latin typeface="Yu Gothic"/>
                <a:ea typeface="Yu Gothic"/>
                <a:cs typeface="Yu Gothic"/>
              </a:defRPr>
            </a:lvl2pPr>
            <a:lvl3pPr>
              <a:defRPr sz="2850" b="1">
                <a:solidFill>
                  <a:srgbClr val="2876A8"/>
                </a:solidFill>
                <a:latin typeface="Yu Gothic"/>
                <a:ea typeface="Yu Gothic"/>
                <a:cs typeface="Yu Gothic"/>
              </a:defRPr>
            </a:lvl3pPr>
            <a:lvl4pPr>
              <a:defRPr sz="2850" b="1">
                <a:solidFill>
                  <a:srgbClr val="2876A8"/>
                </a:solidFill>
                <a:latin typeface="Yu Gothic"/>
                <a:ea typeface="Yu Gothic"/>
                <a:cs typeface="Yu Gothic"/>
              </a:defRPr>
            </a:lvl4pPr>
            <a:lvl5pPr>
              <a:defRPr sz="2850" b="1">
                <a:solidFill>
                  <a:srgbClr val="2876A8"/>
                </a:solidFill>
                <a:latin typeface="Yu Gothic"/>
                <a:ea typeface="Yu Gothic"/>
                <a:cs typeface="Yu Gothic"/>
              </a:defRPr>
            </a:lvl5pPr>
            <a:lvl6pPr>
              <a:defRPr sz="2850" b="1">
                <a:solidFill>
                  <a:srgbClr val="2876A8"/>
                </a:solidFill>
                <a:latin typeface="Yu Gothic"/>
                <a:ea typeface="Yu Gothic"/>
                <a:cs typeface="Yu Gothic"/>
              </a:defRPr>
            </a:lvl6pPr>
            <a:lvl7pPr>
              <a:defRPr sz="2850" b="1">
                <a:solidFill>
                  <a:srgbClr val="2876A8"/>
                </a:solidFill>
                <a:latin typeface="Yu Gothic"/>
                <a:ea typeface="Yu Gothic"/>
                <a:cs typeface="Yu Gothic"/>
              </a:defRPr>
            </a:lvl7pPr>
            <a:lvl8pPr>
              <a:defRPr sz="2850" b="1">
                <a:solidFill>
                  <a:srgbClr val="2876A8"/>
                </a:solidFill>
                <a:latin typeface="Yu Gothic"/>
                <a:ea typeface="Yu Gothic"/>
                <a:cs typeface="Yu Gothic"/>
              </a:defRPr>
            </a:lvl8pPr>
            <a:lvl9pPr>
              <a:defRPr sz="2850" b="1">
                <a:solidFill>
                  <a:srgbClr val="2876A8"/>
                </a:solidFill>
                <a:latin typeface="Yu Gothic"/>
                <a:ea typeface="Yu Gothic"/>
                <a:cs typeface="Yu Gothic"/>
              </a:defRPr>
            </a:lvl9pPr>
          </a:lstStyle>
          <a:p xmlns:a="http://schemas.openxmlformats.org/drawingml/2006/main">
            <a:pPr>
              <a:defRPr sz="2850" b="1">
                <a:solidFill>
                  <a:srgbClr val="2876A8"/>
                </a:solidFill>
                <a:latin typeface="Yu Gothic"/>
                <a:ea typeface="Yu Gothic"/>
                <a:cs typeface="Yu Gothic"/>
              </a:defRPr>
            </a:pPr>
            <a:r>
              <a:rPr sz="2850" b="1">
                <a:solidFill>
                  <a:srgbClr val="2876A8"/>
                </a:solidFill>
                <a:latin typeface="Yu Gothic"/>
                <a:ea typeface="Yu Gothic"/>
                <a:cs typeface="Yu Gothic"/>
              </a:rPr>
              <a:t>k = EA/L</a:t>
            </a:r>
          </a:p>
        </p:txBody>
      </p:sp>
      <p:sp>
        <p:nvSpPr>
          <p:cNvPr id="11" name="">
            <a:extLst xmlns:a="http://schemas.openxmlformats.org/drawingml/2006/main">
              <a:ext uri="{FF2B5EF4-FFF2-40B4-BE49-F238E27FC236}">
                <a16:creationId xmlns:a16="http://schemas.microsoft.com/office/drawing/2014/main" id="{3F849341-9466-4348-836D-7BD3BDF28F3F}"/>
              </a:ext>
            </a:extLst>
          </p:cNvPr>
          <p:cNvSpPr>
            <a:spLocks xmlns:a="http://schemas.openxmlformats.org/drawingml/2006/main" noGrp="1"/>
          </p:cNvSpPr>
          <p:nvPr/>
        </p:nvSpPr>
        <p:spPr>
          <a:xfrm xmlns:a="http://schemas.openxmlformats.org/drawingml/2006/main">
            <a:off x="5524500" y="2286000"/>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087E8B"/>
                </a:solidFill>
                <a:latin typeface="Yu Gothic"/>
                <a:ea typeface="Yu Gothic"/>
                <a:cs typeface="Yu Gothic"/>
              </a:defRPr>
            </a:defPPr>
            <a:lvl1pPr>
              <a:defRPr sz="2175" b="1">
                <a:solidFill>
                  <a:srgbClr val="087E8B"/>
                </a:solidFill>
                <a:latin typeface="Yu Gothic"/>
                <a:ea typeface="Yu Gothic"/>
                <a:cs typeface="Yu Gothic"/>
              </a:defRPr>
            </a:lvl1pPr>
            <a:lvl2pPr>
              <a:defRPr sz="2175" b="1">
                <a:solidFill>
                  <a:srgbClr val="087E8B"/>
                </a:solidFill>
                <a:latin typeface="Yu Gothic"/>
                <a:ea typeface="Yu Gothic"/>
                <a:cs typeface="Yu Gothic"/>
              </a:defRPr>
            </a:lvl2pPr>
            <a:lvl3pPr>
              <a:defRPr sz="2175" b="1">
                <a:solidFill>
                  <a:srgbClr val="087E8B"/>
                </a:solidFill>
                <a:latin typeface="Yu Gothic"/>
                <a:ea typeface="Yu Gothic"/>
                <a:cs typeface="Yu Gothic"/>
              </a:defRPr>
            </a:lvl3pPr>
            <a:lvl4pPr>
              <a:defRPr sz="2175" b="1">
                <a:solidFill>
                  <a:srgbClr val="087E8B"/>
                </a:solidFill>
                <a:latin typeface="Yu Gothic"/>
                <a:ea typeface="Yu Gothic"/>
                <a:cs typeface="Yu Gothic"/>
              </a:defRPr>
            </a:lvl4pPr>
            <a:lvl5pPr>
              <a:defRPr sz="2175" b="1">
                <a:solidFill>
                  <a:srgbClr val="087E8B"/>
                </a:solidFill>
                <a:latin typeface="Yu Gothic"/>
                <a:ea typeface="Yu Gothic"/>
                <a:cs typeface="Yu Gothic"/>
              </a:defRPr>
            </a:lvl5pPr>
            <a:lvl6pPr>
              <a:defRPr sz="2175" b="1">
                <a:solidFill>
                  <a:srgbClr val="087E8B"/>
                </a:solidFill>
                <a:latin typeface="Yu Gothic"/>
                <a:ea typeface="Yu Gothic"/>
                <a:cs typeface="Yu Gothic"/>
              </a:defRPr>
            </a:lvl6pPr>
            <a:lvl7pPr>
              <a:defRPr sz="2175" b="1">
                <a:solidFill>
                  <a:srgbClr val="087E8B"/>
                </a:solidFill>
                <a:latin typeface="Yu Gothic"/>
                <a:ea typeface="Yu Gothic"/>
                <a:cs typeface="Yu Gothic"/>
              </a:defRPr>
            </a:lvl7pPr>
            <a:lvl8pPr>
              <a:defRPr sz="2175" b="1">
                <a:solidFill>
                  <a:srgbClr val="087E8B"/>
                </a:solidFill>
                <a:latin typeface="Yu Gothic"/>
                <a:ea typeface="Yu Gothic"/>
                <a:cs typeface="Yu Gothic"/>
              </a:defRPr>
            </a:lvl8pPr>
            <a:lvl9pPr>
              <a:defRPr sz="2175" b="1">
                <a:solidFill>
                  <a:srgbClr val="087E8B"/>
                </a:solidFill>
                <a:latin typeface="Yu Gothic"/>
                <a:ea typeface="Yu Gothic"/>
                <a:cs typeface="Yu Gothic"/>
              </a:defRPr>
            </a:lvl9pPr>
          </a:lstStyle>
          <a:p xmlns:a="http://schemas.openxmlformats.org/drawingml/2006/main">
            <a:pPr>
              <a:defRPr sz="2175" b="1">
                <a:solidFill>
                  <a:srgbClr val="087E8B"/>
                </a:solidFill>
                <a:latin typeface="Yu Gothic"/>
                <a:ea typeface="Yu Gothic"/>
                <a:cs typeface="Yu Gothic"/>
              </a:defRPr>
            </a:pPr>
            <a:r>
              <a:rPr sz="2175" b="1">
                <a:solidFill>
                  <a:srgbClr val="087E8B"/>
                </a:solidFill>
                <a:latin typeface="Yu Gothic"/>
                <a:ea typeface="Yu Gothic"/>
                <a:cs typeface="Yu Gothic"/>
              </a:rPr>
              <a:t>Eが小さいほど、Aを大きくする</a:t>
            </a:r>
          </a:p>
        </p:txBody>
      </p:sp>
      <p:sp>
        <p:nvSpPr>
          <p:cNvPr id="12" name="">
            <a:extLst xmlns:a="http://schemas.openxmlformats.org/drawingml/2006/main">
              <a:ext uri="{FF2B5EF4-FFF2-40B4-BE49-F238E27FC236}">
                <a16:creationId xmlns:a16="http://schemas.microsoft.com/office/drawing/2014/main" id="{2882408C-EE66-4C06-B417-5AB21668770E}"/>
              </a:ext>
            </a:extLst>
          </p:cNvPr>
          <p:cNvSpPr>
            <a:spLocks xmlns:a="http://schemas.openxmlformats.org/drawingml/2006/main" noGrp="1"/>
          </p:cNvSpPr>
          <p:nvPr/>
        </p:nvSpPr>
        <p:spPr>
          <a:xfrm xmlns:a="http://schemas.openxmlformats.org/drawingml/2006/main">
            <a:off x="952500" y="3190875"/>
            <a:ext cx="3333750" cy="190500"/>
          </a:xfrm>
          <a:prstGeom xmlns:a="http://schemas.openxmlformats.org/drawingml/2006/main" prst="rect">
            <a:avLst/>
          </a:prstGeom>
          <a:solidFill xmlns:a="http://schemas.openxmlformats.org/drawingml/2006/main">
            <a:srgbClr val="2876A8"/>
          </a:solidFill>
          <a:ln xmlns:a="http://schemas.openxmlformats.org/drawingml/2006/main" w="16193">
            <a:solidFill>
              <a:srgbClr val="2876A8"/>
            </a:solidFill>
          </a:ln>
        </p:spPr>
      </p:sp>
      <p:sp>
        <p:nvSpPr>
          <p:cNvPr id="13" name="">
            <a:extLst xmlns:a="http://schemas.openxmlformats.org/drawingml/2006/main">
              <a:ext uri="{FF2B5EF4-FFF2-40B4-BE49-F238E27FC236}">
                <a16:creationId xmlns:a16="http://schemas.microsoft.com/office/drawing/2014/main" id="{312F7DA3-124B-49A8-8BBA-29462055F108}"/>
              </a:ext>
            </a:extLst>
          </p:cNvPr>
          <p:cNvSpPr>
            <a:spLocks xmlns:a="http://schemas.openxmlformats.org/drawingml/2006/main" noGrp="1"/>
          </p:cNvSpPr>
          <p:nvPr/>
        </p:nvSpPr>
        <p:spPr>
          <a:xfrm xmlns:a="http://schemas.openxmlformats.org/drawingml/2006/main">
            <a:off x="952500" y="3886200"/>
            <a:ext cx="3333750" cy="542925"/>
          </a:xfrm>
          <a:prstGeom xmlns:a="http://schemas.openxmlformats.org/drawingml/2006/main" prst="rect">
            <a:avLst/>
          </a:prstGeom>
          <a:solidFill xmlns:a="http://schemas.openxmlformats.org/drawingml/2006/main">
            <a:srgbClr val="087E8B"/>
          </a:solidFill>
          <a:ln xmlns:a="http://schemas.openxmlformats.org/drawingml/2006/main" w="16193">
            <a:solidFill>
              <a:srgbClr val="087E8B"/>
            </a:solidFill>
          </a:ln>
        </p:spPr>
      </p:sp>
      <p:sp>
        <p:nvSpPr>
          <p:cNvPr id="14" name="">
            <a:extLst xmlns:a="http://schemas.openxmlformats.org/drawingml/2006/main">
              <a:ext uri="{FF2B5EF4-FFF2-40B4-BE49-F238E27FC236}">
                <a16:creationId xmlns:a16="http://schemas.microsoft.com/office/drawing/2014/main" id="{7102F0F6-089D-4824-AA9F-D340F81F1B2A}"/>
              </a:ext>
            </a:extLst>
          </p:cNvPr>
          <p:cNvSpPr>
            <a:spLocks xmlns:a="http://schemas.openxmlformats.org/drawingml/2006/main" noGrp="1"/>
          </p:cNvSpPr>
          <p:nvPr/>
        </p:nvSpPr>
        <p:spPr>
          <a:xfrm xmlns:a="http://schemas.openxmlformats.org/drawingml/2006/main">
            <a:off x="4667250" y="3019425"/>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876A8"/>
                </a:solidFill>
                <a:latin typeface="Yu Gothic"/>
                <a:ea typeface="Yu Gothic"/>
                <a:cs typeface="Yu Gothic"/>
              </a:defRPr>
            </a:defPPr>
            <a:lvl1pPr>
              <a:defRPr sz="2100" b="0">
                <a:solidFill>
                  <a:srgbClr val="2876A8"/>
                </a:solidFill>
                <a:latin typeface="Yu Gothic"/>
                <a:ea typeface="Yu Gothic"/>
                <a:cs typeface="Yu Gothic"/>
              </a:defRPr>
            </a:lvl1pPr>
            <a:lvl2pPr>
              <a:defRPr sz="2100" b="0">
                <a:solidFill>
                  <a:srgbClr val="2876A8"/>
                </a:solidFill>
                <a:latin typeface="Yu Gothic"/>
                <a:ea typeface="Yu Gothic"/>
                <a:cs typeface="Yu Gothic"/>
              </a:defRPr>
            </a:lvl2pPr>
            <a:lvl3pPr>
              <a:defRPr sz="2100" b="0">
                <a:solidFill>
                  <a:srgbClr val="2876A8"/>
                </a:solidFill>
                <a:latin typeface="Yu Gothic"/>
                <a:ea typeface="Yu Gothic"/>
                <a:cs typeface="Yu Gothic"/>
              </a:defRPr>
            </a:lvl3pPr>
            <a:lvl4pPr>
              <a:defRPr sz="2100" b="0">
                <a:solidFill>
                  <a:srgbClr val="2876A8"/>
                </a:solidFill>
                <a:latin typeface="Yu Gothic"/>
                <a:ea typeface="Yu Gothic"/>
                <a:cs typeface="Yu Gothic"/>
              </a:defRPr>
            </a:lvl4pPr>
            <a:lvl5pPr>
              <a:defRPr sz="2100" b="0">
                <a:solidFill>
                  <a:srgbClr val="2876A8"/>
                </a:solidFill>
                <a:latin typeface="Yu Gothic"/>
                <a:ea typeface="Yu Gothic"/>
                <a:cs typeface="Yu Gothic"/>
              </a:defRPr>
            </a:lvl5pPr>
            <a:lvl6pPr>
              <a:defRPr sz="2100" b="0">
                <a:solidFill>
                  <a:srgbClr val="2876A8"/>
                </a:solidFill>
                <a:latin typeface="Yu Gothic"/>
                <a:ea typeface="Yu Gothic"/>
                <a:cs typeface="Yu Gothic"/>
              </a:defRPr>
            </a:lvl6pPr>
            <a:lvl7pPr>
              <a:defRPr sz="2100" b="0">
                <a:solidFill>
                  <a:srgbClr val="2876A8"/>
                </a:solidFill>
                <a:latin typeface="Yu Gothic"/>
                <a:ea typeface="Yu Gothic"/>
                <a:cs typeface="Yu Gothic"/>
              </a:defRPr>
            </a:lvl7pPr>
            <a:lvl8pPr>
              <a:defRPr sz="2100" b="0">
                <a:solidFill>
                  <a:srgbClr val="2876A8"/>
                </a:solidFill>
                <a:latin typeface="Yu Gothic"/>
                <a:ea typeface="Yu Gothic"/>
                <a:cs typeface="Yu Gothic"/>
              </a:defRPr>
            </a:lvl8pPr>
            <a:lvl9pPr>
              <a:defRPr sz="2100" b="0">
                <a:solidFill>
                  <a:srgbClr val="2876A8"/>
                </a:solidFill>
                <a:latin typeface="Yu Gothic"/>
                <a:ea typeface="Yu Gothic"/>
                <a:cs typeface="Yu Gothic"/>
              </a:defRPr>
            </a:lvl9pPr>
          </a:lstStyle>
          <a:p xmlns:a="http://schemas.openxmlformats.org/drawingml/2006/main">
            <a:pPr>
              <a:defRPr sz="2100" b="0">
                <a:solidFill>
                  <a:srgbClr val="2876A8"/>
                </a:solidFill>
                <a:latin typeface="Yu Gothic"/>
                <a:ea typeface="Yu Gothic"/>
                <a:cs typeface="Yu Gothic"/>
              </a:defRPr>
            </a:pPr>
            <a:r>
              <a:rPr sz="2100" b="0">
                <a:solidFill>
                  <a:srgbClr val="2876A8"/>
                </a:solidFill>
                <a:latin typeface="Yu Gothic"/>
                <a:ea typeface="Yu Gothic"/>
                <a:cs typeface="Yu Gothic"/>
              </a:rPr>
              <a:t>E 大・断面積 A 小</a:t>
            </a:r>
          </a:p>
        </p:txBody>
      </p:sp>
      <p:sp>
        <p:nvSpPr>
          <p:cNvPr id="15" name="">
            <a:extLst xmlns:a="http://schemas.openxmlformats.org/drawingml/2006/main">
              <a:ext uri="{FF2B5EF4-FFF2-40B4-BE49-F238E27FC236}">
                <a16:creationId xmlns:a16="http://schemas.microsoft.com/office/drawing/2014/main" id="{C76A5E6C-30C3-4029-B4C7-254D68582FD7}"/>
              </a:ext>
            </a:extLst>
          </p:cNvPr>
          <p:cNvSpPr>
            <a:spLocks xmlns:a="http://schemas.openxmlformats.org/drawingml/2006/main" noGrp="1"/>
          </p:cNvSpPr>
          <p:nvPr/>
        </p:nvSpPr>
        <p:spPr>
          <a:xfrm xmlns:a="http://schemas.openxmlformats.org/drawingml/2006/main">
            <a:off x="4667250" y="3895725"/>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087E8B"/>
                </a:solidFill>
                <a:latin typeface="Yu Gothic"/>
                <a:ea typeface="Yu Gothic"/>
                <a:cs typeface="Yu Gothic"/>
              </a:defRPr>
            </a:defPPr>
            <a:lvl1pPr>
              <a:defRPr sz="2100" b="0">
                <a:solidFill>
                  <a:srgbClr val="087E8B"/>
                </a:solidFill>
                <a:latin typeface="Yu Gothic"/>
                <a:ea typeface="Yu Gothic"/>
                <a:cs typeface="Yu Gothic"/>
              </a:defRPr>
            </a:lvl1pPr>
            <a:lvl2pPr>
              <a:defRPr sz="2100" b="0">
                <a:solidFill>
                  <a:srgbClr val="087E8B"/>
                </a:solidFill>
                <a:latin typeface="Yu Gothic"/>
                <a:ea typeface="Yu Gothic"/>
                <a:cs typeface="Yu Gothic"/>
              </a:defRPr>
            </a:lvl2pPr>
            <a:lvl3pPr>
              <a:defRPr sz="2100" b="0">
                <a:solidFill>
                  <a:srgbClr val="087E8B"/>
                </a:solidFill>
                <a:latin typeface="Yu Gothic"/>
                <a:ea typeface="Yu Gothic"/>
                <a:cs typeface="Yu Gothic"/>
              </a:defRPr>
            </a:lvl3pPr>
            <a:lvl4pPr>
              <a:defRPr sz="2100" b="0">
                <a:solidFill>
                  <a:srgbClr val="087E8B"/>
                </a:solidFill>
                <a:latin typeface="Yu Gothic"/>
                <a:ea typeface="Yu Gothic"/>
                <a:cs typeface="Yu Gothic"/>
              </a:defRPr>
            </a:lvl4pPr>
            <a:lvl5pPr>
              <a:defRPr sz="2100" b="0">
                <a:solidFill>
                  <a:srgbClr val="087E8B"/>
                </a:solidFill>
                <a:latin typeface="Yu Gothic"/>
                <a:ea typeface="Yu Gothic"/>
                <a:cs typeface="Yu Gothic"/>
              </a:defRPr>
            </a:lvl5pPr>
            <a:lvl6pPr>
              <a:defRPr sz="2100" b="0">
                <a:solidFill>
                  <a:srgbClr val="087E8B"/>
                </a:solidFill>
                <a:latin typeface="Yu Gothic"/>
                <a:ea typeface="Yu Gothic"/>
                <a:cs typeface="Yu Gothic"/>
              </a:defRPr>
            </a:lvl6pPr>
            <a:lvl7pPr>
              <a:defRPr sz="2100" b="0">
                <a:solidFill>
                  <a:srgbClr val="087E8B"/>
                </a:solidFill>
                <a:latin typeface="Yu Gothic"/>
                <a:ea typeface="Yu Gothic"/>
                <a:cs typeface="Yu Gothic"/>
              </a:defRPr>
            </a:lvl7pPr>
            <a:lvl8pPr>
              <a:defRPr sz="2100" b="0">
                <a:solidFill>
                  <a:srgbClr val="087E8B"/>
                </a:solidFill>
                <a:latin typeface="Yu Gothic"/>
                <a:ea typeface="Yu Gothic"/>
                <a:cs typeface="Yu Gothic"/>
              </a:defRPr>
            </a:lvl8pPr>
            <a:lvl9pPr>
              <a:defRPr sz="2100" b="0">
                <a:solidFill>
                  <a:srgbClr val="087E8B"/>
                </a:solidFill>
                <a:latin typeface="Yu Gothic"/>
                <a:ea typeface="Yu Gothic"/>
                <a:cs typeface="Yu Gothic"/>
              </a:defRPr>
            </a:lvl9pPr>
          </a:lstStyle>
          <a:p xmlns:a="http://schemas.openxmlformats.org/drawingml/2006/main">
            <a:pPr>
              <a:defRPr sz="2100" b="0">
                <a:solidFill>
                  <a:srgbClr val="087E8B"/>
                </a:solidFill>
                <a:latin typeface="Yu Gothic"/>
                <a:ea typeface="Yu Gothic"/>
                <a:cs typeface="Yu Gothic"/>
              </a:defRPr>
            </a:pPr>
            <a:r>
              <a:rPr sz="2100" b="0">
                <a:solidFill>
                  <a:srgbClr val="087E8B"/>
                </a:solidFill>
                <a:latin typeface="Yu Gothic"/>
                <a:ea typeface="Yu Gothic"/>
                <a:cs typeface="Yu Gothic"/>
              </a:rPr>
              <a:t>E 小・断面積 A 大</a:t>
            </a:r>
          </a:p>
        </p:txBody>
      </p:sp>
      <p:sp>
        <p:nvSpPr>
          <p:cNvPr id="16" name="">
            <a:extLst xmlns:a="http://schemas.openxmlformats.org/drawingml/2006/main">
              <a:ext uri="{FF2B5EF4-FFF2-40B4-BE49-F238E27FC236}">
                <a16:creationId xmlns:a16="http://schemas.microsoft.com/office/drawing/2014/main" id="{23FA1599-BCAB-47DE-8B71-9E377F93BDD2}"/>
              </a:ext>
            </a:extLst>
          </p:cNvPr>
          <p:cNvSpPr>
            <a:spLocks xmlns:a="http://schemas.openxmlformats.org/drawingml/2006/main" noGrp="1"/>
          </p:cNvSpPr>
          <p:nvPr/>
        </p:nvSpPr>
        <p:spPr>
          <a:xfrm xmlns:a="http://schemas.openxmlformats.org/drawingml/2006/main">
            <a:off x="809625" y="4857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defRPr sz="2400" b="1">
                <a:solidFill>
                  <a:srgbClr val="263D4D"/>
                </a:solidFill>
                <a:latin typeface="Yu Gothic"/>
                <a:ea typeface="Yu Gothic"/>
                <a:cs typeface="Yu Gothic"/>
              </a:defRPr>
            </a:lvl1pPr>
            <a:lvl2pPr>
              <a:defRPr sz="2400" b="1">
                <a:solidFill>
                  <a:srgbClr val="263D4D"/>
                </a:solidFill>
                <a:latin typeface="Yu Gothic"/>
                <a:ea typeface="Yu Gothic"/>
                <a:cs typeface="Yu Gothic"/>
              </a:defRPr>
            </a:lvl2pPr>
            <a:lvl3pPr>
              <a:defRPr sz="2400" b="1">
                <a:solidFill>
                  <a:srgbClr val="263D4D"/>
                </a:solidFill>
                <a:latin typeface="Yu Gothic"/>
                <a:ea typeface="Yu Gothic"/>
                <a:cs typeface="Yu Gothic"/>
              </a:defRPr>
            </a:lvl3pPr>
            <a:lvl4pPr>
              <a:defRPr sz="2400" b="1">
                <a:solidFill>
                  <a:srgbClr val="263D4D"/>
                </a:solidFill>
                <a:latin typeface="Yu Gothic"/>
                <a:ea typeface="Yu Gothic"/>
                <a:cs typeface="Yu Gothic"/>
              </a:defRPr>
            </a:lvl4pPr>
            <a:lvl5pPr>
              <a:defRPr sz="2400" b="1">
                <a:solidFill>
                  <a:srgbClr val="263D4D"/>
                </a:solidFill>
                <a:latin typeface="Yu Gothic"/>
                <a:ea typeface="Yu Gothic"/>
                <a:cs typeface="Yu Gothic"/>
              </a:defRPr>
            </a:lvl5pPr>
            <a:lvl6pPr>
              <a:defRPr sz="2400" b="1">
                <a:solidFill>
                  <a:srgbClr val="263D4D"/>
                </a:solidFill>
                <a:latin typeface="Yu Gothic"/>
                <a:ea typeface="Yu Gothic"/>
                <a:cs typeface="Yu Gothic"/>
              </a:defRPr>
            </a:lvl6pPr>
            <a:lvl7pPr>
              <a:defRPr sz="2400" b="1">
                <a:solidFill>
                  <a:srgbClr val="263D4D"/>
                </a:solidFill>
                <a:latin typeface="Yu Gothic"/>
                <a:ea typeface="Yu Gothic"/>
                <a:cs typeface="Yu Gothic"/>
              </a:defRPr>
            </a:lvl7pPr>
            <a:lvl8pPr>
              <a:defRPr sz="2400" b="1">
                <a:solidFill>
                  <a:srgbClr val="263D4D"/>
                </a:solidFill>
                <a:latin typeface="Yu Gothic"/>
                <a:ea typeface="Yu Gothic"/>
                <a:cs typeface="Yu Gothic"/>
              </a:defRPr>
            </a:lvl8pPr>
            <a:lvl9pPr>
              <a:defRPr sz="2400" b="1">
                <a:solidFill>
                  <a:srgbClr val="263D4D"/>
                </a:solidFill>
                <a:latin typeface="Yu Gothic"/>
                <a:ea typeface="Yu Gothic"/>
                <a:cs typeface="Yu Gothic"/>
              </a:defRPr>
            </a:lvl9pPr>
          </a:lstStyle>
          <a:p xmlns:a="http://schemas.openxmlformats.org/drawingml/2006/main">
            <a:pPr>
              <a:defRPr sz="2400" b="1">
                <a:solidFill>
                  <a:srgbClr val="263D4D"/>
                </a:solidFill>
                <a:latin typeface="Yu Gothic"/>
                <a:ea typeface="Yu Gothic"/>
                <a:cs typeface="Yu Gothic"/>
              </a:defRPr>
            </a:pPr>
            <a:r>
              <a:rPr sz="2400" b="1">
                <a:solidFill>
                  <a:srgbClr val="263D4D"/>
                </a:solidFill>
                <a:latin typeface="Yu Gothic"/>
                <a:ea typeface="Yu Gothic"/>
                <a:cs typeface="Yu Gothic"/>
              </a:rPr>
              <a:t>m = ρAL　同じ k・L なら m は ρ/E に比例</a:t>
            </a:r>
          </a:p>
        </p:txBody>
      </p:sp>
      <p:sp>
        <p:nvSpPr>
          <p:cNvPr id="17" name="">
            <a:extLst xmlns:a="http://schemas.openxmlformats.org/drawingml/2006/main">
              <a:ext uri="{FF2B5EF4-FFF2-40B4-BE49-F238E27FC236}">
                <a16:creationId xmlns:a16="http://schemas.microsoft.com/office/drawing/2014/main" id="{10AD5C18-F0BF-4039-B085-A153DB4708C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E：ヤング率、A：断面積、ρ：密度、m：質量。図は模式図。曲げ剛性や破壊・接合条件は別に確認する。</a:t>
            </a:r>
          </a:p>
        </p:txBody>
      </p:sp>
    </p:spTree>
    <p:extLst>
      <p:ext uri="{BB962C8B-B14F-4D97-AF65-F5344CB8AC3E}">
        <p14:creationId xmlns:p14="http://schemas.microsoft.com/office/powerpoint/2010/main" val="135275891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B6E47E-E7C2-41AE-A2ED-F6C9A7666C69}"/>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ばね・刃物・導線を比べる</a:t>
            </a:r>
          </a:p>
        </p:txBody>
      </p:sp>
      <p:sp>
        <p:nvSpPr>
          <p:cNvPr id="2" name="">
            <a:extLst xmlns:a="http://schemas.openxmlformats.org/drawingml/2006/main">
              <a:ext uri="{FF2B5EF4-FFF2-40B4-BE49-F238E27FC236}">
                <a16:creationId xmlns:a16="http://schemas.microsoft.com/office/drawing/2014/main" id="{D99CBB6A-A6E3-468F-A610-EAF9CBA7AA15}"/>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6" name="">
            <a:extLst xmlns:a="http://schemas.openxmlformats.org/drawingml/2006/main">
              <a:ext uri="{FF2B5EF4-FFF2-40B4-BE49-F238E27FC236}">
                <a16:creationId xmlns:a16="http://schemas.microsoft.com/office/drawing/2014/main" id="{17268E38-441B-4BEE-87A2-BC4D3831786C}"/>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7" name="">
            <a:extLst xmlns:a="http://schemas.openxmlformats.org/drawingml/2006/main">
              <a:ext uri="{FF2B5EF4-FFF2-40B4-BE49-F238E27FC236}">
                <a16:creationId xmlns:a16="http://schemas.microsoft.com/office/drawing/2014/main" id="{49252919-FA10-4678-9CD0-02D8F583C9F0}"/>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32 / 56</a:t>
            </a:r>
          </a:p>
        </p:txBody>
      </p:sp>
      <p:sp>
        <p:nvSpPr>
          <p:cNvPr id="9" name="">
            <a:extLst xmlns:a="http://schemas.openxmlformats.org/drawingml/2006/main">
              <a:ext uri="{FF2B5EF4-FFF2-40B4-BE49-F238E27FC236}">
                <a16:creationId xmlns:a16="http://schemas.microsoft.com/office/drawing/2014/main" id="{7E95EACD-D277-4F0C-B303-5EE81DFC8A54}"/>
              </a:ext>
            </a:extLst>
          </p:cNvPr>
          <p:cNvSpPr>
            <a:spLocks xmlns:a="http://schemas.openxmlformats.org/drawingml/2006/main" noGrp="1"/>
          </p:cNvSpPr>
          <p:nvPr/>
        </p:nvSpPr>
        <p:spPr>
          <a:xfrm xmlns:a="http://schemas.openxmlformats.org/drawingml/2006/main">
            <a:off x="952500" y="2638857"/>
            <a:ext cx="2190750" cy="437285"/>
          </a:xfrm>
          <a:custGeom xmlns:a="http://schemas.openxmlformats.org/drawingml/2006/main">
            <a:pathLst>
              <a:path w="2190750" h="437285">
                <a:moveTo>
                  <a:pt x="0" y="218643"/>
                </a:moveTo>
                <a:lnTo>
                  <a:pt x="14605" y="273124"/>
                </a:lnTo>
                <a:lnTo>
                  <a:pt x="29210" y="324183"/>
                </a:lnTo>
                <a:lnTo>
                  <a:pt x="43815" y="368610"/>
                </a:lnTo>
                <a:lnTo>
                  <a:pt x="58420" y="403614"/>
                </a:lnTo>
                <a:lnTo>
                  <a:pt x="73025" y="426995"/>
                </a:lnTo>
                <a:lnTo>
                  <a:pt x="87630" y="437285"/>
                </a:lnTo>
                <a:lnTo>
                  <a:pt x="102235" y="433837"/>
                </a:lnTo>
                <a:lnTo>
                  <a:pt x="116840" y="416868"/>
                </a:lnTo>
                <a:lnTo>
                  <a:pt x="131445" y="387443"/>
                </a:lnTo>
                <a:lnTo>
                  <a:pt x="146050" y="347412"/>
                </a:lnTo>
                <a:lnTo>
                  <a:pt x="160655" y="299290"/>
                </a:lnTo>
                <a:lnTo>
                  <a:pt x="175260" y="246100"/>
                </a:lnTo>
                <a:lnTo>
                  <a:pt x="189865" y="191185"/>
                </a:lnTo>
                <a:lnTo>
                  <a:pt x="204470" y="137996"/>
                </a:lnTo>
                <a:lnTo>
                  <a:pt x="219075" y="89874"/>
                </a:lnTo>
                <a:lnTo>
                  <a:pt x="233680" y="49843"/>
                </a:lnTo>
                <a:lnTo>
                  <a:pt x="248285" y="20418"/>
                </a:lnTo>
                <a:lnTo>
                  <a:pt x="262890" y="3448"/>
                </a:lnTo>
                <a:lnTo>
                  <a:pt x="277495" y="0"/>
                </a:lnTo>
                <a:lnTo>
                  <a:pt x="292100" y="10290"/>
                </a:lnTo>
                <a:lnTo>
                  <a:pt x="306705" y="33672"/>
                </a:lnTo>
                <a:lnTo>
                  <a:pt x="321310" y="68676"/>
                </a:lnTo>
                <a:lnTo>
                  <a:pt x="335915" y="113103"/>
                </a:lnTo>
                <a:lnTo>
                  <a:pt x="350520" y="164161"/>
                </a:lnTo>
                <a:lnTo>
                  <a:pt x="365125" y="218643"/>
                </a:lnTo>
                <a:lnTo>
                  <a:pt x="379730" y="273124"/>
                </a:lnTo>
                <a:lnTo>
                  <a:pt x="394335" y="324183"/>
                </a:lnTo>
                <a:lnTo>
                  <a:pt x="408940" y="368610"/>
                </a:lnTo>
                <a:lnTo>
                  <a:pt x="423545" y="403614"/>
                </a:lnTo>
                <a:lnTo>
                  <a:pt x="438150" y="426995"/>
                </a:lnTo>
                <a:lnTo>
                  <a:pt x="452755" y="437285"/>
                </a:lnTo>
                <a:lnTo>
                  <a:pt x="467360" y="433837"/>
                </a:lnTo>
                <a:lnTo>
                  <a:pt x="481965" y="416868"/>
                </a:lnTo>
                <a:lnTo>
                  <a:pt x="496570" y="387443"/>
                </a:lnTo>
                <a:lnTo>
                  <a:pt x="511175" y="347412"/>
                </a:lnTo>
                <a:lnTo>
                  <a:pt x="525780" y="299290"/>
                </a:lnTo>
                <a:lnTo>
                  <a:pt x="540385" y="246100"/>
                </a:lnTo>
                <a:lnTo>
                  <a:pt x="554990" y="191185"/>
                </a:lnTo>
                <a:lnTo>
                  <a:pt x="569595" y="137996"/>
                </a:lnTo>
                <a:lnTo>
                  <a:pt x="584200" y="89874"/>
                </a:lnTo>
                <a:lnTo>
                  <a:pt x="598805" y="49843"/>
                </a:lnTo>
                <a:lnTo>
                  <a:pt x="613410" y="20418"/>
                </a:lnTo>
                <a:lnTo>
                  <a:pt x="628015" y="3448"/>
                </a:lnTo>
                <a:lnTo>
                  <a:pt x="642620" y="0"/>
                </a:lnTo>
                <a:lnTo>
                  <a:pt x="657225" y="10290"/>
                </a:lnTo>
                <a:lnTo>
                  <a:pt x="671830" y="33672"/>
                </a:lnTo>
                <a:lnTo>
                  <a:pt x="686435" y="68676"/>
                </a:lnTo>
                <a:lnTo>
                  <a:pt x="701040" y="113103"/>
                </a:lnTo>
                <a:lnTo>
                  <a:pt x="715645" y="164161"/>
                </a:lnTo>
                <a:lnTo>
                  <a:pt x="730250" y="218643"/>
                </a:lnTo>
                <a:lnTo>
                  <a:pt x="744855" y="273124"/>
                </a:lnTo>
                <a:lnTo>
                  <a:pt x="759460" y="324183"/>
                </a:lnTo>
                <a:lnTo>
                  <a:pt x="774065" y="368610"/>
                </a:lnTo>
                <a:lnTo>
                  <a:pt x="788670" y="403614"/>
                </a:lnTo>
                <a:lnTo>
                  <a:pt x="803275" y="426995"/>
                </a:lnTo>
                <a:lnTo>
                  <a:pt x="817880" y="437285"/>
                </a:lnTo>
                <a:lnTo>
                  <a:pt x="832485" y="433837"/>
                </a:lnTo>
                <a:lnTo>
                  <a:pt x="847090" y="416868"/>
                </a:lnTo>
                <a:lnTo>
                  <a:pt x="861695" y="387443"/>
                </a:lnTo>
                <a:lnTo>
                  <a:pt x="876300" y="347412"/>
                </a:lnTo>
                <a:lnTo>
                  <a:pt x="890905" y="299290"/>
                </a:lnTo>
                <a:lnTo>
                  <a:pt x="905510" y="246100"/>
                </a:lnTo>
                <a:lnTo>
                  <a:pt x="920115" y="191185"/>
                </a:lnTo>
                <a:lnTo>
                  <a:pt x="934720" y="137996"/>
                </a:lnTo>
                <a:lnTo>
                  <a:pt x="949325" y="89874"/>
                </a:lnTo>
                <a:lnTo>
                  <a:pt x="963930" y="49843"/>
                </a:lnTo>
                <a:lnTo>
                  <a:pt x="978535" y="20418"/>
                </a:lnTo>
                <a:lnTo>
                  <a:pt x="993140" y="3448"/>
                </a:lnTo>
                <a:lnTo>
                  <a:pt x="1007745" y="0"/>
                </a:lnTo>
                <a:lnTo>
                  <a:pt x="1022350" y="10290"/>
                </a:lnTo>
                <a:lnTo>
                  <a:pt x="1036955" y="33672"/>
                </a:lnTo>
                <a:lnTo>
                  <a:pt x="1051560" y="68676"/>
                </a:lnTo>
                <a:lnTo>
                  <a:pt x="1066165" y="113103"/>
                </a:lnTo>
                <a:lnTo>
                  <a:pt x="1080770" y="164161"/>
                </a:lnTo>
                <a:lnTo>
                  <a:pt x="1095375" y="218643"/>
                </a:lnTo>
                <a:lnTo>
                  <a:pt x="1109980" y="273124"/>
                </a:lnTo>
                <a:lnTo>
                  <a:pt x="1124585" y="324183"/>
                </a:lnTo>
                <a:lnTo>
                  <a:pt x="1139190" y="368610"/>
                </a:lnTo>
                <a:lnTo>
                  <a:pt x="1153795" y="403614"/>
                </a:lnTo>
                <a:lnTo>
                  <a:pt x="1168400" y="426995"/>
                </a:lnTo>
                <a:lnTo>
                  <a:pt x="1183005" y="437285"/>
                </a:lnTo>
                <a:lnTo>
                  <a:pt x="1197610" y="433837"/>
                </a:lnTo>
                <a:lnTo>
                  <a:pt x="1212215" y="416868"/>
                </a:lnTo>
                <a:lnTo>
                  <a:pt x="1226820" y="387443"/>
                </a:lnTo>
                <a:lnTo>
                  <a:pt x="1241425" y="347412"/>
                </a:lnTo>
                <a:lnTo>
                  <a:pt x="1256030" y="299290"/>
                </a:lnTo>
                <a:lnTo>
                  <a:pt x="1270635" y="246100"/>
                </a:lnTo>
                <a:lnTo>
                  <a:pt x="1285240" y="191185"/>
                </a:lnTo>
                <a:lnTo>
                  <a:pt x="1299845" y="137996"/>
                </a:lnTo>
                <a:lnTo>
                  <a:pt x="1314450" y="89874"/>
                </a:lnTo>
                <a:lnTo>
                  <a:pt x="1329055" y="49843"/>
                </a:lnTo>
                <a:lnTo>
                  <a:pt x="1343660" y="20418"/>
                </a:lnTo>
                <a:lnTo>
                  <a:pt x="1358265" y="3448"/>
                </a:lnTo>
                <a:lnTo>
                  <a:pt x="1372870" y="0"/>
                </a:lnTo>
                <a:lnTo>
                  <a:pt x="1387475" y="10290"/>
                </a:lnTo>
                <a:lnTo>
                  <a:pt x="1402080" y="33672"/>
                </a:lnTo>
                <a:lnTo>
                  <a:pt x="1416685" y="68676"/>
                </a:lnTo>
                <a:lnTo>
                  <a:pt x="1431290" y="113103"/>
                </a:lnTo>
                <a:lnTo>
                  <a:pt x="1445895" y="164161"/>
                </a:lnTo>
                <a:lnTo>
                  <a:pt x="1460500" y="218643"/>
                </a:lnTo>
                <a:lnTo>
                  <a:pt x="1475105" y="273124"/>
                </a:lnTo>
                <a:lnTo>
                  <a:pt x="1489710" y="324183"/>
                </a:lnTo>
                <a:lnTo>
                  <a:pt x="1504315" y="368610"/>
                </a:lnTo>
                <a:lnTo>
                  <a:pt x="1518920" y="403614"/>
                </a:lnTo>
                <a:lnTo>
                  <a:pt x="1533525" y="426995"/>
                </a:lnTo>
                <a:lnTo>
                  <a:pt x="1548130" y="437285"/>
                </a:lnTo>
                <a:lnTo>
                  <a:pt x="1562735" y="433837"/>
                </a:lnTo>
                <a:lnTo>
                  <a:pt x="1577340" y="416868"/>
                </a:lnTo>
                <a:lnTo>
                  <a:pt x="1591945" y="387443"/>
                </a:lnTo>
                <a:lnTo>
                  <a:pt x="1606550" y="347412"/>
                </a:lnTo>
                <a:lnTo>
                  <a:pt x="1621155" y="299290"/>
                </a:lnTo>
                <a:lnTo>
                  <a:pt x="1635760" y="246100"/>
                </a:lnTo>
                <a:lnTo>
                  <a:pt x="1650365" y="191185"/>
                </a:lnTo>
                <a:lnTo>
                  <a:pt x="1664970" y="137996"/>
                </a:lnTo>
                <a:lnTo>
                  <a:pt x="1679575" y="89874"/>
                </a:lnTo>
                <a:lnTo>
                  <a:pt x="1694180" y="49843"/>
                </a:lnTo>
                <a:lnTo>
                  <a:pt x="1708785" y="20418"/>
                </a:lnTo>
                <a:lnTo>
                  <a:pt x="1723390" y="3448"/>
                </a:lnTo>
                <a:lnTo>
                  <a:pt x="1737995" y="0"/>
                </a:lnTo>
                <a:lnTo>
                  <a:pt x="1752600" y="10290"/>
                </a:lnTo>
                <a:lnTo>
                  <a:pt x="1767205" y="33672"/>
                </a:lnTo>
                <a:lnTo>
                  <a:pt x="1781810" y="68676"/>
                </a:lnTo>
                <a:lnTo>
                  <a:pt x="1796415" y="113103"/>
                </a:lnTo>
                <a:lnTo>
                  <a:pt x="1811020" y="164161"/>
                </a:lnTo>
                <a:lnTo>
                  <a:pt x="1825625" y="218643"/>
                </a:lnTo>
                <a:lnTo>
                  <a:pt x="1840230" y="273124"/>
                </a:lnTo>
                <a:lnTo>
                  <a:pt x="1854835" y="324183"/>
                </a:lnTo>
                <a:lnTo>
                  <a:pt x="1869440" y="368610"/>
                </a:lnTo>
                <a:lnTo>
                  <a:pt x="1884045" y="403614"/>
                </a:lnTo>
                <a:lnTo>
                  <a:pt x="1898650" y="426995"/>
                </a:lnTo>
                <a:lnTo>
                  <a:pt x="1913255" y="437285"/>
                </a:lnTo>
                <a:lnTo>
                  <a:pt x="1927860" y="433837"/>
                </a:lnTo>
                <a:lnTo>
                  <a:pt x="1942465" y="416868"/>
                </a:lnTo>
                <a:lnTo>
                  <a:pt x="1957070" y="387443"/>
                </a:lnTo>
                <a:lnTo>
                  <a:pt x="1971675" y="347412"/>
                </a:lnTo>
                <a:lnTo>
                  <a:pt x="1986280" y="299290"/>
                </a:lnTo>
                <a:lnTo>
                  <a:pt x="2000885" y="246100"/>
                </a:lnTo>
                <a:lnTo>
                  <a:pt x="2015490" y="191185"/>
                </a:lnTo>
                <a:lnTo>
                  <a:pt x="2030095" y="137996"/>
                </a:lnTo>
                <a:lnTo>
                  <a:pt x="2044700" y="89874"/>
                </a:lnTo>
                <a:lnTo>
                  <a:pt x="2059305" y="49843"/>
                </a:lnTo>
                <a:lnTo>
                  <a:pt x="2073910" y="20418"/>
                </a:lnTo>
                <a:lnTo>
                  <a:pt x="2088515" y="3448"/>
                </a:lnTo>
                <a:lnTo>
                  <a:pt x="2103120" y="0"/>
                </a:lnTo>
                <a:lnTo>
                  <a:pt x="2117725" y="10290"/>
                </a:lnTo>
                <a:lnTo>
                  <a:pt x="2132330" y="33672"/>
                </a:lnTo>
                <a:lnTo>
                  <a:pt x="2146935" y="68676"/>
                </a:lnTo>
                <a:lnTo>
                  <a:pt x="2161540" y="113103"/>
                </a:lnTo>
                <a:lnTo>
                  <a:pt x="2176145" y="164161"/>
                </a:lnTo>
                <a:lnTo>
                  <a:pt x="2190750" y="218643"/>
                </a:lnTo>
              </a:path>
            </a:pathLst>
          </a:custGeom>
          <a:noFill xmlns:a="http://schemas.openxmlformats.org/drawingml/2006/main"/>
          <a:ln xmlns:a="http://schemas.openxmlformats.org/drawingml/2006/main" w="38100">
            <a:solidFill>
              <a:srgbClr val="2876A8"/>
            </a:solidFill>
          </a:ln>
        </p:spPr>
      </p:sp>
      <p:sp>
        <p:nvSpPr>
          <p:cNvPr id="10" name="">
            <a:extLst xmlns:a="http://schemas.openxmlformats.org/drawingml/2006/main">
              <a:ext uri="{FF2B5EF4-FFF2-40B4-BE49-F238E27FC236}">
                <a16:creationId xmlns:a16="http://schemas.microsoft.com/office/drawing/2014/main" id="{E9BFA72A-F8AF-49A4-99A8-02AC548E099E}"/>
              </a:ext>
            </a:extLst>
          </p:cNvPr>
          <p:cNvSpPr>
            <a:spLocks xmlns:a="http://schemas.openxmlformats.org/drawingml/2006/main" noGrp="1"/>
          </p:cNvSpPr>
          <p:nvPr/>
        </p:nvSpPr>
        <p:spPr>
          <a:xfrm xmlns:a="http://schemas.openxmlformats.org/drawingml/2006/main">
            <a:off x="5095875" y="2571750"/>
            <a:ext cx="1905000" cy="476250"/>
          </a:xfrm>
          <a:custGeom xmlns:a="http://schemas.openxmlformats.org/drawingml/2006/main">
            <a:pathLst>
              <a:path w="1905000" h="476250">
                <a:moveTo>
                  <a:pt x="0" y="0"/>
                </a:moveTo>
                <a:lnTo>
                  <a:pt x="1905000" y="0"/>
                </a:lnTo>
                <a:lnTo>
                  <a:pt x="1666875" y="476250"/>
                </a:lnTo>
                <a:lnTo>
                  <a:pt x="0" y="381000"/>
                </a:lnTo>
                <a:close/>
              </a:path>
            </a:pathLst>
          </a:custGeom>
          <a:solidFill xmlns:a="http://schemas.openxmlformats.org/drawingml/2006/main">
            <a:srgbClr val="E8F0F4"/>
          </a:solidFill>
          <a:ln xmlns:a="http://schemas.openxmlformats.org/drawingml/2006/main" w="19050">
            <a:solidFill>
              <a:srgbClr val="71818B"/>
            </a:solidFill>
          </a:ln>
        </p:spPr>
      </p:sp>
      <p:sp>
        <p:nvSpPr>
          <p:cNvPr id="11" name="">
            <a:extLst xmlns:a="http://schemas.openxmlformats.org/drawingml/2006/main">
              <a:ext uri="{FF2B5EF4-FFF2-40B4-BE49-F238E27FC236}">
                <a16:creationId xmlns:a16="http://schemas.microsoft.com/office/drawing/2014/main" id="{5B147416-6942-404A-B05C-57D1C7B9E85B}"/>
              </a:ext>
            </a:extLst>
          </p:cNvPr>
          <p:cNvSpPr>
            <a:spLocks xmlns:a="http://schemas.openxmlformats.org/drawingml/2006/main" noGrp="1"/>
          </p:cNvSpPr>
          <p:nvPr/>
        </p:nvSpPr>
        <p:spPr>
          <a:xfrm xmlns:a="http://schemas.openxmlformats.org/drawingml/2006/main">
            <a:off x="5238750" y="2952750"/>
            <a:ext cx="1524000" cy="95250"/>
          </a:xfrm>
          <a:custGeom xmlns:a="http://schemas.openxmlformats.org/drawingml/2006/main">
            <a:pathLst>
              <a:path w="1524000" h="95250">
                <a:moveTo>
                  <a:pt x="0" y="0"/>
                </a:moveTo>
                <a:lnTo>
                  <a:pt x="1524000" y="95250"/>
                </a:lnTo>
              </a:path>
            </a:pathLst>
          </a:custGeom>
          <a:noFill xmlns:a="http://schemas.openxmlformats.org/drawingml/2006/main"/>
          <a:ln xmlns:a="http://schemas.openxmlformats.org/drawingml/2006/main" w="28575">
            <a:solidFill>
              <a:srgbClr val="2876A8"/>
            </a:solidFill>
          </a:ln>
        </p:spPr>
      </p:sp>
      <p:sp>
        <p:nvSpPr>
          <p:cNvPr id="12" name="">
            <a:extLst xmlns:a="http://schemas.openxmlformats.org/drawingml/2006/main">
              <a:ext uri="{FF2B5EF4-FFF2-40B4-BE49-F238E27FC236}">
                <a16:creationId xmlns:a16="http://schemas.microsoft.com/office/drawing/2014/main" id="{B5B4034C-D6BB-46EF-BDDA-4A7275B9BA91}"/>
              </a:ext>
            </a:extLst>
          </p:cNvPr>
          <p:cNvSpPr>
            <a:spLocks xmlns:a="http://schemas.openxmlformats.org/drawingml/2006/main" noGrp="1"/>
          </p:cNvSpPr>
          <p:nvPr/>
        </p:nvSpPr>
        <p:spPr>
          <a:xfrm xmlns:a="http://schemas.openxmlformats.org/drawingml/2006/main">
            <a:off x="4476750" y="2628900"/>
            <a:ext cx="619125" cy="266700"/>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13" name="">
            <a:extLst xmlns:a="http://schemas.openxmlformats.org/drawingml/2006/main">
              <a:ext uri="{FF2B5EF4-FFF2-40B4-BE49-F238E27FC236}">
                <a16:creationId xmlns:a16="http://schemas.microsoft.com/office/drawing/2014/main" id="{846C716A-E451-4A20-8284-88673B088434}"/>
              </a:ext>
            </a:extLst>
          </p:cNvPr>
          <p:cNvSpPr>
            <a:spLocks xmlns:a="http://schemas.openxmlformats.org/drawingml/2006/main" noGrp="1"/>
          </p:cNvSpPr>
          <p:nvPr/>
        </p:nvSpPr>
        <p:spPr>
          <a:xfrm xmlns:a="http://schemas.openxmlformats.org/drawingml/2006/main">
            <a:off x="8953500" y="2952750"/>
            <a:ext cx="1905000" cy="9525"/>
          </a:xfrm>
          <a:custGeom xmlns:a="http://schemas.openxmlformats.org/drawingml/2006/main">
            <a:pathLst>
              <a:path w="1905000" h="9525">
                <a:moveTo>
                  <a:pt x="0" y="0"/>
                </a:moveTo>
                <a:lnTo>
                  <a:pt x="1905000" y="0"/>
                </a:lnTo>
              </a:path>
            </a:pathLst>
          </a:custGeom>
          <a:noFill xmlns:a="http://schemas.openxmlformats.org/drawingml/2006/main"/>
          <a:ln xmlns:a="http://schemas.openxmlformats.org/drawingml/2006/main" w="161925">
            <a:solidFill>
              <a:srgbClr val="AD8760"/>
            </a:solidFill>
          </a:ln>
        </p:spPr>
      </p:sp>
      <p:sp>
        <p:nvSpPr>
          <p:cNvPr id="14" name="">
            <a:extLst xmlns:a="http://schemas.openxmlformats.org/drawingml/2006/main">
              <a:ext uri="{FF2B5EF4-FFF2-40B4-BE49-F238E27FC236}">
                <a16:creationId xmlns:a16="http://schemas.microsoft.com/office/drawing/2014/main" id="{33F0233B-576C-431F-B108-043D9A91BE35}"/>
              </a:ext>
            </a:extLst>
          </p:cNvPr>
          <p:cNvSpPr>
            <a:spLocks xmlns:a="http://schemas.openxmlformats.org/drawingml/2006/main" noGrp="1"/>
          </p:cNvSpPr>
          <p:nvPr/>
        </p:nvSpPr>
        <p:spPr>
          <a:xfrm xmlns:a="http://schemas.openxmlformats.org/drawingml/2006/main">
            <a:off x="10810875" y="2819400"/>
            <a:ext cx="304800" cy="66675"/>
          </a:xfrm>
          <a:custGeom xmlns:a="http://schemas.openxmlformats.org/drawingml/2006/main">
            <a:pathLst>
              <a:path w="304800" h="66675">
                <a:moveTo>
                  <a:pt x="0" y="66675"/>
                </a:moveTo>
                <a:lnTo>
                  <a:pt x="304800" y="0"/>
                </a:lnTo>
              </a:path>
            </a:pathLst>
          </a:custGeom>
          <a:noFill xmlns:a="http://schemas.openxmlformats.org/drawingml/2006/main"/>
          <a:ln xmlns:a="http://schemas.openxmlformats.org/drawingml/2006/main" w="19050">
            <a:solidFill>
              <a:srgbClr val="AD8760"/>
            </a:solidFill>
          </a:ln>
        </p:spPr>
      </p:sp>
      <p:sp>
        <p:nvSpPr>
          <p:cNvPr id="15" name="">
            <a:extLst xmlns:a="http://schemas.openxmlformats.org/drawingml/2006/main">
              <a:ext uri="{FF2B5EF4-FFF2-40B4-BE49-F238E27FC236}">
                <a16:creationId xmlns:a16="http://schemas.microsoft.com/office/drawing/2014/main" id="{239201E3-CB70-4ED2-A3BC-802D3FB3B06A}"/>
              </a:ext>
            </a:extLst>
          </p:cNvPr>
          <p:cNvSpPr>
            <a:spLocks xmlns:a="http://schemas.openxmlformats.org/drawingml/2006/main" noGrp="1"/>
          </p:cNvSpPr>
          <p:nvPr/>
        </p:nvSpPr>
        <p:spPr>
          <a:xfrm xmlns:a="http://schemas.openxmlformats.org/drawingml/2006/main">
            <a:off x="10810875" y="2867025"/>
            <a:ext cx="304800" cy="38100"/>
          </a:xfrm>
          <a:custGeom xmlns:a="http://schemas.openxmlformats.org/drawingml/2006/main">
            <a:pathLst>
              <a:path w="304800" h="38100">
                <a:moveTo>
                  <a:pt x="0" y="38100"/>
                </a:moveTo>
                <a:lnTo>
                  <a:pt x="304800" y="0"/>
                </a:lnTo>
              </a:path>
            </a:pathLst>
          </a:custGeom>
          <a:noFill xmlns:a="http://schemas.openxmlformats.org/drawingml/2006/main"/>
          <a:ln xmlns:a="http://schemas.openxmlformats.org/drawingml/2006/main" w="19050">
            <a:solidFill>
              <a:srgbClr val="AD8760"/>
            </a:solidFill>
          </a:ln>
        </p:spPr>
      </p:sp>
      <p:sp>
        <p:nvSpPr>
          <p:cNvPr id="16" name="">
            <a:extLst xmlns:a="http://schemas.openxmlformats.org/drawingml/2006/main">
              <a:ext uri="{FF2B5EF4-FFF2-40B4-BE49-F238E27FC236}">
                <a16:creationId xmlns:a16="http://schemas.microsoft.com/office/drawing/2014/main" id="{8F036984-F442-4F83-A4C6-48ABFCE9D484}"/>
              </a:ext>
            </a:extLst>
          </p:cNvPr>
          <p:cNvSpPr>
            <a:spLocks xmlns:a="http://schemas.openxmlformats.org/drawingml/2006/main" noGrp="1"/>
          </p:cNvSpPr>
          <p:nvPr/>
        </p:nvSpPr>
        <p:spPr>
          <a:xfrm xmlns:a="http://schemas.openxmlformats.org/drawingml/2006/main">
            <a:off x="10810875" y="2914650"/>
            <a:ext cx="304800" cy="9525"/>
          </a:xfrm>
          <a:custGeom xmlns:a="http://schemas.openxmlformats.org/drawingml/2006/main">
            <a:pathLst>
              <a:path w="304800" h="9525">
                <a:moveTo>
                  <a:pt x="0" y="9525"/>
                </a:moveTo>
                <a:lnTo>
                  <a:pt x="304800" y="0"/>
                </a:lnTo>
              </a:path>
            </a:pathLst>
          </a:custGeom>
          <a:noFill xmlns:a="http://schemas.openxmlformats.org/drawingml/2006/main"/>
          <a:ln xmlns:a="http://schemas.openxmlformats.org/drawingml/2006/main" w="19050">
            <a:solidFill>
              <a:srgbClr val="AD8760"/>
            </a:solidFill>
          </a:ln>
        </p:spPr>
      </p:sp>
      <p:sp>
        <p:nvSpPr>
          <p:cNvPr id="17" name="">
            <a:extLst xmlns:a="http://schemas.openxmlformats.org/drawingml/2006/main">
              <a:ext uri="{FF2B5EF4-FFF2-40B4-BE49-F238E27FC236}">
                <a16:creationId xmlns:a16="http://schemas.microsoft.com/office/drawing/2014/main" id="{F8304C84-0DFC-470C-9535-31C2A82A4C39}"/>
              </a:ext>
            </a:extLst>
          </p:cNvPr>
          <p:cNvSpPr>
            <a:spLocks xmlns:a="http://schemas.openxmlformats.org/drawingml/2006/main" noGrp="1"/>
          </p:cNvSpPr>
          <p:nvPr/>
        </p:nvSpPr>
        <p:spPr>
          <a:xfrm xmlns:a="http://schemas.openxmlformats.org/drawingml/2006/main">
            <a:off x="10810875" y="2943225"/>
            <a:ext cx="304800" cy="19050"/>
          </a:xfrm>
          <a:custGeom xmlns:a="http://schemas.openxmlformats.org/drawingml/2006/main">
            <a:pathLst>
              <a:path w="304800" h="19050">
                <a:moveTo>
                  <a:pt x="0" y="0"/>
                </a:moveTo>
                <a:lnTo>
                  <a:pt x="304800" y="19050"/>
                </a:lnTo>
              </a:path>
            </a:pathLst>
          </a:custGeom>
          <a:noFill xmlns:a="http://schemas.openxmlformats.org/drawingml/2006/main"/>
          <a:ln xmlns:a="http://schemas.openxmlformats.org/drawingml/2006/main" w="19050">
            <a:solidFill>
              <a:srgbClr val="AD8760"/>
            </a:solidFill>
          </a:ln>
        </p:spPr>
      </p:sp>
      <p:sp>
        <p:nvSpPr>
          <p:cNvPr id="18" name="">
            <a:extLst xmlns:a="http://schemas.openxmlformats.org/drawingml/2006/main">
              <a:ext uri="{FF2B5EF4-FFF2-40B4-BE49-F238E27FC236}">
                <a16:creationId xmlns:a16="http://schemas.microsoft.com/office/drawing/2014/main" id="{E7B7A085-7F07-4CF2-8990-66C5344E8CC5}"/>
              </a:ext>
            </a:extLst>
          </p:cNvPr>
          <p:cNvSpPr>
            <a:spLocks xmlns:a="http://schemas.openxmlformats.org/drawingml/2006/main" noGrp="1"/>
          </p:cNvSpPr>
          <p:nvPr/>
        </p:nvSpPr>
        <p:spPr>
          <a:xfrm xmlns:a="http://schemas.openxmlformats.org/drawingml/2006/main">
            <a:off x="10810875" y="2962275"/>
            <a:ext cx="304800" cy="47625"/>
          </a:xfrm>
          <a:custGeom xmlns:a="http://schemas.openxmlformats.org/drawingml/2006/main">
            <a:pathLst>
              <a:path w="304800" h="47625">
                <a:moveTo>
                  <a:pt x="0" y="0"/>
                </a:moveTo>
                <a:lnTo>
                  <a:pt x="304800" y="47625"/>
                </a:lnTo>
              </a:path>
            </a:pathLst>
          </a:custGeom>
          <a:noFill xmlns:a="http://schemas.openxmlformats.org/drawingml/2006/main"/>
          <a:ln xmlns:a="http://schemas.openxmlformats.org/drawingml/2006/main" w="19050">
            <a:solidFill>
              <a:srgbClr val="AD8760"/>
            </a:solidFill>
          </a:ln>
        </p:spPr>
      </p:sp>
      <p:sp>
        <p:nvSpPr>
          <p:cNvPr id="19" name="">
            <a:extLst xmlns:a="http://schemas.openxmlformats.org/drawingml/2006/main">
              <a:ext uri="{FF2B5EF4-FFF2-40B4-BE49-F238E27FC236}">
                <a16:creationId xmlns:a16="http://schemas.microsoft.com/office/drawing/2014/main" id="{DFE0AC3E-73AD-406A-8ECD-A60B5587B1D2}"/>
              </a:ext>
            </a:extLst>
          </p:cNvPr>
          <p:cNvSpPr>
            <a:spLocks xmlns:a="http://schemas.openxmlformats.org/drawingml/2006/main" noGrp="1"/>
          </p:cNvSpPr>
          <p:nvPr/>
        </p:nvSpPr>
        <p:spPr>
          <a:xfrm xmlns:a="http://schemas.openxmlformats.org/drawingml/2006/main">
            <a:off x="10810875" y="2981325"/>
            <a:ext cx="304800" cy="76200"/>
          </a:xfrm>
          <a:custGeom xmlns:a="http://schemas.openxmlformats.org/drawingml/2006/main">
            <a:pathLst>
              <a:path w="304800" h="76200">
                <a:moveTo>
                  <a:pt x="0" y="0"/>
                </a:moveTo>
                <a:lnTo>
                  <a:pt x="304800" y="76200"/>
                </a:lnTo>
              </a:path>
            </a:pathLst>
          </a:custGeom>
          <a:noFill xmlns:a="http://schemas.openxmlformats.org/drawingml/2006/main"/>
          <a:ln xmlns:a="http://schemas.openxmlformats.org/drawingml/2006/main" w="19050">
            <a:solidFill>
              <a:srgbClr val="AD8760"/>
            </a:solidFill>
          </a:ln>
        </p:spPr>
      </p:sp>
      <p:sp>
        <p:nvSpPr>
          <p:cNvPr id="20" name="">
            <a:extLst xmlns:a="http://schemas.openxmlformats.org/drawingml/2006/main">
              <a:ext uri="{FF2B5EF4-FFF2-40B4-BE49-F238E27FC236}">
                <a16:creationId xmlns:a16="http://schemas.microsoft.com/office/drawing/2014/main" id="{608B3922-2B18-4E1E-BC02-3B278677AD68}"/>
              </a:ext>
            </a:extLst>
          </p:cNvPr>
          <p:cNvSpPr>
            <a:spLocks xmlns:a="http://schemas.openxmlformats.org/drawingml/2006/main" noGrp="1"/>
          </p:cNvSpPr>
          <p:nvPr/>
        </p:nvSpPr>
        <p:spPr>
          <a:xfrm xmlns:a="http://schemas.openxmlformats.org/drawingml/2006/main">
            <a:off x="10810875" y="3000375"/>
            <a:ext cx="304800" cy="104775"/>
          </a:xfrm>
          <a:custGeom xmlns:a="http://schemas.openxmlformats.org/drawingml/2006/main">
            <a:pathLst>
              <a:path w="304800" h="104775">
                <a:moveTo>
                  <a:pt x="0" y="0"/>
                </a:moveTo>
                <a:lnTo>
                  <a:pt x="304800" y="104775"/>
                </a:lnTo>
              </a:path>
            </a:pathLst>
          </a:custGeom>
          <a:noFill xmlns:a="http://schemas.openxmlformats.org/drawingml/2006/main"/>
          <a:ln xmlns:a="http://schemas.openxmlformats.org/drawingml/2006/main" w="19050">
            <a:solidFill>
              <a:srgbClr val="AD8760"/>
            </a:solidFill>
          </a:ln>
        </p:spPr>
      </p:sp>
      <p:sp>
        <p:nvSpPr>
          <p:cNvPr id="21" name="">
            <a:extLst xmlns:a="http://schemas.openxmlformats.org/drawingml/2006/main">
              <a:ext uri="{FF2B5EF4-FFF2-40B4-BE49-F238E27FC236}">
                <a16:creationId xmlns:a16="http://schemas.microsoft.com/office/drawing/2014/main" id="{9714E120-C3E1-441A-A229-5E1E6B74A215}"/>
              </a:ext>
            </a:extLst>
          </p:cNvPr>
          <p:cNvSpPr>
            <a:spLocks xmlns:a="http://schemas.openxmlformats.org/drawingml/2006/main" noGrp="1"/>
          </p:cNvSpPr>
          <p:nvPr/>
        </p:nvSpPr>
        <p:spPr>
          <a:xfrm xmlns:a="http://schemas.openxmlformats.org/drawingml/2006/main">
            <a:off x="809625" y="1619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ばね</a:t>
            </a:r>
          </a:p>
        </p:txBody>
      </p:sp>
      <p:sp>
        <p:nvSpPr>
          <p:cNvPr id="22" name="">
            <a:extLst xmlns:a="http://schemas.openxmlformats.org/drawingml/2006/main">
              <a:ext uri="{FF2B5EF4-FFF2-40B4-BE49-F238E27FC236}">
                <a16:creationId xmlns:a16="http://schemas.microsoft.com/office/drawing/2014/main" id="{A6885E17-7F4F-4F64-AD8F-5C192221948B}"/>
              </a:ext>
            </a:extLst>
          </p:cNvPr>
          <p:cNvSpPr>
            <a:spLocks xmlns:a="http://schemas.openxmlformats.org/drawingml/2006/main" noGrp="1"/>
          </p:cNvSpPr>
          <p:nvPr/>
        </p:nvSpPr>
        <p:spPr>
          <a:xfrm xmlns:a="http://schemas.openxmlformats.org/drawingml/2006/main">
            <a:off x="809625" y="4095750"/>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弾性域・疲労・形状</a:t>
            </a:r>
          </a:p>
        </p:txBody>
      </p:sp>
      <p:sp>
        <p:nvSpPr>
          <p:cNvPr id="23" name="">
            <a:extLst xmlns:a="http://schemas.openxmlformats.org/drawingml/2006/main">
              <a:ext uri="{FF2B5EF4-FFF2-40B4-BE49-F238E27FC236}">
                <a16:creationId xmlns:a16="http://schemas.microsoft.com/office/drawing/2014/main" id="{D3FA5B77-1D28-44D4-B9C6-4639F75BE04A}"/>
              </a:ext>
            </a:extLst>
          </p:cNvPr>
          <p:cNvSpPr>
            <a:spLocks xmlns:a="http://schemas.openxmlformats.org/drawingml/2006/main" noGrp="1"/>
          </p:cNvSpPr>
          <p:nvPr/>
        </p:nvSpPr>
        <p:spPr>
          <a:xfrm xmlns:a="http://schemas.openxmlformats.org/drawingml/2006/main">
            <a:off x="4667250" y="1619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刃物</a:t>
            </a:r>
          </a:p>
        </p:txBody>
      </p:sp>
      <p:sp>
        <p:nvSpPr>
          <p:cNvPr id="24" name="">
            <a:extLst xmlns:a="http://schemas.openxmlformats.org/drawingml/2006/main">
              <a:ext uri="{FF2B5EF4-FFF2-40B4-BE49-F238E27FC236}">
                <a16:creationId xmlns:a16="http://schemas.microsoft.com/office/drawing/2014/main" id="{D8B184B1-CAAE-4CDE-AD34-1AFAE4C42B54}"/>
              </a:ext>
            </a:extLst>
          </p:cNvPr>
          <p:cNvSpPr>
            <a:spLocks xmlns:a="http://schemas.openxmlformats.org/drawingml/2006/main" noGrp="1"/>
          </p:cNvSpPr>
          <p:nvPr/>
        </p:nvSpPr>
        <p:spPr>
          <a:xfrm xmlns:a="http://schemas.openxmlformats.org/drawingml/2006/main">
            <a:off x="4667250" y="4095750"/>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硬さ・摩耗・靭性</a:t>
            </a:r>
          </a:p>
        </p:txBody>
      </p:sp>
      <p:sp>
        <p:nvSpPr>
          <p:cNvPr id="25" name="">
            <a:extLst xmlns:a="http://schemas.openxmlformats.org/drawingml/2006/main">
              <a:ext uri="{FF2B5EF4-FFF2-40B4-BE49-F238E27FC236}">
                <a16:creationId xmlns:a16="http://schemas.microsoft.com/office/drawing/2014/main" id="{542DA637-979E-4366-BDFA-65863D89AE73}"/>
              </a:ext>
            </a:extLst>
          </p:cNvPr>
          <p:cNvSpPr>
            <a:spLocks xmlns:a="http://schemas.openxmlformats.org/drawingml/2006/main" noGrp="1"/>
          </p:cNvSpPr>
          <p:nvPr/>
        </p:nvSpPr>
        <p:spPr>
          <a:xfrm xmlns:a="http://schemas.openxmlformats.org/drawingml/2006/main">
            <a:off x="8524875" y="1619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導線</a:t>
            </a:r>
          </a:p>
        </p:txBody>
      </p:sp>
      <p:sp>
        <p:nvSpPr>
          <p:cNvPr id="26" name="">
            <a:extLst xmlns:a="http://schemas.openxmlformats.org/drawingml/2006/main">
              <a:ext uri="{FF2B5EF4-FFF2-40B4-BE49-F238E27FC236}">
                <a16:creationId xmlns:a16="http://schemas.microsoft.com/office/drawing/2014/main" id="{4FCDAFF7-30B0-46B3-A8E6-96C34E06C96B}"/>
              </a:ext>
            </a:extLst>
          </p:cNvPr>
          <p:cNvSpPr>
            <a:spLocks xmlns:a="http://schemas.openxmlformats.org/drawingml/2006/main" noGrp="1"/>
          </p:cNvSpPr>
          <p:nvPr/>
        </p:nvSpPr>
        <p:spPr>
          <a:xfrm xmlns:a="http://schemas.openxmlformats.org/drawingml/2006/main">
            <a:off x="8524875" y="4095750"/>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導電・接合・環境</a:t>
            </a:r>
          </a:p>
        </p:txBody>
      </p:sp>
      <p:sp>
        <p:nvSpPr>
          <p:cNvPr id="27" name="">
            <a:extLst xmlns:a="http://schemas.openxmlformats.org/drawingml/2006/main">
              <a:ext uri="{FF2B5EF4-FFF2-40B4-BE49-F238E27FC236}">
                <a16:creationId xmlns:a16="http://schemas.microsoft.com/office/drawing/2014/main" id="{D8F537FD-25DE-43A9-9325-B5D3625948A2}"/>
              </a:ext>
            </a:extLst>
          </p:cNvPr>
          <p:cNvSpPr>
            <a:spLocks xmlns:a="http://schemas.openxmlformats.org/drawingml/2006/main" noGrp="1"/>
          </p:cNvSpPr>
          <p:nvPr/>
        </p:nvSpPr>
        <p:spPr>
          <a:xfrm xmlns:a="http://schemas.openxmlformats.org/drawingml/2006/main">
            <a:off x="809625" y="51435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876A8"/>
                </a:solidFill>
                <a:latin typeface="Yu Gothic"/>
                <a:ea typeface="Yu Gothic"/>
                <a:cs typeface="Yu Gothic"/>
              </a:defRPr>
            </a:defPPr>
            <a:lvl1pPr>
              <a:buNone/>
              <a:defRPr sz="2325" b="1">
                <a:solidFill>
                  <a:srgbClr val="2876A8"/>
                </a:solidFill>
                <a:latin typeface="Yu Gothic"/>
                <a:ea typeface="Yu Gothic"/>
                <a:cs typeface="Yu Gothic"/>
              </a:defRPr>
            </a:lvl1pPr>
            <a:lvl2pPr>
              <a:buNone/>
              <a:defRPr sz="2325" b="1">
                <a:solidFill>
                  <a:srgbClr val="2876A8"/>
                </a:solidFill>
                <a:latin typeface="Yu Gothic"/>
                <a:ea typeface="Yu Gothic"/>
                <a:cs typeface="Yu Gothic"/>
              </a:defRPr>
            </a:lvl2pPr>
            <a:lvl3pPr>
              <a:buNone/>
              <a:defRPr sz="2325" b="1">
                <a:solidFill>
                  <a:srgbClr val="2876A8"/>
                </a:solidFill>
                <a:latin typeface="Yu Gothic"/>
                <a:ea typeface="Yu Gothic"/>
                <a:cs typeface="Yu Gothic"/>
              </a:defRPr>
            </a:lvl3pPr>
            <a:lvl4pPr>
              <a:buNone/>
              <a:defRPr sz="2325" b="1">
                <a:solidFill>
                  <a:srgbClr val="2876A8"/>
                </a:solidFill>
                <a:latin typeface="Yu Gothic"/>
                <a:ea typeface="Yu Gothic"/>
                <a:cs typeface="Yu Gothic"/>
              </a:defRPr>
            </a:lvl4pPr>
            <a:lvl5pPr>
              <a:buNone/>
              <a:defRPr sz="2325" b="1">
                <a:solidFill>
                  <a:srgbClr val="2876A8"/>
                </a:solidFill>
                <a:latin typeface="Yu Gothic"/>
                <a:ea typeface="Yu Gothic"/>
                <a:cs typeface="Yu Gothic"/>
              </a:defRPr>
            </a:lvl5pPr>
            <a:lvl6pPr>
              <a:buNone/>
              <a:defRPr sz="2325" b="1">
                <a:solidFill>
                  <a:srgbClr val="2876A8"/>
                </a:solidFill>
                <a:latin typeface="Yu Gothic"/>
                <a:ea typeface="Yu Gothic"/>
                <a:cs typeface="Yu Gothic"/>
              </a:defRPr>
            </a:lvl6pPr>
            <a:lvl7pPr>
              <a:buNone/>
              <a:defRPr sz="2325" b="1">
                <a:solidFill>
                  <a:srgbClr val="2876A8"/>
                </a:solidFill>
                <a:latin typeface="Yu Gothic"/>
                <a:ea typeface="Yu Gothic"/>
                <a:cs typeface="Yu Gothic"/>
              </a:defRPr>
            </a:lvl7pPr>
            <a:lvl8pPr>
              <a:buNone/>
              <a:defRPr sz="2325" b="1">
                <a:solidFill>
                  <a:srgbClr val="2876A8"/>
                </a:solidFill>
                <a:latin typeface="Yu Gothic"/>
                <a:ea typeface="Yu Gothic"/>
                <a:cs typeface="Yu Gothic"/>
              </a:defRPr>
            </a:lvl8pPr>
            <a:lvl9pPr>
              <a:buNone/>
              <a:defRPr sz="2325" b="1">
                <a:solidFill>
                  <a:srgbClr val="2876A8"/>
                </a:solidFill>
                <a:latin typeface="Yu Gothic"/>
                <a:ea typeface="Yu Gothic"/>
                <a:cs typeface="Yu Gothic"/>
              </a:defRPr>
            </a:lvl9pPr>
          </a:lstStyle>
          <a:p xmlns:a="http://schemas.openxmlformats.org/drawingml/2006/main">
            <a:pPr>
              <a:buNone/>
              <a:defRPr sz="2325" b="1">
                <a:solidFill>
                  <a:srgbClr val="2876A8"/>
                </a:solidFill>
                <a:latin typeface="Yu Gothic"/>
                <a:ea typeface="Yu Gothic"/>
                <a:cs typeface="Yu Gothic"/>
              </a:defRPr>
            </a:pPr>
            <a:r>
              <a:rPr sz="2325" b="1">
                <a:solidFill>
                  <a:srgbClr val="2876A8"/>
                </a:solidFill>
                <a:latin typeface="Yu Gothic"/>
                <a:ea typeface="Yu Gothic"/>
                <a:cs typeface="Yu Gothic"/>
              </a:rPr>
              <a:t>一つの「強さ」の順位にまとめず、使う条件に対応させる</a:t>
            </a:r>
          </a:p>
        </p:txBody>
      </p:sp>
      <p:sp>
        <p:nvSpPr>
          <p:cNvPr id="28" name="">
            <a:extLst xmlns:a="http://schemas.openxmlformats.org/drawingml/2006/main">
              <a:ext uri="{FF2B5EF4-FFF2-40B4-BE49-F238E27FC236}">
                <a16:creationId xmlns:a16="http://schemas.microsoft.com/office/drawing/2014/main" id="{CC43B51D-1EDA-49B7-8C79-C3F8E0E8384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授業用の用途例。製品を選ぶ際は、形・接合・繰り返し荷重・環境も確認する。</a:t>
            </a:r>
          </a:p>
        </p:txBody>
      </p:sp>
    </p:spTree>
    <p:extLst>
      <p:ext uri="{BB962C8B-B14F-4D97-AF65-F5344CB8AC3E}">
        <p14:creationId xmlns:p14="http://schemas.microsoft.com/office/powerpoint/2010/main" val="186859871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475F6C-1E7C-40EB-B876-F946B9244309}"/>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物性表を読む条件</a:t>
            </a:r>
          </a:p>
        </p:txBody>
      </p:sp>
      <p:sp>
        <p:nvSpPr>
          <p:cNvPr id="2" name="">
            <a:extLst xmlns:a="http://schemas.openxmlformats.org/drawingml/2006/main">
              <a:ext uri="{FF2B5EF4-FFF2-40B4-BE49-F238E27FC236}">
                <a16:creationId xmlns:a16="http://schemas.microsoft.com/office/drawing/2014/main" id="{0568D94E-0F14-4159-B8B1-52BEA10B196A}"/>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A2DC36CB-F02F-4547-ADC8-5FECBB4404D0}"/>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8" name="">
            <a:extLst xmlns:a="http://schemas.openxmlformats.org/drawingml/2006/main">
              <a:ext uri="{FF2B5EF4-FFF2-40B4-BE49-F238E27FC236}">
                <a16:creationId xmlns:a16="http://schemas.microsoft.com/office/drawing/2014/main" id="{D0FAC038-7D49-4448-B5D6-B89FDF33AE36}"/>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33 / 56</a:t>
            </a:r>
          </a:p>
        </p:txBody>
      </p:sp>
      <p:graphicFrame>
        <p:nvGraphicFramePr>
          <p:cNvPr id="10" name="">
            <a:extLst xmlns:a="http://schemas.openxmlformats.org/drawingml/2006/main">
              <a:ext uri="{FF2B5EF4-FFF2-40B4-BE49-F238E27FC236}">
                <a16:creationId xmlns:a16="http://schemas.microsoft.com/office/drawing/2014/main" id="{A2A17129-2639-499C-BCCA-EC89F8B3B54F}"/>
              </a:ext>
            </a:extLst>
          </p:cNvPr>
          <p:cNvGraphicFramePr/>
          <p:nvPr/>
        </p:nvGraphicFramePr>
        <p:xfrm>
          <a:off xmlns:a="http://schemas.openxmlformats.org/drawingml/2006/main" x="714375" y="1857375"/>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00" b="1">
                          <a:solidFill>
                            <a:srgbClr val="FFFFFF"/>
                          </a:solidFill>
                          <a:latin typeface="Yu Gothic"/>
                          <a:ea typeface="Yu Gothic"/>
                          <a:cs typeface="Yu Gothic"/>
                        </a:rPr>
                        <a:t>確認する欄</a:t>
                      </a:r>
                    </a:p>
                  </a:txBody>
                  <a:tcPr marL="91440" marR="91440" marT="45720" marB="45720">
                    <a:solidFill>
                      <a:srgbClr val="193B59"/>
                    </a:solidFill>
                  </a:tcPr>
                </a:tc>
                <a:tc>
                  <a:txBody>
                    <a:bodyPr lIns="85725" tIns="85725" rIns="85725" bIns="85725"/>
                    <a:lstStyle/>
                    <a:p>
                      <a:r>
                        <a:rPr sz="2100" b="1">
                          <a:solidFill>
                            <a:srgbClr val="FFFFFF"/>
                          </a:solidFill>
                          <a:latin typeface="Yu Gothic"/>
                          <a:ea typeface="Yu Gothic"/>
                          <a:cs typeface="Yu Gothic"/>
                        </a:rPr>
                        <a:t>数値と一緒に読む情報</a:t>
                      </a:r>
                    </a:p>
                  </a:txBody>
                  <a:tcPr marL="91440" marR="91440" marT="45720" marB="45720">
                    <a:solidFill>
                      <a:srgbClr val="193B59"/>
                    </a:solidFill>
                  </a:tcPr>
                </a:tc>
              </a:tr>
              <a:tr h="695325">
                <a:tc>
                  <a:txBody>
                    <a:bodyPr lIns="85725" tIns="85725" rIns="85725" bIns="85725"/>
                    <a:lstStyle/>
                    <a:p>
                      <a:r>
                        <a:rPr sz="2100" b="0">
                          <a:solidFill>
                            <a:srgbClr val="263D4D"/>
                          </a:solidFill>
                          <a:latin typeface="Yu Gothic"/>
                          <a:ea typeface="Yu Gothic"/>
                          <a:cs typeface="Yu Gothic"/>
                        </a:rPr>
                        <a:t>材種・組成</a:t>
                      </a:r>
                    </a:p>
                  </a:txBody>
                  <a:tcPr marL="91440" marR="91440" marT="45720" marB="45720">
                    <a:solidFill>
                      <a:srgbClr val="E8F0F4"/>
                    </a:solidFill>
                  </a:tcPr>
                </a:tc>
                <a:tc>
                  <a:txBody>
                    <a:bodyPr lIns="85725" tIns="85725" rIns="85725" bIns="85725"/>
                    <a:lstStyle/>
                    <a:p>
                      <a:r>
                        <a:rPr sz="2100" b="0">
                          <a:solidFill>
                            <a:srgbClr val="263D4D"/>
                          </a:solidFill>
                          <a:latin typeface="Yu Gothic"/>
                          <a:ea typeface="Yu Gothic"/>
                          <a:cs typeface="Yu Gothic"/>
                        </a:rPr>
                        <a:t>規格名、含まれる元素</a:t>
                      </a:r>
                    </a:p>
                  </a:txBody>
                  <a:tcPr marL="91440" marR="91440" marT="45720" marB="45720">
                    <a:solidFill>
                      <a:srgbClr val="E8F0F4"/>
                    </a:solidFill>
                  </a:tcPr>
                </a:tc>
              </a:tr>
              <a:tr h="695325">
                <a:tc>
                  <a:txBody>
                    <a:bodyPr lIns="85725" tIns="85725" rIns="85725" bIns="85725"/>
                    <a:lstStyle/>
                    <a:p>
                      <a:r>
                        <a:rPr sz="2100" b="0">
                          <a:solidFill>
                            <a:srgbClr val="263D4D"/>
                          </a:solidFill>
                          <a:latin typeface="Yu Gothic"/>
                          <a:ea typeface="Yu Gothic"/>
                          <a:cs typeface="Yu Gothic"/>
                        </a:rPr>
                        <a:t>材料の状態</a:t>
                      </a:r>
                    </a:p>
                  </a:txBody>
                  <a:tcPr marL="91440" marR="91440" marT="45720" marB="45720">
                    <a:solidFill>
                      <a:srgbClr val="FFFFFF"/>
                    </a:solidFill>
                  </a:tcPr>
                </a:tc>
                <a:tc>
                  <a:txBody>
                    <a:bodyPr lIns="85725" tIns="85725" rIns="85725" bIns="85725"/>
                    <a:lstStyle/>
                    <a:p>
                      <a:r>
                        <a:rPr sz="2100" b="0">
                          <a:solidFill>
                            <a:srgbClr val="263D4D"/>
                          </a:solidFill>
                          <a:latin typeface="Yu Gothic"/>
                          <a:ea typeface="Yu Gothic"/>
                          <a:cs typeface="Yu Gothic"/>
                        </a:rPr>
                        <a:t>熱処理、調質、加工の履歴</a:t>
                      </a:r>
                    </a:p>
                  </a:txBody>
                  <a:tcPr marL="91440" marR="91440" marT="45720" marB="45720">
                    <a:solidFill>
                      <a:srgbClr val="FFFFFF"/>
                    </a:solidFill>
                  </a:tcPr>
                </a:tc>
              </a:tr>
              <a:tr h="695325">
                <a:tc>
                  <a:txBody>
                    <a:bodyPr lIns="85725" tIns="85725" rIns="85725" bIns="85725"/>
                    <a:lstStyle/>
                    <a:p>
                      <a:r>
                        <a:rPr sz="2100" b="0">
                          <a:solidFill>
                            <a:srgbClr val="263D4D"/>
                          </a:solidFill>
                          <a:latin typeface="Yu Gothic"/>
                          <a:ea typeface="Yu Gothic"/>
                          <a:cs typeface="Yu Gothic"/>
                        </a:rPr>
                        <a:t>試験条件</a:t>
                      </a:r>
                    </a:p>
                  </a:txBody>
                  <a:tcPr marL="91440" marR="91440" marT="45720" marB="45720">
                    <a:solidFill>
                      <a:srgbClr val="E8F0F4"/>
                    </a:solidFill>
                  </a:tcPr>
                </a:tc>
                <a:tc>
                  <a:txBody>
                    <a:bodyPr lIns="85725" tIns="85725" rIns="85725" bIns="85725"/>
                    <a:lstStyle/>
                    <a:p>
                      <a:r>
                        <a:rPr sz="2100" b="0">
                          <a:solidFill>
                            <a:srgbClr val="263D4D"/>
                          </a:solidFill>
                          <a:latin typeface="Yu Gothic"/>
                          <a:ea typeface="Yu Gothic"/>
                          <a:cs typeface="Yu Gothic"/>
                        </a:rPr>
                        <a:t>引張・硬さ等の方法、方向、温度</a:t>
                      </a:r>
                    </a:p>
                  </a:txBody>
                  <a:tcPr marL="91440" marR="91440" marT="45720" marB="45720">
                    <a:solidFill>
                      <a:srgbClr val="E8F0F4"/>
                    </a:solidFill>
                  </a:tcPr>
                </a:tc>
              </a:tr>
              <a:tr h="695325">
                <a:tc>
                  <a:txBody>
                    <a:bodyPr lIns="85725" tIns="85725" rIns="85725" bIns="85725"/>
                    <a:lstStyle/>
                    <a:p>
                      <a:r>
                        <a:rPr sz="2100" b="0">
                          <a:solidFill>
                            <a:srgbClr val="263D4D"/>
                          </a:solidFill>
                          <a:latin typeface="Yu Gothic"/>
                          <a:ea typeface="Yu Gothic"/>
                          <a:cs typeface="Yu Gothic"/>
                        </a:rPr>
                        <a:t>値の意味</a:t>
                      </a:r>
                    </a:p>
                  </a:txBody>
                  <a:tcPr marL="91440" marR="91440" marT="45720" marB="45720">
                    <a:solidFill>
                      <a:srgbClr val="FFFFFF"/>
                    </a:solidFill>
                  </a:tcPr>
                </a:tc>
                <a:tc>
                  <a:txBody>
                    <a:bodyPr lIns="85725" tIns="85725" rIns="85725" bIns="85725"/>
                    <a:lstStyle/>
                    <a:p>
                      <a:r>
                        <a:rPr sz="2100" b="0">
                          <a:solidFill>
                            <a:srgbClr val="263D4D"/>
                          </a:solidFill>
                          <a:latin typeface="Yu Gothic"/>
                          <a:ea typeface="Yu Gothic"/>
                          <a:cs typeface="Yu Gothic"/>
                        </a:rPr>
                        <a:t>代表値、ばらつき、設計に用いる許容値</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892F256A-D876-4751-A2F6-6D85DC303BD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値だけを抜き出さず、条件と対にして記録する。許容値は代表値と区別する。</a:t>
            </a:r>
          </a:p>
        </p:txBody>
      </p:sp>
    </p:spTree>
    <p:extLst>
      <p:ext uri="{BB962C8B-B14F-4D97-AF65-F5344CB8AC3E}">
        <p14:creationId xmlns:p14="http://schemas.microsoft.com/office/powerpoint/2010/main" val="238578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A1440D-F7D5-47EE-AE12-10AE06B00E15}"/>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物性データ：状態と、評価する量を残す</a:t>
            </a:r>
          </a:p>
        </p:txBody>
      </p:sp>
      <p:sp>
        <p:nvSpPr>
          <p:cNvPr id="2" name="">
            <a:extLst xmlns:a="http://schemas.openxmlformats.org/drawingml/2006/main">
              <a:ext uri="{FF2B5EF4-FFF2-40B4-BE49-F238E27FC236}">
                <a16:creationId xmlns:a16="http://schemas.microsoft.com/office/drawing/2014/main" id="{D5972153-AB39-4512-9368-B40E872B246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graphicFrame>
        <p:nvGraphicFramePr>
          <p:cNvPr id="4" name="">
            <a:extLst xmlns:a="http://schemas.openxmlformats.org/drawingml/2006/main">
              <a:ext uri="{FF2B5EF4-FFF2-40B4-BE49-F238E27FC236}">
                <a16:creationId xmlns:a16="http://schemas.microsoft.com/office/drawing/2014/main" id="{0C4FC8FF-C127-4496-BED9-3087ABF320DA}"/>
              </a:ext>
            </a:extLst>
          </p:cNvPr>
          <p:cNvGraphicFramePr/>
          <p:nvPr/>
        </p:nvGraphicFramePr>
        <p:xfrm>
          <a:off xmlns:a="http://schemas.openxmlformats.org/drawingml/2006/main" x="714375" y="1809750"/>
          <a:ext xmlns:a="http://schemas.openxmlformats.org/drawingml/2006/main" cx="10763250" cy="2971800"/>
        </p:xfrm>
        <a:graphic xmlns:a="http://schemas.openxmlformats.org/drawingml/2006/main">
          <a:graphicData uri="http://schemas.openxmlformats.org/drawingml/2006/table">
            <a:tbl>
              <a:tblPr/>
              <a:tblGrid>
                <a:gridCol w="3143250"/>
                <a:gridCol w="3810000"/>
                <a:gridCol w="3810000"/>
              </a:tblGrid>
              <a:tr h="742950">
                <a:tc>
                  <a:txBody>
                    <a:bodyPr lIns="85725" tIns="85725" rIns="85725" bIns="85725"/>
                    <a:lstStyle/>
                    <a:p>
                      <a:r>
                        <a:rPr sz="2175" b="1">
                          <a:solidFill>
                            <a:srgbClr val="FFFFFF"/>
                          </a:solidFill>
                          <a:latin typeface="Yu Gothic"/>
                          <a:ea typeface="Yu Gothic"/>
                          <a:cs typeface="Yu Gothic"/>
                        </a:rPr>
                        <a:t>仮想データの状態</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E / GPa</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降伏強さ / MPa</a:t>
                      </a:r>
                    </a:p>
                  </a:txBody>
                  <a:tcPr marL="91440" marR="91440" marT="45720" marB="45720">
                    <a:solidFill>
                      <a:srgbClr val="193B59"/>
                    </a:solidFill>
                  </a:tcPr>
                </a:tc>
              </a:tr>
              <a:tr h="742950">
                <a:tc>
                  <a:txBody>
                    <a:bodyPr lIns="85725" tIns="85725" rIns="85725" bIns="85725"/>
                    <a:lstStyle/>
                    <a:p>
                      <a:r>
                        <a:rPr sz="2175" b="0">
                          <a:solidFill>
                            <a:srgbClr val="263D4D"/>
                          </a:solidFill>
                          <a:latin typeface="Yu Gothic"/>
                          <a:ea typeface="Yu Gothic"/>
                          <a:cs typeface="Yu Gothic"/>
                        </a:rPr>
                        <a:t>同じ材種・状態S</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200</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210</a:t>
                      </a:r>
                    </a:p>
                  </a:txBody>
                  <a:tcPr marL="91440" marR="91440" marT="45720" marB="45720">
                    <a:solidFill>
                      <a:srgbClr val="E8F0F4"/>
                    </a:solidFill>
                  </a:tcPr>
                </a:tc>
              </a:tr>
              <a:tr h="742950">
                <a:tc>
                  <a:txBody>
                    <a:bodyPr lIns="85725" tIns="85725" rIns="85725" bIns="85725"/>
                    <a:lstStyle/>
                    <a:p>
                      <a:r>
                        <a:rPr sz="2175" b="0">
                          <a:solidFill>
                            <a:srgbClr val="263D4D"/>
                          </a:solidFill>
                          <a:latin typeface="Yu Gothic"/>
                          <a:ea typeface="Yu Gothic"/>
                          <a:cs typeface="Yu Gothic"/>
                        </a:rPr>
                        <a:t>同じ材種・状態T</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200</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320</a:t>
                      </a:r>
                    </a:p>
                  </a:txBody>
                  <a:tcPr marL="91440" marR="91440" marT="45720" marB="45720">
                    <a:solidFill>
                      <a:srgbClr val="FFFFFF"/>
                    </a:solidFill>
                  </a:tcPr>
                </a:tc>
              </a:tr>
              <a:tr h="742950">
                <a:tc>
                  <a:txBody>
                    <a:bodyPr lIns="85725" tIns="85725" rIns="85725" bIns="85725"/>
                    <a:lstStyle/>
                    <a:p>
                      <a:r>
                        <a:rPr sz="2175" b="0">
                          <a:solidFill>
                            <a:srgbClr val="263D4D"/>
                          </a:solidFill>
                          <a:latin typeface="Yu Gothic"/>
                          <a:ea typeface="Yu Gothic"/>
                          <a:cs typeface="Yu Gothic"/>
                        </a:rPr>
                        <a:t>この表で分かること</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Eの大小と降伏強さの大小は別</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
                      </a:r>
                    </a:p>
                  </a:txBody>
                  <a:tcPr marL="91440" marR="91440" marT="45720" marB="45720">
                    <a:solidFill>
                      <a:srgbClr val="E8F0F4"/>
                    </a:solidFill>
                  </a:tcPr>
                </a:tc>
              </a:tr>
            </a:tbl>
          </a:graphicData>
        </a:graphic>
      </p:graphicFrame>
      <p:sp>
        <p:nvSpPr>
          <p:cNvPr id="5" name="">
            <a:extLst xmlns:a="http://schemas.openxmlformats.org/drawingml/2006/main">
              <a:ext uri="{FF2B5EF4-FFF2-40B4-BE49-F238E27FC236}">
                <a16:creationId xmlns:a16="http://schemas.microsoft.com/office/drawing/2014/main" id="{CE80F291-A3A3-4FA9-B3AA-33F68CD28FA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全て説明用の仮定値。実データでは材種・状態・試験条件・出典を対応させる。</a:t>
            </a:r>
          </a:p>
        </p:txBody>
      </p:sp>
      <p:sp>
        <p:nvSpPr>
          <p:cNvPr id="6" name="">
            <a:extLst xmlns:a="http://schemas.openxmlformats.org/drawingml/2006/main">
              <a:ext uri="{FF2B5EF4-FFF2-40B4-BE49-F238E27FC236}">
                <a16:creationId xmlns:a16="http://schemas.microsoft.com/office/drawing/2014/main" id="{9F2607A3-AD57-4D42-ABF3-4819AE92BA1A}"/>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34 / 56</a:t>
            </a:r>
          </a:p>
        </p:txBody>
      </p:sp>
      <p:sp>
        <p:nvSpPr>
          <p:cNvPr id="8" name="">
            <a:extLst xmlns:a="http://schemas.openxmlformats.org/drawingml/2006/main">
              <a:ext uri="{FF2B5EF4-FFF2-40B4-BE49-F238E27FC236}">
                <a16:creationId xmlns:a16="http://schemas.microsoft.com/office/drawing/2014/main" id="{DBC805F0-6465-4CFA-8F31-7B46F32CD8E3}"/>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a:t>
            </a:r>
          </a:p>
        </p:txBody>
      </p:sp>
    </p:spTree>
    <p:extLst>
      <p:ext uri="{BB962C8B-B14F-4D97-AF65-F5344CB8AC3E}">
        <p14:creationId xmlns:p14="http://schemas.microsoft.com/office/powerpoint/2010/main" val="85078081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DFD357-F2B5-49FD-89D4-42870F4D01B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AIの予測：未知の材料で確かめるには</a:t>
            </a:r>
          </a:p>
        </p:txBody>
      </p:sp>
      <p:sp>
        <p:nvSpPr>
          <p:cNvPr id="2" name="">
            <a:extLst xmlns:a="http://schemas.openxmlformats.org/drawingml/2006/main">
              <a:ext uri="{FF2B5EF4-FFF2-40B4-BE49-F238E27FC236}">
                <a16:creationId xmlns:a16="http://schemas.microsoft.com/office/drawing/2014/main" id="{CB632008-A342-4072-94F7-111EBB72263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4610FDF-E314-4523-8C0D-DF71034A1A96}"/>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6" name="">
            <a:extLst xmlns:a="http://schemas.openxmlformats.org/drawingml/2006/main">
              <a:ext uri="{FF2B5EF4-FFF2-40B4-BE49-F238E27FC236}">
                <a16:creationId xmlns:a16="http://schemas.microsoft.com/office/drawing/2014/main" id="{627E5084-2D5C-4C04-A8DF-443F8EDF314F}"/>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35 / 56</a:t>
            </a:r>
          </a:p>
        </p:txBody>
      </p:sp>
      <p:sp>
        <p:nvSpPr>
          <p:cNvPr id="8" name="">
            <a:extLst xmlns:a="http://schemas.openxmlformats.org/drawingml/2006/main">
              <a:ext uri="{FF2B5EF4-FFF2-40B4-BE49-F238E27FC236}">
                <a16:creationId xmlns:a16="http://schemas.microsoft.com/office/drawing/2014/main" id="{33E61395-C5A3-4CB9-AC1B-F32028E8D62A}"/>
              </a:ext>
            </a:extLst>
          </p:cNvPr>
          <p:cNvSpPr>
            <a:spLocks xmlns:a="http://schemas.openxmlformats.org/drawingml/2006/main" noGrp="1"/>
          </p:cNvSpPr>
          <p:nvPr/>
        </p:nvSpPr>
        <p:spPr>
          <a:xfrm xmlns:a="http://schemas.openxmlformats.org/drawingml/2006/main">
            <a:off x="762000" y="1571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defRPr sz="2325" b="1">
                <a:solidFill>
                  <a:srgbClr val="263D4D"/>
                </a:solidFill>
                <a:latin typeface="Yu Gothic"/>
                <a:ea typeface="Yu Gothic"/>
                <a:cs typeface="Yu Gothic"/>
              </a:defRPr>
            </a:lvl1pPr>
            <a:lvl2pPr>
              <a:defRPr sz="2325" b="1">
                <a:solidFill>
                  <a:srgbClr val="263D4D"/>
                </a:solidFill>
                <a:latin typeface="Yu Gothic"/>
                <a:ea typeface="Yu Gothic"/>
                <a:cs typeface="Yu Gothic"/>
              </a:defRPr>
            </a:lvl2pPr>
            <a:lvl3pPr>
              <a:defRPr sz="2325" b="1">
                <a:solidFill>
                  <a:srgbClr val="263D4D"/>
                </a:solidFill>
                <a:latin typeface="Yu Gothic"/>
                <a:ea typeface="Yu Gothic"/>
                <a:cs typeface="Yu Gothic"/>
              </a:defRPr>
            </a:lvl3pPr>
            <a:lvl4pPr>
              <a:defRPr sz="2325" b="1">
                <a:solidFill>
                  <a:srgbClr val="263D4D"/>
                </a:solidFill>
                <a:latin typeface="Yu Gothic"/>
                <a:ea typeface="Yu Gothic"/>
                <a:cs typeface="Yu Gothic"/>
              </a:defRPr>
            </a:lvl4pPr>
            <a:lvl5pPr>
              <a:defRPr sz="2325" b="1">
                <a:solidFill>
                  <a:srgbClr val="263D4D"/>
                </a:solidFill>
                <a:latin typeface="Yu Gothic"/>
                <a:ea typeface="Yu Gothic"/>
                <a:cs typeface="Yu Gothic"/>
              </a:defRPr>
            </a:lvl5pPr>
            <a:lvl6pPr>
              <a:defRPr sz="2325" b="1">
                <a:solidFill>
                  <a:srgbClr val="263D4D"/>
                </a:solidFill>
                <a:latin typeface="Yu Gothic"/>
                <a:ea typeface="Yu Gothic"/>
                <a:cs typeface="Yu Gothic"/>
              </a:defRPr>
            </a:lvl6pPr>
            <a:lvl7pPr>
              <a:defRPr sz="2325" b="1">
                <a:solidFill>
                  <a:srgbClr val="263D4D"/>
                </a:solidFill>
                <a:latin typeface="Yu Gothic"/>
                <a:ea typeface="Yu Gothic"/>
                <a:cs typeface="Yu Gothic"/>
              </a:defRPr>
            </a:lvl7pPr>
            <a:lvl8pPr>
              <a:defRPr sz="2325" b="1">
                <a:solidFill>
                  <a:srgbClr val="263D4D"/>
                </a:solidFill>
                <a:latin typeface="Yu Gothic"/>
                <a:ea typeface="Yu Gothic"/>
                <a:cs typeface="Yu Gothic"/>
              </a:defRPr>
            </a:lvl8pPr>
            <a:lvl9pPr>
              <a:defRPr sz="2325" b="1">
                <a:solidFill>
                  <a:srgbClr val="263D4D"/>
                </a:solidFill>
                <a:latin typeface="Yu Gothic"/>
                <a:ea typeface="Yu Gothic"/>
                <a:cs typeface="Yu Gothic"/>
              </a:defRPr>
            </a:lvl9pPr>
          </a:lstStyle>
          <a:p xmlns:a="http://schemas.openxmlformats.org/drawingml/2006/main">
            <a:pPr>
              <a:defRPr sz="2325" b="1">
                <a:solidFill>
                  <a:srgbClr val="263D4D"/>
                </a:solidFill>
                <a:latin typeface="Yu Gothic"/>
                <a:ea typeface="Yu Gothic"/>
                <a:cs typeface="Yu Gothic"/>
              </a:defRPr>
            </a:pPr>
            <a:r>
              <a:rPr sz="2325" b="1">
                <a:solidFill>
                  <a:srgbClr val="263D4D"/>
                </a:solidFill>
                <a:latin typeface="Yu Gothic"/>
                <a:ea typeface="Yu Gothic"/>
                <a:cs typeface="Yu Gothic"/>
              </a:rPr>
              <a:t>未知の母材Cを確かめる分け方の例</a:t>
            </a:r>
          </a:p>
        </p:txBody>
      </p:sp>
      <p:sp>
        <p:nvSpPr>
          <p:cNvPr id="9" name="">
            <a:extLst xmlns:a="http://schemas.openxmlformats.org/drawingml/2006/main">
              <a:ext uri="{FF2B5EF4-FFF2-40B4-BE49-F238E27FC236}">
                <a16:creationId xmlns:a16="http://schemas.microsoft.com/office/drawing/2014/main" id="{DFB932D5-F462-4B1B-BEA5-53BDB4A4B7EF}"/>
              </a:ext>
            </a:extLst>
          </p:cNvPr>
          <p:cNvSpPr>
            <a:spLocks xmlns:a="http://schemas.openxmlformats.org/drawingml/2006/main" noGrp="1"/>
          </p:cNvSpPr>
          <p:nvPr/>
        </p:nvSpPr>
        <p:spPr>
          <a:xfrm xmlns:a="http://schemas.openxmlformats.org/drawingml/2006/main">
            <a:off x="952500" y="22383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defRPr sz="2100" b="1">
                <a:solidFill>
                  <a:srgbClr val="2876A8"/>
                </a:solidFill>
                <a:latin typeface="Yu Gothic"/>
                <a:ea typeface="Yu Gothic"/>
                <a:cs typeface="Yu Gothic"/>
              </a:defRPr>
            </a:lvl1pPr>
            <a:lvl2pPr>
              <a:defRPr sz="2100" b="1">
                <a:solidFill>
                  <a:srgbClr val="2876A8"/>
                </a:solidFill>
                <a:latin typeface="Yu Gothic"/>
                <a:ea typeface="Yu Gothic"/>
                <a:cs typeface="Yu Gothic"/>
              </a:defRPr>
            </a:lvl2pPr>
            <a:lvl3pPr>
              <a:defRPr sz="2100" b="1">
                <a:solidFill>
                  <a:srgbClr val="2876A8"/>
                </a:solidFill>
                <a:latin typeface="Yu Gothic"/>
                <a:ea typeface="Yu Gothic"/>
                <a:cs typeface="Yu Gothic"/>
              </a:defRPr>
            </a:lvl3pPr>
            <a:lvl4pPr>
              <a:defRPr sz="2100" b="1">
                <a:solidFill>
                  <a:srgbClr val="2876A8"/>
                </a:solidFill>
                <a:latin typeface="Yu Gothic"/>
                <a:ea typeface="Yu Gothic"/>
                <a:cs typeface="Yu Gothic"/>
              </a:defRPr>
            </a:lvl4pPr>
            <a:lvl5pPr>
              <a:defRPr sz="2100" b="1">
                <a:solidFill>
                  <a:srgbClr val="2876A8"/>
                </a:solidFill>
                <a:latin typeface="Yu Gothic"/>
                <a:ea typeface="Yu Gothic"/>
                <a:cs typeface="Yu Gothic"/>
              </a:defRPr>
            </a:lvl5pPr>
            <a:lvl6pPr>
              <a:defRPr sz="2100" b="1">
                <a:solidFill>
                  <a:srgbClr val="2876A8"/>
                </a:solidFill>
                <a:latin typeface="Yu Gothic"/>
                <a:ea typeface="Yu Gothic"/>
                <a:cs typeface="Yu Gothic"/>
              </a:defRPr>
            </a:lvl6pPr>
            <a:lvl7pPr>
              <a:defRPr sz="2100" b="1">
                <a:solidFill>
                  <a:srgbClr val="2876A8"/>
                </a:solidFill>
                <a:latin typeface="Yu Gothic"/>
                <a:ea typeface="Yu Gothic"/>
                <a:cs typeface="Yu Gothic"/>
              </a:defRPr>
            </a:lvl7pPr>
            <a:lvl8pPr>
              <a:defRPr sz="2100" b="1">
                <a:solidFill>
                  <a:srgbClr val="2876A8"/>
                </a:solidFill>
                <a:latin typeface="Yu Gothic"/>
                <a:ea typeface="Yu Gothic"/>
                <a:cs typeface="Yu Gothic"/>
              </a:defRPr>
            </a:lvl8pPr>
            <a:lvl9pPr>
              <a:defRPr sz="2100" b="1">
                <a:solidFill>
                  <a:srgbClr val="2876A8"/>
                </a:solidFill>
                <a:latin typeface="Yu Gothic"/>
                <a:ea typeface="Yu Gothic"/>
                <a:cs typeface="Yu Gothic"/>
              </a:defRPr>
            </a:lvl9pPr>
          </a:lstStyle>
          <a:p xmlns:a="http://schemas.openxmlformats.org/drawingml/2006/main">
            <a:pPr>
              <a:defRPr sz="2100" b="1">
                <a:solidFill>
                  <a:srgbClr val="2876A8"/>
                </a:solidFill>
                <a:latin typeface="Yu Gothic"/>
                <a:ea typeface="Yu Gothic"/>
                <a:cs typeface="Yu Gothic"/>
              </a:defRPr>
            </a:pPr>
            <a:r>
              <a:rPr sz="2100" b="1">
                <a:solidFill>
                  <a:srgbClr val="2876A8"/>
                </a:solidFill>
                <a:latin typeface="Yu Gothic"/>
                <a:ea typeface="Yu Gothic"/>
                <a:cs typeface="Yu Gothic"/>
              </a:rPr>
              <a:t>母材A</a:t>
            </a:r>
          </a:p>
        </p:txBody>
      </p:sp>
      <p:sp>
        <p:nvSpPr>
          <p:cNvPr id="10" name="">
            <a:extLst xmlns:a="http://schemas.openxmlformats.org/drawingml/2006/main">
              <a:ext uri="{FF2B5EF4-FFF2-40B4-BE49-F238E27FC236}">
                <a16:creationId xmlns:a16="http://schemas.microsoft.com/office/drawing/2014/main" id="{C6EE79FE-B88B-4DD6-A3A6-2D1AE55E3028}"/>
              </a:ext>
            </a:extLst>
          </p:cNvPr>
          <p:cNvSpPr>
            <a:spLocks xmlns:a="http://schemas.openxmlformats.org/drawingml/2006/main" noGrp="1"/>
          </p:cNvSpPr>
          <p:nvPr/>
        </p:nvSpPr>
        <p:spPr>
          <a:xfrm xmlns:a="http://schemas.openxmlformats.org/drawingml/2006/main">
            <a:off x="952500" y="2905125"/>
            <a:ext cx="533400" cy="666750"/>
          </a:xfrm>
          <a:prstGeom xmlns:a="http://schemas.openxmlformats.org/drawingml/2006/main" prst="rect">
            <a:avLst/>
          </a:prstGeom>
          <a:solidFill xmlns:a="http://schemas.openxmlformats.org/drawingml/2006/main">
            <a:srgbClr val="FFFFFF"/>
          </a:solidFill>
          <a:ln xmlns:a="http://schemas.openxmlformats.org/drawingml/2006/main" w="16193">
            <a:solidFill>
              <a:srgbClr val="2876A8"/>
            </a:solidFill>
          </a:ln>
        </p:spPr>
      </p:sp>
      <p:sp>
        <p:nvSpPr>
          <p:cNvPr id="11" name="">
            <a:extLst xmlns:a="http://schemas.openxmlformats.org/drawingml/2006/main">
              <a:ext uri="{FF2B5EF4-FFF2-40B4-BE49-F238E27FC236}">
                <a16:creationId xmlns:a16="http://schemas.microsoft.com/office/drawing/2014/main" id="{44F1E4C3-3A2A-4779-8074-54ED85C72DB3}"/>
              </a:ext>
            </a:extLst>
          </p:cNvPr>
          <p:cNvSpPr>
            <a:spLocks xmlns:a="http://schemas.openxmlformats.org/drawingml/2006/main" noGrp="1"/>
          </p:cNvSpPr>
          <p:nvPr/>
        </p:nvSpPr>
        <p:spPr>
          <a:xfrm xmlns:a="http://schemas.openxmlformats.org/drawingml/2006/main">
            <a:off x="1104900" y="30670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defRPr sz="1800" b="1">
                <a:solidFill>
                  <a:srgbClr val="2876A8"/>
                </a:solidFill>
                <a:latin typeface="Yu Gothic"/>
                <a:ea typeface="Yu Gothic"/>
                <a:cs typeface="Yu Gothic"/>
              </a:defRPr>
            </a:lvl1pPr>
            <a:lvl2pPr>
              <a:defRPr sz="1800" b="1">
                <a:solidFill>
                  <a:srgbClr val="2876A8"/>
                </a:solidFill>
                <a:latin typeface="Yu Gothic"/>
                <a:ea typeface="Yu Gothic"/>
                <a:cs typeface="Yu Gothic"/>
              </a:defRPr>
            </a:lvl2pPr>
            <a:lvl3pPr>
              <a:defRPr sz="1800" b="1">
                <a:solidFill>
                  <a:srgbClr val="2876A8"/>
                </a:solidFill>
                <a:latin typeface="Yu Gothic"/>
                <a:ea typeface="Yu Gothic"/>
                <a:cs typeface="Yu Gothic"/>
              </a:defRPr>
            </a:lvl3pPr>
            <a:lvl4pPr>
              <a:defRPr sz="1800" b="1">
                <a:solidFill>
                  <a:srgbClr val="2876A8"/>
                </a:solidFill>
                <a:latin typeface="Yu Gothic"/>
                <a:ea typeface="Yu Gothic"/>
                <a:cs typeface="Yu Gothic"/>
              </a:defRPr>
            </a:lvl4pPr>
            <a:lvl5pPr>
              <a:defRPr sz="1800" b="1">
                <a:solidFill>
                  <a:srgbClr val="2876A8"/>
                </a:solidFill>
                <a:latin typeface="Yu Gothic"/>
                <a:ea typeface="Yu Gothic"/>
                <a:cs typeface="Yu Gothic"/>
              </a:defRPr>
            </a:lvl5pPr>
            <a:lvl6pPr>
              <a:defRPr sz="1800" b="1">
                <a:solidFill>
                  <a:srgbClr val="2876A8"/>
                </a:solidFill>
                <a:latin typeface="Yu Gothic"/>
                <a:ea typeface="Yu Gothic"/>
                <a:cs typeface="Yu Gothic"/>
              </a:defRPr>
            </a:lvl6pPr>
            <a:lvl7pPr>
              <a:defRPr sz="1800" b="1">
                <a:solidFill>
                  <a:srgbClr val="2876A8"/>
                </a:solidFill>
                <a:latin typeface="Yu Gothic"/>
                <a:ea typeface="Yu Gothic"/>
                <a:cs typeface="Yu Gothic"/>
              </a:defRPr>
            </a:lvl7pPr>
            <a:lvl8pPr>
              <a:defRPr sz="1800" b="1">
                <a:solidFill>
                  <a:srgbClr val="2876A8"/>
                </a:solidFill>
                <a:latin typeface="Yu Gothic"/>
                <a:ea typeface="Yu Gothic"/>
                <a:cs typeface="Yu Gothic"/>
              </a:defRPr>
            </a:lvl8pPr>
            <a:lvl9pPr>
              <a:defRPr sz="1800" b="1">
                <a:solidFill>
                  <a:srgbClr val="2876A8"/>
                </a:solidFill>
                <a:latin typeface="Yu Gothic"/>
                <a:ea typeface="Yu Gothic"/>
                <a:cs typeface="Yu Gothic"/>
              </a:defRPr>
            </a:lvl9pPr>
          </a:lstStyle>
          <a:p xmlns:a="http://schemas.openxmlformats.org/drawingml/2006/main">
            <a:pPr>
              <a:defRPr sz="1800" b="1">
                <a:solidFill>
                  <a:srgbClr val="2876A8"/>
                </a:solidFill>
                <a:latin typeface="Yu Gothic"/>
                <a:ea typeface="Yu Gothic"/>
                <a:cs typeface="Yu Gothic"/>
              </a:defRPr>
            </a:pPr>
            <a:r>
              <a:rPr sz="1800" b="1">
                <a:solidFill>
                  <a:srgbClr val="2876A8"/>
                </a:solidFill>
                <a:latin typeface="Yu Gothic"/>
                <a:ea typeface="Yu Gothic"/>
                <a:cs typeface="Yu Gothic"/>
              </a:rPr>
              <a:t>1</a:t>
            </a:r>
          </a:p>
        </p:txBody>
      </p:sp>
      <p:sp>
        <p:nvSpPr>
          <p:cNvPr id="12" name="">
            <a:extLst xmlns:a="http://schemas.openxmlformats.org/drawingml/2006/main">
              <a:ext uri="{FF2B5EF4-FFF2-40B4-BE49-F238E27FC236}">
                <a16:creationId xmlns:a16="http://schemas.microsoft.com/office/drawing/2014/main" id="{72BC9D42-F19B-45E6-9466-6C59CDCAABB0}"/>
              </a:ext>
            </a:extLst>
          </p:cNvPr>
          <p:cNvSpPr>
            <a:spLocks xmlns:a="http://schemas.openxmlformats.org/drawingml/2006/main" noGrp="1"/>
          </p:cNvSpPr>
          <p:nvPr/>
        </p:nvSpPr>
        <p:spPr>
          <a:xfrm xmlns:a="http://schemas.openxmlformats.org/drawingml/2006/main">
            <a:off x="1638300" y="2905125"/>
            <a:ext cx="533400" cy="666750"/>
          </a:xfrm>
          <a:prstGeom xmlns:a="http://schemas.openxmlformats.org/drawingml/2006/main" prst="rect">
            <a:avLst/>
          </a:prstGeom>
          <a:solidFill xmlns:a="http://schemas.openxmlformats.org/drawingml/2006/main">
            <a:srgbClr val="FFFFFF"/>
          </a:solidFill>
          <a:ln xmlns:a="http://schemas.openxmlformats.org/drawingml/2006/main" w="16193">
            <a:solidFill>
              <a:srgbClr val="2876A8"/>
            </a:solidFill>
          </a:ln>
        </p:spPr>
      </p:sp>
      <p:sp>
        <p:nvSpPr>
          <p:cNvPr id="13" name="">
            <a:extLst xmlns:a="http://schemas.openxmlformats.org/drawingml/2006/main">
              <a:ext uri="{FF2B5EF4-FFF2-40B4-BE49-F238E27FC236}">
                <a16:creationId xmlns:a16="http://schemas.microsoft.com/office/drawing/2014/main" id="{31E5CD5F-2123-4605-968B-1EF160A81AAC}"/>
              </a:ext>
            </a:extLst>
          </p:cNvPr>
          <p:cNvSpPr>
            <a:spLocks xmlns:a="http://schemas.openxmlformats.org/drawingml/2006/main" noGrp="1"/>
          </p:cNvSpPr>
          <p:nvPr/>
        </p:nvSpPr>
        <p:spPr>
          <a:xfrm xmlns:a="http://schemas.openxmlformats.org/drawingml/2006/main">
            <a:off x="1790700" y="30670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defRPr sz="1800" b="1">
                <a:solidFill>
                  <a:srgbClr val="2876A8"/>
                </a:solidFill>
                <a:latin typeface="Yu Gothic"/>
                <a:ea typeface="Yu Gothic"/>
                <a:cs typeface="Yu Gothic"/>
              </a:defRPr>
            </a:lvl1pPr>
            <a:lvl2pPr>
              <a:defRPr sz="1800" b="1">
                <a:solidFill>
                  <a:srgbClr val="2876A8"/>
                </a:solidFill>
                <a:latin typeface="Yu Gothic"/>
                <a:ea typeface="Yu Gothic"/>
                <a:cs typeface="Yu Gothic"/>
              </a:defRPr>
            </a:lvl2pPr>
            <a:lvl3pPr>
              <a:defRPr sz="1800" b="1">
                <a:solidFill>
                  <a:srgbClr val="2876A8"/>
                </a:solidFill>
                <a:latin typeface="Yu Gothic"/>
                <a:ea typeface="Yu Gothic"/>
                <a:cs typeface="Yu Gothic"/>
              </a:defRPr>
            </a:lvl3pPr>
            <a:lvl4pPr>
              <a:defRPr sz="1800" b="1">
                <a:solidFill>
                  <a:srgbClr val="2876A8"/>
                </a:solidFill>
                <a:latin typeface="Yu Gothic"/>
                <a:ea typeface="Yu Gothic"/>
                <a:cs typeface="Yu Gothic"/>
              </a:defRPr>
            </a:lvl4pPr>
            <a:lvl5pPr>
              <a:defRPr sz="1800" b="1">
                <a:solidFill>
                  <a:srgbClr val="2876A8"/>
                </a:solidFill>
                <a:latin typeface="Yu Gothic"/>
                <a:ea typeface="Yu Gothic"/>
                <a:cs typeface="Yu Gothic"/>
              </a:defRPr>
            </a:lvl5pPr>
            <a:lvl6pPr>
              <a:defRPr sz="1800" b="1">
                <a:solidFill>
                  <a:srgbClr val="2876A8"/>
                </a:solidFill>
                <a:latin typeface="Yu Gothic"/>
                <a:ea typeface="Yu Gothic"/>
                <a:cs typeface="Yu Gothic"/>
              </a:defRPr>
            </a:lvl6pPr>
            <a:lvl7pPr>
              <a:defRPr sz="1800" b="1">
                <a:solidFill>
                  <a:srgbClr val="2876A8"/>
                </a:solidFill>
                <a:latin typeface="Yu Gothic"/>
                <a:ea typeface="Yu Gothic"/>
                <a:cs typeface="Yu Gothic"/>
              </a:defRPr>
            </a:lvl7pPr>
            <a:lvl8pPr>
              <a:defRPr sz="1800" b="1">
                <a:solidFill>
                  <a:srgbClr val="2876A8"/>
                </a:solidFill>
                <a:latin typeface="Yu Gothic"/>
                <a:ea typeface="Yu Gothic"/>
                <a:cs typeface="Yu Gothic"/>
              </a:defRPr>
            </a:lvl8pPr>
            <a:lvl9pPr>
              <a:defRPr sz="1800" b="1">
                <a:solidFill>
                  <a:srgbClr val="2876A8"/>
                </a:solidFill>
                <a:latin typeface="Yu Gothic"/>
                <a:ea typeface="Yu Gothic"/>
                <a:cs typeface="Yu Gothic"/>
              </a:defRPr>
            </a:lvl9pPr>
          </a:lstStyle>
          <a:p xmlns:a="http://schemas.openxmlformats.org/drawingml/2006/main">
            <a:pPr>
              <a:defRPr sz="1800" b="1">
                <a:solidFill>
                  <a:srgbClr val="2876A8"/>
                </a:solidFill>
                <a:latin typeface="Yu Gothic"/>
                <a:ea typeface="Yu Gothic"/>
                <a:cs typeface="Yu Gothic"/>
              </a:defRPr>
            </a:pPr>
            <a:r>
              <a:rPr sz="1800" b="1">
                <a:solidFill>
                  <a:srgbClr val="2876A8"/>
                </a:solidFill>
                <a:latin typeface="Yu Gothic"/>
                <a:ea typeface="Yu Gothic"/>
                <a:cs typeface="Yu Gothic"/>
              </a:rPr>
              <a:t>2</a:t>
            </a:r>
          </a:p>
        </p:txBody>
      </p:sp>
      <p:sp>
        <p:nvSpPr>
          <p:cNvPr id="14" name="">
            <a:extLst xmlns:a="http://schemas.openxmlformats.org/drawingml/2006/main">
              <a:ext uri="{FF2B5EF4-FFF2-40B4-BE49-F238E27FC236}">
                <a16:creationId xmlns:a16="http://schemas.microsoft.com/office/drawing/2014/main" id="{6CF71A1C-5D9E-400A-A218-B976B8055D65}"/>
              </a:ext>
            </a:extLst>
          </p:cNvPr>
          <p:cNvSpPr>
            <a:spLocks xmlns:a="http://schemas.openxmlformats.org/drawingml/2006/main" noGrp="1"/>
          </p:cNvSpPr>
          <p:nvPr/>
        </p:nvSpPr>
        <p:spPr>
          <a:xfrm xmlns:a="http://schemas.openxmlformats.org/drawingml/2006/main">
            <a:off x="2324100" y="2905125"/>
            <a:ext cx="533400" cy="666750"/>
          </a:xfrm>
          <a:prstGeom xmlns:a="http://schemas.openxmlformats.org/drawingml/2006/main" prst="rect">
            <a:avLst/>
          </a:prstGeom>
          <a:solidFill xmlns:a="http://schemas.openxmlformats.org/drawingml/2006/main">
            <a:srgbClr val="FFFFFF"/>
          </a:solidFill>
          <a:ln xmlns:a="http://schemas.openxmlformats.org/drawingml/2006/main" w="16193">
            <a:solidFill>
              <a:srgbClr val="2876A8"/>
            </a:solidFill>
          </a:ln>
        </p:spPr>
      </p:sp>
      <p:sp>
        <p:nvSpPr>
          <p:cNvPr id="15" name="">
            <a:extLst xmlns:a="http://schemas.openxmlformats.org/drawingml/2006/main">
              <a:ext uri="{FF2B5EF4-FFF2-40B4-BE49-F238E27FC236}">
                <a16:creationId xmlns:a16="http://schemas.microsoft.com/office/drawing/2014/main" id="{59BD1FE1-DFCA-449D-BB81-ED812E890D97}"/>
              </a:ext>
            </a:extLst>
          </p:cNvPr>
          <p:cNvSpPr>
            <a:spLocks xmlns:a="http://schemas.openxmlformats.org/drawingml/2006/main" noGrp="1"/>
          </p:cNvSpPr>
          <p:nvPr/>
        </p:nvSpPr>
        <p:spPr>
          <a:xfrm xmlns:a="http://schemas.openxmlformats.org/drawingml/2006/main">
            <a:off x="2476500" y="30670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defRPr sz="1800" b="1">
                <a:solidFill>
                  <a:srgbClr val="2876A8"/>
                </a:solidFill>
                <a:latin typeface="Yu Gothic"/>
                <a:ea typeface="Yu Gothic"/>
                <a:cs typeface="Yu Gothic"/>
              </a:defRPr>
            </a:lvl1pPr>
            <a:lvl2pPr>
              <a:defRPr sz="1800" b="1">
                <a:solidFill>
                  <a:srgbClr val="2876A8"/>
                </a:solidFill>
                <a:latin typeface="Yu Gothic"/>
                <a:ea typeface="Yu Gothic"/>
                <a:cs typeface="Yu Gothic"/>
              </a:defRPr>
            </a:lvl2pPr>
            <a:lvl3pPr>
              <a:defRPr sz="1800" b="1">
                <a:solidFill>
                  <a:srgbClr val="2876A8"/>
                </a:solidFill>
                <a:latin typeface="Yu Gothic"/>
                <a:ea typeface="Yu Gothic"/>
                <a:cs typeface="Yu Gothic"/>
              </a:defRPr>
            </a:lvl3pPr>
            <a:lvl4pPr>
              <a:defRPr sz="1800" b="1">
                <a:solidFill>
                  <a:srgbClr val="2876A8"/>
                </a:solidFill>
                <a:latin typeface="Yu Gothic"/>
                <a:ea typeface="Yu Gothic"/>
                <a:cs typeface="Yu Gothic"/>
              </a:defRPr>
            </a:lvl4pPr>
            <a:lvl5pPr>
              <a:defRPr sz="1800" b="1">
                <a:solidFill>
                  <a:srgbClr val="2876A8"/>
                </a:solidFill>
                <a:latin typeface="Yu Gothic"/>
                <a:ea typeface="Yu Gothic"/>
                <a:cs typeface="Yu Gothic"/>
              </a:defRPr>
            </a:lvl5pPr>
            <a:lvl6pPr>
              <a:defRPr sz="1800" b="1">
                <a:solidFill>
                  <a:srgbClr val="2876A8"/>
                </a:solidFill>
                <a:latin typeface="Yu Gothic"/>
                <a:ea typeface="Yu Gothic"/>
                <a:cs typeface="Yu Gothic"/>
              </a:defRPr>
            </a:lvl6pPr>
            <a:lvl7pPr>
              <a:defRPr sz="1800" b="1">
                <a:solidFill>
                  <a:srgbClr val="2876A8"/>
                </a:solidFill>
                <a:latin typeface="Yu Gothic"/>
                <a:ea typeface="Yu Gothic"/>
                <a:cs typeface="Yu Gothic"/>
              </a:defRPr>
            </a:lvl7pPr>
            <a:lvl8pPr>
              <a:defRPr sz="1800" b="1">
                <a:solidFill>
                  <a:srgbClr val="2876A8"/>
                </a:solidFill>
                <a:latin typeface="Yu Gothic"/>
                <a:ea typeface="Yu Gothic"/>
                <a:cs typeface="Yu Gothic"/>
              </a:defRPr>
            </a:lvl8pPr>
            <a:lvl9pPr>
              <a:defRPr sz="1800" b="1">
                <a:solidFill>
                  <a:srgbClr val="2876A8"/>
                </a:solidFill>
                <a:latin typeface="Yu Gothic"/>
                <a:ea typeface="Yu Gothic"/>
                <a:cs typeface="Yu Gothic"/>
              </a:defRPr>
            </a:lvl9pPr>
          </a:lstStyle>
          <a:p xmlns:a="http://schemas.openxmlformats.org/drawingml/2006/main">
            <a:pPr>
              <a:defRPr sz="1800" b="1">
                <a:solidFill>
                  <a:srgbClr val="2876A8"/>
                </a:solidFill>
                <a:latin typeface="Yu Gothic"/>
                <a:ea typeface="Yu Gothic"/>
                <a:cs typeface="Yu Gothic"/>
              </a:defRPr>
            </a:pPr>
            <a:r>
              <a:rPr sz="1800" b="1">
                <a:solidFill>
                  <a:srgbClr val="2876A8"/>
                </a:solidFill>
                <a:latin typeface="Yu Gothic"/>
                <a:ea typeface="Yu Gothic"/>
                <a:cs typeface="Yu Gothic"/>
              </a:rPr>
              <a:t>3</a:t>
            </a:r>
          </a:p>
        </p:txBody>
      </p:sp>
      <p:sp>
        <p:nvSpPr>
          <p:cNvPr id="16" name="">
            <a:extLst xmlns:a="http://schemas.openxmlformats.org/drawingml/2006/main">
              <a:ext uri="{FF2B5EF4-FFF2-40B4-BE49-F238E27FC236}">
                <a16:creationId xmlns:a16="http://schemas.microsoft.com/office/drawing/2014/main" id="{27DF0D11-1DC9-4129-9BC5-D46C14F10428}"/>
              </a:ext>
            </a:extLst>
          </p:cNvPr>
          <p:cNvSpPr>
            <a:spLocks xmlns:a="http://schemas.openxmlformats.org/drawingml/2006/main" noGrp="1"/>
          </p:cNvSpPr>
          <p:nvPr/>
        </p:nvSpPr>
        <p:spPr>
          <a:xfrm xmlns:a="http://schemas.openxmlformats.org/drawingml/2006/main">
            <a:off x="3009900" y="2905125"/>
            <a:ext cx="533400" cy="666750"/>
          </a:xfrm>
          <a:prstGeom xmlns:a="http://schemas.openxmlformats.org/drawingml/2006/main" prst="rect">
            <a:avLst/>
          </a:prstGeom>
          <a:solidFill xmlns:a="http://schemas.openxmlformats.org/drawingml/2006/main">
            <a:srgbClr val="FFFFFF"/>
          </a:solidFill>
          <a:ln xmlns:a="http://schemas.openxmlformats.org/drawingml/2006/main" w="16193">
            <a:solidFill>
              <a:srgbClr val="2876A8"/>
            </a:solidFill>
          </a:ln>
        </p:spPr>
      </p:sp>
      <p:sp>
        <p:nvSpPr>
          <p:cNvPr id="17" name="">
            <a:extLst xmlns:a="http://schemas.openxmlformats.org/drawingml/2006/main">
              <a:ext uri="{FF2B5EF4-FFF2-40B4-BE49-F238E27FC236}">
                <a16:creationId xmlns:a16="http://schemas.microsoft.com/office/drawing/2014/main" id="{D96552C6-EFB1-414F-AE7B-298E3F8D62B4}"/>
              </a:ext>
            </a:extLst>
          </p:cNvPr>
          <p:cNvSpPr>
            <a:spLocks xmlns:a="http://schemas.openxmlformats.org/drawingml/2006/main" noGrp="1"/>
          </p:cNvSpPr>
          <p:nvPr/>
        </p:nvSpPr>
        <p:spPr>
          <a:xfrm xmlns:a="http://schemas.openxmlformats.org/drawingml/2006/main">
            <a:off x="3162300" y="30670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defRPr sz="1800" b="1">
                <a:solidFill>
                  <a:srgbClr val="2876A8"/>
                </a:solidFill>
                <a:latin typeface="Yu Gothic"/>
                <a:ea typeface="Yu Gothic"/>
                <a:cs typeface="Yu Gothic"/>
              </a:defRPr>
            </a:lvl1pPr>
            <a:lvl2pPr>
              <a:defRPr sz="1800" b="1">
                <a:solidFill>
                  <a:srgbClr val="2876A8"/>
                </a:solidFill>
                <a:latin typeface="Yu Gothic"/>
                <a:ea typeface="Yu Gothic"/>
                <a:cs typeface="Yu Gothic"/>
              </a:defRPr>
            </a:lvl2pPr>
            <a:lvl3pPr>
              <a:defRPr sz="1800" b="1">
                <a:solidFill>
                  <a:srgbClr val="2876A8"/>
                </a:solidFill>
                <a:latin typeface="Yu Gothic"/>
                <a:ea typeface="Yu Gothic"/>
                <a:cs typeface="Yu Gothic"/>
              </a:defRPr>
            </a:lvl3pPr>
            <a:lvl4pPr>
              <a:defRPr sz="1800" b="1">
                <a:solidFill>
                  <a:srgbClr val="2876A8"/>
                </a:solidFill>
                <a:latin typeface="Yu Gothic"/>
                <a:ea typeface="Yu Gothic"/>
                <a:cs typeface="Yu Gothic"/>
              </a:defRPr>
            </a:lvl4pPr>
            <a:lvl5pPr>
              <a:defRPr sz="1800" b="1">
                <a:solidFill>
                  <a:srgbClr val="2876A8"/>
                </a:solidFill>
                <a:latin typeface="Yu Gothic"/>
                <a:ea typeface="Yu Gothic"/>
                <a:cs typeface="Yu Gothic"/>
              </a:defRPr>
            </a:lvl5pPr>
            <a:lvl6pPr>
              <a:defRPr sz="1800" b="1">
                <a:solidFill>
                  <a:srgbClr val="2876A8"/>
                </a:solidFill>
                <a:latin typeface="Yu Gothic"/>
                <a:ea typeface="Yu Gothic"/>
                <a:cs typeface="Yu Gothic"/>
              </a:defRPr>
            </a:lvl6pPr>
            <a:lvl7pPr>
              <a:defRPr sz="1800" b="1">
                <a:solidFill>
                  <a:srgbClr val="2876A8"/>
                </a:solidFill>
                <a:latin typeface="Yu Gothic"/>
                <a:ea typeface="Yu Gothic"/>
                <a:cs typeface="Yu Gothic"/>
              </a:defRPr>
            </a:lvl7pPr>
            <a:lvl8pPr>
              <a:defRPr sz="1800" b="1">
                <a:solidFill>
                  <a:srgbClr val="2876A8"/>
                </a:solidFill>
                <a:latin typeface="Yu Gothic"/>
                <a:ea typeface="Yu Gothic"/>
                <a:cs typeface="Yu Gothic"/>
              </a:defRPr>
            </a:lvl8pPr>
            <a:lvl9pPr>
              <a:defRPr sz="1800" b="1">
                <a:solidFill>
                  <a:srgbClr val="2876A8"/>
                </a:solidFill>
                <a:latin typeface="Yu Gothic"/>
                <a:ea typeface="Yu Gothic"/>
                <a:cs typeface="Yu Gothic"/>
              </a:defRPr>
            </a:lvl9pPr>
          </a:lstStyle>
          <a:p xmlns:a="http://schemas.openxmlformats.org/drawingml/2006/main">
            <a:pPr>
              <a:defRPr sz="1800" b="1">
                <a:solidFill>
                  <a:srgbClr val="2876A8"/>
                </a:solidFill>
                <a:latin typeface="Yu Gothic"/>
                <a:ea typeface="Yu Gothic"/>
                <a:cs typeface="Yu Gothic"/>
              </a:defRPr>
            </a:pPr>
            <a:r>
              <a:rPr sz="1800" b="1">
                <a:solidFill>
                  <a:srgbClr val="2876A8"/>
                </a:solidFill>
                <a:latin typeface="Yu Gothic"/>
                <a:ea typeface="Yu Gothic"/>
                <a:cs typeface="Yu Gothic"/>
              </a:rPr>
              <a:t>4</a:t>
            </a:r>
          </a:p>
        </p:txBody>
      </p:sp>
      <p:sp>
        <p:nvSpPr>
          <p:cNvPr id="18" name="">
            <a:extLst xmlns:a="http://schemas.openxmlformats.org/drawingml/2006/main">
              <a:ext uri="{FF2B5EF4-FFF2-40B4-BE49-F238E27FC236}">
                <a16:creationId xmlns:a16="http://schemas.microsoft.com/office/drawing/2014/main" id="{2DA312FF-3146-439E-B2F6-DA533F8DC68F}"/>
              </a:ext>
            </a:extLst>
          </p:cNvPr>
          <p:cNvSpPr>
            <a:spLocks xmlns:a="http://schemas.openxmlformats.org/drawingml/2006/main" noGrp="1"/>
          </p:cNvSpPr>
          <p:nvPr/>
        </p:nvSpPr>
        <p:spPr>
          <a:xfrm xmlns:a="http://schemas.openxmlformats.org/drawingml/2006/main">
            <a:off x="952500" y="38576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defRPr sz="2100" b="1">
                <a:solidFill>
                  <a:srgbClr val="2876A8"/>
                </a:solidFill>
                <a:latin typeface="Yu Gothic"/>
                <a:ea typeface="Yu Gothic"/>
                <a:cs typeface="Yu Gothic"/>
              </a:defRPr>
            </a:lvl1pPr>
            <a:lvl2pPr>
              <a:defRPr sz="2100" b="1">
                <a:solidFill>
                  <a:srgbClr val="2876A8"/>
                </a:solidFill>
                <a:latin typeface="Yu Gothic"/>
                <a:ea typeface="Yu Gothic"/>
                <a:cs typeface="Yu Gothic"/>
              </a:defRPr>
            </a:lvl2pPr>
            <a:lvl3pPr>
              <a:defRPr sz="2100" b="1">
                <a:solidFill>
                  <a:srgbClr val="2876A8"/>
                </a:solidFill>
                <a:latin typeface="Yu Gothic"/>
                <a:ea typeface="Yu Gothic"/>
                <a:cs typeface="Yu Gothic"/>
              </a:defRPr>
            </a:lvl3pPr>
            <a:lvl4pPr>
              <a:defRPr sz="2100" b="1">
                <a:solidFill>
                  <a:srgbClr val="2876A8"/>
                </a:solidFill>
                <a:latin typeface="Yu Gothic"/>
                <a:ea typeface="Yu Gothic"/>
                <a:cs typeface="Yu Gothic"/>
              </a:defRPr>
            </a:lvl4pPr>
            <a:lvl5pPr>
              <a:defRPr sz="2100" b="1">
                <a:solidFill>
                  <a:srgbClr val="2876A8"/>
                </a:solidFill>
                <a:latin typeface="Yu Gothic"/>
                <a:ea typeface="Yu Gothic"/>
                <a:cs typeface="Yu Gothic"/>
              </a:defRPr>
            </a:lvl5pPr>
            <a:lvl6pPr>
              <a:defRPr sz="2100" b="1">
                <a:solidFill>
                  <a:srgbClr val="2876A8"/>
                </a:solidFill>
                <a:latin typeface="Yu Gothic"/>
                <a:ea typeface="Yu Gothic"/>
                <a:cs typeface="Yu Gothic"/>
              </a:defRPr>
            </a:lvl6pPr>
            <a:lvl7pPr>
              <a:defRPr sz="2100" b="1">
                <a:solidFill>
                  <a:srgbClr val="2876A8"/>
                </a:solidFill>
                <a:latin typeface="Yu Gothic"/>
                <a:ea typeface="Yu Gothic"/>
                <a:cs typeface="Yu Gothic"/>
              </a:defRPr>
            </a:lvl7pPr>
            <a:lvl8pPr>
              <a:defRPr sz="2100" b="1">
                <a:solidFill>
                  <a:srgbClr val="2876A8"/>
                </a:solidFill>
                <a:latin typeface="Yu Gothic"/>
                <a:ea typeface="Yu Gothic"/>
                <a:cs typeface="Yu Gothic"/>
              </a:defRPr>
            </a:lvl8pPr>
            <a:lvl9pPr>
              <a:defRPr sz="2100" b="1">
                <a:solidFill>
                  <a:srgbClr val="2876A8"/>
                </a:solidFill>
                <a:latin typeface="Yu Gothic"/>
                <a:ea typeface="Yu Gothic"/>
                <a:cs typeface="Yu Gothic"/>
              </a:defRPr>
            </a:lvl9pPr>
          </a:lstStyle>
          <a:p xmlns:a="http://schemas.openxmlformats.org/drawingml/2006/main">
            <a:pPr>
              <a:defRPr sz="2100" b="1">
                <a:solidFill>
                  <a:srgbClr val="2876A8"/>
                </a:solidFill>
                <a:latin typeface="Yu Gothic"/>
                <a:ea typeface="Yu Gothic"/>
                <a:cs typeface="Yu Gothic"/>
              </a:defRPr>
            </a:pPr>
            <a:r>
              <a:rPr sz="2100" b="1">
                <a:solidFill>
                  <a:srgbClr val="2876A8"/>
                </a:solidFill>
                <a:latin typeface="Yu Gothic"/>
                <a:ea typeface="Yu Gothic"/>
                <a:cs typeface="Yu Gothic"/>
              </a:rPr>
              <a:t>学習・調整に使う</a:t>
            </a:r>
          </a:p>
        </p:txBody>
      </p:sp>
      <p:sp>
        <p:nvSpPr>
          <p:cNvPr id="19" name="">
            <a:extLst xmlns:a="http://schemas.openxmlformats.org/drawingml/2006/main">
              <a:ext uri="{FF2B5EF4-FFF2-40B4-BE49-F238E27FC236}">
                <a16:creationId xmlns:a16="http://schemas.microsoft.com/office/drawing/2014/main" id="{D4B109E1-BE21-4530-8FEB-EF344112EAC8}"/>
              </a:ext>
            </a:extLst>
          </p:cNvPr>
          <p:cNvSpPr>
            <a:spLocks xmlns:a="http://schemas.openxmlformats.org/drawingml/2006/main" noGrp="1"/>
          </p:cNvSpPr>
          <p:nvPr/>
        </p:nvSpPr>
        <p:spPr>
          <a:xfrm xmlns:a="http://schemas.openxmlformats.org/drawingml/2006/main">
            <a:off x="4619625" y="22383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defRPr sz="2100" b="1">
                <a:solidFill>
                  <a:srgbClr val="2876A8"/>
                </a:solidFill>
                <a:latin typeface="Yu Gothic"/>
                <a:ea typeface="Yu Gothic"/>
                <a:cs typeface="Yu Gothic"/>
              </a:defRPr>
            </a:lvl1pPr>
            <a:lvl2pPr>
              <a:defRPr sz="2100" b="1">
                <a:solidFill>
                  <a:srgbClr val="2876A8"/>
                </a:solidFill>
                <a:latin typeface="Yu Gothic"/>
                <a:ea typeface="Yu Gothic"/>
                <a:cs typeface="Yu Gothic"/>
              </a:defRPr>
            </a:lvl2pPr>
            <a:lvl3pPr>
              <a:defRPr sz="2100" b="1">
                <a:solidFill>
                  <a:srgbClr val="2876A8"/>
                </a:solidFill>
                <a:latin typeface="Yu Gothic"/>
                <a:ea typeface="Yu Gothic"/>
                <a:cs typeface="Yu Gothic"/>
              </a:defRPr>
            </a:lvl3pPr>
            <a:lvl4pPr>
              <a:defRPr sz="2100" b="1">
                <a:solidFill>
                  <a:srgbClr val="2876A8"/>
                </a:solidFill>
                <a:latin typeface="Yu Gothic"/>
                <a:ea typeface="Yu Gothic"/>
                <a:cs typeface="Yu Gothic"/>
              </a:defRPr>
            </a:lvl4pPr>
            <a:lvl5pPr>
              <a:defRPr sz="2100" b="1">
                <a:solidFill>
                  <a:srgbClr val="2876A8"/>
                </a:solidFill>
                <a:latin typeface="Yu Gothic"/>
                <a:ea typeface="Yu Gothic"/>
                <a:cs typeface="Yu Gothic"/>
              </a:defRPr>
            </a:lvl5pPr>
            <a:lvl6pPr>
              <a:defRPr sz="2100" b="1">
                <a:solidFill>
                  <a:srgbClr val="2876A8"/>
                </a:solidFill>
                <a:latin typeface="Yu Gothic"/>
                <a:ea typeface="Yu Gothic"/>
                <a:cs typeface="Yu Gothic"/>
              </a:defRPr>
            </a:lvl6pPr>
            <a:lvl7pPr>
              <a:defRPr sz="2100" b="1">
                <a:solidFill>
                  <a:srgbClr val="2876A8"/>
                </a:solidFill>
                <a:latin typeface="Yu Gothic"/>
                <a:ea typeface="Yu Gothic"/>
                <a:cs typeface="Yu Gothic"/>
              </a:defRPr>
            </a:lvl7pPr>
            <a:lvl8pPr>
              <a:defRPr sz="2100" b="1">
                <a:solidFill>
                  <a:srgbClr val="2876A8"/>
                </a:solidFill>
                <a:latin typeface="Yu Gothic"/>
                <a:ea typeface="Yu Gothic"/>
                <a:cs typeface="Yu Gothic"/>
              </a:defRPr>
            </a:lvl8pPr>
            <a:lvl9pPr>
              <a:defRPr sz="2100" b="1">
                <a:solidFill>
                  <a:srgbClr val="2876A8"/>
                </a:solidFill>
                <a:latin typeface="Yu Gothic"/>
                <a:ea typeface="Yu Gothic"/>
                <a:cs typeface="Yu Gothic"/>
              </a:defRPr>
            </a:lvl9pPr>
          </a:lstStyle>
          <a:p xmlns:a="http://schemas.openxmlformats.org/drawingml/2006/main">
            <a:pPr>
              <a:defRPr sz="2100" b="1">
                <a:solidFill>
                  <a:srgbClr val="2876A8"/>
                </a:solidFill>
                <a:latin typeface="Yu Gothic"/>
                <a:ea typeface="Yu Gothic"/>
                <a:cs typeface="Yu Gothic"/>
              </a:defRPr>
            </a:pPr>
            <a:r>
              <a:rPr sz="2100" b="1">
                <a:solidFill>
                  <a:srgbClr val="2876A8"/>
                </a:solidFill>
                <a:latin typeface="Yu Gothic"/>
                <a:ea typeface="Yu Gothic"/>
                <a:cs typeface="Yu Gothic"/>
              </a:rPr>
              <a:t>母材B</a:t>
            </a:r>
          </a:p>
        </p:txBody>
      </p:sp>
      <p:sp>
        <p:nvSpPr>
          <p:cNvPr id="20" name="">
            <a:extLst xmlns:a="http://schemas.openxmlformats.org/drawingml/2006/main">
              <a:ext uri="{FF2B5EF4-FFF2-40B4-BE49-F238E27FC236}">
                <a16:creationId xmlns:a16="http://schemas.microsoft.com/office/drawing/2014/main" id="{AA81DC03-EADE-431B-A21B-DC3CDD346C2C}"/>
              </a:ext>
            </a:extLst>
          </p:cNvPr>
          <p:cNvSpPr>
            <a:spLocks xmlns:a="http://schemas.openxmlformats.org/drawingml/2006/main" noGrp="1"/>
          </p:cNvSpPr>
          <p:nvPr/>
        </p:nvSpPr>
        <p:spPr>
          <a:xfrm xmlns:a="http://schemas.openxmlformats.org/drawingml/2006/main">
            <a:off x="4619625" y="2905125"/>
            <a:ext cx="533400" cy="666750"/>
          </a:xfrm>
          <a:prstGeom xmlns:a="http://schemas.openxmlformats.org/drawingml/2006/main" prst="rect">
            <a:avLst/>
          </a:prstGeom>
          <a:solidFill xmlns:a="http://schemas.openxmlformats.org/drawingml/2006/main">
            <a:srgbClr val="FFFFFF"/>
          </a:solidFill>
          <a:ln xmlns:a="http://schemas.openxmlformats.org/drawingml/2006/main" w="16193">
            <a:solidFill>
              <a:srgbClr val="2876A8"/>
            </a:solidFill>
          </a:ln>
        </p:spPr>
      </p:sp>
      <p:sp>
        <p:nvSpPr>
          <p:cNvPr id="21" name="">
            <a:extLst xmlns:a="http://schemas.openxmlformats.org/drawingml/2006/main">
              <a:ext uri="{FF2B5EF4-FFF2-40B4-BE49-F238E27FC236}">
                <a16:creationId xmlns:a16="http://schemas.microsoft.com/office/drawing/2014/main" id="{34B35CC4-FF02-444D-AA51-F594AB469B43}"/>
              </a:ext>
            </a:extLst>
          </p:cNvPr>
          <p:cNvSpPr>
            <a:spLocks xmlns:a="http://schemas.openxmlformats.org/drawingml/2006/main" noGrp="1"/>
          </p:cNvSpPr>
          <p:nvPr/>
        </p:nvSpPr>
        <p:spPr>
          <a:xfrm xmlns:a="http://schemas.openxmlformats.org/drawingml/2006/main">
            <a:off x="4772025" y="30670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defRPr sz="1800" b="1">
                <a:solidFill>
                  <a:srgbClr val="2876A8"/>
                </a:solidFill>
                <a:latin typeface="Yu Gothic"/>
                <a:ea typeface="Yu Gothic"/>
                <a:cs typeface="Yu Gothic"/>
              </a:defRPr>
            </a:lvl1pPr>
            <a:lvl2pPr>
              <a:defRPr sz="1800" b="1">
                <a:solidFill>
                  <a:srgbClr val="2876A8"/>
                </a:solidFill>
                <a:latin typeface="Yu Gothic"/>
                <a:ea typeface="Yu Gothic"/>
                <a:cs typeface="Yu Gothic"/>
              </a:defRPr>
            </a:lvl2pPr>
            <a:lvl3pPr>
              <a:defRPr sz="1800" b="1">
                <a:solidFill>
                  <a:srgbClr val="2876A8"/>
                </a:solidFill>
                <a:latin typeface="Yu Gothic"/>
                <a:ea typeface="Yu Gothic"/>
                <a:cs typeface="Yu Gothic"/>
              </a:defRPr>
            </a:lvl3pPr>
            <a:lvl4pPr>
              <a:defRPr sz="1800" b="1">
                <a:solidFill>
                  <a:srgbClr val="2876A8"/>
                </a:solidFill>
                <a:latin typeface="Yu Gothic"/>
                <a:ea typeface="Yu Gothic"/>
                <a:cs typeface="Yu Gothic"/>
              </a:defRPr>
            </a:lvl4pPr>
            <a:lvl5pPr>
              <a:defRPr sz="1800" b="1">
                <a:solidFill>
                  <a:srgbClr val="2876A8"/>
                </a:solidFill>
                <a:latin typeface="Yu Gothic"/>
                <a:ea typeface="Yu Gothic"/>
                <a:cs typeface="Yu Gothic"/>
              </a:defRPr>
            </a:lvl5pPr>
            <a:lvl6pPr>
              <a:defRPr sz="1800" b="1">
                <a:solidFill>
                  <a:srgbClr val="2876A8"/>
                </a:solidFill>
                <a:latin typeface="Yu Gothic"/>
                <a:ea typeface="Yu Gothic"/>
                <a:cs typeface="Yu Gothic"/>
              </a:defRPr>
            </a:lvl6pPr>
            <a:lvl7pPr>
              <a:defRPr sz="1800" b="1">
                <a:solidFill>
                  <a:srgbClr val="2876A8"/>
                </a:solidFill>
                <a:latin typeface="Yu Gothic"/>
                <a:ea typeface="Yu Gothic"/>
                <a:cs typeface="Yu Gothic"/>
              </a:defRPr>
            </a:lvl7pPr>
            <a:lvl8pPr>
              <a:defRPr sz="1800" b="1">
                <a:solidFill>
                  <a:srgbClr val="2876A8"/>
                </a:solidFill>
                <a:latin typeface="Yu Gothic"/>
                <a:ea typeface="Yu Gothic"/>
                <a:cs typeface="Yu Gothic"/>
              </a:defRPr>
            </a:lvl8pPr>
            <a:lvl9pPr>
              <a:defRPr sz="1800" b="1">
                <a:solidFill>
                  <a:srgbClr val="2876A8"/>
                </a:solidFill>
                <a:latin typeface="Yu Gothic"/>
                <a:ea typeface="Yu Gothic"/>
                <a:cs typeface="Yu Gothic"/>
              </a:defRPr>
            </a:lvl9pPr>
          </a:lstStyle>
          <a:p xmlns:a="http://schemas.openxmlformats.org/drawingml/2006/main">
            <a:pPr>
              <a:defRPr sz="1800" b="1">
                <a:solidFill>
                  <a:srgbClr val="2876A8"/>
                </a:solidFill>
                <a:latin typeface="Yu Gothic"/>
                <a:ea typeface="Yu Gothic"/>
                <a:cs typeface="Yu Gothic"/>
              </a:defRPr>
            </a:pPr>
            <a:r>
              <a:rPr sz="1800" b="1">
                <a:solidFill>
                  <a:srgbClr val="2876A8"/>
                </a:solidFill>
                <a:latin typeface="Yu Gothic"/>
                <a:ea typeface="Yu Gothic"/>
                <a:cs typeface="Yu Gothic"/>
              </a:rPr>
              <a:t>1</a:t>
            </a:r>
          </a:p>
        </p:txBody>
      </p:sp>
      <p:sp>
        <p:nvSpPr>
          <p:cNvPr id="22" name="">
            <a:extLst xmlns:a="http://schemas.openxmlformats.org/drawingml/2006/main">
              <a:ext uri="{FF2B5EF4-FFF2-40B4-BE49-F238E27FC236}">
                <a16:creationId xmlns:a16="http://schemas.microsoft.com/office/drawing/2014/main" id="{EEAE47C2-0A87-49C5-9DEF-C625D70318C0}"/>
              </a:ext>
            </a:extLst>
          </p:cNvPr>
          <p:cNvSpPr>
            <a:spLocks xmlns:a="http://schemas.openxmlformats.org/drawingml/2006/main" noGrp="1"/>
          </p:cNvSpPr>
          <p:nvPr/>
        </p:nvSpPr>
        <p:spPr>
          <a:xfrm xmlns:a="http://schemas.openxmlformats.org/drawingml/2006/main">
            <a:off x="5305425" y="2905125"/>
            <a:ext cx="533400" cy="666750"/>
          </a:xfrm>
          <a:prstGeom xmlns:a="http://schemas.openxmlformats.org/drawingml/2006/main" prst="rect">
            <a:avLst/>
          </a:prstGeom>
          <a:solidFill xmlns:a="http://schemas.openxmlformats.org/drawingml/2006/main">
            <a:srgbClr val="FFFFFF"/>
          </a:solidFill>
          <a:ln xmlns:a="http://schemas.openxmlformats.org/drawingml/2006/main" w="16193">
            <a:solidFill>
              <a:srgbClr val="2876A8"/>
            </a:solidFill>
          </a:ln>
        </p:spPr>
      </p:sp>
      <p:sp>
        <p:nvSpPr>
          <p:cNvPr id="23" name="">
            <a:extLst xmlns:a="http://schemas.openxmlformats.org/drawingml/2006/main">
              <a:ext uri="{FF2B5EF4-FFF2-40B4-BE49-F238E27FC236}">
                <a16:creationId xmlns:a16="http://schemas.microsoft.com/office/drawing/2014/main" id="{5A15B2B4-904A-4003-A0A1-302CAA6608E4}"/>
              </a:ext>
            </a:extLst>
          </p:cNvPr>
          <p:cNvSpPr>
            <a:spLocks xmlns:a="http://schemas.openxmlformats.org/drawingml/2006/main" noGrp="1"/>
          </p:cNvSpPr>
          <p:nvPr/>
        </p:nvSpPr>
        <p:spPr>
          <a:xfrm xmlns:a="http://schemas.openxmlformats.org/drawingml/2006/main">
            <a:off x="5457825" y="30670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defRPr sz="1800" b="1">
                <a:solidFill>
                  <a:srgbClr val="2876A8"/>
                </a:solidFill>
                <a:latin typeface="Yu Gothic"/>
                <a:ea typeface="Yu Gothic"/>
                <a:cs typeface="Yu Gothic"/>
              </a:defRPr>
            </a:lvl1pPr>
            <a:lvl2pPr>
              <a:defRPr sz="1800" b="1">
                <a:solidFill>
                  <a:srgbClr val="2876A8"/>
                </a:solidFill>
                <a:latin typeface="Yu Gothic"/>
                <a:ea typeface="Yu Gothic"/>
                <a:cs typeface="Yu Gothic"/>
              </a:defRPr>
            </a:lvl2pPr>
            <a:lvl3pPr>
              <a:defRPr sz="1800" b="1">
                <a:solidFill>
                  <a:srgbClr val="2876A8"/>
                </a:solidFill>
                <a:latin typeface="Yu Gothic"/>
                <a:ea typeface="Yu Gothic"/>
                <a:cs typeface="Yu Gothic"/>
              </a:defRPr>
            </a:lvl3pPr>
            <a:lvl4pPr>
              <a:defRPr sz="1800" b="1">
                <a:solidFill>
                  <a:srgbClr val="2876A8"/>
                </a:solidFill>
                <a:latin typeface="Yu Gothic"/>
                <a:ea typeface="Yu Gothic"/>
                <a:cs typeface="Yu Gothic"/>
              </a:defRPr>
            </a:lvl4pPr>
            <a:lvl5pPr>
              <a:defRPr sz="1800" b="1">
                <a:solidFill>
                  <a:srgbClr val="2876A8"/>
                </a:solidFill>
                <a:latin typeface="Yu Gothic"/>
                <a:ea typeface="Yu Gothic"/>
                <a:cs typeface="Yu Gothic"/>
              </a:defRPr>
            </a:lvl5pPr>
            <a:lvl6pPr>
              <a:defRPr sz="1800" b="1">
                <a:solidFill>
                  <a:srgbClr val="2876A8"/>
                </a:solidFill>
                <a:latin typeface="Yu Gothic"/>
                <a:ea typeface="Yu Gothic"/>
                <a:cs typeface="Yu Gothic"/>
              </a:defRPr>
            </a:lvl6pPr>
            <a:lvl7pPr>
              <a:defRPr sz="1800" b="1">
                <a:solidFill>
                  <a:srgbClr val="2876A8"/>
                </a:solidFill>
                <a:latin typeface="Yu Gothic"/>
                <a:ea typeface="Yu Gothic"/>
                <a:cs typeface="Yu Gothic"/>
              </a:defRPr>
            </a:lvl7pPr>
            <a:lvl8pPr>
              <a:defRPr sz="1800" b="1">
                <a:solidFill>
                  <a:srgbClr val="2876A8"/>
                </a:solidFill>
                <a:latin typeface="Yu Gothic"/>
                <a:ea typeface="Yu Gothic"/>
                <a:cs typeface="Yu Gothic"/>
              </a:defRPr>
            </a:lvl8pPr>
            <a:lvl9pPr>
              <a:defRPr sz="1800" b="1">
                <a:solidFill>
                  <a:srgbClr val="2876A8"/>
                </a:solidFill>
                <a:latin typeface="Yu Gothic"/>
                <a:ea typeface="Yu Gothic"/>
                <a:cs typeface="Yu Gothic"/>
              </a:defRPr>
            </a:lvl9pPr>
          </a:lstStyle>
          <a:p xmlns:a="http://schemas.openxmlformats.org/drawingml/2006/main">
            <a:pPr>
              <a:defRPr sz="1800" b="1">
                <a:solidFill>
                  <a:srgbClr val="2876A8"/>
                </a:solidFill>
                <a:latin typeface="Yu Gothic"/>
                <a:ea typeface="Yu Gothic"/>
                <a:cs typeface="Yu Gothic"/>
              </a:defRPr>
            </a:pPr>
            <a:r>
              <a:rPr sz="1800" b="1">
                <a:solidFill>
                  <a:srgbClr val="2876A8"/>
                </a:solidFill>
                <a:latin typeface="Yu Gothic"/>
                <a:ea typeface="Yu Gothic"/>
                <a:cs typeface="Yu Gothic"/>
              </a:rPr>
              <a:t>2</a:t>
            </a:r>
          </a:p>
        </p:txBody>
      </p:sp>
      <p:sp>
        <p:nvSpPr>
          <p:cNvPr id="24" name="">
            <a:extLst xmlns:a="http://schemas.openxmlformats.org/drawingml/2006/main">
              <a:ext uri="{FF2B5EF4-FFF2-40B4-BE49-F238E27FC236}">
                <a16:creationId xmlns:a16="http://schemas.microsoft.com/office/drawing/2014/main" id="{E0F12358-89FD-4118-A2DA-B7CDFB70AF23}"/>
              </a:ext>
            </a:extLst>
          </p:cNvPr>
          <p:cNvSpPr>
            <a:spLocks xmlns:a="http://schemas.openxmlformats.org/drawingml/2006/main" noGrp="1"/>
          </p:cNvSpPr>
          <p:nvPr/>
        </p:nvSpPr>
        <p:spPr>
          <a:xfrm xmlns:a="http://schemas.openxmlformats.org/drawingml/2006/main">
            <a:off x="5991225" y="2905125"/>
            <a:ext cx="533400" cy="666750"/>
          </a:xfrm>
          <a:prstGeom xmlns:a="http://schemas.openxmlformats.org/drawingml/2006/main" prst="rect">
            <a:avLst/>
          </a:prstGeom>
          <a:solidFill xmlns:a="http://schemas.openxmlformats.org/drawingml/2006/main">
            <a:srgbClr val="FFFFFF"/>
          </a:solidFill>
          <a:ln xmlns:a="http://schemas.openxmlformats.org/drawingml/2006/main" w="16193">
            <a:solidFill>
              <a:srgbClr val="2876A8"/>
            </a:solidFill>
          </a:ln>
        </p:spPr>
      </p:sp>
      <p:sp>
        <p:nvSpPr>
          <p:cNvPr id="25" name="">
            <a:extLst xmlns:a="http://schemas.openxmlformats.org/drawingml/2006/main">
              <a:ext uri="{FF2B5EF4-FFF2-40B4-BE49-F238E27FC236}">
                <a16:creationId xmlns:a16="http://schemas.microsoft.com/office/drawing/2014/main" id="{BF576B67-D9F6-4581-9C4B-56FF987DB3EC}"/>
              </a:ext>
            </a:extLst>
          </p:cNvPr>
          <p:cNvSpPr>
            <a:spLocks xmlns:a="http://schemas.openxmlformats.org/drawingml/2006/main" noGrp="1"/>
          </p:cNvSpPr>
          <p:nvPr/>
        </p:nvSpPr>
        <p:spPr>
          <a:xfrm xmlns:a="http://schemas.openxmlformats.org/drawingml/2006/main">
            <a:off x="6143625" y="30670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defRPr sz="1800" b="1">
                <a:solidFill>
                  <a:srgbClr val="2876A8"/>
                </a:solidFill>
                <a:latin typeface="Yu Gothic"/>
                <a:ea typeface="Yu Gothic"/>
                <a:cs typeface="Yu Gothic"/>
              </a:defRPr>
            </a:lvl1pPr>
            <a:lvl2pPr>
              <a:defRPr sz="1800" b="1">
                <a:solidFill>
                  <a:srgbClr val="2876A8"/>
                </a:solidFill>
                <a:latin typeface="Yu Gothic"/>
                <a:ea typeface="Yu Gothic"/>
                <a:cs typeface="Yu Gothic"/>
              </a:defRPr>
            </a:lvl2pPr>
            <a:lvl3pPr>
              <a:defRPr sz="1800" b="1">
                <a:solidFill>
                  <a:srgbClr val="2876A8"/>
                </a:solidFill>
                <a:latin typeface="Yu Gothic"/>
                <a:ea typeface="Yu Gothic"/>
                <a:cs typeface="Yu Gothic"/>
              </a:defRPr>
            </a:lvl3pPr>
            <a:lvl4pPr>
              <a:defRPr sz="1800" b="1">
                <a:solidFill>
                  <a:srgbClr val="2876A8"/>
                </a:solidFill>
                <a:latin typeface="Yu Gothic"/>
                <a:ea typeface="Yu Gothic"/>
                <a:cs typeface="Yu Gothic"/>
              </a:defRPr>
            </a:lvl4pPr>
            <a:lvl5pPr>
              <a:defRPr sz="1800" b="1">
                <a:solidFill>
                  <a:srgbClr val="2876A8"/>
                </a:solidFill>
                <a:latin typeface="Yu Gothic"/>
                <a:ea typeface="Yu Gothic"/>
                <a:cs typeface="Yu Gothic"/>
              </a:defRPr>
            </a:lvl5pPr>
            <a:lvl6pPr>
              <a:defRPr sz="1800" b="1">
                <a:solidFill>
                  <a:srgbClr val="2876A8"/>
                </a:solidFill>
                <a:latin typeface="Yu Gothic"/>
                <a:ea typeface="Yu Gothic"/>
                <a:cs typeface="Yu Gothic"/>
              </a:defRPr>
            </a:lvl6pPr>
            <a:lvl7pPr>
              <a:defRPr sz="1800" b="1">
                <a:solidFill>
                  <a:srgbClr val="2876A8"/>
                </a:solidFill>
                <a:latin typeface="Yu Gothic"/>
                <a:ea typeface="Yu Gothic"/>
                <a:cs typeface="Yu Gothic"/>
              </a:defRPr>
            </a:lvl7pPr>
            <a:lvl8pPr>
              <a:defRPr sz="1800" b="1">
                <a:solidFill>
                  <a:srgbClr val="2876A8"/>
                </a:solidFill>
                <a:latin typeface="Yu Gothic"/>
                <a:ea typeface="Yu Gothic"/>
                <a:cs typeface="Yu Gothic"/>
              </a:defRPr>
            </a:lvl8pPr>
            <a:lvl9pPr>
              <a:defRPr sz="1800" b="1">
                <a:solidFill>
                  <a:srgbClr val="2876A8"/>
                </a:solidFill>
                <a:latin typeface="Yu Gothic"/>
                <a:ea typeface="Yu Gothic"/>
                <a:cs typeface="Yu Gothic"/>
              </a:defRPr>
            </a:lvl9pPr>
          </a:lstStyle>
          <a:p xmlns:a="http://schemas.openxmlformats.org/drawingml/2006/main">
            <a:pPr>
              <a:defRPr sz="1800" b="1">
                <a:solidFill>
                  <a:srgbClr val="2876A8"/>
                </a:solidFill>
                <a:latin typeface="Yu Gothic"/>
                <a:ea typeface="Yu Gothic"/>
                <a:cs typeface="Yu Gothic"/>
              </a:defRPr>
            </a:pPr>
            <a:r>
              <a:rPr sz="1800" b="1">
                <a:solidFill>
                  <a:srgbClr val="2876A8"/>
                </a:solidFill>
                <a:latin typeface="Yu Gothic"/>
                <a:ea typeface="Yu Gothic"/>
                <a:cs typeface="Yu Gothic"/>
              </a:rPr>
              <a:t>3</a:t>
            </a:r>
          </a:p>
        </p:txBody>
      </p:sp>
      <p:sp>
        <p:nvSpPr>
          <p:cNvPr id="26" name="">
            <a:extLst xmlns:a="http://schemas.openxmlformats.org/drawingml/2006/main">
              <a:ext uri="{FF2B5EF4-FFF2-40B4-BE49-F238E27FC236}">
                <a16:creationId xmlns:a16="http://schemas.microsoft.com/office/drawing/2014/main" id="{9CAC8F87-7301-4574-BA09-AA99E66465DB}"/>
              </a:ext>
            </a:extLst>
          </p:cNvPr>
          <p:cNvSpPr>
            <a:spLocks xmlns:a="http://schemas.openxmlformats.org/drawingml/2006/main" noGrp="1"/>
          </p:cNvSpPr>
          <p:nvPr/>
        </p:nvSpPr>
        <p:spPr>
          <a:xfrm xmlns:a="http://schemas.openxmlformats.org/drawingml/2006/main">
            <a:off x="6677025" y="2905125"/>
            <a:ext cx="533400" cy="666750"/>
          </a:xfrm>
          <a:prstGeom xmlns:a="http://schemas.openxmlformats.org/drawingml/2006/main" prst="rect">
            <a:avLst/>
          </a:prstGeom>
          <a:solidFill xmlns:a="http://schemas.openxmlformats.org/drawingml/2006/main">
            <a:srgbClr val="FFFFFF"/>
          </a:solidFill>
          <a:ln xmlns:a="http://schemas.openxmlformats.org/drawingml/2006/main" w="16193">
            <a:solidFill>
              <a:srgbClr val="2876A8"/>
            </a:solidFill>
          </a:ln>
        </p:spPr>
      </p:sp>
      <p:sp>
        <p:nvSpPr>
          <p:cNvPr id="27" name="">
            <a:extLst xmlns:a="http://schemas.openxmlformats.org/drawingml/2006/main">
              <a:ext uri="{FF2B5EF4-FFF2-40B4-BE49-F238E27FC236}">
                <a16:creationId xmlns:a16="http://schemas.microsoft.com/office/drawing/2014/main" id="{55C436FC-727E-49D8-A8EB-A6E976335C40}"/>
              </a:ext>
            </a:extLst>
          </p:cNvPr>
          <p:cNvSpPr>
            <a:spLocks xmlns:a="http://schemas.openxmlformats.org/drawingml/2006/main" noGrp="1"/>
          </p:cNvSpPr>
          <p:nvPr/>
        </p:nvSpPr>
        <p:spPr>
          <a:xfrm xmlns:a="http://schemas.openxmlformats.org/drawingml/2006/main">
            <a:off x="6829425" y="30670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defRPr sz="1800" b="1">
                <a:solidFill>
                  <a:srgbClr val="2876A8"/>
                </a:solidFill>
                <a:latin typeface="Yu Gothic"/>
                <a:ea typeface="Yu Gothic"/>
                <a:cs typeface="Yu Gothic"/>
              </a:defRPr>
            </a:lvl1pPr>
            <a:lvl2pPr>
              <a:defRPr sz="1800" b="1">
                <a:solidFill>
                  <a:srgbClr val="2876A8"/>
                </a:solidFill>
                <a:latin typeface="Yu Gothic"/>
                <a:ea typeface="Yu Gothic"/>
                <a:cs typeface="Yu Gothic"/>
              </a:defRPr>
            </a:lvl2pPr>
            <a:lvl3pPr>
              <a:defRPr sz="1800" b="1">
                <a:solidFill>
                  <a:srgbClr val="2876A8"/>
                </a:solidFill>
                <a:latin typeface="Yu Gothic"/>
                <a:ea typeface="Yu Gothic"/>
                <a:cs typeface="Yu Gothic"/>
              </a:defRPr>
            </a:lvl3pPr>
            <a:lvl4pPr>
              <a:defRPr sz="1800" b="1">
                <a:solidFill>
                  <a:srgbClr val="2876A8"/>
                </a:solidFill>
                <a:latin typeface="Yu Gothic"/>
                <a:ea typeface="Yu Gothic"/>
                <a:cs typeface="Yu Gothic"/>
              </a:defRPr>
            </a:lvl4pPr>
            <a:lvl5pPr>
              <a:defRPr sz="1800" b="1">
                <a:solidFill>
                  <a:srgbClr val="2876A8"/>
                </a:solidFill>
                <a:latin typeface="Yu Gothic"/>
                <a:ea typeface="Yu Gothic"/>
                <a:cs typeface="Yu Gothic"/>
              </a:defRPr>
            </a:lvl5pPr>
            <a:lvl6pPr>
              <a:defRPr sz="1800" b="1">
                <a:solidFill>
                  <a:srgbClr val="2876A8"/>
                </a:solidFill>
                <a:latin typeface="Yu Gothic"/>
                <a:ea typeface="Yu Gothic"/>
                <a:cs typeface="Yu Gothic"/>
              </a:defRPr>
            </a:lvl6pPr>
            <a:lvl7pPr>
              <a:defRPr sz="1800" b="1">
                <a:solidFill>
                  <a:srgbClr val="2876A8"/>
                </a:solidFill>
                <a:latin typeface="Yu Gothic"/>
                <a:ea typeface="Yu Gothic"/>
                <a:cs typeface="Yu Gothic"/>
              </a:defRPr>
            </a:lvl7pPr>
            <a:lvl8pPr>
              <a:defRPr sz="1800" b="1">
                <a:solidFill>
                  <a:srgbClr val="2876A8"/>
                </a:solidFill>
                <a:latin typeface="Yu Gothic"/>
                <a:ea typeface="Yu Gothic"/>
                <a:cs typeface="Yu Gothic"/>
              </a:defRPr>
            </a:lvl8pPr>
            <a:lvl9pPr>
              <a:defRPr sz="1800" b="1">
                <a:solidFill>
                  <a:srgbClr val="2876A8"/>
                </a:solidFill>
                <a:latin typeface="Yu Gothic"/>
                <a:ea typeface="Yu Gothic"/>
                <a:cs typeface="Yu Gothic"/>
              </a:defRPr>
            </a:lvl9pPr>
          </a:lstStyle>
          <a:p xmlns:a="http://schemas.openxmlformats.org/drawingml/2006/main">
            <a:pPr>
              <a:defRPr sz="1800" b="1">
                <a:solidFill>
                  <a:srgbClr val="2876A8"/>
                </a:solidFill>
                <a:latin typeface="Yu Gothic"/>
                <a:ea typeface="Yu Gothic"/>
                <a:cs typeface="Yu Gothic"/>
              </a:defRPr>
            </a:pPr>
            <a:r>
              <a:rPr sz="1800" b="1">
                <a:solidFill>
                  <a:srgbClr val="2876A8"/>
                </a:solidFill>
                <a:latin typeface="Yu Gothic"/>
                <a:ea typeface="Yu Gothic"/>
                <a:cs typeface="Yu Gothic"/>
              </a:rPr>
              <a:t>4</a:t>
            </a:r>
          </a:p>
        </p:txBody>
      </p:sp>
      <p:sp>
        <p:nvSpPr>
          <p:cNvPr id="28" name="">
            <a:extLst xmlns:a="http://schemas.openxmlformats.org/drawingml/2006/main">
              <a:ext uri="{FF2B5EF4-FFF2-40B4-BE49-F238E27FC236}">
                <a16:creationId xmlns:a16="http://schemas.microsoft.com/office/drawing/2014/main" id="{776A9929-0C85-4603-96A9-89E383C65A7A}"/>
              </a:ext>
            </a:extLst>
          </p:cNvPr>
          <p:cNvSpPr>
            <a:spLocks xmlns:a="http://schemas.openxmlformats.org/drawingml/2006/main" noGrp="1"/>
          </p:cNvSpPr>
          <p:nvPr/>
        </p:nvSpPr>
        <p:spPr>
          <a:xfrm xmlns:a="http://schemas.openxmlformats.org/drawingml/2006/main">
            <a:off x="4619625" y="38576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defRPr sz="2100" b="1">
                <a:solidFill>
                  <a:srgbClr val="2876A8"/>
                </a:solidFill>
                <a:latin typeface="Yu Gothic"/>
                <a:ea typeface="Yu Gothic"/>
                <a:cs typeface="Yu Gothic"/>
              </a:defRPr>
            </a:lvl1pPr>
            <a:lvl2pPr>
              <a:defRPr sz="2100" b="1">
                <a:solidFill>
                  <a:srgbClr val="2876A8"/>
                </a:solidFill>
                <a:latin typeface="Yu Gothic"/>
                <a:ea typeface="Yu Gothic"/>
                <a:cs typeface="Yu Gothic"/>
              </a:defRPr>
            </a:lvl2pPr>
            <a:lvl3pPr>
              <a:defRPr sz="2100" b="1">
                <a:solidFill>
                  <a:srgbClr val="2876A8"/>
                </a:solidFill>
                <a:latin typeface="Yu Gothic"/>
                <a:ea typeface="Yu Gothic"/>
                <a:cs typeface="Yu Gothic"/>
              </a:defRPr>
            </a:lvl3pPr>
            <a:lvl4pPr>
              <a:defRPr sz="2100" b="1">
                <a:solidFill>
                  <a:srgbClr val="2876A8"/>
                </a:solidFill>
                <a:latin typeface="Yu Gothic"/>
                <a:ea typeface="Yu Gothic"/>
                <a:cs typeface="Yu Gothic"/>
              </a:defRPr>
            </a:lvl4pPr>
            <a:lvl5pPr>
              <a:defRPr sz="2100" b="1">
                <a:solidFill>
                  <a:srgbClr val="2876A8"/>
                </a:solidFill>
                <a:latin typeface="Yu Gothic"/>
                <a:ea typeface="Yu Gothic"/>
                <a:cs typeface="Yu Gothic"/>
              </a:defRPr>
            </a:lvl5pPr>
            <a:lvl6pPr>
              <a:defRPr sz="2100" b="1">
                <a:solidFill>
                  <a:srgbClr val="2876A8"/>
                </a:solidFill>
                <a:latin typeface="Yu Gothic"/>
                <a:ea typeface="Yu Gothic"/>
                <a:cs typeface="Yu Gothic"/>
              </a:defRPr>
            </a:lvl6pPr>
            <a:lvl7pPr>
              <a:defRPr sz="2100" b="1">
                <a:solidFill>
                  <a:srgbClr val="2876A8"/>
                </a:solidFill>
                <a:latin typeface="Yu Gothic"/>
                <a:ea typeface="Yu Gothic"/>
                <a:cs typeface="Yu Gothic"/>
              </a:defRPr>
            </a:lvl7pPr>
            <a:lvl8pPr>
              <a:defRPr sz="2100" b="1">
                <a:solidFill>
                  <a:srgbClr val="2876A8"/>
                </a:solidFill>
                <a:latin typeface="Yu Gothic"/>
                <a:ea typeface="Yu Gothic"/>
                <a:cs typeface="Yu Gothic"/>
              </a:defRPr>
            </a:lvl8pPr>
            <a:lvl9pPr>
              <a:defRPr sz="2100" b="1">
                <a:solidFill>
                  <a:srgbClr val="2876A8"/>
                </a:solidFill>
                <a:latin typeface="Yu Gothic"/>
                <a:ea typeface="Yu Gothic"/>
                <a:cs typeface="Yu Gothic"/>
              </a:defRPr>
            </a:lvl9pPr>
          </a:lstStyle>
          <a:p xmlns:a="http://schemas.openxmlformats.org/drawingml/2006/main">
            <a:pPr>
              <a:defRPr sz="2100" b="1">
                <a:solidFill>
                  <a:srgbClr val="2876A8"/>
                </a:solidFill>
                <a:latin typeface="Yu Gothic"/>
                <a:ea typeface="Yu Gothic"/>
                <a:cs typeface="Yu Gothic"/>
              </a:defRPr>
            </a:pPr>
            <a:r>
              <a:rPr sz="2100" b="1">
                <a:solidFill>
                  <a:srgbClr val="2876A8"/>
                </a:solidFill>
                <a:latin typeface="Yu Gothic"/>
                <a:ea typeface="Yu Gothic"/>
                <a:cs typeface="Yu Gothic"/>
              </a:rPr>
              <a:t>学習・調整に使う</a:t>
            </a:r>
          </a:p>
        </p:txBody>
      </p:sp>
      <p:sp>
        <p:nvSpPr>
          <p:cNvPr id="29" name="">
            <a:extLst xmlns:a="http://schemas.openxmlformats.org/drawingml/2006/main">
              <a:ext uri="{FF2B5EF4-FFF2-40B4-BE49-F238E27FC236}">
                <a16:creationId xmlns:a16="http://schemas.microsoft.com/office/drawing/2014/main" id="{FE4F5119-1553-4153-BE32-FCFEFF07EB8E}"/>
              </a:ext>
            </a:extLst>
          </p:cNvPr>
          <p:cNvSpPr>
            <a:spLocks xmlns:a="http://schemas.openxmlformats.org/drawingml/2006/main" noGrp="1"/>
          </p:cNvSpPr>
          <p:nvPr/>
        </p:nvSpPr>
        <p:spPr>
          <a:xfrm xmlns:a="http://schemas.openxmlformats.org/drawingml/2006/main">
            <a:off x="8286750" y="22383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母材C</a:t>
            </a:r>
          </a:p>
        </p:txBody>
      </p:sp>
      <p:sp>
        <p:nvSpPr>
          <p:cNvPr id="30" name="">
            <a:extLst xmlns:a="http://schemas.openxmlformats.org/drawingml/2006/main">
              <a:ext uri="{FF2B5EF4-FFF2-40B4-BE49-F238E27FC236}">
                <a16:creationId xmlns:a16="http://schemas.microsoft.com/office/drawing/2014/main" id="{307C92A7-5D5C-441F-A809-C11DBA6751B7}"/>
              </a:ext>
            </a:extLst>
          </p:cNvPr>
          <p:cNvSpPr>
            <a:spLocks xmlns:a="http://schemas.openxmlformats.org/drawingml/2006/main" noGrp="1"/>
          </p:cNvSpPr>
          <p:nvPr/>
        </p:nvSpPr>
        <p:spPr>
          <a:xfrm xmlns:a="http://schemas.openxmlformats.org/drawingml/2006/main">
            <a:off x="8286750" y="2905125"/>
            <a:ext cx="533400" cy="666750"/>
          </a:xfrm>
          <a:prstGeom xmlns:a="http://schemas.openxmlformats.org/drawingml/2006/main" prst="rect">
            <a:avLst/>
          </a:prstGeom>
          <a:solidFill xmlns:a="http://schemas.openxmlformats.org/drawingml/2006/main">
            <a:srgbClr val="FFFFFF"/>
          </a:solidFill>
          <a:ln xmlns:a="http://schemas.openxmlformats.org/drawingml/2006/main" w="16193">
            <a:solidFill>
              <a:srgbClr val="087E8B"/>
            </a:solidFill>
          </a:ln>
        </p:spPr>
      </p:sp>
      <p:sp>
        <p:nvSpPr>
          <p:cNvPr id="31" name="">
            <a:extLst xmlns:a="http://schemas.openxmlformats.org/drawingml/2006/main">
              <a:ext uri="{FF2B5EF4-FFF2-40B4-BE49-F238E27FC236}">
                <a16:creationId xmlns:a16="http://schemas.microsoft.com/office/drawing/2014/main" id="{73C49DDC-B2C5-4280-BF30-F441D1AED98B}"/>
              </a:ext>
            </a:extLst>
          </p:cNvPr>
          <p:cNvSpPr>
            <a:spLocks xmlns:a="http://schemas.openxmlformats.org/drawingml/2006/main" noGrp="1"/>
          </p:cNvSpPr>
          <p:nvPr/>
        </p:nvSpPr>
        <p:spPr>
          <a:xfrm xmlns:a="http://schemas.openxmlformats.org/drawingml/2006/main">
            <a:off x="8439150" y="30670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087E8B"/>
                </a:solidFill>
                <a:latin typeface="Yu Gothic"/>
                <a:ea typeface="Yu Gothic"/>
                <a:cs typeface="Yu Gothic"/>
              </a:defRPr>
            </a:defPPr>
            <a:lvl1pPr>
              <a:defRPr sz="1800" b="1">
                <a:solidFill>
                  <a:srgbClr val="087E8B"/>
                </a:solidFill>
                <a:latin typeface="Yu Gothic"/>
                <a:ea typeface="Yu Gothic"/>
                <a:cs typeface="Yu Gothic"/>
              </a:defRPr>
            </a:lvl1pPr>
            <a:lvl2pPr>
              <a:defRPr sz="1800" b="1">
                <a:solidFill>
                  <a:srgbClr val="087E8B"/>
                </a:solidFill>
                <a:latin typeface="Yu Gothic"/>
                <a:ea typeface="Yu Gothic"/>
                <a:cs typeface="Yu Gothic"/>
              </a:defRPr>
            </a:lvl2pPr>
            <a:lvl3pPr>
              <a:defRPr sz="1800" b="1">
                <a:solidFill>
                  <a:srgbClr val="087E8B"/>
                </a:solidFill>
                <a:latin typeface="Yu Gothic"/>
                <a:ea typeface="Yu Gothic"/>
                <a:cs typeface="Yu Gothic"/>
              </a:defRPr>
            </a:lvl3pPr>
            <a:lvl4pPr>
              <a:defRPr sz="1800" b="1">
                <a:solidFill>
                  <a:srgbClr val="087E8B"/>
                </a:solidFill>
                <a:latin typeface="Yu Gothic"/>
                <a:ea typeface="Yu Gothic"/>
                <a:cs typeface="Yu Gothic"/>
              </a:defRPr>
            </a:lvl4pPr>
            <a:lvl5pPr>
              <a:defRPr sz="1800" b="1">
                <a:solidFill>
                  <a:srgbClr val="087E8B"/>
                </a:solidFill>
                <a:latin typeface="Yu Gothic"/>
                <a:ea typeface="Yu Gothic"/>
                <a:cs typeface="Yu Gothic"/>
              </a:defRPr>
            </a:lvl5pPr>
            <a:lvl6pPr>
              <a:defRPr sz="1800" b="1">
                <a:solidFill>
                  <a:srgbClr val="087E8B"/>
                </a:solidFill>
                <a:latin typeface="Yu Gothic"/>
                <a:ea typeface="Yu Gothic"/>
                <a:cs typeface="Yu Gothic"/>
              </a:defRPr>
            </a:lvl6pPr>
            <a:lvl7pPr>
              <a:defRPr sz="1800" b="1">
                <a:solidFill>
                  <a:srgbClr val="087E8B"/>
                </a:solidFill>
                <a:latin typeface="Yu Gothic"/>
                <a:ea typeface="Yu Gothic"/>
                <a:cs typeface="Yu Gothic"/>
              </a:defRPr>
            </a:lvl7pPr>
            <a:lvl8pPr>
              <a:defRPr sz="1800" b="1">
                <a:solidFill>
                  <a:srgbClr val="087E8B"/>
                </a:solidFill>
                <a:latin typeface="Yu Gothic"/>
                <a:ea typeface="Yu Gothic"/>
                <a:cs typeface="Yu Gothic"/>
              </a:defRPr>
            </a:lvl8pPr>
            <a:lvl9pPr>
              <a:defRPr sz="1800" b="1">
                <a:solidFill>
                  <a:srgbClr val="087E8B"/>
                </a:solidFill>
                <a:latin typeface="Yu Gothic"/>
                <a:ea typeface="Yu Gothic"/>
                <a:cs typeface="Yu Gothic"/>
              </a:defRPr>
            </a:lvl9pPr>
          </a:lstStyle>
          <a:p xmlns:a="http://schemas.openxmlformats.org/drawingml/2006/main">
            <a:pPr>
              <a:defRPr sz="1800" b="1">
                <a:solidFill>
                  <a:srgbClr val="087E8B"/>
                </a:solidFill>
                <a:latin typeface="Yu Gothic"/>
                <a:ea typeface="Yu Gothic"/>
                <a:cs typeface="Yu Gothic"/>
              </a:defRPr>
            </a:pPr>
            <a:r>
              <a:rPr sz="1800" b="1">
                <a:solidFill>
                  <a:srgbClr val="087E8B"/>
                </a:solidFill>
                <a:latin typeface="Yu Gothic"/>
                <a:ea typeface="Yu Gothic"/>
                <a:cs typeface="Yu Gothic"/>
              </a:rPr>
              <a:t>1</a:t>
            </a:r>
          </a:p>
        </p:txBody>
      </p:sp>
      <p:sp>
        <p:nvSpPr>
          <p:cNvPr id="32" name="">
            <a:extLst xmlns:a="http://schemas.openxmlformats.org/drawingml/2006/main">
              <a:ext uri="{FF2B5EF4-FFF2-40B4-BE49-F238E27FC236}">
                <a16:creationId xmlns:a16="http://schemas.microsoft.com/office/drawing/2014/main" id="{7AAB91CE-AEE4-4516-A0D2-699D035781E4}"/>
              </a:ext>
            </a:extLst>
          </p:cNvPr>
          <p:cNvSpPr>
            <a:spLocks xmlns:a="http://schemas.openxmlformats.org/drawingml/2006/main" noGrp="1"/>
          </p:cNvSpPr>
          <p:nvPr/>
        </p:nvSpPr>
        <p:spPr>
          <a:xfrm xmlns:a="http://schemas.openxmlformats.org/drawingml/2006/main">
            <a:off x="8972550" y="2905125"/>
            <a:ext cx="533400" cy="666750"/>
          </a:xfrm>
          <a:prstGeom xmlns:a="http://schemas.openxmlformats.org/drawingml/2006/main" prst="rect">
            <a:avLst/>
          </a:prstGeom>
          <a:solidFill xmlns:a="http://schemas.openxmlformats.org/drawingml/2006/main">
            <a:srgbClr val="FFFFFF"/>
          </a:solidFill>
          <a:ln xmlns:a="http://schemas.openxmlformats.org/drawingml/2006/main" w="16193">
            <a:solidFill>
              <a:srgbClr val="087E8B"/>
            </a:solidFill>
          </a:ln>
        </p:spPr>
      </p:sp>
      <p:sp>
        <p:nvSpPr>
          <p:cNvPr id="33" name="">
            <a:extLst xmlns:a="http://schemas.openxmlformats.org/drawingml/2006/main">
              <a:ext uri="{FF2B5EF4-FFF2-40B4-BE49-F238E27FC236}">
                <a16:creationId xmlns:a16="http://schemas.microsoft.com/office/drawing/2014/main" id="{76C5A1A5-61F5-45D3-B601-E0AD580BBF91}"/>
              </a:ext>
            </a:extLst>
          </p:cNvPr>
          <p:cNvSpPr>
            <a:spLocks xmlns:a="http://schemas.openxmlformats.org/drawingml/2006/main" noGrp="1"/>
          </p:cNvSpPr>
          <p:nvPr/>
        </p:nvSpPr>
        <p:spPr>
          <a:xfrm xmlns:a="http://schemas.openxmlformats.org/drawingml/2006/main">
            <a:off x="9124950" y="30670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087E8B"/>
                </a:solidFill>
                <a:latin typeface="Yu Gothic"/>
                <a:ea typeface="Yu Gothic"/>
                <a:cs typeface="Yu Gothic"/>
              </a:defRPr>
            </a:defPPr>
            <a:lvl1pPr>
              <a:defRPr sz="1800" b="1">
                <a:solidFill>
                  <a:srgbClr val="087E8B"/>
                </a:solidFill>
                <a:latin typeface="Yu Gothic"/>
                <a:ea typeface="Yu Gothic"/>
                <a:cs typeface="Yu Gothic"/>
              </a:defRPr>
            </a:lvl1pPr>
            <a:lvl2pPr>
              <a:defRPr sz="1800" b="1">
                <a:solidFill>
                  <a:srgbClr val="087E8B"/>
                </a:solidFill>
                <a:latin typeface="Yu Gothic"/>
                <a:ea typeface="Yu Gothic"/>
                <a:cs typeface="Yu Gothic"/>
              </a:defRPr>
            </a:lvl2pPr>
            <a:lvl3pPr>
              <a:defRPr sz="1800" b="1">
                <a:solidFill>
                  <a:srgbClr val="087E8B"/>
                </a:solidFill>
                <a:latin typeface="Yu Gothic"/>
                <a:ea typeface="Yu Gothic"/>
                <a:cs typeface="Yu Gothic"/>
              </a:defRPr>
            </a:lvl3pPr>
            <a:lvl4pPr>
              <a:defRPr sz="1800" b="1">
                <a:solidFill>
                  <a:srgbClr val="087E8B"/>
                </a:solidFill>
                <a:latin typeface="Yu Gothic"/>
                <a:ea typeface="Yu Gothic"/>
                <a:cs typeface="Yu Gothic"/>
              </a:defRPr>
            </a:lvl4pPr>
            <a:lvl5pPr>
              <a:defRPr sz="1800" b="1">
                <a:solidFill>
                  <a:srgbClr val="087E8B"/>
                </a:solidFill>
                <a:latin typeface="Yu Gothic"/>
                <a:ea typeface="Yu Gothic"/>
                <a:cs typeface="Yu Gothic"/>
              </a:defRPr>
            </a:lvl5pPr>
            <a:lvl6pPr>
              <a:defRPr sz="1800" b="1">
                <a:solidFill>
                  <a:srgbClr val="087E8B"/>
                </a:solidFill>
                <a:latin typeface="Yu Gothic"/>
                <a:ea typeface="Yu Gothic"/>
                <a:cs typeface="Yu Gothic"/>
              </a:defRPr>
            </a:lvl6pPr>
            <a:lvl7pPr>
              <a:defRPr sz="1800" b="1">
                <a:solidFill>
                  <a:srgbClr val="087E8B"/>
                </a:solidFill>
                <a:latin typeface="Yu Gothic"/>
                <a:ea typeface="Yu Gothic"/>
                <a:cs typeface="Yu Gothic"/>
              </a:defRPr>
            </a:lvl7pPr>
            <a:lvl8pPr>
              <a:defRPr sz="1800" b="1">
                <a:solidFill>
                  <a:srgbClr val="087E8B"/>
                </a:solidFill>
                <a:latin typeface="Yu Gothic"/>
                <a:ea typeface="Yu Gothic"/>
                <a:cs typeface="Yu Gothic"/>
              </a:defRPr>
            </a:lvl8pPr>
            <a:lvl9pPr>
              <a:defRPr sz="1800" b="1">
                <a:solidFill>
                  <a:srgbClr val="087E8B"/>
                </a:solidFill>
                <a:latin typeface="Yu Gothic"/>
                <a:ea typeface="Yu Gothic"/>
                <a:cs typeface="Yu Gothic"/>
              </a:defRPr>
            </a:lvl9pPr>
          </a:lstStyle>
          <a:p xmlns:a="http://schemas.openxmlformats.org/drawingml/2006/main">
            <a:pPr>
              <a:defRPr sz="1800" b="1">
                <a:solidFill>
                  <a:srgbClr val="087E8B"/>
                </a:solidFill>
                <a:latin typeface="Yu Gothic"/>
                <a:ea typeface="Yu Gothic"/>
                <a:cs typeface="Yu Gothic"/>
              </a:defRPr>
            </a:pPr>
            <a:r>
              <a:rPr sz="1800" b="1">
                <a:solidFill>
                  <a:srgbClr val="087E8B"/>
                </a:solidFill>
                <a:latin typeface="Yu Gothic"/>
                <a:ea typeface="Yu Gothic"/>
                <a:cs typeface="Yu Gothic"/>
              </a:rPr>
              <a:t>2</a:t>
            </a:r>
          </a:p>
        </p:txBody>
      </p:sp>
      <p:sp>
        <p:nvSpPr>
          <p:cNvPr id="34" name="">
            <a:extLst xmlns:a="http://schemas.openxmlformats.org/drawingml/2006/main">
              <a:ext uri="{FF2B5EF4-FFF2-40B4-BE49-F238E27FC236}">
                <a16:creationId xmlns:a16="http://schemas.microsoft.com/office/drawing/2014/main" id="{0C6A3B36-3E19-4F82-A35F-2F929A93C68F}"/>
              </a:ext>
            </a:extLst>
          </p:cNvPr>
          <p:cNvSpPr>
            <a:spLocks xmlns:a="http://schemas.openxmlformats.org/drawingml/2006/main" noGrp="1"/>
          </p:cNvSpPr>
          <p:nvPr/>
        </p:nvSpPr>
        <p:spPr>
          <a:xfrm xmlns:a="http://schemas.openxmlformats.org/drawingml/2006/main">
            <a:off x="9658350" y="2905125"/>
            <a:ext cx="533400" cy="666750"/>
          </a:xfrm>
          <a:prstGeom xmlns:a="http://schemas.openxmlformats.org/drawingml/2006/main" prst="rect">
            <a:avLst/>
          </a:prstGeom>
          <a:solidFill xmlns:a="http://schemas.openxmlformats.org/drawingml/2006/main">
            <a:srgbClr val="FFFFFF"/>
          </a:solidFill>
          <a:ln xmlns:a="http://schemas.openxmlformats.org/drawingml/2006/main" w="16193">
            <a:solidFill>
              <a:srgbClr val="087E8B"/>
            </a:solidFill>
          </a:ln>
        </p:spPr>
      </p:sp>
      <p:sp>
        <p:nvSpPr>
          <p:cNvPr id="35" name="">
            <a:extLst xmlns:a="http://schemas.openxmlformats.org/drawingml/2006/main">
              <a:ext uri="{FF2B5EF4-FFF2-40B4-BE49-F238E27FC236}">
                <a16:creationId xmlns:a16="http://schemas.microsoft.com/office/drawing/2014/main" id="{A1F20023-189E-471B-B311-526B53641729}"/>
              </a:ext>
            </a:extLst>
          </p:cNvPr>
          <p:cNvSpPr>
            <a:spLocks xmlns:a="http://schemas.openxmlformats.org/drawingml/2006/main" noGrp="1"/>
          </p:cNvSpPr>
          <p:nvPr/>
        </p:nvSpPr>
        <p:spPr>
          <a:xfrm xmlns:a="http://schemas.openxmlformats.org/drawingml/2006/main">
            <a:off x="9810750" y="30670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087E8B"/>
                </a:solidFill>
                <a:latin typeface="Yu Gothic"/>
                <a:ea typeface="Yu Gothic"/>
                <a:cs typeface="Yu Gothic"/>
              </a:defRPr>
            </a:defPPr>
            <a:lvl1pPr>
              <a:defRPr sz="1800" b="1">
                <a:solidFill>
                  <a:srgbClr val="087E8B"/>
                </a:solidFill>
                <a:latin typeface="Yu Gothic"/>
                <a:ea typeface="Yu Gothic"/>
                <a:cs typeface="Yu Gothic"/>
              </a:defRPr>
            </a:lvl1pPr>
            <a:lvl2pPr>
              <a:defRPr sz="1800" b="1">
                <a:solidFill>
                  <a:srgbClr val="087E8B"/>
                </a:solidFill>
                <a:latin typeface="Yu Gothic"/>
                <a:ea typeface="Yu Gothic"/>
                <a:cs typeface="Yu Gothic"/>
              </a:defRPr>
            </a:lvl2pPr>
            <a:lvl3pPr>
              <a:defRPr sz="1800" b="1">
                <a:solidFill>
                  <a:srgbClr val="087E8B"/>
                </a:solidFill>
                <a:latin typeface="Yu Gothic"/>
                <a:ea typeface="Yu Gothic"/>
                <a:cs typeface="Yu Gothic"/>
              </a:defRPr>
            </a:lvl3pPr>
            <a:lvl4pPr>
              <a:defRPr sz="1800" b="1">
                <a:solidFill>
                  <a:srgbClr val="087E8B"/>
                </a:solidFill>
                <a:latin typeface="Yu Gothic"/>
                <a:ea typeface="Yu Gothic"/>
                <a:cs typeface="Yu Gothic"/>
              </a:defRPr>
            </a:lvl4pPr>
            <a:lvl5pPr>
              <a:defRPr sz="1800" b="1">
                <a:solidFill>
                  <a:srgbClr val="087E8B"/>
                </a:solidFill>
                <a:latin typeface="Yu Gothic"/>
                <a:ea typeface="Yu Gothic"/>
                <a:cs typeface="Yu Gothic"/>
              </a:defRPr>
            </a:lvl5pPr>
            <a:lvl6pPr>
              <a:defRPr sz="1800" b="1">
                <a:solidFill>
                  <a:srgbClr val="087E8B"/>
                </a:solidFill>
                <a:latin typeface="Yu Gothic"/>
                <a:ea typeface="Yu Gothic"/>
                <a:cs typeface="Yu Gothic"/>
              </a:defRPr>
            </a:lvl6pPr>
            <a:lvl7pPr>
              <a:defRPr sz="1800" b="1">
                <a:solidFill>
                  <a:srgbClr val="087E8B"/>
                </a:solidFill>
                <a:latin typeface="Yu Gothic"/>
                <a:ea typeface="Yu Gothic"/>
                <a:cs typeface="Yu Gothic"/>
              </a:defRPr>
            </a:lvl7pPr>
            <a:lvl8pPr>
              <a:defRPr sz="1800" b="1">
                <a:solidFill>
                  <a:srgbClr val="087E8B"/>
                </a:solidFill>
                <a:latin typeface="Yu Gothic"/>
                <a:ea typeface="Yu Gothic"/>
                <a:cs typeface="Yu Gothic"/>
              </a:defRPr>
            </a:lvl8pPr>
            <a:lvl9pPr>
              <a:defRPr sz="1800" b="1">
                <a:solidFill>
                  <a:srgbClr val="087E8B"/>
                </a:solidFill>
                <a:latin typeface="Yu Gothic"/>
                <a:ea typeface="Yu Gothic"/>
                <a:cs typeface="Yu Gothic"/>
              </a:defRPr>
            </a:lvl9pPr>
          </a:lstStyle>
          <a:p xmlns:a="http://schemas.openxmlformats.org/drawingml/2006/main">
            <a:pPr>
              <a:defRPr sz="1800" b="1">
                <a:solidFill>
                  <a:srgbClr val="087E8B"/>
                </a:solidFill>
                <a:latin typeface="Yu Gothic"/>
                <a:ea typeface="Yu Gothic"/>
                <a:cs typeface="Yu Gothic"/>
              </a:defRPr>
            </a:pPr>
            <a:r>
              <a:rPr sz="1800" b="1">
                <a:solidFill>
                  <a:srgbClr val="087E8B"/>
                </a:solidFill>
                <a:latin typeface="Yu Gothic"/>
                <a:ea typeface="Yu Gothic"/>
                <a:cs typeface="Yu Gothic"/>
              </a:rPr>
              <a:t>3</a:t>
            </a:r>
          </a:p>
        </p:txBody>
      </p:sp>
      <p:sp>
        <p:nvSpPr>
          <p:cNvPr id="36" name="">
            <a:extLst xmlns:a="http://schemas.openxmlformats.org/drawingml/2006/main">
              <a:ext uri="{FF2B5EF4-FFF2-40B4-BE49-F238E27FC236}">
                <a16:creationId xmlns:a16="http://schemas.microsoft.com/office/drawing/2014/main" id="{1C221CF1-CFEA-438B-B8D8-9CD472FACD19}"/>
              </a:ext>
            </a:extLst>
          </p:cNvPr>
          <p:cNvSpPr>
            <a:spLocks xmlns:a="http://schemas.openxmlformats.org/drawingml/2006/main" noGrp="1"/>
          </p:cNvSpPr>
          <p:nvPr/>
        </p:nvSpPr>
        <p:spPr>
          <a:xfrm xmlns:a="http://schemas.openxmlformats.org/drawingml/2006/main">
            <a:off x="10344150" y="2905125"/>
            <a:ext cx="533400" cy="666750"/>
          </a:xfrm>
          <a:prstGeom xmlns:a="http://schemas.openxmlformats.org/drawingml/2006/main" prst="rect">
            <a:avLst/>
          </a:prstGeom>
          <a:solidFill xmlns:a="http://schemas.openxmlformats.org/drawingml/2006/main">
            <a:srgbClr val="FFFFFF"/>
          </a:solidFill>
          <a:ln xmlns:a="http://schemas.openxmlformats.org/drawingml/2006/main" w="16193">
            <a:solidFill>
              <a:srgbClr val="087E8B"/>
            </a:solidFill>
          </a:ln>
        </p:spPr>
      </p:sp>
      <p:sp>
        <p:nvSpPr>
          <p:cNvPr id="37" name="">
            <a:extLst xmlns:a="http://schemas.openxmlformats.org/drawingml/2006/main">
              <a:ext uri="{FF2B5EF4-FFF2-40B4-BE49-F238E27FC236}">
                <a16:creationId xmlns:a16="http://schemas.microsoft.com/office/drawing/2014/main" id="{CB94F222-1ABF-42FC-935A-6F4ED2E63979}"/>
              </a:ext>
            </a:extLst>
          </p:cNvPr>
          <p:cNvSpPr>
            <a:spLocks xmlns:a="http://schemas.openxmlformats.org/drawingml/2006/main" noGrp="1"/>
          </p:cNvSpPr>
          <p:nvPr/>
        </p:nvSpPr>
        <p:spPr>
          <a:xfrm xmlns:a="http://schemas.openxmlformats.org/drawingml/2006/main">
            <a:off x="10496550" y="30670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087E8B"/>
                </a:solidFill>
                <a:latin typeface="Yu Gothic"/>
                <a:ea typeface="Yu Gothic"/>
                <a:cs typeface="Yu Gothic"/>
              </a:defRPr>
            </a:defPPr>
            <a:lvl1pPr>
              <a:defRPr sz="1800" b="1">
                <a:solidFill>
                  <a:srgbClr val="087E8B"/>
                </a:solidFill>
                <a:latin typeface="Yu Gothic"/>
                <a:ea typeface="Yu Gothic"/>
                <a:cs typeface="Yu Gothic"/>
              </a:defRPr>
            </a:lvl1pPr>
            <a:lvl2pPr>
              <a:defRPr sz="1800" b="1">
                <a:solidFill>
                  <a:srgbClr val="087E8B"/>
                </a:solidFill>
                <a:latin typeface="Yu Gothic"/>
                <a:ea typeface="Yu Gothic"/>
                <a:cs typeface="Yu Gothic"/>
              </a:defRPr>
            </a:lvl2pPr>
            <a:lvl3pPr>
              <a:defRPr sz="1800" b="1">
                <a:solidFill>
                  <a:srgbClr val="087E8B"/>
                </a:solidFill>
                <a:latin typeface="Yu Gothic"/>
                <a:ea typeface="Yu Gothic"/>
                <a:cs typeface="Yu Gothic"/>
              </a:defRPr>
            </a:lvl3pPr>
            <a:lvl4pPr>
              <a:defRPr sz="1800" b="1">
                <a:solidFill>
                  <a:srgbClr val="087E8B"/>
                </a:solidFill>
                <a:latin typeface="Yu Gothic"/>
                <a:ea typeface="Yu Gothic"/>
                <a:cs typeface="Yu Gothic"/>
              </a:defRPr>
            </a:lvl4pPr>
            <a:lvl5pPr>
              <a:defRPr sz="1800" b="1">
                <a:solidFill>
                  <a:srgbClr val="087E8B"/>
                </a:solidFill>
                <a:latin typeface="Yu Gothic"/>
                <a:ea typeface="Yu Gothic"/>
                <a:cs typeface="Yu Gothic"/>
              </a:defRPr>
            </a:lvl5pPr>
            <a:lvl6pPr>
              <a:defRPr sz="1800" b="1">
                <a:solidFill>
                  <a:srgbClr val="087E8B"/>
                </a:solidFill>
                <a:latin typeface="Yu Gothic"/>
                <a:ea typeface="Yu Gothic"/>
                <a:cs typeface="Yu Gothic"/>
              </a:defRPr>
            </a:lvl6pPr>
            <a:lvl7pPr>
              <a:defRPr sz="1800" b="1">
                <a:solidFill>
                  <a:srgbClr val="087E8B"/>
                </a:solidFill>
                <a:latin typeface="Yu Gothic"/>
                <a:ea typeface="Yu Gothic"/>
                <a:cs typeface="Yu Gothic"/>
              </a:defRPr>
            </a:lvl7pPr>
            <a:lvl8pPr>
              <a:defRPr sz="1800" b="1">
                <a:solidFill>
                  <a:srgbClr val="087E8B"/>
                </a:solidFill>
                <a:latin typeface="Yu Gothic"/>
                <a:ea typeface="Yu Gothic"/>
                <a:cs typeface="Yu Gothic"/>
              </a:defRPr>
            </a:lvl8pPr>
            <a:lvl9pPr>
              <a:defRPr sz="1800" b="1">
                <a:solidFill>
                  <a:srgbClr val="087E8B"/>
                </a:solidFill>
                <a:latin typeface="Yu Gothic"/>
                <a:ea typeface="Yu Gothic"/>
                <a:cs typeface="Yu Gothic"/>
              </a:defRPr>
            </a:lvl9pPr>
          </a:lstStyle>
          <a:p xmlns:a="http://schemas.openxmlformats.org/drawingml/2006/main">
            <a:pPr>
              <a:defRPr sz="1800" b="1">
                <a:solidFill>
                  <a:srgbClr val="087E8B"/>
                </a:solidFill>
                <a:latin typeface="Yu Gothic"/>
                <a:ea typeface="Yu Gothic"/>
                <a:cs typeface="Yu Gothic"/>
              </a:defRPr>
            </a:pPr>
            <a:r>
              <a:rPr sz="1800" b="1">
                <a:solidFill>
                  <a:srgbClr val="087E8B"/>
                </a:solidFill>
                <a:latin typeface="Yu Gothic"/>
                <a:ea typeface="Yu Gothic"/>
                <a:cs typeface="Yu Gothic"/>
              </a:rPr>
              <a:t>4</a:t>
            </a:r>
          </a:p>
        </p:txBody>
      </p:sp>
      <p:sp>
        <p:nvSpPr>
          <p:cNvPr id="38" name="">
            <a:extLst xmlns:a="http://schemas.openxmlformats.org/drawingml/2006/main">
              <a:ext uri="{FF2B5EF4-FFF2-40B4-BE49-F238E27FC236}">
                <a16:creationId xmlns:a16="http://schemas.microsoft.com/office/drawing/2014/main" id="{3A30D4D0-5F1D-4EF7-A90D-4DB63B8E93C9}"/>
              </a:ext>
            </a:extLst>
          </p:cNvPr>
          <p:cNvSpPr>
            <a:spLocks xmlns:a="http://schemas.openxmlformats.org/drawingml/2006/main" noGrp="1"/>
          </p:cNvSpPr>
          <p:nvPr/>
        </p:nvSpPr>
        <p:spPr>
          <a:xfrm xmlns:a="http://schemas.openxmlformats.org/drawingml/2006/main">
            <a:off x="8286750" y="38576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最終確認用に残す</a:t>
            </a:r>
          </a:p>
        </p:txBody>
      </p:sp>
      <p:sp>
        <p:nvSpPr>
          <p:cNvPr id="39" name="">
            <a:extLst xmlns:a="http://schemas.openxmlformats.org/drawingml/2006/main">
              <a:ext uri="{FF2B5EF4-FFF2-40B4-BE49-F238E27FC236}">
                <a16:creationId xmlns:a16="http://schemas.microsoft.com/office/drawing/2014/main" id="{5DAB1527-D7A9-4FEA-91C4-CA602A840795}"/>
              </a:ext>
            </a:extLst>
          </p:cNvPr>
          <p:cNvSpPr>
            <a:spLocks xmlns:a="http://schemas.openxmlformats.org/drawingml/2006/main" noGrp="1"/>
          </p:cNvSpPr>
          <p:nvPr/>
        </p:nvSpPr>
        <p:spPr>
          <a:xfrm xmlns:a="http://schemas.openxmlformats.org/drawingml/2006/main">
            <a:off x="8048625" y="2143125"/>
            <a:ext cx="9525" cy="2428875"/>
          </a:xfrm>
          <a:custGeom xmlns:a="http://schemas.openxmlformats.org/drawingml/2006/main">
            <a:pathLst>
              <a:path w="9525" h="2428875">
                <a:moveTo>
                  <a:pt x="0" y="0"/>
                </a:moveTo>
                <a:lnTo>
                  <a:pt x="0" y="2428875"/>
                </a:lnTo>
              </a:path>
            </a:pathLst>
          </a:custGeom>
          <a:noFill xmlns:a="http://schemas.openxmlformats.org/drawingml/2006/main"/>
          <a:ln xmlns:a="http://schemas.openxmlformats.org/drawingml/2006/main" w="19050">
            <a:solidFill>
              <a:srgbClr val="71818B"/>
            </a:solidFill>
          </a:ln>
        </p:spPr>
      </p:sp>
      <p:sp>
        <p:nvSpPr>
          <p:cNvPr id="40" name="">
            <a:extLst xmlns:a="http://schemas.openxmlformats.org/drawingml/2006/main">
              <a:ext uri="{FF2B5EF4-FFF2-40B4-BE49-F238E27FC236}">
                <a16:creationId xmlns:a16="http://schemas.microsoft.com/office/drawing/2014/main" id="{A34BF539-A565-4EC7-8256-7C8D5DB471EC}"/>
              </a:ext>
            </a:extLst>
          </p:cNvPr>
          <p:cNvSpPr>
            <a:spLocks xmlns:a="http://schemas.openxmlformats.org/drawingml/2006/main" noGrp="1"/>
          </p:cNvSpPr>
          <p:nvPr/>
        </p:nvSpPr>
        <p:spPr>
          <a:xfrm xmlns:a="http://schemas.openxmlformats.org/drawingml/2006/main">
            <a:off x="809625" y="4857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defRPr sz="2325" b="1">
                <a:solidFill>
                  <a:srgbClr val="263D4D"/>
                </a:solidFill>
                <a:latin typeface="Yu Gothic"/>
                <a:ea typeface="Yu Gothic"/>
                <a:cs typeface="Yu Gothic"/>
              </a:defRPr>
            </a:lvl1pPr>
            <a:lvl2pPr>
              <a:defRPr sz="2325" b="1">
                <a:solidFill>
                  <a:srgbClr val="263D4D"/>
                </a:solidFill>
                <a:latin typeface="Yu Gothic"/>
                <a:ea typeface="Yu Gothic"/>
                <a:cs typeface="Yu Gothic"/>
              </a:defRPr>
            </a:lvl2pPr>
            <a:lvl3pPr>
              <a:defRPr sz="2325" b="1">
                <a:solidFill>
                  <a:srgbClr val="263D4D"/>
                </a:solidFill>
                <a:latin typeface="Yu Gothic"/>
                <a:ea typeface="Yu Gothic"/>
                <a:cs typeface="Yu Gothic"/>
              </a:defRPr>
            </a:lvl3pPr>
            <a:lvl4pPr>
              <a:defRPr sz="2325" b="1">
                <a:solidFill>
                  <a:srgbClr val="263D4D"/>
                </a:solidFill>
                <a:latin typeface="Yu Gothic"/>
                <a:ea typeface="Yu Gothic"/>
                <a:cs typeface="Yu Gothic"/>
              </a:defRPr>
            </a:lvl4pPr>
            <a:lvl5pPr>
              <a:defRPr sz="2325" b="1">
                <a:solidFill>
                  <a:srgbClr val="263D4D"/>
                </a:solidFill>
                <a:latin typeface="Yu Gothic"/>
                <a:ea typeface="Yu Gothic"/>
                <a:cs typeface="Yu Gothic"/>
              </a:defRPr>
            </a:lvl5pPr>
            <a:lvl6pPr>
              <a:defRPr sz="2325" b="1">
                <a:solidFill>
                  <a:srgbClr val="263D4D"/>
                </a:solidFill>
                <a:latin typeface="Yu Gothic"/>
                <a:ea typeface="Yu Gothic"/>
                <a:cs typeface="Yu Gothic"/>
              </a:defRPr>
            </a:lvl6pPr>
            <a:lvl7pPr>
              <a:defRPr sz="2325" b="1">
                <a:solidFill>
                  <a:srgbClr val="263D4D"/>
                </a:solidFill>
                <a:latin typeface="Yu Gothic"/>
                <a:ea typeface="Yu Gothic"/>
                <a:cs typeface="Yu Gothic"/>
              </a:defRPr>
            </a:lvl7pPr>
            <a:lvl8pPr>
              <a:defRPr sz="2325" b="1">
                <a:solidFill>
                  <a:srgbClr val="263D4D"/>
                </a:solidFill>
                <a:latin typeface="Yu Gothic"/>
                <a:ea typeface="Yu Gothic"/>
                <a:cs typeface="Yu Gothic"/>
              </a:defRPr>
            </a:lvl8pPr>
            <a:lvl9pPr>
              <a:defRPr sz="2325" b="1">
                <a:solidFill>
                  <a:srgbClr val="263D4D"/>
                </a:solidFill>
                <a:latin typeface="Yu Gothic"/>
                <a:ea typeface="Yu Gothic"/>
                <a:cs typeface="Yu Gothic"/>
              </a:defRPr>
            </a:lvl9pPr>
          </a:lstStyle>
          <a:p xmlns:a="http://schemas.openxmlformats.org/drawingml/2006/main">
            <a:pPr>
              <a:defRPr sz="2325" b="1">
                <a:solidFill>
                  <a:srgbClr val="263D4D"/>
                </a:solidFill>
                <a:latin typeface="Yu Gothic"/>
                <a:ea typeface="Yu Gothic"/>
                <a:cs typeface="Yu Gothic"/>
              </a:defRPr>
            </a:pPr>
            <a:r>
              <a:rPr sz="2325" b="1">
                <a:solidFill>
                  <a:srgbClr val="263D4D"/>
                </a:solidFill>
                <a:latin typeface="Yu Gothic"/>
                <a:ea typeface="Yu Gothic"/>
                <a:cs typeface="Yu Gothic"/>
              </a:rPr>
              <a:t>試験片の行だけでなく、母材の単位で分ける</a:t>
            </a:r>
          </a:p>
        </p:txBody>
      </p:sp>
      <p:sp>
        <p:nvSpPr>
          <p:cNvPr id="41" name="">
            <a:extLst xmlns:a="http://schemas.openxmlformats.org/drawingml/2006/main">
              <a:ext uri="{FF2B5EF4-FFF2-40B4-BE49-F238E27FC236}">
                <a16:creationId xmlns:a16="http://schemas.microsoft.com/office/drawing/2014/main" id="{38D55060-2C11-46B7-B4A6-E621DC8CC45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各母材から4本の例。Cは1母材のみで、他の母材への精度は未確認。Cで再調整すると最終確認ではなくなる。</a:t>
            </a:r>
          </a:p>
        </p:txBody>
      </p:sp>
    </p:spTree>
    <p:extLst>
      <p:ext uri="{BB962C8B-B14F-4D97-AF65-F5344CB8AC3E}">
        <p14:creationId xmlns:p14="http://schemas.microsoft.com/office/powerpoint/2010/main" val="40696114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5B7DA3-2D7C-4299-99C0-571F26E9C1B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演習：誤った説明を直す</a:t>
            </a:r>
          </a:p>
        </p:txBody>
      </p:sp>
      <p:sp>
        <p:nvSpPr>
          <p:cNvPr id="2" name="">
            <a:extLst xmlns:a="http://schemas.openxmlformats.org/drawingml/2006/main">
              <a:ext uri="{FF2B5EF4-FFF2-40B4-BE49-F238E27FC236}">
                <a16:creationId xmlns:a16="http://schemas.microsoft.com/office/drawing/2014/main" id="{3D29B6B9-C6B5-4EC9-894A-531C3B4321DC}"/>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B9045FE-AEDF-4C26-B903-8B691D465F18}"/>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① 金属は結合が弱いので曲がる</a:t>
            </a:r>
          </a:p>
        </p:txBody>
      </p:sp>
      <p:sp>
        <p:nvSpPr>
          <p:cNvPr id="4" name="">
            <a:extLst xmlns:a="http://schemas.openxmlformats.org/drawingml/2006/main">
              <a:ext uri="{FF2B5EF4-FFF2-40B4-BE49-F238E27FC236}">
                <a16:creationId xmlns:a16="http://schemas.microsoft.com/office/drawing/2014/main" id="{7EE1F1AF-CA42-4C79-9AB1-49C8FA8F923A}"/>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② FCCの原子数はBCCの2倍だから密度も2倍</a:t>
            </a:r>
          </a:p>
        </p:txBody>
      </p:sp>
      <p:sp>
        <p:nvSpPr>
          <p:cNvPr id="5" name="">
            <a:extLst xmlns:a="http://schemas.openxmlformats.org/drawingml/2006/main">
              <a:ext uri="{FF2B5EF4-FFF2-40B4-BE49-F238E27FC236}">
                <a16:creationId xmlns:a16="http://schemas.microsoft.com/office/drawing/2014/main" id="{13F1BD72-5059-46BF-976D-9A4393F44075}"/>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③ 硬い金属なら衝撃にも必ず強い</a:t>
            </a:r>
          </a:p>
        </p:txBody>
      </p:sp>
      <p:sp>
        <p:nvSpPr>
          <p:cNvPr id="6" name="">
            <a:extLst xmlns:a="http://schemas.openxmlformats.org/drawingml/2006/main">
              <a:ext uri="{FF2B5EF4-FFF2-40B4-BE49-F238E27FC236}">
                <a16:creationId xmlns:a16="http://schemas.microsoft.com/office/drawing/2014/main" id="{6978851F-22BF-40EF-A2A7-FA3D534F34B9}"/>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180秒／必要に応じて一時停止</a:t>
            </a:r>
          </a:p>
        </p:txBody>
      </p:sp>
      <p:sp>
        <p:nvSpPr>
          <p:cNvPr id="7" name="">
            <a:extLst xmlns:a="http://schemas.openxmlformats.org/drawingml/2006/main">
              <a:ext uri="{FF2B5EF4-FFF2-40B4-BE49-F238E27FC236}">
                <a16:creationId xmlns:a16="http://schemas.microsoft.com/office/drawing/2014/main" id="{52223755-BB69-4DD7-AE61-8886E4E78C94}"/>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8" name="">
            <a:extLst xmlns:a="http://schemas.openxmlformats.org/drawingml/2006/main">
              <a:ext uri="{FF2B5EF4-FFF2-40B4-BE49-F238E27FC236}">
                <a16:creationId xmlns:a16="http://schemas.microsoft.com/office/drawing/2014/main" id="{B738C900-95DC-4AD0-A791-3D1E5A501F8E}"/>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36 / 56</a:t>
            </a:r>
          </a:p>
        </p:txBody>
      </p:sp>
    </p:spTree>
    <p:extLst>
      <p:ext uri="{BB962C8B-B14F-4D97-AF65-F5344CB8AC3E}">
        <p14:creationId xmlns:p14="http://schemas.microsoft.com/office/powerpoint/2010/main" val="62557121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491064-1C2C-43EB-97F3-70E4EE9AE85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誤った説明の見直し</a:t>
            </a:r>
          </a:p>
        </p:txBody>
      </p:sp>
      <p:sp>
        <p:nvSpPr>
          <p:cNvPr id="2" name="">
            <a:extLst xmlns:a="http://schemas.openxmlformats.org/drawingml/2006/main">
              <a:ext uri="{FF2B5EF4-FFF2-40B4-BE49-F238E27FC236}">
                <a16:creationId xmlns:a16="http://schemas.microsoft.com/office/drawing/2014/main" id="{FA4FAE92-BB6C-4F30-8F4A-2B1B439FF4A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D5022ED9-A3AC-45E1-9F69-052C53C0DAF3}"/>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37 / 56</a:t>
            </a:r>
          </a:p>
        </p:txBody>
      </p:sp>
      <p:sp>
        <p:nvSpPr>
          <p:cNvPr id="9" name="">
            <a:extLst xmlns:a="http://schemas.openxmlformats.org/drawingml/2006/main">
              <a:ext uri="{FF2B5EF4-FFF2-40B4-BE49-F238E27FC236}">
                <a16:creationId xmlns:a16="http://schemas.microsoft.com/office/drawing/2014/main" id="{6390C7E6-0199-4B89-A381-AD524A6BF677}"/>
              </a:ext>
            </a:extLst>
          </p:cNvPr>
          <p:cNvSpPr>
            <a:spLocks xmlns:a="http://schemas.openxmlformats.org/drawingml/2006/main" noGrp="1"/>
          </p:cNvSpPr>
          <p:nvPr/>
        </p:nvSpPr>
        <p:spPr>
          <a:xfrm xmlns:a="http://schemas.openxmlformats.org/drawingml/2006/main">
            <a:off x="809625" y="1666875"/>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塑性変形</a:t>
            </a:r>
          </a:p>
        </p:txBody>
      </p:sp>
      <p:sp>
        <p:nvSpPr>
          <p:cNvPr id="10" name="">
            <a:extLst xmlns:a="http://schemas.openxmlformats.org/drawingml/2006/main">
              <a:ext uri="{FF2B5EF4-FFF2-40B4-BE49-F238E27FC236}">
                <a16:creationId xmlns:a16="http://schemas.microsoft.com/office/drawing/2014/main" id="{526D0FDB-3C81-44D7-B6C7-96C55BF8A585}"/>
              </a:ext>
            </a:extLst>
          </p:cNvPr>
          <p:cNvSpPr>
            <a:spLocks xmlns:a="http://schemas.openxmlformats.org/drawingml/2006/main" noGrp="1"/>
          </p:cNvSpPr>
          <p:nvPr/>
        </p:nvSpPr>
        <p:spPr>
          <a:xfrm xmlns:a="http://schemas.openxmlformats.org/drawingml/2006/main">
            <a:off x="4286250" y="1666875"/>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転位・すべりと組織を考える</a:t>
            </a:r>
          </a:p>
        </p:txBody>
      </p:sp>
      <p:sp>
        <p:nvSpPr>
          <p:cNvPr id="11" name="">
            <a:extLst xmlns:a="http://schemas.openxmlformats.org/drawingml/2006/main">
              <a:ext uri="{FF2B5EF4-FFF2-40B4-BE49-F238E27FC236}">
                <a16:creationId xmlns:a16="http://schemas.microsoft.com/office/drawing/2014/main" id="{C249CFF7-281E-4229-B1F4-88146F25FF18}"/>
              </a:ext>
            </a:extLst>
          </p:cNvPr>
          <p:cNvSpPr>
            <a:spLocks xmlns:a="http://schemas.openxmlformats.org/drawingml/2006/main" noGrp="1"/>
          </p:cNvSpPr>
          <p:nvPr/>
        </p:nvSpPr>
        <p:spPr>
          <a:xfrm xmlns:a="http://schemas.openxmlformats.org/drawingml/2006/main">
            <a:off x="809625" y="3000375"/>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密度</a:t>
            </a:r>
          </a:p>
        </p:txBody>
      </p:sp>
      <p:sp>
        <p:nvSpPr>
          <p:cNvPr id="12" name="">
            <a:extLst xmlns:a="http://schemas.openxmlformats.org/drawingml/2006/main">
              <a:ext uri="{FF2B5EF4-FFF2-40B4-BE49-F238E27FC236}">
                <a16:creationId xmlns:a16="http://schemas.microsoft.com/office/drawing/2014/main" id="{1C20D449-BA58-4223-BF58-FA06117A72A1}"/>
              </a:ext>
            </a:extLst>
          </p:cNvPr>
          <p:cNvSpPr>
            <a:spLocks xmlns:a="http://schemas.openxmlformats.org/drawingml/2006/main" noGrp="1"/>
          </p:cNvSpPr>
          <p:nvPr/>
        </p:nvSpPr>
        <p:spPr>
          <a:xfrm xmlns:a="http://schemas.openxmlformats.org/drawingml/2006/main">
            <a:off x="4286250" y="3000375"/>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876A8"/>
                </a:solidFill>
                <a:latin typeface="Yu Gothic"/>
                <a:ea typeface="Yu Gothic"/>
                <a:cs typeface="Yu Gothic"/>
              </a:defRPr>
            </a:defPPr>
            <a:lvl1pPr>
              <a:buNone/>
              <a:defRPr sz="2250" b="1">
                <a:solidFill>
                  <a:srgbClr val="2876A8"/>
                </a:solidFill>
                <a:latin typeface="Yu Gothic"/>
                <a:ea typeface="Yu Gothic"/>
                <a:cs typeface="Yu Gothic"/>
              </a:defRPr>
            </a:lvl1pPr>
            <a:lvl2pPr>
              <a:buNone/>
              <a:defRPr sz="2250" b="1">
                <a:solidFill>
                  <a:srgbClr val="2876A8"/>
                </a:solidFill>
                <a:latin typeface="Yu Gothic"/>
                <a:ea typeface="Yu Gothic"/>
                <a:cs typeface="Yu Gothic"/>
              </a:defRPr>
            </a:lvl2pPr>
            <a:lvl3pPr>
              <a:buNone/>
              <a:defRPr sz="2250" b="1">
                <a:solidFill>
                  <a:srgbClr val="2876A8"/>
                </a:solidFill>
                <a:latin typeface="Yu Gothic"/>
                <a:ea typeface="Yu Gothic"/>
                <a:cs typeface="Yu Gothic"/>
              </a:defRPr>
            </a:lvl3pPr>
            <a:lvl4pPr>
              <a:buNone/>
              <a:defRPr sz="2250" b="1">
                <a:solidFill>
                  <a:srgbClr val="2876A8"/>
                </a:solidFill>
                <a:latin typeface="Yu Gothic"/>
                <a:ea typeface="Yu Gothic"/>
                <a:cs typeface="Yu Gothic"/>
              </a:defRPr>
            </a:lvl4pPr>
            <a:lvl5pPr>
              <a:buNone/>
              <a:defRPr sz="2250" b="1">
                <a:solidFill>
                  <a:srgbClr val="2876A8"/>
                </a:solidFill>
                <a:latin typeface="Yu Gothic"/>
                <a:ea typeface="Yu Gothic"/>
                <a:cs typeface="Yu Gothic"/>
              </a:defRPr>
            </a:lvl5pPr>
            <a:lvl6pPr>
              <a:buNone/>
              <a:defRPr sz="2250" b="1">
                <a:solidFill>
                  <a:srgbClr val="2876A8"/>
                </a:solidFill>
                <a:latin typeface="Yu Gothic"/>
                <a:ea typeface="Yu Gothic"/>
                <a:cs typeface="Yu Gothic"/>
              </a:defRPr>
            </a:lvl6pPr>
            <a:lvl7pPr>
              <a:buNone/>
              <a:defRPr sz="2250" b="1">
                <a:solidFill>
                  <a:srgbClr val="2876A8"/>
                </a:solidFill>
                <a:latin typeface="Yu Gothic"/>
                <a:ea typeface="Yu Gothic"/>
                <a:cs typeface="Yu Gothic"/>
              </a:defRPr>
            </a:lvl7pPr>
            <a:lvl8pPr>
              <a:buNone/>
              <a:defRPr sz="2250" b="1">
                <a:solidFill>
                  <a:srgbClr val="2876A8"/>
                </a:solidFill>
                <a:latin typeface="Yu Gothic"/>
                <a:ea typeface="Yu Gothic"/>
                <a:cs typeface="Yu Gothic"/>
              </a:defRPr>
            </a:lvl8pPr>
            <a:lvl9pPr>
              <a:buNone/>
              <a:defRPr sz="2250" b="1">
                <a:solidFill>
                  <a:srgbClr val="2876A8"/>
                </a:solidFill>
                <a:latin typeface="Yu Gothic"/>
                <a:ea typeface="Yu Gothic"/>
                <a:cs typeface="Yu Gothic"/>
              </a:defRPr>
            </a:lvl9pPr>
          </a:lstStyle>
          <a:p xmlns:a="http://schemas.openxmlformats.org/drawingml/2006/main">
            <a:pPr>
              <a:buNone/>
              <a:defRPr sz="2250" b="1">
                <a:solidFill>
                  <a:srgbClr val="2876A8"/>
                </a:solidFill>
                <a:latin typeface="Yu Gothic"/>
                <a:ea typeface="Yu Gothic"/>
                <a:cs typeface="Yu Gothic"/>
              </a:defRPr>
            </a:pPr>
            <a:r>
              <a:rPr sz="2250" b="1">
                <a:solidFill>
                  <a:srgbClr val="2876A8"/>
                </a:solidFill>
                <a:latin typeface="Yu Gothic"/>
                <a:ea typeface="Yu Gothic"/>
                <a:cs typeface="Yu Gothic"/>
              </a:rPr>
              <a:t>純金属：ρ = n × 原子1個の質量 / 格子体積</a:t>
            </a:r>
          </a:p>
        </p:txBody>
      </p:sp>
      <p:sp>
        <p:nvSpPr>
          <p:cNvPr id="13" name="">
            <a:extLst xmlns:a="http://schemas.openxmlformats.org/drawingml/2006/main">
              <a:ext uri="{FF2B5EF4-FFF2-40B4-BE49-F238E27FC236}">
                <a16:creationId xmlns:a16="http://schemas.microsoft.com/office/drawing/2014/main" id="{7B81FB81-5F41-41E1-B305-036FA2F8E0F4}"/>
              </a:ext>
            </a:extLst>
          </p:cNvPr>
          <p:cNvSpPr>
            <a:spLocks xmlns:a="http://schemas.openxmlformats.org/drawingml/2006/main" noGrp="1"/>
          </p:cNvSpPr>
          <p:nvPr/>
        </p:nvSpPr>
        <p:spPr>
          <a:xfrm xmlns:a="http://schemas.openxmlformats.org/drawingml/2006/main">
            <a:off x="809625" y="44291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硬さと靭性</a:t>
            </a:r>
          </a:p>
        </p:txBody>
      </p:sp>
      <p:sp>
        <p:nvSpPr>
          <p:cNvPr id="14" name="">
            <a:extLst xmlns:a="http://schemas.openxmlformats.org/drawingml/2006/main">
              <a:ext uri="{FF2B5EF4-FFF2-40B4-BE49-F238E27FC236}">
                <a16:creationId xmlns:a16="http://schemas.microsoft.com/office/drawing/2014/main" id="{6A710B16-948C-4D60-87D9-3520E6B5F17F}"/>
              </a:ext>
            </a:extLst>
          </p:cNvPr>
          <p:cNvSpPr>
            <a:spLocks xmlns:a="http://schemas.openxmlformats.org/drawingml/2006/main" noGrp="1"/>
          </p:cNvSpPr>
          <p:nvPr/>
        </p:nvSpPr>
        <p:spPr>
          <a:xfrm xmlns:a="http://schemas.openxmlformats.org/drawingml/2006/main">
            <a:off x="4286250" y="4429125"/>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押込みと破壊時の評価を分ける</a:t>
            </a:r>
          </a:p>
        </p:txBody>
      </p:sp>
      <p:sp>
        <p:nvSpPr>
          <p:cNvPr id="15" name="">
            <a:extLst xmlns:a="http://schemas.openxmlformats.org/drawingml/2006/main">
              <a:ext uri="{FF2B5EF4-FFF2-40B4-BE49-F238E27FC236}">
                <a16:creationId xmlns:a16="http://schemas.microsoft.com/office/drawing/2014/main" id="{825FFF00-F38D-4286-92F7-004A01505A7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結合の強弱だけ、原子数だけ、硬さだけで、金属の使用時の性質を一律に判断しない。</a:t>
            </a:r>
          </a:p>
        </p:txBody>
      </p:sp>
      <p:sp>
        <p:nvSpPr>
          <p:cNvPr id="16" name="">
            <a:extLst xmlns:a="http://schemas.openxmlformats.org/drawingml/2006/main">
              <a:ext uri="{FF2B5EF4-FFF2-40B4-BE49-F238E27FC236}">
                <a16:creationId xmlns:a16="http://schemas.microsoft.com/office/drawing/2014/main" id="{BF2E1C5E-7D2A-43A0-86A0-35BF17B8D9D6}"/>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ρ：密度</a:t>
            </a:r>
          </a:p>
        </p:txBody>
      </p:sp>
    </p:spTree>
    <p:extLst>
      <p:ext uri="{BB962C8B-B14F-4D97-AF65-F5344CB8AC3E}">
        <p14:creationId xmlns:p14="http://schemas.microsoft.com/office/powerpoint/2010/main" val="59373594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835C98-04C8-4FFB-9D14-0697DA4E849C}"/>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学校内容を理解するための専門学修</a:t>
            </a:r>
          </a:p>
        </p:txBody>
      </p:sp>
      <p:sp>
        <p:nvSpPr>
          <p:cNvPr id="2" name="">
            <a:extLst xmlns:a="http://schemas.openxmlformats.org/drawingml/2006/main">
              <a:ext uri="{FF2B5EF4-FFF2-40B4-BE49-F238E27FC236}">
                <a16:creationId xmlns:a16="http://schemas.microsoft.com/office/drawing/2014/main" id="{4ACCD2A2-F907-49E9-B031-8E1CC4EFB7C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8936E03F-E100-48FC-B340-148B5FBD775A}"/>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graphicFrame>
        <p:nvGraphicFramePr>
          <p:cNvPr id="4" name="">
            <a:extLst xmlns:a="http://schemas.openxmlformats.org/drawingml/2006/main">
              <a:ext uri="{FF2B5EF4-FFF2-40B4-BE49-F238E27FC236}">
                <a16:creationId xmlns:a16="http://schemas.microsoft.com/office/drawing/2014/main" id="{AE66C07D-6B60-4AFC-89DC-CBD876B789F0}"/>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場面</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背後まで学んで説明すること</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中学校 技術分野A</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材料の特徴、加工、形と使用条件</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高校工業</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金属の組織・性質・加工と設計</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情報の学習との接点</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データの意味、予測の評価、情報機器</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関連する大学の科目</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木材・高分子・化学・力学とつなぐ</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F1D8F3E-C0DE-4B0B-A141-652B2BB5957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校種・教科との直接の対応と、本講義からの横断的な題材提案を区別する。</a:t>
            </a:r>
          </a:p>
        </p:txBody>
      </p:sp>
      <p:sp>
        <p:nvSpPr>
          <p:cNvPr id="6" name="">
            <a:extLst xmlns:a="http://schemas.openxmlformats.org/drawingml/2006/main">
              <a:ext uri="{FF2B5EF4-FFF2-40B4-BE49-F238E27FC236}">
                <a16:creationId xmlns:a16="http://schemas.microsoft.com/office/drawing/2014/main" id="{D219AA0B-231A-43BC-8749-78C08235B7A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38 / 56</a:t>
            </a:r>
          </a:p>
        </p:txBody>
      </p:sp>
    </p:spTree>
    <p:extLst>
      <p:ext uri="{BB962C8B-B14F-4D97-AF65-F5344CB8AC3E}">
        <p14:creationId xmlns:p14="http://schemas.microsoft.com/office/powerpoint/2010/main" val="194415864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9701A9-56E2-46AE-BC82-640F6237831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材料を選ぶ説明に、根拠を組み込む</a:t>
            </a:r>
          </a:p>
        </p:txBody>
      </p:sp>
      <p:sp>
        <p:nvSpPr>
          <p:cNvPr id="2" name="">
            <a:extLst xmlns:a="http://schemas.openxmlformats.org/drawingml/2006/main">
              <a:ext uri="{FF2B5EF4-FFF2-40B4-BE49-F238E27FC236}">
                <a16:creationId xmlns:a16="http://schemas.microsoft.com/office/drawing/2014/main" id="{7076799A-8407-4B44-8353-679A99F28E9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C57F846-1A2B-4CA8-902B-6CA842CCDA9F}"/>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graphicFrame>
        <p:nvGraphicFramePr>
          <p:cNvPr id="4" name="">
            <a:extLst xmlns:a="http://schemas.openxmlformats.org/drawingml/2006/main">
              <a:ext uri="{FF2B5EF4-FFF2-40B4-BE49-F238E27FC236}">
                <a16:creationId xmlns:a16="http://schemas.microsoft.com/office/drawing/2014/main" id="{E84B61FC-2148-45E9-83F6-E988853F7F4C}"/>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説明の順序</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記録する根拠</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目的</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何の働きが必要か</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比較</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形・状態・条件をそろえたデータ</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判断</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複数の要求と、満たさない条件</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確認</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一次資料、計算、試験で追う</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5006372-79F2-4611-8BCD-2D1389FC6CF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既存の材料比較課題へ接続。追加の想定問題は自主学修用で、正式な提出課題とは別。</a:t>
            </a:r>
          </a:p>
        </p:txBody>
      </p:sp>
      <p:sp>
        <p:nvSpPr>
          <p:cNvPr id="6" name="">
            <a:extLst xmlns:a="http://schemas.openxmlformats.org/drawingml/2006/main">
              <a:ext uri="{FF2B5EF4-FFF2-40B4-BE49-F238E27FC236}">
                <a16:creationId xmlns:a16="http://schemas.microsoft.com/office/drawing/2014/main" id="{D6B8C3B8-0179-4F3E-95CA-3CDAA78FD46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39 / 56</a:t>
            </a:r>
          </a:p>
        </p:txBody>
      </p:sp>
    </p:spTree>
    <p:extLst>
      <p:ext uri="{BB962C8B-B14F-4D97-AF65-F5344CB8AC3E}">
        <p14:creationId xmlns:p14="http://schemas.microsoft.com/office/powerpoint/2010/main" val="159767306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191943-756F-4A5D-96F1-9F0A5367B14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接続・想定問題1　結合の名前だけで説明しない</a:t>
            </a:r>
          </a:p>
        </p:txBody>
      </p:sp>
      <p:sp>
        <p:nvSpPr>
          <p:cNvPr id="2" name="">
            <a:extLst xmlns:a="http://schemas.openxmlformats.org/drawingml/2006/main">
              <a:ext uri="{FF2B5EF4-FFF2-40B4-BE49-F238E27FC236}">
                <a16:creationId xmlns:a16="http://schemas.microsoft.com/office/drawing/2014/main" id="{19C06192-C7BC-44F4-AA4B-9DE7BB597D7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1C3F95A-D2D4-4066-A370-7F2E4C20FA09}"/>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4" name="">
            <a:extLst xmlns:a="http://schemas.openxmlformats.org/drawingml/2006/main">
              <a:ext uri="{FF2B5EF4-FFF2-40B4-BE49-F238E27FC236}">
                <a16:creationId xmlns:a16="http://schemas.microsoft.com/office/drawing/2014/main" id="{0034A98F-8D8E-430D-B452-2EB5E5A8721A}"/>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次のAI説明を訂正する。①金属は結合が弱いから曲がる。②固体NaClは自由電子でよく導電する。③水のO−H結合が全て水素結合である。構造と状態を含めて説明する。</a:t>
            </a:r>
          </a:p>
        </p:txBody>
      </p:sp>
      <p:sp>
        <p:nvSpPr>
          <p:cNvPr id="5" name="">
            <a:extLst xmlns:a="http://schemas.openxmlformats.org/drawingml/2006/main">
              <a:ext uri="{FF2B5EF4-FFF2-40B4-BE49-F238E27FC236}">
                <a16:creationId xmlns:a16="http://schemas.microsoft.com/office/drawing/2014/main" id="{D522EFAF-57CD-44F5-B718-69FDE1B49B0B}"/>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buNone/>
              <a:defRPr sz="2025" b="1">
                <a:solidFill>
                  <a:srgbClr val="087E8B"/>
                </a:solidFill>
                <a:latin typeface="Yu Gothic"/>
                <a:ea typeface="Yu Gothic"/>
                <a:cs typeface="Yu Gothic"/>
              </a:defRPr>
            </a:lvl1pPr>
            <a:lvl2pPr>
              <a:buNone/>
              <a:defRPr sz="2025" b="1">
                <a:solidFill>
                  <a:srgbClr val="087E8B"/>
                </a:solidFill>
                <a:latin typeface="Yu Gothic"/>
                <a:ea typeface="Yu Gothic"/>
                <a:cs typeface="Yu Gothic"/>
              </a:defRPr>
            </a:lvl2pPr>
            <a:lvl3pPr>
              <a:buNone/>
              <a:defRPr sz="2025" b="1">
                <a:solidFill>
                  <a:srgbClr val="087E8B"/>
                </a:solidFill>
                <a:latin typeface="Yu Gothic"/>
                <a:ea typeface="Yu Gothic"/>
                <a:cs typeface="Yu Gothic"/>
              </a:defRPr>
            </a:lvl3pPr>
            <a:lvl4pPr>
              <a:buNone/>
              <a:defRPr sz="2025" b="1">
                <a:solidFill>
                  <a:srgbClr val="087E8B"/>
                </a:solidFill>
                <a:latin typeface="Yu Gothic"/>
                <a:ea typeface="Yu Gothic"/>
                <a:cs typeface="Yu Gothic"/>
              </a:defRPr>
            </a:lvl4pPr>
            <a:lvl5pPr>
              <a:buNone/>
              <a:defRPr sz="2025" b="1">
                <a:solidFill>
                  <a:srgbClr val="087E8B"/>
                </a:solidFill>
                <a:latin typeface="Yu Gothic"/>
                <a:ea typeface="Yu Gothic"/>
                <a:cs typeface="Yu Gothic"/>
              </a:defRPr>
            </a:lvl5pPr>
            <a:lvl6pPr>
              <a:buNone/>
              <a:defRPr sz="2025" b="1">
                <a:solidFill>
                  <a:srgbClr val="087E8B"/>
                </a:solidFill>
                <a:latin typeface="Yu Gothic"/>
                <a:ea typeface="Yu Gothic"/>
                <a:cs typeface="Yu Gothic"/>
              </a:defRPr>
            </a:lvl6pPr>
            <a:lvl7pPr>
              <a:buNone/>
              <a:defRPr sz="2025" b="1">
                <a:solidFill>
                  <a:srgbClr val="087E8B"/>
                </a:solidFill>
                <a:latin typeface="Yu Gothic"/>
                <a:ea typeface="Yu Gothic"/>
                <a:cs typeface="Yu Gothic"/>
              </a:defRPr>
            </a:lvl7pPr>
            <a:lvl8pPr>
              <a:buNone/>
              <a:defRPr sz="2025" b="1">
                <a:solidFill>
                  <a:srgbClr val="087E8B"/>
                </a:solidFill>
                <a:latin typeface="Yu Gothic"/>
                <a:ea typeface="Yu Gothic"/>
                <a:cs typeface="Yu Gothic"/>
              </a:defRPr>
            </a:lvl8pPr>
            <a:lvl9pPr>
              <a:buNone/>
              <a:defRPr sz="2025" b="1">
                <a:solidFill>
                  <a:srgbClr val="087E8B"/>
                </a:solidFill>
                <a:latin typeface="Yu Gothic"/>
                <a:ea typeface="Yu Gothic"/>
                <a:cs typeface="Yu Gothic"/>
              </a:defRPr>
            </a:lvl9pPr>
          </a:lstStyle>
          <a:p xmlns:a="http://schemas.openxmlformats.org/drawingml/2006/main">
            <a:pPr>
              <a:buNone/>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6BC177A5-AF25-44FA-B713-D376355E62E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本講義の想定例（実際のAI出力ではない）。自己確認用で、正式な提出課題とは別。</a:t>
            </a:r>
          </a:p>
        </p:txBody>
      </p:sp>
      <p:sp>
        <p:nvSpPr>
          <p:cNvPr id="7" name="">
            <a:extLst xmlns:a="http://schemas.openxmlformats.org/drawingml/2006/main">
              <a:ext uri="{FF2B5EF4-FFF2-40B4-BE49-F238E27FC236}">
                <a16:creationId xmlns:a16="http://schemas.microsoft.com/office/drawing/2014/main" id="{1426343E-1ADC-46FD-A237-6F2397F78B2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40 / 56</a:t>
            </a:r>
          </a:p>
        </p:txBody>
      </p:sp>
    </p:spTree>
    <p:extLst>
      <p:ext uri="{BB962C8B-B14F-4D97-AF65-F5344CB8AC3E}">
        <p14:creationId xmlns:p14="http://schemas.microsoft.com/office/powerpoint/2010/main" val="209576868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CAB195-E96E-4B22-90F6-7E886A847D61}"/>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接続・想定問題1　解説：結合の名前だけで説明しない</a:t>
            </a:r>
          </a:p>
        </p:txBody>
      </p:sp>
      <p:sp>
        <p:nvSpPr>
          <p:cNvPr id="2" name="">
            <a:extLst xmlns:a="http://schemas.openxmlformats.org/drawingml/2006/main">
              <a:ext uri="{FF2B5EF4-FFF2-40B4-BE49-F238E27FC236}">
                <a16:creationId xmlns:a16="http://schemas.microsoft.com/office/drawing/2014/main" id="{D2454346-E536-42E4-BE63-FCF84A7C2DA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7FE48D4-A6F0-48DC-A00A-A89DFBB03CE3}"/>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4" name="">
            <a:extLst xmlns:a="http://schemas.openxmlformats.org/drawingml/2006/main">
              <a:ext uri="{FF2B5EF4-FFF2-40B4-BE49-F238E27FC236}">
                <a16:creationId xmlns:a16="http://schemas.microsoft.com/office/drawing/2014/main" id="{9EAB3664-E704-46F7-A215-7447BC165FBD}"/>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① 塑性変形には転位の移動や組織が関係</a:t>
            </a:r>
          </a:p>
        </p:txBody>
      </p:sp>
      <p:sp>
        <p:nvSpPr>
          <p:cNvPr id="5" name="">
            <a:extLst xmlns:a="http://schemas.openxmlformats.org/drawingml/2006/main">
              <a:ext uri="{FF2B5EF4-FFF2-40B4-BE49-F238E27FC236}">
                <a16:creationId xmlns:a16="http://schemas.microsoft.com/office/drawing/2014/main" id="{1CFB55DC-7935-432F-A057-CDC8F60DECBC}"/>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② 固体NaClは通常通電しにくい</a:t>
            </a:r>
          </a:p>
        </p:txBody>
      </p:sp>
      <p:sp>
        <p:nvSpPr>
          <p:cNvPr id="6" name="">
            <a:extLst xmlns:a="http://schemas.openxmlformats.org/drawingml/2006/main">
              <a:ext uri="{FF2B5EF4-FFF2-40B4-BE49-F238E27FC236}">
                <a16:creationId xmlns:a16="http://schemas.microsoft.com/office/drawing/2014/main" id="{E64E03EE-F3CD-4D0E-8118-A258BD5C549F}"/>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溶融や水溶液では移動できるイオンが運ぶ</a:t>
            </a:r>
          </a:p>
        </p:txBody>
      </p:sp>
      <p:sp>
        <p:nvSpPr>
          <p:cNvPr id="7" name="">
            <a:extLst xmlns:a="http://schemas.openxmlformats.org/drawingml/2006/main">
              <a:ext uri="{FF2B5EF4-FFF2-40B4-BE49-F238E27FC236}">
                <a16:creationId xmlns:a16="http://schemas.microsoft.com/office/drawing/2014/main" id="{738A3973-6FF6-44A7-B3E6-8B743F831FCD}"/>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③ 分子内O−Hの共有結合と水素結合を区別</a:t>
            </a:r>
          </a:p>
        </p:txBody>
      </p:sp>
      <p:sp>
        <p:nvSpPr>
          <p:cNvPr id="8" name="">
            <a:extLst xmlns:a="http://schemas.openxmlformats.org/drawingml/2006/main">
              <a:ext uri="{FF2B5EF4-FFF2-40B4-BE49-F238E27FC236}">
                <a16:creationId xmlns:a16="http://schemas.microsoft.com/office/drawing/2014/main" id="{00FB89AF-AC6D-4ADA-83AB-89FD2DD6908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t>本編の参照スライド：6・7・18・37</a:t>
            </a:r>
          </a:p>
        </p:txBody>
      </p:sp>
      <p:sp>
        <p:nvSpPr>
          <p:cNvPr id="9" name="">
            <a:extLst xmlns:a="http://schemas.openxmlformats.org/drawingml/2006/main">
              <a:ext uri="{FF2B5EF4-FFF2-40B4-BE49-F238E27FC236}">
                <a16:creationId xmlns:a16="http://schemas.microsoft.com/office/drawing/2014/main" id="{73F649F6-8FFF-4344-AD78-079E82807BF8}"/>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41 / 56</a:t>
            </a:r>
          </a:p>
        </p:txBody>
      </p:sp>
    </p:spTree>
    <p:extLst>
      <p:ext uri="{BB962C8B-B14F-4D97-AF65-F5344CB8AC3E}">
        <p14:creationId xmlns:p14="http://schemas.microsoft.com/office/powerpoint/2010/main" val="93526163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D87D4E-A623-4414-80CD-C50DB0AA5D82}"/>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接続・想定問題2　原子数だけで密度を決められるか</a:t>
            </a:r>
          </a:p>
        </p:txBody>
      </p:sp>
      <p:sp>
        <p:nvSpPr>
          <p:cNvPr id="2" name="">
            <a:extLst xmlns:a="http://schemas.openxmlformats.org/drawingml/2006/main">
              <a:ext uri="{FF2B5EF4-FFF2-40B4-BE49-F238E27FC236}">
                <a16:creationId xmlns:a16="http://schemas.microsoft.com/office/drawing/2014/main" id="{5CED280D-949E-4F26-A75D-9068741A3D9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5C3EDCA-3AB0-4B0E-8EFD-D6239D2537B9}"/>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4" name="">
            <a:extLst xmlns:a="http://schemas.openxmlformats.org/drawingml/2006/main">
              <a:ext uri="{FF2B5EF4-FFF2-40B4-BE49-F238E27FC236}">
                <a16:creationId xmlns:a16="http://schemas.microsoft.com/office/drawing/2014/main" id="{C49AE96D-911F-4A77-9C05-14C4D93FD245}"/>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仮想の単原子結晶A：n=2、原子質量4.0×10⁻²⁶ kg、格子体積8.0×10⁻³⁰ m³。B：n=4、3.0×10⁻²⁶ kg、27×10⁻³⁰ m³。密度をkg/m³で計算し比較する。</a:t>
            </a:r>
          </a:p>
        </p:txBody>
      </p:sp>
      <p:sp>
        <p:nvSpPr>
          <p:cNvPr id="5" name="">
            <a:extLst xmlns:a="http://schemas.openxmlformats.org/drawingml/2006/main">
              <a:ext uri="{FF2B5EF4-FFF2-40B4-BE49-F238E27FC236}">
                <a16:creationId xmlns:a16="http://schemas.microsoft.com/office/drawing/2014/main" id="{D61C09AC-DB4F-4D17-9E37-ABC0A01FCFFC}"/>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buNone/>
              <a:defRPr sz="2025" b="1">
                <a:solidFill>
                  <a:srgbClr val="087E8B"/>
                </a:solidFill>
                <a:latin typeface="Yu Gothic"/>
                <a:ea typeface="Yu Gothic"/>
                <a:cs typeface="Yu Gothic"/>
              </a:defRPr>
            </a:lvl1pPr>
            <a:lvl2pPr>
              <a:buNone/>
              <a:defRPr sz="2025" b="1">
                <a:solidFill>
                  <a:srgbClr val="087E8B"/>
                </a:solidFill>
                <a:latin typeface="Yu Gothic"/>
                <a:ea typeface="Yu Gothic"/>
                <a:cs typeface="Yu Gothic"/>
              </a:defRPr>
            </a:lvl2pPr>
            <a:lvl3pPr>
              <a:buNone/>
              <a:defRPr sz="2025" b="1">
                <a:solidFill>
                  <a:srgbClr val="087E8B"/>
                </a:solidFill>
                <a:latin typeface="Yu Gothic"/>
                <a:ea typeface="Yu Gothic"/>
                <a:cs typeface="Yu Gothic"/>
              </a:defRPr>
            </a:lvl3pPr>
            <a:lvl4pPr>
              <a:buNone/>
              <a:defRPr sz="2025" b="1">
                <a:solidFill>
                  <a:srgbClr val="087E8B"/>
                </a:solidFill>
                <a:latin typeface="Yu Gothic"/>
                <a:ea typeface="Yu Gothic"/>
                <a:cs typeface="Yu Gothic"/>
              </a:defRPr>
            </a:lvl4pPr>
            <a:lvl5pPr>
              <a:buNone/>
              <a:defRPr sz="2025" b="1">
                <a:solidFill>
                  <a:srgbClr val="087E8B"/>
                </a:solidFill>
                <a:latin typeface="Yu Gothic"/>
                <a:ea typeface="Yu Gothic"/>
                <a:cs typeface="Yu Gothic"/>
              </a:defRPr>
            </a:lvl5pPr>
            <a:lvl6pPr>
              <a:buNone/>
              <a:defRPr sz="2025" b="1">
                <a:solidFill>
                  <a:srgbClr val="087E8B"/>
                </a:solidFill>
                <a:latin typeface="Yu Gothic"/>
                <a:ea typeface="Yu Gothic"/>
                <a:cs typeface="Yu Gothic"/>
              </a:defRPr>
            </a:lvl6pPr>
            <a:lvl7pPr>
              <a:buNone/>
              <a:defRPr sz="2025" b="1">
                <a:solidFill>
                  <a:srgbClr val="087E8B"/>
                </a:solidFill>
                <a:latin typeface="Yu Gothic"/>
                <a:ea typeface="Yu Gothic"/>
                <a:cs typeface="Yu Gothic"/>
              </a:defRPr>
            </a:lvl7pPr>
            <a:lvl8pPr>
              <a:buNone/>
              <a:defRPr sz="2025" b="1">
                <a:solidFill>
                  <a:srgbClr val="087E8B"/>
                </a:solidFill>
                <a:latin typeface="Yu Gothic"/>
                <a:ea typeface="Yu Gothic"/>
                <a:cs typeface="Yu Gothic"/>
              </a:defRPr>
            </a:lvl8pPr>
            <a:lvl9pPr>
              <a:buNone/>
              <a:defRPr sz="2025" b="1">
                <a:solidFill>
                  <a:srgbClr val="087E8B"/>
                </a:solidFill>
                <a:latin typeface="Yu Gothic"/>
                <a:ea typeface="Yu Gothic"/>
                <a:cs typeface="Yu Gothic"/>
              </a:defRPr>
            </a:lvl9pPr>
          </a:lstStyle>
          <a:p xmlns:a="http://schemas.openxmlformats.org/drawingml/2006/main">
            <a:pPr>
              <a:buNone/>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59D6845D-355A-4FD3-B4C4-F151CE3F96C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BE97C04B-D527-45F5-946E-38B096FCF8A2}"/>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42 / 56</a:t>
            </a:r>
          </a:p>
        </p:txBody>
      </p:sp>
    </p:spTree>
    <p:extLst>
      <p:ext uri="{BB962C8B-B14F-4D97-AF65-F5344CB8AC3E}">
        <p14:creationId xmlns:p14="http://schemas.microsoft.com/office/powerpoint/2010/main" val="171678856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86E5D8-FCAF-48B2-BB58-7442084B0FC2}"/>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接続・想定問題2　解説：原子数だけで密度を決められるか</a:t>
            </a:r>
          </a:p>
        </p:txBody>
      </p:sp>
      <p:sp>
        <p:nvSpPr>
          <p:cNvPr id="2" name="">
            <a:extLst xmlns:a="http://schemas.openxmlformats.org/drawingml/2006/main">
              <a:ext uri="{FF2B5EF4-FFF2-40B4-BE49-F238E27FC236}">
                <a16:creationId xmlns:a16="http://schemas.microsoft.com/office/drawing/2014/main" id="{900A83AF-5F65-4858-91F1-51203F918E9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4" name="">
            <a:extLst xmlns:a="http://schemas.openxmlformats.org/drawingml/2006/main">
              <a:ext uri="{FF2B5EF4-FFF2-40B4-BE49-F238E27FC236}">
                <a16:creationId xmlns:a16="http://schemas.microsoft.com/office/drawing/2014/main" id="{A18B8127-DDD3-441B-81D2-176F30C12322}"/>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ρ_A=(2×4.0×10⁻²⁶)/(8.0×10⁻³⁰)</a:t>
            </a:r>
          </a:p>
        </p:txBody>
      </p:sp>
      <p:sp>
        <p:nvSpPr>
          <p:cNvPr id="5" name="">
            <a:extLst xmlns:a="http://schemas.openxmlformats.org/drawingml/2006/main">
              <a:ext uri="{FF2B5EF4-FFF2-40B4-BE49-F238E27FC236}">
                <a16:creationId xmlns:a16="http://schemas.microsoft.com/office/drawing/2014/main" id="{F13365D1-00D6-4BF3-9C1B-9C28556578EC}"/>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=10,000 kg/m³</a:t>
            </a:r>
          </a:p>
        </p:txBody>
      </p:sp>
      <p:sp>
        <p:nvSpPr>
          <p:cNvPr id="6" name="">
            <a:extLst xmlns:a="http://schemas.openxmlformats.org/drawingml/2006/main">
              <a:ext uri="{FF2B5EF4-FFF2-40B4-BE49-F238E27FC236}">
                <a16:creationId xmlns:a16="http://schemas.microsoft.com/office/drawing/2014/main" id="{E6C6FC46-1E8C-4CE7-8E25-CA1B5AFC47ED}"/>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ρ_B≈4,444 kg/m³</a:t>
            </a:r>
          </a:p>
        </p:txBody>
      </p:sp>
      <p:sp>
        <p:nvSpPr>
          <p:cNvPr id="7" name="">
            <a:extLst xmlns:a="http://schemas.openxmlformats.org/drawingml/2006/main">
              <a:ext uri="{FF2B5EF4-FFF2-40B4-BE49-F238E27FC236}">
                <a16:creationId xmlns:a16="http://schemas.microsoft.com/office/drawing/2014/main" id="{0803BBB1-BB40-4585-B2F1-1AC7B9ECB657}"/>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原子数はBが多いが、密度はAが大きい</a:t>
            </a:r>
          </a:p>
        </p:txBody>
      </p:sp>
      <p:sp>
        <p:nvSpPr>
          <p:cNvPr id="8" name="">
            <a:extLst xmlns:a="http://schemas.openxmlformats.org/drawingml/2006/main">
              <a:ext uri="{FF2B5EF4-FFF2-40B4-BE49-F238E27FC236}">
                <a16:creationId xmlns:a16="http://schemas.microsoft.com/office/drawing/2014/main" id="{C44D7210-4A39-4C53-8620-C3BE93309B2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t>本編の参照スライド：12・13・37</a:t>
            </a:r>
          </a:p>
        </p:txBody>
      </p:sp>
      <p:sp>
        <p:nvSpPr>
          <p:cNvPr id="9" name="">
            <a:extLst xmlns:a="http://schemas.openxmlformats.org/drawingml/2006/main">
              <a:ext uri="{FF2B5EF4-FFF2-40B4-BE49-F238E27FC236}">
                <a16:creationId xmlns:a16="http://schemas.microsoft.com/office/drawing/2014/main" id="{22944276-02BF-465D-83DB-DF0A397C7BD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43 / 56</a:t>
            </a:r>
          </a:p>
        </p:txBody>
      </p:sp>
      <p:sp>
        <p:nvSpPr>
          <p:cNvPr id="11" name="">
            <a:extLst xmlns:a="http://schemas.openxmlformats.org/drawingml/2006/main">
              <a:ext uri="{FF2B5EF4-FFF2-40B4-BE49-F238E27FC236}">
                <a16:creationId xmlns:a16="http://schemas.microsoft.com/office/drawing/2014/main" id="{D31EEE79-F90B-49FE-AAB6-69D3748117A8}"/>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ρ：密度</a:t>
            </a:r>
          </a:p>
        </p:txBody>
      </p:sp>
    </p:spTree>
    <p:extLst>
      <p:ext uri="{BB962C8B-B14F-4D97-AF65-F5344CB8AC3E}">
        <p14:creationId xmlns:p14="http://schemas.microsoft.com/office/powerpoint/2010/main" val="202687316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17F25B-A05E-46A7-B87C-252E454445FC}"/>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接続・想定問題3　降伏強さとヤング率を区別する</a:t>
            </a:r>
          </a:p>
        </p:txBody>
      </p:sp>
      <p:sp>
        <p:nvSpPr>
          <p:cNvPr id="2" name="">
            <a:extLst xmlns:a="http://schemas.openxmlformats.org/drawingml/2006/main">
              <a:ext uri="{FF2B5EF4-FFF2-40B4-BE49-F238E27FC236}">
                <a16:creationId xmlns:a16="http://schemas.microsoft.com/office/drawing/2014/main" id="{4CA42CAA-F452-4F4B-9978-36A044903B1E}"/>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4" name="">
            <a:extLst xmlns:a="http://schemas.openxmlformats.org/drawingml/2006/main">
              <a:ext uri="{FF2B5EF4-FFF2-40B4-BE49-F238E27FC236}">
                <a16:creationId xmlns:a16="http://schemas.microsoft.com/office/drawing/2014/main" id="{CC6BDB2F-8B14-468B-A6D3-20985F654B11}"/>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状態S,TはどちらもE=200,000 MPa、降伏強さは210,320 MPaと仮定。各棒にF=1,000 N、A=10 mm²、L=500 mm。弾性域の応力と伸びを求め、「Tの方が必ず伸びにくい」を評価する。</a:t>
            </a:r>
          </a:p>
        </p:txBody>
      </p:sp>
      <p:sp>
        <p:nvSpPr>
          <p:cNvPr id="5" name="">
            <a:extLst xmlns:a="http://schemas.openxmlformats.org/drawingml/2006/main">
              <a:ext uri="{FF2B5EF4-FFF2-40B4-BE49-F238E27FC236}">
                <a16:creationId xmlns:a16="http://schemas.microsoft.com/office/drawing/2014/main" id="{B9D61FD1-9272-4EE3-8554-2F58C1227A53}"/>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buNone/>
              <a:defRPr sz="2025" b="1">
                <a:solidFill>
                  <a:srgbClr val="087E8B"/>
                </a:solidFill>
                <a:latin typeface="Yu Gothic"/>
                <a:ea typeface="Yu Gothic"/>
                <a:cs typeface="Yu Gothic"/>
              </a:defRPr>
            </a:lvl1pPr>
            <a:lvl2pPr>
              <a:buNone/>
              <a:defRPr sz="2025" b="1">
                <a:solidFill>
                  <a:srgbClr val="087E8B"/>
                </a:solidFill>
                <a:latin typeface="Yu Gothic"/>
                <a:ea typeface="Yu Gothic"/>
                <a:cs typeface="Yu Gothic"/>
              </a:defRPr>
            </a:lvl2pPr>
            <a:lvl3pPr>
              <a:buNone/>
              <a:defRPr sz="2025" b="1">
                <a:solidFill>
                  <a:srgbClr val="087E8B"/>
                </a:solidFill>
                <a:latin typeface="Yu Gothic"/>
                <a:ea typeface="Yu Gothic"/>
                <a:cs typeface="Yu Gothic"/>
              </a:defRPr>
            </a:lvl3pPr>
            <a:lvl4pPr>
              <a:buNone/>
              <a:defRPr sz="2025" b="1">
                <a:solidFill>
                  <a:srgbClr val="087E8B"/>
                </a:solidFill>
                <a:latin typeface="Yu Gothic"/>
                <a:ea typeface="Yu Gothic"/>
                <a:cs typeface="Yu Gothic"/>
              </a:defRPr>
            </a:lvl4pPr>
            <a:lvl5pPr>
              <a:buNone/>
              <a:defRPr sz="2025" b="1">
                <a:solidFill>
                  <a:srgbClr val="087E8B"/>
                </a:solidFill>
                <a:latin typeface="Yu Gothic"/>
                <a:ea typeface="Yu Gothic"/>
                <a:cs typeface="Yu Gothic"/>
              </a:defRPr>
            </a:lvl5pPr>
            <a:lvl6pPr>
              <a:buNone/>
              <a:defRPr sz="2025" b="1">
                <a:solidFill>
                  <a:srgbClr val="087E8B"/>
                </a:solidFill>
                <a:latin typeface="Yu Gothic"/>
                <a:ea typeface="Yu Gothic"/>
                <a:cs typeface="Yu Gothic"/>
              </a:defRPr>
            </a:lvl6pPr>
            <a:lvl7pPr>
              <a:buNone/>
              <a:defRPr sz="2025" b="1">
                <a:solidFill>
                  <a:srgbClr val="087E8B"/>
                </a:solidFill>
                <a:latin typeface="Yu Gothic"/>
                <a:ea typeface="Yu Gothic"/>
                <a:cs typeface="Yu Gothic"/>
              </a:defRPr>
            </a:lvl7pPr>
            <a:lvl8pPr>
              <a:buNone/>
              <a:defRPr sz="2025" b="1">
                <a:solidFill>
                  <a:srgbClr val="087E8B"/>
                </a:solidFill>
                <a:latin typeface="Yu Gothic"/>
                <a:ea typeface="Yu Gothic"/>
                <a:cs typeface="Yu Gothic"/>
              </a:defRPr>
            </a:lvl8pPr>
            <a:lvl9pPr>
              <a:buNone/>
              <a:defRPr sz="2025" b="1">
                <a:solidFill>
                  <a:srgbClr val="087E8B"/>
                </a:solidFill>
                <a:latin typeface="Yu Gothic"/>
                <a:ea typeface="Yu Gothic"/>
                <a:cs typeface="Yu Gothic"/>
              </a:defRPr>
            </a:lvl9pPr>
          </a:lstStyle>
          <a:p xmlns:a="http://schemas.openxmlformats.org/drawingml/2006/main">
            <a:pPr>
              <a:buNone/>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5883143C-3EAD-4467-B888-ADF9B78CE08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CC6C8BCE-2DE4-4891-944C-1085C6BE188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44 / 56</a:t>
            </a:r>
          </a:p>
        </p:txBody>
      </p:sp>
      <p:sp>
        <p:nvSpPr>
          <p:cNvPr id="9" name="">
            <a:extLst xmlns:a="http://schemas.openxmlformats.org/drawingml/2006/main">
              <a:ext uri="{FF2B5EF4-FFF2-40B4-BE49-F238E27FC236}">
                <a16:creationId xmlns:a16="http://schemas.microsoft.com/office/drawing/2014/main" id="{C280EC42-F054-47D2-9789-2848E8A8857A}"/>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a:t>
            </a:r>
          </a:p>
        </p:txBody>
      </p:sp>
    </p:spTree>
    <p:extLst>
      <p:ext uri="{BB962C8B-B14F-4D97-AF65-F5344CB8AC3E}">
        <p14:creationId xmlns:p14="http://schemas.microsoft.com/office/powerpoint/2010/main" val="177759690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326DACB-7A70-445E-8BD2-E606E81B539C}"/>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接続・想定問題3　解説：降伏強さとヤング率を区別する</a:t>
            </a:r>
          </a:p>
        </p:txBody>
      </p:sp>
      <p:sp>
        <p:nvSpPr>
          <p:cNvPr id="2" name="">
            <a:extLst xmlns:a="http://schemas.openxmlformats.org/drawingml/2006/main">
              <a:ext uri="{FF2B5EF4-FFF2-40B4-BE49-F238E27FC236}">
                <a16:creationId xmlns:a16="http://schemas.microsoft.com/office/drawing/2014/main" id="{B92DF3BE-8EA0-4F5F-8241-87A11AB2C76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4" name="">
            <a:extLst xmlns:a="http://schemas.openxmlformats.org/drawingml/2006/main">
              <a:ext uri="{FF2B5EF4-FFF2-40B4-BE49-F238E27FC236}">
                <a16:creationId xmlns:a16="http://schemas.microsoft.com/office/drawing/2014/main" id="{5A47F8CC-9210-44F4-8647-A8E55B37824A}"/>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両状態とも σ=F/A=100 MPa</a:t>
            </a:r>
          </a:p>
        </p:txBody>
      </p:sp>
      <p:sp>
        <p:nvSpPr>
          <p:cNvPr id="5" name="">
            <a:extLst xmlns:a="http://schemas.openxmlformats.org/drawingml/2006/main">
              <a:ext uri="{FF2B5EF4-FFF2-40B4-BE49-F238E27FC236}">
                <a16:creationId xmlns:a16="http://schemas.microsoft.com/office/drawing/2014/main" id="{669C6634-485C-485E-B23A-F3759A29CDAD}"/>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両状態とも δ=FL/(AE)=0.25 mm</a:t>
            </a:r>
          </a:p>
        </p:txBody>
      </p:sp>
      <p:sp>
        <p:nvSpPr>
          <p:cNvPr id="6" name="">
            <a:extLst xmlns:a="http://schemas.openxmlformats.org/drawingml/2006/main">
              <a:ext uri="{FF2B5EF4-FFF2-40B4-BE49-F238E27FC236}">
                <a16:creationId xmlns:a16="http://schemas.microsoft.com/office/drawing/2014/main" id="{76822983-1CDF-426C-9ECE-CE4507E6F8AD}"/>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今回の弾性計算では伸びは同じ</a:t>
            </a:r>
          </a:p>
        </p:txBody>
      </p:sp>
      <p:sp>
        <p:nvSpPr>
          <p:cNvPr id="7" name="">
            <a:extLst xmlns:a="http://schemas.openxmlformats.org/drawingml/2006/main">
              <a:ext uri="{FF2B5EF4-FFF2-40B4-BE49-F238E27FC236}">
                <a16:creationId xmlns:a16="http://schemas.microsoft.com/office/drawing/2014/main" id="{414E28AE-39ED-48A1-B6E7-5D35A9C31EDF}"/>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降伏強さの違いを、Eの違いへ置き換えない</a:t>
            </a:r>
          </a:p>
        </p:txBody>
      </p:sp>
      <p:sp>
        <p:nvSpPr>
          <p:cNvPr id="8" name="">
            <a:extLst xmlns:a="http://schemas.openxmlformats.org/drawingml/2006/main">
              <a:ext uri="{FF2B5EF4-FFF2-40B4-BE49-F238E27FC236}">
                <a16:creationId xmlns:a16="http://schemas.microsoft.com/office/drawing/2014/main" id="{7E8E0B0D-07EB-4ACF-B083-02BA987A4CC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t>本編の参照スライド：17・20・22・33</a:t>
            </a:r>
          </a:p>
        </p:txBody>
      </p:sp>
      <p:sp>
        <p:nvSpPr>
          <p:cNvPr id="9" name="">
            <a:extLst xmlns:a="http://schemas.openxmlformats.org/drawingml/2006/main">
              <a:ext uri="{FF2B5EF4-FFF2-40B4-BE49-F238E27FC236}">
                <a16:creationId xmlns:a16="http://schemas.microsoft.com/office/drawing/2014/main" id="{B7C28326-60AB-46A5-9524-8D36F34B9EBB}"/>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45 / 56</a:t>
            </a:r>
          </a:p>
        </p:txBody>
      </p:sp>
      <p:sp>
        <p:nvSpPr>
          <p:cNvPr id="11" name="">
            <a:extLst xmlns:a="http://schemas.openxmlformats.org/drawingml/2006/main">
              <a:ext uri="{FF2B5EF4-FFF2-40B4-BE49-F238E27FC236}">
                <a16:creationId xmlns:a16="http://schemas.microsoft.com/office/drawing/2014/main" id="{00E08BF4-786E-4A5C-B4A2-38D21EA5F48F}"/>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　σ：垂直応力　δ：軸方向の伸び</a:t>
            </a:r>
          </a:p>
        </p:txBody>
      </p:sp>
    </p:spTree>
    <p:extLst>
      <p:ext uri="{BB962C8B-B14F-4D97-AF65-F5344CB8AC3E}">
        <p14:creationId xmlns:p14="http://schemas.microsoft.com/office/powerpoint/2010/main" val="209926011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0C5998-FA7F-484A-A27D-C7B4D0EBAA9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接続・想定問題4　同じ剛性なら、どれだけ軽いか</a:t>
            </a:r>
          </a:p>
        </p:txBody>
      </p:sp>
      <p:sp>
        <p:nvSpPr>
          <p:cNvPr id="2" name="">
            <a:extLst xmlns:a="http://schemas.openxmlformats.org/drawingml/2006/main">
              <a:ext uri="{FF2B5EF4-FFF2-40B4-BE49-F238E27FC236}">
                <a16:creationId xmlns:a16="http://schemas.microsoft.com/office/drawing/2014/main" id="{CB484E1D-2BC2-4C05-89E8-E657AD4AB04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4" name="">
            <a:extLst xmlns:a="http://schemas.openxmlformats.org/drawingml/2006/main">
              <a:ext uri="{FF2B5EF4-FFF2-40B4-BE49-F238E27FC236}">
                <a16:creationId xmlns:a16="http://schemas.microsoft.com/office/drawing/2014/main" id="{7BD89FB1-82CC-4EE7-AA55-9D64949EC2F0}"/>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同じ長さ1,000 mmの棒。A材：E=200,000 MPa,ρ=7.8 g/cm³,A=10 mm²。B材：E=70,000 MPa,ρ=2.7 g/cm³。F=1,000 N。①同じ断面積の伸び、②A材と同じ剛性に必要なB材の面積と質量を比較。全て仮定値。</a:t>
            </a:r>
          </a:p>
        </p:txBody>
      </p:sp>
      <p:sp>
        <p:nvSpPr>
          <p:cNvPr id="5" name="">
            <a:extLst xmlns:a="http://schemas.openxmlformats.org/drawingml/2006/main">
              <a:ext uri="{FF2B5EF4-FFF2-40B4-BE49-F238E27FC236}">
                <a16:creationId xmlns:a16="http://schemas.microsoft.com/office/drawing/2014/main" id="{50515E21-A283-4392-8DA1-D22AFAC08D07}"/>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buNone/>
              <a:defRPr sz="2025" b="1">
                <a:solidFill>
                  <a:srgbClr val="087E8B"/>
                </a:solidFill>
                <a:latin typeface="Yu Gothic"/>
                <a:ea typeface="Yu Gothic"/>
                <a:cs typeface="Yu Gothic"/>
              </a:defRPr>
            </a:lvl1pPr>
            <a:lvl2pPr>
              <a:buNone/>
              <a:defRPr sz="2025" b="1">
                <a:solidFill>
                  <a:srgbClr val="087E8B"/>
                </a:solidFill>
                <a:latin typeface="Yu Gothic"/>
                <a:ea typeface="Yu Gothic"/>
                <a:cs typeface="Yu Gothic"/>
              </a:defRPr>
            </a:lvl2pPr>
            <a:lvl3pPr>
              <a:buNone/>
              <a:defRPr sz="2025" b="1">
                <a:solidFill>
                  <a:srgbClr val="087E8B"/>
                </a:solidFill>
                <a:latin typeface="Yu Gothic"/>
                <a:ea typeface="Yu Gothic"/>
                <a:cs typeface="Yu Gothic"/>
              </a:defRPr>
            </a:lvl3pPr>
            <a:lvl4pPr>
              <a:buNone/>
              <a:defRPr sz="2025" b="1">
                <a:solidFill>
                  <a:srgbClr val="087E8B"/>
                </a:solidFill>
                <a:latin typeface="Yu Gothic"/>
                <a:ea typeface="Yu Gothic"/>
                <a:cs typeface="Yu Gothic"/>
              </a:defRPr>
            </a:lvl4pPr>
            <a:lvl5pPr>
              <a:buNone/>
              <a:defRPr sz="2025" b="1">
                <a:solidFill>
                  <a:srgbClr val="087E8B"/>
                </a:solidFill>
                <a:latin typeface="Yu Gothic"/>
                <a:ea typeface="Yu Gothic"/>
                <a:cs typeface="Yu Gothic"/>
              </a:defRPr>
            </a:lvl5pPr>
            <a:lvl6pPr>
              <a:buNone/>
              <a:defRPr sz="2025" b="1">
                <a:solidFill>
                  <a:srgbClr val="087E8B"/>
                </a:solidFill>
                <a:latin typeface="Yu Gothic"/>
                <a:ea typeface="Yu Gothic"/>
                <a:cs typeface="Yu Gothic"/>
              </a:defRPr>
            </a:lvl6pPr>
            <a:lvl7pPr>
              <a:buNone/>
              <a:defRPr sz="2025" b="1">
                <a:solidFill>
                  <a:srgbClr val="087E8B"/>
                </a:solidFill>
                <a:latin typeface="Yu Gothic"/>
                <a:ea typeface="Yu Gothic"/>
                <a:cs typeface="Yu Gothic"/>
              </a:defRPr>
            </a:lvl7pPr>
            <a:lvl8pPr>
              <a:buNone/>
              <a:defRPr sz="2025" b="1">
                <a:solidFill>
                  <a:srgbClr val="087E8B"/>
                </a:solidFill>
                <a:latin typeface="Yu Gothic"/>
                <a:ea typeface="Yu Gothic"/>
                <a:cs typeface="Yu Gothic"/>
              </a:defRPr>
            </a:lvl8pPr>
            <a:lvl9pPr>
              <a:buNone/>
              <a:defRPr sz="2025" b="1">
                <a:solidFill>
                  <a:srgbClr val="087E8B"/>
                </a:solidFill>
                <a:latin typeface="Yu Gothic"/>
                <a:ea typeface="Yu Gothic"/>
                <a:cs typeface="Yu Gothic"/>
              </a:defRPr>
            </a:lvl9pPr>
          </a:lstStyle>
          <a:p xmlns:a="http://schemas.openxmlformats.org/drawingml/2006/main">
            <a:pPr>
              <a:buNone/>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C86C1A02-218D-4CB8-B596-FCA9F988FB6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A5C776D6-C1F7-4C3F-B4FB-E1AAC4245D0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46 / 56</a:t>
            </a:r>
          </a:p>
        </p:txBody>
      </p:sp>
      <p:sp>
        <p:nvSpPr>
          <p:cNvPr id="9" name="">
            <a:extLst xmlns:a="http://schemas.openxmlformats.org/drawingml/2006/main">
              <a:ext uri="{FF2B5EF4-FFF2-40B4-BE49-F238E27FC236}">
                <a16:creationId xmlns:a16="http://schemas.microsoft.com/office/drawing/2014/main" id="{A81F9F82-F1A3-4897-8A9A-471DE53AA3EA}"/>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　ρ：密度</a:t>
            </a:r>
          </a:p>
        </p:txBody>
      </p:sp>
    </p:spTree>
    <p:extLst>
      <p:ext uri="{BB962C8B-B14F-4D97-AF65-F5344CB8AC3E}">
        <p14:creationId xmlns:p14="http://schemas.microsoft.com/office/powerpoint/2010/main" val="97599394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55D7450-EBDF-4933-8B74-F98C94218BE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接続・想定問題4　解説：同じ剛性なら、どれだけ軽いか</a:t>
            </a:r>
          </a:p>
        </p:txBody>
      </p:sp>
      <p:sp>
        <p:nvSpPr>
          <p:cNvPr id="2" name="">
            <a:extLst xmlns:a="http://schemas.openxmlformats.org/drawingml/2006/main">
              <a:ext uri="{FF2B5EF4-FFF2-40B4-BE49-F238E27FC236}">
                <a16:creationId xmlns:a16="http://schemas.microsoft.com/office/drawing/2014/main" id="{371C3641-1B4A-4405-8995-F9122A1962A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4" name="">
            <a:extLst xmlns:a="http://schemas.openxmlformats.org/drawingml/2006/main">
              <a:ext uri="{FF2B5EF4-FFF2-40B4-BE49-F238E27FC236}">
                <a16:creationId xmlns:a16="http://schemas.microsoft.com/office/drawing/2014/main" id="{5BDE6043-07BF-4269-8B51-2F258E122146}"/>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同じ面積：A材δ=0.50、B材δ≈1.43 mm</a:t>
            </a:r>
          </a:p>
        </p:txBody>
      </p:sp>
      <p:sp>
        <p:nvSpPr>
          <p:cNvPr id="5" name="">
            <a:extLst xmlns:a="http://schemas.openxmlformats.org/drawingml/2006/main">
              <a:ext uri="{FF2B5EF4-FFF2-40B4-BE49-F238E27FC236}">
                <a16:creationId xmlns:a16="http://schemas.microsoft.com/office/drawing/2014/main" id="{79227F0C-2614-4295-9738-241C5D08EB3A}"/>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同じ剛性：B材の面積≈28.57 mm²</a:t>
            </a:r>
          </a:p>
        </p:txBody>
      </p:sp>
      <p:sp>
        <p:nvSpPr>
          <p:cNvPr id="6" name="">
            <a:extLst xmlns:a="http://schemas.openxmlformats.org/drawingml/2006/main">
              <a:ext uri="{FF2B5EF4-FFF2-40B4-BE49-F238E27FC236}">
                <a16:creationId xmlns:a16="http://schemas.microsoft.com/office/drawing/2014/main" id="{50FE1603-01E0-436E-A473-996B82681A02}"/>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質量：A材78.0 g、B材≈77.1 g</a:t>
            </a:r>
          </a:p>
        </p:txBody>
      </p:sp>
      <p:sp>
        <p:nvSpPr>
          <p:cNvPr id="7" name="">
            <a:extLst xmlns:a="http://schemas.openxmlformats.org/drawingml/2006/main">
              <a:ext uri="{FF2B5EF4-FFF2-40B4-BE49-F238E27FC236}">
                <a16:creationId xmlns:a16="http://schemas.microsoft.com/office/drawing/2014/main" id="{0CF41CBF-C0EA-46B3-9795-2BFA078F4507}"/>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剛性だけの比較。強度等は別に確認</a:t>
            </a:r>
          </a:p>
        </p:txBody>
      </p:sp>
      <p:sp>
        <p:nvSpPr>
          <p:cNvPr id="8" name="">
            <a:extLst xmlns:a="http://schemas.openxmlformats.org/drawingml/2006/main">
              <a:ext uri="{FF2B5EF4-FFF2-40B4-BE49-F238E27FC236}">
                <a16:creationId xmlns:a16="http://schemas.microsoft.com/office/drawing/2014/main" id="{C3D6B92C-D439-43A7-8839-1F65B8209AE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t>本編の参照スライド：28・30・33</a:t>
            </a:r>
          </a:p>
        </p:txBody>
      </p:sp>
      <p:sp>
        <p:nvSpPr>
          <p:cNvPr id="9" name="">
            <a:extLst xmlns:a="http://schemas.openxmlformats.org/drawingml/2006/main">
              <a:ext uri="{FF2B5EF4-FFF2-40B4-BE49-F238E27FC236}">
                <a16:creationId xmlns:a16="http://schemas.microsoft.com/office/drawing/2014/main" id="{94FFDF3C-CF8B-47D9-AE68-7A3FB6E179C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47 / 56</a:t>
            </a:r>
          </a:p>
        </p:txBody>
      </p:sp>
      <p:sp>
        <p:nvSpPr>
          <p:cNvPr id="11" name="">
            <a:extLst xmlns:a="http://schemas.openxmlformats.org/drawingml/2006/main">
              <a:ext uri="{FF2B5EF4-FFF2-40B4-BE49-F238E27FC236}">
                <a16:creationId xmlns:a16="http://schemas.microsoft.com/office/drawing/2014/main" id="{9D52CEC7-3876-45BB-99A1-AEB3CEE98598}"/>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buNone/>
              <a:defRPr sz="1425" b="0">
                <a:solidFill>
                  <a:srgbClr val="193B59"/>
                </a:solidFill>
                <a:latin typeface="Yu Gothic"/>
                <a:ea typeface="Yu Gothic"/>
                <a:cs typeface="Yu Gothic"/>
              </a:defRPr>
            </a:lvl1pPr>
            <a:lvl2pPr>
              <a:buNone/>
              <a:defRPr sz="1425" b="0">
                <a:solidFill>
                  <a:srgbClr val="193B59"/>
                </a:solidFill>
                <a:latin typeface="Yu Gothic"/>
                <a:ea typeface="Yu Gothic"/>
                <a:cs typeface="Yu Gothic"/>
              </a:defRPr>
            </a:lvl2pPr>
            <a:lvl3pPr>
              <a:buNone/>
              <a:defRPr sz="1425" b="0">
                <a:solidFill>
                  <a:srgbClr val="193B59"/>
                </a:solidFill>
                <a:latin typeface="Yu Gothic"/>
                <a:ea typeface="Yu Gothic"/>
                <a:cs typeface="Yu Gothic"/>
              </a:defRPr>
            </a:lvl3pPr>
            <a:lvl4pPr>
              <a:buNone/>
              <a:defRPr sz="1425" b="0">
                <a:solidFill>
                  <a:srgbClr val="193B59"/>
                </a:solidFill>
                <a:latin typeface="Yu Gothic"/>
                <a:ea typeface="Yu Gothic"/>
                <a:cs typeface="Yu Gothic"/>
              </a:defRPr>
            </a:lvl4pPr>
            <a:lvl5pPr>
              <a:buNone/>
              <a:defRPr sz="1425" b="0">
                <a:solidFill>
                  <a:srgbClr val="193B59"/>
                </a:solidFill>
                <a:latin typeface="Yu Gothic"/>
                <a:ea typeface="Yu Gothic"/>
                <a:cs typeface="Yu Gothic"/>
              </a:defRPr>
            </a:lvl5pPr>
            <a:lvl6pPr>
              <a:buNone/>
              <a:defRPr sz="1425" b="0">
                <a:solidFill>
                  <a:srgbClr val="193B59"/>
                </a:solidFill>
                <a:latin typeface="Yu Gothic"/>
                <a:ea typeface="Yu Gothic"/>
                <a:cs typeface="Yu Gothic"/>
              </a:defRPr>
            </a:lvl6pPr>
            <a:lvl7pPr>
              <a:buNone/>
              <a:defRPr sz="1425" b="0">
                <a:solidFill>
                  <a:srgbClr val="193B59"/>
                </a:solidFill>
                <a:latin typeface="Yu Gothic"/>
                <a:ea typeface="Yu Gothic"/>
                <a:cs typeface="Yu Gothic"/>
              </a:defRPr>
            </a:lvl7pPr>
            <a:lvl8pPr>
              <a:buNone/>
              <a:defRPr sz="1425" b="0">
                <a:solidFill>
                  <a:srgbClr val="193B59"/>
                </a:solidFill>
                <a:latin typeface="Yu Gothic"/>
                <a:ea typeface="Yu Gothic"/>
                <a:cs typeface="Yu Gothic"/>
              </a:defRPr>
            </a:lvl8pPr>
            <a:lvl9pPr>
              <a:buNone/>
              <a:defRPr sz="1425" b="0">
                <a:solidFill>
                  <a:srgbClr val="193B59"/>
                </a:solidFill>
                <a:latin typeface="Yu Gothic"/>
                <a:ea typeface="Yu Gothic"/>
                <a:cs typeface="Yu Gothic"/>
              </a:defRPr>
            </a:lvl9pPr>
          </a:lstStyle>
          <a:p xmlns:a="http://schemas.openxmlformats.org/drawingml/2006/main">
            <a:pPr>
              <a:buNone/>
              <a:defRPr sz="1425" b="0">
                <a:solidFill>
                  <a:srgbClr val="193B59"/>
                </a:solidFill>
                <a:latin typeface="Yu Gothic"/>
                <a:ea typeface="Yu Gothic"/>
                <a:cs typeface="Yu Gothic"/>
              </a:defRPr>
            </a:pPr>
            <a:r>
              <a:rPr sz="1425" b="0">
                <a:solidFill>
                  <a:srgbClr val="193B59"/>
                </a:solidFill>
                <a:latin typeface="Yu Gothic"/>
                <a:ea typeface="Yu Gothic"/>
                <a:cs typeface="Yu Gothic"/>
              </a:rPr>
              <a:t>δ：たわみ</a:t>
            </a:r>
          </a:p>
        </p:txBody>
      </p:sp>
    </p:spTree>
    <p:extLst>
      <p:ext uri="{BB962C8B-B14F-4D97-AF65-F5344CB8AC3E}">
        <p14:creationId xmlns:p14="http://schemas.microsoft.com/office/powerpoint/2010/main" val="141024618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E1C252-2BF4-4731-A610-EA448FE215A3}"/>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接続・想定問題5　未知の母材でAIを評価する</a:t>
            </a:r>
          </a:p>
        </p:txBody>
      </p:sp>
      <p:sp>
        <p:nvSpPr>
          <p:cNvPr id="2" name="">
            <a:extLst xmlns:a="http://schemas.openxmlformats.org/drawingml/2006/main">
              <a:ext uri="{FF2B5EF4-FFF2-40B4-BE49-F238E27FC236}">
                <a16:creationId xmlns:a16="http://schemas.microsoft.com/office/drawing/2014/main" id="{04E2EB8A-30E5-4974-83F2-763B4999629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637E704D-9229-487A-980A-E94A53688DDA}"/>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4" name="">
            <a:extLst xmlns:a="http://schemas.openxmlformats.org/drawingml/2006/main">
              <a:ext uri="{FF2B5EF4-FFF2-40B4-BE49-F238E27FC236}">
                <a16:creationId xmlns:a16="http://schemas.microsoft.com/office/drawing/2014/main" id="{CB54C4FD-10B8-4464-9100-5691C9DCD828}"/>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母材A,B,Cから各4本の試験片を作り、12行のデータを得た。行を無作為に分け、同じ母材が学習用・評価用の両方へ入った。「未知の母材も高精度」と結論してよいか。分け方と追加確認を提案する。</a:t>
            </a:r>
          </a:p>
        </p:txBody>
      </p:sp>
      <p:sp>
        <p:nvSpPr>
          <p:cNvPr id="5" name="">
            <a:extLst xmlns:a="http://schemas.openxmlformats.org/drawingml/2006/main">
              <a:ext uri="{FF2B5EF4-FFF2-40B4-BE49-F238E27FC236}">
                <a16:creationId xmlns:a16="http://schemas.microsoft.com/office/drawing/2014/main" id="{3318A5AA-30A5-433C-A92A-E96C12F3186B}"/>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buNone/>
              <a:defRPr sz="2025" b="1">
                <a:solidFill>
                  <a:srgbClr val="087E8B"/>
                </a:solidFill>
                <a:latin typeface="Yu Gothic"/>
                <a:ea typeface="Yu Gothic"/>
                <a:cs typeface="Yu Gothic"/>
              </a:defRPr>
            </a:lvl1pPr>
            <a:lvl2pPr>
              <a:buNone/>
              <a:defRPr sz="2025" b="1">
                <a:solidFill>
                  <a:srgbClr val="087E8B"/>
                </a:solidFill>
                <a:latin typeface="Yu Gothic"/>
                <a:ea typeface="Yu Gothic"/>
                <a:cs typeface="Yu Gothic"/>
              </a:defRPr>
            </a:lvl2pPr>
            <a:lvl3pPr>
              <a:buNone/>
              <a:defRPr sz="2025" b="1">
                <a:solidFill>
                  <a:srgbClr val="087E8B"/>
                </a:solidFill>
                <a:latin typeface="Yu Gothic"/>
                <a:ea typeface="Yu Gothic"/>
                <a:cs typeface="Yu Gothic"/>
              </a:defRPr>
            </a:lvl3pPr>
            <a:lvl4pPr>
              <a:buNone/>
              <a:defRPr sz="2025" b="1">
                <a:solidFill>
                  <a:srgbClr val="087E8B"/>
                </a:solidFill>
                <a:latin typeface="Yu Gothic"/>
                <a:ea typeface="Yu Gothic"/>
                <a:cs typeface="Yu Gothic"/>
              </a:defRPr>
            </a:lvl4pPr>
            <a:lvl5pPr>
              <a:buNone/>
              <a:defRPr sz="2025" b="1">
                <a:solidFill>
                  <a:srgbClr val="087E8B"/>
                </a:solidFill>
                <a:latin typeface="Yu Gothic"/>
                <a:ea typeface="Yu Gothic"/>
                <a:cs typeface="Yu Gothic"/>
              </a:defRPr>
            </a:lvl5pPr>
            <a:lvl6pPr>
              <a:buNone/>
              <a:defRPr sz="2025" b="1">
                <a:solidFill>
                  <a:srgbClr val="087E8B"/>
                </a:solidFill>
                <a:latin typeface="Yu Gothic"/>
                <a:ea typeface="Yu Gothic"/>
                <a:cs typeface="Yu Gothic"/>
              </a:defRPr>
            </a:lvl6pPr>
            <a:lvl7pPr>
              <a:buNone/>
              <a:defRPr sz="2025" b="1">
                <a:solidFill>
                  <a:srgbClr val="087E8B"/>
                </a:solidFill>
                <a:latin typeface="Yu Gothic"/>
                <a:ea typeface="Yu Gothic"/>
                <a:cs typeface="Yu Gothic"/>
              </a:defRPr>
            </a:lvl7pPr>
            <a:lvl8pPr>
              <a:buNone/>
              <a:defRPr sz="2025" b="1">
                <a:solidFill>
                  <a:srgbClr val="087E8B"/>
                </a:solidFill>
                <a:latin typeface="Yu Gothic"/>
                <a:ea typeface="Yu Gothic"/>
                <a:cs typeface="Yu Gothic"/>
              </a:defRPr>
            </a:lvl8pPr>
            <a:lvl9pPr>
              <a:buNone/>
              <a:defRPr sz="2025" b="1">
                <a:solidFill>
                  <a:srgbClr val="087E8B"/>
                </a:solidFill>
                <a:latin typeface="Yu Gothic"/>
                <a:ea typeface="Yu Gothic"/>
                <a:cs typeface="Yu Gothic"/>
              </a:defRPr>
            </a:lvl9pPr>
          </a:lstStyle>
          <a:p xmlns:a="http://schemas.openxmlformats.org/drawingml/2006/main">
            <a:pPr>
              <a:buNone/>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854DEE6E-2403-4133-B747-6B48522A2D8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FF2125B7-EE39-4081-8861-FCDE67750CE4}"/>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48 / 56</a:t>
            </a:r>
          </a:p>
        </p:txBody>
      </p:sp>
    </p:spTree>
    <p:extLst>
      <p:ext uri="{BB962C8B-B14F-4D97-AF65-F5344CB8AC3E}">
        <p14:creationId xmlns:p14="http://schemas.microsoft.com/office/powerpoint/2010/main" val="149488036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54B9E5-3A6D-4F30-BBB8-4F28D0D0B7B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接続・想定問題5　解説：未知の母材でAIを評価する</a:t>
            </a:r>
          </a:p>
        </p:txBody>
      </p:sp>
      <p:sp>
        <p:nvSpPr>
          <p:cNvPr id="2" name="">
            <a:extLst xmlns:a="http://schemas.openxmlformats.org/drawingml/2006/main">
              <a:ext uri="{FF2B5EF4-FFF2-40B4-BE49-F238E27FC236}">
                <a16:creationId xmlns:a16="http://schemas.microsoft.com/office/drawing/2014/main" id="{D951D0C5-7643-48FC-8377-771DF5742FE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96595B6-5749-4313-BDBB-8AFC0A6EC410}"/>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4" name="">
            <a:extLst xmlns:a="http://schemas.openxmlformats.org/drawingml/2006/main">
              <a:ext uri="{FF2B5EF4-FFF2-40B4-BE49-F238E27FC236}">
                <a16:creationId xmlns:a16="http://schemas.microsoft.com/office/drawing/2014/main" id="{205D3F29-9278-476D-BF18-430396A2D6BF}"/>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同じ母材由来の情報が両側に入っている</a:t>
            </a:r>
          </a:p>
        </p:txBody>
      </p:sp>
      <p:sp>
        <p:nvSpPr>
          <p:cNvPr id="5" name="">
            <a:extLst xmlns:a="http://schemas.openxmlformats.org/drawingml/2006/main">
              <a:ext uri="{FF2B5EF4-FFF2-40B4-BE49-F238E27FC236}">
                <a16:creationId xmlns:a16="http://schemas.microsoft.com/office/drawing/2014/main" id="{E52A49DC-9508-4D4C-9D71-B1F63CE474FE}"/>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未知の母材を評価するなら母材で分ける</a:t>
            </a:r>
          </a:p>
        </p:txBody>
      </p:sp>
      <p:sp>
        <p:nvSpPr>
          <p:cNvPr id="6" name="">
            <a:extLst xmlns:a="http://schemas.openxmlformats.org/drawingml/2006/main">
              <a:ext uri="{FF2B5EF4-FFF2-40B4-BE49-F238E27FC236}">
                <a16:creationId xmlns:a16="http://schemas.microsoft.com/office/drawing/2014/main" id="{0CE0161B-DF9D-4B9F-99F5-5ED21A67FEBB}"/>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例：A,Bを学習、Cを評価に使う</a:t>
            </a:r>
          </a:p>
        </p:txBody>
      </p:sp>
      <p:sp>
        <p:nvSpPr>
          <p:cNvPr id="7" name="">
            <a:extLst xmlns:a="http://schemas.openxmlformats.org/drawingml/2006/main">
              <a:ext uri="{FF2B5EF4-FFF2-40B4-BE49-F238E27FC236}">
                <a16:creationId xmlns:a16="http://schemas.microsoft.com/office/drawing/2014/main" id="{94120D1B-5C1A-4A8C-94A5-BA3FE65D01BB}"/>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母材3つだけでは一般化の確かさも限られる</a:t>
            </a:r>
          </a:p>
        </p:txBody>
      </p:sp>
      <p:sp>
        <p:nvSpPr>
          <p:cNvPr id="8" name="">
            <a:extLst xmlns:a="http://schemas.openxmlformats.org/drawingml/2006/main">
              <a:ext uri="{FF2B5EF4-FFF2-40B4-BE49-F238E27FC236}">
                <a16:creationId xmlns:a16="http://schemas.microsoft.com/office/drawing/2014/main" id="{BAE35F09-47FD-4602-9EFF-5A301C7CDC3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t>本編の参照スライド：33・37</a:t>
            </a:r>
          </a:p>
        </p:txBody>
      </p:sp>
      <p:sp>
        <p:nvSpPr>
          <p:cNvPr id="9" name="">
            <a:extLst xmlns:a="http://schemas.openxmlformats.org/drawingml/2006/main">
              <a:ext uri="{FF2B5EF4-FFF2-40B4-BE49-F238E27FC236}">
                <a16:creationId xmlns:a16="http://schemas.microsoft.com/office/drawing/2014/main" id="{5D829129-C0DB-44C9-A76E-5963C41F776A}"/>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49 / 56</a:t>
            </a:r>
          </a:p>
        </p:txBody>
      </p:sp>
    </p:spTree>
    <p:extLst>
      <p:ext uri="{BB962C8B-B14F-4D97-AF65-F5344CB8AC3E}">
        <p14:creationId xmlns:p14="http://schemas.microsoft.com/office/powerpoint/2010/main" val="190987724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7B37E2-AD2E-4051-B855-73F62D79DBB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次回：加工と状態を選ぶ</a:t>
            </a:r>
          </a:p>
        </p:txBody>
      </p:sp>
      <p:sp>
        <p:nvSpPr>
          <p:cNvPr id="2" name="">
            <a:extLst xmlns:a="http://schemas.openxmlformats.org/drawingml/2006/main">
              <a:ext uri="{FF2B5EF4-FFF2-40B4-BE49-F238E27FC236}">
                <a16:creationId xmlns:a16="http://schemas.microsoft.com/office/drawing/2014/main" id="{B1E574AA-84EC-45D4-B2E2-0E4C6EA37F83}"/>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3623716-09A5-4CE5-9DED-406697191DBC}"/>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形を作る加工</a:t>
            </a:r>
          </a:p>
        </p:txBody>
      </p:sp>
      <p:sp>
        <p:nvSpPr>
          <p:cNvPr id="4" name="">
            <a:extLst xmlns:a="http://schemas.openxmlformats.org/drawingml/2006/main">
              <a:ext uri="{FF2B5EF4-FFF2-40B4-BE49-F238E27FC236}">
                <a16:creationId xmlns:a16="http://schemas.microsoft.com/office/drawing/2014/main" id="{15E175DC-807E-4312-B48A-DF6B5FD646B2}"/>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組織を変える熱処理</a:t>
            </a:r>
          </a:p>
        </p:txBody>
      </p:sp>
      <p:sp>
        <p:nvSpPr>
          <p:cNvPr id="5" name="">
            <a:extLst xmlns:a="http://schemas.openxmlformats.org/drawingml/2006/main">
              <a:ext uri="{FF2B5EF4-FFF2-40B4-BE49-F238E27FC236}">
                <a16:creationId xmlns:a16="http://schemas.microsoft.com/office/drawing/2014/main" id="{60B33886-82A0-4611-A686-69894D114763}"/>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接合・表面・腐食</a:t>
            </a:r>
          </a:p>
        </p:txBody>
      </p:sp>
      <p:sp>
        <p:nvSpPr>
          <p:cNvPr id="6" name="">
            <a:extLst xmlns:a="http://schemas.openxmlformats.org/drawingml/2006/main">
              <a:ext uri="{FF2B5EF4-FFF2-40B4-BE49-F238E27FC236}">
                <a16:creationId xmlns:a16="http://schemas.microsoft.com/office/drawing/2014/main" id="{CB364495-A691-454C-B89D-670264C6383E}"/>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使い方まで含めた材料選択</a:t>
            </a:r>
          </a:p>
        </p:txBody>
      </p:sp>
      <p:sp>
        <p:nvSpPr>
          <p:cNvPr id="7" name="">
            <a:extLst xmlns:a="http://schemas.openxmlformats.org/drawingml/2006/main">
              <a:ext uri="{FF2B5EF4-FFF2-40B4-BE49-F238E27FC236}">
                <a16:creationId xmlns:a16="http://schemas.microsoft.com/office/drawing/2014/main" id="{F933EADC-EFEE-4A9F-81E9-8284ACCE6DA7}"/>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第5回</a:t>
            </a:r>
          </a:p>
        </p:txBody>
      </p:sp>
      <p:sp>
        <p:nvSpPr>
          <p:cNvPr id="8" name="">
            <a:extLst xmlns:a="http://schemas.openxmlformats.org/drawingml/2006/main">
              <a:ext uri="{FF2B5EF4-FFF2-40B4-BE49-F238E27FC236}">
                <a16:creationId xmlns:a16="http://schemas.microsoft.com/office/drawing/2014/main" id="{5580F216-D38D-4BE3-9B90-40067AAF0DEB}"/>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50 / 56</a:t>
            </a:r>
          </a:p>
        </p:txBody>
      </p:sp>
    </p:spTree>
    <p:extLst>
      <p:ext uri="{BB962C8B-B14F-4D97-AF65-F5344CB8AC3E}">
        <p14:creationId xmlns:p14="http://schemas.microsoft.com/office/powerpoint/2010/main" val="81434455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9F73EC-8075-4ECF-8CB2-9345026C8958}"/>
              </a:ext>
            </a:extLst>
          </p:cNvPr>
          <p:cNvSpPr>
            <a:spLocks xmlns:a="http://schemas.openxmlformats.org/drawingml/2006/main" noGrp="1"/>
          </p:cNvSpPr>
          <p:nvPr/>
        </p:nvSpPr>
        <p:spPr>
          <a:xfrm xmlns:a="http://schemas.openxmlformats.org/drawingml/2006/main">
            <a:off x="685800" y="428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参考 化学結合と分子間の相互作用</a:t>
            </a:r>
          </a:p>
        </p:txBody>
      </p:sp>
      <p:sp>
        <p:nvSpPr>
          <p:cNvPr id="2" name="">
            <a:extLst xmlns:a="http://schemas.openxmlformats.org/drawingml/2006/main">
              <a:ext uri="{FF2B5EF4-FFF2-40B4-BE49-F238E27FC236}">
                <a16:creationId xmlns:a16="http://schemas.microsoft.com/office/drawing/2014/main" id="{C6EEF5EA-CAD5-4AA5-B0C1-950BA6CAA00A}"/>
              </a:ext>
            </a:extLst>
          </p:cNvPr>
          <p:cNvSpPr>
            <a:spLocks xmlns:a="http://schemas.openxmlformats.org/drawingml/2006/main" noGrp="1"/>
          </p:cNvSpPr>
          <p:nvPr/>
        </p:nvSpPr>
        <p:spPr>
          <a:xfrm xmlns:a="http://schemas.openxmlformats.org/drawingml/2006/main">
            <a:off x="685800" y="119062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6193">
            <a:solidFill>
              <a:srgbClr val="D7E2E8"/>
            </a:solidFill>
          </a:ln>
        </p:spPr>
      </p:sp>
      <p:sp>
        <p:nvSpPr>
          <p:cNvPr id="3" name="">
            <a:extLst xmlns:a="http://schemas.openxmlformats.org/drawingml/2006/main">
              <a:ext uri="{FF2B5EF4-FFF2-40B4-BE49-F238E27FC236}">
                <a16:creationId xmlns:a16="http://schemas.microsoft.com/office/drawing/2014/main" id="{905659AC-5A5C-4487-96CC-CAC300A07F8F}"/>
              </a:ext>
            </a:extLst>
          </p:cNvPr>
          <p:cNvSpPr>
            <a:spLocks xmlns:a="http://schemas.openxmlformats.org/drawingml/2006/main" noGrp="1"/>
          </p:cNvSpPr>
          <p:nvPr/>
        </p:nvSpPr>
        <p:spPr>
          <a:xfrm xmlns:a="http://schemas.openxmlformats.org/drawingml/2006/main">
            <a:off x="685800" y="642937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化学の復習（任意参考）</a:t>
            </a:r>
          </a:p>
        </p:txBody>
      </p:sp>
      <p:sp>
        <p:nvSpPr>
          <p:cNvPr id="4" name="">
            <a:extLst xmlns:a="http://schemas.openxmlformats.org/drawingml/2006/main">
              <a:ext uri="{FF2B5EF4-FFF2-40B4-BE49-F238E27FC236}">
                <a16:creationId xmlns:a16="http://schemas.microsoft.com/office/drawing/2014/main" id="{B10CCE9D-02C6-434D-90BB-65847F9DC3D7}"/>
              </a:ext>
            </a:extLst>
          </p:cNvPr>
          <p:cNvSpPr>
            <a:spLocks xmlns:a="http://schemas.openxmlformats.org/drawingml/2006/main" noGrp="1"/>
          </p:cNvSpPr>
          <p:nvPr/>
        </p:nvSpPr>
        <p:spPr>
          <a:xfrm xmlns:a="http://schemas.openxmlformats.org/drawingml/2006/main">
            <a:off x="11239500" y="6429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51 / 56</a:t>
            </a:r>
          </a:p>
        </p:txBody>
      </p:sp>
      <p:graphicFrame>
        <p:nvGraphicFramePr>
          <p:cNvPr id="5" name="">
            <a:extLst xmlns:a="http://schemas.openxmlformats.org/drawingml/2006/main">
              <a:ext uri="{FF2B5EF4-FFF2-40B4-BE49-F238E27FC236}">
                <a16:creationId xmlns:a16="http://schemas.microsoft.com/office/drawing/2014/main" id="{EE6D7098-62C6-4F14-96CA-98D1E6E8B0E8}"/>
              </a:ext>
            </a:extLst>
          </p:cNvPr>
          <p:cNvGraphicFramePr/>
          <p:nvPr/>
        </p:nvGraphicFramePr>
        <p:xfrm>
          <a:off xmlns:a="http://schemas.openxmlformats.org/drawingml/2006/main" x="714375" y="1714500"/>
          <a:ext xmlns:a="http://schemas.openxmlformats.org/drawingml/2006/main" cx="10763250" cy="3476625"/>
        </p:xfrm>
        <a:graphic xmlns:a="http://schemas.openxmlformats.org/drawingml/2006/main">
          <a:graphicData uri="http://schemas.openxmlformats.org/drawingml/2006/table">
            <a:tbl>
              <a:tblPr/>
              <a:tblGrid>
                <a:gridCol w="2190750"/>
                <a:gridCol w="5048250"/>
                <a:gridCol w="3524250"/>
              </a:tblGrid>
              <a:tr h="695325">
                <a:tc>
                  <a:txBody>
                    <a:bodyPr lIns="85725" tIns="85725" rIns="85725" bIns="85725"/>
                    <a:lstStyle/>
                    <a:p>
                      <a:r>
                        <a:rPr sz="1875" b="1">
                          <a:solidFill>
                            <a:srgbClr val="FFFFFF"/>
                          </a:solidFill>
                          <a:latin typeface="Yu Gothic"/>
                          <a:ea typeface="Yu Gothic"/>
                          <a:cs typeface="Yu Gothic"/>
                        </a:rPr>
                        <a:t>種類</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見方</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この講義での例</a:t>
                      </a:r>
                    </a:p>
                  </a:txBody>
                  <a:tcPr marL="91440" marR="91440" marT="45720" marB="45720">
                    <a:solidFill>
                      <a:srgbClr val="193B59"/>
                    </a:solidFill>
                  </a:tcPr>
                </a:tc>
              </a:tr>
              <a:tr h="695325">
                <a:tc>
                  <a:txBody>
                    <a:bodyPr lIns="85725" tIns="85725" rIns="85725" bIns="85725"/>
                    <a:lstStyle/>
                    <a:p>
                      <a:r>
                        <a:rPr sz="1875" b="0">
                          <a:solidFill>
                            <a:srgbClr val="263D4D"/>
                          </a:solidFill>
                          <a:latin typeface="Yu Gothic"/>
                          <a:ea typeface="Yu Gothic"/>
                          <a:cs typeface="Yu Gothic"/>
                        </a:rPr>
                        <a:t>共有結合</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原子間で電子対を共有</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高分子鎖の骨格</a:t>
                      </a:r>
                    </a:p>
                  </a:txBody>
                  <a:tcPr marL="91440" marR="91440" marT="45720" marB="45720">
                    <a:solidFill>
                      <a:srgbClr val="E8F0F4"/>
                    </a:solidFill>
                  </a:tcPr>
                </a:tc>
              </a:tr>
              <a:tr h="695325">
                <a:tc>
                  <a:txBody>
                    <a:bodyPr lIns="85725" tIns="85725" rIns="85725" bIns="85725"/>
                    <a:lstStyle/>
                    <a:p>
                      <a:r>
                        <a:rPr sz="1875" b="0">
                          <a:solidFill>
                            <a:srgbClr val="263D4D"/>
                          </a:solidFill>
                          <a:latin typeface="Yu Gothic"/>
                          <a:ea typeface="Yu Gothic"/>
                          <a:cs typeface="Yu Gothic"/>
                        </a:rPr>
                        <a:t>金属結合</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原子芯と、全体に広がる電子</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鉄・銅・アルミニウム</a:t>
                      </a:r>
                    </a:p>
                  </a:txBody>
                  <a:tcPr marL="91440" marR="91440" marT="45720" marB="45720">
                    <a:solidFill>
                      <a:srgbClr val="FFFFFF"/>
                    </a:solidFill>
                  </a:tcPr>
                </a:tc>
              </a:tr>
              <a:tr h="695325">
                <a:tc>
                  <a:txBody>
                    <a:bodyPr lIns="85725" tIns="85725" rIns="85725" bIns="85725"/>
                    <a:lstStyle/>
                    <a:p>
                      <a:r>
                        <a:rPr sz="1875" b="0">
                          <a:solidFill>
                            <a:srgbClr val="263D4D"/>
                          </a:solidFill>
                          <a:latin typeface="Yu Gothic"/>
                          <a:ea typeface="Yu Gothic"/>
                          <a:cs typeface="Yu Gothic"/>
                        </a:rPr>
                        <a:t>イオン結合</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陽イオンと陰イオンの引力</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NaCl、一部のセラミックス</a:t>
                      </a:r>
                    </a:p>
                  </a:txBody>
                  <a:tcPr marL="91440" marR="91440" marT="45720" marB="45720">
                    <a:solidFill>
                      <a:srgbClr val="E8F0F4"/>
                    </a:solidFill>
                  </a:tcPr>
                </a:tc>
              </a:tr>
              <a:tr h="695325">
                <a:tc>
                  <a:txBody>
                    <a:bodyPr lIns="85725" tIns="85725" rIns="85725" bIns="85725"/>
                    <a:lstStyle/>
                    <a:p>
                      <a:r>
                        <a:rPr sz="1875" b="0">
                          <a:solidFill>
                            <a:srgbClr val="263D4D"/>
                          </a:solidFill>
                          <a:latin typeface="Yu Gothic"/>
                          <a:ea typeface="Yu Gothic"/>
                          <a:cs typeface="Yu Gothic"/>
                        </a:rPr>
                        <a:t>水素結合</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O–H等のHと、近くのO等の相互作用</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水、木材成分と水の関係</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7E1804F-C8C5-410C-B7B9-F0F9B88995A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水素結合は主な3種類の結合と区別して復習する。実際の材料では、複数の結合・相互作用が働く。[1–5]</a:t>
            </a:r>
          </a:p>
        </p:txBody>
      </p:sp>
    </p:spTree>
    <p:extLst>
      <p:ext uri="{BB962C8B-B14F-4D97-AF65-F5344CB8AC3E}">
        <p14:creationId xmlns:p14="http://schemas.microsoft.com/office/powerpoint/2010/main" val="337617182"/>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6E49153-1F24-4716-8E33-C042558E4998}"/>
              </a:ext>
            </a:extLst>
          </p:cNvPr>
          <p:cNvSpPr>
            <a:spLocks xmlns:a="http://schemas.openxmlformats.org/drawingml/2006/main" noGrp="1"/>
          </p:cNvSpPr>
          <p:nvPr/>
        </p:nvSpPr>
        <p:spPr>
          <a:xfrm xmlns:a="http://schemas.openxmlformats.org/drawingml/2006/main">
            <a:off x="685800" y="428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参考 共有結合と高分子鎖</a:t>
            </a:r>
          </a:p>
        </p:txBody>
      </p:sp>
      <p:sp>
        <p:nvSpPr>
          <p:cNvPr id="2" name="">
            <a:extLst xmlns:a="http://schemas.openxmlformats.org/drawingml/2006/main">
              <a:ext uri="{FF2B5EF4-FFF2-40B4-BE49-F238E27FC236}">
                <a16:creationId xmlns:a16="http://schemas.microsoft.com/office/drawing/2014/main" id="{BA5CF517-EC8F-489E-BD16-0337E6EA6AE3}"/>
              </a:ext>
            </a:extLst>
          </p:cNvPr>
          <p:cNvSpPr>
            <a:spLocks xmlns:a="http://schemas.openxmlformats.org/drawingml/2006/main" noGrp="1"/>
          </p:cNvSpPr>
          <p:nvPr/>
        </p:nvSpPr>
        <p:spPr>
          <a:xfrm xmlns:a="http://schemas.openxmlformats.org/drawingml/2006/main">
            <a:off x="685800" y="119062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6193">
            <a:solidFill>
              <a:srgbClr val="D7E2E8"/>
            </a:solidFill>
          </a:ln>
        </p:spPr>
      </p:sp>
      <p:sp>
        <p:nvSpPr>
          <p:cNvPr id="3" name="">
            <a:extLst xmlns:a="http://schemas.openxmlformats.org/drawingml/2006/main">
              <a:ext uri="{FF2B5EF4-FFF2-40B4-BE49-F238E27FC236}">
                <a16:creationId xmlns:a16="http://schemas.microsoft.com/office/drawing/2014/main" id="{B479BE37-18AD-4CEE-81A2-9B749DB69594}"/>
              </a:ext>
            </a:extLst>
          </p:cNvPr>
          <p:cNvSpPr>
            <a:spLocks xmlns:a="http://schemas.openxmlformats.org/drawingml/2006/main" noGrp="1"/>
          </p:cNvSpPr>
          <p:nvPr/>
        </p:nvSpPr>
        <p:spPr>
          <a:xfrm xmlns:a="http://schemas.openxmlformats.org/drawingml/2006/main">
            <a:off x="685800" y="642937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化学の復習（任意参考）</a:t>
            </a:r>
          </a:p>
        </p:txBody>
      </p:sp>
      <p:sp>
        <p:nvSpPr>
          <p:cNvPr id="4" name="">
            <a:extLst xmlns:a="http://schemas.openxmlformats.org/drawingml/2006/main">
              <a:ext uri="{FF2B5EF4-FFF2-40B4-BE49-F238E27FC236}">
                <a16:creationId xmlns:a16="http://schemas.microsoft.com/office/drawing/2014/main" id="{7D082E4A-059A-4D80-B473-C3343CB0CD8D}"/>
              </a:ext>
            </a:extLst>
          </p:cNvPr>
          <p:cNvSpPr>
            <a:spLocks xmlns:a="http://schemas.openxmlformats.org/drawingml/2006/main" noGrp="1"/>
          </p:cNvSpPr>
          <p:nvPr/>
        </p:nvSpPr>
        <p:spPr>
          <a:xfrm xmlns:a="http://schemas.openxmlformats.org/drawingml/2006/main">
            <a:off x="11239500" y="6429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52 / 56</a:t>
            </a:r>
          </a:p>
        </p:txBody>
      </p:sp>
      <p:sp>
        <p:nvSpPr>
          <p:cNvPr id="5" name="">
            <a:extLst xmlns:a="http://schemas.openxmlformats.org/drawingml/2006/main">
              <a:ext uri="{FF2B5EF4-FFF2-40B4-BE49-F238E27FC236}">
                <a16:creationId xmlns:a16="http://schemas.microsoft.com/office/drawing/2014/main" id="{6D04FF8C-9A74-496D-9722-0B94ED6B5E8F}"/>
              </a:ext>
            </a:extLst>
          </p:cNvPr>
          <p:cNvSpPr>
            <a:spLocks xmlns:a="http://schemas.openxmlformats.org/drawingml/2006/main" noGrp="1"/>
          </p:cNvSpPr>
          <p:nvPr/>
        </p:nvSpPr>
        <p:spPr>
          <a:xfrm xmlns:a="http://schemas.openxmlformats.org/drawingml/2006/main">
            <a:off x="809625" y="15716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63D4D"/>
                </a:solidFill>
                <a:latin typeface="Yu Gothic"/>
                <a:ea typeface="Yu Gothic"/>
                <a:cs typeface="Yu Gothic"/>
              </a:defRPr>
            </a:defPPr>
            <a:lvl1pPr>
              <a:buNone/>
              <a:defRPr sz="2475" b="1">
                <a:solidFill>
                  <a:srgbClr val="263D4D"/>
                </a:solidFill>
                <a:latin typeface="Yu Gothic"/>
                <a:ea typeface="Yu Gothic"/>
                <a:cs typeface="Yu Gothic"/>
              </a:defRPr>
            </a:lvl1pPr>
            <a:lvl2pPr>
              <a:buNone/>
              <a:defRPr sz="2475" b="1">
                <a:solidFill>
                  <a:srgbClr val="263D4D"/>
                </a:solidFill>
                <a:latin typeface="Yu Gothic"/>
                <a:ea typeface="Yu Gothic"/>
                <a:cs typeface="Yu Gothic"/>
              </a:defRPr>
            </a:lvl2pPr>
            <a:lvl3pPr>
              <a:buNone/>
              <a:defRPr sz="2475" b="1">
                <a:solidFill>
                  <a:srgbClr val="263D4D"/>
                </a:solidFill>
                <a:latin typeface="Yu Gothic"/>
                <a:ea typeface="Yu Gothic"/>
                <a:cs typeface="Yu Gothic"/>
              </a:defRPr>
            </a:lvl3pPr>
            <a:lvl4pPr>
              <a:buNone/>
              <a:defRPr sz="2475" b="1">
                <a:solidFill>
                  <a:srgbClr val="263D4D"/>
                </a:solidFill>
                <a:latin typeface="Yu Gothic"/>
                <a:ea typeface="Yu Gothic"/>
                <a:cs typeface="Yu Gothic"/>
              </a:defRPr>
            </a:lvl4pPr>
            <a:lvl5pPr>
              <a:buNone/>
              <a:defRPr sz="2475" b="1">
                <a:solidFill>
                  <a:srgbClr val="263D4D"/>
                </a:solidFill>
                <a:latin typeface="Yu Gothic"/>
                <a:ea typeface="Yu Gothic"/>
                <a:cs typeface="Yu Gothic"/>
              </a:defRPr>
            </a:lvl5pPr>
            <a:lvl6pPr>
              <a:buNone/>
              <a:defRPr sz="2475" b="1">
                <a:solidFill>
                  <a:srgbClr val="263D4D"/>
                </a:solidFill>
                <a:latin typeface="Yu Gothic"/>
                <a:ea typeface="Yu Gothic"/>
                <a:cs typeface="Yu Gothic"/>
              </a:defRPr>
            </a:lvl6pPr>
            <a:lvl7pPr>
              <a:buNone/>
              <a:defRPr sz="2475" b="1">
                <a:solidFill>
                  <a:srgbClr val="263D4D"/>
                </a:solidFill>
                <a:latin typeface="Yu Gothic"/>
                <a:ea typeface="Yu Gothic"/>
                <a:cs typeface="Yu Gothic"/>
              </a:defRPr>
            </a:lvl7pPr>
            <a:lvl8pPr>
              <a:buNone/>
              <a:defRPr sz="2475" b="1">
                <a:solidFill>
                  <a:srgbClr val="263D4D"/>
                </a:solidFill>
                <a:latin typeface="Yu Gothic"/>
                <a:ea typeface="Yu Gothic"/>
                <a:cs typeface="Yu Gothic"/>
              </a:defRPr>
            </a:lvl8pPr>
            <a:lvl9pPr>
              <a:buNone/>
              <a:defRPr sz="2475" b="1">
                <a:solidFill>
                  <a:srgbClr val="263D4D"/>
                </a:solidFill>
                <a:latin typeface="Yu Gothic"/>
                <a:ea typeface="Yu Gothic"/>
                <a:cs typeface="Yu Gothic"/>
              </a:defRPr>
            </a:lvl9pPr>
          </a:lstStyle>
          <a:p xmlns:a="http://schemas.openxmlformats.org/drawingml/2006/main">
            <a:pPr>
              <a:buNone/>
              <a:defRPr sz="2475" b="1">
                <a:solidFill>
                  <a:srgbClr val="263D4D"/>
                </a:solidFill>
                <a:latin typeface="Yu Gothic"/>
                <a:ea typeface="Yu Gothic"/>
                <a:cs typeface="Yu Gothic"/>
              </a:defRPr>
            </a:pPr>
            <a:r>
              <a:rPr sz="2475" b="1">
                <a:solidFill>
                  <a:srgbClr val="263D4D"/>
                </a:solidFill>
                <a:latin typeface="Yu Gothic"/>
                <a:ea typeface="Yu Gothic"/>
                <a:cs typeface="Yu Gothic"/>
              </a:rPr>
              <a:t>電子対を共有する</a:t>
            </a:r>
          </a:p>
        </p:txBody>
      </p:sp>
      <p:sp>
        <p:nvSpPr>
          <p:cNvPr id="6" name="">
            <a:extLst xmlns:a="http://schemas.openxmlformats.org/drawingml/2006/main">
              <a:ext uri="{FF2B5EF4-FFF2-40B4-BE49-F238E27FC236}">
                <a16:creationId xmlns:a16="http://schemas.microsoft.com/office/drawing/2014/main" id="{FADB3469-BEE2-416D-9750-B079FF3B90E7}"/>
              </a:ext>
            </a:extLst>
          </p:cNvPr>
          <p:cNvSpPr>
            <a:spLocks xmlns:a="http://schemas.openxmlformats.org/drawingml/2006/main" noGrp="1"/>
          </p:cNvSpPr>
          <p:nvPr/>
        </p:nvSpPr>
        <p:spPr>
          <a:xfrm xmlns:a="http://schemas.openxmlformats.org/drawingml/2006/main">
            <a:off x="1428750" y="2571750"/>
            <a:ext cx="952500" cy="9525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7" name="">
            <a:extLst xmlns:a="http://schemas.openxmlformats.org/drawingml/2006/main">
              <a:ext uri="{FF2B5EF4-FFF2-40B4-BE49-F238E27FC236}">
                <a16:creationId xmlns:a16="http://schemas.microsoft.com/office/drawing/2014/main" id="{DCC07BFE-D68C-44FA-9094-E61C0469FB5F}"/>
              </a:ext>
            </a:extLst>
          </p:cNvPr>
          <p:cNvSpPr>
            <a:spLocks xmlns:a="http://schemas.openxmlformats.org/drawingml/2006/main" noGrp="1"/>
          </p:cNvSpPr>
          <p:nvPr/>
        </p:nvSpPr>
        <p:spPr>
          <a:xfrm xmlns:a="http://schemas.openxmlformats.org/drawingml/2006/main">
            <a:off x="1428750" y="2571750"/>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H</a:t>
            </a:r>
          </a:p>
        </p:txBody>
      </p:sp>
      <p:sp>
        <p:nvSpPr>
          <p:cNvPr id="8" name="">
            <a:extLst xmlns:a="http://schemas.openxmlformats.org/drawingml/2006/main">
              <a:ext uri="{FF2B5EF4-FFF2-40B4-BE49-F238E27FC236}">
                <a16:creationId xmlns:a16="http://schemas.microsoft.com/office/drawing/2014/main" id="{96CA79E5-030B-4C21-B61B-5AE4620CF689}"/>
              </a:ext>
            </a:extLst>
          </p:cNvPr>
          <p:cNvSpPr>
            <a:spLocks xmlns:a="http://schemas.openxmlformats.org/drawingml/2006/main" noGrp="1"/>
          </p:cNvSpPr>
          <p:nvPr/>
        </p:nvSpPr>
        <p:spPr>
          <a:xfrm xmlns:a="http://schemas.openxmlformats.org/drawingml/2006/main">
            <a:off x="3333750" y="2571750"/>
            <a:ext cx="952500" cy="9525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9" name="">
            <a:extLst xmlns:a="http://schemas.openxmlformats.org/drawingml/2006/main">
              <a:ext uri="{FF2B5EF4-FFF2-40B4-BE49-F238E27FC236}">
                <a16:creationId xmlns:a16="http://schemas.microsoft.com/office/drawing/2014/main" id="{92E54C4A-C04B-417E-93B2-B4E7C89C82A2}"/>
              </a:ext>
            </a:extLst>
          </p:cNvPr>
          <p:cNvSpPr>
            <a:spLocks xmlns:a="http://schemas.openxmlformats.org/drawingml/2006/main" noGrp="1"/>
          </p:cNvSpPr>
          <p:nvPr/>
        </p:nvSpPr>
        <p:spPr>
          <a:xfrm xmlns:a="http://schemas.openxmlformats.org/drawingml/2006/main">
            <a:off x="3333750" y="2571750"/>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H</a:t>
            </a:r>
          </a:p>
        </p:txBody>
      </p:sp>
      <p:sp>
        <p:nvSpPr>
          <p:cNvPr id="10" name="">
            <a:extLst xmlns:a="http://schemas.openxmlformats.org/drawingml/2006/main">
              <a:ext uri="{FF2B5EF4-FFF2-40B4-BE49-F238E27FC236}">
                <a16:creationId xmlns:a16="http://schemas.microsoft.com/office/drawing/2014/main" id="{3CB974CA-243D-449C-BF8C-9A3298327EC9}"/>
              </a:ext>
            </a:extLst>
          </p:cNvPr>
          <p:cNvSpPr>
            <a:spLocks xmlns:a="http://schemas.openxmlformats.org/drawingml/2006/main" noGrp="1"/>
          </p:cNvSpPr>
          <p:nvPr/>
        </p:nvSpPr>
        <p:spPr>
          <a:xfrm xmlns:a="http://schemas.openxmlformats.org/drawingml/2006/main">
            <a:off x="2762250" y="2905125"/>
            <a:ext cx="95250" cy="95250"/>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11" name="">
            <a:extLst xmlns:a="http://schemas.openxmlformats.org/drawingml/2006/main">
              <a:ext uri="{FF2B5EF4-FFF2-40B4-BE49-F238E27FC236}">
                <a16:creationId xmlns:a16="http://schemas.microsoft.com/office/drawing/2014/main" id="{BEA646FD-C9F6-4C15-8A7E-8504F942F31E}"/>
              </a:ext>
            </a:extLst>
          </p:cNvPr>
          <p:cNvSpPr>
            <a:spLocks xmlns:a="http://schemas.openxmlformats.org/drawingml/2006/main" noGrp="1"/>
          </p:cNvSpPr>
          <p:nvPr/>
        </p:nvSpPr>
        <p:spPr>
          <a:xfrm xmlns:a="http://schemas.openxmlformats.org/drawingml/2006/main">
            <a:off x="2762250" y="3095625"/>
            <a:ext cx="95250" cy="95250"/>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12" name="">
            <a:extLst xmlns:a="http://schemas.openxmlformats.org/drawingml/2006/main">
              <a:ext uri="{FF2B5EF4-FFF2-40B4-BE49-F238E27FC236}">
                <a16:creationId xmlns:a16="http://schemas.microsoft.com/office/drawing/2014/main" id="{4FADFBF8-CC20-496F-BD3E-F81B679F9BF9}"/>
              </a:ext>
            </a:extLst>
          </p:cNvPr>
          <p:cNvSpPr>
            <a:spLocks xmlns:a="http://schemas.openxmlformats.org/drawingml/2006/main" noGrp="1"/>
          </p:cNvSpPr>
          <p:nvPr/>
        </p:nvSpPr>
        <p:spPr>
          <a:xfrm xmlns:a="http://schemas.openxmlformats.org/drawingml/2006/main">
            <a:off x="1524000" y="40005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C4483C"/>
                </a:solidFill>
                <a:latin typeface="Yu Gothic"/>
                <a:ea typeface="Yu Gothic"/>
                <a:cs typeface="Yu Gothic"/>
              </a:defRPr>
            </a:defPPr>
            <a:lvl1pPr>
              <a:buNone/>
              <a:defRPr sz="2175" b="1">
                <a:solidFill>
                  <a:srgbClr val="C4483C"/>
                </a:solidFill>
                <a:latin typeface="Yu Gothic"/>
                <a:ea typeface="Yu Gothic"/>
                <a:cs typeface="Yu Gothic"/>
              </a:defRPr>
            </a:lvl1pPr>
            <a:lvl2pPr>
              <a:buNone/>
              <a:defRPr sz="2175" b="1">
                <a:solidFill>
                  <a:srgbClr val="C4483C"/>
                </a:solidFill>
                <a:latin typeface="Yu Gothic"/>
                <a:ea typeface="Yu Gothic"/>
                <a:cs typeface="Yu Gothic"/>
              </a:defRPr>
            </a:lvl2pPr>
            <a:lvl3pPr>
              <a:buNone/>
              <a:defRPr sz="2175" b="1">
                <a:solidFill>
                  <a:srgbClr val="C4483C"/>
                </a:solidFill>
                <a:latin typeface="Yu Gothic"/>
                <a:ea typeface="Yu Gothic"/>
                <a:cs typeface="Yu Gothic"/>
              </a:defRPr>
            </a:lvl3pPr>
            <a:lvl4pPr>
              <a:buNone/>
              <a:defRPr sz="2175" b="1">
                <a:solidFill>
                  <a:srgbClr val="C4483C"/>
                </a:solidFill>
                <a:latin typeface="Yu Gothic"/>
                <a:ea typeface="Yu Gothic"/>
                <a:cs typeface="Yu Gothic"/>
              </a:defRPr>
            </a:lvl4pPr>
            <a:lvl5pPr>
              <a:buNone/>
              <a:defRPr sz="2175" b="1">
                <a:solidFill>
                  <a:srgbClr val="C4483C"/>
                </a:solidFill>
                <a:latin typeface="Yu Gothic"/>
                <a:ea typeface="Yu Gothic"/>
                <a:cs typeface="Yu Gothic"/>
              </a:defRPr>
            </a:lvl5pPr>
            <a:lvl6pPr>
              <a:buNone/>
              <a:defRPr sz="2175" b="1">
                <a:solidFill>
                  <a:srgbClr val="C4483C"/>
                </a:solidFill>
                <a:latin typeface="Yu Gothic"/>
                <a:ea typeface="Yu Gothic"/>
                <a:cs typeface="Yu Gothic"/>
              </a:defRPr>
            </a:lvl6pPr>
            <a:lvl7pPr>
              <a:buNone/>
              <a:defRPr sz="2175" b="1">
                <a:solidFill>
                  <a:srgbClr val="C4483C"/>
                </a:solidFill>
                <a:latin typeface="Yu Gothic"/>
                <a:ea typeface="Yu Gothic"/>
                <a:cs typeface="Yu Gothic"/>
              </a:defRPr>
            </a:lvl7pPr>
            <a:lvl8pPr>
              <a:buNone/>
              <a:defRPr sz="2175" b="1">
                <a:solidFill>
                  <a:srgbClr val="C4483C"/>
                </a:solidFill>
                <a:latin typeface="Yu Gothic"/>
                <a:ea typeface="Yu Gothic"/>
                <a:cs typeface="Yu Gothic"/>
              </a:defRPr>
            </a:lvl8pPr>
            <a:lvl9pPr>
              <a:buNone/>
              <a:defRPr sz="2175" b="1">
                <a:solidFill>
                  <a:srgbClr val="C4483C"/>
                </a:solidFill>
                <a:latin typeface="Yu Gothic"/>
                <a:ea typeface="Yu Gothic"/>
                <a:cs typeface="Yu Gothic"/>
              </a:defRPr>
            </a:lvl9pPr>
          </a:lstStyle>
          <a:p xmlns:a="http://schemas.openxmlformats.org/drawingml/2006/main">
            <a:pPr>
              <a:buNone/>
              <a:defRPr sz="2175" b="1">
                <a:solidFill>
                  <a:srgbClr val="C4483C"/>
                </a:solidFill>
                <a:latin typeface="Yu Gothic"/>
                <a:ea typeface="Yu Gothic"/>
                <a:cs typeface="Yu Gothic"/>
              </a:defRPr>
            </a:pPr>
            <a:r>
              <a:rPr sz="2175" b="1">
                <a:solidFill>
                  <a:srgbClr val="C4483C"/>
                </a:solidFill>
                <a:latin typeface="Yu Gothic"/>
                <a:ea typeface="Yu Gothic"/>
                <a:cs typeface="Yu Gothic"/>
              </a:rPr>
              <a:t>共有する電子対</a:t>
            </a:r>
          </a:p>
        </p:txBody>
      </p:sp>
      <p:sp>
        <p:nvSpPr>
          <p:cNvPr id="13" name="">
            <a:extLst xmlns:a="http://schemas.openxmlformats.org/drawingml/2006/main">
              <a:ext uri="{FF2B5EF4-FFF2-40B4-BE49-F238E27FC236}">
                <a16:creationId xmlns:a16="http://schemas.microsoft.com/office/drawing/2014/main" id="{8F0C49DC-D6E9-4ACA-AF9F-DB7977E6DD1F}"/>
              </a:ext>
            </a:extLst>
          </p:cNvPr>
          <p:cNvSpPr>
            <a:spLocks xmlns:a="http://schemas.openxmlformats.org/drawingml/2006/main" noGrp="1"/>
          </p:cNvSpPr>
          <p:nvPr/>
        </p:nvSpPr>
        <p:spPr>
          <a:xfrm xmlns:a="http://schemas.openxmlformats.org/drawingml/2006/main">
            <a:off x="1524000" y="45720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H₂分子の模型</a:t>
            </a:r>
          </a:p>
        </p:txBody>
      </p:sp>
      <p:sp>
        <p:nvSpPr>
          <p:cNvPr id="14" name="">
            <a:extLst xmlns:a="http://schemas.openxmlformats.org/drawingml/2006/main">
              <a:ext uri="{FF2B5EF4-FFF2-40B4-BE49-F238E27FC236}">
                <a16:creationId xmlns:a16="http://schemas.microsoft.com/office/drawing/2014/main" id="{2DD90B68-28EA-4316-9A9B-59669F6FD45C}"/>
              </a:ext>
            </a:extLst>
          </p:cNvPr>
          <p:cNvSpPr>
            <a:spLocks xmlns:a="http://schemas.openxmlformats.org/drawingml/2006/main" noGrp="1"/>
          </p:cNvSpPr>
          <p:nvPr/>
        </p:nvSpPr>
        <p:spPr>
          <a:xfrm xmlns:a="http://schemas.openxmlformats.org/drawingml/2006/main">
            <a:off x="6572250" y="18097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高分子鎖の骨格にも共有結合</a:t>
            </a:r>
          </a:p>
        </p:txBody>
      </p:sp>
      <p:sp>
        <p:nvSpPr>
          <p:cNvPr id="15" name="">
            <a:extLst xmlns:a="http://schemas.openxmlformats.org/drawingml/2006/main">
              <a:ext uri="{FF2B5EF4-FFF2-40B4-BE49-F238E27FC236}">
                <a16:creationId xmlns:a16="http://schemas.microsoft.com/office/drawing/2014/main" id="{0BCEC559-13BF-46CC-B9D6-C9508478EFC5}"/>
              </a:ext>
            </a:extLst>
          </p:cNvPr>
          <p:cNvSpPr>
            <a:spLocks xmlns:a="http://schemas.openxmlformats.org/drawingml/2006/main" noGrp="1"/>
          </p:cNvSpPr>
          <p:nvPr/>
        </p:nvSpPr>
        <p:spPr>
          <a:xfrm xmlns:a="http://schemas.openxmlformats.org/drawingml/2006/main">
            <a:off x="6858000" y="3095625"/>
            <a:ext cx="3429000" cy="523875"/>
          </a:xfrm>
          <a:custGeom xmlns:a="http://schemas.openxmlformats.org/drawingml/2006/main">
            <a:pathLst>
              <a:path w="3429000" h="523875">
                <a:moveTo>
                  <a:pt x="0" y="523875"/>
                </a:moveTo>
                <a:lnTo>
                  <a:pt x="857250" y="0"/>
                </a:lnTo>
                <a:lnTo>
                  <a:pt x="1714500" y="523875"/>
                </a:lnTo>
                <a:lnTo>
                  <a:pt x="2571750" y="0"/>
                </a:lnTo>
                <a:lnTo>
                  <a:pt x="3429000" y="523875"/>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79C009B8-20D7-4419-9D92-2401A84C35B4}"/>
              </a:ext>
            </a:extLst>
          </p:cNvPr>
          <p:cNvSpPr>
            <a:spLocks xmlns:a="http://schemas.openxmlformats.org/drawingml/2006/main" noGrp="1"/>
          </p:cNvSpPr>
          <p:nvPr/>
        </p:nvSpPr>
        <p:spPr>
          <a:xfrm xmlns:a="http://schemas.openxmlformats.org/drawingml/2006/main">
            <a:off x="6638925" y="3400425"/>
            <a:ext cx="438150" cy="4381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7" name="">
            <a:extLst xmlns:a="http://schemas.openxmlformats.org/drawingml/2006/main">
              <a:ext uri="{FF2B5EF4-FFF2-40B4-BE49-F238E27FC236}">
                <a16:creationId xmlns:a16="http://schemas.microsoft.com/office/drawing/2014/main" id="{44EEEC92-0259-4278-B713-B000EADE918E}"/>
              </a:ext>
            </a:extLst>
          </p:cNvPr>
          <p:cNvSpPr>
            <a:spLocks xmlns:a="http://schemas.openxmlformats.org/drawingml/2006/main" noGrp="1"/>
          </p:cNvSpPr>
          <p:nvPr/>
        </p:nvSpPr>
        <p:spPr>
          <a:xfrm xmlns:a="http://schemas.openxmlformats.org/drawingml/2006/main">
            <a:off x="6638925" y="340042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2876A8"/>
                </a:solidFill>
                <a:latin typeface="Yu Gothic"/>
                <a:ea typeface="Yu Gothic"/>
                <a:cs typeface="Yu Gothic"/>
              </a:defRPr>
            </a:defPPr>
            <a:lvl1pPr algn="ctr">
              <a:buNone/>
              <a:defRPr sz="1500" b="1">
                <a:solidFill>
                  <a:srgbClr val="2876A8"/>
                </a:solidFill>
                <a:latin typeface="Yu Gothic"/>
                <a:ea typeface="Yu Gothic"/>
                <a:cs typeface="Yu Gothic"/>
              </a:defRPr>
            </a:lvl1pPr>
            <a:lvl2pPr algn="ctr">
              <a:buNone/>
              <a:defRPr sz="1500" b="1">
                <a:solidFill>
                  <a:srgbClr val="2876A8"/>
                </a:solidFill>
                <a:latin typeface="Yu Gothic"/>
                <a:ea typeface="Yu Gothic"/>
                <a:cs typeface="Yu Gothic"/>
              </a:defRPr>
            </a:lvl2pPr>
            <a:lvl3pPr algn="ctr">
              <a:buNone/>
              <a:defRPr sz="1500" b="1">
                <a:solidFill>
                  <a:srgbClr val="2876A8"/>
                </a:solidFill>
                <a:latin typeface="Yu Gothic"/>
                <a:ea typeface="Yu Gothic"/>
                <a:cs typeface="Yu Gothic"/>
              </a:defRPr>
            </a:lvl3pPr>
            <a:lvl4pPr algn="ctr">
              <a:buNone/>
              <a:defRPr sz="1500" b="1">
                <a:solidFill>
                  <a:srgbClr val="2876A8"/>
                </a:solidFill>
                <a:latin typeface="Yu Gothic"/>
                <a:ea typeface="Yu Gothic"/>
                <a:cs typeface="Yu Gothic"/>
              </a:defRPr>
            </a:lvl4pPr>
            <a:lvl5pPr algn="ctr">
              <a:buNone/>
              <a:defRPr sz="1500" b="1">
                <a:solidFill>
                  <a:srgbClr val="2876A8"/>
                </a:solidFill>
                <a:latin typeface="Yu Gothic"/>
                <a:ea typeface="Yu Gothic"/>
                <a:cs typeface="Yu Gothic"/>
              </a:defRPr>
            </a:lvl5pPr>
            <a:lvl6pPr algn="ctr">
              <a:buNone/>
              <a:defRPr sz="1500" b="1">
                <a:solidFill>
                  <a:srgbClr val="2876A8"/>
                </a:solidFill>
                <a:latin typeface="Yu Gothic"/>
                <a:ea typeface="Yu Gothic"/>
                <a:cs typeface="Yu Gothic"/>
              </a:defRPr>
            </a:lvl6pPr>
            <a:lvl7pPr algn="ctr">
              <a:buNone/>
              <a:defRPr sz="1500" b="1">
                <a:solidFill>
                  <a:srgbClr val="2876A8"/>
                </a:solidFill>
                <a:latin typeface="Yu Gothic"/>
                <a:ea typeface="Yu Gothic"/>
                <a:cs typeface="Yu Gothic"/>
              </a:defRPr>
            </a:lvl7pPr>
            <a:lvl8pPr algn="ctr">
              <a:buNone/>
              <a:defRPr sz="1500" b="1">
                <a:solidFill>
                  <a:srgbClr val="2876A8"/>
                </a:solidFill>
                <a:latin typeface="Yu Gothic"/>
                <a:ea typeface="Yu Gothic"/>
                <a:cs typeface="Yu Gothic"/>
              </a:defRPr>
            </a:lvl8pPr>
            <a:lvl9pPr algn="ctr">
              <a:buNone/>
              <a:defRPr sz="1500" b="1">
                <a:solidFill>
                  <a:srgbClr val="2876A8"/>
                </a:solidFill>
                <a:latin typeface="Yu Gothic"/>
                <a:ea typeface="Yu Gothic"/>
                <a:cs typeface="Yu Gothic"/>
              </a:defRPr>
            </a:lvl9pPr>
          </a:lstStyle>
          <a:p xmlns:a="http://schemas.openxmlformats.org/drawingml/2006/main">
            <a:pPr algn="ctr">
              <a:buNone/>
              <a:defRPr sz="1500" b="1">
                <a:solidFill>
                  <a:srgbClr val="2876A8"/>
                </a:solidFill>
                <a:latin typeface="Yu Gothic"/>
                <a:ea typeface="Yu Gothic"/>
                <a:cs typeface="Yu Gothic"/>
              </a:defRPr>
            </a:pPr>
            <a:r>
              <a:rPr sz="1500" b="1">
                <a:solidFill>
                  <a:srgbClr val="2876A8"/>
                </a:solidFill>
                <a:latin typeface="Yu Gothic"/>
                <a:ea typeface="Yu Gothic"/>
                <a:cs typeface="Yu Gothic"/>
              </a:rPr>
              <a:t>C</a:t>
            </a:r>
          </a:p>
        </p:txBody>
      </p:sp>
      <p:sp>
        <p:nvSpPr>
          <p:cNvPr id="18" name="">
            <a:extLst xmlns:a="http://schemas.openxmlformats.org/drawingml/2006/main">
              <a:ext uri="{FF2B5EF4-FFF2-40B4-BE49-F238E27FC236}">
                <a16:creationId xmlns:a16="http://schemas.microsoft.com/office/drawing/2014/main" id="{96D1BDAE-18AD-4311-B1BA-BFC32B10F4A4}"/>
              </a:ext>
            </a:extLst>
          </p:cNvPr>
          <p:cNvSpPr>
            <a:spLocks xmlns:a="http://schemas.openxmlformats.org/drawingml/2006/main" noGrp="1"/>
          </p:cNvSpPr>
          <p:nvPr/>
        </p:nvSpPr>
        <p:spPr>
          <a:xfrm xmlns:a="http://schemas.openxmlformats.org/drawingml/2006/main">
            <a:off x="7496175" y="2876550"/>
            <a:ext cx="438150" cy="4381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9" name="">
            <a:extLst xmlns:a="http://schemas.openxmlformats.org/drawingml/2006/main">
              <a:ext uri="{FF2B5EF4-FFF2-40B4-BE49-F238E27FC236}">
                <a16:creationId xmlns:a16="http://schemas.microsoft.com/office/drawing/2014/main" id="{B3C24719-4A92-432A-9365-044C5C04F8DD}"/>
              </a:ext>
            </a:extLst>
          </p:cNvPr>
          <p:cNvSpPr>
            <a:spLocks xmlns:a="http://schemas.openxmlformats.org/drawingml/2006/main" noGrp="1"/>
          </p:cNvSpPr>
          <p:nvPr/>
        </p:nvSpPr>
        <p:spPr>
          <a:xfrm xmlns:a="http://schemas.openxmlformats.org/drawingml/2006/main">
            <a:off x="7496175" y="287655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2876A8"/>
                </a:solidFill>
                <a:latin typeface="Yu Gothic"/>
                <a:ea typeface="Yu Gothic"/>
                <a:cs typeface="Yu Gothic"/>
              </a:defRPr>
            </a:defPPr>
            <a:lvl1pPr algn="ctr">
              <a:buNone/>
              <a:defRPr sz="1500" b="1">
                <a:solidFill>
                  <a:srgbClr val="2876A8"/>
                </a:solidFill>
                <a:latin typeface="Yu Gothic"/>
                <a:ea typeface="Yu Gothic"/>
                <a:cs typeface="Yu Gothic"/>
              </a:defRPr>
            </a:lvl1pPr>
            <a:lvl2pPr algn="ctr">
              <a:buNone/>
              <a:defRPr sz="1500" b="1">
                <a:solidFill>
                  <a:srgbClr val="2876A8"/>
                </a:solidFill>
                <a:latin typeface="Yu Gothic"/>
                <a:ea typeface="Yu Gothic"/>
                <a:cs typeface="Yu Gothic"/>
              </a:defRPr>
            </a:lvl2pPr>
            <a:lvl3pPr algn="ctr">
              <a:buNone/>
              <a:defRPr sz="1500" b="1">
                <a:solidFill>
                  <a:srgbClr val="2876A8"/>
                </a:solidFill>
                <a:latin typeface="Yu Gothic"/>
                <a:ea typeface="Yu Gothic"/>
                <a:cs typeface="Yu Gothic"/>
              </a:defRPr>
            </a:lvl3pPr>
            <a:lvl4pPr algn="ctr">
              <a:buNone/>
              <a:defRPr sz="1500" b="1">
                <a:solidFill>
                  <a:srgbClr val="2876A8"/>
                </a:solidFill>
                <a:latin typeface="Yu Gothic"/>
                <a:ea typeface="Yu Gothic"/>
                <a:cs typeface="Yu Gothic"/>
              </a:defRPr>
            </a:lvl4pPr>
            <a:lvl5pPr algn="ctr">
              <a:buNone/>
              <a:defRPr sz="1500" b="1">
                <a:solidFill>
                  <a:srgbClr val="2876A8"/>
                </a:solidFill>
                <a:latin typeface="Yu Gothic"/>
                <a:ea typeface="Yu Gothic"/>
                <a:cs typeface="Yu Gothic"/>
              </a:defRPr>
            </a:lvl5pPr>
            <a:lvl6pPr algn="ctr">
              <a:buNone/>
              <a:defRPr sz="1500" b="1">
                <a:solidFill>
                  <a:srgbClr val="2876A8"/>
                </a:solidFill>
                <a:latin typeface="Yu Gothic"/>
                <a:ea typeface="Yu Gothic"/>
                <a:cs typeface="Yu Gothic"/>
              </a:defRPr>
            </a:lvl6pPr>
            <a:lvl7pPr algn="ctr">
              <a:buNone/>
              <a:defRPr sz="1500" b="1">
                <a:solidFill>
                  <a:srgbClr val="2876A8"/>
                </a:solidFill>
                <a:latin typeface="Yu Gothic"/>
                <a:ea typeface="Yu Gothic"/>
                <a:cs typeface="Yu Gothic"/>
              </a:defRPr>
            </a:lvl7pPr>
            <a:lvl8pPr algn="ctr">
              <a:buNone/>
              <a:defRPr sz="1500" b="1">
                <a:solidFill>
                  <a:srgbClr val="2876A8"/>
                </a:solidFill>
                <a:latin typeface="Yu Gothic"/>
                <a:ea typeface="Yu Gothic"/>
                <a:cs typeface="Yu Gothic"/>
              </a:defRPr>
            </a:lvl8pPr>
            <a:lvl9pPr algn="ctr">
              <a:buNone/>
              <a:defRPr sz="1500" b="1">
                <a:solidFill>
                  <a:srgbClr val="2876A8"/>
                </a:solidFill>
                <a:latin typeface="Yu Gothic"/>
                <a:ea typeface="Yu Gothic"/>
                <a:cs typeface="Yu Gothic"/>
              </a:defRPr>
            </a:lvl9pPr>
          </a:lstStyle>
          <a:p xmlns:a="http://schemas.openxmlformats.org/drawingml/2006/main">
            <a:pPr algn="ctr">
              <a:buNone/>
              <a:defRPr sz="1500" b="1">
                <a:solidFill>
                  <a:srgbClr val="2876A8"/>
                </a:solidFill>
                <a:latin typeface="Yu Gothic"/>
                <a:ea typeface="Yu Gothic"/>
                <a:cs typeface="Yu Gothic"/>
              </a:defRPr>
            </a:pPr>
            <a:r>
              <a:rPr sz="1500" b="1">
                <a:solidFill>
                  <a:srgbClr val="2876A8"/>
                </a:solidFill>
                <a:latin typeface="Yu Gothic"/>
                <a:ea typeface="Yu Gothic"/>
                <a:cs typeface="Yu Gothic"/>
              </a:rPr>
              <a:t>C</a:t>
            </a:r>
          </a:p>
        </p:txBody>
      </p:sp>
      <p:sp>
        <p:nvSpPr>
          <p:cNvPr id="20" name="">
            <a:extLst xmlns:a="http://schemas.openxmlformats.org/drawingml/2006/main">
              <a:ext uri="{FF2B5EF4-FFF2-40B4-BE49-F238E27FC236}">
                <a16:creationId xmlns:a16="http://schemas.microsoft.com/office/drawing/2014/main" id="{B1477EA6-C1AF-4D3B-98E4-460BF58F727D}"/>
              </a:ext>
            </a:extLst>
          </p:cNvPr>
          <p:cNvSpPr>
            <a:spLocks xmlns:a="http://schemas.openxmlformats.org/drawingml/2006/main" noGrp="1"/>
          </p:cNvSpPr>
          <p:nvPr/>
        </p:nvSpPr>
        <p:spPr>
          <a:xfrm xmlns:a="http://schemas.openxmlformats.org/drawingml/2006/main">
            <a:off x="8353425" y="3400425"/>
            <a:ext cx="438150" cy="4381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21" name="">
            <a:extLst xmlns:a="http://schemas.openxmlformats.org/drawingml/2006/main">
              <a:ext uri="{FF2B5EF4-FFF2-40B4-BE49-F238E27FC236}">
                <a16:creationId xmlns:a16="http://schemas.microsoft.com/office/drawing/2014/main" id="{C6EFFB24-E2EF-41F7-B17B-1082A8CDDD33}"/>
              </a:ext>
            </a:extLst>
          </p:cNvPr>
          <p:cNvSpPr>
            <a:spLocks xmlns:a="http://schemas.openxmlformats.org/drawingml/2006/main" noGrp="1"/>
          </p:cNvSpPr>
          <p:nvPr/>
        </p:nvSpPr>
        <p:spPr>
          <a:xfrm xmlns:a="http://schemas.openxmlformats.org/drawingml/2006/main">
            <a:off x="8353425" y="340042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2876A8"/>
                </a:solidFill>
                <a:latin typeface="Yu Gothic"/>
                <a:ea typeface="Yu Gothic"/>
                <a:cs typeface="Yu Gothic"/>
              </a:defRPr>
            </a:defPPr>
            <a:lvl1pPr algn="ctr">
              <a:buNone/>
              <a:defRPr sz="1500" b="1">
                <a:solidFill>
                  <a:srgbClr val="2876A8"/>
                </a:solidFill>
                <a:latin typeface="Yu Gothic"/>
                <a:ea typeface="Yu Gothic"/>
                <a:cs typeface="Yu Gothic"/>
              </a:defRPr>
            </a:lvl1pPr>
            <a:lvl2pPr algn="ctr">
              <a:buNone/>
              <a:defRPr sz="1500" b="1">
                <a:solidFill>
                  <a:srgbClr val="2876A8"/>
                </a:solidFill>
                <a:latin typeface="Yu Gothic"/>
                <a:ea typeface="Yu Gothic"/>
                <a:cs typeface="Yu Gothic"/>
              </a:defRPr>
            </a:lvl2pPr>
            <a:lvl3pPr algn="ctr">
              <a:buNone/>
              <a:defRPr sz="1500" b="1">
                <a:solidFill>
                  <a:srgbClr val="2876A8"/>
                </a:solidFill>
                <a:latin typeface="Yu Gothic"/>
                <a:ea typeface="Yu Gothic"/>
                <a:cs typeface="Yu Gothic"/>
              </a:defRPr>
            </a:lvl3pPr>
            <a:lvl4pPr algn="ctr">
              <a:buNone/>
              <a:defRPr sz="1500" b="1">
                <a:solidFill>
                  <a:srgbClr val="2876A8"/>
                </a:solidFill>
                <a:latin typeface="Yu Gothic"/>
                <a:ea typeface="Yu Gothic"/>
                <a:cs typeface="Yu Gothic"/>
              </a:defRPr>
            </a:lvl4pPr>
            <a:lvl5pPr algn="ctr">
              <a:buNone/>
              <a:defRPr sz="1500" b="1">
                <a:solidFill>
                  <a:srgbClr val="2876A8"/>
                </a:solidFill>
                <a:latin typeface="Yu Gothic"/>
                <a:ea typeface="Yu Gothic"/>
                <a:cs typeface="Yu Gothic"/>
              </a:defRPr>
            </a:lvl5pPr>
            <a:lvl6pPr algn="ctr">
              <a:buNone/>
              <a:defRPr sz="1500" b="1">
                <a:solidFill>
                  <a:srgbClr val="2876A8"/>
                </a:solidFill>
                <a:latin typeface="Yu Gothic"/>
                <a:ea typeface="Yu Gothic"/>
                <a:cs typeface="Yu Gothic"/>
              </a:defRPr>
            </a:lvl6pPr>
            <a:lvl7pPr algn="ctr">
              <a:buNone/>
              <a:defRPr sz="1500" b="1">
                <a:solidFill>
                  <a:srgbClr val="2876A8"/>
                </a:solidFill>
                <a:latin typeface="Yu Gothic"/>
                <a:ea typeface="Yu Gothic"/>
                <a:cs typeface="Yu Gothic"/>
              </a:defRPr>
            </a:lvl7pPr>
            <a:lvl8pPr algn="ctr">
              <a:buNone/>
              <a:defRPr sz="1500" b="1">
                <a:solidFill>
                  <a:srgbClr val="2876A8"/>
                </a:solidFill>
                <a:latin typeface="Yu Gothic"/>
                <a:ea typeface="Yu Gothic"/>
                <a:cs typeface="Yu Gothic"/>
              </a:defRPr>
            </a:lvl8pPr>
            <a:lvl9pPr algn="ctr">
              <a:buNone/>
              <a:defRPr sz="1500" b="1">
                <a:solidFill>
                  <a:srgbClr val="2876A8"/>
                </a:solidFill>
                <a:latin typeface="Yu Gothic"/>
                <a:ea typeface="Yu Gothic"/>
                <a:cs typeface="Yu Gothic"/>
              </a:defRPr>
            </a:lvl9pPr>
          </a:lstStyle>
          <a:p xmlns:a="http://schemas.openxmlformats.org/drawingml/2006/main">
            <a:pPr algn="ctr">
              <a:buNone/>
              <a:defRPr sz="1500" b="1">
                <a:solidFill>
                  <a:srgbClr val="2876A8"/>
                </a:solidFill>
                <a:latin typeface="Yu Gothic"/>
                <a:ea typeface="Yu Gothic"/>
                <a:cs typeface="Yu Gothic"/>
              </a:defRPr>
            </a:pPr>
            <a:r>
              <a:rPr sz="1500" b="1">
                <a:solidFill>
                  <a:srgbClr val="2876A8"/>
                </a:solidFill>
                <a:latin typeface="Yu Gothic"/>
                <a:ea typeface="Yu Gothic"/>
                <a:cs typeface="Yu Gothic"/>
              </a:rPr>
              <a:t>C</a:t>
            </a:r>
          </a:p>
        </p:txBody>
      </p:sp>
      <p:sp>
        <p:nvSpPr>
          <p:cNvPr id="22" name="">
            <a:extLst xmlns:a="http://schemas.openxmlformats.org/drawingml/2006/main">
              <a:ext uri="{FF2B5EF4-FFF2-40B4-BE49-F238E27FC236}">
                <a16:creationId xmlns:a16="http://schemas.microsoft.com/office/drawing/2014/main" id="{A082A2E8-53D7-4668-BCE4-63CA64CDF773}"/>
              </a:ext>
            </a:extLst>
          </p:cNvPr>
          <p:cNvSpPr>
            <a:spLocks xmlns:a="http://schemas.openxmlformats.org/drawingml/2006/main" noGrp="1"/>
          </p:cNvSpPr>
          <p:nvPr/>
        </p:nvSpPr>
        <p:spPr>
          <a:xfrm xmlns:a="http://schemas.openxmlformats.org/drawingml/2006/main">
            <a:off x="9210675" y="2876550"/>
            <a:ext cx="438150" cy="4381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23" name="">
            <a:extLst xmlns:a="http://schemas.openxmlformats.org/drawingml/2006/main">
              <a:ext uri="{FF2B5EF4-FFF2-40B4-BE49-F238E27FC236}">
                <a16:creationId xmlns:a16="http://schemas.microsoft.com/office/drawing/2014/main" id="{437004A8-687E-4FA4-A7B9-B56929911EBC}"/>
              </a:ext>
            </a:extLst>
          </p:cNvPr>
          <p:cNvSpPr>
            <a:spLocks xmlns:a="http://schemas.openxmlformats.org/drawingml/2006/main" noGrp="1"/>
          </p:cNvSpPr>
          <p:nvPr/>
        </p:nvSpPr>
        <p:spPr>
          <a:xfrm xmlns:a="http://schemas.openxmlformats.org/drawingml/2006/main">
            <a:off x="9210675" y="287655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2876A8"/>
                </a:solidFill>
                <a:latin typeface="Yu Gothic"/>
                <a:ea typeface="Yu Gothic"/>
                <a:cs typeface="Yu Gothic"/>
              </a:defRPr>
            </a:defPPr>
            <a:lvl1pPr algn="ctr">
              <a:buNone/>
              <a:defRPr sz="1500" b="1">
                <a:solidFill>
                  <a:srgbClr val="2876A8"/>
                </a:solidFill>
                <a:latin typeface="Yu Gothic"/>
                <a:ea typeface="Yu Gothic"/>
                <a:cs typeface="Yu Gothic"/>
              </a:defRPr>
            </a:lvl1pPr>
            <a:lvl2pPr algn="ctr">
              <a:buNone/>
              <a:defRPr sz="1500" b="1">
                <a:solidFill>
                  <a:srgbClr val="2876A8"/>
                </a:solidFill>
                <a:latin typeface="Yu Gothic"/>
                <a:ea typeface="Yu Gothic"/>
                <a:cs typeface="Yu Gothic"/>
              </a:defRPr>
            </a:lvl2pPr>
            <a:lvl3pPr algn="ctr">
              <a:buNone/>
              <a:defRPr sz="1500" b="1">
                <a:solidFill>
                  <a:srgbClr val="2876A8"/>
                </a:solidFill>
                <a:latin typeface="Yu Gothic"/>
                <a:ea typeface="Yu Gothic"/>
                <a:cs typeface="Yu Gothic"/>
              </a:defRPr>
            </a:lvl3pPr>
            <a:lvl4pPr algn="ctr">
              <a:buNone/>
              <a:defRPr sz="1500" b="1">
                <a:solidFill>
                  <a:srgbClr val="2876A8"/>
                </a:solidFill>
                <a:latin typeface="Yu Gothic"/>
                <a:ea typeface="Yu Gothic"/>
                <a:cs typeface="Yu Gothic"/>
              </a:defRPr>
            </a:lvl4pPr>
            <a:lvl5pPr algn="ctr">
              <a:buNone/>
              <a:defRPr sz="1500" b="1">
                <a:solidFill>
                  <a:srgbClr val="2876A8"/>
                </a:solidFill>
                <a:latin typeface="Yu Gothic"/>
                <a:ea typeface="Yu Gothic"/>
                <a:cs typeface="Yu Gothic"/>
              </a:defRPr>
            </a:lvl5pPr>
            <a:lvl6pPr algn="ctr">
              <a:buNone/>
              <a:defRPr sz="1500" b="1">
                <a:solidFill>
                  <a:srgbClr val="2876A8"/>
                </a:solidFill>
                <a:latin typeface="Yu Gothic"/>
                <a:ea typeface="Yu Gothic"/>
                <a:cs typeface="Yu Gothic"/>
              </a:defRPr>
            </a:lvl6pPr>
            <a:lvl7pPr algn="ctr">
              <a:buNone/>
              <a:defRPr sz="1500" b="1">
                <a:solidFill>
                  <a:srgbClr val="2876A8"/>
                </a:solidFill>
                <a:latin typeface="Yu Gothic"/>
                <a:ea typeface="Yu Gothic"/>
                <a:cs typeface="Yu Gothic"/>
              </a:defRPr>
            </a:lvl7pPr>
            <a:lvl8pPr algn="ctr">
              <a:buNone/>
              <a:defRPr sz="1500" b="1">
                <a:solidFill>
                  <a:srgbClr val="2876A8"/>
                </a:solidFill>
                <a:latin typeface="Yu Gothic"/>
                <a:ea typeface="Yu Gothic"/>
                <a:cs typeface="Yu Gothic"/>
              </a:defRPr>
            </a:lvl8pPr>
            <a:lvl9pPr algn="ctr">
              <a:buNone/>
              <a:defRPr sz="1500" b="1">
                <a:solidFill>
                  <a:srgbClr val="2876A8"/>
                </a:solidFill>
                <a:latin typeface="Yu Gothic"/>
                <a:ea typeface="Yu Gothic"/>
                <a:cs typeface="Yu Gothic"/>
              </a:defRPr>
            </a:lvl9pPr>
          </a:lstStyle>
          <a:p xmlns:a="http://schemas.openxmlformats.org/drawingml/2006/main">
            <a:pPr algn="ctr">
              <a:buNone/>
              <a:defRPr sz="1500" b="1">
                <a:solidFill>
                  <a:srgbClr val="2876A8"/>
                </a:solidFill>
                <a:latin typeface="Yu Gothic"/>
                <a:ea typeface="Yu Gothic"/>
                <a:cs typeface="Yu Gothic"/>
              </a:defRPr>
            </a:pPr>
            <a:r>
              <a:rPr sz="1500" b="1">
                <a:solidFill>
                  <a:srgbClr val="2876A8"/>
                </a:solidFill>
                <a:latin typeface="Yu Gothic"/>
                <a:ea typeface="Yu Gothic"/>
                <a:cs typeface="Yu Gothic"/>
              </a:rPr>
              <a:t>C</a:t>
            </a:r>
          </a:p>
        </p:txBody>
      </p:sp>
      <p:sp>
        <p:nvSpPr>
          <p:cNvPr id="24" name="">
            <a:extLst xmlns:a="http://schemas.openxmlformats.org/drawingml/2006/main">
              <a:ext uri="{FF2B5EF4-FFF2-40B4-BE49-F238E27FC236}">
                <a16:creationId xmlns:a16="http://schemas.microsoft.com/office/drawing/2014/main" id="{F92AA527-3415-4ABD-BAB5-F40469E34793}"/>
              </a:ext>
            </a:extLst>
          </p:cNvPr>
          <p:cNvSpPr>
            <a:spLocks xmlns:a="http://schemas.openxmlformats.org/drawingml/2006/main" noGrp="1"/>
          </p:cNvSpPr>
          <p:nvPr/>
        </p:nvSpPr>
        <p:spPr>
          <a:xfrm xmlns:a="http://schemas.openxmlformats.org/drawingml/2006/main">
            <a:off x="10067925" y="3400425"/>
            <a:ext cx="438150" cy="4381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25" name="">
            <a:extLst xmlns:a="http://schemas.openxmlformats.org/drawingml/2006/main">
              <a:ext uri="{FF2B5EF4-FFF2-40B4-BE49-F238E27FC236}">
                <a16:creationId xmlns:a16="http://schemas.microsoft.com/office/drawing/2014/main" id="{C2660A73-2455-466C-A04E-BF3AF4FF6A03}"/>
              </a:ext>
            </a:extLst>
          </p:cNvPr>
          <p:cNvSpPr>
            <a:spLocks xmlns:a="http://schemas.openxmlformats.org/drawingml/2006/main" noGrp="1"/>
          </p:cNvSpPr>
          <p:nvPr/>
        </p:nvSpPr>
        <p:spPr>
          <a:xfrm xmlns:a="http://schemas.openxmlformats.org/drawingml/2006/main">
            <a:off x="10067925" y="340042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2876A8"/>
                </a:solidFill>
                <a:latin typeface="Yu Gothic"/>
                <a:ea typeface="Yu Gothic"/>
                <a:cs typeface="Yu Gothic"/>
              </a:defRPr>
            </a:defPPr>
            <a:lvl1pPr algn="ctr">
              <a:buNone/>
              <a:defRPr sz="1500" b="1">
                <a:solidFill>
                  <a:srgbClr val="2876A8"/>
                </a:solidFill>
                <a:latin typeface="Yu Gothic"/>
                <a:ea typeface="Yu Gothic"/>
                <a:cs typeface="Yu Gothic"/>
              </a:defRPr>
            </a:lvl1pPr>
            <a:lvl2pPr algn="ctr">
              <a:buNone/>
              <a:defRPr sz="1500" b="1">
                <a:solidFill>
                  <a:srgbClr val="2876A8"/>
                </a:solidFill>
                <a:latin typeface="Yu Gothic"/>
                <a:ea typeface="Yu Gothic"/>
                <a:cs typeface="Yu Gothic"/>
              </a:defRPr>
            </a:lvl2pPr>
            <a:lvl3pPr algn="ctr">
              <a:buNone/>
              <a:defRPr sz="1500" b="1">
                <a:solidFill>
                  <a:srgbClr val="2876A8"/>
                </a:solidFill>
                <a:latin typeface="Yu Gothic"/>
                <a:ea typeface="Yu Gothic"/>
                <a:cs typeface="Yu Gothic"/>
              </a:defRPr>
            </a:lvl3pPr>
            <a:lvl4pPr algn="ctr">
              <a:buNone/>
              <a:defRPr sz="1500" b="1">
                <a:solidFill>
                  <a:srgbClr val="2876A8"/>
                </a:solidFill>
                <a:latin typeface="Yu Gothic"/>
                <a:ea typeface="Yu Gothic"/>
                <a:cs typeface="Yu Gothic"/>
              </a:defRPr>
            </a:lvl4pPr>
            <a:lvl5pPr algn="ctr">
              <a:buNone/>
              <a:defRPr sz="1500" b="1">
                <a:solidFill>
                  <a:srgbClr val="2876A8"/>
                </a:solidFill>
                <a:latin typeface="Yu Gothic"/>
                <a:ea typeface="Yu Gothic"/>
                <a:cs typeface="Yu Gothic"/>
              </a:defRPr>
            </a:lvl5pPr>
            <a:lvl6pPr algn="ctr">
              <a:buNone/>
              <a:defRPr sz="1500" b="1">
                <a:solidFill>
                  <a:srgbClr val="2876A8"/>
                </a:solidFill>
                <a:latin typeface="Yu Gothic"/>
                <a:ea typeface="Yu Gothic"/>
                <a:cs typeface="Yu Gothic"/>
              </a:defRPr>
            </a:lvl6pPr>
            <a:lvl7pPr algn="ctr">
              <a:buNone/>
              <a:defRPr sz="1500" b="1">
                <a:solidFill>
                  <a:srgbClr val="2876A8"/>
                </a:solidFill>
                <a:latin typeface="Yu Gothic"/>
                <a:ea typeface="Yu Gothic"/>
                <a:cs typeface="Yu Gothic"/>
              </a:defRPr>
            </a:lvl7pPr>
            <a:lvl8pPr algn="ctr">
              <a:buNone/>
              <a:defRPr sz="1500" b="1">
                <a:solidFill>
                  <a:srgbClr val="2876A8"/>
                </a:solidFill>
                <a:latin typeface="Yu Gothic"/>
                <a:ea typeface="Yu Gothic"/>
                <a:cs typeface="Yu Gothic"/>
              </a:defRPr>
            </a:lvl8pPr>
            <a:lvl9pPr algn="ctr">
              <a:buNone/>
              <a:defRPr sz="1500" b="1">
                <a:solidFill>
                  <a:srgbClr val="2876A8"/>
                </a:solidFill>
                <a:latin typeface="Yu Gothic"/>
                <a:ea typeface="Yu Gothic"/>
                <a:cs typeface="Yu Gothic"/>
              </a:defRPr>
            </a:lvl9pPr>
          </a:lstStyle>
          <a:p xmlns:a="http://schemas.openxmlformats.org/drawingml/2006/main">
            <a:pPr algn="ctr">
              <a:buNone/>
              <a:defRPr sz="1500" b="1">
                <a:solidFill>
                  <a:srgbClr val="2876A8"/>
                </a:solidFill>
                <a:latin typeface="Yu Gothic"/>
                <a:ea typeface="Yu Gothic"/>
                <a:cs typeface="Yu Gothic"/>
              </a:defRPr>
            </a:pPr>
            <a:r>
              <a:rPr sz="1500" b="1">
                <a:solidFill>
                  <a:srgbClr val="2876A8"/>
                </a:solidFill>
                <a:latin typeface="Yu Gothic"/>
                <a:ea typeface="Yu Gothic"/>
                <a:cs typeface="Yu Gothic"/>
              </a:rPr>
              <a:t>C</a:t>
            </a:r>
          </a:p>
        </p:txBody>
      </p:sp>
      <p:sp>
        <p:nvSpPr>
          <p:cNvPr id="26" name="">
            <a:extLst xmlns:a="http://schemas.openxmlformats.org/drawingml/2006/main">
              <a:ext uri="{FF2B5EF4-FFF2-40B4-BE49-F238E27FC236}">
                <a16:creationId xmlns:a16="http://schemas.microsoft.com/office/drawing/2014/main" id="{235A2635-8EB5-41BB-92E1-C21E1D49BA78}"/>
              </a:ext>
            </a:extLst>
          </p:cNvPr>
          <p:cNvSpPr>
            <a:spLocks xmlns:a="http://schemas.openxmlformats.org/drawingml/2006/main" noGrp="1"/>
          </p:cNvSpPr>
          <p:nvPr/>
        </p:nvSpPr>
        <p:spPr>
          <a:xfrm xmlns:a="http://schemas.openxmlformats.org/drawingml/2006/main">
            <a:off x="6572250" y="44291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C–Cなどの結合が続く</a:t>
            </a:r>
          </a:p>
        </p:txBody>
      </p:sp>
      <p:sp>
        <p:nvSpPr>
          <p:cNvPr id="27" name="">
            <a:extLst xmlns:a="http://schemas.openxmlformats.org/drawingml/2006/main">
              <a:ext uri="{FF2B5EF4-FFF2-40B4-BE49-F238E27FC236}">
                <a16:creationId xmlns:a16="http://schemas.microsoft.com/office/drawing/2014/main" id="{90DEBE87-CC3D-44AC-94E4-888B7CC748D7}"/>
              </a:ext>
            </a:extLst>
          </p:cNvPr>
          <p:cNvSpPr>
            <a:spLocks xmlns:a="http://schemas.openxmlformats.org/drawingml/2006/main" noGrp="1"/>
          </p:cNvSpPr>
          <p:nvPr/>
        </p:nvSpPr>
        <p:spPr>
          <a:xfrm xmlns:a="http://schemas.openxmlformats.org/drawingml/2006/main">
            <a:off x="6572250" y="50482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鎖同士の相互作用も、別に考える</a:t>
            </a:r>
          </a:p>
        </p:txBody>
      </p:sp>
      <p:sp>
        <p:nvSpPr>
          <p:cNvPr id="28" name="">
            <a:extLst xmlns:a="http://schemas.openxmlformats.org/drawingml/2006/main">
              <a:ext uri="{FF2B5EF4-FFF2-40B4-BE49-F238E27FC236}">
                <a16:creationId xmlns:a16="http://schemas.microsoft.com/office/drawing/2014/main" id="{7935368C-6622-4AC1-8205-3E6DAF81DC0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電子対・炭素骨格を簡略化した模式図。右図ではH原子や末端を省略。共有結合は網目状にも広がる。[1,2]</a:t>
            </a:r>
          </a:p>
        </p:txBody>
      </p:sp>
    </p:spTree>
    <p:extLst>
      <p:ext uri="{BB962C8B-B14F-4D97-AF65-F5344CB8AC3E}">
        <p14:creationId xmlns:p14="http://schemas.microsoft.com/office/powerpoint/2010/main" val="1780455365"/>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4FA8FD0B-CE06-4794-918A-0D1710B1C1BF}"/>
              </a:ext>
            </a:extLst>
          </p:cNvPr>
          <p:cNvSpPr>
            <a:spLocks xmlns:a="http://schemas.openxmlformats.org/drawingml/2006/main" noGrp="1"/>
          </p:cNvSpPr>
          <p:nvPr/>
        </p:nvSpPr>
        <p:spPr>
          <a:xfrm xmlns:a="http://schemas.openxmlformats.org/drawingml/2006/main">
            <a:off x="685800" y="428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参考 金属結合と電子の広がり</a:t>
            </a:r>
          </a:p>
        </p:txBody>
      </p:sp>
      <p:sp>
        <p:nvSpPr>
          <p:cNvPr id="2" name="">
            <a:extLst xmlns:a="http://schemas.openxmlformats.org/drawingml/2006/main">
              <a:ext uri="{FF2B5EF4-FFF2-40B4-BE49-F238E27FC236}">
                <a16:creationId xmlns:a16="http://schemas.microsoft.com/office/drawing/2014/main" id="{69F1293B-567A-4FC7-BACE-1AF4A34164E6}"/>
              </a:ext>
            </a:extLst>
          </p:cNvPr>
          <p:cNvSpPr>
            <a:spLocks xmlns:a="http://schemas.openxmlformats.org/drawingml/2006/main" noGrp="1"/>
          </p:cNvSpPr>
          <p:nvPr/>
        </p:nvSpPr>
        <p:spPr>
          <a:xfrm xmlns:a="http://schemas.openxmlformats.org/drawingml/2006/main">
            <a:off x="685800" y="119062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6193">
            <a:solidFill>
              <a:srgbClr val="D7E2E8"/>
            </a:solidFill>
          </a:ln>
        </p:spPr>
      </p:sp>
      <p:sp>
        <p:nvSpPr>
          <p:cNvPr id="3" name="">
            <a:extLst xmlns:a="http://schemas.openxmlformats.org/drawingml/2006/main">
              <a:ext uri="{FF2B5EF4-FFF2-40B4-BE49-F238E27FC236}">
                <a16:creationId xmlns:a16="http://schemas.microsoft.com/office/drawing/2014/main" id="{0857221B-DFA5-4B37-BAF1-A813BCFCD9C4}"/>
              </a:ext>
            </a:extLst>
          </p:cNvPr>
          <p:cNvSpPr>
            <a:spLocks xmlns:a="http://schemas.openxmlformats.org/drawingml/2006/main" noGrp="1"/>
          </p:cNvSpPr>
          <p:nvPr/>
        </p:nvSpPr>
        <p:spPr>
          <a:xfrm xmlns:a="http://schemas.openxmlformats.org/drawingml/2006/main">
            <a:off x="685800" y="642937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化学の復習（任意参考）</a:t>
            </a:r>
          </a:p>
        </p:txBody>
      </p:sp>
      <p:sp>
        <p:nvSpPr>
          <p:cNvPr id="4" name="">
            <a:extLst xmlns:a="http://schemas.openxmlformats.org/drawingml/2006/main">
              <a:ext uri="{FF2B5EF4-FFF2-40B4-BE49-F238E27FC236}">
                <a16:creationId xmlns:a16="http://schemas.microsoft.com/office/drawing/2014/main" id="{3550E3E8-9690-41F8-8236-5869ECB887EF}"/>
              </a:ext>
            </a:extLst>
          </p:cNvPr>
          <p:cNvSpPr>
            <a:spLocks xmlns:a="http://schemas.openxmlformats.org/drawingml/2006/main" noGrp="1"/>
          </p:cNvSpPr>
          <p:nvPr/>
        </p:nvSpPr>
        <p:spPr>
          <a:xfrm xmlns:a="http://schemas.openxmlformats.org/drawingml/2006/main">
            <a:off x="11239500" y="6429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53 / 56</a:t>
            </a:r>
          </a:p>
        </p:txBody>
      </p:sp>
      <p:sp>
        <p:nvSpPr>
          <p:cNvPr id="5" name="">
            <a:extLst xmlns:a="http://schemas.openxmlformats.org/drawingml/2006/main">
              <a:ext uri="{FF2B5EF4-FFF2-40B4-BE49-F238E27FC236}">
                <a16:creationId xmlns:a16="http://schemas.microsoft.com/office/drawing/2014/main" id="{2BC84A5E-AD2A-4386-AD8A-A1024D33D50F}"/>
              </a:ext>
            </a:extLst>
          </p:cNvPr>
          <p:cNvSpPr>
            <a:spLocks xmlns:a="http://schemas.openxmlformats.org/drawingml/2006/main" noGrp="1"/>
          </p:cNvSpPr>
          <p:nvPr/>
        </p:nvSpPr>
        <p:spPr>
          <a:xfrm xmlns:a="http://schemas.openxmlformats.org/drawingml/2006/main">
            <a:off x="809625" y="1524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63D4D"/>
                </a:solidFill>
                <a:latin typeface="Yu Gothic"/>
                <a:ea typeface="Yu Gothic"/>
                <a:cs typeface="Yu Gothic"/>
              </a:defRPr>
            </a:defPPr>
            <a:lvl1pPr>
              <a:buNone/>
              <a:defRPr sz="2475" b="1">
                <a:solidFill>
                  <a:srgbClr val="263D4D"/>
                </a:solidFill>
                <a:latin typeface="Yu Gothic"/>
                <a:ea typeface="Yu Gothic"/>
                <a:cs typeface="Yu Gothic"/>
              </a:defRPr>
            </a:lvl1pPr>
            <a:lvl2pPr>
              <a:buNone/>
              <a:defRPr sz="2475" b="1">
                <a:solidFill>
                  <a:srgbClr val="263D4D"/>
                </a:solidFill>
                <a:latin typeface="Yu Gothic"/>
                <a:ea typeface="Yu Gothic"/>
                <a:cs typeface="Yu Gothic"/>
              </a:defRPr>
            </a:lvl2pPr>
            <a:lvl3pPr>
              <a:buNone/>
              <a:defRPr sz="2475" b="1">
                <a:solidFill>
                  <a:srgbClr val="263D4D"/>
                </a:solidFill>
                <a:latin typeface="Yu Gothic"/>
                <a:ea typeface="Yu Gothic"/>
                <a:cs typeface="Yu Gothic"/>
              </a:defRPr>
            </a:lvl3pPr>
            <a:lvl4pPr>
              <a:buNone/>
              <a:defRPr sz="2475" b="1">
                <a:solidFill>
                  <a:srgbClr val="263D4D"/>
                </a:solidFill>
                <a:latin typeface="Yu Gothic"/>
                <a:ea typeface="Yu Gothic"/>
                <a:cs typeface="Yu Gothic"/>
              </a:defRPr>
            </a:lvl4pPr>
            <a:lvl5pPr>
              <a:buNone/>
              <a:defRPr sz="2475" b="1">
                <a:solidFill>
                  <a:srgbClr val="263D4D"/>
                </a:solidFill>
                <a:latin typeface="Yu Gothic"/>
                <a:ea typeface="Yu Gothic"/>
                <a:cs typeface="Yu Gothic"/>
              </a:defRPr>
            </a:lvl5pPr>
            <a:lvl6pPr>
              <a:buNone/>
              <a:defRPr sz="2475" b="1">
                <a:solidFill>
                  <a:srgbClr val="263D4D"/>
                </a:solidFill>
                <a:latin typeface="Yu Gothic"/>
                <a:ea typeface="Yu Gothic"/>
                <a:cs typeface="Yu Gothic"/>
              </a:defRPr>
            </a:lvl6pPr>
            <a:lvl7pPr>
              <a:buNone/>
              <a:defRPr sz="2475" b="1">
                <a:solidFill>
                  <a:srgbClr val="263D4D"/>
                </a:solidFill>
                <a:latin typeface="Yu Gothic"/>
                <a:ea typeface="Yu Gothic"/>
                <a:cs typeface="Yu Gothic"/>
              </a:defRPr>
            </a:lvl7pPr>
            <a:lvl8pPr>
              <a:buNone/>
              <a:defRPr sz="2475" b="1">
                <a:solidFill>
                  <a:srgbClr val="263D4D"/>
                </a:solidFill>
                <a:latin typeface="Yu Gothic"/>
                <a:ea typeface="Yu Gothic"/>
                <a:cs typeface="Yu Gothic"/>
              </a:defRPr>
            </a:lvl8pPr>
            <a:lvl9pPr>
              <a:buNone/>
              <a:defRPr sz="2475" b="1">
                <a:solidFill>
                  <a:srgbClr val="263D4D"/>
                </a:solidFill>
                <a:latin typeface="Yu Gothic"/>
                <a:ea typeface="Yu Gothic"/>
                <a:cs typeface="Yu Gothic"/>
              </a:defRPr>
            </a:lvl9pPr>
          </a:lstStyle>
          <a:p xmlns:a="http://schemas.openxmlformats.org/drawingml/2006/main">
            <a:pPr>
              <a:buNone/>
              <a:defRPr sz="2475" b="1">
                <a:solidFill>
                  <a:srgbClr val="263D4D"/>
                </a:solidFill>
                <a:latin typeface="Yu Gothic"/>
                <a:ea typeface="Yu Gothic"/>
                <a:cs typeface="Yu Gothic"/>
              </a:defRPr>
            </a:pPr>
            <a:r>
              <a:rPr sz="2475" b="1">
                <a:solidFill>
                  <a:srgbClr val="263D4D"/>
                </a:solidFill>
                <a:latin typeface="Yu Gothic"/>
                <a:ea typeface="Yu Gothic"/>
                <a:cs typeface="Yu Gothic"/>
              </a:rPr>
              <a:t>価電子が金属全体に広がる模型</a:t>
            </a:r>
          </a:p>
        </p:txBody>
      </p:sp>
      <p:sp>
        <p:nvSpPr>
          <p:cNvPr id="6" name="">
            <a:extLst xmlns:a="http://schemas.openxmlformats.org/drawingml/2006/main">
              <a:ext uri="{FF2B5EF4-FFF2-40B4-BE49-F238E27FC236}">
                <a16:creationId xmlns:a16="http://schemas.microsoft.com/office/drawing/2014/main" id="{BA2D2697-7082-4C64-BE23-B3AA515FB35E}"/>
              </a:ext>
            </a:extLst>
          </p:cNvPr>
          <p:cNvSpPr>
            <a:spLocks xmlns:a="http://schemas.openxmlformats.org/drawingml/2006/main" noGrp="1"/>
          </p:cNvSpPr>
          <p:nvPr/>
        </p:nvSpPr>
        <p:spPr>
          <a:xfrm xmlns:a="http://schemas.openxmlformats.org/drawingml/2006/main">
            <a:off x="952500" y="2571750"/>
            <a:ext cx="5524500" cy="2095500"/>
          </a:xfrm>
          <a:prstGeom xmlns:a="http://schemas.openxmlformats.org/drawingml/2006/main" prst="rect">
            <a:avLst/>
          </a:prstGeom>
          <a:solidFill xmlns:a="http://schemas.openxmlformats.org/drawingml/2006/main">
            <a:srgbClr val="EEF5F8"/>
          </a:solidFill>
          <a:ln xmlns:a="http://schemas.openxmlformats.org/drawingml/2006/main" w="16193">
            <a:solidFill>
              <a:srgbClr val="B9CDD8"/>
            </a:solidFill>
          </a:ln>
        </p:spPr>
      </p:sp>
      <p:sp>
        <p:nvSpPr>
          <p:cNvPr id="7" name="">
            <a:extLst xmlns:a="http://schemas.openxmlformats.org/drawingml/2006/main">
              <a:ext uri="{FF2B5EF4-FFF2-40B4-BE49-F238E27FC236}">
                <a16:creationId xmlns:a16="http://schemas.microsoft.com/office/drawing/2014/main" id="{F8710682-EEEA-4D82-A247-6B54D0F30693}"/>
              </a:ext>
            </a:extLst>
          </p:cNvPr>
          <p:cNvSpPr>
            <a:spLocks xmlns:a="http://schemas.openxmlformats.org/drawingml/2006/main" noGrp="1"/>
          </p:cNvSpPr>
          <p:nvPr/>
        </p:nvSpPr>
        <p:spPr>
          <a:xfrm xmlns:a="http://schemas.openxmlformats.org/drawingml/2006/main">
            <a:off x="1209675" y="2800350"/>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8" name="">
            <a:extLst xmlns:a="http://schemas.openxmlformats.org/drawingml/2006/main">
              <a:ext uri="{FF2B5EF4-FFF2-40B4-BE49-F238E27FC236}">
                <a16:creationId xmlns:a16="http://schemas.microsoft.com/office/drawing/2014/main" id="{42A6208B-DC90-49FA-9645-20C2A40BAC72}"/>
              </a:ext>
            </a:extLst>
          </p:cNvPr>
          <p:cNvSpPr>
            <a:spLocks xmlns:a="http://schemas.openxmlformats.org/drawingml/2006/main" noGrp="1"/>
          </p:cNvSpPr>
          <p:nvPr/>
        </p:nvSpPr>
        <p:spPr>
          <a:xfrm xmlns:a="http://schemas.openxmlformats.org/drawingml/2006/main">
            <a:off x="1209675" y="28003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9F5111A4-D2E2-4337-9062-3F650F2DCB0F}"/>
              </a:ext>
            </a:extLst>
          </p:cNvPr>
          <p:cNvSpPr>
            <a:spLocks xmlns:a="http://schemas.openxmlformats.org/drawingml/2006/main" noGrp="1"/>
          </p:cNvSpPr>
          <p:nvPr/>
        </p:nvSpPr>
        <p:spPr>
          <a:xfrm xmlns:a="http://schemas.openxmlformats.org/drawingml/2006/main">
            <a:off x="2746375" y="2800350"/>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10" name="">
            <a:extLst xmlns:a="http://schemas.openxmlformats.org/drawingml/2006/main">
              <a:ext uri="{FF2B5EF4-FFF2-40B4-BE49-F238E27FC236}">
                <a16:creationId xmlns:a16="http://schemas.microsoft.com/office/drawing/2014/main" id="{6DDD8DB5-A004-4112-BACE-C3785E2402DD}"/>
              </a:ext>
            </a:extLst>
          </p:cNvPr>
          <p:cNvSpPr>
            <a:spLocks xmlns:a="http://schemas.openxmlformats.org/drawingml/2006/main" noGrp="1"/>
          </p:cNvSpPr>
          <p:nvPr/>
        </p:nvSpPr>
        <p:spPr>
          <a:xfrm xmlns:a="http://schemas.openxmlformats.org/drawingml/2006/main">
            <a:off x="2746375" y="28003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68D8B5A0-F776-432A-B354-5E674FF06BA9}"/>
              </a:ext>
            </a:extLst>
          </p:cNvPr>
          <p:cNvSpPr>
            <a:spLocks xmlns:a="http://schemas.openxmlformats.org/drawingml/2006/main" noGrp="1"/>
          </p:cNvSpPr>
          <p:nvPr/>
        </p:nvSpPr>
        <p:spPr>
          <a:xfrm xmlns:a="http://schemas.openxmlformats.org/drawingml/2006/main">
            <a:off x="4283075" y="2800350"/>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12" name="">
            <a:extLst xmlns:a="http://schemas.openxmlformats.org/drawingml/2006/main">
              <a:ext uri="{FF2B5EF4-FFF2-40B4-BE49-F238E27FC236}">
                <a16:creationId xmlns:a16="http://schemas.microsoft.com/office/drawing/2014/main" id="{F0A14C5D-589A-4D46-BCE6-D8312E1449C3}"/>
              </a:ext>
            </a:extLst>
          </p:cNvPr>
          <p:cNvSpPr>
            <a:spLocks xmlns:a="http://schemas.openxmlformats.org/drawingml/2006/main" noGrp="1"/>
          </p:cNvSpPr>
          <p:nvPr/>
        </p:nvSpPr>
        <p:spPr>
          <a:xfrm xmlns:a="http://schemas.openxmlformats.org/drawingml/2006/main">
            <a:off x="4283075" y="28003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FFA0EC23-61FE-47E2-8637-073DE2DCD950}"/>
              </a:ext>
            </a:extLst>
          </p:cNvPr>
          <p:cNvSpPr>
            <a:spLocks xmlns:a="http://schemas.openxmlformats.org/drawingml/2006/main" noGrp="1"/>
          </p:cNvSpPr>
          <p:nvPr/>
        </p:nvSpPr>
        <p:spPr>
          <a:xfrm xmlns:a="http://schemas.openxmlformats.org/drawingml/2006/main">
            <a:off x="5819775" y="2800350"/>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14" name="">
            <a:extLst xmlns:a="http://schemas.openxmlformats.org/drawingml/2006/main">
              <a:ext uri="{FF2B5EF4-FFF2-40B4-BE49-F238E27FC236}">
                <a16:creationId xmlns:a16="http://schemas.microsoft.com/office/drawing/2014/main" id="{19F18C49-EE14-4FE4-B5C7-F9F97376F2ED}"/>
              </a:ext>
            </a:extLst>
          </p:cNvPr>
          <p:cNvSpPr>
            <a:spLocks xmlns:a="http://schemas.openxmlformats.org/drawingml/2006/main" noGrp="1"/>
          </p:cNvSpPr>
          <p:nvPr/>
        </p:nvSpPr>
        <p:spPr>
          <a:xfrm xmlns:a="http://schemas.openxmlformats.org/drawingml/2006/main">
            <a:off x="5819775" y="28003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EF464963-8485-4CFE-A69A-7B525BFFDDFD}"/>
              </a:ext>
            </a:extLst>
          </p:cNvPr>
          <p:cNvSpPr>
            <a:spLocks xmlns:a="http://schemas.openxmlformats.org/drawingml/2006/main" noGrp="1"/>
          </p:cNvSpPr>
          <p:nvPr/>
        </p:nvSpPr>
        <p:spPr>
          <a:xfrm xmlns:a="http://schemas.openxmlformats.org/drawingml/2006/main">
            <a:off x="1209675" y="3419475"/>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16" name="">
            <a:extLst xmlns:a="http://schemas.openxmlformats.org/drawingml/2006/main">
              <a:ext uri="{FF2B5EF4-FFF2-40B4-BE49-F238E27FC236}">
                <a16:creationId xmlns:a16="http://schemas.microsoft.com/office/drawing/2014/main" id="{A9D6AFD4-CF56-48F5-84E2-73E264CA1718}"/>
              </a:ext>
            </a:extLst>
          </p:cNvPr>
          <p:cNvSpPr>
            <a:spLocks xmlns:a="http://schemas.openxmlformats.org/drawingml/2006/main" noGrp="1"/>
          </p:cNvSpPr>
          <p:nvPr/>
        </p:nvSpPr>
        <p:spPr>
          <a:xfrm xmlns:a="http://schemas.openxmlformats.org/drawingml/2006/main">
            <a:off x="1209675" y="34194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17" name="">
            <a:extLst xmlns:a="http://schemas.openxmlformats.org/drawingml/2006/main">
              <a:ext uri="{FF2B5EF4-FFF2-40B4-BE49-F238E27FC236}">
                <a16:creationId xmlns:a16="http://schemas.microsoft.com/office/drawing/2014/main" id="{2D0600F4-542F-4063-AF21-416AFE8FB251}"/>
              </a:ext>
            </a:extLst>
          </p:cNvPr>
          <p:cNvSpPr>
            <a:spLocks xmlns:a="http://schemas.openxmlformats.org/drawingml/2006/main" noGrp="1"/>
          </p:cNvSpPr>
          <p:nvPr/>
        </p:nvSpPr>
        <p:spPr>
          <a:xfrm xmlns:a="http://schemas.openxmlformats.org/drawingml/2006/main">
            <a:off x="2746375" y="3419475"/>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18" name="">
            <a:extLst xmlns:a="http://schemas.openxmlformats.org/drawingml/2006/main">
              <a:ext uri="{FF2B5EF4-FFF2-40B4-BE49-F238E27FC236}">
                <a16:creationId xmlns:a16="http://schemas.microsoft.com/office/drawing/2014/main" id="{C33C7748-413E-4BC8-8290-DCB8D151EA64}"/>
              </a:ext>
            </a:extLst>
          </p:cNvPr>
          <p:cNvSpPr>
            <a:spLocks xmlns:a="http://schemas.openxmlformats.org/drawingml/2006/main" noGrp="1"/>
          </p:cNvSpPr>
          <p:nvPr/>
        </p:nvSpPr>
        <p:spPr>
          <a:xfrm xmlns:a="http://schemas.openxmlformats.org/drawingml/2006/main">
            <a:off x="2746375" y="34194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19" name="">
            <a:extLst xmlns:a="http://schemas.openxmlformats.org/drawingml/2006/main">
              <a:ext uri="{FF2B5EF4-FFF2-40B4-BE49-F238E27FC236}">
                <a16:creationId xmlns:a16="http://schemas.microsoft.com/office/drawing/2014/main" id="{1CD2DDD3-5F25-47FF-8EC1-29DB2752ED43}"/>
              </a:ext>
            </a:extLst>
          </p:cNvPr>
          <p:cNvSpPr>
            <a:spLocks xmlns:a="http://schemas.openxmlformats.org/drawingml/2006/main" noGrp="1"/>
          </p:cNvSpPr>
          <p:nvPr/>
        </p:nvSpPr>
        <p:spPr>
          <a:xfrm xmlns:a="http://schemas.openxmlformats.org/drawingml/2006/main">
            <a:off x="4283075" y="3419475"/>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20" name="">
            <a:extLst xmlns:a="http://schemas.openxmlformats.org/drawingml/2006/main">
              <a:ext uri="{FF2B5EF4-FFF2-40B4-BE49-F238E27FC236}">
                <a16:creationId xmlns:a16="http://schemas.microsoft.com/office/drawing/2014/main" id="{6B67455D-2860-4EF7-8B39-9503FA02F33E}"/>
              </a:ext>
            </a:extLst>
          </p:cNvPr>
          <p:cNvSpPr>
            <a:spLocks xmlns:a="http://schemas.openxmlformats.org/drawingml/2006/main" noGrp="1"/>
          </p:cNvSpPr>
          <p:nvPr/>
        </p:nvSpPr>
        <p:spPr>
          <a:xfrm xmlns:a="http://schemas.openxmlformats.org/drawingml/2006/main">
            <a:off x="4283075" y="34194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21" name="">
            <a:extLst xmlns:a="http://schemas.openxmlformats.org/drawingml/2006/main">
              <a:ext uri="{FF2B5EF4-FFF2-40B4-BE49-F238E27FC236}">
                <a16:creationId xmlns:a16="http://schemas.microsoft.com/office/drawing/2014/main" id="{02384792-A9FE-4E97-9796-33A989A551FD}"/>
              </a:ext>
            </a:extLst>
          </p:cNvPr>
          <p:cNvSpPr>
            <a:spLocks xmlns:a="http://schemas.openxmlformats.org/drawingml/2006/main" noGrp="1"/>
          </p:cNvSpPr>
          <p:nvPr/>
        </p:nvSpPr>
        <p:spPr>
          <a:xfrm xmlns:a="http://schemas.openxmlformats.org/drawingml/2006/main">
            <a:off x="5819775" y="3419475"/>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22" name="">
            <a:extLst xmlns:a="http://schemas.openxmlformats.org/drawingml/2006/main">
              <a:ext uri="{FF2B5EF4-FFF2-40B4-BE49-F238E27FC236}">
                <a16:creationId xmlns:a16="http://schemas.microsoft.com/office/drawing/2014/main" id="{9E037015-8A44-44A9-8A5C-DDC4B8EDF791}"/>
              </a:ext>
            </a:extLst>
          </p:cNvPr>
          <p:cNvSpPr>
            <a:spLocks xmlns:a="http://schemas.openxmlformats.org/drawingml/2006/main" noGrp="1"/>
          </p:cNvSpPr>
          <p:nvPr/>
        </p:nvSpPr>
        <p:spPr>
          <a:xfrm xmlns:a="http://schemas.openxmlformats.org/drawingml/2006/main">
            <a:off x="5819775" y="34194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23" name="">
            <a:extLst xmlns:a="http://schemas.openxmlformats.org/drawingml/2006/main">
              <a:ext uri="{FF2B5EF4-FFF2-40B4-BE49-F238E27FC236}">
                <a16:creationId xmlns:a16="http://schemas.microsoft.com/office/drawing/2014/main" id="{114A9978-911A-4708-B0E9-0CDBA0FD4EB6}"/>
              </a:ext>
            </a:extLst>
          </p:cNvPr>
          <p:cNvSpPr>
            <a:spLocks xmlns:a="http://schemas.openxmlformats.org/drawingml/2006/main" noGrp="1"/>
          </p:cNvSpPr>
          <p:nvPr/>
        </p:nvSpPr>
        <p:spPr>
          <a:xfrm xmlns:a="http://schemas.openxmlformats.org/drawingml/2006/main">
            <a:off x="1209675" y="4038600"/>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24" name="">
            <a:extLst xmlns:a="http://schemas.openxmlformats.org/drawingml/2006/main">
              <a:ext uri="{FF2B5EF4-FFF2-40B4-BE49-F238E27FC236}">
                <a16:creationId xmlns:a16="http://schemas.microsoft.com/office/drawing/2014/main" id="{7D34ABDC-F65A-4A16-B90A-CC38967448BA}"/>
              </a:ext>
            </a:extLst>
          </p:cNvPr>
          <p:cNvSpPr>
            <a:spLocks xmlns:a="http://schemas.openxmlformats.org/drawingml/2006/main" noGrp="1"/>
          </p:cNvSpPr>
          <p:nvPr/>
        </p:nvSpPr>
        <p:spPr>
          <a:xfrm xmlns:a="http://schemas.openxmlformats.org/drawingml/2006/main">
            <a:off x="1209675" y="40386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BBA10EA1-CCFE-4EF7-8921-A9884CABB166}"/>
              </a:ext>
            </a:extLst>
          </p:cNvPr>
          <p:cNvSpPr>
            <a:spLocks xmlns:a="http://schemas.openxmlformats.org/drawingml/2006/main" noGrp="1"/>
          </p:cNvSpPr>
          <p:nvPr/>
        </p:nvSpPr>
        <p:spPr>
          <a:xfrm xmlns:a="http://schemas.openxmlformats.org/drawingml/2006/main">
            <a:off x="2746375" y="4038600"/>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26" name="">
            <a:extLst xmlns:a="http://schemas.openxmlformats.org/drawingml/2006/main">
              <a:ext uri="{FF2B5EF4-FFF2-40B4-BE49-F238E27FC236}">
                <a16:creationId xmlns:a16="http://schemas.microsoft.com/office/drawing/2014/main" id="{2F72CA9B-D394-4F30-9CDF-754920FE4F5C}"/>
              </a:ext>
            </a:extLst>
          </p:cNvPr>
          <p:cNvSpPr>
            <a:spLocks xmlns:a="http://schemas.openxmlformats.org/drawingml/2006/main" noGrp="1"/>
          </p:cNvSpPr>
          <p:nvPr/>
        </p:nvSpPr>
        <p:spPr>
          <a:xfrm xmlns:a="http://schemas.openxmlformats.org/drawingml/2006/main">
            <a:off x="2746375" y="40386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27" name="">
            <a:extLst xmlns:a="http://schemas.openxmlformats.org/drawingml/2006/main">
              <a:ext uri="{FF2B5EF4-FFF2-40B4-BE49-F238E27FC236}">
                <a16:creationId xmlns:a16="http://schemas.microsoft.com/office/drawing/2014/main" id="{47E2B825-36D0-4BB8-94B0-67CF10997A19}"/>
              </a:ext>
            </a:extLst>
          </p:cNvPr>
          <p:cNvSpPr>
            <a:spLocks xmlns:a="http://schemas.openxmlformats.org/drawingml/2006/main" noGrp="1"/>
          </p:cNvSpPr>
          <p:nvPr/>
        </p:nvSpPr>
        <p:spPr>
          <a:xfrm xmlns:a="http://schemas.openxmlformats.org/drawingml/2006/main">
            <a:off x="4283075" y="4038600"/>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28" name="">
            <a:extLst xmlns:a="http://schemas.openxmlformats.org/drawingml/2006/main">
              <a:ext uri="{FF2B5EF4-FFF2-40B4-BE49-F238E27FC236}">
                <a16:creationId xmlns:a16="http://schemas.microsoft.com/office/drawing/2014/main" id="{CBBB029C-7646-4108-BCC4-2CBDC96BA7A2}"/>
              </a:ext>
            </a:extLst>
          </p:cNvPr>
          <p:cNvSpPr>
            <a:spLocks xmlns:a="http://schemas.openxmlformats.org/drawingml/2006/main" noGrp="1"/>
          </p:cNvSpPr>
          <p:nvPr/>
        </p:nvSpPr>
        <p:spPr>
          <a:xfrm xmlns:a="http://schemas.openxmlformats.org/drawingml/2006/main">
            <a:off x="4283075" y="40386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29" name="">
            <a:extLst xmlns:a="http://schemas.openxmlformats.org/drawingml/2006/main">
              <a:ext uri="{FF2B5EF4-FFF2-40B4-BE49-F238E27FC236}">
                <a16:creationId xmlns:a16="http://schemas.microsoft.com/office/drawing/2014/main" id="{B4A89994-C97E-4DFC-83BA-7D2FF76278A2}"/>
              </a:ext>
            </a:extLst>
          </p:cNvPr>
          <p:cNvSpPr>
            <a:spLocks xmlns:a="http://schemas.openxmlformats.org/drawingml/2006/main" noGrp="1"/>
          </p:cNvSpPr>
          <p:nvPr/>
        </p:nvSpPr>
        <p:spPr>
          <a:xfrm xmlns:a="http://schemas.openxmlformats.org/drawingml/2006/main">
            <a:off x="5819775" y="4038600"/>
            <a:ext cx="400050" cy="400050"/>
          </a:xfrm>
          <a:prstGeom xmlns:a="http://schemas.openxmlformats.org/drawingml/2006/main" prst="ellipse">
            <a:avLst/>
          </a:prstGeom>
          <a:solidFill xmlns:a="http://schemas.openxmlformats.org/drawingml/2006/main">
            <a:srgbClr val="CFDCE4"/>
          </a:solidFill>
          <a:ln xmlns:a="http://schemas.openxmlformats.org/drawingml/2006/main" w="17145">
            <a:solidFill>
              <a:srgbClr val="193B59"/>
            </a:solidFill>
          </a:ln>
        </p:spPr>
      </p:sp>
      <p:sp>
        <p:nvSpPr>
          <p:cNvPr id="30" name="">
            <a:extLst xmlns:a="http://schemas.openxmlformats.org/drawingml/2006/main">
              <a:ext uri="{FF2B5EF4-FFF2-40B4-BE49-F238E27FC236}">
                <a16:creationId xmlns:a16="http://schemas.microsoft.com/office/drawing/2014/main" id="{CD715F4E-B84C-4398-9339-C862BC83A0FE}"/>
              </a:ext>
            </a:extLst>
          </p:cNvPr>
          <p:cNvSpPr>
            <a:spLocks xmlns:a="http://schemas.openxmlformats.org/drawingml/2006/main" noGrp="1"/>
          </p:cNvSpPr>
          <p:nvPr/>
        </p:nvSpPr>
        <p:spPr>
          <a:xfrm xmlns:a="http://schemas.openxmlformats.org/drawingml/2006/main">
            <a:off x="5819775" y="40386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193B59"/>
                </a:solidFill>
                <a:latin typeface="Yu Gothic"/>
                <a:ea typeface="Yu Gothic"/>
                <a:cs typeface="Yu Gothic"/>
              </a:defRPr>
            </a:defPPr>
            <a:lvl1pPr algn="ctr">
              <a:buNone/>
              <a:defRPr sz="1500" b="1">
                <a:solidFill>
                  <a:srgbClr val="193B59"/>
                </a:solidFill>
                <a:latin typeface="Yu Gothic"/>
                <a:ea typeface="Yu Gothic"/>
                <a:cs typeface="Yu Gothic"/>
              </a:defRPr>
            </a:lvl1pPr>
            <a:lvl2pPr algn="ctr">
              <a:buNone/>
              <a:defRPr sz="1500" b="1">
                <a:solidFill>
                  <a:srgbClr val="193B59"/>
                </a:solidFill>
                <a:latin typeface="Yu Gothic"/>
                <a:ea typeface="Yu Gothic"/>
                <a:cs typeface="Yu Gothic"/>
              </a:defRPr>
            </a:lvl2pPr>
            <a:lvl3pPr algn="ctr">
              <a:buNone/>
              <a:defRPr sz="1500" b="1">
                <a:solidFill>
                  <a:srgbClr val="193B59"/>
                </a:solidFill>
                <a:latin typeface="Yu Gothic"/>
                <a:ea typeface="Yu Gothic"/>
                <a:cs typeface="Yu Gothic"/>
              </a:defRPr>
            </a:lvl3pPr>
            <a:lvl4pPr algn="ctr">
              <a:buNone/>
              <a:defRPr sz="1500" b="1">
                <a:solidFill>
                  <a:srgbClr val="193B59"/>
                </a:solidFill>
                <a:latin typeface="Yu Gothic"/>
                <a:ea typeface="Yu Gothic"/>
                <a:cs typeface="Yu Gothic"/>
              </a:defRPr>
            </a:lvl4pPr>
            <a:lvl5pPr algn="ctr">
              <a:buNone/>
              <a:defRPr sz="1500" b="1">
                <a:solidFill>
                  <a:srgbClr val="193B59"/>
                </a:solidFill>
                <a:latin typeface="Yu Gothic"/>
                <a:ea typeface="Yu Gothic"/>
                <a:cs typeface="Yu Gothic"/>
              </a:defRPr>
            </a:lvl5pPr>
            <a:lvl6pPr algn="ctr">
              <a:buNone/>
              <a:defRPr sz="1500" b="1">
                <a:solidFill>
                  <a:srgbClr val="193B59"/>
                </a:solidFill>
                <a:latin typeface="Yu Gothic"/>
                <a:ea typeface="Yu Gothic"/>
                <a:cs typeface="Yu Gothic"/>
              </a:defRPr>
            </a:lvl6pPr>
            <a:lvl7pPr algn="ctr">
              <a:buNone/>
              <a:defRPr sz="1500" b="1">
                <a:solidFill>
                  <a:srgbClr val="193B59"/>
                </a:solidFill>
                <a:latin typeface="Yu Gothic"/>
                <a:ea typeface="Yu Gothic"/>
                <a:cs typeface="Yu Gothic"/>
              </a:defRPr>
            </a:lvl7pPr>
            <a:lvl8pPr algn="ctr">
              <a:buNone/>
              <a:defRPr sz="1500" b="1">
                <a:solidFill>
                  <a:srgbClr val="193B59"/>
                </a:solidFill>
                <a:latin typeface="Yu Gothic"/>
                <a:ea typeface="Yu Gothic"/>
                <a:cs typeface="Yu Gothic"/>
              </a:defRPr>
            </a:lvl8pPr>
            <a:lvl9pPr algn="ctr">
              <a:buNone/>
              <a:defRPr sz="1500" b="1">
                <a:solidFill>
                  <a:srgbClr val="193B59"/>
                </a:solidFill>
                <a:latin typeface="Yu Gothic"/>
                <a:ea typeface="Yu Gothic"/>
                <a:cs typeface="Yu Gothic"/>
              </a:defRPr>
            </a:lvl9pPr>
          </a:lstStyle>
          <a:p xmlns:a="http://schemas.openxmlformats.org/drawingml/2006/main">
            <a:pPr algn="ctr">
              <a:buNone/>
              <a:defRPr sz="1500" b="1">
                <a:solidFill>
                  <a:srgbClr val="193B59"/>
                </a:solidFill>
                <a:latin typeface="Yu Gothic"/>
                <a:ea typeface="Yu Gothic"/>
                <a:cs typeface="Yu Gothic"/>
              </a:defRPr>
            </a:pPr>
            <a:r>
              <a:rPr sz="1500" b="1">
                <a:solidFill>
                  <a:srgbClr val="193B59"/>
                </a:solidFill>
                <a:latin typeface="Yu Gothic"/>
                <a:ea typeface="Yu Gothic"/>
                <a:cs typeface="Yu Gothic"/>
              </a:rPr>
              <a:t>＋</a:t>
            </a:r>
          </a:p>
        </p:txBody>
      </p:sp>
      <p:sp>
        <p:nvSpPr>
          <p:cNvPr id="31" name="">
            <a:extLst xmlns:a="http://schemas.openxmlformats.org/drawingml/2006/main">
              <a:ext uri="{FF2B5EF4-FFF2-40B4-BE49-F238E27FC236}">
                <a16:creationId xmlns:a16="http://schemas.microsoft.com/office/drawing/2014/main" id="{A5186F6D-CD42-467F-BA19-0CE33BD82324}"/>
              </a:ext>
            </a:extLst>
          </p:cNvPr>
          <p:cNvSpPr>
            <a:spLocks xmlns:a="http://schemas.openxmlformats.org/drawingml/2006/main" noGrp="1"/>
          </p:cNvSpPr>
          <p:nvPr/>
        </p:nvSpPr>
        <p:spPr>
          <a:xfrm xmlns:a="http://schemas.openxmlformats.org/drawingml/2006/main">
            <a:off x="1361123" y="270605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2" name="">
            <a:extLst xmlns:a="http://schemas.openxmlformats.org/drawingml/2006/main">
              <a:ext uri="{FF2B5EF4-FFF2-40B4-BE49-F238E27FC236}">
                <a16:creationId xmlns:a16="http://schemas.microsoft.com/office/drawing/2014/main" id="{C7EE6701-4497-4F4E-8AA1-3761D6897F43}"/>
              </a:ext>
            </a:extLst>
          </p:cNvPr>
          <p:cNvSpPr>
            <a:spLocks xmlns:a="http://schemas.openxmlformats.org/drawingml/2006/main" noGrp="1"/>
          </p:cNvSpPr>
          <p:nvPr/>
        </p:nvSpPr>
        <p:spPr>
          <a:xfrm xmlns:a="http://schemas.openxmlformats.org/drawingml/2006/main">
            <a:off x="2410778" y="278987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3" name="">
            <a:extLst xmlns:a="http://schemas.openxmlformats.org/drawingml/2006/main">
              <a:ext uri="{FF2B5EF4-FFF2-40B4-BE49-F238E27FC236}">
                <a16:creationId xmlns:a16="http://schemas.microsoft.com/office/drawing/2014/main" id="{7087FE7A-AD88-433D-A60C-354FABCBDFED}"/>
              </a:ext>
            </a:extLst>
          </p:cNvPr>
          <p:cNvSpPr>
            <a:spLocks xmlns:a="http://schemas.openxmlformats.org/drawingml/2006/main" noGrp="1"/>
          </p:cNvSpPr>
          <p:nvPr/>
        </p:nvSpPr>
        <p:spPr>
          <a:xfrm xmlns:a="http://schemas.openxmlformats.org/drawingml/2006/main">
            <a:off x="3626168" y="272700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4" name="">
            <a:extLst xmlns:a="http://schemas.openxmlformats.org/drawingml/2006/main">
              <a:ext uri="{FF2B5EF4-FFF2-40B4-BE49-F238E27FC236}">
                <a16:creationId xmlns:a16="http://schemas.microsoft.com/office/drawing/2014/main" id="{68A6EA4A-1DA5-4BED-939F-E04CB53E0A01}"/>
              </a:ext>
            </a:extLst>
          </p:cNvPr>
          <p:cNvSpPr>
            <a:spLocks xmlns:a="http://schemas.openxmlformats.org/drawingml/2006/main" noGrp="1"/>
          </p:cNvSpPr>
          <p:nvPr/>
        </p:nvSpPr>
        <p:spPr>
          <a:xfrm xmlns:a="http://schemas.openxmlformats.org/drawingml/2006/main">
            <a:off x="4952048" y="270605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5" name="">
            <a:extLst xmlns:a="http://schemas.openxmlformats.org/drawingml/2006/main">
              <a:ext uri="{FF2B5EF4-FFF2-40B4-BE49-F238E27FC236}">
                <a16:creationId xmlns:a16="http://schemas.microsoft.com/office/drawing/2014/main" id="{9C761747-B2D2-414F-B364-E81C9AD907E0}"/>
              </a:ext>
            </a:extLst>
          </p:cNvPr>
          <p:cNvSpPr>
            <a:spLocks xmlns:a="http://schemas.openxmlformats.org/drawingml/2006/main" noGrp="1"/>
          </p:cNvSpPr>
          <p:nvPr/>
        </p:nvSpPr>
        <p:spPr>
          <a:xfrm xmlns:a="http://schemas.openxmlformats.org/drawingml/2006/main">
            <a:off x="6056948" y="281082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6" name="">
            <a:extLst xmlns:a="http://schemas.openxmlformats.org/drawingml/2006/main">
              <a:ext uri="{FF2B5EF4-FFF2-40B4-BE49-F238E27FC236}">
                <a16:creationId xmlns:a16="http://schemas.microsoft.com/office/drawing/2014/main" id="{B0DBC066-8850-4343-AB22-2CC9D8D32A9F}"/>
              </a:ext>
            </a:extLst>
          </p:cNvPr>
          <p:cNvSpPr>
            <a:spLocks xmlns:a="http://schemas.openxmlformats.org/drawingml/2006/main" noGrp="1"/>
          </p:cNvSpPr>
          <p:nvPr/>
        </p:nvSpPr>
        <p:spPr>
          <a:xfrm xmlns:a="http://schemas.openxmlformats.org/drawingml/2006/main">
            <a:off x="1858328" y="325088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7" name="">
            <a:extLst xmlns:a="http://schemas.openxmlformats.org/drawingml/2006/main">
              <a:ext uri="{FF2B5EF4-FFF2-40B4-BE49-F238E27FC236}">
                <a16:creationId xmlns:a16="http://schemas.microsoft.com/office/drawing/2014/main" id="{2827C61E-7E1E-4AB5-A214-7BABAAF475EE}"/>
              </a:ext>
            </a:extLst>
          </p:cNvPr>
          <p:cNvSpPr>
            <a:spLocks xmlns:a="http://schemas.openxmlformats.org/drawingml/2006/main" noGrp="1"/>
          </p:cNvSpPr>
          <p:nvPr/>
        </p:nvSpPr>
        <p:spPr>
          <a:xfrm xmlns:a="http://schemas.openxmlformats.org/drawingml/2006/main">
            <a:off x="3018473" y="312515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8" name="">
            <a:extLst xmlns:a="http://schemas.openxmlformats.org/drawingml/2006/main">
              <a:ext uri="{FF2B5EF4-FFF2-40B4-BE49-F238E27FC236}">
                <a16:creationId xmlns:a16="http://schemas.microsoft.com/office/drawing/2014/main" id="{C009A541-AB03-4FE6-98CA-5FC89553A276}"/>
              </a:ext>
            </a:extLst>
          </p:cNvPr>
          <p:cNvSpPr>
            <a:spLocks xmlns:a="http://schemas.openxmlformats.org/drawingml/2006/main" noGrp="1"/>
          </p:cNvSpPr>
          <p:nvPr/>
        </p:nvSpPr>
        <p:spPr>
          <a:xfrm xmlns:a="http://schemas.openxmlformats.org/drawingml/2006/main">
            <a:off x="4178618" y="318801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39" name="">
            <a:extLst xmlns:a="http://schemas.openxmlformats.org/drawingml/2006/main">
              <a:ext uri="{FF2B5EF4-FFF2-40B4-BE49-F238E27FC236}">
                <a16:creationId xmlns:a16="http://schemas.microsoft.com/office/drawing/2014/main" id="{69D7E147-A985-44B0-AE97-412BC7FCD9A3}"/>
              </a:ext>
            </a:extLst>
          </p:cNvPr>
          <p:cNvSpPr>
            <a:spLocks xmlns:a="http://schemas.openxmlformats.org/drawingml/2006/main" noGrp="1"/>
          </p:cNvSpPr>
          <p:nvPr/>
        </p:nvSpPr>
        <p:spPr>
          <a:xfrm xmlns:a="http://schemas.openxmlformats.org/drawingml/2006/main">
            <a:off x="5504498" y="325088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0" name="">
            <a:extLst xmlns:a="http://schemas.openxmlformats.org/drawingml/2006/main">
              <a:ext uri="{FF2B5EF4-FFF2-40B4-BE49-F238E27FC236}">
                <a16:creationId xmlns:a16="http://schemas.microsoft.com/office/drawing/2014/main" id="{D41EBC67-D32E-45BC-9A7A-159DC777193C}"/>
              </a:ext>
            </a:extLst>
          </p:cNvPr>
          <p:cNvSpPr>
            <a:spLocks xmlns:a="http://schemas.openxmlformats.org/drawingml/2006/main" noGrp="1"/>
          </p:cNvSpPr>
          <p:nvPr/>
        </p:nvSpPr>
        <p:spPr>
          <a:xfrm xmlns:a="http://schemas.openxmlformats.org/drawingml/2006/main">
            <a:off x="1305878" y="362807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1" name="">
            <a:extLst xmlns:a="http://schemas.openxmlformats.org/drawingml/2006/main">
              <a:ext uri="{FF2B5EF4-FFF2-40B4-BE49-F238E27FC236}">
                <a16:creationId xmlns:a16="http://schemas.microsoft.com/office/drawing/2014/main" id="{12511B96-4B0E-4078-A68D-FD284BB11160}"/>
              </a:ext>
            </a:extLst>
          </p:cNvPr>
          <p:cNvSpPr>
            <a:spLocks xmlns:a="http://schemas.openxmlformats.org/drawingml/2006/main" noGrp="1"/>
          </p:cNvSpPr>
          <p:nvPr/>
        </p:nvSpPr>
        <p:spPr>
          <a:xfrm xmlns:a="http://schemas.openxmlformats.org/drawingml/2006/main">
            <a:off x="2466023" y="369093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2" name="">
            <a:extLst xmlns:a="http://schemas.openxmlformats.org/drawingml/2006/main">
              <a:ext uri="{FF2B5EF4-FFF2-40B4-BE49-F238E27FC236}">
                <a16:creationId xmlns:a16="http://schemas.microsoft.com/office/drawing/2014/main" id="{83FBA75F-2CC6-4EF2-99F1-047917818E96}"/>
              </a:ext>
            </a:extLst>
          </p:cNvPr>
          <p:cNvSpPr>
            <a:spLocks xmlns:a="http://schemas.openxmlformats.org/drawingml/2006/main" noGrp="1"/>
          </p:cNvSpPr>
          <p:nvPr/>
        </p:nvSpPr>
        <p:spPr>
          <a:xfrm xmlns:a="http://schemas.openxmlformats.org/drawingml/2006/main">
            <a:off x="3681413" y="358616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3" name="">
            <a:extLst xmlns:a="http://schemas.openxmlformats.org/drawingml/2006/main">
              <a:ext uri="{FF2B5EF4-FFF2-40B4-BE49-F238E27FC236}">
                <a16:creationId xmlns:a16="http://schemas.microsoft.com/office/drawing/2014/main" id="{5A9CF7D2-BAC8-4372-B0E7-90B39730D411}"/>
              </a:ext>
            </a:extLst>
          </p:cNvPr>
          <p:cNvSpPr>
            <a:spLocks xmlns:a="http://schemas.openxmlformats.org/drawingml/2006/main" noGrp="1"/>
          </p:cNvSpPr>
          <p:nvPr/>
        </p:nvSpPr>
        <p:spPr>
          <a:xfrm xmlns:a="http://schemas.openxmlformats.org/drawingml/2006/main">
            <a:off x="4896802" y="362807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4" name="">
            <a:extLst xmlns:a="http://schemas.openxmlformats.org/drawingml/2006/main">
              <a:ext uri="{FF2B5EF4-FFF2-40B4-BE49-F238E27FC236}">
                <a16:creationId xmlns:a16="http://schemas.microsoft.com/office/drawing/2014/main" id="{709CADCD-4963-498C-9406-ECE550886B26}"/>
              </a:ext>
            </a:extLst>
          </p:cNvPr>
          <p:cNvSpPr>
            <a:spLocks xmlns:a="http://schemas.openxmlformats.org/drawingml/2006/main" noGrp="1"/>
          </p:cNvSpPr>
          <p:nvPr/>
        </p:nvSpPr>
        <p:spPr>
          <a:xfrm xmlns:a="http://schemas.openxmlformats.org/drawingml/2006/main">
            <a:off x="6112192" y="375380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5" name="">
            <a:extLst xmlns:a="http://schemas.openxmlformats.org/drawingml/2006/main">
              <a:ext uri="{FF2B5EF4-FFF2-40B4-BE49-F238E27FC236}">
                <a16:creationId xmlns:a16="http://schemas.microsoft.com/office/drawing/2014/main" id="{D86A9583-80E9-453A-A957-173DE3AD1264}"/>
              </a:ext>
            </a:extLst>
          </p:cNvPr>
          <p:cNvSpPr>
            <a:spLocks xmlns:a="http://schemas.openxmlformats.org/drawingml/2006/main" noGrp="1"/>
          </p:cNvSpPr>
          <p:nvPr/>
        </p:nvSpPr>
        <p:spPr>
          <a:xfrm xmlns:a="http://schemas.openxmlformats.org/drawingml/2006/main">
            <a:off x="1858328" y="411003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6" name="">
            <a:extLst xmlns:a="http://schemas.openxmlformats.org/drawingml/2006/main">
              <a:ext uri="{FF2B5EF4-FFF2-40B4-BE49-F238E27FC236}">
                <a16:creationId xmlns:a16="http://schemas.microsoft.com/office/drawing/2014/main" id="{AE799939-D1B5-4634-AADE-EAF9C73CDEBE}"/>
              </a:ext>
            </a:extLst>
          </p:cNvPr>
          <p:cNvSpPr>
            <a:spLocks xmlns:a="http://schemas.openxmlformats.org/drawingml/2006/main" noGrp="1"/>
          </p:cNvSpPr>
          <p:nvPr/>
        </p:nvSpPr>
        <p:spPr>
          <a:xfrm xmlns:a="http://schemas.openxmlformats.org/drawingml/2006/main">
            <a:off x="3073718" y="417290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7" name="">
            <a:extLst xmlns:a="http://schemas.openxmlformats.org/drawingml/2006/main">
              <a:ext uri="{FF2B5EF4-FFF2-40B4-BE49-F238E27FC236}">
                <a16:creationId xmlns:a16="http://schemas.microsoft.com/office/drawing/2014/main" id="{81649367-3DFE-4E21-AF24-1A45681F8889}"/>
              </a:ext>
            </a:extLst>
          </p:cNvPr>
          <p:cNvSpPr>
            <a:spLocks xmlns:a="http://schemas.openxmlformats.org/drawingml/2006/main" noGrp="1"/>
          </p:cNvSpPr>
          <p:nvPr/>
        </p:nvSpPr>
        <p:spPr>
          <a:xfrm xmlns:a="http://schemas.openxmlformats.org/drawingml/2006/main">
            <a:off x="4233863" y="408908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8" name="">
            <a:extLst xmlns:a="http://schemas.openxmlformats.org/drawingml/2006/main">
              <a:ext uri="{FF2B5EF4-FFF2-40B4-BE49-F238E27FC236}">
                <a16:creationId xmlns:a16="http://schemas.microsoft.com/office/drawing/2014/main" id="{A78AEDAD-E062-4EA5-B493-85EDA5465298}"/>
              </a:ext>
            </a:extLst>
          </p:cNvPr>
          <p:cNvSpPr>
            <a:spLocks xmlns:a="http://schemas.openxmlformats.org/drawingml/2006/main" noGrp="1"/>
          </p:cNvSpPr>
          <p:nvPr/>
        </p:nvSpPr>
        <p:spPr>
          <a:xfrm xmlns:a="http://schemas.openxmlformats.org/drawingml/2006/main">
            <a:off x="5449252" y="4235768"/>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49" name="">
            <a:extLst xmlns:a="http://schemas.openxmlformats.org/drawingml/2006/main">
              <a:ext uri="{FF2B5EF4-FFF2-40B4-BE49-F238E27FC236}">
                <a16:creationId xmlns:a16="http://schemas.microsoft.com/office/drawing/2014/main" id="{76C814CA-485B-4DA4-B7D6-995F75BC34D1}"/>
              </a:ext>
            </a:extLst>
          </p:cNvPr>
          <p:cNvSpPr>
            <a:spLocks xmlns:a="http://schemas.openxmlformats.org/drawingml/2006/main" noGrp="1"/>
          </p:cNvSpPr>
          <p:nvPr/>
        </p:nvSpPr>
        <p:spPr>
          <a:xfrm xmlns:a="http://schemas.openxmlformats.org/drawingml/2006/main">
            <a:off x="1305878" y="450818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0" name="">
            <a:extLst xmlns:a="http://schemas.openxmlformats.org/drawingml/2006/main">
              <a:ext uri="{FF2B5EF4-FFF2-40B4-BE49-F238E27FC236}">
                <a16:creationId xmlns:a16="http://schemas.microsoft.com/office/drawing/2014/main" id="{1D8E98FB-29FF-468E-87B1-F89C16A63B19}"/>
              </a:ext>
            </a:extLst>
          </p:cNvPr>
          <p:cNvSpPr>
            <a:spLocks xmlns:a="http://schemas.openxmlformats.org/drawingml/2006/main" noGrp="1"/>
          </p:cNvSpPr>
          <p:nvPr/>
        </p:nvSpPr>
        <p:spPr>
          <a:xfrm xmlns:a="http://schemas.openxmlformats.org/drawingml/2006/main">
            <a:off x="2631758" y="450818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1" name="">
            <a:extLst xmlns:a="http://schemas.openxmlformats.org/drawingml/2006/main">
              <a:ext uri="{FF2B5EF4-FFF2-40B4-BE49-F238E27FC236}">
                <a16:creationId xmlns:a16="http://schemas.microsoft.com/office/drawing/2014/main" id="{093125F6-4F24-414A-A3E3-0FE9EBAE7609}"/>
              </a:ext>
            </a:extLst>
          </p:cNvPr>
          <p:cNvSpPr>
            <a:spLocks xmlns:a="http://schemas.openxmlformats.org/drawingml/2006/main" noGrp="1"/>
          </p:cNvSpPr>
          <p:nvPr/>
        </p:nvSpPr>
        <p:spPr>
          <a:xfrm xmlns:a="http://schemas.openxmlformats.org/drawingml/2006/main">
            <a:off x="4123373" y="450818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2" name="">
            <a:extLst xmlns:a="http://schemas.openxmlformats.org/drawingml/2006/main">
              <a:ext uri="{FF2B5EF4-FFF2-40B4-BE49-F238E27FC236}">
                <a16:creationId xmlns:a16="http://schemas.microsoft.com/office/drawing/2014/main" id="{61725A52-E90A-4789-B05D-98A6448A37F2}"/>
              </a:ext>
            </a:extLst>
          </p:cNvPr>
          <p:cNvSpPr>
            <a:spLocks xmlns:a="http://schemas.openxmlformats.org/drawingml/2006/main" noGrp="1"/>
          </p:cNvSpPr>
          <p:nvPr/>
        </p:nvSpPr>
        <p:spPr>
          <a:xfrm xmlns:a="http://schemas.openxmlformats.org/drawingml/2006/main">
            <a:off x="6001703" y="4508183"/>
            <a:ext cx="66675" cy="66675"/>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53" name="">
            <a:extLst xmlns:a="http://schemas.openxmlformats.org/drawingml/2006/main">
              <a:ext uri="{FF2B5EF4-FFF2-40B4-BE49-F238E27FC236}">
                <a16:creationId xmlns:a16="http://schemas.microsoft.com/office/drawing/2014/main" id="{E07797CC-0953-4BDC-933B-D0C2B5469853}"/>
              </a:ext>
            </a:extLst>
          </p:cNvPr>
          <p:cNvSpPr>
            <a:spLocks xmlns:a="http://schemas.openxmlformats.org/drawingml/2006/main" noGrp="1"/>
          </p:cNvSpPr>
          <p:nvPr/>
        </p:nvSpPr>
        <p:spPr>
          <a:xfrm xmlns:a="http://schemas.openxmlformats.org/drawingml/2006/main">
            <a:off x="1238250" y="5124450"/>
            <a:ext cx="4953000" cy="9525"/>
          </a:xfrm>
          <a:custGeom xmlns:a="http://schemas.openxmlformats.org/drawingml/2006/main">
            <a:pathLst>
              <a:path w="4953000" h="9525">
                <a:moveTo>
                  <a:pt x="0" y="0"/>
                </a:moveTo>
                <a:lnTo>
                  <a:pt x="4953000" y="0"/>
                </a:lnTo>
              </a:path>
            </a:pathLst>
          </a:custGeom>
          <a:noFill xmlns:a="http://schemas.openxmlformats.org/drawingml/2006/main"/>
          <a:ln xmlns:a="http://schemas.openxmlformats.org/drawingml/2006/main" w="28575">
            <a:solidFill>
              <a:srgbClr val="2876A8"/>
            </a:solidFill>
          </a:ln>
        </p:spPr>
      </p:sp>
      <p:sp>
        <p:nvSpPr>
          <p:cNvPr id="54" name="">
            <a:extLst xmlns:a="http://schemas.openxmlformats.org/drawingml/2006/main">
              <a:ext uri="{FF2B5EF4-FFF2-40B4-BE49-F238E27FC236}">
                <a16:creationId xmlns:a16="http://schemas.microsoft.com/office/drawing/2014/main" id="{94CB786C-B63F-4863-98E4-98327176E24B}"/>
              </a:ext>
            </a:extLst>
          </p:cNvPr>
          <p:cNvSpPr>
            <a:spLocks xmlns:a="http://schemas.openxmlformats.org/drawingml/2006/main" noGrp="1"/>
          </p:cNvSpPr>
          <p:nvPr/>
        </p:nvSpPr>
        <p:spPr>
          <a:xfrm xmlns:a="http://schemas.openxmlformats.org/drawingml/2006/main">
            <a:off x="6076950" y="507644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55" name="">
            <a:extLst xmlns:a="http://schemas.openxmlformats.org/drawingml/2006/main">
              <a:ext uri="{FF2B5EF4-FFF2-40B4-BE49-F238E27FC236}">
                <a16:creationId xmlns:a16="http://schemas.microsoft.com/office/drawing/2014/main" id="{356AE271-E68C-4C42-9129-E4FA5F86CA34}"/>
              </a:ext>
            </a:extLst>
          </p:cNvPr>
          <p:cNvSpPr>
            <a:spLocks xmlns:a="http://schemas.openxmlformats.org/drawingml/2006/main" noGrp="1"/>
          </p:cNvSpPr>
          <p:nvPr/>
        </p:nvSpPr>
        <p:spPr>
          <a:xfrm xmlns:a="http://schemas.openxmlformats.org/drawingml/2006/main">
            <a:off x="952500" y="528637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2876A8"/>
                </a:solidFill>
                <a:latin typeface="Yu Gothic"/>
                <a:ea typeface="Yu Gothic"/>
                <a:cs typeface="Yu Gothic"/>
              </a:defRPr>
            </a:defPPr>
            <a:lvl1pPr>
              <a:buNone/>
              <a:defRPr sz="1575" b="0">
                <a:solidFill>
                  <a:srgbClr val="2876A8"/>
                </a:solidFill>
                <a:latin typeface="Yu Gothic"/>
                <a:ea typeface="Yu Gothic"/>
                <a:cs typeface="Yu Gothic"/>
              </a:defRPr>
            </a:lvl1pPr>
            <a:lvl2pPr>
              <a:buNone/>
              <a:defRPr sz="1575" b="0">
                <a:solidFill>
                  <a:srgbClr val="2876A8"/>
                </a:solidFill>
                <a:latin typeface="Yu Gothic"/>
                <a:ea typeface="Yu Gothic"/>
                <a:cs typeface="Yu Gothic"/>
              </a:defRPr>
            </a:lvl2pPr>
            <a:lvl3pPr>
              <a:buNone/>
              <a:defRPr sz="1575" b="0">
                <a:solidFill>
                  <a:srgbClr val="2876A8"/>
                </a:solidFill>
                <a:latin typeface="Yu Gothic"/>
                <a:ea typeface="Yu Gothic"/>
                <a:cs typeface="Yu Gothic"/>
              </a:defRPr>
            </a:lvl3pPr>
            <a:lvl4pPr>
              <a:buNone/>
              <a:defRPr sz="1575" b="0">
                <a:solidFill>
                  <a:srgbClr val="2876A8"/>
                </a:solidFill>
                <a:latin typeface="Yu Gothic"/>
                <a:ea typeface="Yu Gothic"/>
                <a:cs typeface="Yu Gothic"/>
              </a:defRPr>
            </a:lvl4pPr>
            <a:lvl5pPr>
              <a:buNone/>
              <a:defRPr sz="1575" b="0">
                <a:solidFill>
                  <a:srgbClr val="2876A8"/>
                </a:solidFill>
                <a:latin typeface="Yu Gothic"/>
                <a:ea typeface="Yu Gothic"/>
                <a:cs typeface="Yu Gothic"/>
              </a:defRPr>
            </a:lvl5pPr>
            <a:lvl6pPr>
              <a:buNone/>
              <a:defRPr sz="1575" b="0">
                <a:solidFill>
                  <a:srgbClr val="2876A8"/>
                </a:solidFill>
                <a:latin typeface="Yu Gothic"/>
                <a:ea typeface="Yu Gothic"/>
                <a:cs typeface="Yu Gothic"/>
              </a:defRPr>
            </a:lvl6pPr>
            <a:lvl7pPr>
              <a:buNone/>
              <a:defRPr sz="1575" b="0">
                <a:solidFill>
                  <a:srgbClr val="2876A8"/>
                </a:solidFill>
                <a:latin typeface="Yu Gothic"/>
                <a:ea typeface="Yu Gothic"/>
                <a:cs typeface="Yu Gothic"/>
              </a:defRPr>
            </a:lvl7pPr>
            <a:lvl8pPr>
              <a:buNone/>
              <a:defRPr sz="1575" b="0">
                <a:solidFill>
                  <a:srgbClr val="2876A8"/>
                </a:solidFill>
                <a:latin typeface="Yu Gothic"/>
                <a:ea typeface="Yu Gothic"/>
                <a:cs typeface="Yu Gothic"/>
              </a:defRPr>
            </a:lvl8pPr>
            <a:lvl9pPr>
              <a:buNone/>
              <a:defRPr sz="1575" b="0">
                <a:solidFill>
                  <a:srgbClr val="2876A8"/>
                </a:solidFill>
                <a:latin typeface="Yu Gothic"/>
                <a:ea typeface="Yu Gothic"/>
                <a:cs typeface="Yu Gothic"/>
              </a:defRPr>
            </a:lvl9pPr>
          </a:lstStyle>
          <a:p xmlns:a="http://schemas.openxmlformats.org/drawingml/2006/main">
            <a:pPr>
              <a:buNone/>
              <a:defRPr sz="1575" b="0">
                <a:solidFill>
                  <a:srgbClr val="2876A8"/>
                </a:solidFill>
                <a:latin typeface="Yu Gothic"/>
                <a:ea typeface="Yu Gothic"/>
                <a:cs typeface="Yu Gothic"/>
              </a:defRPr>
            </a:pPr>
            <a:r>
              <a:rPr sz="1575" b="0">
                <a:solidFill>
                  <a:srgbClr val="2876A8"/>
                </a:solidFill>
                <a:latin typeface="Yu Gothic"/>
                <a:ea typeface="Yu Gothic"/>
                <a:cs typeface="Yu Gothic"/>
              </a:rPr>
              <a:t>電子の平均的な移動（電場を加えた例）</a:t>
            </a:r>
          </a:p>
        </p:txBody>
      </p:sp>
      <p:sp>
        <p:nvSpPr>
          <p:cNvPr id="56" name="">
            <a:extLst xmlns:a="http://schemas.openxmlformats.org/drawingml/2006/main">
              <a:ext uri="{FF2B5EF4-FFF2-40B4-BE49-F238E27FC236}">
                <a16:creationId xmlns:a16="http://schemas.microsoft.com/office/drawing/2014/main" id="{ECC563B8-0798-4A0E-BF56-CAF30445A347}"/>
              </a:ext>
            </a:extLst>
          </p:cNvPr>
          <p:cNvSpPr>
            <a:spLocks xmlns:a="http://schemas.openxmlformats.org/drawingml/2006/main" noGrp="1"/>
          </p:cNvSpPr>
          <p:nvPr/>
        </p:nvSpPr>
        <p:spPr>
          <a:xfrm xmlns:a="http://schemas.openxmlformats.org/drawingml/2006/main">
            <a:off x="7524750" y="23812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＋：原子芯</a:t>
            </a:r>
          </a:p>
        </p:txBody>
      </p:sp>
      <p:sp>
        <p:nvSpPr>
          <p:cNvPr id="57" name="">
            <a:extLst xmlns:a="http://schemas.openxmlformats.org/drawingml/2006/main">
              <a:ext uri="{FF2B5EF4-FFF2-40B4-BE49-F238E27FC236}">
                <a16:creationId xmlns:a16="http://schemas.microsoft.com/office/drawing/2014/main" id="{BE872F5C-BC01-42C2-AB98-57EBE37A929E}"/>
              </a:ext>
            </a:extLst>
          </p:cNvPr>
          <p:cNvSpPr>
            <a:spLocks xmlns:a="http://schemas.openxmlformats.org/drawingml/2006/main" noGrp="1"/>
          </p:cNvSpPr>
          <p:nvPr/>
        </p:nvSpPr>
        <p:spPr>
          <a:xfrm xmlns:a="http://schemas.openxmlformats.org/drawingml/2006/main">
            <a:off x="7524750" y="3048000"/>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xmlns:a="http://schemas.openxmlformats.org/drawingml/2006/main">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点：広がった価電子</a:t>
            </a:r>
          </a:p>
        </p:txBody>
      </p:sp>
      <p:sp>
        <p:nvSpPr>
          <p:cNvPr id="58" name="">
            <a:extLst xmlns:a="http://schemas.openxmlformats.org/drawingml/2006/main">
              <a:ext uri="{FF2B5EF4-FFF2-40B4-BE49-F238E27FC236}">
                <a16:creationId xmlns:a16="http://schemas.microsoft.com/office/drawing/2014/main" id="{A8C65AFF-2E73-4F16-AE56-50A38272DE8D}"/>
              </a:ext>
            </a:extLst>
          </p:cNvPr>
          <p:cNvSpPr>
            <a:spLocks xmlns:a="http://schemas.openxmlformats.org/drawingml/2006/main" noGrp="1"/>
          </p:cNvSpPr>
          <p:nvPr/>
        </p:nvSpPr>
        <p:spPr>
          <a:xfrm xmlns:a="http://schemas.openxmlformats.org/drawingml/2006/main">
            <a:off x="7524750" y="4000500"/>
            <a:ext cx="3905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電子の移動が導電に関わる</a:t>
            </a:r>
          </a:p>
        </p:txBody>
      </p:sp>
      <p:sp>
        <p:nvSpPr>
          <p:cNvPr id="59" name="">
            <a:extLst xmlns:a="http://schemas.openxmlformats.org/drawingml/2006/main">
              <a:ext uri="{FF2B5EF4-FFF2-40B4-BE49-F238E27FC236}">
                <a16:creationId xmlns:a16="http://schemas.microsoft.com/office/drawing/2014/main" id="{335FF571-94A8-4B32-8D26-A55C1F21F40A}"/>
              </a:ext>
            </a:extLst>
          </p:cNvPr>
          <p:cNvSpPr>
            <a:spLocks xmlns:a="http://schemas.openxmlformats.org/drawingml/2006/main" noGrp="1"/>
          </p:cNvSpPr>
          <p:nvPr/>
        </p:nvSpPr>
        <p:spPr>
          <a:xfrm xmlns:a="http://schemas.openxmlformats.org/drawingml/2006/main">
            <a:off x="7524750" y="48577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塑性変形には、転位と</a:t>
            </a:r>
          </a:p>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組織の状態も関わる</a:t>
            </a:r>
          </a:p>
        </p:txBody>
      </p:sp>
      <p:sp>
        <p:nvSpPr>
          <p:cNvPr id="60" name="">
            <a:extLst xmlns:a="http://schemas.openxmlformats.org/drawingml/2006/main">
              <a:ext uri="{FF2B5EF4-FFF2-40B4-BE49-F238E27FC236}">
                <a16:creationId xmlns:a16="http://schemas.microsoft.com/office/drawing/2014/main" id="{00580D16-CF10-410B-B01D-D656FDA10D8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「電子の海」は概念模型。特定の原子間の一本の線で結合を表す模型とは見方が異なる。[2,7]</a:t>
            </a:r>
          </a:p>
        </p:txBody>
      </p:sp>
    </p:spTree>
    <p:extLst>
      <p:ext uri="{BB962C8B-B14F-4D97-AF65-F5344CB8AC3E}">
        <p14:creationId xmlns:p14="http://schemas.microsoft.com/office/powerpoint/2010/main" val="120351269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B3B4754B-1C9B-4187-A887-7EE6A48AF599}"/>
              </a:ext>
            </a:extLst>
          </p:cNvPr>
          <p:cNvSpPr>
            <a:spLocks xmlns:a="http://schemas.openxmlformats.org/drawingml/2006/main" noGrp="1"/>
          </p:cNvSpPr>
          <p:nvPr/>
        </p:nvSpPr>
        <p:spPr>
          <a:xfrm xmlns:a="http://schemas.openxmlformats.org/drawingml/2006/main">
            <a:off x="685800" y="428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参考 イオン結合と状態による違い</a:t>
            </a:r>
          </a:p>
        </p:txBody>
      </p:sp>
      <p:sp>
        <p:nvSpPr>
          <p:cNvPr id="2" name="">
            <a:extLst xmlns:a="http://schemas.openxmlformats.org/drawingml/2006/main">
              <a:ext uri="{FF2B5EF4-FFF2-40B4-BE49-F238E27FC236}">
                <a16:creationId xmlns:a16="http://schemas.microsoft.com/office/drawing/2014/main" id="{313D2A7C-AABE-44BA-AFAF-1ADF9BE2A1A4}"/>
              </a:ext>
            </a:extLst>
          </p:cNvPr>
          <p:cNvSpPr>
            <a:spLocks xmlns:a="http://schemas.openxmlformats.org/drawingml/2006/main" noGrp="1"/>
          </p:cNvSpPr>
          <p:nvPr/>
        </p:nvSpPr>
        <p:spPr>
          <a:xfrm xmlns:a="http://schemas.openxmlformats.org/drawingml/2006/main">
            <a:off x="685800" y="119062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6193">
            <a:solidFill>
              <a:srgbClr val="D7E2E8"/>
            </a:solidFill>
          </a:ln>
        </p:spPr>
      </p:sp>
      <p:sp>
        <p:nvSpPr>
          <p:cNvPr id="3" name="">
            <a:extLst xmlns:a="http://schemas.openxmlformats.org/drawingml/2006/main">
              <a:ext uri="{FF2B5EF4-FFF2-40B4-BE49-F238E27FC236}">
                <a16:creationId xmlns:a16="http://schemas.microsoft.com/office/drawing/2014/main" id="{3CBF3E5D-65BB-4537-BD6B-9A0643E5D667}"/>
              </a:ext>
            </a:extLst>
          </p:cNvPr>
          <p:cNvSpPr>
            <a:spLocks xmlns:a="http://schemas.openxmlformats.org/drawingml/2006/main" noGrp="1"/>
          </p:cNvSpPr>
          <p:nvPr/>
        </p:nvSpPr>
        <p:spPr>
          <a:xfrm xmlns:a="http://schemas.openxmlformats.org/drawingml/2006/main">
            <a:off x="685800" y="642937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化学の復習（任意参考）</a:t>
            </a:r>
          </a:p>
        </p:txBody>
      </p:sp>
      <p:sp>
        <p:nvSpPr>
          <p:cNvPr id="4" name="">
            <a:extLst xmlns:a="http://schemas.openxmlformats.org/drawingml/2006/main">
              <a:ext uri="{FF2B5EF4-FFF2-40B4-BE49-F238E27FC236}">
                <a16:creationId xmlns:a16="http://schemas.microsoft.com/office/drawing/2014/main" id="{14FE0AFC-7259-4CD8-811A-499C6D02E3EC}"/>
              </a:ext>
            </a:extLst>
          </p:cNvPr>
          <p:cNvSpPr>
            <a:spLocks xmlns:a="http://schemas.openxmlformats.org/drawingml/2006/main" noGrp="1"/>
          </p:cNvSpPr>
          <p:nvPr/>
        </p:nvSpPr>
        <p:spPr>
          <a:xfrm xmlns:a="http://schemas.openxmlformats.org/drawingml/2006/main">
            <a:off x="11239500" y="6429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54 / 56</a:t>
            </a:r>
          </a:p>
        </p:txBody>
      </p:sp>
      <p:sp>
        <p:nvSpPr>
          <p:cNvPr id="5" name="">
            <a:extLst xmlns:a="http://schemas.openxmlformats.org/drawingml/2006/main">
              <a:ext uri="{FF2B5EF4-FFF2-40B4-BE49-F238E27FC236}">
                <a16:creationId xmlns:a16="http://schemas.microsoft.com/office/drawing/2014/main" id="{22B4C5CB-1210-4137-8FDA-332A9FD28F0E}"/>
              </a:ext>
            </a:extLst>
          </p:cNvPr>
          <p:cNvSpPr>
            <a:spLocks xmlns:a="http://schemas.openxmlformats.org/drawingml/2006/main" noGrp="1"/>
          </p:cNvSpPr>
          <p:nvPr/>
        </p:nvSpPr>
        <p:spPr>
          <a:xfrm xmlns:a="http://schemas.openxmlformats.org/drawingml/2006/main">
            <a:off x="809625" y="1524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陽イオンと陰イオンの静電的な引力</a:t>
            </a:r>
          </a:p>
        </p:txBody>
      </p:sp>
      <p:sp>
        <p:nvSpPr>
          <p:cNvPr id="6" name="">
            <a:extLst xmlns:a="http://schemas.openxmlformats.org/drawingml/2006/main">
              <a:ext uri="{FF2B5EF4-FFF2-40B4-BE49-F238E27FC236}">
                <a16:creationId xmlns:a16="http://schemas.microsoft.com/office/drawing/2014/main" id="{0A447E68-C70F-4CF3-A30D-CAA9A2E9825E}"/>
              </a:ext>
            </a:extLst>
          </p:cNvPr>
          <p:cNvSpPr>
            <a:spLocks xmlns:a="http://schemas.openxmlformats.org/drawingml/2006/main" noGrp="1"/>
          </p:cNvSpPr>
          <p:nvPr/>
        </p:nvSpPr>
        <p:spPr>
          <a:xfrm xmlns:a="http://schemas.openxmlformats.org/drawingml/2006/main">
            <a:off x="1181100" y="2609850"/>
            <a:ext cx="495300" cy="4953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7" name="">
            <a:extLst xmlns:a="http://schemas.openxmlformats.org/drawingml/2006/main">
              <a:ext uri="{FF2B5EF4-FFF2-40B4-BE49-F238E27FC236}">
                <a16:creationId xmlns:a16="http://schemas.microsoft.com/office/drawing/2014/main" id="{8A246DED-E74B-4F26-8DDB-3D06CE815613}"/>
              </a:ext>
            </a:extLst>
          </p:cNvPr>
          <p:cNvSpPr>
            <a:spLocks xmlns:a="http://schemas.openxmlformats.org/drawingml/2006/main" noGrp="1"/>
          </p:cNvSpPr>
          <p:nvPr/>
        </p:nvSpPr>
        <p:spPr>
          <a:xfrm xmlns:a="http://schemas.openxmlformats.org/drawingml/2006/main">
            <a:off x="1181100" y="2609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093951B2-703D-43E7-8E4C-3EA8A995B0BE}"/>
              </a:ext>
            </a:extLst>
          </p:cNvPr>
          <p:cNvSpPr>
            <a:spLocks xmlns:a="http://schemas.openxmlformats.org/drawingml/2006/main" noGrp="1"/>
          </p:cNvSpPr>
          <p:nvPr/>
        </p:nvSpPr>
        <p:spPr>
          <a:xfrm xmlns:a="http://schemas.openxmlformats.org/drawingml/2006/main">
            <a:off x="1905000" y="2609850"/>
            <a:ext cx="495300" cy="49530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9" name="">
            <a:extLst xmlns:a="http://schemas.openxmlformats.org/drawingml/2006/main">
              <a:ext uri="{FF2B5EF4-FFF2-40B4-BE49-F238E27FC236}">
                <a16:creationId xmlns:a16="http://schemas.microsoft.com/office/drawing/2014/main" id="{AA600FE9-4AFA-4CD6-8AE8-EEBDC2169C52}"/>
              </a:ext>
            </a:extLst>
          </p:cNvPr>
          <p:cNvSpPr>
            <a:spLocks xmlns:a="http://schemas.openxmlformats.org/drawingml/2006/main" noGrp="1"/>
          </p:cNvSpPr>
          <p:nvPr/>
        </p:nvSpPr>
        <p:spPr>
          <a:xfrm xmlns:a="http://schemas.openxmlformats.org/drawingml/2006/main">
            <a:off x="1905000" y="2609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AD8760"/>
                </a:solidFill>
                <a:latin typeface="Yu Gothic"/>
                <a:ea typeface="Yu Gothic"/>
                <a:cs typeface="Yu Gothic"/>
              </a:defRPr>
            </a:defPPr>
            <a:lvl1pPr algn="ctr">
              <a:buNone/>
              <a:defRPr sz="2025" b="1">
                <a:solidFill>
                  <a:srgbClr val="AD8760"/>
                </a:solidFill>
                <a:latin typeface="Yu Gothic"/>
                <a:ea typeface="Yu Gothic"/>
                <a:cs typeface="Yu Gothic"/>
              </a:defRPr>
            </a:lvl1pPr>
            <a:lvl2pPr algn="ctr">
              <a:buNone/>
              <a:defRPr sz="2025" b="1">
                <a:solidFill>
                  <a:srgbClr val="AD8760"/>
                </a:solidFill>
                <a:latin typeface="Yu Gothic"/>
                <a:ea typeface="Yu Gothic"/>
                <a:cs typeface="Yu Gothic"/>
              </a:defRPr>
            </a:lvl2pPr>
            <a:lvl3pPr algn="ctr">
              <a:buNone/>
              <a:defRPr sz="2025" b="1">
                <a:solidFill>
                  <a:srgbClr val="AD8760"/>
                </a:solidFill>
                <a:latin typeface="Yu Gothic"/>
                <a:ea typeface="Yu Gothic"/>
                <a:cs typeface="Yu Gothic"/>
              </a:defRPr>
            </a:lvl3pPr>
            <a:lvl4pPr algn="ctr">
              <a:buNone/>
              <a:defRPr sz="2025" b="1">
                <a:solidFill>
                  <a:srgbClr val="AD8760"/>
                </a:solidFill>
                <a:latin typeface="Yu Gothic"/>
                <a:ea typeface="Yu Gothic"/>
                <a:cs typeface="Yu Gothic"/>
              </a:defRPr>
            </a:lvl4pPr>
            <a:lvl5pPr algn="ctr">
              <a:buNone/>
              <a:defRPr sz="2025" b="1">
                <a:solidFill>
                  <a:srgbClr val="AD8760"/>
                </a:solidFill>
                <a:latin typeface="Yu Gothic"/>
                <a:ea typeface="Yu Gothic"/>
                <a:cs typeface="Yu Gothic"/>
              </a:defRPr>
            </a:lvl5pPr>
            <a:lvl6pPr algn="ctr">
              <a:buNone/>
              <a:defRPr sz="2025" b="1">
                <a:solidFill>
                  <a:srgbClr val="AD8760"/>
                </a:solidFill>
                <a:latin typeface="Yu Gothic"/>
                <a:ea typeface="Yu Gothic"/>
                <a:cs typeface="Yu Gothic"/>
              </a:defRPr>
            </a:lvl6pPr>
            <a:lvl7pPr algn="ctr">
              <a:buNone/>
              <a:defRPr sz="2025" b="1">
                <a:solidFill>
                  <a:srgbClr val="AD8760"/>
                </a:solidFill>
                <a:latin typeface="Yu Gothic"/>
                <a:ea typeface="Yu Gothic"/>
                <a:cs typeface="Yu Gothic"/>
              </a:defRPr>
            </a:lvl7pPr>
            <a:lvl8pPr algn="ctr">
              <a:buNone/>
              <a:defRPr sz="2025" b="1">
                <a:solidFill>
                  <a:srgbClr val="AD8760"/>
                </a:solidFill>
                <a:latin typeface="Yu Gothic"/>
                <a:ea typeface="Yu Gothic"/>
                <a:cs typeface="Yu Gothic"/>
              </a:defRPr>
            </a:lvl8pPr>
            <a:lvl9pPr algn="ctr">
              <a:buNone/>
              <a:defRPr sz="2025" b="1">
                <a:solidFill>
                  <a:srgbClr val="AD8760"/>
                </a:solidFill>
                <a:latin typeface="Yu Gothic"/>
                <a:ea typeface="Yu Gothic"/>
                <a:cs typeface="Yu Gothic"/>
              </a:defRPr>
            </a:lvl9pPr>
          </a:lstStyle>
          <a:p xmlns:a="http://schemas.openxmlformats.org/drawingml/2006/main">
            <a:pPr algn="ctr">
              <a:buNone/>
              <a:defRPr sz="2025" b="1">
                <a:solidFill>
                  <a:srgbClr val="AD8760"/>
                </a:solidFill>
                <a:latin typeface="Yu Gothic"/>
                <a:ea typeface="Yu Gothic"/>
                <a:cs typeface="Yu Gothic"/>
              </a:defRPr>
            </a:pPr>
            <a:r>
              <a:rPr sz="2025" b="1">
                <a:solidFill>
                  <a:srgbClr val="AD8760"/>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C116BDA7-0B82-46B3-ABA4-0B3DCAFA6742}"/>
              </a:ext>
            </a:extLst>
          </p:cNvPr>
          <p:cNvSpPr>
            <a:spLocks xmlns:a="http://schemas.openxmlformats.org/drawingml/2006/main" noGrp="1"/>
          </p:cNvSpPr>
          <p:nvPr/>
        </p:nvSpPr>
        <p:spPr>
          <a:xfrm xmlns:a="http://schemas.openxmlformats.org/drawingml/2006/main">
            <a:off x="2628900" y="2609850"/>
            <a:ext cx="495300" cy="4953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1" name="">
            <a:extLst xmlns:a="http://schemas.openxmlformats.org/drawingml/2006/main">
              <a:ext uri="{FF2B5EF4-FFF2-40B4-BE49-F238E27FC236}">
                <a16:creationId xmlns:a16="http://schemas.microsoft.com/office/drawing/2014/main" id="{CED09035-64A3-4959-9DA1-69BDF0CD3FCE}"/>
              </a:ext>
            </a:extLst>
          </p:cNvPr>
          <p:cNvSpPr>
            <a:spLocks xmlns:a="http://schemas.openxmlformats.org/drawingml/2006/main" noGrp="1"/>
          </p:cNvSpPr>
          <p:nvPr/>
        </p:nvSpPr>
        <p:spPr>
          <a:xfrm xmlns:a="http://schemas.openxmlformats.org/drawingml/2006/main">
            <a:off x="2628900" y="2609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929515F0-4939-4E71-B91D-35AA27597B00}"/>
              </a:ext>
            </a:extLst>
          </p:cNvPr>
          <p:cNvSpPr>
            <a:spLocks xmlns:a="http://schemas.openxmlformats.org/drawingml/2006/main" noGrp="1"/>
          </p:cNvSpPr>
          <p:nvPr/>
        </p:nvSpPr>
        <p:spPr>
          <a:xfrm xmlns:a="http://schemas.openxmlformats.org/drawingml/2006/main">
            <a:off x="3352800" y="2609850"/>
            <a:ext cx="495300" cy="49530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13" name="">
            <a:extLst xmlns:a="http://schemas.openxmlformats.org/drawingml/2006/main">
              <a:ext uri="{FF2B5EF4-FFF2-40B4-BE49-F238E27FC236}">
                <a16:creationId xmlns:a16="http://schemas.microsoft.com/office/drawing/2014/main" id="{079496E7-9D14-4406-829A-2776780947AC}"/>
              </a:ext>
            </a:extLst>
          </p:cNvPr>
          <p:cNvSpPr>
            <a:spLocks xmlns:a="http://schemas.openxmlformats.org/drawingml/2006/main" noGrp="1"/>
          </p:cNvSpPr>
          <p:nvPr/>
        </p:nvSpPr>
        <p:spPr>
          <a:xfrm xmlns:a="http://schemas.openxmlformats.org/drawingml/2006/main">
            <a:off x="3352800" y="2609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AD8760"/>
                </a:solidFill>
                <a:latin typeface="Yu Gothic"/>
                <a:ea typeface="Yu Gothic"/>
                <a:cs typeface="Yu Gothic"/>
              </a:defRPr>
            </a:defPPr>
            <a:lvl1pPr algn="ctr">
              <a:buNone/>
              <a:defRPr sz="2025" b="1">
                <a:solidFill>
                  <a:srgbClr val="AD8760"/>
                </a:solidFill>
                <a:latin typeface="Yu Gothic"/>
                <a:ea typeface="Yu Gothic"/>
                <a:cs typeface="Yu Gothic"/>
              </a:defRPr>
            </a:lvl1pPr>
            <a:lvl2pPr algn="ctr">
              <a:buNone/>
              <a:defRPr sz="2025" b="1">
                <a:solidFill>
                  <a:srgbClr val="AD8760"/>
                </a:solidFill>
                <a:latin typeface="Yu Gothic"/>
                <a:ea typeface="Yu Gothic"/>
                <a:cs typeface="Yu Gothic"/>
              </a:defRPr>
            </a:lvl2pPr>
            <a:lvl3pPr algn="ctr">
              <a:buNone/>
              <a:defRPr sz="2025" b="1">
                <a:solidFill>
                  <a:srgbClr val="AD8760"/>
                </a:solidFill>
                <a:latin typeface="Yu Gothic"/>
                <a:ea typeface="Yu Gothic"/>
                <a:cs typeface="Yu Gothic"/>
              </a:defRPr>
            </a:lvl3pPr>
            <a:lvl4pPr algn="ctr">
              <a:buNone/>
              <a:defRPr sz="2025" b="1">
                <a:solidFill>
                  <a:srgbClr val="AD8760"/>
                </a:solidFill>
                <a:latin typeface="Yu Gothic"/>
                <a:ea typeface="Yu Gothic"/>
                <a:cs typeface="Yu Gothic"/>
              </a:defRPr>
            </a:lvl4pPr>
            <a:lvl5pPr algn="ctr">
              <a:buNone/>
              <a:defRPr sz="2025" b="1">
                <a:solidFill>
                  <a:srgbClr val="AD8760"/>
                </a:solidFill>
                <a:latin typeface="Yu Gothic"/>
                <a:ea typeface="Yu Gothic"/>
                <a:cs typeface="Yu Gothic"/>
              </a:defRPr>
            </a:lvl5pPr>
            <a:lvl6pPr algn="ctr">
              <a:buNone/>
              <a:defRPr sz="2025" b="1">
                <a:solidFill>
                  <a:srgbClr val="AD8760"/>
                </a:solidFill>
                <a:latin typeface="Yu Gothic"/>
                <a:ea typeface="Yu Gothic"/>
                <a:cs typeface="Yu Gothic"/>
              </a:defRPr>
            </a:lvl6pPr>
            <a:lvl7pPr algn="ctr">
              <a:buNone/>
              <a:defRPr sz="2025" b="1">
                <a:solidFill>
                  <a:srgbClr val="AD8760"/>
                </a:solidFill>
                <a:latin typeface="Yu Gothic"/>
                <a:ea typeface="Yu Gothic"/>
                <a:cs typeface="Yu Gothic"/>
              </a:defRPr>
            </a:lvl7pPr>
            <a:lvl8pPr algn="ctr">
              <a:buNone/>
              <a:defRPr sz="2025" b="1">
                <a:solidFill>
                  <a:srgbClr val="AD8760"/>
                </a:solidFill>
                <a:latin typeface="Yu Gothic"/>
                <a:ea typeface="Yu Gothic"/>
                <a:cs typeface="Yu Gothic"/>
              </a:defRPr>
            </a:lvl8pPr>
            <a:lvl9pPr algn="ctr">
              <a:buNone/>
              <a:defRPr sz="2025" b="1">
                <a:solidFill>
                  <a:srgbClr val="AD8760"/>
                </a:solidFill>
                <a:latin typeface="Yu Gothic"/>
                <a:ea typeface="Yu Gothic"/>
                <a:cs typeface="Yu Gothic"/>
              </a:defRPr>
            </a:lvl9pPr>
          </a:lstStyle>
          <a:p xmlns:a="http://schemas.openxmlformats.org/drawingml/2006/main">
            <a:pPr algn="ctr">
              <a:buNone/>
              <a:defRPr sz="2025" b="1">
                <a:solidFill>
                  <a:srgbClr val="AD8760"/>
                </a:solidFill>
                <a:latin typeface="Yu Gothic"/>
                <a:ea typeface="Yu Gothic"/>
                <a:cs typeface="Yu Gothic"/>
              </a:defRPr>
            </a:pPr>
            <a:r>
              <a:rPr sz="2025" b="1">
                <a:solidFill>
                  <a:srgbClr val="AD8760"/>
                </a:solidFill>
                <a:latin typeface="Yu Gothic"/>
                <a:ea typeface="Yu Gothic"/>
                <a:cs typeface="Yu Gothic"/>
              </a:rPr>
              <a:t>−</a:t>
            </a:r>
          </a:p>
        </p:txBody>
      </p:sp>
      <p:sp>
        <p:nvSpPr>
          <p:cNvPr id="14" name="">
            <a:extLst xmlns:a="http://schemas.openxmlformats.org/drawingml/2006/main">
              <a:ext uri="{FF2B5EF4-FFF2-40B4-BE49-F238E27FC236}">
                <a16:creationId xmlns:a16="http://schemas.microsoft.com/office/drawing/2014/main" id="{C3780C01-1971-4A99-89F6-D7AAA67C8C54}"/>
              </a:ext>
            </a:extLst>
          </p:cNvPr>
          <p:cNvSpPr>
            <a:spLocks xmlns:a="http://schemas.openxmlformats.org/drawingml/2006/main" noGrp="1"/>
          </p:cNvSpPr>
          <p:nvPr/>
        </p:nvSpPr>
        <p:spPr>
          <a:xfrm xmlns:a="http://schemas.openxmlformats.org/drawingml/2006/main">
            <a:off x="4076700" y="2609850"/>
            <a:ext cx="495300" cy="4953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5" name="">
            <a:extLst xmlns:a="http://schemas.openxmlformats.org/drawingml/2006/main">
              <a:ext uri="{FF2B5EF4-FFF2-40B4-BE49-F238E27FC236}">
                <a16:creationId xmlns:a16="http://schemas.microsoft.com/office/drawing/2014/main" id="{9A32A18C-E850-4770-885C-F9AB588F50BB}"/>
              </a:ext>
            </a:extLst>
          </p:cNvPr>
          <p:cNvSpPr>
            <a:spLocks xmlns:a="http://schemas.openxmlformats.org/drawingml/2006/main" noGrp="1"/>
          </p:cNvSpPr>
          <p:nvPr/>
        </p:nvSpPr>
        <p:spPr>
          <a:xfrm xmlns:a="http://schemas.openxmlformats.org/drawingml/2006/main">
            <a:off x="4076700" y="2609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a:t>
            </a:r>
          </a:p>
        </p:txBody>
      </p:sp>
      <p:sp>
        <p:nvSpPr>
          <p:cNvPr id="16" name="">
            <a:extLst xmlns:a="http://schemas.openxmlformats.org/drawingml/2006/main">
              <a:ext uri="{FF2B5EF4-FFF2-40B4-BE49-F238E27FC236}">
                <a16:creationId xmlns:a16="http://schemas.microsoft.com/office/drawing/2014/main" id="{AD2E3DE6-CD18-4DB0-ABD6-FA16A65EEE26}"/>
              </a:ext>
            </a:extLst>
          </p:cNvPr>
          <p:cNvSpPr>
            <a:spLocks xmlns:a="http://schemas.openxmlformats.org/drawingml/2006/main" noGrp="1"/>
          </p:cNvSpPr>
          <p:nvPr/>
        </p:nvSpPr>
        <p:spPr>
          <a:xfrm xmlns:a="http://schemas.openxmlformats.org/drawingml/2006/main">
            <a:off x="1181100" y="3219450"/>
            <a:ext cx="495300" cy="49530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17" name="">
            <a:extLst xmlns:a="http://schemas.openxmlformats.org/drawingml/2006/main">
              <a:ext uri="{FF2B5EF4-FFF2-40B4-BE49-F238E27FC236}">
                <a16:creationId xmlns:a16="http://schemas.microsoft.com/office/drawing/2014/main" id="{60F0628C-F358-4FE9-BFC3-A41C59F2180D}"/>
              </a:ext>
            </a:extLst>
          </p:cNvPr>
          <p:cNvSpPr>
            <a:spLocks xmlns:a="http://schemas.openxmlformats.org/drawingml/2006/main" noGrp="1"/>
          </p:cNvSpPr>
          <p:nvPr/>
        </p:nvSpPr>
        <p:spPr>
          <a:xfrm xmlns:a="http://schemas.openxmlformats.org/drawingml/2006/main">
            <a:off x="1181100" y="32194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AD8760"/>
                </a:solidFill>
                <a:latin typeface="Yu Gothic"/>
                <a:ea typeface="Yu Gothic"/>
                <a:cs typeface="Yu Gothic"/>
              </a:defRPr>
            </a:defPPr>
            <a:lvl1pPr algn="ctr">
              <a:buNone/>
              <a:defRPr sz="2025" b="1">
                <a:solidFill>
                  <a:srgbClr val="AD8760"/>
                </a:solidFill>
                <a:latin typeface="Yu Gothic"/>
                <a:ea typeface="Yu Gothic"/>
                <a:cs typeface="Yu Gothic"/>
              </a:defRPr>
            </a:lvl1pPr>
            <a:lvl2pPr algn="ctr">
              <a:buNone/>
              <a:defRPr sz="2025" b="1">
                <a:solidFill>
                  <a:srgbClr val="AD8760"/>
                </a:solidFill>
                <a:latin typeface="Yu Gothic"/>
                <a:ea typeface="Yu Gothic"/>
                <a:cs typeface="Yu Gothic"/>
              </a:defRPr>
            </a:lvl2pPr>
            <a:lvl3pPr algn="ctr">
              <a:buNone/>
              <a:defRPr sz="2025" b="1">
                <a:solidFill>
                  <a:srgbClr val="AD8760"/>
                </a:solidFill>
                <a:latin typeface="Yu Gothic"/>
                <a:ea typeface="Yu Gothic"/>
                <a:cs typeface="Yu Gothic"/>
              </a:defRPr>
            </a:lvl3pPr>
            <a:lvl4pPr algn="ctr">
              <a:buNone/>
              <a:defRPr sz="2025" b="1">
                <a:solidFill>
                  <a:srgbClr val="AD8760"/>
                </a:solidFill>
                <a:latin typeface="Yu Gothic"/>
                <a:ea typeface="Yu Gothic"/>
                <a:cs typeface="Yu Gothic"/>
              </a:defRPr>
            </a:lvl4pPr>
            <a:lvl5pPr algn="ctr">
              <a:buNone/>
              <a:defRPr sz="2025" b="1">
                <a:solidFill>
                  <a:srgbClr val="AD8760"/>
                </a:solidFill>
                <a:latin typeface="Yu Gothic"/>
                <a:ea typeface="Yu Gothic"/>
                <a:cs typeface="Yu Gothic"/>
              </a:defRPr>
            </a:lvl5pPr>
            <a:lvl6pPr algn="ctr">
              <a:buNone/>
              <a:defRPr sz="2025" b="1">
                <a:solidFill>
                  <a:srgbClr val="AD8760"/>
                </a:solidFill>
                <a:latin typeface="Yu Gothic"/>
                <a:ea typeface="Yu Gothic"/>
                <a:cs typeface="Yu Gothic"/>
              </a:defRPr>
            </a:lvl6pPr>
            <a:lvl7pPr algn="ctr">
              <a:buNone/>
              <a:defRPr sz="2025" b="1">
                <a:solidFill>
                  <a:srgbClr val="AD8760"/>
                </a:solidFill>
                <a:latin typeface="Yu Gothic"/>
                <a:ea typeface="Yu Gothic"/>
                <a:cs typeface="Yu Gothic"/>
              </a:defRPr>
            </a:lvl7pPr>
            <a:lvl8pPr algn="ctr">
              <a:buNone/>
              <a:defRPr sz="2025" b="1">
                <a:solidFill>
                  <a:srgbClr val="AD8760"/>
                </a:solidFill>
                <a:latin typeface="Yu Gothic"/>
                <a:ea typeface="Yu Gothic"/>
                <a:cs typeface="Yu Gothic"/>
              </a:defRPr>
            </a:lvl8pPr>
            <a:lvl9pPr algn="ctr">
              <a:buNone/>
              <a:defRPr sz="2025" b="1">
                <a:solidFill>
                  <a:srgbClr val="AD8760"/>
                </a:solidFill>
                <a:latin typeface="Yu Gothic"/>
                <a:ea typeface="Yu Gothic"/>
                <a:cs typeface="Yu Gothic"/>
              </a:defRPr>
            </a:lvl9pPr>
          </a:lstStyle>
          <a:p xmlns:a="http://schemas.openxmlformats.org/drawingml/2006/main">
            <a:pPr algn="ctr">
              <a:buNone/>
              <a:defRPr sz="2025" b="1">
                <a:solidFill>
                  <a:srgbClr val="AD8760"/>
                </a:solidFill>
                <a:latin typeface="Yu Gothic"/>
                <a:ea typeface="Yu Gothic"/>
                <a:cs typeface="Yu Gothic"/>
              </a:defRPr>
            </a:pPr>
            <a:r>
              <a:rPr sz="2025" b="1">
                <a:solidFill>
                  <a:srgbClr val="AD8760"/>
                </a:solidFill>
                <a:latin typeface="Yu Gothic"/>
                <a:ea typeface="Yu Gothic"/>
                <a:cs typeface="Yu Gothic"/>
              </a:rPr>
              <a:t>−</a:t>
            </a:r>
          </a:p>
        </p:txBody>
      </p:sp>
      <p:sp>
        <p:nvSpPr>
          <p:cNvPr id="18" name="">
            <a:extLst xmlns:a="http://schemas.openxmlformats.org/drawingml/2006/main">
              <a:ext uri="{FF2B5EF4-FFF2-40B4-BE49-F238E27FC236}">
                <a16:creationId xmlns:a16="http://schemas.microsoft.com/office/drawing/2014/main" id="{0203D8CC-680A-4CE1-88A6-435D0D210BB3}"/>
              </a:ext>
            </a:extLst>
          </p:cNvPr>
          <p:cNvSpPr>
            <a:spLocks xmlns:a="http://schemas.openxmlformats.org/drawingml/2006/main" noGrp="1"/>
          </p:cNvSpPr>
          <p:nvPr/>
        </p:nvSpPr>
        <p:spPr>
          <a:xfrm xmlns:a="http://schemas.openxmlformats.org/drawingml/2006/main">
            <a:off x="1905000" y="3219450"/>
            <a:ext cx="495300" cy="4953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9" name="">
            <a:extLst xmlns:a="http://schemas.openxmlformats.org/drawingml/2006/main">
              <a:ext uri="{FF2B5EF4-FFF2-40B4-BE49-F238E27FC236}">
                <a16:creationId xmlns:a16="http://schemas.microsoft.com/office/drawing/2014/main" id="{DE2B9DAC-972A-4550-9100-023499003BD4}"/>
              </a:ext>
            </a:extLst>
          </p:cNvPr>
          <p:cNvSpPr>
            <a:spLocks xmlns:a="http://schemas.openxmlformats.org/drawingml/2006/main" noGrp="1"/>
          </p:cNvSpPr>
          <p:nvPr/>
        </p:nvSpPr>
        <p:spPr>
          <a:xfrm xmlns:a="http://schemas.openxmlformats.org/drawingml/2006/main">
            <a:off x="1905000" y="32194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a:t>
            </a:r>
          </a:p>
        </p:txBody>
      </p:sp>
      <p:sp>
        <p:nvSpPr>
          <p:cNvPr id="20" name="">
            <a:extLst xmlns:a="http://schemas.openxmlformats.org/drawingml/2006/main">
              <a:ext uri="{FF2B5EF4-FFF2-40B4-BE49-F238E27FC236}">
                <a16:creationId xmlns:a16="http://schemas.microsoft.com/office/drawing/2014/main" id="{31A36455-55C4-483F-A819-36E14A2495DC}"/>
              </a:ext>
            </a:extLst>
          </p:cNvPr>
          <p:cNvSpPr>
            <a:spLocks xmlns:a="http://schemas.openxmlformats.org/drawingml/2006/main" noGrp="1"/>
          </p:cNvSpPr>
          <p:nvPr/>
        </p:nvSpPr>
        <p:spPr>
          <a:xfrm xmlns:a="http://schemas.openxmlformats.org/drawingml/2006/main">
            <a:off x="2628900" y="3219450"/>
            <a:ext cx="495300" cy="49530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21" name="">
            <a:extLst xmlns:a="http://schemas.openxmlformats.org/drawingml/2006/main">
              <a:ext uri="{FF2B5EF4-FFF2-40B4-BE49-F238E27FC236}">
                <a16:creationId xmlns:a16="http://schemas.microsoft.com/office/drawing/2014/main" id="{9F51B7AC-9587-47B5-ABF5-6E63AA9935B4}"/>
              </a:ext>
            </a:extLst>
          </p:cNvPr>
          <p:cNvSpPr>
            <a:spLocks xmlns:a="http://schemas.openxmlformats.org/drawingml/2006/main" noGrp="1"/>
          </p:cNvSpPr>
          <p:nvPr/>
        </p:nvSpPr>
        <p:spPr>
          <a:xfrm xmlns:a="http://schemas.openxmlformats.org/drawingml/2006/main">
            <a:off x="2628900" y="32194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AD8760"/>
                </a:solidFill>
                <a:latin typeface="Yu Gothic"/>
                <a:ea typeface="Yu Gothic"/>
                <a:cs typeface="Yu Gothic"/>
              </a:defRPr>
            </a:defPPr>
            <a:lvl1pPr algn="ctr">
              <a:buNone/>
              <a:defRPr sz="2025" b="1">
                <a:solidFill>
                  <a:srgbClr val="AD8760"/>
                </a:solidFill>
                <a:latin typeface="Yu Gothic"/>
                <a:ea typeface="Yu Gothic"/>
                <a:cs typeface="Yu Gothic"/>
              </a:defRPr>
            </a:lvl1pPr>
            <a:lvl2pPr algn="ctr">
              <a:buNone/>
              <a:defRPr sz="2025" b="1">
                <a:solidFill>
                  <a:srgbClr val="AD8760"/>
                </a:solidFill>
                <a:latin typeface="Yu Gothic"/>
                <a:ea typeface="Yu Gothic"/>
                <a:cs typeface="Yu Gothic"/>
              </a:defRPr>
            </a:lvl2pPr>
            <a:lvl3pPr algn="ctr">
              <a:buNone/>
              <a:defRPr sz="2025" b="1">
                <a:solidFill>
                  <a:srgbClr val="AD8760"/>
                </a:solidFill>
                <a:latin typeface="Yu Gothic"/>
                <a:ea typeface="Yu Gothic"/>
                <a:cs typeface="Yu Gothic"/>
              </a:defRPr>
            </a:lvl3pPr>
            <a:lvl4pPr algn="ctr">
              <a:buNone/>
              <a:defRPr sz="2025" b="1">
                <a:solidFill>
                  <a:srgbClr val="AD8760"/>
                </a:solidFill>
                <a:latin typeface="Yu Gothic"/>
                <a:ea typeface="Yu Gothic"/>
                <a:cs typeface="Yu Gothic"/>
              </a:defRPr>
            </a:lvl4pPr>
            <a:lvl5pPr algn="ctr">
              <a:buNone/>
              <a:defRPr sz="2025" b="1">
                <a:solidFill>
                  <a:srgbClr val="AD8760"/>
                </a:solidFill>
                <a:latin typeface="Yu Gothic"/>
                <a:ea typeface="Yu Gothic"/>
                <a:cs typeface="Yu Gothic"/>
              </a:defRPr>
            </a:lvl5pPr>
            <a:lvl6pPr algn="ctr">
              <a:buNone/>
              <a:defRPr sz="2025" b="1">
                <a:solidFill>
                  <a:srgbClr val="AD8760"/>
                </a:solidFill>
                <a:latin typeface="Yu Gothic"/>
                <a:ea typeface="Yu Gothic"/>
                <a:cs typeface="Yu Gothic"/>
              </a:defRPr>
            </a:lvl6pPr>
            <a:lvl7pPr algn="ctr">
              <a:buNone/>
              <a:defRPr sz="2025" b="1">
                <a:solidFill>
                  <a:srgbClr val="AD8760"/>
                </a:solidFill>
                <a:latin typeface="Yu Gothic"/>
                <a:ea typeface="Yu Gothic"/>
                <a:cs typeface="Yu Gothic"/>
              </a:defRPr>
            </a:lvl7pPr>
            <a:lvl8pPr algn="ctr">
              <a:buNone/>
              <a:defRPr sz="2025" b="1">
                <a:solidFill>
                  <a:srgbClr val="AD8760"/>
                </a:solidFill>
                <a:latin typeface="Yu Gothic"/>
                <a:ea typeface="Yu Gothic"/>
                <a:cs typeface="Yu Gothic"/>
              </a:defRPr>
            </a:lvl8pPr>
            <a:lvl9pPr algn="ctr">
              <a:buNone/>
              <a:defRPr sz="2025" b="1">
                <a:solidFill>
                  <a:srgbClr val="AD8760"/>
                </a:solidFill>
                <a:latin typeface="Yu Gothic"/>
                <a:ea typeface="Yu Gothic"/>
                <a:cs typeface="Yu Gothic"/>
              </a:defRPr>
            </a:lvl9pPr>
          </a:lstStyle>
          <a:p xmlns:a="http://schemas.openxmlformats.org/drawingml/2006/main">
            <a:pPr algn="ctr">
              <a:buNone/>
              <a:defRPr sz="2025" b="1">
                <a:solidFill>
                  <a:srgbClr val="AD8760"/>
                </a:solidFill>
                <a:latin typeface="Yu Gothic"/>
                <a:ea typeface="Yu Gothic"/>
                <a:cs typeface="Yu Gothic"/>
              </a:defRPr>
            </a:pPr>
            <a:r>
              <a:rPr sz="2025" b="1">
                <a:solidFill>
                  <a:srgbClr val="AD8760"/>
                </a:solidFill>
                <a:latin typeface="Yu Gothic"/>
                <a:ea typeface="Yu Gothic"/>
                <a:cs typeface="Yu Gothic"/>
              </a:rPr>
              <a:t>−</a:t>
            </a:r>
          </a:p>
        </p:txBody>
      </p:sp>
      <p:sp>
        <p:nvSpPr>
          <p:cNvPr id="22" name="">
            <a:extLst xmlns:a="http://schemas.openxmlformats.org/drawingml/2006/main">
              <a:ext uri="{FF2B5EF4-FFF2-40B4-BE49-F238E27FC236}">
                <a16:creationId xmlns:a16="http://schemas.microsoft.com/office/drawing/2014/main" id="{CF90559F-B57D-43F3-8E28-B6645E58467F}"/>
              </a:ext>
            </a:extLst>
          </p:cNvPr>
          <p:cNvSpPr>
            <a:spLocks xmlns:a="http://schemas.openxmlformats.org/drawingml/2006/main" noGrp="1"/>
          </p:cNvSpPr>
          <p:nvPr/>
        </p:nvSpPr>
        <p:spPr>
          <a:xfrm xmlns:a="http://schemas.openxmlformats.org/drawingml/2006/main">
            <a:off x="3352800" y="3219450"/>
            <a:ext cx="495300" cy="4953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23" name="">
            <a:extLst xmlns:a="http://schemas.openxmlformats.org/drawingml/2006/main">
              <a:ext uri="{FF2B5EF4-FFF2-40B4-BE49-F238E27FC236}">
                <a16:creationId xmlns:a16="http://schemas.microsoft.com/office/drawing/2014/main" id="{30A21A5C-BAF9-4D82-A8D6-703E13EAF832}"/>
              </a:ext>
            </a:extLst>
          </p:cNvPr>
          <p:cNvSpPr>
            <a:spLocks xmlns:a="http://schemas.openxmlformats.org/drawingml/2006/main" noGrp="1"/>
          </p:cNvSpPr>
          <p:nvPr/>
        </p:nvSpPr>
        <p:spPr>
          <a:xfrm xmlns:a="http://schemas.openxmlformats.org/drawingml/2006/main">
            <a:off x="3352800" y="32194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a:t>
            </a:r>
          </a:p>
        </p:txBody>
      </p:sp>
      <p:sp>
        <p:nvSpPr>
          <p:cNvPr id="24" name="">
            <a:extLst xmlns:a="http://schemas.openxmlformats.org/drawingml/2006/main">
              <a:ext uri="{FF2B5EF4-FFF2-40B4-BE49-F238E27FC236}">
                <a16:creationId xmlns:a16="http://schemas.microsoft.com/office/drawing/2014/main" id="{D0DFDB46-C29F-48E9-A7FF-485A6B3007DF}"/>
              </a:ext>
            </a:extLst>
          </p:cNvPr>
          <p:cNvSpPr>
            <a:spLocks xmlns:a="http://schemas.openxmlformats.org/drawingml/2006/main" noGrp="1"/>
          </p:cNvSpPr>
          <p:nvPr/>
        </p:nvSpPr>
        <p:spPr>
          <a:xfrm xmlns:a="http://schemas.openxmlformats.org/drawingml/2006/main">
            <a:off x="4076700" y="3219450"/>
            <a:ext cx="495300" cy="49530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25" name="">
            <a:extLst xmlns:a="http://schemas.openxmlformats.org/drawingml/2006/main">
              <a:ext uri="{FF2B5EF4-FFF2-40B4-BE49-F238E27FC236}">
                <a16:creationId xmlns:a16="http://schemas.microsoft.com/office/drawing/2014/main" id="{8F45BF96-5BAA-4D68-8EF4-C9011A125910}"/>
              </a:ext>
            </a:extLst>
          </p:cNvPr>
          <p:cNvSpPr>
            <a:spLocks xmlns:a="http://schemas.openxmlformats.org/drawingml/2006/main" noGrp="1"/>
          </p:cNvSpPr>
          <p:nvPr/>
        </p:nvSpPr>
        <p:spPr>
          <a:xfrm xmlns:a="http://schemas.openxmlformats.org/drawingml/2006/main">
            <a:off x="4076700" y="32194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AD8760"/>
                </a:solidFill>
                <a:latin typeface="Yu Gothic"/>
                <a:ea typeface="Yu Gothic"/>
                <a:cs typeface="Yu Gothic"/>
              </a:defRPr>
            </a:defPPr>
            <a:lvl1pPr algn="ctr">
              <a:buNone/>
              <a:defRPr sz="2025" b="1">
                <a:solidFill>
                  <a:srgbClr val="AD8760"/>
                </a:solidFill>
                <a:latin typeface="Yu Gothic"/>
                <a:ea typeface="Yu Gothic"/>
                <a:cs typeface="Yu Gothic"/>
              </a:defRPr>
            </a:lvl1pPr>
            <a:lvl2pPr algn="ctr">
              <a:buNone/>
              <a:defRPr sz="2025" b="1">
                <a:solidFill>
                  <a:srgbClr val="AD8760"/>
                </a:solidFill>
                <a:latin typeface="Yu Gothic"/>
                <a:ea typeface="Yu Gothic"/>
                <a:cs typeface="Yu Gothic"/>
              </a:defRPr>
            </a:lvl2pPr>
            <a:lvl3pPr algn="ctr">
              <a:buNone/>
              <a:defRPr sz="2025" b="1">
                <a:solidFill>
                  <a:srgbClr val="AD8760"/>
                </a:solidFill>
                <a:latin typeface="Yu Gothic"/>
                <a:ea typeface="Yu Gothic"/>
                <a:cs typeface="Yu Gothic"/>
              </a:defRPr>
            </a:lvl3pPr>
            <a:lvl4pPr algn="ctr">
              <a:buNone/>
              <a:defRPr sz="2025" b="1">
                <a:solidFill>
                  <a:srgbClr val="AD8760"/>
                </a:solidFill>
                <a:latin typeface="Yu Gothic"/>
                <a:ea typeface="Yu Gothic"/>
                <a:cs typeface="Yu Gothic"/>
              </a:defRPr>
            </a:lvl4pPr>
            <a:lvl5pPr algn="ctr">
              <a:buNone/>
              <a:defRPr sz="2025" b="1">
                <a:solidFill>
                  <a:srgbClr val="AD8760"/>
                </a:solidFill>
                <a:latin typeface="Yu Gothic"/>
                <a:ea typeface="Yu Gothic"/>
                <a:cs typeface="Yu Gothic"/>
              </a:defRPr>
            </a:lvl5pPr>
            <a:lvl6pPr algn="ctr">
              <a:buNone/>
              <a:defRPr sz="2025" b="1">
                <a:solidFill>
                  <a:srgbClr val="AD8760"/>
                </a:solidFill>
                <a:latin typeface="Yu Gothic"/>
                <a:ea typeface="Yu Gothic"/>
                <a:cs typeface="Yu Gothic"/>
              </a:defRPr>
            </a:lvl6pPr>
            <a:lvl7pPr algn="ctr">
              <a:buNone/>
              <a:defRPr sz="2025" b="1">
                <a:solidFill>
                  <a:srgbClr val="AD8760"/>
                </a:solidFill>
                <a:latin typeface="Yu Gothic"/>
                <a:ea typeface="Yu Gothic"/>
                <a:cs typeface="Yu Gothic"/>
              </a:defRPr>
            </a:lvl7pPr>
            <a:lvl8pPr algn="ctr">
              <a:buNone/>
              <a:defRPr sz="2025" b="1">
                <a:solidFill>
                  <a:srgbClr val="AD8760"/>
                </a:solidFill>
                <a:latin typeface="Yu Gothic"/>
                <a:ea typeface="Yu Gothic"/>
                <a:cs typeface="Yu Gothic"/>
              </a:defRPr>
            </a:lvl8pPr>
            <a:lvl9pPr algn="ctr">
              <a:buNone/>
              <a:defRPr sz="2025" b="1">
                <a:solidFill>
                  <a:srgbClr val="AD8760"/>
                </a:solidFill>
                <a:latin typeface="Yu Gothic"/>
                <a:ea typeface="Yu Gothic"/>
                <a:cs typeface="Yu Gothic"/>
              </a:defRPr>
            </a:lvl9pPr>
          </a:lstStyle>
          <a:p xmlns:a="http://schemas.openxmlformats.org/drawingml/2006/main">
            <a:pPr algn="ctr">
              <a:buNone/>
              <a:defRPr sz="2025" b="1">
                <a:solidFill>
                  <a:srgbClr val="AD8760"/>
                </a:solidFill>
                <a:latin typeface="Yu Gothic"/>
                <a:ea typeface="Yu Gothic"/>
                <a:cs typeface="Yu Gothic"/>
              </a:defRPr>
            </a:pPr>
            <a:r>
              <a:rPr sz="2025" b="1">
                <a:solidFill>
                  <a:srgbClr val="AD8760"/>
                </a:solidFill>
                <a:latin typeface="Yu Gothic"/>
                <a:ea typeface="Yu Gothic"/>
                <a:cs typeface="Yu Gothic"/>
              </a:rPr>
              <a:t>−</a:t>
            </a:r>
          </a:p>
        </p:txBody>
      </p:sp>
      <p:sp>
        <p:nvSpPr>
          <p:cNvPr id="26" name="">
            <a:extLst xmlns:a="http://schemas.openxmlformats.org/drawingml/2006/main">
              <a:ext uri="{FF2B5EF4-FFF2-40B4-BE49-F238E27FC236}">
                <a16:creationId xmlns:a16="http://schemas.microsoft.com/office/drawing/2014/main" id="{3364B0B4-B009-4841-B9D6-1A1F9B3FB709}"/>
              </a:ext>
            </a:extLst>
          </p:cNvPr>
          <p:cNvSpPr>
            <a:spLocks xmlns:a="http://schemas.openxmlformats.org/drawingml/2006/main" noGrp="1"/>
          </p:cNvSpPr>
          <p:nvPr/>
        </p:nvSpPr>
        <p:spPr>
          <a:xfrm xmlns:a="http://schemas.openxmlformats.org/drawingml/2006/main">
            <a:off x="1181100" y="3829050"/>
            <a:ext cx="495300" cy="4953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27" name="">
            <a:extLst xmlns:a="http://schemas.openxmlformats.org/drawingml/2006/main">
              <a:ext uri="{FF2B5EF4-FFF2-40B4-BE49-F238E27FC236}">
                <a16:creationId xmlns:a16="http://schemas.microsoft.com/office/drawing/2014/main" id="{6BB3E57C-05F2-4E63-B98A-8ECD546C978C}"/>
              </a:ext>
            </a:extLst>
          </p:cNvPr>
          <p:cNvSpPr>
            <a:spLocks xmlns:a="http://schemas.openxmlformats.org/drawingml/2006/main" noGrp="1"/>
          </p:cNvSpPr>
          <p:nvPr/>
        </p:nvSpPr>
        <p:spPr>
          <a:xfrm xmlns:a="http://schemas.openxmlformats.org/drawingml/2006/main">
            <a:off x="1181100" y="38290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a:t>
            </a:r>
          </a:p>
        </p:txBody>
      </p:sp>
      <p:sp>
        <p:nvSpPr>
          <p:cNvPr id="28" name="">
            <a:extLst xmlns:a="http://schemas.openxmlformats.org/drawingml/2006/main">
              <a:ext uri="{FF2B5EF4-FFF2-40B4-BE49-F238E27FC236}">
                <a16:creationId xmlns:a16="http://schemas.microsoft.com/office/drawing/2014/main" id="{6CBBF94F-84CB-4250-A000-55E9BB06F518}"/>
              </a:ext>
            </a:extLst>
          </p:cNvPr>
          <p:cNvSpPr>
            <a:spLocks xmlns:a="http://schemas.openxmlformats.org/drawingml/2006/main" noGrp="1"/>
          </p:cNvSpPr>
          <p:nvPr/>
        </p:nvSpPr>
        <p:spPr>
          <a:xfrm xmlns:a="http://schemas.openxmlformats.org/drawingml/2006/main">
            <a:off x="1905000" y="3829050"/>
            <a:ext cx="495300" cy="49530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29" name="">
            <a:extLst xmlns:a="http://schemas.openxmlformats.org/drawingml/2006/main">
              <a:ext uri="{FF2B5EF4-FFF2-40B4-BE49-F238E27FC236}">
                <a16:creationId xmlns:a16="http://schemas.microsoft.com/office/drawing/2014/main" id="{6776DAA5-212C-4709-9C23-6A0503D10296}"/>
              </a:ext>
            </a:extLst>
          </p:cNvPr>
          <p:cNvSpPr>
            <a:spLocks xmlns:a="http://schemas.openxmlformats.org/drawingml/2006/main" noGrp="1"/>
          </p:cNvSpPr>
          <p:nvPr/>
        </p:nvSpPr>
        <p:spPr>
          <a:xfrm xmlns:a="http://schemas.openxmlformats.org/drawingml/2006/main">
            <a:off x="1905000" y="38290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AD8760"/>
                </a:solidFill>
                <a:latin typeface="Yu Gothic"/>
                <a:ea typeface="Yu Gothic"/>
                <a:cs typeface="Yu Gothic"/>
              </a:defRPr>
            </a:defPPr>
            <a:lvl1pPr algn="ctr">
              <a:buNone/>
              <a:defRPr sz="2025" b="1">
                <a:solidFill>
                  <a:srgbClr val="AD8760"/>
                </a:solidFill>
                <a:latin typeface="Yu Gothic"/>
                <a:ea typeface="Yu Gothic"/>
                <a:cs typeface="Yu Gothic"/>
              </a:defRPr>
            </a:lvl1pPr>
            <a:lvl2pPr algn="ctr">
              <a:buNone/>
              <a:defRPr sz="2025" b="1">
                <a:solidFill>
                  <a:srgbClr val="AD8760"/>
                </a:solidFill>
                <a:latin typeface="Yu Gothic"/>
                <a:ea typeface="Yu Gothic"/>
                <a:cs typeface="Yu Gothic"/>
              </a:defRPr>
            </a:lvl2pPr>
            <a:lvl3pPr algn="ctr">
              <a:buNone/>
              <a:defRPr sz="2025" b="1">
                <a:solidFill>
                  <a:srgbClr val="AD8760"/>
                </a:solidFill>
                <a:latin typeface="Yu Gothic"/>
                <a:ea typeface="Yu Gothic"/>
                <a:cs typeface="Yu Gothic"/>
              </a:defRPr>
            </a:lvl3pPr>
            <a:lvl4pPr algn="ctr">
              <a:buNone/>
              <a:defRPr sz="2025" b="1">
                <a:solidFill>
                  <a:srgbClr val="AD8760"/>
                </a:solidFill>
                <a:latin typeface="Yu Gothic"/>
                <a:ea typeface="Yu Gothic"/>
                <a:cs typeface="Yu Gothic"/>
              </a:defRPr>
            </a:lvl4pPr>
            <a:lvl5pPr algn="ctr">
              <a:buNone/>
              <a:defRPr sz="2025" b="1">
                <a:solidFill>
                  <a:srgbClr val="AD8760"/>
                </a:solidFill>
                <a:latin typeface="Yu Gothic"/>
                <a:ea typeface="Yu Gothic"/>
                <a:cs typeface="Yu Gothic"/>
              </a:defRPr>
            </a:lvl5pPr>
            <a:lvl6pPr algn="ctr">
              <a:buNone/>
              <a:defRPr sz="2025" b="1">
                <a:solidFill>
                  <a:srgbClr val="AD8760"/>
                </a:solidFill>
                <a:latin typeface="Yu Gothic"/>
                <a:ea typeface="Yu Gothic"/>
                <a:cs typeface="Yu Gothic"/>
              </a:defRPr>
            </a:lvl6pPr>
            <a:lvl7pPr algn="ctr">
              <a:buNone/>
              <a:defRPr sz="2025" b="1">
                <a:solidFill>
                  <a:srgbClr val="AD8760"/>
                </a:solidFill>
                <a:latin typeface="Yu Gothic"/>
                <a:ea typeface="Yu Gothic"/>
                <a:cs typeface="Yu Gothic"/>
              </a:defRPr>
            </a:lvl7pPr>
            <a:lvl8pPr algn="ctr">
              <a:buNone/>
              <a:defRPr sz="2025" b="1">
                <a:solidFill>
                  <a:srgbClr val="AD8760"/>
                </a:solidFill>
                <a:latin typeface="Yu Gothic"/>
                <a:ea typeface="Yu Gothic"/>
                <a:cs typeface="Yu Gothic"/>
              </a:defRPr>
            </a:lvl8pPr>
            <a:lvl9pPr algn="ctr">
              <a:buNone/>
              <a:defRPr sz="2025" b="1">
                <a:solidFill>
                  <a:srgbClr val="AD8760"/>
                </a:solidFill>
                <a:latin typeface="Yu Gothic"/>
                <a:ea typeface="Yu Gothic"/>
                <a:cs typeface="Yu Gothic"/>
              </a:defRPr>
            </a:lvl9pPr>
          </a:lstStyle>
          <a:p xmlns:a="http://schemas.openxmlformats.org/drawingml/2006/main">
            <a:pPr algn="ctr">
              <a:buNone/>
              <a:defRPr sz="2025" b="1">
                <a:solidFill>
                  <a:srgbClr val="AD8760"/>
                </a:solidFill>
                <a:latin typeface="Yu Gothic"/>
                <a:ea typeface="Yu Gothic"/>
                <a:cs typeface="Yu Gothic"/>
              </a:defRPr>
            </a:pPr>
            <a:r>
              <a:rPr sz="2025" b="1">
                <a:solidFill>
                  <a:srgbClr val="AD8760"/>
                </a:solidFill>
                <a:latin typeface="Yu Gothic"/>
                <a:ea typeface="Yu Gothic"/>
                <a:cs typeface="Yu Gothic"/>
              </a:rPr>
              <a:t>−</a:t>
            </a:r>
          </a:p>
        </p:txBody>
      </p:sp>
      <p:sp>
        <p:nvSpPr>
          <p:cNvPr id="30" name="">
            <a:extLst xmlns:a="http://schemas.openxmlformats.org/drawingml/2006/main">
              <a:ext uri="{FF2B5EF4-FFF2-40B4-BE49-F238E27FC236}">
                <a16:creationId xmlns:a16="http://schemas.microsoft.com/office/drawing/2014/main" id="{34224ADC-986D-4AD2-A62D-14E2BD9C83FA}"/>
              </a:ext>
            </a:extLst>
          </p:cNvPr>
          <p:cNvSpPr>
            <a:spLocks xmlns:a="http://schemas.openxmlformats.org/drawingml/2006/main" noGrp="1"/>
          </p:cNvSpPr>
          <p:nvPr/>
        </p:nvSpPr>
        <p:spPr>
          <a:xfrm xmlns:a="http://schemas.openxmlformats.org/drawingml/2006/main">
            <a:off x="2628900" y="3829050"/>
            <a:ext cx="495300" cy="4953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31" name="">
            <a:extLst xmlns:a="http://schemas.openxmlformats.org/drawingml/2006/main">
              <a:ext uri="{FF2B5EF4-FFF2-40B4-BE49-F238E27FC236}">
                <a16:creationId xmlns:a16="http://schemas.microsoft.com/office/drawing/2014/main" id="{3DC2A48D-A537-4EE4-91D6-6C861A8282EE}"/>
              </a:ext>
            </a:extLst>
          </p:cNvPr>
          <p:cNvSpPr>
            <a:spLocks xmlns:a="http://schemas.openxmlformats.org/drawingml/2006/main" noGrp="1"/>
          </p:cNvSpPr>
          <p:nvPr/>
        </p:nvSpPr>
        <p:spPr>
          <a:xfrm xmlns:a="http://schemas.openxmlformats.org/drawingml/2006/main">
            <a:off x="2628900" y="38290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a:t>
            </a:r>
          </a:p>
        </p:txBody>
      </p:sp>
      <p:sp>
        <p:nvSpPr>
          <p:cNvPr id="32" name="">
            <a:extLst xmlns:a="http://schemas.openxmlformats.org/drawingml/2006/main">
              <a:ext uri="{FF2B5EF4-FFF2-40B4-BE49-F238E27FC236}">
                <a16:creationId xmlns:a16="http://schemas.microsoft.com/office/drawing/2014/main" id="{8E0AE950-CF98-4660-A0E5-CF3F23ED7BD8}"/>
              </a:ext>
            </a:extLst>
          </p:cNvPr>
          <p:cNvSpPr>
            <a:spLocks xmlns:a="http://schemas.openxmlformats.org/drawingml/2006/main" noGrp="1"/>
          </p:cNvSpPr>
          <p:nvPr/>
        </p:nvSpPr>
        <p:spPr>
          <a:xfrm xmlns:a="http://schemas.openxmlformats.org/drawingml/2006/main">
            <a:off x="3352800" y="3829050"/>
            <a:ext cx="495300" cy="49530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33" name="">
            <a:extLst xmlns:a="http://schemas.openxmlformats.org/drawingml/2006/main">
              <a:ext uri="{FF2B5EF4-FFF2-40B4-BE49-F238E27FC236}">
                <a16:creationId xmlns:a16="http://schemas.microsoft.com/office/drawing/2014/main" id="{B30AB0ED-AC73-4A46-A422-68D2A473DA87}"/>
              </a:ext>
            </a:extLst>
          </p:cNvPr>
          <p:cNvSpPr>
            <a:spLocks xmlns:a="http://schemas.openxmlformats.org/drawingml/2006/main" noGrp="1"/>
          </p:cNvSpPr>
          <p:nvPr/>
        </p:nvSpPr>
        <p:spPr>
          <a:xfrm xmlns:a="http://schemas.openxmlformats.org/drawingml/2006/main">
            <a:off x="3352800" y="38290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AD8760"/>
                </a:solidFill>
                <a:latin typeface="Yu Gothic"/>
                <a:ea typeface="Yu Gothic"/>
                <a:cs typeface="Yu Gothic"/>
              </a:defRPr>
            </a:defPPr>
            <a:lvl1pPr algn="ctr">
              <a:buNone/>
              <a:defRPr sz="2025" b="1">
                <a:solidFill>
                  <a:srgbClr val="AD8760"/>
                </a:solidFill>
                <a:latin typeface="Yu Gothic"/>
                <a:ea typeface="Yu Gothic"/>
                <a:cs typeface="Yu Gothic"/>
              </a:defRPr>
            </a:lvl1pPr>
            <a:lvl2pPr algn="ctr">
              <a:buNone/>
              <a:defRPr sz="2025" b="1">
                <a:solidFill>
                  <a:srgbClr val="AD8760"/>
                </a:solidFill>
                <a:latin typeface="Yu Gothic"/>
                <a:ea typeface="Yu Gothic"/>
                <a:cs typeface="Yu Gothic"/>
              </a:defRPr>
            </a:lvl2pPr>
            <a:lvl3pPr algn="ctr">
              <a:buNone/>
              <a:defRPr sz="2025" b="1">
                <a:solidFill>
                  <a:srgbClr val="AD8760"/>
                </a:solidFill>
                <a:latin typeface="Yu Gothic"/>
                <a:ea typeface="Yu Gothic"/>
                <a:cs typeface="Yu Gothic"/>
              </a:defRPr>
            </a:lvl3pPr>
            <a:lvl4pPr algn="ctr">
              <a:buNone/>
              <a:defRPr sz="2025" b="1">
                <a:solidFill>
                  <a:srgbClr val="AD8760"/>
                </a:solidFill>
                <a:latin typeface="Yu Gothic"/>
                <a:ea typeface="Yu Gothic"/>
                <a:cs typeface="Yu Gothic"/>
              </a:defRPr>
            </a:lvl4pPr>
            <a:lvl5pPr algn="ctr">
              <a:buNone/>
              <a:defRPr sz="2025" b="1">
                <a:solidFill>
                  <a:srgbClr val="AD8760"/>
                </a:solidFill>
                <a:latin typeface="Yu Gothic"/>
                <a:ea typeface="Yu Gothic"/>
                <a:cs typeface="Yu Gothic"/>
              </a:defRPr>
            </a:lvl5pPr>
            <a:lvl6pPr algn="ctr">
              <a:buNone/>
              <a:defRPr sz="2025" b="1">
                <a:solidFill>
                  <a:srgbClr val="AD8760"/>
                </a:solidFill>
                <a:latin typeface="Yu Gothic"/>
                <a:ea typeface="Yu Gothic"/>
                <a:cs typeface="Yu Gothic"/>
              </a:defRPr>
            </a:lvl6pPr>
            <a:lvl7pPr algn="ctr">
              <a:buNone/>
              <a:defRPr sz="2025" b="1">
                <a:solidFill>
                  <a:srgbClr val="AD8760"/>
                </a:solidFill>
                <a:latin typeface="Yu Gothic"/>
                <a:ea typeface="Yu Gothic"/>
                <a:cs typeface="Yu Gothic"/>
              </a:defRPr>
            </a:lvl7pPr>
            <a:lvl8pPr algn="ctr">
              <a:buNone/>
              <a:defRPr sz="2025" b="1">
                <a:solidFill>
                  <a:srgbClr val="AD8760"/>
                </a:solidFill>
                <a:latin typeface="Yu Gothic"/>
                <a:ea typeface="Yu Gothic"/>
                <a:cs typeface="Yu Gothic"/>
              </a:defRPr>
            </a:lvl8pPr>
            <a:lvl9pPr algn="ctr">
              <a:buNone/>
              <a:defRPr sz="2025" b="1">
                <a:solidFill>
                  <a:srgbClr val="AD8760"/>
                </a:solidFill>
                <a:latin typeface="Yu Gothic"/>
                <a:ea typeface="Yu Gothic"/>
                <a:cs typeface="Yu Gothic"/>
              </a:defRPr>
            </a:lvl9pPr>
          </a:lstStyle>
          <a:p xmlns:a="http://schemas.openxmlformats.org/drawingml/2006/main">
            <a:pPr algn="ctr">
              <a:buNone/>
              <a:defRPr sz="2025" b="1">
                <a:solidFill>
                  <a:srgbClr val="AD8760"/>
                </a:solidFill>
                <a:latin typeface="Yu Gothic"/>
                <a:ea typeface="Yu Gothic"/>
                <a:cs typeface="Yu Gothic"/>
              </a:defRPr>
            </a:pPr>
            <a:r>
              <a:rPr sz="2025" b="1">
                <a:solidFill>
                  <a:srgbClr val="AD8760"/>
                </a:solidFill>
                <a:latin typeface="Yu Gothic"/>
                <a:ea typeface="Yu Gothic"/>
                <a:cs typeface="Yu Gothic"/>
              </a:rPr>
              <a:t>−</a:t>
            </a:r>
          </a:p>
        </p:txBody>
      </p:sp>
      <p:sp>
        <p:nvSpPr>
          <p:cNvPr id="34" name="">
            <a:extLst xmlns:a="http://schemas.openxmlformats.org/drawingml/2006/main">
              <a:ext uri="{FF2B5EF4-FFF2-40B4-BE49-F238E27FC236}">
                <a16:creationId xmlns:a16="http://schemas.microsoft.com/office/drawing/2014/main" id="{E3CAFFF7-4D97-4536-8FE4-97A0E2957D68}"/>
              </a:ext>
            </a:extLst>
          </p:cNvPr>
          <p:cNvSpPr>
            <a:spLocks xmlns:a="http://schemas.openxmlformats.org/drawingml/2006/main" noGrp="1"/>
          </p:cNvSpPr>
          <p:nvPr/>
        </p:nvSpPr>
        <p:spPr>
          <a:xfrm xmlns:a="http://schemas.openxmlformats.org/drawingml/2006/main">
            <a:off x="4076700" y="3829050"/>
            <a:ext cx="495300" cy="4953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35" name="">
            <a:extLst xmlns:a="http://schemas.openxmlformats.org/drawingml/2006/main">
              <a:ext uri="{FF2B5EF4-FFF2-40B4-BE49-F238E27FC236}">
                <a16:creationId xmlns:a16="http://schemas.microsoft.com/office/drawing/2014/main" id="{10463E9A-3C9E-4409-BA4E-C6E32AB17207}"/>
              </a:ext>
            </a:extLst>
          </p:cNvPr>
          <p:cNvSpPr>
            <a:spLocks xmlns:a="http://schemas.openxmlformats.org/drawingml/2006/main" noGrp="1"/>
          </p:cNvSpPr>
          <p:nvPr/>
        </p:nvSpPr>
        <p:spPr>
          <a:xfrm xmlns:a="http://schemas.openxmlformats.org/drawingml/2006/main">
            <a:off x="4076700" y="38290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a:t>
            </a:r>
          </a:p>
        </p:txBody>
      </p:sp>
      <p:sp>
        <p:nvSpPr>
          <p:cNvPr id="36" name="">
            <a:extLst xmlns:a="http://schemas.openxmlformats.org/drawingml/2006/main">
              <a:ext uri="{FF2B5EF4-FFF2-40B4-BE49-F238E27FC236}">
                <a16:creationId xmlns:a16="http://schemas.microsoft.com/office/drawing/2014/main" id="{9BAB9983-04EE-4EB0-8040-B77DA7898757}"/>
              </a:ext>
            </a:extLst>
          </p:cNvPr>
          <p:cNvSpPr>
            <a:spLocks xmlns:a="http://schemas.openxmlformats.org/drawingml/2006/main" noGrp="1"/>
          </p:cNvSpPr>
          <p:nvPr/>
        </p:nvSpPr>
        <p:spPr>
          <a:xfrm xmlns:a="http://schemas.openxmlformats.org/drawingml/2006/main">
            <a:off x="1181100" y="4438650"/>
            <a:ext cx="495300" cy="49530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37" name="">
            <a:extLst xmlns:a="http://schemas.openxmlformats.org/drawingml/2006/main">
              <a:ext uri="{FF2B5EF4-FFF2-40B4-BE49-F238E27FC236}">
                <a16:creationId xmlns:a16="http://schemas.microsoft.com/office/drawing/2014/main" id="{EBF3A8DC-874E-4D09-81C7-AA795B3CB388}"/>
              </a:ext>
            </a:extLst>
          </p:cNvPr>
          <p:cNvSpPr>
            <a:spLocks xmlns:a="http://schemas.openxmlformats.org/drawingml/2006/main" noGrp="1"/>
          </p:cNvSpPr>
          <p:nvPr/>
        </p:nvSpPr>
        <p:spPr>
          <a:xfrm xmlns:a="http://schemas.openxmlformats.org/drawingml/2006/main">
            <a:off x="1181100" y="44386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AD8760"/>
                </a:solidFill>
                <a:latin typeface="Yu Gothic"/>
                <a:ea typeface="Yu Gothic"/>
                <a:cs typeface="Yu Gothic"/>
              </a:defRPr>
            </a:defPPr>
            <a:lvl1pPr algn="ctr">
              <a:buNone/>
              <a:defRPr sz="2025" b="1">
                <a:solidFill>
                  <a:srgbClr val="AD8760"/>
                </a:solidFill>
                <a:latin typeface="Yu Gothic"/>
                <a:ea typeface="Yu Gothic"/>
                <a:cs typeface="Yu Gothic"/>
              </a:defRPr>
            </a:lvl1pPr>
            <a:lvl2pPr algn="ctr">
              <a:buNone/>
              <a:defRPr sz="2025" b="1">
                <a:solidFill>
                  <a:srgbClr val="AD8760"/>
                </a:solidFill>
                <a:latin typeface="Yu Gothic"/>
                <a:ea typeface="Yu Gothic"/>
                <a:cs typeface="Yu Gothic"/>
              </a:defRPr>
            </a:lvl2pPr>
            <a:lvl3pPr algn="ctr">
              <a:buNone/>
              <a:defRPr sz="2025" b="1">
                <a:solidFill>
                  <a:srgbClr val="AD8760"/>
                </a:solidFill>
                <a:latin typeface="Yu Gothic"/>
                <a:ea typeface="Yu Gothic"/>
                <a:cs typeface="Yu Gothic"/>
              </a:defRPr>
            </a:lvl3pPr>
            <a:lvl4pPr algn="ctr">
              <a:buNone/>
              <a:defRPr sz="2025" b="1">
                <a:solidFill>
                  <a:srgbClr val="AD8760"/>
                </a:solidFill>
                <a:latin typeface="Yu Gothic"/>
                <a:ea typeface="Yu Gothic"/>
                <a:cs typeface="Yu Gothic"/>
              </a:defRPr>
            </a:lvl4pPr>
            <a:lvl5pPr algn="ctr">
              <a:buNone/>
              <a:defRPr sz="2025" b="1">
                <a:solidFill>
                  <a:srgbClr val="AD8760"/>
                </a:solidFill>
                <a:latin typeface="Yu Gothic"/>
                <a:ea typeface="Yu Gothic"/>
                <a:cs typeface="Yu Gothic"/>
              </a:defRPr>
            </a:lvl5pPr>
            <a:lvl6pPr algn="ctr">
              <a:buNone/>
              <a:defRPr sz="2025" b="1">
                <a:solidFill>
                  <a:srgbClr val="AD8760"/>
                </a:solidFill>
                <a:latin typeface="Yu Gothic"/>
                <a:ea typeface="Yu Gothic"/>
                <a:cs typeface="Yu Gothic"/>
              </a:defRPr>
            </a:lvl6pPr>
            <a:lvl7pPr algn="ctr">
              <a:buNone/>
              <a:defRPr sz="2025" b="1">
                <a:solidFill>
                  <a:srgbClr val="AD8760"/>
                </a:solidFill>
                <a:latin typeface="Yu Gothic"/>
                <a:ea typeface="Yu Gothic"/>
                <a:cs typeface="Yu Gothic"/>
              </a:defRPr>
            </a:lvl7pPr>
            <a:lvl8pPr algn="ctr">
              <a:buNone/>
              <a:defRPr sz="2025" b="1">
                <a:solidFill>
                  <a:srgbClr val="AD8760"/>
                </a:solidFill>
                <a:latin typeface="Yu Gothic"/>
                <a:ea typeface="Yu Gothic"/>
                <a:cs typeface="Yu Gothic"/>
              </a:defRPr>
            </a:lvl8pPr>
            <a:lvl9pPr algn="ctr">
              <a:buNone/>
              <a:defRPr sz="2025" b="1">
                <a:solidFill>
                  <a:srgbClr val="AD8760"/>
                </a:solidFill>
                <a:latin typeface="Yu Gothic"/>
                <a:ea typeface="Yu Gothic"/>
                <a:cs typeface="Yu Gothic"/>
              </a:defRPr>
            </a:lvl9pPr>
          </a:lstStyle>
          <a:p xmlns:a="http://schemas.openxmlformats.org/drawingml/2006/main">
            <a:pPr algn="ctr">
              <a:buNone/>
              <a:defRPr sz="2025" b="1">
                <a:solidFill>
                  <a:srgbClr val="AD8760"/>
                </a:solidFill>
                <a:latin typeface="Yu Gothic"/>
                <a:ea typeface="Yu Gothic"/>
                <a:cs typeface="Yu Gothic"/>
              </a:defRPr>
            </a:pPr>
            <a:r>
              <a:rPr sz="2025" b="1">
                <a:solidFill>
                  <a:srgbClr val="AD8760"/>
                </a:solidFill>
                <a:latin typeface="Yu Gothic"/>
                <a:ea typeface="Yu Gothic"/>
                <a:cs typeface="Yu Gothic"/>
              </a:rPr>
              <a:t>−</a:t>
            </a:r>
          </a:p>
        </p:txBody>
      </p:sp>
      <p:sp>
        <p:nvSpPr>
          <p:cNvPr id="38" name="">
            <a:extLst xmlns:a="http://schemas.openxmlformats.org/drawingml/2006/main">
              <a:ext uri="{FF2B5EF4-FFF2-40B4-BE49-F238E27FC236}">
                <a16:creationId xmlns:a16="http://schemas.microsoft.com/office/drawing/2014/main" id="{23241747-CF7C-4154-91A6-CAC7709BEFE5}"/>
              </a:ext>
            </a:extLst>
          </p:cNvPr>
          <p:cNvSpPr>
            <a:spLocks xmlns:a="http://schemas.openxmlformats.org/drawingml/2006/main" noGrp="1"/>
          </p:cNvSpPr>
          <p:nvPr/>
        </p:nvSpPr>
        <p:spPr>
          <a:xfrm xmlns:a="http://schemas.openxmlformats.org/drawingml/2006/main">
            <a:off x="1905000" y="4438650"/>
            <a:ext cx="495300" cy="4953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39" name="">
            <a:extLst xmlns:a="http://schemas.openxmlformats.org/drawingml/2006/main">
              <a:ext uri="{FF2B5EF4-FFF2-40B4-BE49-F238E27FC236}">
                <a16:creationId xmlns:a16="http://schemas.microsoft.com/office/drawing/2014/main" id="{F3F040FC-E250-4705-802B-CAD12BA36C70}"/>
              </a:ext>
            </a:extLst>
          </p:cNvPr>
          <p:cNvSpPr>
            <a:spLocks xmlns:a="http://schemas.openxmlformats.org/drawingml/2006/main" noGrp="1"/>
          </p:cNvSpPr>
          <p:nvPr/>
        </p:nvSpPr>
        <p:spPr>
          <a:xfrm xmlns:a="http://schemas.openxmlformats.org/drawingml/2006/main">
            <a:off x="1905000" y="44386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a:t>
            </a:r>
          </a:p>
        </p:txBody>
      </p:sp>
      <p:sp>
        <p:nvSpPr>
          <p:cNvPr id="40" name="">
            <a:extLst xmlns:a="http://schemas.openxmlformats.org/drawingml/2006/main">
              <a:ext uri="{FF2B5EF4-FFF2-40B4-BE49-F238E27FC236}">
                <a16:creationId xmlns:a16="http://schemas.microsoft.com/office/drawing/2014/main" id="{28484AAF-0D3A-44ED-BA0C-D163EFF16018}"/>
              </a:ext>
            </a:extLst>
          </p:cNvPr>
          <p:cNvSpPr>
            <a:spLocks xmlns:a="http://schemas.openxmlformats.org/drawingml/2006/main" noGrp="1"/>
          </p:cNvSpPr>
          <p:nvPr/>
        </p:nvSpPr>
        <p:spPr>
          <a:xfrm xmlns:a="http://schemas.openxmlformats.org/drawingml/2006/main">
            <a:off x="2628900" y="4438650"/>
            <a:ext cx="495300" cy="49530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41" name="">
            <a:extLst xmlns:a="http://schemas.openxmlformats.org/drawingml/2006/main">
              <a:ext uri="{FF2B5EF4-FFF2-40B4-BE49-F238E27FC236}">
                <a16:creationId xmlns:a16="http://schemas.microsoft.com/office/drawing/2014/main" id="{446DDCF6-0273-4521-8A2C-4A5C12432D31}"/>
              </a:ext>
            </a:extLst>
          </p:cNvPr>
          <p:cNvSpPr>
            <a:spLocks xmlns:a="http://schemas.openxmlformats.org/drawingml/2006/main" noGrp="1"/>
          </p:cNvSpPr>
          <p:nvPr/>
        </p:nvSpPr>
        <p:spPr>
          <a:xfrm xmlns:a="http://schemas.openxmlformats.org/drawingml/2006/main">
            <a:off x="2628900" y="44386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AD8760"/>
                </a:solidFill>
                <a:latin typeface="Yu Gothic"/>
                <a:ea typeface="Yu Gothic"/>
                <a:cs typeface="Yu Gothic"/>
              </a:defRPr>
            </a:defPPr>
            <a:lvl1pPr algn="ctr">
              <a:buNone/>
              <a:defRPr sz="2025" b="1">
                <a:solidFill>
                  <a:srgbClr val="AD8760"/>
                </a:solidFill>
                <a:latin typeface="Yu Gothic"/>
                <a:ea typeface="Yu Gothic"/>
                <a:cs typeface="Yu Gothic"/>
              </a:defRPr>
            </a:lvl1pPr>
            <a:lvl2pPr algn="ctr">
              <a:buNone/>
              <a:defRPr sz="2025" b="1">
                <a:solidFill>
                  <a:srgbClr val="AD8760"/>
                </a:solidFill>
                <a:latin typeface="Yu Gothic"/>
                <a:ea typeface="Yu Gothic"/>
                <a:cs typeface="Yu Gothic"/>
              </a:defRPr>
            </a:lvl2pPr>
            <a:lvl3pPr algn="ctr">
              <a:buNone/>
              <a:defRPr sz="2025" b="1">
                <a:solidFill>
                  <a:srgbClr val="AD8760"/>
                </a:solidFill>
                <a:latin typeface="Yu Gothic"/>
                <a:ea typeface="Yu Gothic"/>
                <a:cs typeface="Yu Gothic"/>
              </a:defRPr>
            </a:lvl3pPr>
            <a:lvl4pPr algn="ctr">
              <a:buNone/>
              <a:defRPr sz="2025" b="1">
                <a:solidFill>
                  <a:srgbClr val="AD8760"/>
                </a:solidFill>
                <a:latin typeface="Yu Gothic"/>
                <a:ea typeface="Yu Gothic"/>
                <a:cs typeface="Yu Gothic"/>
              </a:defRPr>
            </a:lvl4pPr>
            <a:lvl5pPr algn="ctr">
              <a:buNone/>
              <a:defRPr sz="2025" b="1">
                <a:solidFill>
                  <a:srgbClr val="AD8760"/>
                </a:solidFill>
                <a:latin typeface="Yu Gothic"/>
                <a:ea typeface="Yu Gothic"/>
                <a:cs typeface="Yu Gothic"/>
              </a:defRPr>
            </a:lvl5pPr>
            <a:lvl6pPr algn="ctr">
              <a:buNone/>
              <a:defRPr sz="2025" b="1">
                <a:solidFill>
                  <a:srgbClr val="AD8760"/>
                </a:solidFill>
                <a:latin typeface="Yu Gothic"/>
                <a:ea typeface="Yu Gothic"/>
                <a:cs typeface="Yu Gothic"/>
              </a:defRPr>
            </a:lvl6pPr>
            <a:lvl7pPr algn="ctr">
              <a:buNone/>
              <a:defRPr sz="2025" b="1">
                <a:solidFill>
                  <a:srgbClr val="AD8760"/>
                </a:solidFill>
                <a:latin typeface="Yu Gothic"/>
                <a:ea typeface="Yu Gothic"/>
                <a:cs typeface="Yu Gothic"/>
              </a:defRPr>
            </a:lvl7pPr>
            <a:lvl8pPr algn="ctr">
              <a:buNone/>
              <a:defRPr sz="2025" b="1">
                <a:solidFill>
                  <a:srgbClr val="AD8760"/>
                </a:solidFill>
                <a:latin typeface="Yu Gothic"/>
                <a:ea typeface="Yu Gothic"/>
                <a:cs typeface="Yu Gothic"/>
              </a:defRPr>
            </a:lvl8pPr>
            <a:lvl9pPr algn="ctr">
              <a:buNone/>
              <a:defRPr sz="2025" b="1">
                <a:solidFill>
                  <a:srgbClr val="AD8760"/>
                </a:solidFill>
                <a:latin typeface="Yu Gothic"/>
                <a:ea typeface="Yu Gothic"/>
                <a:cs typeface="Yu Gothic"/>
              </a:defRPr>
            </a:lvl9pPr>
          </a:lstStyle>
          <a:p xmlns:a="http://schemas.openxmlformats.org/drawingml/2006/main">
            <a:pPr algn="ctr">
              <a:buNone/>
              <a:defRPr sz="2025" b="1">
                <a:solidFill>
                  <a:srgbClr val="AD8760"/>
                </a:solidFill>
                <a:latin typeface="Yu Gothic"/>
                <a:ea typeface="Yu Gothic"/>
                <a:cs typeface="Yu Gothic"/>
              </a:defRPr>
            </a:pPr>
            <a:r>
              <a:rPr sz="2025" b="1">
                <a:solidFill>
                  <a:srgbClr val="AD8760"/>
                </a:solidFill>
                <a:latin typeface="Yu Gothic"/>
                <a:ea typeface="Yu Gothic"/>
                <a:cs typeface="Yu Gothic"/>
              </a:rPr>
              <a:t>−</a:t>
            </a:r>
          </a:p>
        </p:txBody>
      </p:sp>
      <p:sp>
        <p:nvSpPr>
          <p:cNvPr id="42" name="">
            <a:extLst xmlns:a="http://schemas.openxmlformats.org/drawingml/2006/main">
              <a:ext uri="{FF2B5EF4-FFF2-40B4-BE49-F238E27FC236}">
                <a16:creationId xmlns:a16="http://schemas.microsoft.com/office/drawing/2014/main" id="{4305C2A9-B057-43B6-A5B6-7838F41D9073}"/>
              </a:ext>
            </a:extLst>
          </p:cNvPr>
          <p:cNvSpPr>
            <a:spLocks xmlns:a="http://schemas.openxmlformats.org/drawingml/2006/main" noGrp="1"/>
          </p:cNvSpPr>
          <p:nvPr/>
        </p:nvSpPr>
        <p:spPr>
          <a:xfrm xmlns:a="http://schemas.openxmlformats.org/drawingml/2006/main">
            <a:off x="3352800" y="4438650"/>
            <a:ext cx="495300" cy="4953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43" name="">
            <a:extLst xmlns:a="http://schemas.openxmlformats.org/drawingml/2006/main">
              <a:ext uri="{FF2B5EF4-FFF2-40B4-BE49-F238E27FC236}">
                <a16:creationId xmlns:a16="http://schemas.microsoft.com/office/drawing/2014/main" id="{6D458286-0180-4D34-983A-EFBA2F570C5D}"/>
              </a:ext>
            </a:extLst>
          </p:cNvPr>
          <p:cNvSpPr>
            <a:spLocks xmlns:a="http://schemas.openxmlformats.org/drawingml/2006/main" noGrp="1"/>
          </p:cNvSpPr>
          <p:nvPr/>
        </p:nvSpPr>
        <p:spPr>
          <a:xfrm xmlns:a="http://schemas.openxmlformats.org/drawingml/2006/main">
            <a:off x="3352800" y="44386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a:t>
            </a:r>
          </a:p>
        </p:txBody>
      </p:sp>
      <p:sp>
        <p:nvSpPr>
          <p:cNvPr id="44" name="">
            <a:extLst xmlns:a="http://schemas.openxmlformats.org/drawingml/2006/main">
              <a:ext uri="{FF2B5EF4-FFF2-40B4-BE49-F238E27FC236}">
                <a16:creationId xmlns:a16="http://schemas.microsoft.com/office/drawing/2014/main" id="{1F4B7A7D-2E8F-4235-A96A-860119A1C889}"/>
              </a:ext>
            </a:extLst>
          </p:cNvPr>
          <p:cNvSpPr>
            <a:spLocks xmlns:a="http://schemas.openxmlformats.org/drawingml/2006/main" noGrp="1"/>
          </p:cNvSpPr>
          <p:nvPr/>
        </p:nvSpPr>
        <p:spPr>
          <a:xfrm xmlns:a="http://schemas.openxmlformats.org/drawingml/2006/main">
            <a:off x="4076700" y="4438650"/>
            <a:ext cx="495300" cy="49530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45" name="">
            <a:extLst xmlns:a="http://schemas.openxmlformats.org/drawingml/2006/main">
              <a:ext uri="{FF2B5EF4-FFF2-40B4-BE49-F238E27FC236}">
                <a16:creationId xmlns:a16="http://schemas.microsoft.com/office/drawing/2014/main" id="{E8C862F5-4008-490D-BEC4-9FCC93FED0DD}"/>
              </a:ext>
            </a:extLst>
          </p:cNvPr>
          <p:cNvSpPr>
            <a:spLocks xmlns:a="http://schemas.openxmlformats.org/drawingml/2006/main" noGrp="1"/>
          </p:cNvSpPr>
          <p:nvPr/>
        </p:nvSpPr>
        <p:spPr>
          <a:xfrm xmlns:a="http://schemas.openxmlformats.org/drawingml/2006/main">
            <a:off x="4076700" y="44386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AD8760"/>
                </a:solidFill>
                <a:latin typeface="Yu Gothic"/>
                <a:ea typeface="Yu Gothic"/>
                <a:cs typeface="Yu Gothic"/>
              </a:defRPr>
            </a:defPPr>
            <a:lvl1pPr algn="ctr">
              <a:buNone/>
              <a:defRPr sz="2025" b="1">
                <a:solidFill>
                  <a:srgbClr val="AD8760"/>
                </a:solidFill>
                <a:latin typeface="Yu Gothic"/>
                <a:ea typeface="Yu Gothic"/>
                <a:cs typeface="Yu Gothic"/>
              </a:defRPr>
            </a:lvl1pPr>
            <a:lvl2pPr algn="ctr">
              <a:buNone/>
              <a:defRPr sz="2025" b="1">
                <a:solidFill>
                  <a:srgbClr val="AD8760"/>
                </a:solidFill>
                <a:latin typeface="Yu Gothic"/>
                <a:ea typeface="Yu Gothic"/>
                <a:cs typeface="Yu Gothic"/>
              </a:defRPr>
            </a:lvl2pPr>
            <a:lvl3pPr algn="ctr">
              <a:buNone/>
              <a:defRPr sz="2025" b="1">
                <a:solidFill>
                  <a:srgbClr val="AD8760"/>
                </a:solidFill>
                <a:latin typeface="Yu Gothic"/>
                <a:ea typeface="Yu Gothic"/>
                <a:cs typeface="Yu Gothic"/>
              </a:defRPr>
            </a:lvl3pPr>
            <a:lvl4pPr algn="ctr">
              <a:buNone/>
              <a:defRPr sz="2025" b="1">
                <a:solidFill>
                  <a:srgbClr val="AD8760"/>
                </a:solidFill>
                <a:latin typeface="Yu Gothic"/>
                <a:ea typeface="Yu Gothic"/>
                <a:cs typeface="Yu Gothic"/>
              </a:defRPr>
            </a:lvl4pPr>
            <a:lvl5pPr algn="ctr">
              <a:buNone/>
              <a:defRPr sz="2025" b="1">
                <a:solidFill>
                  <a:srgbClr val="AD8760"/>
                </a:solidFill>
                <a:latin typeface="Yu Gothic"/>
                <a:ea typeface="Yu Gothic"/>
                <a:cs typeface="Yu Gothic"/>
              </a:defRPr>
            </a:lvl5pPr>
            <a:lvl6pPr algn="ctr">
              <a:buNone/>
              <a:defRPr sz="2025" b="1">
                <a:solidFill>
                  <a:srgbClr val="AD8760"/>
                </a:solidFill>
                <a:latin typeface="Yu Gothic"/>
                <a:ea typeface="Yu Gothic"/>
                <a:cs typeface="Yu Gothic"/>
              </a:defRPr>
            </a:lvl6pPr>
            <a:lvl7pPr algn="ctr">
              <a:buNone/>
              <a:defRPr sz="2025" b="1">
                <a:solidFill>
                  <a:srgbClr val="AD8760"/>
                </a:solidFill>
                <a:latin typeface="Yu Gothic"/>
                <a:ea typeface="Yu Gothic"/>
                <a:cs typeface="Yu Gothic"/>
              </a:defRPr>
            </a:lvl7pPr>
            <a:lvl8pPr algn="ctr">
              <a:buNone/>
              <a:defRPr sz="2025" b="1">
                <a:solidFill>
                  <a:srgbClr val="AD8760"/>
                </a:solidFill>
                <a:latin typeface="Yu Gothic"/>
                <a:ea typeface="Yu Gothic"/>
                <a:cs typeface="Yu Gothic"/>
              </a:defRPr>
            </a:lvl8pPr>
            <a:lvl9pPr algn="ctr">
              <a:buNone/>
              <a:defRPr sz="2025" b="1">
                <a:solidFill>
                  <a:srgbClr val="AD8760"/>
                </a:solidFill>
                <a:latin typeface="Yu Gothic"/>
                <a:ea typeface="Yu Gothic"/>
                <a:cs typeface="Yu Gothic"/>
              </a:defRPr>
            </a:lvl9pPr>
          </a:lstStyle>
          <a:p xmlns:a="http://schemas.openxmlformats.org/drawingml/2006/main">
            <a:pPr algn="ctr">
              <a:buNone/>
              <a:defRPr sz="2025" b="1">
                <a:solidFill>
                  <a:srgbClr val="AD8760"/>
                </a:solidFill>
                <a:latin typeface="Yu Gothic"/>
                <a:ea typeface="Yu Gothic"/>
                <a:cs typeface="Yu Gothic"/>
              </a:defRPr>
            </a:pPr>
            <a:r>
              <a:rPr sz="2025" b="1">
                <a:solidFill>
                  <a:srgbClr val="AD8760"/>
                </a:solidFill>
                <a:latin typeface="Yu Gothic"/>
                <a:ea typeface="Yu Gothic"/>
                <a:cs typeface="Yu Gothic"/>
              </a:rPr>
              <a:t>−</a:t>
            </a:r>
          </a:p>
        </p:txBody>
      </p:sp>
      <p:sp>
        <p:nvSpPr>
          <p:cNvPr id="46" name="">
            <a:extLst xmlns:a="http://schemas.openxmlformats.org/drawingml/2006/main">
              <a:ext uri="{FF2B5EF4-FFF2-40B4-BE49-F238E27FC236}">
                <a16:creationId xmlns:a16="http://schemas.microsoft.com/office/drawing/2014/main" id="{D33BDBB2-E221-4DD5-B19F-59792FED6931}"/>
              </a:ext>
            </a:extLst>
          </p:cNvPr>
          <p:cNvSpPr>
            <a:spLocks xmlns:a="http://schemas.openxmlformats.org/drawingml/2006/main" noGrp="1"/>
          </p:cNvSpPr>
          <p:nvPr/>
        </p:nvSpPr>
        <p:spPr>
          <a:xfrm xmlns:a="http://schemas.openxmlformats.org/drawingml/2006/main">
            <a:off x="809625" y="52863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Na⁺とCl⁻が並ぶ固体の模式図</a:t>
            </a:r>
          </a:p>
        </p:txBody>
      </p:sp>
      <p:sp>
        <p:nvSpPr>
          <p:cNvPr id="47" name="">
            <a:extLst xmlns:a="http://schemas.openxmlformats.org/drawingml/2006/main">
              <a:ext uri="{FF2B5EF4-FFF2-40B4-BE49-F238E27FC236}">
                <a16:creationId xmlns:a16="http://schemas.microsoft.com/office/drawing/2014/main" id="{5A7E8908-F467-448E-A5D2-13D12E9EBD99}"/>
              </a:ext>
            </a:extLst>
          </p:cNvPr>
          <p:cNvSpPr>
            <a:spLocks xmlns:a="http://schemas.openxmlformats.org/drawingml/2006/main" noGrp="1"/>
          </p:cNvSpPr>
          <p:nvPr/>
        </p:nvSpPr>
        <p:spPr>
          <a:xfrm xmlns:a="http://schemas.openxmlformats.org/drawingml/2006/main">
            <a:off x="7000875" y="23336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固体のNaCl</a:t>
            </a:r>
          </a:p>
        </p:txBody>
      </p:sp>
      <p:sp>
        <p:nvSpPr>
          <p:cNvPr id="48" name="">
            <a:extLst xmlns:a="http://schemas.openxmlformats.org/drawingml/2006/main">
              <a:ext uri="{FF2B5EF4-FFF2-40B4-BE49-F238E27FC236}">
                <a16:creationId xmlns:a16="http://schemas.microsoft.com/office/drawing/2014/main" id="{BC798035-2635-4D6A-9A86-B5F0556EA9CB}"/>
              </a:ext>
            </a:extLst>
          </p:cNvPr>
          <p:cNvSpPr>
            <a:spLocks xmlns:a="http://schemas.openxmlformats.org/drawingml/2006/main" noGrp="1"/>
          </p:cNvSpPr>
          <p:nvPr/>
        </p:nvSpPr>
        <p:spPr>
          <a:xfrm xmlns:a="http://schemas.openxmlformats.org/drawingml/2006/main">
            <a:off x="7000875" y="2857500"/>
            <a:ext cx="4476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イオンの位置がほぼ固定</a:t>
            </a:r>
          </a:p>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通常、電気を通しにくい</a:t>
            </a:r>
          </a:p>
        </p:txBody>
      </p:sp>
      <p:sp>
        <p:nvSpPr>
          <p:cNvPr id="49" name="">
            <a:extLst xmlns:a="http://schemas.openxmlformats.org/drawingml/2006/main">
              <a:ext uri="{FF2B5EF4-FFF2-40B4-BE49-F238E27FC236}">
                <a16:creationId xmlns:a16="http://schemas.microsoft.com/office/drawing/2014/main" id="{46B3F3C0-D3B4-4131-8C2F-E65FF0C6271C}"/>
              </a:ext>
            </a:extLst>
          </p:cNvPr>
          <p:cNvSpPr>
            <a:spLocks xmlns:a="http://schemas.openxmlformats.org/drawingml/2006/main" noGrp="1"/>
          </p:cNvSpPr>
          <p:nvPr/>
        </p:nvSpPr>
        <p:spPr>
          <a:xfrm xmlns:a="http://schemas.openxmlformats.org/drawingml/2006/main">
            <a:off x="7000875" y="409575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溶融した状態・水溶液</a:t>
            </a:r>
          </a:p>
        </p:txBody>
      </p:sp>
      <p:sp>
        <p:nvSpPr>
          <p:cNvPr id="50" name="">
            <a:extLst xmlns:a="http://schemas.openxmlformats.org/drawingml/2006/main">
              <a:ext uri="{FF2B5EF4-FFF2-40B4-BE49-F238E27FC236}">
                <a16:creationId xmlns:a16="http://schemas.microsoft.com/office/drawing/2014/main" id="{919C74F6-BC3D-4746-A6BD-5F0FEEF370C6}"/>
              </a:ext>
            </a:extLst>
          </p:cNvPr>
          <p:cNvSpPr>
            <a:spLocks xmlns:a="http://schemas.openxmlformats.org/drawingml/2006/main" noGrp="1"/>
          </p:cNvSpPr>
          <p:nvPr/>
        </p:nvSpPr>
        <p:spPr>
          <a:xfrm xmlns:a="http://schemas.openxmlformats.org/drawingml/2006/main">
            <a:off x="7000875" y="4619625"/>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イオンが移動し、電気を運ぶ</a:t>
            </a:r>
          </a:p>
        </p:txBody>
      </p:sp>
      <p:sp>
        <p:nvSpPr>
          <p:cNvPr id="51" name="">
            <a:extLst xmlns:a="http://schemas.openxmlformats.org/drawingml/2006/main">
              <a:ext uri="{FF2B5EF4-FFF2-40B4-BE49-F238E27FC236}">
                <a16:creationId xmlns:a16="http://schemas.microsoft.com/office/drawing/2014/main" id="{9CA6B92A-FB61-438C-8E00-7505B664A0F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図は3次元配列の一部を2次元で表したもの。1対のNa⁺とCl⁻だけからなる独立した分子とは扱わない。[3]</a:t>
            </a:r>
          </a:p>
        </p:txBody>
      </p:sp>
    </p:spTree>
    <p:extLst>
      <p:ext uri="{BB962C8B-B14F-4D97-AF65-F5344CB8AC3E}">
        <p14:creationId xmlns:p14="http://schemas.microsoft.com/office/powerpoint/2010/main" val="69598976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116E75F2-445F-4E9E-B0B9-09FC652F5E9C}"/>
              </a:ext>
            </a:extLst>
          </p:cNvPr>
          <p:cNvSpPr>
            <a:spLocks xmlns:a="http://schemas.openxmlformats.org/drawingml/2006/main" noGrp="1"/>
          </p:cNvSpPr>
          <p:nvPr/>
        </p:nvSpPr>
        <p:spPr>
          <a:xfrm xmlns:a="http://schemas.openxmlformats.org/drawingml/2006/main">
            <a:off x="685800" y="428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参考 水素結合とO–Hの共有結合</a:t>
            </a:r>
          </a:p>
        </p:txBody>
      </p:sp>
      <p:sp>
        <p:nvSpPr>
          <p:cNvPr id="2" name="">
            <a:extLst xmlns:a="http://schemas.openxmlformats.org/drawingml/2006/main">
              <a:ext uri="{FF2B5EF4-FFF2-40B4-BE49-F238E27FC236}">
                <a16:creationId xmlns:a16="http://schemas.microsoft.com/office/drawing/2014/main" id="{03AA8A02-1F64-4B6D-BB76-25055C4A41A8}"/>
              </a:ext>
            </a:extLst>
          </p:cNvPr>
          <p:cNvSpPr>
            <a:spLocks xmlns:a="http://schemas.openxmlformats.org/drawingml/2006/main" noGrp="1"/>
          </p:cNvSpPr>
          <p:nvPr/>
        </p:nvSpPr>
        <p:spPr>
          <a:xfrm xmlns:a="http://schemas.openxmlformats.org/drawingml/2006/main">
            <a:off x="685800" y="119062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6193">
            <a:solidFill>
              <a:srgbClr val="D7E2E8"/>
            </a:solidFill>
          </a:ln>
        </p:spPr>
      </p:sp>
      <p:sp>
        <p:nvSpPr>
          <p:cNvPr id="3" name="">
            <a:extLst xmlns:a="http://schemas.openxmlformats.org/drawingml/2006/main">
              <a:ext uri="{FF2B5EF4-FFF2-40B4-BE49-F238E27FC236}">
                <a16:creationId xmlns:a16="http://schemas.microsoft.com/office/drawing/2014/main" id="{D6526C0B-8D76-4EF3-9538-93BCC23B09E8}"/>
              </a:ext>
            </a:extLst>
          </p:cNvPr>
          <p:cNvSpPr>
            <a:spLocks xmlns:a="http://schemas.openxmlformats.org/drawingml/2006/main" noGrp="1"/>
          </p:cNvSpPr>
          <p:nvPr/>
        </p:nvSpPr>
        <p:spPr>
          <a:xfrm xmlns:a="http://schemas.openxmlformats.org/drawingml/2006/main">
            <a:off x="685800" y="642937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化学の復習（任意参考）</a:t>
            </a:r>
          </a:p>
        </p:txBody>
      </p:sp>
      <p:sp>
        <p:nvSpPr>
          <p:cNvPr id="4" name="">
            <a:extLst xmlns:a="http://schemas.openxmlformats.org/drawingml/2006/main">
              <a:ext uri="{FF2B5EF4-FFF2-40B4-BE49-F238E27FC236}">
                <a16:creationId xmlns:a16="http://schemas.microsoft.com/office/drawing/2014/main" id="{4A866F2B-AD73-40A1-8B93-02ED6E44ADA2}"/>
              </a:ext>
            </a:extLst>
          </p:cNvPr>
          <p:cNvSpPr>
            <a:spLocks xmlns:a="http://schemas.openxmlformats.org/drawingml/2006/main" noGrp="1"/>
          </p:cNvSpPr>
          <p:nvPr/>
        </p:nvSpPr>
        <p:spPr>
          <a:xfrm xmlns:a="http://schemas.openxmlformats.org/drawingml/2006/main">
            <a:off x="11239500" y="6429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55 / 56</a:t>
            </a:r>
          </a:p>
        </p:txBody>
      </p:sp>
      <p:sp>
        <p:nvSpPr>
          <p:cNvPr id="5" name="">
            <a:extLst xmlns:a="http://schemas.openxmlformats.org/drawingml/2006/main">
              <a:ext uri="{FF2B5EF4-FFF2-40B4-BE49-F238E27FC236}">
                <a16:creationId xmlns:a16="http://schemas.microsoft.com/office/drawing/2014/main" id="{E2D5E34F-44C0-4793-B6C5-84BD33DC48F6}"/>
              </a:ext>
            </a:extLst>
          </p:cNvPr>
          <p:cNvSpPr>
            <a:spLocks xmlns:a="http://schemas.openxmlformats.org/drawingml/2006/main" noGrp="1"/>
          </p:cNvSpPr>
          <p:nvPr/>
        </p:nvSpPr>
        <p:spPr>
          <a:xfrm xmlns:a="http://schemas.openxmlformats.org/drawingml/2006/main">
            <a:off x="809625" y="1524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水分子の間を例に、二つの結合を区別する</a:t>
            </a:r>
          </a:p>
        </p:txBody>
      </p:sp>
      <p:sp>
        <p:nvSpPr>
          <p:cNvPr id="6" name="">
            <a:extLst xmlns:a="http://schemas.openxmlformats.org/drawingml/2006/main">
              <a:ext uri="{FF2B5EF4-FFF2-40B4-BE49-F238E27FC236}">
                <a16:creationId xmlns:a16="http://schemas.microsoft.com/office/drawing/2014/main" id="{5CECFB64-8048-4ADA-81AA-DEF56DA77573}"/>
              </a:ext>
            </a:extLst>
          </p:cNvPr>
          <p:cNvSpPr>
            <a:spLocks xmlns:a="http://schemas.openxmlformats.org/drawingml/2006/main" noGrp="1"/>
          </p:cNvSpPr>
          <p:nvPr/>
        </p:nvSpPr>
        <p:spPr>
          <a:xfrm xmlns:a="http://schemas.openxmlformats.org/drawingml/2006/main">
            <a:off x="2143125" y="3238500"/>
            <a:ext cx="1000125" cy="9525"/>
          </a:xfrm>
          <a:custGeom xmlns:a="http://schemas.openxmlformats.org/drawingml/2006/main">
            <a:pathLst>
              <a:path w="1000125" h="9525">
                <a:moveTo>
                  <a:pt x="0" y="0"/>
                </a:moveTo>
                <a:lnTo>
                  <a:pt x="1000125" y="0"/>
                </a:lnTo>
              </a:path>
            </a:pathLst>
          </a:custGeom>
          <a:noFill xmlns:a="http://schemas.openxmlformats.org/drawingml/2006/main"/>
          <a:ln xmlns:a="http://schemas.openxmlformats.org/drawingml/2006/main" w="38100">
            <a:solidFill>
              <a:srgbClr val="2876A8"/>
            </a:solidFill>
          </a:ln>
        </p:spPr>
      </p:sp>
      <p:sp>
        <p:nvSpPr>
          <p:cNvPr id="7" name="">
            <a:extLst xmlns:a="http://schemas.openxmlformats.org/drawingml/2006/main">
              <a:ext uri="{FF2B5EF4-FFF2-40B4-BE49-F238E27FC236}">
                <a16:creationId xmlns:a16="http://schemas.microsoft.com/office/drawing/2014/main" id="{257A7F4A-EBE5-4A3A-8C74-E7A9003CAFF1}"/>
              </a:ext>
            </a:extLst>
          </p:cNvPr>
          <p:cNvSpPr>
            <a:spLocks xmlns:a="http://schemas.openxmlformats.org/drawingml/2006/main" noGrp="1"/>
          </p:cNvSpPr>
          <p:nvPr/>
        </p:nvSpPr>
        <p:spPr>
          <a:xfrm xmlns:a="http://schemas.openxmlformats.org/drawingml/2006/main">
            <a:off x="1885950" y="3238500"/>
            <a:ext cx="257175" cy="1000125"/>
          </a:xfrm>
          <a:custGeom xmlns:a="http://schemas.openxmlformats.org/drawingml/2006/main">
            <a:pathLst>
              <a:path w="257175" h="1000125">
                <a:moveTo>
                  <a:pt x="257175" y="0"/>
                </a:moveTo>
                <a:lnTo>
                  <a:pt x="0" y="1000125"/>
                </a:lnTo>
              </a:path>
            </a:pathLst>
          </a:custGeom>
          <a:noFill xmlns:a="http://schemas.openxmlformats.org/drawingml/2006/main"/>
          <a:ln xmlns:a="http://schemas.openxmlformats.org/drawingml/2006/main" w="38100">
            <a:solidFill>
              <a:srgbClr val="2876A8"/>
            </a:solidFill>
          </a:ln>
        </p:spPr>
      </p:sp>
      <p:sp>
        <p:nvSpPr>
          <p:cNvPr id="8" name="">
            <a:extLst xmlns:a="http://schemas.openxmlformats.org/drawingml/2006/main">
              <a:ext uri="{FF2B5EF4-FFF2-40B4-BE49-F238E27FC236}">
                <a16:creationId xmlns:a16="http://schemas.microsoft.com/office/drawing/2014/main" id="{4A0B1B3F-B77D-45FF-B668-6BE7034063A3}"/>
              </a:ext>
            </a:extLst>
          </p:cNvPr>
          <p:cNvSpPr>
            <a:spLocks xmlns:a="http://schemas.openxmlformats.org/drawingml/2006/main" noGrp="1"/>
          </p:cNvSpPr>
          <p:nvPr/>
        </p:nvSpPr>
        <p:spPr>
          <a:xfrm xmlns:a="http://schemas.openxmlformats.org/drawingml/2006/main">
            <a:off x="5381625" y="2628900"/>
            <a:ext cx="476250" cy="609600"/>
          </a:xfrm>
          <a:custGeom xmlns:a="http://schemas.openxmlformats.org/drawingml/2006/main">
            <a:pathLst>
              <a:path w="476250" h="609600">
                <a:moveTo>
                  <a:pt x="0" y="609600"/>
                </a:moveTo>
                <a:lnTo>
                  <a:pt x="476250" y="0"/>
                </a:lnTo>
              </a:path>
            </a:pathLst>
          </a:custGeom>
          <a:noFill xmlns:a="http://schemas.openxmlformats.org/drawingml/2006/main"/>
          <a:ln xmlns:a="http://schemas.openxmlformats.org/drawingml/2006/main" w="38100">
            <a:solidFill>
              <a:srgbClr val="2876A8"/>
            </a:solidFill>
          </a:ln>
        </p:spPr>
      </p:sp>
      <p:sp>
        <p:nvSpPr>
          <p:cNvPr id="9" name="">
            <a:extLst xmlns:a="http://schemas.openxmlformats.org/drawingml/2006/main">
              <a:ext uri="{FF2B5EF4-FFF2-40B4-BE49-F238E27FC236}">
                <a16:creationId xmlns:a16="http://schemas.microsoft.com/office/drawing/2014/main" id="{4CA7EF5E-DCEB-4D10-BEAD-346EE0836D5C}"/>
              </a:ext>
            </a:extLst>
          </p:cNvPr>
          <p:cNvSpPr>
            <a:spLocks xmlns:a="http://schemas.openxmlformats.org/drawingml/2006/main" noGrp="1"/>
          </p:cNvSpPr>
          <p:nvPr/>
        </p:nvSpPr>
        <p:spPr>
          <a:xfrm xmlns:a="http://schemas.openxmlformats.org/drawingml/2006/main">
            <a:off x="5381625" y="3238500"/>
            <a:ext cx="476250" cy="609600"/>
          </a:xfrm>
          <a:custGeom xmlns:a="http://schemas.openxmlformats.org/drawingml/2006/main">
            <a:pathLst>
              <a:path w="476250" h="609600">
                <a:moveTo>
                  <a:pt x="0" y="0"/>
                </a:moveTo>
                <a:lnTo>
                  <a:pt x="476250" y="609600"/>
                </a:lnTo>
              </a:path>
            </a:pathLst>
          </a:custGeom>
          <a:noFill xmlns:a="http://schemas.openxmlformats.org/drawingml/2006/main"/>
          <a:ln xmlns:a="http://schemas.openxmlformats.org/drawingml/2006/main" w="38100">
            <a:solidFill>
              <a:srgbClr val="2876A8"/>
            </a:solidFill>
          </a:ln>
        </p:spPr>
      </p:sp>
      <p:sp>
        <p:nvSpPr>
          <p:cNvPr id="10" name="">
            <a:extLst xmlns:a="http://schemas.openxmlformats.org/drawingml/2006/main">
              <a:ext uri="{FF2B5EF4-FFF2-40B4-BE49-F238E27FC236}">
                <a16:creationId xmlns:a16="http://schemas.microsoft.com/office/drawing/2014/main" id="{0ED2B0D1-EA90-4D4A-92A2-3363FBF6D860}"/>
              </a:ext>
            </a:extLst>
          </p:cNvPr>
          <p:cNvSpPr>
            <a:spLocks xmlns:a="http://schemas.openxmlformats.org/drawingml/2006/main" noGrp="1"/>
          </p:cNvSpPr>
          <p:nvPr/>
        </p:nvSpPr>
        <p:spPr>
          <a:xfrm xmlns:a="http://schemas.openxmlformats.org/drawingml/2006/main">
            <a:off x="3371850" y="3238500"/>
            <a:ext cx="71328" cy="9525"/>
          </a:xfrm>
          <a:custGeom xmlns:a="http://schemas.openxmlformats.org/drawingml/2006/main">
            <a:pathLst>
              <a:path w="71328" h="9525">
                <a:moveTo>
                  <a:pt x="0" y="0"/>
                </a:moveTo>
                <a:lnTo>
                  <a:pt x="71328" y="0"/>
                </a:lnTo>
              </a:path>
            </a:pathLst>
          </a:custGeom>
          <a:noFill xmlns:a="http://schemas.openxmlformats.org/drawingml/2006/main"/>
          <a:ln xmlns:a="http://schemas.openxmlformats.org/drawingml/2006/main" w="28575">
            <a:solidFill>
              <a:srgbClr val="C4483C"/>
            </a:solidFill>
          </a:ln>
        </p:spPr>
      </p:sp>
      <p:sp>
        <p:nvSpPr>
          <p:cNvPr id="11" name="">
            <a:extLst xmlns:a="http://schemas.openxmlformats.org/drawingml/2006/main">
              <a:ext uri="{FF2B5EF4-FFF2-40B4-BE49-F238E27FC236}">
                <a16:creationId xmlns:a16="http://schemas.microsoft.com/office/drawing/2014/main" id="{296FFAA2-B12C-439F-B031-619616212EC8}"/>
              </a:ext>
            </a:extLst>
          </p:cNvPr>
          <p:cNvSpPr>
            <a:spLocks xmlns:a="http://schemas.openxmlformats.org/drawingml/2006/main" noGrp="1"/>
          </p:cNvSpPr>
          <p:nvPr/>
        </p:nvSpPr>
        <p:spPr>
          <a:xfrm xmlns:a="http://schemas.openxmlformats.org/drawingml/2006/main">
            <a:off x="3501537" y="3238500"/>
            <a:ext cx="71328" cy="9525"/>
          </a:xfrm>
          <a:custGeom xmlns:a="http://schemas.openxmlformats.org/drawingml/2006/main">
            <a:pathLst>
              <a:path w="71328" h="9525">
                <a:moveTo>
                  <a:pt x="0" y="0"/>
                </a:moveTo>
                <a:lnTo>
                  <a:pt x="71328" y="0"/>
                </a:lnTo>
              </a:path>
            </a:pathLst>
          </a:custGeom>
          <a:noFill xmlns:a="http://schemas.openxmlformats.org/drawingml/2006/main"/>
          <a:ln xmlns:a="http://schemas.openxmlformats.org/drawingml/2006/main" w="28575">
            <a:solidFill>
              <a:srgbClr val="C4483C"/>
            </a:solidFill>
          </a:ln>
        </p:spPr>
      </p:sp>
      <p:sp>
        <p:nvSpPr>
          <p:cNvPr id="12" name="">
            <a:extLst xmlns:a="http://schemas.openxmlformats.org/drawingml/2006/main">
              <a:ext uri="{FF2B5EF4-FFF2-40B4-BE49-F238E27FC236}">
                <a16:creationId xmlns:a16="http://schemas.microsoft.com/office/drawing/2014/main" id="{831A0E5F-BA17-403D-92C1-29083935E7C3}"/>
              </a:ext>
            </a:extLst>
          </p:cNvPr>
          <p:cNvSpPr>
            <a:spLocks xmlns:a="http://schemas.openxmlformats.org/drawingml/2006/main" noGrp="1"/>
          </p:cNvSpPr>
          <p:nvPr/>
        </p:nvSpPr>
        <p:spPr>
          <a:xfrm xmlns:a="http://schemas.openxmlformats.org/drawingml/2006/main">
            <a:off x="3631223" y="3238500"/>
            <a:ext cx="71328" cy="9525"/>
          </a:xfrm>
          <a:custGeom xmlns:a="http://schemas.openxmlformats.org/drawingml/2006/main">
            <a:pathLst>
              <a:path w="71328" h="9525">
                <a:moveTo>
                  <a:pt x="0" y="0"/>
                </a:moveTo>
                <a:lnTo>
                  <a:pt x="71328" y="0"/>
                </a:lnTo>
              </a:path>
            </a:pathLst>
          </a:custGeom>
          <a:noFill xmlns:a="http://schemas.openxmlformats.org/drawingml/2006/main"/>
          <a:ln xmlns:a="http://schemas.openxmlformats.org/drawingml/2006/main" w="28575">
            <a:solidFill>
              <a:srgbClr val="C4483C"/>
            </a:solidFill>
          </a:ln>
        </p:spPr>
      </p:sp>
      <p:sp>
        <p:nvSpPr>
          <p:cNvPr id="13" name="">
            <a:extLst xmlns:a="http://schemas.openxmlformats.org/drawingml/2006/main">
              <a:ext uri="{FF2B5EF4-FFF2-40B4-BE49-F238E27FC236}">
                <a16:creationId xmlns:a16="http://schemas.microsoft.com/office/drawing/2014/main" id="{40170537-12A0-4F93-B6F1-4954D422E227}"/>
              </a:ext>
            </a:extLst>
          </p:cNvPr>
          <p:cNvSpPr>
            <a:spLocks xmlns:a="http://schemas.openxmlformats.org/drawingml/2006/main" noGrp="1"/>
          </p:cNvSpPr>
          <p:nvPr/>
        </p:nvSpPr>
        <p:spPr>
          <a:xfrm xmlns:a="http://schemas.openxmlformats.org/drawingml/2006/main">
            <a:off x="3760910" y="3238500"/>
            <a:ext cx="71328" cy="9525"/>
          </a:xfrm>
          <a:custGeom xmlns:a="http://schemas.openxmlformats.org/drawingml/2006/main">
            <a:pathLst>
              <a:path w="71328" h="9525">
                <a:moveTo>
                  <a:pt x="0" y="0"/>
                </a:moveTo>
                <a:lnTo>
                  <a:pt x="71328" y="0"/>
                </a:lnTo>
              </a:path>
            </a:pathLst>
          </a:custGeom>
          <a:noFill xmlns:a="http://schemas.openxmlformats.org/drawingml/2006/main"/>
          <a:ln xmlns:a="http://schemas.openxmlformats.org/drawingml/2006/main" w="28575">
            <a:solidFill>
              <a:srgbClr val="C4483C"/>
            </a:solidFill>
          </a:ln>
        </p:spPr>
      </p:sp>
      <p:sp>
        <p:nvSpPr>
          <p:cNvPr id="14" name="">
            <a:extLst xmlns:a="http://schemas.openxmlformats.org/drawingml/2006/main">
              <a:ext uri="{FF2B5EF4-FFF2-40B4-BE49-F238E27FC236}">
                <a16:creationId xmlns:a16="http://schemas.microsoft.com/office/drawing/2014/main" id="{62A8F4A6-7BA6-4862-9433-2030F21597D2}"/>
              </a:ext>
            </a:extLst>
          </p:cNvPr>
          <p:cNvSpPr>
            <a:spLocks xmlns:a="http://schemas.openxmlformats.org/drawingml/2006/main" noGrp="1"/>
          </p:cNvSpPr>
          <p:nvPr/>
        </p:nvSpPr>
        <p:spPr>
          <a:xfrm xmlns:a="http://schemas.openxmlformats.org/drawingml/2006/main">
            <a:off x="3890596" y="3238500"/>
            <a:ext cx="71328" cy="9525"/>
          </a:xfrm>
          <a:custGeom xmlns:a="http://schemas.openxmlformats.org/drawingml/2006/main">
            <a:pathLst>
              <a:path w="71328" h="9525">
                <a:moveTo>
                  <a:pt x="0" y="0"/>
                </a:moveTo>
                <a:lnTo>
                  <a:pt x="71328" y="0"/>
                </a:lnTo>
              </a:path>
            </a:pathLst>
          </a:custGeom>
          <a:noFill xmlns:a="http://schemas.openxmlformats.org/drawingml/2006/main"/>
          <a:ln xmlns:a="http://schemas.openxmlformats.org/drawingml/2006/main" w="28575">
            <a:solidFill>
              <a:srgbClr val="C4483C"/>
            </a:solidFill>
          </a:ln>
        </p:spPr>
      </p:sp>
      <p:sp>
        <p:nvSpPr>
          <p:cNvPr id="15" name="">
            <a:extLst xmlns:a="http://schemas.openxmlformats.org/drawingml/2006/main">
              <a:ext uri="{FF2B5EF4-FFF2-40B4-BE49-F238E27FC236}">
                <a16:creationId xmlns:a16="http://schemas.microsoft.com/office/drawing/2014/main" id="{86E1F09C-B047-43CE-A744-D96E70C92E15}"/>
              </a:ext>
            </a:extLst>
          </p:cNvPr>
          <p:cNvSpPr>
            <a:spLocks xmlns:a="http://schemas.openxmlformats.org/drawingml/2006/main" noGrp="1"/>
          </p:cNvSpPr>
          <p:nvPr/>
        </p:nvSpPr>
        <p:spPr>
          <a:xfrm xmlns:a="http://schemas.openxmlformats.org/drawingml/2006/main">
            <a:off x="4020283" y="3238500"/>
            <a:ext cx="71328" cy="9525"/>
          </a:xfrm>
          <a:custGeom xmlns:a="http://schemas.openxmlformats.org/drawingml/2006/main">
            <a:pathLst>
              <a:path w="71328" h="9525">
                <a:moveTo>
                  <a:pt x="0" y="0"/>
                </a:moveTo>
                <a:lnTo>
                  <a:pt x="71328" y="0"/>
                </a:lnTo>
              </a:path>
            </a:pathLst>
          </a:custGeom>
          <a:noFill xmlns:a="http://schemas.openxmlformats.org/drawingml/2006/main"/>
          <a:ln xmlns:a="http://schemas.openxmlformats.org/drawingml/2006/main" w="28575">
            <a:solidFill>
              <a:srgbClr val="C4483C"/>
            </a:solidFill>
          </a:ln>
        </p:spPr>
      </p:sp>
      <p:sp>
        <p:nvSpPr>
          <p:cNvPr id="16" name="">
            <a:extLst xmlns:a="http://schemas.openxmlformats.org/drawingml/2006/main">
              <a:ext uri="{FF2B5EF4-FFF2-40B4-BE49-F238E27FC236}">
                <a16:creationId xmlns:a16="http://schemas.microsoft.com/office/drawing/2014/main" id="{1CAE42F6-7D8F-4846-AD47-129490A03F2E}"/>
              </a:ext>
            </a:extLst>
          </p:cNvPr>
          <p:cNvSpPr>
            <a:spLocks xmlns:a="http://schemas.openxmlformats.org/drawingml/2006/main" noGrp="1"/>
          </p:cNvSpPr>
          <p:nvPr/>
        </p:nvSpPr>
        <p:spPr>
          <a:xfrm xmlns:a="http://schemas.openxmlformats.org/drawingml/2006/main">
            <a:off x="4149969" y="3238500"/>
            <a:ext cx="71328" cy="9525"/>
          </a:xfrm>
          <a:custGeom xmlns:a="http://schemas.openxmlformats.org/drawingml/2006/main">
            <a:pathLst>
              <a:path w="71328" h="9525">
                <a:moveTo>
                  <a:pt x="0" y="0"/>
                </a:moveTo>
                <a:lnTo>
                  <a:pt x="71328" y="0"/>
                </a:lnTo>
              </a:path>
            </a:pathLst>
          </a:custGeom>
          <a:noFill xmlns:a="http://schemas.openxmlformats.org/drawingml/2006/main"/>
          <a:ln xmlns:a="http://schemas.openxmlformats.org/drawingml/2006/main" w="28575">
            <a:solidFill>
              <a:srgbClr val="C4483C"/>
            </a:solidFill>
          </a:ln>
        </p:spPr>
      </p:sp>
      <p:sp>
        <p:nvSpPr>
          <p:cNvPr id="17" name="">
            <a:extLst xmlns:a="http://schemas.openxmlformats.org/drawingml/2006/main">
              <a:ext uri="{FF2B5EF4-FFF2-40B4-BE49-F238E27FC236}">
                <a16:creationId xmlns:a16="http://schemas.microsoft.com/office/drawing/2014/main" id="{D6935D64-7EB6-472B-A15D-93EFB383D69B}"/>
              </a:ext>
            </a:extLst>
          </p:cNvPr>
          <p:cNvSpPr>
            <a:spLocks xmlns:a="http://schemas.openxmlformats.org/drawingml/2006/main" noGrp="1"/>
          </p:cNvSpPr>
          <p:nvPr/>
        </p:nvSpPr>
        <p:spPr>
          <a:xfrm xmlns:a="http://schemas.openxmlformats.org/drawingml/2006/main">
            <a:off x="4279656" y="3238500"/>
            <a:ext cx="71328" cy="9525"/>
          </a:xfrm>
          <a:custGeom xmlns:a="http://schemas.openxmlformats.org/drawingml/2006/main">
            <a:pathLst>
              <a:path w="71328" h="9525">
                <a:moveTo>
                  <a:pt x="0" y="0"/>
                </a:moveTo>
                <a:lnTo>
                  <a:pt x="71328" y="0"/>
                </a:lnTo>
              </a:path>
            </a:pathLst>
          </a:custGeom>
          <a:noFill xmlns:a="http://schemas.openxmlformats.org/drawingml/2006/main"/>
          <a:ln xmlns:a="http://schemas.openxmlformats.org/drawingml/2006/main" w="28575">
            <a:solidFill>
              <a:srgbClr val="C4483C"/>
            </a:solidFill>
          </a:ln>
        </p:spPr>
      </p:sp>
      <p:sp>
        <p:nvSpPr>
          <p:cNvPr id="18" name="">
            <a:extLst xmlns:a="http://schemas.openxmlformats.org/drawingml/2006/main">
              <a:ext uri="{FF2B5EF4-FFF2-40B4-BE49-F238E27FC236}">
                <a16:creationId xmlns:a16="http://schemas.microsoft.com/office/drawing/2014/main" id="{9BFEFDF1-7553-4FEE-826B-252FE3A77A17}"/>
              </a:ext>
            </a:extLst>
          </p:cNvPr>
          <p:cNvSpPr>
            <a:spLocks xmlns:a="http://schemas.openxmlformats.org/drawingml/2006/main" noGrp="1"/>
          </p:cNvSpPr>
          <p:nvPr/>
        </p:nvSpPr>
        <p:spPr>
          <a:xfrm xmlns:a="http://schemas.openxmlformats.org/drawingml/2006/main">
            <a:off x="4409342" y="3238500"/>
            <a:ext cx="71328" cy="9525"/>
          </a:xfrm>
          <a:custGeom xmlns:a="http://schemas.openxmlformats.org/drawingml/2006/main">
            <a:pathLst>
              <a:path w="71328" h="9525">
                <a:moveTo>
                  <a:pt x="0" y="0"/>
                </a:moveTo>
                <a:lnTo>
                  <a:pt x="71328" y="0"/>
                </a:lnTo>
              </a:path>
            </a:pathLst>
          </a:custGeom>
          <a:noFill xmlns:a="http://schemas.openxmlformats.org/drawingml/2006/main"/>
          <a:ln xmlns:a="http://schemas.openxmlformats.org/drawingml/2006/main" w="28575">
            <a:solidFill>
              <a:srgbClr val="C4483C"/>
            </a:solidFill>
          </a:ln>
        </p:spPr>
      </p:sp>
      <p:sp>
        <p:nvSpPr>
          <p:cNvPr id="19" name="">
            <a:extLst xmlns:a="http://schemas.openxmlformats.org/drawingml/2006/main">
              <a:ext uri="{FF2B5EF4-FFF2-40B4-BE49-F238E27FC236}">
                <a16:creationId xmlns:a16="http://schemas.microsoft.com/office/drawing/2014/main" id="{DE63778F-4F3D-4830-9C1C-37EDE6FB6CE9}"/>
              </a:ext>
            </a:extLst>
          </p:cNvPr>
          <p:cNvSpPr>
            <a:spLocks xmlns:a="http://schemas.openxmlformats.org/drawingml/2006/main" noGrp="1"/>
          </p:cNvSpPr>
          <p:nvPr/>
        </p:nvSpPr>
        <p:spPr>
          <a:xfrm xmlns:a="http://schemas.openxmlformats.org/drawingml/2006/main">
            <a:off x="4539029" y="3238500"/>
            <a:ext cx="71328" cy="9525"/>
          </a:xfrm>
          <a:custGeom xmlns:a="http://schemas.openxmlformats.org/drawingml/2006/main">
            <a:pathLst>
              <a:path w="71328" h="9525">
                <a:moveTo>
                  <a:pt x="0" y="0"/>
                </a:moveTo>
                <a:lnTo>
                  <a:pt x="71328" y="0"/>
                </a:lnTo>
              </a:path>
            </a:pathLst>
          </a:custGeom>
          <a:noFill xmlns:a="http://schemas.openxmlformats.org/drawingml/2006/main"/>
          <a:ln xmlns:a="http://schemas.openxmlformats.org/drawingml/2006/main" w="28575">
            <a:solidFill>
              <a:srgbClr val="C4483C"/>
            </a:solidFill>
          </a:ln>
        </p:spPr>
      </p:sp>
      <p:sp>
        <p:nvSpPr>
          <p:cNvPr id="20" name="">
            <a:extLst xmlns:a="http://schemas.openxmlformats.org/drawingml/2006/main">
              <a:ext uri="{FF2B5EF4-FFF2-40B4-BE49-F238E27FC236}">
                <a16:creationId xmlns:a16="http://schemas.microsoft.com/office/drawing/2014/main" id="{2984598B-5AC1-4C0D-B2D1-07FB85E1FD09}"/>
              </a:ext>
            </a:extLst>
          </p:cNvPr>
          <p:cNvSpPr>
            <a:spLocks xmlns:a="http://schemas.openxmlformats.org/drawingml/2006/main" noGrp="1"/>
          </p:cNvSpPr>
          <p:nvPr/>
        </p:nvSpPr>
        <p:spPr>
          <a:xfrm xmlns:a="http://schemas.openxmlformats.org/drawingml/2006/main">
            <a:off x="4668715" y="3238500"/>
            <a:ext cx="71328" cy="9525"/>
          </a:xfrm>
          <a:custGeom xmlns:a="http://schemas.openxmlformats.org/drawingml/2006/main">
            <a:pathLst>
              <a:path w="71328" h="9525">
                <a:moveTo>
                  <a:pt x="0" y="0"/>
                </a:moveTo>
                <a:lnTo>
                  <a:pt x="71328" y="0"/>
                </a:lnTo>
              </a:path>
            </a:pathLst>
          </a:custGeom>
          <a:noFill xmlns:a="http://schemas.openxmlformats.org/drawingml/2006/main"/>
          <a:ln xmlns:a="http://schemas.openxmlformats.org/drawingml/2006/main" w="28575">
            <a:solidFill>
              <a:srgbClr val="C4483C"/>
            </a:solidFill>
          </a:ln>
        </p:spPr>
      </p:sp>
      <p:sp>
        <p:nvSpPr>
          <p:cNvPr id="21" name="">
            <a:extLst xmlns:a="http://schemas.openxmlformats.org/drawingml/2006/main">
              <a:ext uri="{FF2B5EF4-FFF2-40B4-BE49-F238E27FC236}">
                <a16:creationId xmlns:a16="http://schemas.microsoft.com/office/drawing/2014/main" id="{892EFF30-D7B0-4D01-83C8-A847FE67561C}"/>
              </a:ext>
            </a:extLst>
          </p:cNvPr>
          <p:cNvSpPr>
            <a:spLocks xmlns:a="http://schemas.openxmlformats.org/drawingml/2006/main" noGrp="1"/>
          </p:cNvSpPr>
          <p:nvPr/>
        </p:nvSpPr>
        <p:spPr>
          <a:xfrm xmlns:a="http://schemas.openxmlformats.org/drawingml/2006/main">
            <a:off x="4798402" y="3238500"/>
            <a:ext cx="71328" cy="9525"/>
          </a:xfrm>
          <a:custGeom xmlns:a="http://schemas.openxmlformats.org/drawingml/2006/main">
            <a:pathLst>
              <a:path w="71328" h="9525">
                <a:moveTo>
                  <a:pt x="0" y="0"/>
                </a:moveTo>
                <a:lnTo>
                  <a:pt x="71328" y="0"/>
                </a:lnTo>
              </a:path>
            </a:pathLst>
          </a:custGeom>
          <a:noFill xmlns:a="http://schemas.openxmlformats.org/drawingml/2006/main"/>
          <a:ln xmlns:a="http://schemas.openxmlformats.org/drawingml/2006/main" w="28575">
            <a:solidFill>
              <a:srgbClr val="C4483C"/>
            </a:solidFill>
          </a:ln>
        </p:spPr>
      </p:sp>
      <p:sp>
        <p:nvSpPr>
          <p:cNvPr id="22" name="">
            <a:extLst xmlns:a="http://schemas.openxmlformats.org/drawingml/2006/main">
              <a:ext uri="{FF2B5EF4-FFF2-40B4-BE49-F238E27FC236}">
                <a16:creationId xmlns:a16="http://schemas.microsoft.com/office/drawing/2014/main" id="{378E2BF1-56A4-437F-BC99-CCB0E9D9FE74}"/>
              </a:ext>
            </a:extLst>
          </p:cNvPr>
          <p:cNvSpPr>
            <a:spLocks xmlns:a="http://schemas.openxmlformats.org/drawingml/2006/main" noGrp="1"/>
          </p:cNvSpPr>
          <p:nvPr/>
        </p:nvSpPr>
        <p:spPr>
          <a:xfrm xmlns:a="http://schemas.openxmlformats.org/drawingml/2006/main">
            <a:off x="4928088" y="3238500"/>
            <a:ext cx="71328" cy="9525"/>
          </a:xfrm>
          <a:custGeom xmlns:a="http://schemas.openxmlformats.org/drawingml/2006/main">
            <a:pathLst>
              <a:path w="71328" h="9525">
                <a:moveTo>
                  <a:pt x="0" y="0"/>
                </a:moveTo>
                <a:lnTo>
                  <a:pt x="71328" y="0"/>
                </a:lnTo>
              </a:path>
            </a:pathLst>
          </a:custGeom>
          <a:noFill xmlns:a="http://schemas.openxmlformats.org/drawingml/2006/main"/>
          <a:ln xmlns:a="http://schemas.openxmlformats.org/drawingml/2006/main" w="28575">
            <a:solidFill>
              <a:srgbClr val="C4483C"/>
            </a:solidFill>
          </a:ln>
        </p:spPr>
      </p:sp>
      <p:sp>
        <p:nvSpPr>
          <p:cNvPr id="23" name="">
            <a:extLst xmlns:a="http://schemas.openxmlformats.org/drawingml/2006/main">
              <a:ext uri="{FF2B5EF4-FFF2-40B4-BE49-F238E27FC236}">
                <a16:creationId xmlns:a16="http://schemas.microsoft.com/office/drawing/2014/main" id="{06B40A85-DCFE-49F8-BEA5-E57ABCCB0080}"/>
              </a:ext>
            </a:extLst>
          </p:cNvPr>
          <p:cNvSpPr>
            <a:spLocks xmlns:a="http://schemas.openxmlformats.org/drawingml/2006/main" noGrp="1"/>
          </p:cNvSpPr>
          <p:nvPr/>
        </p:nvSpPr>
        <p:spPr>
          <a:xfrm xmlns:a="http://schemas.openxmlformats.org/drawingml/2006/main">
            <a:off x="1838325" y="2933700"/>
            <a:ext cx="609600" cy="609600"/>
          </a:xfrm>
          <a:prstGeom xmlns:a="http://schemas.openxmlformats.org/drawingml/2006/main" prst="ellipse">
            <a:avLst/>
          </a:prstGeom>
          <a:solidFill xmlns:a="http://schemas.openxmlformats.org/drawingml/2006/main">
            <a:srgbClr val="F3EBDD"/>
          </a:solidFill>
          <a:ln xmlns:a="http://schemas.openxmlformats.org/drawingml/2006/main" w="17145">
            <a:solidFill>
              <a:srgbClr val="C4483C"/>
            </a:solidFill>
          </a:ln>
        </p:spPr>
      </p:sp>
      <p:sp>
        <p:nvSpPr>
          <p:cNvPr id="24" name="">
            <a:extLst xmlns:a="http://schemas.openxmlformats.org/drawingml/2006/main">
              <a:ext uri="{FF2B5EF4-FFF2-40B4-BE49-F238E27FC236}">
                <a16:creationId xmlns:a16="http://schemas.microsoft.com/office/drawing/2014/main" id="{F8556790-552C-4185-8991-54141C9CB488}"/>
              </a:ext>
            </a:extLst>
          </p:cNvPr>
          <p:cNvSpPr>
            <a:spLocks xmlns:a="http://schemas.openxmlformats.org/drawingml/2006/main" noGrp="1"/>
          </p:cNvSpPr>
          <p:nvPr/>
        </p:nvSpPr>
        <p:spPr>
          <a:xfrm xmlns:a="http://schemas.openxmlformats.org/drawingml/2006/main">
            <a:off x="1838325" y="293370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C4483C"/>
                </a:solidFill>
                <a:latin typeface="Yu Gothic"/>
                <a:ea typeface="Yu Gothic"/>
                <a:cs typeface="Yu Gothic"/>
              </a:defRPr>
            </a:defPPr>
            <a:lvl1pPr algn="ctr">
              <a:buNone/>
              <a:defRPr sz="2025" b="1">
                <a:solidFill>
                  <a:srgbClr val="C4483C"/>
                </a:solidFill>
                <a:latin typeface="Yu Gothic"/>
                <a:ea typeface="Yu Gothic"/>
                <a:cs typeface="Yu Gothic"/>
              </a:defRPr>
            </a:lvl1pPr>
            <a:lvl2pPr algn="ctr">
              <a:buNone/>
              <a:defRPr sz="2025" b="1">
                <a:solidFill>
                  <a:srgbClr val="C4483C"/>
                </a:solidFill>
                <a:latin typeface="Yu Gothic"/>
                <a:ea typeface="Yu Gothic"/>
                <a:cs typeface="Yu Gothic"/>
              </a:defRPr>
            </a:lvl2pPr>
            <a:lvl3pPr algn="ctr">
              <a:buNone/>
              <a:defRPr sz="2025" b="1">
                <a:solidFill>
                  <a:srgbClr val="C4483C"/>
                </a:solidFill>
                <a:latin typeface="Yu Gothic"/>
                <a:ea typeface="Yu Gothic"/>
                <a:cs typeface="Yu Gothic"/>
              </a:defRPr>
            </a:lvl3pPr>
            <a:lvl4pPr algn="ctr">
              <a:buNone/>
              <a:defRPr sz="2025" b="1">
                <a:solidFill>
                  <a:srgbClr val="C4483C"/>
                </a:solidFill>
                <a:latin typeface="Yu Gothic"/>
                <a:ea typeface="Yu Gothic"/>
                <a:cs typeface="Yu Gothic"/>
              </a:defRPr>
            </a:lvl4pPr>
            <a:lvl5pPr algn="ctr">
              <a:buNone/>
              <a:defRPr sz="2025" b="1">
                <a:solidFill>
                  <a:srgbClr val="C4483C"/>
                </a:solidFill>
                <a:latin typeface="Yu Gothic"/>
                <a:ea typeface="Yu Gothic"/>
                <a:cs typeface="Yu Gothic"/>
              </a:defRPr>
            </a:lvl5pPr>
            <a:lvl6pPr algn="ctr">
              <a:buNone/>
              <a:defRPr sz="2025" b="1">
                <a:solidFill>
                  <a:srgbClr val="C4483C"/>
                </a:solidFill>
                <a:latin typeface="Yu Gothic"/>
                <a:ea typeface="Yu Gothic"/>
                <a:cs typeface="Yu Gothic"/>
              </a:defRPr>
            </a:lvl6pPr>
            <a:lvl7pPr algn="ctr">
              <a:buNone/>
              <a:defRPr sz="2025" b="1">
                <a:solidFill>
                  <a:srgbClr val="C4483C"/>
                </a:solidFill>
                <a:latin typeface="Yu Gothic"/>
                <a:ea typeface="Yu Gothic"/>
                <a:cs typeface="Yu Gothic"/>
              </a:defRPr>
            </a:lvl7pPr>
            <a:lvl8pPr algn="ctr">
              <a:buNone/>
              <a:defRPr sz="2025" b="1">
                <a:solidFill>
                  <a:srgbClr val="C4483C"/>
                </a:solidFill>
                <a:latin typeface="Yu Gothic"/>
                <a:ea typeface="Yu Gothic"/>
                <a:cs typeface="Yu Gothic"/>
              </a:defRPr>
            </a:lvl8pPr>
            <a:lvl9pPr algn="ctr">
              <a:buNone/>
              <a:defRPr sz="2025" b="1">
                <a:solidFill>
                  <a:srgbClr val="C4483C"/>
                </a:solidFill>
                <a:latin typeface="Yu Gothic"/>
                <a:ea typeface="Yu Gothic"/>
                <a:cs typeface="Yu Gothic"/>
              </a:defRPr>
            </a:lvl9pPr>
          </a:lstStyle>
          <a:p xmlns:a="http://schemas.openxmlformats.org/drawingml/2006/main">
            <a:pPr algn="ctr">
              <a:buNone/>
              <a:defRPr sz="2025" b="1">
                <a:solidFill>
                  <a:srgbClr val="C4483C"/>
                </a:solidFill>
                <a:latin typeface="Yu Gothic"/>
                <a:ea typeface="Yu Gothic"/>
                <a:cs typeface="Yu Gothic"/>
              </a:defRPr>
            </a:pPr>
            <a:r>
              <a:rPr sz="2025" b="1">
                <a:solidFill>
                  <a:srgbClr val="C4483C"/>
                </a:solidFill>
                <a:latin typeface="Yu Gothic"/>
                <a:ea typeface="Yu Gothic"/>
                <a:cs typeface="Yu Gothic"/>
              </a:rPr>
              <a:t>O</a:t>
            </a:r>
          </a:p>
        </p:txBody>
      </p:sp>
      <p:sp>
        <p:nvSpPr>
          <p:cNvPr id="25" name="">
            <a:extLst xmlns:a="http://schemas.openxmlformats.org/drawingml/2006/main">
              <a:ext uri="{FF2B5EF4-FFF2-40B4-BE49-F238E27FC236}">
                <a16:creationId xmlns:a16="http://schemas.microsoft.com/office/drawing/2014/main" id="{119A5CC7-8F41-4F27-B1F9-82FE66D26833}"/>
              </a:ext>
            </a:extLst>
          </p:cNvPr>
          <p:cNvSpPr>
            <a:spLocks xmlns:a="http://schemas.openxmlformats.org/drawingml/2006/main" noGrp="1"/>
          </p:cNvSpPr>
          <p:nvPr/>
        </p:nvSpPr>
        <p:spPr>
          <a:xfrm xmlns:a="http://schemas.openxmlformats.org/drawingml/2006/main">
            <a:off x="2914650" y="3009900"/>
            <a:ext cx="457200" cy="4572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26" name="">
            <a:extLst xmlns:a="http://schemas.openxmlformats.org/drawingml/2006/main">
              <a:ext uri="{FF2B5EF4-FFF2-40B4-BE49-F238E27FC236}">
                <a16:creationId xmlns:a16="http://schemas.microsoft.com/office/drawing/2014/main" id="{5ECC868F-5B58-4248-8D0D-68588E2F0E25}"/>
              </a:ext>
            </a:extLst>
          </p:cNvPr>
          <p:cNvSpPr>
            <a:spLocks xmlns:a="http://schemas.openxmlformats.org/drawingml/2006/main" noGrp="1"/>
          </p:cNvSpPr>
          <p:nvPr/>
        </p:nvSpPr>
        <p:spPr>
          <a:xfrm xmlns:a="http://schemas.openxmlformats.org/drawingml/2006/main">
            <a:off x="2914650" y="30099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H</a:t>
            </a:r>
          </a:p>
        </p:txBody>
      </p:sp>
      <p:sp>
        <p:nvSpPr>
          <p:cNvPr id="27" name="">
            <a:extLst xmlns:a="http://schemas.openxmlformats.org/drawingml/2006/main">
              <a:ext uri="{FF2B5EF4-FFF2-40B4-BE49-F238E27FC236}">
                <a16:creationId xmlns:a16="http://schemas.microsoft.com/office/drawing/2014/main" id="{E4285266-5583-41A3-B0F1-B985F5113504}"/>
              </a:ext>
            </a:extLst>
          </p:cNvPr>
          <p:cNvSpPr>
            <a:spLocks xmlns:a="http://schemas.openxmlformats.org/drawingml/2006/main" noGrp="1"/>
          </p:cNvSpPr>
          <p:nvPr/>
        </p:nvSpPr>
        <p:spPr>
          <a:xfrm xmlns:a="http://schemas.openxmlformats.org/drawingml/2006/main">
            <a:off x="1657350" y="4010025"/>
            <a:ext cx="457200" cy="4572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28" name="">
            <a:extLst xmlns:a="http://schemas.openxmlformats.org/drawingml/2006/main">
              <a:ext uri="{FF2B5EF4-FFF2-40B4-BE49-F238E27FC236}">
                <a16:creationId xmlns:a16="http://schemas.microsoft.com/office/drawing/2014/main" id="{C602DAB2-1588-41B9-A945-81B61713DC07}"/>
              </a:ext>
            </a:extLst>
          </p:cNvPr>
          <p:cNvSpPr>
            <a:spLocks xmlns:a="http://schemas.openxmlformats.org/drawingml/2006/main" noGrp="1"/>
          </p:cNvSpPr>
          <p:nvPr/>
        </p:nvSpPr>
        <p:spPr>
          <a:xfrm xmlns:a="http://schemas.openxmlformats.org/drawingml/2006/main">
            <a:off x="1657350" y="40100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H</a:t>
            </a:r>
          </a:p>
        </p:txBody>
      </p:sp>
      <p:sp>
        <p:nvSpPr>
          <p:cNvPr id="29" name="">
            <a:extLst xmlns:a="http://schemas.openxmlformats.org/drawingml/2006/main">
              <a:ext uri="{FF2B5EF4-FFF2-40B4-BE49-F238E27FC236}">
                <a16:creationId xmlns:a16="http://schemas.microsoft.com/office/drawing/2014/main" id="{94138EB9-54B1-4A44-9C8F-1D013F049CE9}"/>
              </a:ext>
            </a:extLst>
          </p:cNvPr>
          <p:cNvSpPr>
            <a:spLocks xmlns:a="http://schemas.openxmlformats.org/drawingml/2006/main" noGrp="1"/>
          </p:cNvSpPr>
          <p:nvPr/>
        </p:nvSpPr>
        <p:spPr>
          <a:xfrm xmlns:a="http://schemas.openxmlformats.org/drawingml/2006/main">
            <a:off x="5076825" y="2933700"/>
            <a:ext cx="609600" cy="609600"/>
          </a:xfrm>
          <a:prstGeom xmlns:a="http://schemas.openxmlformats.org/drawingml/2006/main" prst="ellipse">
            <a:avLst/>
          </a:prstGeom>
          <a:solidFill xmlns:a="http://schemas.openxmlformats.org/drawingml/2006/main">
            <a:srgbClr val="F3EBDD"/>
          </a:solidFill>
          <a:ln xmlns:a="http://schemas.openxmlformats.org/drawingml/2006/main" w="17145">
            <a:solidFill>
              <a:srgbClr val="C4483C"/>
            </a:solidFill>
          </a:ln>
        </p:spPr>
      </p:sp>
      <p:sp>
        <p:nvSpPr>
          <p:cNvPr id="30" name="">
            <a:extLst xmlns:a="http://schemas.openxmlformats.org/drawingml/2006/main">
              <a:ext uri="{FF2B5EF4-FFF2-40B4-BE49-F238E27FC236}">
                <a16:creationId xmlns:a16="http://schemas.microsoft.com/office/drawing/2014/main" id="{B44E43AC-0D77-4762-B364-69FA79FC45E6}"/>
              </a:ext>
            </a:extLst>
          </p:cNvPr>
          <p:cNvSpPr>
            <a:spLocks xmlns:a="http://schemas.openxmlformats.org/drawingml/2006/main" noGrp="1"/>
          </p:cNvSpPr>
          <p:nvPr/>
        </p:nvSpPr>
        <p:spPr>
          <a:xfrm xmlns:a="http://schemas.openxmlformats.org/drawingml/2006/main">
            <a:off x="5076825" y="293370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C4483C"/>
                </a:solidFill>
                <a:latin typeface="Yu Gothic"/>
                <a:ea typeface="Yu Gothic"/>
                <a:cs typeface="Yu Gothic"/>
              </a:defRPr>
            </a:defPPr>
            <a:lvl1pPr algn="ctr">
              <a:buNone/>
              <a:defRPr sz="2025" b="1">
                <a:solidFill>
                  <a:srgbClr val="C4483C"/>
                </a:solidFill>
                <a:latin typeface="Yu Gothic"/>
                <a:ea typeface="Yu Gothic"/>
                <a:cs typeface="Yu Gothic"/>
              </a:defRPr>
            </a:lvl1pPr>
            <a:lvl2pPr algn="ctr">
              <a:buNone/>
              <a:defRPr sz="2025" b="1">
                <a:solidFill>
                  <a:srgbClr val="C4483C"/>
                </a:solidFill>
                <a:latin typeface="Yu Gothic"/>
                <a:ea typeface="Yu Gothic"/>
                <a:cs typeface="Yu Gothic"/>
              </a:defRPr>
            </a:lvl2pPr>
            <a:lvl3pPr algn="ctr">
              <a:buNone/>
              <a:defRPr sz="2025" b="1">
                <a:solidFill>
                  <a:srgbClr val="C4483C"/>
                </a:solidFill>
                <a:latin typeface="Yu Gothic"/>
                <a:ea typeface="Yu Gothic"/>
                <a:cs typeface="Yu Gothic"/>
              </a:defRPr>
            </a:lvl3pPr>
            <a:lvl4pPr algn="ctr">
              <a:buNone/>
              <a:defRPr sz="2025" b="1">
                <a:solidFill>
                  <a:srgbClr val="C4483C"/>
                </a:solidFill>
                <a:latin typeface="Yu Gothic"/>
                <a:ea typeface="Yu Gothic"/>
                <a:cs typeface="Yu Gothic"/>
              </a:defRPr>
            </a:lvl4pPr>
            <a:lvl5pPr algn="ctr">
              <a:buNone/>
              <a:defRPr sz="2025" b="1">
                <a:solidFill>
                  <a:srgbClr val="C4483C"/>
                </a:solidFill>
                <a:latin typeface="Yu Gothic"/>
                <a:ea typeface="Yu Gothic"/>
                <a:cs typeface="Yu Gothic"/>
              </a:defRPr>
            </a:lvl5pPr>
            <a:lvl6pPr algn="ctr">
              <a:buNone/>
              <a:defRPr sz="2025" b="1">
                <a:solidFill>
                  <a:srgbClr val="C4483C"/>
                </a:solidFill>
                <a:latin typeface="Yu Gothic"/>
                <a:ea typeface="Yu Gothic"/>
                <a:cs typeface="Yu Gothic"/>
              </a:defRPr>
            </a:lvl6pPr>
            <a:lvl7pPr algn="ctr">
              <a:buNone/>
              <a:defRPr sz="2025" b="1">
                <a:solidFill>
                  <a:srgbClr val="C4483C"/>
                </a:solidFill>
                <a:latin typeface="Yu Gothic"/>
                <a:ea typeface="Yu Gothic"/>
                <a:cs typeface="Yu Gothic"/>
              </a:defRPr>
            </a:lvl7pPr>
            <a:lvl8pPr algn="ctr">
              <a:buNone/>
              <a:defRPr sz="2025" b="1">
                <a:solidFill>
                  <a:srgbClr val="C4483C"/>
                </a:solidFill>
                <a:latin typeface="Yu Gothic"/>
                <a:ea typeface="Yu Gothic"/>
                <a:cs typeface="Yu Gothic"/>
              </a:defRPr>
            </a:lvl8pPr>
            <a:lvl9pPr algn="ctr">
              <a:buNone/>
              <a:defRPr sz="2025" b="1">
                <a:solidFill>
                  <a:srgbClr val="C4483C"/>
                </a:solidFill>
                <a:latin typeface="Yu Gothic"/>
                <a:ea typeface="Yu Gothic"/>
                <a:cs typeface="Yu Gothic"/>
              </a:defRPr>
            </a:lvl9pPr>
          </a:lstStyle>
          <a:p xmlns:a="http://schemas.openxmlformats.org/drawingml/2006/main">
            <a:pPr algn="ctr">
              <a:buNone/>
              <a:defRPr sz="2025" b="1">
                <a:solidFill>
                  <a:srgbClr val="C4483C"/>
                </a:solidFill>
                <a:latin typeface="Yu Gothic"/>
                <a:ea typeface="Yu Gothic"/>
                <a:cs typeface="Yu Gothic"/>
              </a:defRPr>
            </a:pPr>
            <a:r>
              <a:rPr sz="2025" b="1">
                <a:solidFill>
                  <a:srgbClr val="C4483C"/>
                </a:solidFill>
                <a:latin typeface="Yu Gothic"/>
                <a:ea typeface="Yu Gothic"/>
                <a:cs typeface="Yu Gothic"/>
              </a:rPr>
              <a:t>O</a:t>
            </a:r>
          </a:p>
        </p:txBody>
      </p:sp>
      <p:sp>
        <p:nvSpPr>
          <p:cNvPr id="31" name="">
            <a:extLst xmlns:a="http://schemas.openxmlformats.org/drawingml/2006/main">
              <a:ext uri="{FF2B5EF4-FFF2-40B4-BE49-F238E27FC236}">
                <a16:creationId xmlns:a16="http://schemas.microsoft.com/office/drawing/2014/main" id="{60AFC391-AA01-425C-9AAA-4D13F3A4091B}"/>
              </a:ext>
            </a:extLst>
          </p:cNvPr>
          <p:cNvSpPr>
            <a:spLocks xmlns:a="http://schemas.openxmlformats.org/drawingml/2006/main" noGrp="1"/>
          </p:cNvSpPr>
          <p:nvPr/>
        </p:nvSpPr>
        <p:spPr>
          <a:xfrm xmlns:a="http://schemas.openxmlformats.org/drawingml/2006/main">
            <a:off x="5629275" y="2400300"/>
            <a:ext cx="457200" cy="4572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32" name="">
            <a:extLst xmlns:a="http://schemas.openxmlformats.org/drawingml/2006/main">
              <a:ext uri="{FF2B5EF4-FFF2-40B4-BE49-F238E27FC236}">
                <a16:creationId xmlns:a16="http://schemas.microsoft.com/office/drawing/2014/main" id="{9ED33420-99E7-4397-B482-9A94E13B1F16}"/>
              </a:ext>
            </a:extLst>
          </p:cNvPr>
          <p:cNvSpPr>
            <a:spLocks xmlns:a="http://schemas.openxmlformats.org/drawingml/2006/main" noGrp="1"/>
          </p:cNvSpPr>
          <p:nvPr/>
        </p:nvSpPr>
        <p:spPr>
          <a:xfrm xmlns:a="http://schemas.openxmlformats.org/drawingml/2006/main">
            <a:off x="5629275" y="24003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H</a:t>
            </a:r>
          </a:p>
        </p:txBody>
      </p:sp>
      <p:sp>
        <p:nvSpPr>
          <p:cNvPr id="33" name="">
            <a:extLst xmlns:a="http://schemas.openxmlformats.org/drawingml/2006/main">
              <a:ext uri="{FF2B5EF4-FFF2-40B4-BE49-F238E27FC236}">
                <a16:creationId xmlns:a16="http://schemas.microsoft.com/office/drawing/2014/main" id="{CA7FCEE5-42AC-419D-ABDC-4B32F451CC58}"/>
              </a:ext>
            </a:extLst>
          </p:cNvPr>
          <p:cNvSpPr>
            <a:spLocks xmlns:a="http://schemas.openxmlformats.org/drawingml/2006/main" noGrp="1"/>
          </p:cNvSpPr>
          <p:nvPr/>
        </p:nvSpPr>
        <p:spPr>
          <a:xfrm xmlns:a="http://schemas.openxmlformats.org/drawingml/2006/main">
            <a:off x="5629275" y="3619500"/>
            <a:ext cx="457200" cy="4572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34" name="">
            <a:extLst xmlns:a="http://schemas.openxmlformats.org/drawingml/2006/main">
              <a:ext uri="{FF2B5EF4-FFF2-40B4-BE49-F238E27FC236}">
                <a16:creationId xmlns:a16="http://schemas.microsoft.com/office/drawing/2014/main" id="{40E530F3-B2F8-4709-9A8B-824FECA27D87}"/>
              </a:ext>
            </a:extLst>
          </p:cNvPr>
          <p:cNvSpPr>
            <a:spLocks xmlns:a="http://schemas.openxmlformats.org/drawingml/2006/main" noGrp="1"/>
          </p:cNvSpPr>
          <p:nvPr/>
        </p:nvSpPr>
        <p:spPr>
          <a:xfrm xmlns:a="http://schemas.openxmlformats.org/drawingml/2006/main">
            <a:off x="5629275" y="36195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buNone/>
              <a:defRPr sz="2025" b="1">
                <a:solidFill>
                  <a:srgbClr val="2876A8"/>
                </a:solidFill>
                <a:latin typeface="Yu Gothic"/>
                <a:ea typeface="Yu Gothic"/>
                <a:cs typeface="Yu Gothic"/>
              </a:defRPr>
            </a:lvl1pPr>
            <a:lvl2pPr algn="ctr">
              <a:buNone/>
              <a:defRPr sz="2025" b="1">
                <a:solidFill>
                  <a:srgbClr val="2876A8"/>
                </a:solidFill>
                <a:latin typeface="Yu Gothic"/>
                <a:ea typeface="Yu Gothic"/>
                <a:cs typeface="Yu Gothic"/>
              </a:defRPr>
            </a:lvl2pPr>
            <a:lvl3pPr algn="ctr">
              <a:buNone/>
              <a:defRPr sz="2025" b="1">
                <a:solidFill>
                  <a:srgbClr val="2876A8"/>
                </a:solidFill>
                <a:latin typeface="Yu Gothic"/>
                <a:ea typeface="Yu Gothic"/>
                <a:cs typeface="Yu Gothic"/>
              </a:defRPr>
            </a:lvl3pPr>
            <a:lvl4pPr algn="ctr">
              <a:buNone/>
              <a:defRPr sz="2025" b="1">
                <a:solidFill>
                  <a:srgbClr val="2876A8"/>
                </a:solidFill>
                <a:latin typeface="Yu Gothic"/>
                <a:ea typeface="Yu Gothic"/>
                <a:cs typeface="Yu Gothic"/>
              </a:defRPr>
            </a:lvl4pPr>
            <a:lvl5pPr algn="ctr">
              <a:buNone/>
              <a:defRPr sz="2025" b="1">
                <a:solidFill>
                  <a:srgbClr val="2876A8"/>
                </a:solidFill>
                <a:latin typeface="Yu Gothic"/>
                <a:ea typeface="Yu Gothic"/>
                <a:cs typeface="Yu Gothic"/>
              </a:defRPr>
            </a:lvl5pPr>
            <a:lvl6pPr algn="ctr">
              <a:buNone/>
              <a:defRPr sz="2025" b="1">
                <a:solidFill>
                  <a:srgbClr val="2876A8"/>
                </a:solidFill>
                <a:latin typeface="Yu Gothic"/>
                <a:ea typeface="Yu Gothic"/>
                <a:cs typeface="Yu Gothic"/>
              </a:defRPr>
            </a:lvl6pPr>
            <a:lvl7pPr algn="ctr">
              <a:buNone/>
              <a:defRPr sz="2025" b="1">
                <a:solidFill>
                  <a:srgbClr val="2876A8"/>
                </a:solidFill>
                <a:latin typeface="Yu Gothic"/>
                <a:ea typeface="Yu Gothic"/>
                <a:cs typeface="Yu Gothic"/>
              </a:defRPr>
            </a:lvl7pPr>
            <a:lvl8pPr algn="ctr">
              <a:buNone/>
              <a:defRPr sz="2025" b="1">
                <a:solidFill>
                  <a:srgbClr val="2876A8"/>
                </a:solidFill>
                <a:latin typeface="Yu Gothic"/>
                <a:ea typeface="Yu Gothic"/>
                <a:cs typeface="Yu Gothic"/>
              </a:defRPr>
            </a:lvl8pPr>
            <a:lvl9pPr algn="ctr">
              <a:buNone/>
              <a:defRPr sz="2025" b="1">
                <a:solidFill>
                  <a:srgbClr val="2876A8"/>
                </a:solidFill>
                <a:latin typeface="Yu Gothic"/>
                <a:ea typeface="Yu Gothic"/>
                <a:cs typeface="Yu Gothic"/>
              </a:defRPr>
            </a:lvl9pPr>
          </a:lstStyle>
          <a:p xmlns:a="http://schemas.openxmlformats.org/drawingml/2006/main">
            <a:pPr algn="ct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H</a:t>
            </a:r>
          </a:p>
        </p:txBody>
      </p:sp>
      <p:sp>
        <p:nvSpPr>
          <p:cNvPr id="35" name="">
            <a:extLst xmlns:a="http://schemas.openxmlformats.org/drawingml/2006/main">
              <a:ext uri="{FF2B5EF4-FFF2-40B4-BE49-F238E27FC236}">
                <a16:creationId xmlns:a16="http://schemas.microsoft.com/office/drawing/2014/main" id="{813A36DD-43FE-4A00-AEA3-6CBDF55F301F}"/>
              </a:ext>
            </a:extLst>
          </p:cNvPr>
          <p:cNvSpPr>
            <a:spLocks xmlns:a="http://schemas.openxmlformats.org/drawingml/2006/main" noGrp="1"/>
          </p:cNvSpPr>
          <p:nvPr/>
        </p:nvSpPr>
        <p:spPr>
          <a:xfrm xmlns:a="http://schemas.openxmlformats.org/drawingml/2006/main">
            <a:off x="1809750" y="2619375"/>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C4483C"/>
                </a:solidFill>
                <a:latin typeface="Yu Gothic"/>
                <a:ea typeface="Yu Gothic"/>
                <a:cs typeface="Yu Gothic"/>
              </a:defRPr>
            </a:defPPr>
            <a:lvl1pPr>
              <a:buNone/>
              <a:defRPr sz="1950" b="1">
                <a:solidFill>
                  <a:srgbClr val="C4483C"/>
                </a:solidFill>
                <a:latin typeface="Yu Gothic"/>
                <a:ea typeface="Yu Gothic"/>
                <a:cs typeface="Yu Gothic"/>
              </a:defRPr>
            </a:lvl1pPr>
            <a:lvl2pPr>
              <a:buNone/>
              <a:defRPr sz="1950" b="1">
                <a:solidFill>
                  <a:srgbClr val="C4483C"/>
                </a:solidFill>
                <a:latin typeface="Yu Gothic"/>
                <a:ea typeface="Yu Gothic"/>
                <a:cs typeface="Yu Gothic"/>
              </a:defRPr>
            </a:lvl2pPr>
            <a:lvl3pPr>
              <a:buNone/>
              <a:defRPr sz="1950" b="1">
                <a:solidFill>
                  <a:srgbClr val="C4483C"/>
                </a:solidFill>
                <a:latin typeface="Yu Gothic"/>
                <a:ea typeface="Yu Gothic"/>
                <a:cs typeface="Yu Gothic"/>
              </a:defRPr>
            </a:lvl3pPr>
            <a:lvl4pPr>
              <a:buNone/>
              <a:defRPr sz="1950" b="1">
                <a:solidFill>
                  <a:srgbClr val="C4483C"/>
                </a:solidFill>
                <a:latin typeface="Yu Gothic"/>
                <a:ea typeface="Yu Gothic"/>
                <a:cs typeface="Yu Gothic"/>
              </a:defRPr>
            </a:lvl4pPr>
            <a:lvl5pPr>
              <a:buNone/>
              <a:defRPr sz="1950" b="1">
                <a:solidFill>
                  <a:srgbClr val="C4483C"/>
                </a:solidFill>
                <a:latin typeface="Yu Gothic"/>
                <a:ea typeface="Yu Gothic"/>
                <a:cs typeface="Yu Gothic"/>
              </a:defRPr>
            </a:lvl5pPr>
            <a:lvl6pPr>
              <a:buNone/>
              <a:defRPr sz="1950" b="1">
                <a:solidFill>
                  <a:srgbClr val="C4483C"/>
                </a:solidFill>
                <a:latin typeface="Yu Gothic"/>
                <a:ea typeface="Yu Gothic"/>
                <a:cs typeface="Yu Gothic"/>
              </a:defRPr>
            </a:lvl6pPr>
            <a:lvl7pPr>
              <a:buNone/>
              <a:defRPr sz="1950" b="1">
                <a:solidFill>
                  <a:srgbClr val="C4483C"/>
                </a:solidFill>
                <a:latin typeface="Yu Gothic"/>
                <a:ea typeface="Yu Gothic"/>
                <a:cs typeface="Yu Gothic"/>
              </a:defRPr>
            </a:lvl7pPr>
            <a:lvl8pPr>
              <a:buNone/>
              <a:defRPr sz="1950" b="1">
                <a:solidFill>
                  <a:srgbClr val="C4483C"/>
                </a:solidFill>
                <a:latin typeface="Yu Gothic"/>
                <a:ea typeface="Yu Gothic"/>
                <a:cs typeface="Yu Gothic"/>
              </a:defRPr>
            </a:lvl8pPr>
            <a:lvl9pPr>
              <a:buNone/>
              <a:defRPr sz="1950" b="1">
                <a:solidFill>
                  <a:srgbClr val="C4483C"/>
                </a:solidFill>
                <a:latin typeface="Yu Gothic"/>
                <a:ea typeface="Yu Gothic"/>
                <a:cs typeface="Yu Gothic"/>
              </a:defRPr>
            </a:lvl9pPr>
          </a:lstStyle>
          <a:p xmlns:a="http://schemas.openxmlformats.org/drawingml/2006/main">
            <a:pPr>
              <a:buNone/>
              <a:defRPr sz="1950" b="1">
                <a:solidFill>
                  <a:srgbClr val="C4483C"/>
                </a:solidFill>
                <a:latin typeface="Yu Gothic"/>
                <a:ea typeface="Yu Gothic"/>
                <a:cs typeface="Yu Gothic"/>
              </a:defRPr>
            </a:pPr>
            <a:r>
              <a:rPr sz="1950" b="1">
                <a:solidFill>
                  <a:srgbClr val="C4483C"/>
                </a:solidFill>
                <a:latin typeface="Yu Gothic"/>
                <a:ea typeface="Yu Gothic"/>
                <a:cs typeface="Yu Gothic"/>
              </a:rPr>
              <a:t>δ−</a:t>
            </a:r>
          </a:p>
        </p:txBody>
      </p:sp>
      <p:sp>
        <p:nvSpPr>
          <p:cNvPr id="36" name="">
            <a:extLst xmlns:a="http://schemas.openxmlformats.org/drawingml/2006/main">
              <a:ext uri="{FF2B5EF4-FFF2-40B4-BE49-F238E27FC236}">
                <a16:creationId xmlns:a16="http://schemas.microsoft.com/office/drawing/2014/main" id="{9D5DCB0B-096D-4E0B-AC37-174D42D9943C}"/>
              </a:ext>
            </a:extLst>
          </p:cNvPr>
          <p:cNvSpPr>
            <a:spLocks xmlns:a="http://schemas.openxmlformats.org/drawingml/2006/main" noGrp="1"/>
          </p:cNvSpPr>
          <p:nvPr/>
        </p:nvSpPr>
        <p:spPr>
          <a:xfrm xmlns:a="http://schemas.openxmlformats.org/drawingml/2006/main">
            <a:off x="2838450" y="3619500"/>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2876A8"/>
                </a:solidFill>
                <a:latin typeface="Yu Gothic"/>
                <a:ea typeface="Yu Gothic"/>
                <a:cs typeface="Yu Gothic"/>
              </a:defRPr>
            </a:defPPr>
            <a:lvl1pPr>
              <a:buNone/>
              <a:defRPr sz="1800" b="1">
                <a:solidFill>
                  <a:srgbClr val="2876A8"/>
                </a:solidFill>
                <a:latin typeface="Yu Gothic"/>
                <a:ea typeface="Yu Gothic"/>
                <a:cs typeface="Yu Gothic"/>
              </a:defRPr>
            </a:lvl1pPr>
            <a:lvl2pPr>
              <a:buNone/>
              <a:defRPr sz="1800" b="1">
                <a:solidFill>
                  <a:srgbClr val="2876A8"/>
                </a:solidFill>
                <a:latin typeface="Yu Gothic"/>
                <a:ea typeface="Yu Gothic"/>
                <a:cs typeface="Yu Gothic"/>
              </a:defRPr>
            </a:lvl2pPr>
            <a:lvl3pPr>
              <a:buNone/>
              <a:defRPr sz="1800" b="1">
                <a:solidFill>
                  <a:srgbClr val="2876A8"/>
                </a:solidFill>
                <a:latin typeface="Yu Gothic"/>
                <a:ea typeface="Yu Gothic"/>
                <a:cs typeface="Yu Gothic"/>
              </a:defRPr>
            </a:lvl3pPr>
            <a:lvl4pPr>
              <a:buNone/>
              <a:defRPr sz="1800" b="1">
                <a:solidFill>
                  <a:srgbClr val="2876A8"/>
                </a:solidFill>
                <a:latin typeface="Yu Gothic"/>
                <a:ea typeface="Yu Gothic"/>
                <a:cs typeface="Yu Gothic"/>
              </a:defRPr>
            </a:lvl4pPr>
            <a:lvl5pPr>
              <a:buNone/>
              <a:defRPr sz="1800" b="1">
                <a:solidFill>
                  <a:srgbClr val="2876A8"/>
                </a:solidFill>
                <a:latin typeface="Yu Gothic"/>
                <a:ea typeface="Yu Gothic"/>
                <a:cs typeface="Yu Gothic"/>
              </a:defRPr>
            </a:lvl5pPr>
            <a:lvl6pPr>
              <a:buNone/>
              <a:defRPr sz="1800" b="1">
                <a:solidFill>
                  <a:srgbClr val="2876A8"/>
                </a:solidFill>
                <a:latin typeface="Yu Gothic"/>
                <a:ea typeface="Yu Gothic"/>
                <a:cs typeface="Yu Gothic"/>
              </a:defRPr>
            </a:lvl6pPr>
            <a:lvl7pPr>
              <a:buNone/>
              <a:defRPr sz="1800" b="1">
                <a:solidFill>
                  <a:srgbClr val="2876A8"/>
                </a:solidFill>
                <a:latin typeface="Yu Gothic"/>
                <a:ea typeface="Yu Gothic"/>
                <a:cs typeface="Yu Gothic"/>
              </a:defRPr>
            </a:lvl7pPr>
            <a:lvl8pPr>
              <a:buNone/>
              <a:defRPr sz="1800" b="1">
                <a:solidFill>
                  <a:srgbClr val="2876A8"/>
                </a:solidFill>
                <a:latin typeface="Yu Gothic"/>
                <a:ea typeface="Yu Gothic"/>
                <a:cs typeface="Yu Gothic"/>
              </a:defRPr>
            </a:lvl8pPr>
            <a:lvl9pPr>
              <a:buNone/>
              <a:defRPr sz="1800" b="1">
                <a:solidFill>
                  <a:srgbClr val="2876A8"/>
                </a:solidFill>
                <a:latin typeface="Yu Gothic"/>
                <a:ea typeface="Yu Gothic"/>
                <a:cs typeface="Yu Gothic"/>
              </a:defRPr>
            </a:lvl9pPr>
          </a:lstStyle>
          <a:p xmlns:a="http://schemas.openxmlformats.org/drawingml/2006/main">
            <a:pPr>
              <a:buNone/>
              <a:defRPr sz="1800" b="1">
                <a:solidFill>
                  <a:srgbClr val="2876A8"/>
                </a:solidFill>
                <a:latin typeface="Yu Gothic"/>
                <a:ea typeface="Yu Gothic"/>
                <a:cs typeface="Yu Gothic"/>
              </a:defRPr>
            </a:pPr>
            <a:r>
              <a:rPr sz="1800" b="1">
                <a:solidFill>
                  <a:srgbClr val="2876A8"/>
                </a:solidFill>
                <a:latin typeface="Yu Gothic"/>
                <a:ea typeface="Yu Gothic"/>
                <a:cs typeface="Yu Gothic"/>
              </a:rPr>
              <a:t>δ＋</a:t>
            </a:r>
          </a:p>
        </p:txBody>
      </p:sp>
      <p:sp>
        <p:nvSpPr>
          <p:cNvPr id="37" name="">
            <a:extLst xmlns:a="http://schemas.openxmlformats.org/drawingml/2006/main">
              <a:ext uri="{FF2B5EF4-FFF2-40B4-BE49-F238E27FC236}">
                <a16:creationId xmlns:a16="http://schemas.microsoft.com/office/drawing/2014/main" id="{6548E196-0567-4A77-B60B-95BF1796727B}"/>
              </a:ext>
            </a:extLst>
          </p:cNvPr>
          <p:cNvSpPr>
            <a:spLocks xmlns:a="http://schemas.openxmlformats.org/drawingml/2006/main" noGrp="1"/>
          </p:cNvSpPr>
          <p:nvPr/>
        </p:nvSpPr>
        <p:spPr>
          <a:xfrm xmlns:a="http://schemas.openxmlformats.org/drawingml/2006/main">
            <a:off x="5048250" y="2619375"/>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C4483C"/>
                </a:solidFill>
                <a:latin typeface="Yu Gothic"/>
                <a:ea typeface="Yu Gothic"/>
                <a:cs typeface="Yu Gothic"/>
              </a:defRPr>
            </a:defPPr>
            <a:lvl1pPr>
              <a:buNone/>
              <a:defRPr sz="1950" b="1">
                <a:solidFill>
                  <a:srgbClr val="C4483C"/>
                </a:solidFill>
                <a:latin typeface="Yu Gothic"/>
                <a:ea typeface="Yu Gothic"/>
                <a:cs typeface="Yu Gothic"/>
              </a:defRPr>
            </a:lvl1pPr>
            <a:lvl2pPr>
              <a:buNone/>
              <a:defRPr sz="1950" b="1">
                <a:solidFill>
                  <a:srgbClr val="C4483C"/>
                </a:solidFill>
                <a:latin typeface="Yu Gothic"/>
                <a:ea typeface="Yu Gothic"/>
                <a:cs typeface="Yu Gothic"/>
              </a:defRPr>
            </a:lvl2pPr>
            <a:lvl3pPr>
              <a:buNone/>
              <a:defRPr sz="1950" b="1">
                <a:solidFill>
                  <a:srgbClr val="C4483C"/>
                </a:solidFill>
                <a:latin typeface="Yu Gothic"/>
                <a:ea typeface="Yu Gothic"/>
                <a:cs typeface="Yu Gothic"/>
              </a:defRPr>
            </a:lvl3pPr>
            <a:lvl4pPr>
              <a:buNone/>
              <a:defRPr sz="1950" b="1">
                <a:solidFill>
                  <a:srgbClr val="C4483C"/>
                </a:solidFill>
                <a:latin typeface="Yu Gothic"/>
                <a:ea typeface="Yu Gothic"/>
                <a:cs typeface="Yu Gothic"/>
              </a:defRPr>
            </a:lvl4pPr>
            <a:lvl5pPr>
              <a:buNone/>
              <a:defRPr sz="1950" b="1">
                <a:solidFill>
                  <a:srgbClr val="C4483C"/>
                </a:solidFill>
                <a:latin typeface="Yu Gothic"/>
                <a:ea typeface="Yu Gothic"/>
                <a:cs typeface="Yu Gothic"/>
              </a:defRPr>
            </a:lvl5pPr>
            <a:lvl6pPr>
              <a:buNone/>
              <a:defRPr sz="1950" b="1">
                <a:solidFill>
                  <a:srgbClr val="C4483C"/>
                </a:solidFill>
                <a:latin typeface="Yu Gothic"/>
                <a:ea typeface="Yu Gothic"/>
                <a:cs typeface="Yu Gothic"/>
              </a:defRPr>
            </a:lvl6pPr>
            <a:lvl7pPr>
              <a:buNone/>
              <a:defRPr sz="1950" b="1">
                <a:solidFill>
                  <a:srgbClr val="C4483C"/>
                </a:solidFill>
                <a:latin typeface="Yu Gothic"/>
                <a:ea typeface="Yu Gothic"/>
                <a:cs typeface="Yu Gothic"/>
              </a:defRPr>
            </a:lvl7pPr>
            <a:lvl8pPr>
              <a:buNone/>
              <a:defRPr sz="1950" b="1">
                <a:solidFill>
                  <a:srgbClr val="C4483C"/>
                </a:solidFill>
                <a:latin typeface="Yu Gothic"/>
                <a:ea typeface="Yu Gothic"/>
                <a:cs typeface="Yu Gothic"/>
              </a:defRPr>
            </a:lvl8pPr>
            <a:lvl9pPr>
              <a:buNone/>
              <a:defRPr sz="1950" b="1">
                <a:solidFill>
                  <a:srgbClr val="C4483C"/>
                </a:solidFill>
                <a:latin typeface="Yu Gothic"/>
                <a:ea typeface="Yu Gothic"/>
                <a:cs typeface="Yu Gothic"/>
              </a:defRPr>
            </a:lvl9pPr>
          </a:lstStyle>
          <a:p xmlns:a="http://schemas.openxmlformats.org/drawingml/2006/main">
            <a:pPr>
              <a:buNone/>
              <a:defRPr sz="1950" b="1">
                <a:solidFill>
                  <a:srgbClr val="C4483C"/>
                </a:solidFill>
                <a:latin typeface="Yu Gothic"/>
                <a:ea typeface="Yu Gothic"/>
                <a:cs typeface="Yu Gothic"/>
              </a:defRPr>
            </a:pPr>
            <a:r>
              <a:rPr sz="1950" b="1">
                <a:solidFill>
                  <a:srgbClr val="C4483C"/>
                </a:solidFill>
                <a:latin typeface="Yu Gothic"/>
                <a:ea typeface="Yu Gothic"/>
                <a:cs typeface="Yu Gothic"/>
              </a:rPr>
              <a:t>δ−</a:t>
            </a:r>
          </a:p>
        </p:txBody>
      </p:sp>
      <p:sp>
        <p:nvSpPr>
          <p:cNvPr id="38" name="">
            <a:extLst xmlns:a="http://schemas.openxmlformats.org/drawingml/2006/main">
              <a:ext uri="{FF2B5EF4-FFF2-40B4-BE49-F238E27FC236}">
                <a16:creationId xmlns:a16="http://schemas.microsoft.com/office/drawing/2014/main" id="{3919913C-CC62-4B41-AF78-ED4783BAE935}"/>
              </a:ext>
            </a:extLst>
          </p:cNvPr>
          <p:cNvSpPr>
            <a:spLocks xmlns:a="http://schemas.openxmlformats.org/drawingml/2006/main" noGrp="1"/>
          </p:cNvSpPr>
          <p:nvPr/>
        </p:nvSpPr>
        <p:spPr>
          <a:xfrm xmlns:a="http://schemas.openxmlformats.org/drawingml/2006/main">
            <a:off x="952500" y="495300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共有結合</a:t>
            </a:r>
          </a:p>
        </p:txBody>
      </p:sp>
      <p:sp>
        <p:nvSpPr>
          <p:cNvPr id="39" name="">
            <a:extLst xmlns:a="http://schemas.openxmlformats.org/drawingml/2006/main">
              <a:ext uri="{FF2B5EF4-FFF2-40B4-BE49-F238E27FC236}">
                <a16:creationId xmlns:a16="http://schemas.microsoft.com/office/drawing/2014/main" id="{8EA59198-9937-493A-AB7A-81B656E33A6D}"/>
              </a:ext>
            </a:extLst>
          </p:cNvPr>
          <p:cNvSpPr>
            <a:spLocks xmlns:a="http://schemas.openxmlformats.org/drawingml/2006/main" noGrp="1"/>
          </p:cNvSpPr>
          <p:nvPr/>
        </p:nvSpPr>
        <p:spPr>
          <a:xfrm xmlns:a="http://schemas.openxmlformats.org/drawingml/2006/main">
            <a:off x="3667125" y="37147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水素結合</a:t>
            </a:r>
          </a:p>
        </p:txBody>
      </p:sp>
      <p:sp>
        <p:nvSpPr>
          <p:cNvPr id="40" name="">
            <a:extLst xmlns:a="http://schemas.openxmlformats.org/drawingml/2006/main">
              <a:ext uri="{FF2B5EF4-FFF2-40B4-BE49-F238E27FC236}">
                <a16:creationId xmlns:a16="http://schemas.microsoft.com/office/drawing/2014/main" id="{CD8E2693-67C1-4792-9703-269C2FCC28FF}"/>
              </a:ext>
            </a:extLst>
          </p:cNvPr>
          <p:cNvSpPr>
            <a:spLocks xmlns:a="http://schemas.openxmlformats.org/drawingml/2006/main" noGrp="1"/>
          </p:cNvSpPr>
          <p:nvPr/>
        </p:nvSpPr>
        <p:spPr>
          <a:xfrm xmlns:a="http://schemas.openxmlformats.org/drawingml/2006/main">
            <a:off x="7239000" y="238125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O–H等のHと、</a:t>
            </a:r>
          </a:p>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近くのO等の相互作用</a:t>
            </a:r>
          </a:p>
        </p:txBody>
      </p:sp>
      <p:sp>
        <p:nvSpPr>
          <p:cNvPr id="41" name="">
            <a:extLst xmlns:a="http://schemas.openxmlformats.org/drawingml/2006/main">
              <a:ext uri="{FF2B5EF4-FFF2-40B4-BE49-F238E27FC236}">
                <a16:creationId xmlns:a16="http://schemas.microsoft.com/office/drawing/2014/main" id="{4D56B7E5-0BE7-4993-A56A-C3B31F43EEC9}"/>
              </a:ext>
            </a:extLst>
          </p:cNvPr>
          <p:cNvSpPr>
            <a:spLocks xmlns:a="http://schemas.openxmlformats.org/drawingml/2006/main" noGrp="1"/>
          </p:cNvSpPr>
          <p:nvPr/>
        </p:nvSpPr>
        <p:spPr>
          <a:xfrm xmlns:a="http://schemas.openxmlformats.org/drawingml/2006/main">
            <a:off x="7239000" y="3476625"/>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典型例はO・N・Fが関わる</a:t>
            </a:r>
          </a:p>
        </p:txBody>
      </p:sp>
      <p:sp>
        <p:nvSpPr>
          <p:cNvPr id="42" name="">
            <a:extLst xmlns:a="http://schemas.openxmlformats.org/drawingml/2006/main">
              <a:ext uri="{FF2B5EF4-FFF2-40B4-BE49-F238E27FC236}">
                <a16:creationId xmlns:a16="http://schemas.microsoft.com/office/drawing/2014/main" id="{56366BD5-BDA3-452E-B7C4-6B10D2CA53B7}"/>
              </a:ext>
            </a:extLst>
          </p:cNvPr>
          <p:cNvSpPr>
            <a:spLocks xmlns:a="http://schemas.openxmlformats.org/drawingml/2006/main" noGrp="1"/>
          </p:cNvSpPr>
          <p:nvPr/>
        </p:nvSpPr>
        <p:spPr>
          <a:xfrm xmlns:a="http://schemas.openxmlformats.org/drawingml/2006/main">
            <a:off x="7239000" y="42386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1本ごとは通常の共有結合より弱い</a:t>
            </a:r>
          </a:p>
        </p:txBody>
      </p:sp>
      <p:sp>
        <p:nvSpPr>
          <p:cNvPr id="43" name="">
            <a:extLst xmlns:a="http://schemas.openxmlformats.org/drawingml/2006/main">
              <a:ext uri="{FF2B5EF4-FFF2-40B4-BE49-F238E27FC236}">
                <a16:creationId xmlns:a16="http://schemas.microsoft.com/office/drawing/2014/main" id="{5BC367B7-C3E5-42F1-BD26-3BA31A2944C9}"/>
              </a:ext>
            </a:extLst>
          </p:cNvPr>
          <p:cNvSpPr>
            <a:spLocks xmlns:a="http://schemas.openxmlformats.org/drawingml/2006/main" noGrp="1"/>
          </p:cNvSpPr>
          <p:nvPr/>
        </p:nvSpPr>
        <p:spPr>
          <a:xfrm xmlns:a="http://schemas.openxmlformats.org/drawingml/2006/main">
            <a:off x="7239000" y="509587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多数集まると性質に関わる</a:t>
            </a:r>
          </a:p>
        </p:txBody>
      </p:sp>
      <p:sp>
        <p:nvSpPr>
          <p:cNvPr id="44" name="">
            <a:extLst xmlns:a="http://schemas.openxmlformats.org/drawingml/2006/main">
              <a:ext uri="{FF2B5EF4-FFF2-40B4-BE49-F238E27FC236}">
                <a16:creationId xmlns:a16="http://schemas.microsoft.com/office/drawing/2014/main" id="{F15E095E-D116-4C88-8DE0-619F6D5A9E1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δは部分的な電荷。実線：共有結合、破線：水素結合。分子内にも生じる。孤立電子対等は省略。[4,5]</a:t>
            </a:r>
          </a:p>
        </p:txBody>
      </p:sp>
    </p:spTree>
    <p:extLst>
      <p:ext uri="{BB962C8B-B14F-4D97-AF65-F5344CB8AC3E}">
        <p14:creationId xmlns:p14="http://schemas.microsoft.com/office/powerpoint/2010/main" val="226222279"/>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2DB0299D-C91A-4B26-AF93-956BEC7C7245}"/>
              </a:ext>
            </a:extLst>
          </p:cNvPr>
          <p:cNvSpPr>
            <a:spLocks xmlns:a="http://schemas.openxmlformats.org/drawingml/2006/main" noGrp="1"/>
          </p:cNvSpPr>
          <p:nvPr/>
        </p:nvSpPr>
        <p:spPr>
          <a:xfrm xmlns:a="http://schemas.openxmlformats.org/drawingml/2006/main">
            <a:off x="685800" y="428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参考 高分子・木材・水へのつながり</a:t>
            </a:r>
          </a:p>
        </p:txBody>
      </p:sp>
      <p:sp>
        <p:nvSpPr>
          <p:cNvPr id="2" name="">
            <a:extLst xmlns:a="http://schemas.openxmlformats.org/drawingml/2006/main">
              <a:ext uri="{FF2B5EF4-FFF2-40B4-BE49-F238E27FC236}">
                <a16:creationId xmlns:a16="http://schemas.microsoft.com/office/drawing/2014/main" id="{F8011F99-8CB2-4BAA-BA24-C1AE494A3270}"/>
              </a:ext>
            </a:extLst>
          </p:cNvPr>
          <p:cNvSpPr>
            <a:spLocks xmlns:a="http://schemas.openxmlformats.org/drawingml/2006/main" noGrp="1"/>
          </p:cNvSpPr>
          <p:nvPr/>
        </p:nvSpPr>
        <p:spPr>
          <a:xfrm xmlns:a="http://schemas.openxmlformats.org/drawingml/2006/main">
            <a:off x="685800" y="119062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6193">
            <a:solidFill>
              <a:srgbClr val="D7E2E8"/>
            </a:solidFill>
          </a:ln>
        </p:spPr>
      </p:sp>
      <p:sp>
        <p:nvSpPr>
          <p:cNvPr id="3" name="">
            <a:extLst xmlns:a="http://schemas.openxmlformats.org/drawingml/2006/main">
              <a:ext uri="{FF2B5EF4-FFF2-40B4-BE49-F238E27FC236}">
                <a16:creationId xmlns:a16="http://schemas.microsoft.com/office/drawing/2014/main" id="{AF47109F-1B18-4E3A-B270-C8783C935134}"/>
              </a:ext>
            </a:extLst>
          </p:cNvPr>
          <p:cNvSpPr>
            <a:spLocks xmlns:a="http://schemas.openxmlformats.org/drawingml/2006/main" noGrp="1"/>
          </p:cNvSpPr>
          <p:nvPr/>
        </p:nvSpPr>
        <p:spPr>
          <a:xfrm xmlns:a="http://schemas.openxmlformats.org/drawingml/2006/main">
            <a:off x="685800" y="642937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化学の復習（任意参考）</a:t>
            </a:r>
          </a:p>
        </p:txBody>
      </p:sp>
      <p:sp>
        <p:nvSpPr>
          <p:cNvPr id="4" name="">
            <a:extLst xmlns:a="http://schemas.openxmlformats.org/drawingml/2006/main">
              <a:ext uri="{FF2B5EF4-FFF2-40B4-BE49-F238E27FC236}">
                <a16:creationId xmlns:a16="http://schemas.microsoft.com/office/drawing/2014/main" id="{5BA05AB6-AECD-460A-AE50-43A4DB3991DD}"/>
              </a:ext>
            </a:extLst>
          </p:cNvPr>
          <p:cNvSpPr>
            <a:spLocks xmlns:a="http://schemas.openxmlformats.org/drawingml/2006/main" noGrp="1"/>
          </p:cNvSpPr>
          <p:nvPr/>
        </p:nvSpPr>
        <p:spPr>
          <a:xfrm xmlns:a="http://schemas.openxmlformats.org/drawingml/2006/main">
            <a:off x="11239500" y="6429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71818B"/>
                </a:solidFill>
                <a:latin typeface="Yu Gothic"/>
                <a:ea typeface="Yu Gothic"/>
                <a:cs typeface="Yu Gothic"/>
              </a:defRPr>
            </a:defPPr>
            <a:lvl1pPr>
              <a:buNone/>
              <a:defRPr sz="1350" b="0">
                <a:solidFill>
                  <a:srgbClr val="71818B"/>
                </a:solidFill>
                <a:latin typeface="Yu Gothic"/>
                <a:ea typeface="Yu Gothic"/>
                <a:cs typeface="Yu Gothic"/>
              </a:defRPr>
            </a:lvl1pPr>
            <a:lvl2pPr>
              <a:buNone/>
              <a:defRPr sz="1350" b="0">
                <a:solidFill>
                  <a:srgbClr val="71818B"/>
                </a:solidFill>
                <a:latin typeface="Yu Gothic"/>
                <a:ea typeface="Yu Gothic"/>
                <a:cs typeface="Yu Gothic"/>
              </a:defRPr>
            </a:lvl2pPr>
            <a:lvl3pPr>
              <a:buNone/>
              <a:defRPr sz="1350" b="0">
                <a:solidFill>
                  <a:srgbClr val="71818B"/>
                </a:solidFill>
                <a:latin typeface="Yu Gothic"/>
                <a:ea typeface="Yu Gothic"/>
                <a:cs typeface="Yu Gothic"/>
              </a:defRPr>
            </a:lvl3pPr>
            <a:lvl4pPr>
              <a:buNone/>
              <a:defRPr sz="1350" b="0">
                <a:solidFill>
                  <a:srgbClr val="71818B"/>
                </a:solidFill>
                <a:latin typeface="Yu Gothic"/>
                <a:ea typeface="Yu Gothic"/>
                <a:cs typeface="Yu Gothic"/>
              </a:defRPr>
            </a:lvl4pPr>
            <a:lvl5pPr>
              <a:buNone/>
              <a:defRPr sz="1350" b="0">
                <a:solidFill>
                  <a:srgbClr val="71818B"/>
                </a:solidFill>
                <a:latin typeface="Yu Gothic"/>
                <a:ea typeface="Yu Gothic"/>
                <a:cs typeface="Yu Gothic"/>
              </a:defRPr>
            </a:lvl5pPr>
            <a:lvl6pPr>
              <a:buNone/>
              <a:defRPr sz="1350" b="0">
                <a:solidFill>
                  <a:srgbClr val="71818B"/>
                </a:solidFill>
                <a:latin typeface="Yu Gothic"/>
                <a:ea typeface="Yu Gothic"/>
                <a:cs typeface="Yu Gothic"/>
              </a:defRPr>
            </a:lvl6pPr>
            <a:lvl7pPr>
              <a:buNone/>
              <a:defRPr sz="1350" b="0">
                <a:solidFill>
                  <a:srgbClr val="71818B"/>
                </a:solidFill>
                <a:latin typeface="Yu Gothic"/>
                <a:ea typeface="Yu Gothic"/>
                <a:cs typeface="Yu Gothic"/>
              </a:defRPr>
            </a:lvl7pPr>
            <a:lvl8pPr>
              <a:buNone/>
              <a:defRPr sz="1350" b="0">
                <a:solidFill>
                  <a:srgbClr val="71818B"/>
                </a:solidFill>
                <a:latin typeface="Yu Gothic"/>
                <a:ea typeface="Yu Gothic"/>
                <a:cs typeface="Yu Gothic"/>
              </a:defRPr>
            </a:lvl8pPr>
            <a:lvl9pPr>
              <a:buNone/>
              <a:defRPr sz="1350" b="0">
                <a:solidFill>
                  <a:srgbClr val="71818B"/>
                </a:solidFill>
                <a:latin typeface="Yu Gothic"/>
                <a:ea typeface="Yu Gothic"/>
                <a:cs typeface="Yu Gothic"/>
              </a:defRPr>
            </a:lvl9pPr>
          </a:lstStyle>
          <a:p xmlns:a="http://schemas.openxmlformats.org/drawingml/2006/main">
            <a:pPr>
              <a:buNone/>
              <a:defRPr sz="1350" b="0">
                <a:solidFill>
                  <a:srgbClr val="71818B"/>
                </a:solidFill>
                <a:latin typeface="Yu Gothic"/>
                <a:ea typeface="Yu Gothic"/>
                <a:cs typeface="Yu Gothic"/>
              </a:defRPr>
            </a:pPr>
            <a:r>
              <a:rPr sz="1350" b="0">
                <a:solidFill>
                  <a:srgbClr val="71818B"/>
                </a:solidFill>
                <a:latin typeface="Yu Gothic"/>
                <a:ea typeface="Yu Gothic"/>
                <a:cs typeface="Yu Gothic"/>
              </a:rPr>
              <a:t>56 / 56</a:t>
            </a:r>
          </a:p>
        </p:txBody>
      </p:sp>
      <p:sp>
        <p:nvSpPr>
          <p:cNvPr id="5" name="">
            <a:extLst xmlns:a="http://schemas.openxmlformats.org/drawingml/2006/main">
              <a:ext uri="{FF2B5EF4-FFF2-40B4-BE49-F238E27FC236}">
                <a16:creationId xmlns:a16="http://schemas.microsoft.com/office/drawing/2014/main" id="{6F82A399-9CBF-4180-B310-CC28A9375BBD}"/>
              </a:ext>
            </a:extLst>
          </p:cNvPr>
          <p:cNvSpPr>
            <a:spLocks xmlns:a="http://schemas.openxmlformats.org/drawingml/2006/main" noGrp="1"/>
          </p:cNvSpPr>
          <p:nvPr/>
        </p:nvSpPr>
        <p:spPr>
          <a:xfrm xmlns:a="http://schemas.openxmlformats.org/drawingml/2006/main">
            <a:off x="809625" y="15716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プラスチック</a:t>
            </a:r>
          </a:p>
        </p:txBody>
      </p:sp>
      <p:sp>
        <p:nvSpPr>
          <p:cNvPr id="6" name="">
            <a:extLst xmlns:a="http://schemas.openxmlformats.org/drawingml/2006/main">
              <a:ext uri="{FF2B5EF4-FFF2-40B4-BE49-F238E27FC236}">
                <a16:creationId xmlns:a16="http://schemas.microsoft.com/office/drawing/2014/main" id="{8A6DF4CF-439D-4E00-B62E-0859D3813E2B}"/>
              </a:ext>
            </a:extLst>
          </p:cNvPr>
          <p:cNvSpPr>
            <a:spLocks xmlns:a="http://schemas.openxmlformats.org/drawingml/2006/main" noGrp="1"/>
          </p:cNvSpPr>
          <p:nvPr/>
        </p:nvSpPr>
        <p:spPr>
          <a:xfrm xmlns:a="http://schemas.openxmlformats.org/drawingml/2006/main">
            <a:off x="809625" y="21907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鎖の骨格は共有結合</a:t>
            </a:r>
          </a:p>
        </p:txBody>
      </p:sp>
      <p:sp>
        <p:nvSpPr>
          <p:cNvPr id="7" name="">
            <a:extLst xmlns:a="http://schemas.openxmlformats.org/drawingml/2006/main">
              <a:ext uri="{FF2B5EF4-FFF2-40B4-BE49-F238E27FC236}">
                <a16:creationId xmlns:a16="http://schemas.microsoft.com/office/drawing/2014/main" id="{61E551E7-74AB-45AC-81AF-8FE7F8241CBC}"/>
              </a:ext>
            </a:extLst>
          </p:cNvPr>
          <p:cNvSpPr>
            <a:spLocks xmlns:a="http://schemas.openxmlformats.org/drawingml/2006/main" noGrp="1"/>
          </p:cNvSpPr>
          <p:nvPr/>
        </p:nvSpPr>
        <p:spPr>
          <a:xfrm xmlns:a="http://schemas.openxmlformats.org/drawingml/2006/main">
            <a:off x="952500" y="2809875"/>
            <a:ext cx="3333750" cy="333375"/>
          </a:xfrm>
          <a:custGeom xmlns:a="http://schemas.openxmlformats.org/drawingml/2006/main">
            <a:pathLst>
              <a:path w="3333750" h="333375">
                <a:moveTo>
                  <a:pt x="0" y="333375"/>
                </a:moveTo>
                <a:lnTo>
                  <a:pt x="666750" y="0"/>
                </a:lnTo>
                <a:lnTo>
                  <a:pt x="1333500" y="333375"/>
                </a:lnTo>
                <a:lnTo>
                  <a:pt x="2000250" y="0"/>
                </a:lnTo>
                <a:lnTo>
                  <a:pt x="2667000" y="333375"/>
                </a:lnTo>
                <a:lnTo>
                  <a:pt x="3333750" y="0"/>
                </a:lnTo>
              </a:path>
            </a:pathLst>
          </a:custGeom>
          <a:noFill xmlns:a="http://schemas.openxmlformats.org/drawingml/2006/main"/>
          <a:ln xmlns:a="http://schemas.openxmlformats.org/drawingml/2006/main" w="38100">
            <a:solidFill>
              <a:srgbClr val="2876A8"/>
            </a:solidFill>
          </a:ln>
        </p:spPr>
      </p:sp>
      <p:sp>
        <p:nvSpPr>
          <p:cNvPr id="8" name="">
            <a:extLst xmlns:a="http://schemas.openxmlformats.org/drawingml/2006/main">
              <a:ext uri="{FF2B5EF4-FFF2-40B4-BE49-F238E27FC236}">
                <a16:creationId xmlns:a16="http://schemas.microsoft.com/office/drawing/2014/main" id="{E0396107-10DB-4D5E-811B-4468CAD786B2}"/>
              </a:ext>
            </a:extLst>
          </p:cNvPr>
          <p:cNvSpPr>
            <a:spLocks xmlns:a="http://schemas.openxmlformats.org/drawingml/2006/main" noGrp="1"/>
          </p:cNvSpPr>
          <p:nvPr/>
        </p:nvSpPr>
        <p:spPr>
          <a:xfrm xmlns:a="http://schemas.openxmlformats.org/drawingml/2006/main">
            <a:off x="952500" y="3762375"/>
            <a:ext cx="3333750" cy="333375"/>
          </a:xfrm>
          <a:custGeom xmlns:a="http://schemas.openxmlformats.org/drawingml/2006/main">
            <a:pathLst>
              <a:path w="3333750" h="333375">
                <a:moveTo>
                  <a:pt x="0" y="333375"/>
                </a:moveTo>
                <a:lnTo>
                  <a:pt x="666750" y="0"/>
                </a:lnTo>
                <a:lnTo>
                  <a:pt x="1333500" y="333375"/>
                </a:lnTo>
                <a:lnTo>
                  <a:pt x="2000250" y="0"/>
                </a:lnTo>
                <a:lnTo>
                  <a:pt x="2667000" y="333375"/>
                </a:lnTo>
                <a:lnTo>
                  <a:pt x="3333750" y="0"/>
                </a:lnTo>
              </a:path>
            </a:pathLst>
          </a:custGeom>
          <a:noFill xmlns:a="http://schemas.openxmlformats.org/drawingml/2006/main"/>
          <a:ln xmlns:a="http://schemas.openxmlformats.org/drawingml/2006/main" w="38100">
            <a:solidFill>
              <a:srgbClr val="2876A8"/>
            </a:solidFill>
          </a:ln>
        </p:spPr>
      </p:sp>
      <p:sp>
        <p:nvSpPr>
          <p:cNvPr id="9" name="">
            <a:extLst xmlns:a="http://schemas.openxmlformats.org/drawingml/2006/main">
              <a:ext uri="{FF2B5EF4-FFF2-40B4-BE49-F238E27FC236}">
                <a16:creationId xmlns:a16="http://schemas.microsoft.com/office/drawing/2014/main" id="{DAD49836-E499-4275-A77F-01066FF342CF}"/>
              </a:ext>
            </a:extLst>
          </p:cNvPr>
          <p:cNvSpPr>
            <a:spLocks xmlns:a="http://schemas.openxmlformats.org/drawingml/2006/main" noGrp="1"/>
          </p:cNvSpPr>
          <p:nvPr/>
        </p:nvSpPr>
        <p:spPr>
          <a:xfrm xmlns:a="http://schemas.openxmlformats.org/drawingml/2006/main">
            <a:off x="1619250" y="3238500"/>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9050">
            <a:solidFill>
              <a:srgbClr val="087E8B"/>
            </a:solidFill>
          </a:ln>
        </p:spPr>
      </p:sp>
      <p:sp>
        <p:nvSpPr>
          <p:cNvPr id="10" name="">
            <a:extLst xmlns:a="http://schemas.openxmlformats.org/drawingml/2006/main">
              <a:ext uri="{FF2B5EF4-FFF2-40B4-BE49-F238E27FC236}">
                <a16:creationId xmlns:a16="http://schemas.microsoft.com/office/drawing/2014/main" id="{DDA4F915-528B-42AA-98D2-338220D1B303}"/>
              </a:ext>
            </a:extLst>
          </p:cNvPr>
          <p:cNvSpPr>
            <a:spLocks xmlns:a="http://schemas.openxmlformats.org/drawingml/2006/main" noGrp="1"/>
          </p:cNvSpPr>
          <p:nvPr/>
        </p:nvSpPr>
        <p:spPr>
          <a:xfrm xmlns:a="http://schemas.openxmlformats.org/drawingml/2006/main">
            <a:off x="1619250" y="3357563"/>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9050">
            <a:solidFill>
              <a:srgbClr val="087E8B"/>
            </a:solidFill>
          </a:ln>
        </p:spPr>
      </p:sp>
      <p:sp>
        <p:nvSpPr>
          <p:cNvPr id="11" name="">
            <a:extLst xmlns:a="http://schemas.openxmlformats.org/drawingml/2006/main">
              <a:ext uri="{FF2B5EF4-FFF2-40B4-BE49-F238E27FC236}">
                <a16:creationId xmlns:a16="http://schemas.microsoft.com/office/drawing/2014/main" id="{EF8A6D23-9F17-47EC-9011-480317B88963}"/>
              </a:ext>
            </a:extLst>
          </p:cNvPr>
          <p:cNvSpPr>
            <a:spLocks xmlns:a="http://schemas.openxmlformats.org/drawingml/2006/main" noGrp="1"/>
          </p:cNvSpPr>
          <p:nvPr/>
        </p:nvSpPr>
        <p:spPr>
          <a:xfrm xmlns:a="http://schemas.openxmlformats.org/drawingml/2006/main">
            <a:off x="1619250" y="3476625"/>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9050">
            <a:solidFill>
              <a:srgbClr val="087E8B"/>
            </a:solidFill>
          </a:ln>
        </p:spPr>
      </p:sp>
      <p:sp>
        <p:nvSpPr>
          <p:cNvPr id="12" name="">
            <a:extLst xmlns:a="http://schemas.openxmlformats.org/drawingml/2006/main">
              <a:ext uri="{FF2B5EF4-FFF2-40B4-BE49-F238E27FC236}">
                <a16:creationId xmlns:a16="http://schemas.microsoft.com/office/drawing/2014/main" id="{C83D0325-2088-44C0-A11E-F4F76A649A6F}"/>
              </a:ext>
            </a:extLst>
          </p:cNvPr>
          <p:cNvSpPr>
            <a:spLocks xmlns:a="http://schemas.openxmlformats.org/drawingml/2006/main" noGrp="1"/>
          </p:cNvSpPr>
          <p:nvPr/>
        </p:nvSpPr>
        <p:spPr>
          <a:xfrm xmlns:a="http://schemas.openxmlformats.org/drawingml/2006/main">
            <a:off x="1619250" y="3595688"/>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9050">
            <a:solidFill>
              <a:srgbClr val="087E8B"/>
            </a:solidFill>
          </a:ln>
        </p:spPr>
      </p:sp>
      <p:sp>
        <p:nvSpPr>
          <p:cNvPr id="13" name="">
            <a:extLst xmlns:a="http://schemas.openxmlformats.org/drawingml/2006/main">
              <a:ext uri="{FF2B5EF4-FFF2-40B4-BE49-F238E27FC236}">
                <a16:creationId xmlns:a16="http://schemas.microsoft.com/office/drawing/2014/main" id="{CD688920-B3A8-4E22-9648-F147A6D5F894}"/>
              </a:ext>
            </a:extLst>
          </p:cNvPr>
          <p:cNvSpPr>
            <a:spLocks xmlns:a="http://schemas.openxmlformats.org/drawingml/2006/main" noGrp="1"/>
          </p:cNvSpPr>
          <p:nvPr/>
        </p:nvSpPr>
        <p:spPr>
          <a:xfrm xmlns:a="http://schemas.openxmlformats.org/drawingml/2006/main">
            <a:off x="2952750" y="3238500"/>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9050">
            <a:solidFill>
              <a:srgbClr val="087E8B"/>
            </a:solidFill>
          </a:ln>
        </p:spPr>
      </p:sp>
      <p:sp>
        <p:nvSpPr>
          <p:cNvPr id="14" name="">
            <a:extLst xmlns:a="http://schemas.openxmlformats.org/drawingml/2006/main">
              <a:ext uri="{FF2B5EF4-FFF2-40B4-BE49-F238E27FC236}">
                <a16:creationId xmlns:a16="http://schemas.microsoft.com/office/drawing/2014/main" id="{59276837-767B-4D57-B17C-CF343E45DC74}"/>
              </a:ext>
            </a:extLst>
          </p:cNvPr>
          <p:cNvSpPr>
            <a:spLocks xmlns:a="http://schemas.openxmlformats.org/drawingml/2006/main" noGrp="1"/>
          </p:cNvSpPr>
          <p:nvPr/>
        </p:nvSpPr>
        <p:spPr>
          <a:xfrm xmlns:a="http://schemas.openxmlformats.org/drawingml/2006/main">
            <a:off x="2952750" y="3357563"/>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9050">
            <a:solidFill>
              <a:srgbClr val="087E8B"/>
            </a:solidFill>
          </a:ln>
        </p:spPr>
      </p:sp>
      <p:sp>
        <p:nvSpPr>
          <p:cNvPr id="15" name="">
            <a:extLst xmlns:a="http://schemas.openxmlformats.org/drawingml/2006/main">
              <a:ext uri="{FF2B5EF4-FFF2-40B4-BE49-F238E27FC236}">
                <a16:creationId xmlns:a16="http://schemas.microsoft.com/office/drawing/2014/main" id="{E63E3F78-BA29-418F-92EB-6CF02B0C8070}"/>
              </a:ext>
            </a:extLst>
          </p:cNvPr>
          <p:cNvSpPr>
            <a:spLocks xmlns:a="http://schemas.openxmlformats.org/drawingml/2006/main" noGrp="1"/>
          </p:cNvSpPr>
          <p:nvPr/>
        </p:nvSpPr>
        <p:spPr>
          <a:xfrm xmlns:a="http://schemas.openxmlformats.org/drawingml/2006/main">
            <a:off x="2952750" y="3476625"/>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9050">
            <a:solidFill>
              <a:srgbClr val="087E8B"/>
            </a:solidFill>
          </a:ln>
        </p:spPr>
      </p:sp>
      <p:sp>
        <p:nvSpPr>
          <p:cNvPr id="16" name="">
            <a:extLst xmlns:a="http://schemas.openxmlformats.org/drawingml/2006/main">
              <a:ext uri="{FF2B5EF4-FFF2-40B4-BE49-F238E27FC236}">
                <a16:creationId xmlns:a16="http://schemas.microsoft.com/office/drawing/2014/main" id="{BF0A4EA4-8E47-4E46-8EBC-7AA00685B8CE}"/>
              </a:ext>
            </a:extLst>
          </p:cNvPr>
          <p:cNvSpPr>
            <a:spLocks xmlns:a="http://schemas.openxmlformats.org/drawingml/2006/main" noGrp="1"/>
          </p:cNvSpPr>
          <p:nvPr/>
        </p:nvSpPr>
        <p:spPr>
          <a:xfrm xmlns:a="http://schemas.openxmlformats.org/drawingml/2006/main">
            <a:off x="2952750" y="3595688"/>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9050">
            <a:solidFill>
              <a:srgbClr val="087E8B"/>
            </a:solidFill>
          </a:ln>
        </p:spPr>
      </p:sp>
      <p:sp>
        <p:nvSpPr>
          <p:cNvPr id="17" name="">
            <a:extLst xmlns:a="http://schemas.openxmlformats.org/drawingml/2006/main">
              <a:ext uri="{FF2B5EF4-FFF2-40B4-BE49-F238E27FC236}">
                <a16:creationId xmlns:a16="http://schemas.microsoft.com/office/drawing/2014/main" id="{4B1D63EB-53DD-46F0-9F5E-59B7AD58B7BB}"/>
              </a:ext>
            </a:extLst>
          </p:cNvPr>
          <p:cNvSpPr>
            <a:spLocks xmlns:a="http://schemas.openxmlformats.org/drawingml/2006/main" noGrp="1"/>
          </p:cNvSpPr>
          <p:nvPr/>
        </p:nvSpPr>
        <p:spPr>
          <a:xfrm xmlns:a="http://schemas.openxmlformats.org/drawingml/2006/main">
            <a:off x="4286250" y="3238500"/>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9050">
            <a:solidFill>
              <a:srgbClr val="087E8B"/>
            </a:solidFill>
          </a:ln>
        </p:spPr>
      </p:sp>
      <p:sp>
        <p:nvSpPr>
          <p:cNvPr id="18" name="">
            <a:extLst xmlns:a="http://schemas.openxmlformats.org/drawingml/2006/main">
              <a:ext uri="{FF2B5EF4-FFF2-40B4-BE49-F238E27FC236}">
                <a16:creationId xmlns:a16="http://schemas.microsoft.com/office/drawing/2014/main" id="{AA21D94D-EA53-4B3B-A073-AD93C7B3D7D8}"/>
              </a:ext>
            </a:extLst>
          </p:cNvPr>
          <p:cNvSpPr>
            <a:spLocks xmlns:a="http://schemas.openxmlformats.org/drawingml/2006/main" noGrp="1"/>
          </p:cNvSpPr>
          <p:nvPr/>
        </p:nvSpPr>
        <p:spPr>
          <a:xfrm xmlns:a="http://schemas.openxmlformats.org/drawingml/2006/main">
            <a:off x="4286250" y="3357563"/>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9050">
            <a:solidFill>
              <a:srgbClr val="087E8B"/>
            </a:solidFill>
          </a:ln>
        </p:spPr>
      </p:sp>
      <p:sp>
        <p:nvSpPr>
          <p:cNvPr id="19" name="">
            <a:extLst xmlns:a="http://schemas.openxmlformats.org/drawingml/2006/main">
              <a:ext uri="{FF2B5EF4-FFF2-40B4-BE49-F238E27FC236}">
                <a16:creationId xmlns:a16="http://schemas.microsoft.com/office/drawing/2014/main" id="{E1A4DCB6-69FD-4483-8494-8222BA3156D6}"/>
              </a:ext>
            </a:extLst>
          </p:cNvPr>
          <p:cNvSpPr>
            <a:spLocks xmlns:a="http://schemas.openxmlformats.org/drawingml/2006/main" noGrp="1"/>
          </p:cNvSpPr>
          <p:nvPr/>
        </p:nvSpPr>
        <p:spPr>
          <a:xfrm xmlns:a="http://schemas.openxmlformats.org/drawingml/2006/main">
            <a:off x="4286250" y="3476625"/>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9050">
            <a:solidFill>
              <a:srgbClr val="087E8B"/>
            </a:solidFill>
          </a:ln>
        </p:spPr>
      </p:sp>
      <p:sp>
        <p:nvSpPr>
          <p:cNvPr id="20" name="">
            <a:extLst xmlns:a="http://schemas.openxmlformats.org/drawingml/2006/main">
              <a:ext uri="{FF2B5EF4-FFF2-40B4-BE49-F238E27FC236}">
                <a16:creationId xmlns:a16="http://schemas.microsoft.com/office/drawing/2014/main" id="{6E87C64E-AF94-4F37-90CE-39E0A903FA69}"/>
              </a:ext>
            </a:extLst>
          </p:cNvPr>
          <p:cNvSpPr>
            <a:spLocks xmlns:a="http://schemas.openxmlformats.org/drawingml/2006/main" noGrp="1"/>
          </p:cNvSpPr>
          <p:nvPr/>
        </p:nvSpPr>
        <p:spPr>
          <a:xfrm xmlns:a="http://schemas.openxmlformats.org/drawingml/2006/main">
            <a:off x="4286250" y="3595688"/>
            <a:ext cx="9525" cy="65484"/>
          </a:xfrm>
          <a:custGeom xmlns:a="http://schemas.openxmlformats.org/drawingml/2006/main">
            <a:pathLst>
              <a:path w="9525" h="65484">
                <a:moveTo>
                  <a:pt x="0" y="0"/>
                </a:moveTo>
                <a:lnTo>
                  <a:pt x="0" y="65484"/>
                </a:lnTo>
              </a:path>
            </a:pathLst>
          </a:custGeom>
          <a:noFill xmlns:a="http://schemas.openxmlformats.org/drawingml/2006/main"/>
          <a:ln xmlns:a="http://schemas.openxmlformats.org/drawingml/2006/main" w="19050">
            <a:solidFill>
              <a:srgbClr val="087E8B"/>
            </a:solidFill>
          </a:ln>
        </p:spPr>
      </p:sp>
      <p:sp>
        <p:nvSpPr>
          <p:cNvPr id="21" name="">
            <a:extLst xmlns:a="http://schemas.openxmlformats.org/drawingml/2006/main">
              <a:ext uri="{FF2B5EF4-FFF2-40B4-BE49-F238E27FC236}">
                <a16:creationId xmlns:a16="http://schemas.microsoft.com/office/drawing/2014/main" id="{BCBF0989-4F12-4868-935E-D17588697897}"/>
              </a:ext>
            </a:extLst>
          </p:cNvPr>
          <p:cNvSpPr>
            <a:spLocks xmlns:a="http://schemas.openxmlformats.org/drawingml/2006/main" noGrp="1"/>
          </p:cNvSpPr>
          <p:nvPr/>
        </p:nvSpPr>
        <p:spPr>
          <a:xfrm xmlns:a="http://schemas.openxmlformats.org/drawingml/2006/main">
            <a:off x="809625" y="461962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鎖同士には分散力などが働く</a:t>
            </a:r>
          </a:p>
        </p:txBody>
      </p:sp>
      <p:sp>
        <p:nvSpPr>
          <p:cNvPr id="22" name="">
            <a:extLst xmlns:a="http://schemas.openxmlformats.org/drawingml/2006/main">
              <a:ext uri="{FF2B5EF4-FFF2-40B4-BE49-F238E27FC236}">
                <a16:creationId xmlns:a16="http://schemas.microsoft.com/office/drawing/2014/main" id="{45DF8935-3B0E-47DE-83F9-A4127F5998D8}"/>
              </a:ext>
            </a:extLst>
          </p:cNvPr>
          <p:cNvSpPr>
            <a:spLocks xmlns:a="http://schemas.openxmlformats.org/drawingml/2006/main" noGrp="1"/>
          </p:cNvSpPr>
          <p:nvPr/>
        </p:nvSpPr>
        <p:spPr>
          <a:xfrm xmlns:a="http://schemas.openxmlformats.org/drawingml/2006/main">
            <a:off x="809625" y="52387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水素結合の寄与は官能基による</a:t>
            </a:r>
          </a:p>
        </p:txBody>
      </p:sp>
      <p:sp>
        <p:nvSpPr>
          <p:cNvPr id="23" name="">
            <a:extLst xmlns:a="http://schemas.openxmlformats.org/drawingml/2006/main">
              <a:ext uri="{FF2B5EF4-FFF2-40B4-BE49-F238E27FC236}">
                <a16:creationId xmlns:a16="http://schemas.microsoft.com/office/drawing/2014/main" id="{DBFA70D2-CB7A-42CF-B498-7692B707B4A9}"/>
              </a:ext>
            </a:extLst>
          </p:cNvPr>
          <p:cNvSpPr>
            <a:spLocks xmlns:a="http://schemas.openxmlformats.org/drawingml/2006/main" noGrp="1"/>
          </p:cNvSpPr>
          <p:nvPr/>
        </p:nvSpPr>
        <p:spPr>
          <a:xfrm xmlns:a="http://schemas.openxmlformats.org/drawingml/2006/main">
            <a:off x="6762750" y="15716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木材の細胞壁成分と水</a:t>
            </a:r>
          </a:p>
        </p:txBody>
      </p:sp>
      <p:sp>
        <p:nvSpPr>
          <p:cNvPr id="24" name="">
            <a:extLst xmlns:a="http://schemas.openxmlformats.org/drawingml/2006/main">
              <a:ext uri="{FF2B5EF4-FFF2-40B4-BE49-F238E27FC236}">
                <a16:creationId xmlns:a16="http://schemas.microsoft.com/office/drawing/2014/main" id="{D7AE9100-4939-49BF-BCA6-04DFB6A3EF2C}"/>
              </a:ext>
            </a:extLst>
          </p:cNvPr>
          <p:cNvSpPr>
            <a:spLocks xmlns:a="http://schemas.openxmlformats.org/drawingml/2006/main" noGrp="1"/>
          </p:cNvSpPr>
          <p:nvPr/>
        </p:nvSpPr>
        <p:spPr>
          <a:xfrm xmlns:a="http://schemas.openxmlformats.org/drawingml/2006/main">
            <a:off x="7143750" y="3048000"/>
            <a:ext cx="952500" cy="9525"/>
          </a:xfrm>
          <a:custGeom xmlns:a="http://schemas.openxmlformats.org/drawingml/2006/main">
            <a:pathLst>
              <a:path w="952500" h="9525">
                <a:moveTo>
                  <a:pt x="0" y="0"/>
                </a:moveTo>
                <a:lnTo>
                  <a:pt x="952500" y="0"/>
                </a:lnTo>
              </a:path>
            </a:pathLst>
          </a:custGeom>
          <a:noFill xmlns:a="http://schemas.openxmlformats.org/drawingml/2006/main"/>
          <a:ln xmlns:a="http://schemas.openxmlformats.org/drawingml/2006/main" w="38100">
            <a:solidFill>
              <a:srgbClr val="2876A8"/>
            </a:solidFill>
          </a:ln>
        </p:spPr>
      </p:sp>
      <p:sp>
        <p:nvSpPr>
          <p:cNvPr id="25" name="">
            <a:extLst xmlns:a="http://schemas.openxmlformats.org/drawingml/2006/main">
              <a:ext uri="{FF2B5EF4-FFF2-40B4-BE49-F238E27FC236}">
                <a16:creationId xmlns:a16="http://schemas.microsoft.com/office/drawing/2014/main" id="{90E712C5-6E44-444D-8773-50AE9652C95A}"/>
              </a:ext>
            </a:extLst>
          </p:cNvPr>
          <p:cNvSpPr>
            <a:spLocks xmlns:a="http://schemas.openxmlformats.org/drawingml/2006/main" noGrp="1"/>
          </p:cNvSpPr>
          <p:nvPr/>
        </p:nvSpPr>
        <p:spPr>
          <a:xfrm xmlns:a="http://schemas.openxmlformats.org/drawingml/2006/main">
            <a:off x="6715125" y="24765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木材成分</a:t>
            </a:r>
          </a:p>
        </p:txBody>
      </p:sp>
      <p:sp>
        <p:nvSpPr>
          <p:cNvPr id="26" name="">
            <a:extLst xmlns:a="http://schemas.openxmlformats.org/drawingml/2006/main">
              <a:ext uri="{FF2B5EF4-FFF2-40B4-BE49-F238E27FC236}">
                <a16:creationId xmlns:a16="http://schemas.microsoft.com/office/drawing/2014/main" id="{3C412495-5B97-4650-9DC8-215EB3560CDB}"/>
              </a:ext>
            </a:extLst>
          </p:cNvPr>
          <p:cNvSpPr>
            <a:spLocks xmlns:a="http://schemas.openxmlformats.org/drawingml/2006/main" noGrp="1"/>
          </p:cNvSpPr>
          <p:nvPr/>
        </p:nvSpPr>
        <p:spPr>
          <a:xfrm xmlns:a="http://schemas.openxmlformats.org/drawingml/2006/main">
            <a:off x="8258175" y="2781300"/>
            <a:ext cx="533400" cy="533400"/>
          </a:xfrm>
          <a:prstGeom xmlns:a="http://schemas.openxmlformats.org/drawingml/2006/main" prst="ellipse">
            <a:avLst/>
          </a:prstGeom>
          <a:solidFill xmlns:a="http://schemas.openxmlformats.org/drawingml/2006/main">
            <a:srgbClr val="F3EBDD"/>
          </a:solidFill>
          <a:ln xmlns:a="http://schemas.openxmlformats.org/drawingml/2006/main" w="17145">
            <a:solidFill>
              <a:srgbClr val="C4483C"/>
            </a:solidFill>
          </a:ln>
        </p:spPr>
      </p:sp>
      <p:sp>
        <p:nvSpPr>
          <p:cNvPr id="27" name="">
            <a:extLst xmlns:a="http://schemas.openxmlformats.org/drawingml/2006/main">
              <a:ext uri="{FF2B5EF4-FFF2-40B4-BE49-F238E27FC236}">
                <a16:creationId xmlns:a16="http://schemas.microsoft.com/office/drawing/2014/main" id="{F07AEF88-7C59-446E-87CE-0D34CC364240}"/>
              </a:ext>
            </a:extLst>
          </p:cNvPr>
          <p:cNvSpPr>
            <a:spLocks xmlns:a="http://schemas.openxmlformats.org/drawingml/2006/main" noGrp="1"/>
          </p:cNvSpPr>
          <p:nvPr/>
        </p:nvSpPr>
        <p:spPr>
          <a:xfrm xmlns:a="http://schemas.openxmlformats.org/drawingml/2006/main">
            <a:off x="8258175" y="2781300"/>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C4483C"/>
                </a:solidFill>
                <a:latin typeface="Yu Gothic"/>
                <a:ea typeface="Yu Gothic"/>
                <a:cs typeface="Yu Gothic"/>
              </a:defRPr>
            </a:defPPr>
            <a:lvl1pPr algn="ctr">
              <a:buNone/>
              <a:defRPr sz="2025" b="1">
                <a:solidFill>
                  <a:srgbClr val="C4483C"/>
                </a:solidFill>
                <a:latin typeface="Yu Gothic"/>
                <a:ea typeface="Yu Gothic"/>
                <a:cs typeface="Yu Gothic"/>
              </a:defRPr>
            </a:lvl1pPr>
            <a:lvl2pPr algn="ctr">
              <a:buNone/>
              <a:defRPr sz="2025" b="1">
                <a:solidFill>
                  <a:srgbClr val="C4483C"/>
                </a:solidFill>
                <a:latin typeface="Yu Gothic"/>
                <a:ea typeface="Yu Gothic"/>
                <a:cs typeface="Yu Gothic"/>
              </a:defRPr>
            </a:lvl2pPr>
            <a:lvl3pPr algn="ctr">
              <a:buNone/>
              <a:defRPr sz="2025" b="1">
                <a:solidFill>
                  <a:srgbClr val="C4483C"/>
                </a:solidFill>
                <a:latin typeface="Yu Gothic"/>
                <a:ea typeface="Yu Gothic"/>
                <a:cs typeface="Yu Gothic"/>
              </a:defRPr>
            </a:lvl3pPr>
            <a:lvl4pPr algn="ctr">
              <a:buNone/>
              <a:defRPr sz="2025" b="1">
                <a:solidFill>
                  <a:srgbClr val="C4483C"/>
                </a:solidFill>
                <a:latin typeface="Yu Gothic"/>
                <a:ea typeface="Yu Gothic"/>
                <a:cs typeface="Yu Gothic"/>
              </a:defRPr>
            </a:lvl4pPr>
            <a:lvl5pPr algn="ctr">
              <a:buNone/>
              <a:defRPr sz="2025" b="1">
                <a:solidFill>
                  <a:srgbClr val="C4483C"/>
                </a:solidFill>
                <a:latin typeface="Yu Gothic"/>
                <a:ea typeface="Yu Gothic"/>
                <a:cs typeface="Yu Gothic"/>
              </a:defRPr>
            </a:lvl5pPr>
            <a:lvl6pPr algn="ctr">
              <a:buNone/>
              <a:defRPr sz="2025" b="1">
                <a:solidFill>
                  <a:srgbClr val="C4483C"/>
                </a:solidFill>
                <a:latin typeface="Yu Gothic"/>
                <a:ea typeface="Yu Gothic"/>
                <a:cs typeface="Yu Gothic"/>
              </a:defRPr>
            </a:lvl6pPr>
            <a:lvl7pPr algn="ctr">
              <a:buNone/>
              <a:defRPr sz="2025" b="1">
                <a:solidFill>
                  <a:srgbClr val="C4483C"/>
                </a:solidFill>
                <a:latin typeface="Yu Gothic"/>
                <a:ea typeface="Yu Gothic"/>
                <a:cs typeface="Yu Gothic"/>
              </a:defRPr>
            </a:lvl7pPr>
            <a:lvl8pPr algn="ctr">
              <a:buNone/>
              <a:defRPr sz="2025" b="1">
                <a:solidFill>
                  <a:srgbClr val="C4483C"/>
                </a:solidFill>
                <a:latin typeface="Yu Gothic"/>
                <a:ea typeface="Yu Gothic"/>
                <a:cs typeface="Yu Gothic"/>
              </a:defRPr>
            </a:lvl8pPr>
            <a:lvl9pPr algn="ctr">
              <a:buNone/>
              <a:defRPr sz="2025" b="1">
                <a:solidFill>
                  <a:srgbClr val="C4483C"/>
                </a:solidFill>
                <a:latin typeface="Yu Gothic"/>
                <a:ea typeface="Yu Gothic"/>
                <a:cs typeface="Yu Gothic"/>
              </a:defRPr>
            </a:lvl9pPr>
          </a:lstStyle>
          <a:p xmlns:a="http://schemas.openxmlformats.org/drawingml/2006/main">
            <a:pPr algn="ctr">
              <a:buNone/>
              <a:defRPr sz="2025" b="1">
                <a:solidFill>
                  <a:srgbClr val="C4483C"/>
                </a:solidFill>
                <a:latin typeface="Yu Gothic"/>
                <a:ea typeface="Yu Gothic"/>
                <a:cs typeface="Yu Gothic"/>
              </a:defRPr>
            </a:pPr>
            <a:r>
              <a:rPr sz="2025" b="1">
                <a:solidFill>
                  <a:srgbClr val="C4483C"/>
                </a:solidFill>
                <a:latin typeface="Yu Gothic"/>
                <a:ea typeface="Yu Gothic"/>
                <a:cs typeface="Yu Gothic"/>
              </a:rPr>
              <a:t>O</a:t>
            </a:r>
          </a:p>
        </p:txBody>
      </p:sp>
      <p:sp>
        <p:nvSpPr>
          <p:cNvPr id="28" name="">
            <a:extLst xmlns:a="http://schemas.openxmlformats.org/drawingml/2006/main">
              <a:ext uri="{FF2B5EF4-FFF2-40B4-BE49-F238E27FC236}">
                <a16:creationId xmlns:a16="http://schemas.microsoft.com/office/drawing/2014/main" id="{447AC829-D332-4AB8-884F-20D8EFBD4D4A}"/>
              </a:ext>
            </a:extLst>
          </p:cNvPr>
          <p:cNvSpPr>
            <a:spLocks xmlns:a="http://schemas.openxmlformats.org/drawingml/2006/main" noGrp="1"/>
          </p:cNvSpPr>
          <p:nvPr/>
        </p:nvSpPr>
        <p:spPr>
          <a:xfrm xmlns:a="http://schemas.openxmlformats.org/drawingml/2006/main">
            <a:off x="8096250" y="3048000"/>
            <a:ext cx="171450" cy="9525"/>
          </a:xfrm>
          <a:custGeom xmlns:a="http://schemas.openxmlformats.org/drawingml/2006/main">
            <a:pathLst>
              <a:path w="171450" h="9525">
                <a:moveTo>
                  <a:pt x="0" y="0"/>
                </a:moveTo>
                <a:lnTo>
                  <a:pt x="171450" y="0"/>
                </a:lnTo>
              </a:path>
            </a:pathLst>
          </a:custGeom>
          <a:noFill xmlns:a="http://schemas.openxmlformats.org/drawingml/2006/main"/>
          <a:ln xmlns:a="http://schemas.openxmlformats.org/drawingml/2006/main" w="38100">
            <a:solidFill>
              <a:srgbClr val="2876A8"/>
            </a:solidFill>
          </a:ln>
        </p:spPr>
      </p:sp>
      <p:sp>
        <p:nvSpPr>
          <p:cNvPr id="29" name="">
            <a:extLst xmlns:a="http://schemas.openxmlformats.org/drawingml/2006/main">
              <a:ext uri="{FF2B5EF4-FFF2-40B4-BE49-F238E27FC236}">
                <a16:creationId xmlns:a16="http://schemas.microsoft.com/office/drawing/2014/main" id="{9805CCF1-4C2C-430C-B116-CC21A1E44E24}"/>
              </a:ext>
            </a:extLst>
          </p:cNvPr>
          <p:cNvSpPr>
            <a:spLocks xmlns:a="http://schemas.openxmlformats.org/drawingml/2006/main" noGrp="1"/>
          </p:cNvSpPr>
          <p:nvPr/>
        </p:nvSpPr>
        <p:spPr>
          <a:xfrm xmlns:a="http://schemas.openxmlformats.org/drawingml/2006/main">
            <a:off x="8791575" y="3048000"/>
            <a:ext cx="447675" cy="9525"/>
          </a:xfrm>
          <a:custGeom xmlns:a="http://schemas.openxmlformats.org/drawingml/2006/main">
            <a:pathLst>
              <a:path w="447675" h="9525">
                <a:moveTo>
                  <a:pt x="0" y="0"/>
                </a:moveTo>
                <a:lnTo>
                  <a:pt x="447675" y="0"/>
                </a:lnTo>
              </a:path>
            </a:pathLst>
          </a:custGeom>
          <a:noFill xmlns:a="http://schemas.openxmlformats.org/drawingml/2006/main"/>
          <a:ln xmlns:a="http://schemas.openxmlformats.org/drawingml/2006/main" w="38100">
            <a:solidFill>
              <a:srgbClr val="2876A8"/>
            </a:solidFill>
          </a:ln>
        </p:spPr>
      </p:sp>
      <p:sp>
        <p:nvSpPr>
          <p:cNvPr id="30" name="">
            <a:extLst xmlns:a="http://schemas.openxmlformats.org/drawingml/2006/main">
              <a:ext uri="{FF2B5EF4-FFF2-40B4-BE49-F238E27FC236}">
                <a16:creationId xmlns:a16="http://schemas.microsoft.com/office/drawing/2014/main" id="{745E998B-417E-4E2F-A783-13499F8131D5}"/>
              </a:ext>
            </a:extLst>
          </p:cNvPr>
          <p:cNvSpPr>
            <a:spLocks xmlns:a="http://schemas.openxmlformats.org/drawingml/2006/main" noGrp="1"/>
          </p:cNvSpPr>
          <p:nvPr/>
        </p:nvSpPr>
        <p:spPr>
          <a:xfrm xmlns:a="http://schemas.openxmlformats.org/drawingml/2006/main">
            <a:off x="9258300" y="2828925"/>
            <a:ext cx="438150" cy="4381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31" name="">
            <a:extLst xmlns:a="http://schemas.openxmlformats.org/drawingml/2006/main">
              <a:ext uri="{FF2B5EF4-FFF2-40B4-BE49-F238E27FC236}">
                <a16:creationId xmlns:a16="http://schemas.microsoft.com/office/drawing/2014/main" id="{AE4D1B6A-24A7-4711-BA58-2F953B64663D}"/>
              </a:ext>
            </a:extLst>
          </p:cNvPr>
          <p:cNvSpPr>
            <a:spLocks xmlns:a="http://schemas.openxmlformats.org/drawingml/2006/main" noGrp="1"/>
          </p:cNvSpPr>
          <p:nvPr/>
        </p:nvSpPr>
        <p:spPr>
          <a:xfrm xmlns:a="http://schemas.openxmlformats.org/drawingml/2006/main">
            <a:off x="9258300" y="282892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2876A8"/>
                </a:solidFill>
                <a:latin typeface="Yu Gothic"/>
                <a:ea typeface="Yu Gothic"/>
                <a:cs typeface="Yu Gothic"/>
              </a:defRPr>
            </a:defPPr>
            <a:lvl1pPr algn="ctr">
              <a:buNone/>
              <a:defRPr sz="1500" b="1">
                <a:solidFill>
                  <a:srgbClr val="2876A8"/>
                </a:solidFill>
                <a:latin typeface="Yu Gothic"/>
                <a:ea typeface="Yu Gothic"/>
                <a:cs typeface="Yu Gothic"/>
              </a:defRPr>
            </a:lvl1pPr>
            <a:lvl2pPr algn="ctr">
              <a:buNone/>
              <a:defRPr sz="1500" b="1">
                <a:solidFill>
                  <a:srgbClr val="2876A8"/>
                </a:solidFill>
                <a:latin typeface="Yu Gothic"/>
                <a:ea typeface="Yu Gothic"/>
                <a:cs typeface="Yu Gothic"/>
              </a:defRPr>
            </a:lvl2pPr>
            <a:lvl3pPr algn="ctr">
              <a:buNone/>
              <a:defRPr sz="1500" b="1">
                <a:solidFill>
                  <a:srgbClr val="2876A8"/>
                </a:solidFill>
                <a:latin typeface="Yu Gothic"/>
                <a:ea typeface="Yu Gothic"/>
                <a:cs typeface="Yu Gothic"/>
              </a:defRPr>
            </a:lvl3pPr>
            <a:lvl4pPr algn="ctr">
              <a:buNone/>
              <a:defRPr sz="1500" b="1">
                <a:solidFill>
                  <a:srgbClr val="2876A8"/>
                </a:solidFill>
                <a:latin typeface="Yu Gothic"/>
                <a:ea typeface="Yu Gothic"/>
                <a:cs typeface="Yu Gothic"/>
              </a:defRPr>
            </a:lvl4pPr>
            <a:lvl5pPr algn="ctr">
              <a:buNone/>
              <a:defRPr sz="1500" b="1">
                <a:solidFill>
                  <a:srgbClr val="2876A8"/>
                </a:solidFill>
                <a:latin typeface="Yu Gothic"/>
                <a:ea typeface="Yu Gothic"/>
                <a:cs typeface="Yu Gothic"/>
              </a:defRPr>
            </a:lvl5pPr>
            <a:lvl6pPr algn="ctr">
              <a:buNone/>
              <a:defRPr sz="1500" b="1">
                <a:solidFill>
                  <a:srgbClr val="2876A8"/>
                </a:solidFill>
                <a:latin typeface="Yu Gothic"/>
                <a:ea typeface="Yu Gothic"/>
                <a:cs typeface="Yu Gothic"/>
              </a:defRPr>
            </a:lvl6pPr>
            <a:lvl7pPr algn="ctr">
              <a:buNone/>
              <a:defRPr sz="1500" b="1">
                <a:solidFill>
                  <a:srgbClr val="2876A8"/>
                </a:solidFill>
                <a:latin typeface="Yu Gothic"/>
                <a:ea typeface="Yu Gothic"/>
                <a:cs typeface="Yu Gothic"/>
              </a:defRPr>
            </a:lvl7pPr>
            <a:lvl8pPr algn="ctr">
              <a:buNone/>
              <a:defRPr sz="1500" b="1">
                <a:solidFill>
                  <a:srgbClr val="2876A8"/>
                </a:solidFill>
                <a:latin typeface="Yu Gothic"/>
                <a:ea typeface="Yu Gothic"/>
                <a:cs typeface="Yu Gothic"/>
              </a:defRPr>
            </a:lvl8pPr>
            <a:lvl9pPr algn="ctr">
              <a:buNone/>
              <a:defRPr sz="1500" b="1">
                <a:solidFill>
                  <a:srgbClr val="2876A8"/>
                </a:solidFill>
                <a:latin typeface="Yu Gothic"/>
                <a:ea typeface="Yu Gothic"/>
                <a:cs typeface="Yu Gothic"/>
              </a:defRPr>
            </a:lvl9pPr>
          </a:lstStyle>
          <a:p xmlns:a="http://schemas.openxmlformats.org/drawingml/2006/main">
            <a:pPr algn="ctr">
              <a:buNone/>
              <a:defRPr sz="1500" b="1">
                <a:solidFill>
                  <a:srgbClr val="2876A8"/>
                </a:solidFill>
                <a:latin typeface="Yu Gothic"/>
                <a:ea typeface="Yu Gothic"/>
                <a:cs typeface="Yu Gothic"/>
              </a:defRPr>
            </a:pPr>
            <a:r>
              <a:rPr sz="1500" b="1">
                <a:solidFill>
                  <a:srgbClr val="2876A8"/>
                </a:solidFill>
                <a:latin typeface="Yu Gothic"/>
                <a:ea typeface="Yu Gothic"/>
                <a:cs typeface="Yu Gothic"/>
              </a:rPr>
              <a:t>H</a:t>
            </a:r>
          </a:p>
        </p:txBody>
      </p:sp>
      <p:sp>
        <p:nvSpPr>
          <p:cNvPr id="32" name="">
            <a:extLst xmlns:a="http://schemas.openxmlformats.org/drawingml/2006/main">
              <a:ext uri="{FF2B5EF4-FFF2-40B4-BE49-F238E27FC236}">
                <a16:creationId xmlns:a16="http://schemas.microsoft.com/office/drawing/2014/main" id="{A2BA46F3-9578-4807-BCF9-3ABDBB5C1C3E}"/>
              </a:ext>
            </a:extLst>
          </p:cNvPr>
          <p:cNvSpPr>
            <a:spLocks xmlns:a="http://schemas.openxmlformats.org/drawingml/2006/main" noGrp="1"/>
          </p:cNvSpPr>
          <p:nvPr/>
        </p:nvSpPr>
        <p:spPr>
          <a:xfrm xmlns:a="http://schemas.openxmlformats.org/drawingml/2006/main">
            <a:off x="9705975" y="3048000"/>
            <a:ext cx="68104" cy="9525"/>
          </a:xfrm>
          <a:custGeom xmlns:a="http://schemas.openxmlformats.org/drawingml/2006/main">
            <a:pathLst>
              <a:path w="68104" h="9525">
                <a:moveTo>
                  <a:pt x="0" y="0"/>
                </a:moveTo>
                <a:lnTo>
                  <a:pt x="68104" y="0"/>
                </a:lnTo>
              </a:path>
            </a:pathLst>
          </a:custGeom>
          <a:noFill xmlns:a="http://schemas.openxmlformats.org/drawingml/2006/main"/>
          <a:ln xmlns:a="http://schemas.openxmlformats.org/drawingml/2006/main" w="28575">
            <a:solidFill>
              <a:srgbClr val="C4483C"/>
            </a:solidFill>
          </a:ln>
        </p:spPr>
      </p:sp>
      <p:sp>
        <p:nvSpPr>
          <p:cNvPr id="33" name="">
            <a:extLst xmlns:a="http://schemas.openxmlformats.org/drawingml/2006/main">
              <a:ext uri="{FF2B5EF4-FFF2-40B4-BE49-F238E27FC236}">
                <a16:creationId xmlns:a16="http://schemas.microsoft.com/office/drawing/2014/main" id="{9CA7DEF8-2F03-4182-8773-AB1BE4914C4E}"/>
              </a:ext>
            </a:extLst>
          </p:cNvPr>
          <p:cNvSpPr>
            <a:spLocks xmlns:a="http://schemas.openxmlformats.org/drawingml/2006/main" noGrp="1"/>
          </p:cNvSpPr>
          <p:nvPr/>
        </p:nvSpPr>
        <p:spPr>
          <a:xfrm xmlns:a="http://schemas.openxmlformats.org/drawingml/2006/main">
            <a:off x="9829800" y="3048000"/>
            <a:ext cx="68104" cy="9525"/>
          </a:xfrm>
          <a:custGeom xmlns:a="http://schemas.openxmlformats.org/drawingml/2006/main">
            <a:pathLst>
              <a:path w="68104" h="9525">
                <a:moveTo>
                  <a:pt x="0" y="0"/>
                </a:moveTo>
                <a:lnTo>
                  <a:pt x="68104" y="0"/>
                </a:lnTo>
              </a:path>
            </a:pathLst>
          </a:custGeom>
          <a:noFill xmlns:a="http://schemas.openxmlformats.org/drawingml/2006/main"/>
          <a:ln xmlns:a="http://schemas.openxmlformats.org/drawingml/2006/main" w="28575">
            <a:solidFill>
              <a:srgbClr val="C4483C"/>
            </a:solidFill>
          </a:ln>
        </p:spPr>
      </p:sp>
      <p:sp>
        <p:nvSpPr>
          <p:cNvPr id="34" name="">
            <a:extLst xmlns:a="http://schemas.openxmlformats.org/drawingml/2006/main">
              <a:ext uri="{FF2B5EF4-FFF2-40B4-BE49-F238E27FC236}">
                <a16:creationId xmlns:a16="http://schemas.microsoft.com/office/drawing/2014/main" id="{25E9A8A9-38B1-4D41-86F0-60C306A95491}"/>
              </a:ext>
            </a:extLst>
          </p:cNvPr>
          <p:cNvSpPr>
            <a:spLocks xmlns:a="http://schemas.openxmlformats.org/drawingml/2006/main" noGrp="1"/>
          </p:cNvSpPr>
          <p:nvPr/>
        </p:nvSpPr>
        <p:spPr>
          <a:xfrm xmlns:a="http://schemas.openxmlformats.org/drawingml/2006/main">
            <a:off x="9953625" y="3048000"/>
            <a:ext cx="68104" cy="9525"/>
          </a:xfrm>
          <a:custGeom xmlns:a="http://schemas.openxmlformats.org/drawingml/2006/main">
            <a:pathLst>
              <a:path w="68104" h="9525">
                <a:moveTo>
                  <a:pt x="0" y="0"/>
                </a:moveTo>
                <a:lnTo>
                  <a:pt x="68104" y="0"/>
                </a:lnTo>
              </a:path>
            </a:pathLst>
          </a:custGeom>
          <a:noFill xmlns:a="http://schemas.openxmlformats.org/drawingml/2006/main"/>
          <a:ln xmlns:a="http://schemas.openxmlformats.org/drawingml/2006/main" w="28575">
            <a:solidFill>
              <a:srgbClr val="C4483C"/>
            </a:solidFill>
          </a:ln>
        </p:spPr>
      </p:sp>
      <p:sp>
        <p:nvSpPr>
          <p:cNvPr id="35" name="">
            <a:extLst xmlns:a="http://schemas.openxmlformats.org/drawingml/2006/main">
              <a:ext uri="{FF2B5EF4-FFF2-40B4-BE49-F238E27FC236}">
                <a16:creationId xmlns:a16="http://schemas.microsoft.com/office/drawing/2014/main" id="{31792B13-3765-4C12-8704-2BEE0BD0089E}"/>
              </a:ext>
            </a:extLst>
          </p:cNvPr>
          <p:cNvSpPr>
            <a:spLocks xmlns:a="http://schemas.openxmlformats.org/drawingml/2006/main" noGrp="1"/>
          </p:cNvSpPr>
          <p:nvPr/>
        </p:nvSpPr>
        <p:spPr>
          <a:xfrm xmlns:a="http://schemas.openxmlformats.org/drawingml/2006/main">
            <a:off x="10077450" y="3048000"/>
            <a:ext cx="68104" cy="9525"/>
          </a:xfrm>
          <a:custGeom xmlns:a="http://schemas.openxmlformats.org/drawingml/2006/main">
            <a:pathLst>
              <a:path w="68104" h="9525">
                <a:moveTo>
                  <a:pt x="0" y="0"/>
                </a:moveTo>
                <a:lnTo>
                  <a:pt x="68104" y="0"/>
                </a:lnTo>
              </a:path>
            </a:pathLst>
          </a:custGeom>
          <a:noFill xmlns:a="http://schemas.openxmlformats.org/drawingml/2006/main"/>
          <a:ln xmlns:a="http://schemas.openxmlformats.org/drawingml/2006/main" w="28575">
            <a:solidFill>
              <a:srgbClr val="C4483C"/>
            </a:solidFill>
          </a:ln>
        </p:spPr>
      </p:sp>
      <p:sp>
        <p:nvSpPr>
          <p:cNvPr id="36" name="">
            <a:extLst xmlns:a="http://schemas.openxmlformats.org/drawingml/2006/main">
              <a:ext uri="{FF2B5EF4-FFF2-40B4-BE49-F238E27FC236}">
                <a16:creationId xmlns:a16="http://schemas.microsoft.com/office/drawing/2014/main" id="{2EF733D0-2BBD-4316-9400-F95F0C59DDE5}"/>
              </a:ext>
            </a:extLst>
          </p:cNvPr>
          <p:cNvSpPr>
            <a:spLocks xmlns:a="http://schemas.openxmlformats.org/drawingml/2006/main" noGrp="1"/>
          </p:cNvSpPr>
          <p:nvPr/>
        </p:nvSpPr>
        <p:spPr>
          <a:xfrm xmlns:a="http://schemas.openxmlformats.org/drawingml/2006/main">
            <a:off x="10201275" y="3048000"/>
            <a:ext cx="68104" cy="9525"/>
          </a:xfrm>
          <a:custGeom xmlns:a="http://schemas.openxmlformats.org/drawingml/2006/main">
            <a:pathLst>
              <a:path w="68104" h="9525">
                <a:moveTo>
                  <a:pt x="0" y="0"/>
                </a:moveTo>
                <a:lnTo>
                  <a:pt x="68104" y="0"/>
                </a:lnTo>
              </a:path>
            </a:pathLst>
          </a:custGeom>
          <a:noFill xmlns:a="http://schemas.openxmlformats.org/drawingml/2006/main"/>
          <a:ln xmlns:a="http://schemas.openxmlformats.org/drawingml/2006/main" w="28575">
            <a:solidFill>
              <a:srgbClr val="C4483C"/>
            </a:solidFill>
          </a:ln>
        </p:spPr>
      </p:sp>
      <p:sp>
        <p:nvSpPr>
          <p:cNvPr id="37" name="">
            <a:extLst xmlns:a="http://schemas.openxmlformats.org/drawingml/2006/main">
              <a:ext uri="{FF2B5EF4-FFF2-40B4-BE49-F238E27FC236}">
                <a16:creationId xmlns:a16="http://schemas.microsoft.com/office/drawing/2014/main" id="{C2E93BC4-0A48-49F5-B5BC-8E707C5927A5}"/>
              </a:ext>
            </a:extLst>
          </p:cNvPr>
          <p:cNvSpPr>
            <a:spLocks xmlns:a="http://schemas.openxmlformats.org/drawingml/2006/main" noGrp="1"/>
          </p:cNvSpPr>
          <p:nvPr/>
        </p:nvSpPr>
        <p:spPr>
          <a:xfrm xmlns:a="http://schemas.openxmlformats.org/drawingml/2006/main">
            <a:off x="10325100" y="3048000"/>
            <a:ext cx="68104" cy="9525"/>
          </a:xfrm>
          <a:custGeom xmlns:a="http://schemas.openxmlformats.org/drawingml/2006/main">
            <a:pathLst>
              <a:path w="68104" h="9525">
                <a:moveTo>
                  <a:pt x="0" y="0"/>
                </a:moveTo>
                <a:lnTo>
                  <a:pt x="68104" y="0"/>
                </a:lnTo>
              </a:path>
            </a:pathLst>
          </a:custGeom>
          <a:noFill xmlns:a="http://schemas.openxmlformats.org/drawingml/2006/main"/>
          <a:ln xmlns:a="http://schemas.openxmlformats.org/drawingml/2006/main" w="28575">
            <a:solidFill>
              <a:srgbClr val="C4483C"/>
            </a:solidFill>
          </a:ln>
        </p:spPr>
      </p:sp>
      <p:sp>
        <p:nvSpPr>
          <p:cNvPr id="38" name="">
            <a:extLst xmlns:a="http://schemas.openxmlformats.org/drawingml/2006/main">
              <a:ext uri="{FF2B5EF4-FFF2-40B4-BE49-F238E27FC236}">
                <a16:creationId xmlns:a16="http://schemas.microsoft.com/office/drawing/2014/main" id="{8EB210FB-2B3C-4EE8-942E-0DD2EB355905}"/>
              </a:ext>
            </a:extLst>
          </p:cNvPr>
          <p:cNvSpPr>
            <a:spLocks xmlns:a="http://schemas.openxmlformats.org/drawingml/2006/main" noGrp="1"/>
          </p:cNvSpPr>
          <p:nvPr/>
        </p:nvSpPr>
        <p:spPr>
          <a:xfrm xmlns:a="http://schemas.openxmlformats.org/drawingml/2006/main">
            <a:off x="10448925" y="2781300"/>
            <a:ext cx="533400" cy="533400"/>
          </a:xfrm>
          <a:prstGeom xmlns:a="http://schemas.openxmlformats.org/drawingml/2006/main" prst="ellipse">
            <a:avLst/>
          </a:prstGeom>
          <a:solidFill xmlns:a="http://schemas.openxmlformats.org/drawingml/2006/main">
            <a:srgbClr val="F3EBDD"/>
          </a:solidFill>
          <a:ln xmlns:a="http://schemas.openxmlformats.org/drawingml/2006/main" w="17145">
            <a:solidFill>
              <a:srgbClr val="C4483C"/>
            </a:solidFill>
          </a:ln>
        </p:spPr>
      </p:sp>
      <p:sp>
        <p:nvSpPr>
          <p:cNvPr id="39" name="">
            <a:extLst xmlns:a="http://schemas.openxmlformats.org/drawingml/2006/main">
              <a:ext uri="{FF2B5EF4-FFF2-40B4-BE49-F238E27FC236}">
                <a16:creationId xmlns:a16="http://schemas.microsoft.com/office/drawing/2014/main" id="{A53E3A3F-638C-4F9D-8BA1-1430F4632AD2}"/>
              </a:ext>
            </a:extLst>
          </p:cNvPr>
          <p:cNvSpPr>
            <a:spLocks xmlns:a="http://schemas.openxmlformats.org/drawingml/2006/main" noGrp="1"/>
          </p:cNvSpPr>
          <p:nvPr/>
        </p:nvSpPr>
        <p:spPr>
          <a:xfrm xmlns:a="http://schemas.openxmlformats.org/drawingml/2006/main">
            <a:off x="10448925" y="2781300"/>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C4483C"/>
                </a:solidFill>
                <a:latin typeface="Yu Gothic"/>
                <a:ea typeface="Yu Gothic"/>
                <a:cs typeface="Yu Gothic"/>
              </a:defRPr>
            </a:defPPr>
            <a:lvl1pPr algn="ctr">
              <a:buNone/>
              <a:defRPr sz="2025" b="1">
                <a:solidFill>
                  <a:srgbClr val="C4483C"/>
                </a:solidFill>
                <a:latin typeface="Yu Gothic"/>
                <a:ea typeface="Yu Gothic"/>
                <a:cs typeface="Yu Gothic"/>
              </a:defRPr>
            </a:lvl1pPr>
            <a:lvl2pPr algn="ctr">
              <a:buNone/>
              <a:defRPr sz="2025" b="1">
                <a:solidFill>
                  <a:srgbClr val="C4483C"/>
                </a:solidFill>
                <a:latin typeface="Yu Gothic"/>
                <a:ea typeface="Yu Gothic"/>
                <a:cs typeface="Yu Gothic"/>
              </a:defRPr>
            </a:lvl2pPr>
            <a:lvl3pPr algn="ctr">
              <a:buNone/>
              <a:defRPr sz="2025" b="1">
                <a:solidFill>
                  <a:srgbClr val="C4483C"/>
                </a:solidFill>
                <a:latin typeface="Yu Gothic"/>
                <a:ea typeface="Yu Gothic"/>
                <a:cs typeface="Yu Gothic"/>
              </a:defRPr>
            </a:lvl3pPr>
            <a:lvl4pPr algn="ctr">
              <a:buNone/>
              <a:defRPr sz="2025" b="1">
                <a:solidFill>
                  <a:srgbClr val="C4483C"/>
                </a:solidFill>
                <a:latin typeface="Yu Gothic"/>
                <a:ea typeface="Yu Gothic"/>
                <a:cs typeface="Yu Gothic"/>
              </a:defRPr>
            </a:lvl4pPr>
            <a:lvl5pPr algn="ctr">
              <a:buNone/>
              <a:defRPr sz="2025" b="1">
                <a:solidFill>
                  <a:srgbClr val="C4483C"/>
                </a:solidFill>
                <a:latin typeface="Yu Gothic"/>
                <a:ea typeface="Yu Gothic"/>
                <a:cs typeface="Yu Gothic"/>
              </a:defRPr>
            </a:lvl5pPr>
            <a:lvl6pPr algn="ctr">
              <a:buNone/>
              <a:defRPr sz="2025" b="1">
                <a:solidFill>
                  <a:srgbClr val="C4483C"/>
                </a:solidFill>
                <a:latin typeface="Yu Gothic"/>
                <a:ea typeface="Yu Gothic"/>
                <a:cs typeface="Yu Gothic"/>
              </a:defRPr>
            </a:lvl6pPr>
            <a:lvl7pPr algn="ctr">
              <a:buNone/>
              <a:defRPr sz="2025" b="1">
                <a:solidFill>
                  <a:srgbClr val="C4483C"/>
                </a:solidFill>
                <a:latin typeface="Yu Gothic"/>
                <a:ea typeface="Yu Gothic"/>
                <a:cs typeface="Yu Gothic"/>
              </a:defRPr>
            </a:lvl7pPr>
            <a:lvl8pPr algn="ctr">
              <a:buNone/>
              <a:defRPr sz="2025" b="1">
                <a:solidFill>
                  <a:srgbClr val="C4483C"/>
                </a:solidFill>
                <a:latin typeface="Yu Gothic"/>
                <a:ea typeface="Yu Gothic"/>
                <a:cs typeface="Yu Gothic"/>
              </a:defRPr>
            </a:lvl8pPr>
            <a:lvl9pPr algn="ctr">
              <a:buNone/>
              <a:defRPr sz="2025" b="1">
                <a:solidFill>
                  <a:srgbClr val="C4483C"/>
                </a:solidFill>
                <a:latin typeface="Yu Gothic"/>
                <a:ea typeface="Yu Gothic"/>
                <a:cs typeface="Yu Gothic"/>
              </a:defRPr>
            </a:lvl9pPr>
          </a:lstStyle>
          <a:p xmlns:a="http://schemas.openxmlformats.org/drawingml/2006/main">
            <a:pPr algn="ctr">
              <a:buNone/>
              <a:defRPr sz="2025" b="1">
                <a:solidFill>
                  <a:srgbClr val="C4483C"/>
                </a:solidFill>
                <a:latin typeface="Yu Gothic"/>
                <a:ea typeface="Yu Gothic"/>
                <a:cs typeface="Yu Gothic"/>
              </a:defRPr>
            </a:pPr>
            <a:r>
              <a:rPr sz="2025" b="1">
                <a:solidFill>
                  <a:srgbClr val="C4483C"/>
                </a:solidFill>
                <a:latin typeface="Yu Gothic"/>
                <a:ea typeface="Yu Gothic"/>
                <a:cs typeface="Yu Gothic"/>
              </a:rPr>
              <a:t>O</a:t>
            </a:r>
          </a:p>
        </p:txBody>
      </p:sp>
      <p:sp>
        <p:nvSpPr>
          <p:cNvPr id="40" name="">
            <a:extLst xmlns:a="http://schemas.openxmlformats.org/drawingml/2006/main">
              <a:ext uri="{FF2B5EF4-FFF2-40B4-BE49-F238E27FC236}">
                <a16:creationId xmlns:a16="http://schemas.microsoft.com/office/drawing/2014/main" id="{DEE1161C-647E-487D-8AC7-DE60C8957BCF}"/>
              </a:ext>
            </a:extLst>
          </p:cNvPr>
          <p:cNvSpPr>
            <a:spLocks xmlns:a="http://schemas.openxmlformats.org/drawingml/2006/main" noGrp="1"/>
          </p:cNvSpPr>
          <p:nvPr/>
        </p:nvSpPr>
        <p:spPr>
          <a:xfrm xmlns:a="http://schemas.openxmlformats.org/drawingml/2006/main">
            <a:off x="10887075" y="2476500"/>
            <a:ext cx="304800" cy="371475"/>
          </a:xfrm>
          <a:custGeom xmlns:a="http://schemas.openxmlformats.org/drawingml/2006/main">
            <a:pathLst>
              <a:path w="304800" h="371475">
                <a:moveTo>
                  <a:pt x="0" y="371475"/>
                </a:moveTo>
                <a:lnTo>
                  <a:pt x="304800" y="0"/>
                </a:lnTo>
              </a:path>
            </a:pathLst>
          </a:custGeom>
          <a:noFill xmlns:a="http://schemas.openxmlformats.org/drawingml/2006/main"/>
          <a:ln xmlns:a="http://schemas.openxmlformats.org/drawingml/2006/main" w="28575">
            <a:solidFill>
              <a:srgbClr val="2876A8"/>
            </a:solidFill>
          </a:ln>
        </p:spPr>
      </p:sp>
      <p:sp>
        <p:nvSpPr>
          <p:cNvPr id="41" name="">
            <a:extLst xmlns:a="http://schemas.openxmlformats.org/drawingml/2006/main">
              <a:ext uri="{FF2B5EF4-FFF2-40B4-BE49-F238E27FC236}">
                <a16:creationId xmlns:a16="http://schemas.microsoft.com/office/drawing/2014/main" id="{D5EC3C0D-7F24-4877-BFA3-F45A30EC5F66}"/>
              </a:ext>
            </a:extLst>
          </p:cNvPr>
          <p:cNvSpPr>
            <a:spLocks xmlns:a="http://schemas.openxmlformats.org/drawingml/2006/main" noGrp="1"/>
          </p:cNvSpPr>
          <p:nvPr/>
        </p:nvSpPr>
        <p:spPr>
          <a:xfrm xmlns:a="http://schemas.openxmlformats.org/drawingml/2006/main">
            <a:off x="10887075" y="3248025"/>
            <a:ext cx="304800" cy="371475"/>
          </a:xfrm>
          <a:custGeom xmlns:a="http://schemas.openxmlformats.org/drawingml/2006/main">
            <a:pathLst>
              <a:path w="304800" h="371475">
                <a:moveTo>
                  <a:pt x="0" y="0"/>
                </a:moveTo>
                <a:lnTo>
                  <a:pt x="304800" y="371475"/>
                </a:lnTo>
              </a:path>
            </a:pathLst>
          </a:custGeom>
          <a:noFill xmlns:a="http://schemas.openxmlformats.org/drawingml/2006/main"/>
          <a:ln xmlns:a="http://schemas.openxmlformats.org/drawingml/2006/main" w="28575">
            <a:solidFill>
              <a:srgbClr val="2876A8"/>
            </a:solidFill>
          </a:ln>
        </p:spPr>
      </p:sp>
      <p:sp>
        <p:nvSpPr>
          <p:cNvPr id="42" name="">
            <a:extLst xmlns:a="http://schemas.openxmlformats.org/drawingml/2006/main">
              <a:ext uri="{FF2B5EF4-FFF2-40B4-BE49-F238E27FC236}">
                <a16:creationId xmlns:a16="http://schemas.microsoft.com/office/drawing/2014/main" id="{31C9A2E9-49E1-44BD-82B5-6B8E9682AD9E}"/>
              </a:ext>
            </a:extLst>
          </p:cNvPr>
          <p:cNvSpPr>
            <a:spLocks xmlns:a="http://schemas.openxmlformats.org/drawingml/2006/main" noGrp="1"/>
          </p:cNvSpPr>
          <p:nvPr/>
        </p:nvSpPr>
        <p:spPr>
          <a:xfrm xmlns:a="http://schemas.openxmlformats.org/drawingml/2006/main">
            <a:off x="11106150" y="2171700"/>
            <a:ext cx="361950" cy="3619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43" name="">
            <a:extLst xmlns:a="http://schemas.openxmlformats.org/drawingml/2006/main">
              <a:ext uri="{FF2B5EF4-FFF2-40B4-BE49-F238E27FC236}">
                <a16:creationId xmlns:a16="http://schemas.microsoft.com/office/drawing/2014/main" id="{EBC19CD1-D156-4350-AC5C-BEA1ADD07311}"/>
              </a:ext>
            </a:extLst>
          </p:cNvPr>
          <p:cNvSpPr>
            <a:spLocks xmlns:a="http://schemas.openxmlformats.org/drawingml/2006/main" noGrp="1"/>
          </p:cNvSpPr>
          <p:nvPr/>
        </p:nvSpPr>
        <p:spPr>
          <a:xfrm xmlns:a="http://schemas.openxmlformats.org/drawingml/2006/main">
            <a:off x="11106150" y="21717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2876A8"/>
                </a:solidFill>
                <a:latin typeface="Yu Gothic"/>
                <a:ea typeface="Yu Gothic"/>
                <a:cs typeface="Yu Gothic"/>
              </a:defRPr>
            </a:defPPr>
            <a:lvl1pPr algn="ctr">
              <a:buNone/>
              <a:defRPr sz="1500" b="1">
                <a:solidFill>
                  <a:srgbClr val="2876A8"/>
                </a:solidFill>
                <a:latin typeface="Yu Gothic"/>
                <a:ea typeface="Yu Gothic"/>
                <a:cs typeface="Yu Gothic"/>
              </a:defRPr>
            </a:lvl1pPr>
            <a:lvl2pPr algn="ctr">
              <a:buNone/>
              <a:defRPr sz="1500" b="1">
                <a:solidFill>
                  <a:srgbClr val="2876A8"/>
                </a:solidFill>
                <a:latin typeface="Yu Gothic"/>
                <a:ea typeface="Yu Gothic"/>
                <a:cs typeface="Yu Gothic"/>
              </a:defRPr>
            </a:lvl2pPr>
            <a:lvl3pPr algn="ctr">
              <a:buNone/>
              <a:defRPr sz="1500" b="1">
                <a:solidFill>
                  <a:srgbClr val="2876A8"/>
                </a:solidFill>
                <a:latin typeface="Yu Gothic"/>
                <a:ea typeface="Yu Gothic"/>
                <a:cs typeface="Yu Gothic"/>
              </a:defRPr>
            </a:lvl3pPr>
            <a:lvl4pPr algn="ctr">
              <a:buNone/>
              <a:defRPr sz="1500" b="1">
                <a:solidFill>
                  <a:srgbClr val="2876A8"/>
                </a:solidFill>
                <a:latin typeface="Yu Gothic"/>
                <a:ea typeface="Yu Gothic"/>
                <a:cs typeface="Yu Gothic"/>
              </a:defRPr>
            </a:lvl4pPr>
            <a:lvl5pPr algn="ctr">
              <a:buNone/>
              <a:defRPr sz="1500" b="1">
                <a:solidFill>
                  <a:srgbClr val="2876A8"/>
                </a:solidFill>
                <a:latin typeface="Yu Gothic"/>
                <a:ea typeface="Yu Gothic"/>
                <a:cs typeface="Yu Gothic"/>
              </a:defRPr>
            </a:lvl5pPr>
            <a:lvl6pPr algn="ctr">
              <a:buNone/>
              <a:defRPr sz="1500" b="1">
                <a:solidFill>
                  <a:srgbClr val="2876A8"/>
                </a:solidFill>
                <a:latin typeface="Yu Gothic"/>
                <a:ea typeface="Yu Gothic"/>
                <a:cs typeface="Yu Gothic"/>
              </a:defRPr>
            </a:lvl6pPr>
            <a:lvl7pPr algn="ctr">
              <a:buNone/>
              <a:defRPr sz="1500" b="1">
                <a:solidFill>
                  <a:srgbClr val="2876A8"/>
                </a:solidFill>
                <a:latin typeface="Yu Gothic"/>
                <a:ea typeface="Yu Gothic"/>
                <a:cs typeface="Yu Gothic"/>
              </a:defRPr>
            </a:lvl7pPr>
            <a:lvl8pPr algn="ctr">
              <a:buNone/>
              <a:defRPr sz="1500" b="1">
                <a:solidFill>
                  <a:srgbClr val="2876A8"/>
                </a:solidFill>
                <a:latin typeface="Yu Gothic"/>
                <a:ea typeface="Yu Gothic"/>
                <a:cs typeface="Yu Gothic"/>
              </a:defRPr>
            </a:lvl8pPr>
            <a:lvl9pPr algn="ctr">
              <a:buNone/>
              <a:defRPr sz="1500" b="1">
                <a:solidFill>
                  <a:srgbClr val="2876A8"/>
                </a:solidFill>
                <a:latin typeface="Yu Gothic"/>
                <a:ea typeface="Yu Gothic"/>
                <a:cs typeface="Yu Gothic"/>
              </a:defRPr>
            </a:lvl9pPr>
          </a:lstStyle>
          <a:p xmlns:a="http://schemas.openxmlformats.org/drawingml/2006/main">
            <a:pPr algn="ctr">
              <a:buNone/>
              <a:defRPr sz="1500" b="1">
                <a:solidFill>
                  <a:srgbClr val="2876A8"/>
                </a:solidFill>
                <a:latin typeface="Yu Gothic"/>
                <a:ea typeface="Yu Gothic"/>
                <a:cs typeface="Yu Gothic"/>
              </a:defRPr>
            </a:pPr>
            <a:r>
              <a:rPr sz="1500" b="1">
                <a:solidFill>
                  <a:srgbClr val="2876A8"/>
                </a:solidFill>
                <a:latin typeface="Yu Gothic"/>
                <a:ea typeface="Yu Gothic"/>
                <a:cs typeface="Yu Gothic"/>
              </a:rPr>
              <a:t>H</a:t>
            </a:r>
          </a:p>
        </p:txBody>
      </p:sp>
      <p:sp>
        <p:nvSpPr>
          <p:cNvPr id="44" name="">
            <a:extLst xmlns:a="http://schemas.openxmlformats.org/drawingml/2006/main">
              <a:ext uri="{FF2B5EF4-FFF2-40B4-BE49-F238E27FC236}">
                <a16:creationId xmlns:a16="http://schemas.microsoft.com/office/drawing/2014/main" id="{FC808E12-F5D0-4A43-975E-9E7C42E43AE7}"/>
              </a:ext>
            </a:extLst>
          </p:cNvPr>
          <p:cNvSpPr>
            <a:spLocks xmlns:a="http://schemas.openxmlformats.org/drawingml/2006/main" noGrp="1"/>
          </p:cNvSpPr>
          <p:nvPr/>
        </p:nvSpPr>
        <p:spPr>
          <a:xfrm xmlns:a="http://schemas.openxmlformats.org/drawingml/2006/main">
            <a:off x="11106150" y="3562350"/>
            <a:ext cx="361950" cy="36195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45" name="">
            <a:extLst xmlns:a="http://schemas.openxmlformats.org/drawingml/2006/main">
              <a:ext uri="{FF2B5EF4-FFF2-40B4-BE49-F238E27FC236}">
                <a16:creationId xmlns:a16="http://schemas.microsoft.com/office/drawing/2014/main" id="{108A94E8-A75A-41F8-A088-EE210A4657DE}"/>
              </a:ext>
            </a:extLst>
          </p:cNvPr>
          <p:cNvSpPr>
            <a:spLocks xmlns:a="http://schemas.openxmlformats.org/drawingml/2006/main" noGrp="1"/>
          </p:cNvSpPr>
          <p:nvPr/>
        </p:nvSpPr>
        <p:spPr>
          <a:xfrm xmlns:a="http://schemas.openxmlformats.org/drawingml/2006/main">
            <a:off x="11106150" y="35623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00" b="1">
                <a:solidFill>
                  <a:srgbClr val="2876A8"/>
                </a:solidFill>
                <a:latin typeface="Yu Gothic"/>
                <a:ea typeface="Yu Gothic"/>
                <a:cs typeface="Yu Gothic"/>
              </a:defRPr>
            </a:defPPr>
            <a:lvl1pPr algn="ctr">
              <a:buNone/>
              <a:defRPr sz="1500" b="1">
                <a:solidFill>
                  <a:srgbClr val="2876A8"/>
                </a:solidFill>
                <a:latin typeface="Yu Gothic"/>
                <a:ea typeface="Yu Gothic"/>
                <a:cs typeface="Yu Gothic"/>
              </a:defRPr>
            </a:lvl1pPr>
            <a:lvl2pPr algn="ctr">
              <a:buNone/>
              <a:defRPr sz="1500" b="1">
                <a:solidFill>
                  <a:srgbClr val="2876A8"/>
                </a:solidFill>
                <a:latin typeface="Yu Gothic"/>
                <a:ea typeface="Yu Gothic"/>
                <a:cs typeface="Yu Gothic"/>
              </a:defRPr>
            </a:lvl2pPr>
            <a:lvl3pPr algn="ctr">
              <a:buNone/>
              <a:defRPr sz="1500" b="1">
                <a:solidFill>
                  <a:srgbClr val="2876A8"/>
                </a:solidFill>
                <a:latin typeface="Yu Gothic"/>
                <a:ea typeface="Yu Gothic"/>
                <a:cs typeface="Yu Gothic"/>
              </a:defRPr>
            </a:lvl3pPr>
            <a:lvl4pPr algn="ctr">
              <a:buNone/>
              <a:defRPr sz="1500" b="1">
                <a:solidFill>
                  <a:srgbClr val="2876A8"/>
                </a:solidFill>
                <a:latin typeface="Yu Gothic"/>
                <a:ea typeface="Yu Gothic"/>
                <a:cs typeface="Yu Gothic"/>
              </a:defRPr>
            </a:lvl4pPr>
            <a:lvl5pPr algn="ctr">
              <a:buNone/>
              <a:defRPr sz="1500" b="1">
                <a:solidFill>
                  <a:srgbClr val="2876A8"/>
                </a:solidFill>
                <a:latin typeface="Yu Gothic"/>
                <a:ea typeface="Yu Gothic"/>
                <a:cs typeface="Yu Gothic"/>
              </a:defRPr>
            </a:lvl5pPr>
            <a:lvl6pPr algn="ctr">
              <a:buNone/>
              <a:defRPr sz="1500" b="1">
                <a:solidFill>
                  <a:srgbClr val="2876A8"/>
                </a:solidFill>
                <a:latin typeface="Yu Gothic"/>
                <a:ea typeface="Yu Gothic"/>
                <a:cs typeface="Yu Gothic"/>
              </a:defRPr>
            </a:lvl6pPr>
            <a:lvl7pPr algn="ctr">
              <a:buNone/>
              <a:defRPr sz="1500" b="1">
                <a:solidFill>
                  <a:srgbClr val="2876A8"/>
                </a:solidFill>
                <a:latin typeface="Yu Gothic"/>
                <a:ea typeface="Yu Gothic"/>
                <a:cs typeface="Yu Gothic"/>
              </a:defRPr>
            </a:lvl7pPr>
            <a:lvl8pPr algn="ctr">
              <a:buNone/>
              <a:defRPr sz="1500" b="1">
                <a:solidFill>
                  <a:srgbClr val="2876A8"/>
                </a:solidFill>
                <a:latin typeface="Yu Gothic"/>
                <a:ea typeface="Yu Gothic"/>
                <a:cs typeface="Yu Gothic"/>
              </a:defRPr>
            </a:lvl8pPr>
            <a:lvl9pPr algn="ctr">
              <a:buNone/>
              <a:defRPr sz="1500" b="1">
                <a:solidFill>
                  <a:srgbClr val="2876A8"/>
                </a:solidFill>
                <a:latin typeface="Yu Gothic"/>
                <a:ea typeface="Yu Gothic"/>
                <a:cs typeface="Yu Gothic"/>
              </a:defRPr>
            </a:lvl9pPr>
          </a:lstStyle>
          <a:p xmlns:a="http://schemas.openxmlformats.org/drawingml/2006/main">
            <a:pPr algn="ctr">
              <a:buNone/>
              <a:defRPr sz="1500" b="1">
                <a:solidFill>
                  <a:srgbClr val="2876A8"/>
                </a:solidFill>
                <a:latin typeface="Yu Gothic"/>
                <a:ea typeface="Yu Gothic"/>
                <a:cs typeface="Yu Gothic"/>
              </a:defRPr>
            </a:pPr>
            <a:r>
              <a:rPr sz="1500" b="1">
                <a:solidFill>
                  <a:srgbClr val="2876A8"/>
                </a:solidFill>
                <a:latin typeface="Yu Gothic"/>
                <a:ea typeface="Yu Gothic"/>
                <a:cs typeface="Yu Gothic"/>
              </a:rPr>
              <a:t>H</a:t>
            </a:r>
          </a:p>
        </p:txBody>
      </p:sp>
      <p:sp>
        <p:nvSpPr>
          <p:cNvPr id="46" name="">
            <a:extLst xmlns:a="http://schemas.openxmlformats.org/drawingml/2006/main">
              <a:ext uri="{FF2B5EF4-FFF2-40B4-BE49-F238E27FC236}">
                <a16:creationId xmlns:a16="http://schemas.microsoft.com/office/drawing/2014/main" id="{6E5ED1C3-F8B0-44DE-81E2-50035108856D}"/>
              </a:ext>
            </a:extLst>
          </p:cNvPr>
          <p:cNvSpPr>
            <a:spLocks xmlns:a="http://schemas.openxmlformats.org/drawingml/2006/main" noGrp="1"/>
          </p:cNvSpPr>
          <p:nvPr/>
        </p:nvSpPr>
        <p:spPr>
          <a:xfrm xmlns:a="http://schemas.openxmlformats.org/drawingml/2006/main">
            <a:off x="6762750" y="39528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OH基と水の相互作用の模式例</a:t>
            </a:r>
          </a:p>
        </p:txBody>
      </p:sp>
      <p:sp>
        <p:nvSpPr>
          <p:cNvPr id="47" name="">
            <a:extLst xmlns:a="http://schemas.openxmlformats.org/drawingml/2006/main">
              <a:ext uri="{FF2B5EF4-FFF2-40B4-BE49-F238E27FC236}">
                <a16:creationId xmlns:a16="http://schemas.microsoft.com/office/drawing/2014/main" id="{6B247F3C-7A7E-417D-82D1-EA68C503C138}"/>
              </a:ext>
            </a:extLst>
          </p:cNvPr>
          <p:cNvSpPr>
            <a:spLocks xmlns:a="http://schemas.openxmlformats.org/drawingml/2006/main" noGrp="1"/>
          </p:cNvSpPr>
          <p:nvPr/>
        </p:nvSpPr>
        <p:spPr>
          <a:xfrm xmlns:a="http://schemas.openxmlformats.org/drawingml/2006/main">
            <a:off x="6762750" y="471487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吸湿や寸法変化を学ぶ基礎になる</a:t>
            </a:r>
          </a:p>
        </p:txBody>
      </p:sp>
      <p:sp>
        <p:nvSpPr>
          <p:cNvPr id="48" name="">
            <a:extLst xmlns:a="http://schemas.openxmlformats.org/drawingml/2006/main">
              <a:ext uri="{FF2B5EF4-FFF2-40B4-BE49-F238E27FC236}">
                <a16:creationId xmlns:a16="http://schemas.microsoft.com/office/drawing/2014/main" id="{5303BFEA-8275-4190-B2D7-1FF3011D550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分散力は中性の原子・分子に広く働く。多数の相互作用の集積と、配列・温度・水分の条件を考える。[5,6]</a:t>
            </a:r>
          </a:p>
        </p:txBody>
      </p:sp>
    </p:spTree>
    <p:extLst>
      <p:ext uri="{BB962C8B-B14F-4D97-AF65-F5344CB8AC3E}">
        <p14:creationId xmlns:p14="http://schemas.microsoft.com/office/powerpoint/2010/main" val="6768714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2026-11-02T02:36:27.0940000Z</dcterms:created>
  <dcterms:modified xsi:type="dcterms:W3CDTF">2026-11-02T02:36:27.0940000Z</dcterms:modified>
</coreProperties>
</file>