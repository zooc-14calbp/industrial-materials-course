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slides/charts/chart5.xml" ContentType="application/vnd.openxmlformats-officedocument.drawingml.chart+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6ca9701b6c44824" /><Relationship Type="http://schemas.openxmlformats.org/officeDocument/2006/relationships/extended-properties" Target="/docProps/app.xml" Id="R5e241c2e80f64574" /><Relationship Type="http://schemas.openxmlformats.org/officeDocument/2006/relationships/officeDocument" Target="/ppt/presentation.xml" Id="Rb714bf9998b44a41" /></Relationships>
</file>

<file path=ppt/presentation.xml><?xml version="1.0" encoding="utf-8"?>
<p:presentation xmlns:p="http://schemas.openxmlformats.org/presentationml/2006/main">
  <p:sldMasterIdLst>
    <p:sldMasterId xmlns:r="http://schemas.openxmlformats.org/officeDocument/2006/relationships" id="2147483648" r:id="R6eb52d153d394a3f"/>
  </p:sldMasterIdLst>
  <p:notesMasterIdLst>
    <p:notesMasterId xmlns:r="http://schemas.openxmlformats.org/officeDocument/2006/relationships" r:id="Ra05f440d365d422b"/>
  </p:notesMasterIdLst>
  <p:sldIdLst>
    <p:sldId xmlns:r="http://schemas.openxmlformats.org/officeDocument/2006/relationships" id="256" r:id="Rb4157c6a6e004388"/>
    <p:sldId xmlns:r="http://schemas.openxmlformats.org/officeDocument/2006/relationships" id="257" r:id="Rf2841cdd6fa04bef"/>
    <p:sldId xmlns:r="http://schemas.openxmlformats.org/officeDocument/2006/relationships" id="258" r:id="R17cc7cb329f040b3"/>
    <p:sldId xmlns:r="http://schemas.openxmlformats.org/officeDocument/2006/relationships" id="259" r:id="R5a93798549d54fae"/>
    <p:sldId xmlns:r="http://schemas.openxmlformats.org/officeDocument/2006/relationships" id="260" r:id="R69419ad4dd134033"/>
    <p:sldId xmlns:r="http://schemas.openxmlformats.org/officeDocument/2006/relationships" id="261" r:id="Rf117862399bf46b4"/>
    <p:sldId xmlns:r="http://schemas.openxmlformats.org/officeDocument/2006/relationships" id="262" r:id="Rdad05fa48d264cc9"/>
    <p:sldId xmlns:r="http://schemas.openxmlformats.org/officeDocument/2006/relationships" id="263" r:id="R0ef72c888c2746cf"/>
    <p:sldId xmlns:r="http://schemas.openxmlformats.org/officeDocument/2006/relationships" id="264" r:id="Ra4349d0f966d4a64"/>
    <p:sldId xmlns:r="http://schemas.openxmlformats.org/officeDocument/2006/relationships" id="265" r:id="R2b45fff7957341f9"/>
    <p:sldId xmlns:r="http://schemas.openxmlformats.org/officeDocument/2006/relationships" id="266" r:id="Rc518e8fe4dd74ebc"/>
    <p:sldId xmlns:r="http://schemas.openxmlformats.org/officeDocument/2006/relationships" id="267" r:id="R8407e856f7e2414a"/>
    <p:sldId xmlns:r="http://schemas.openxmlformats.org/officeDocument/2006/relationships" id="268" r:id="R650d7e9430074e1d"/>
    <p:sldId xmlns:r="http://schemas.openxmlformats.org/officeDocument/2006/relationships" id="269" r:id="Ref4b4f1b0fb046fe"/>
    <p:sldId xmlns:r="http://schemas.openxmlformats.org/officeDocument/2006/relationships" id="270" r:id="Ra5d5fe6d70444c1b"/>
    <p:sldId xmlns:r="http://schemas.openxmlformats.org/officeDocument/2006/relationships" id="271" r:id="R2e2124afc0a84147"/>
    <p:sldId xmlns:r="http://schemas.openxmlformats.org/officeDocument/2006/relationships" id="272" r:id="Rb310f590b7af484e"/>
    <p:sldId xmlns:r="http://schemas.openxmlformats.org/officeDocument/2006/relationships" id="273" r:id="R6e89dfec545a4e45"/>
    <p:sldId xmlns:r="http://schemas.openxmlformats.org/officeDocument/2006/relationships" id="274" r:id="R91a48baf3c0b4b8f"/>
    <p:sldId xmlns:r="http://schemas.openxmlformats.org/officeDocument/2006/relationships" id="275" r:id="R25557c4ac96e46bb"/>
    <p:sldId xmlns:r="http://schemas.openxmlformats.org/officeDocument/2006/relationships" id="276" r:id="R04c6df603ec24cfa"/>
    <p:sldId xmlns:r="http://schemas.openxmlformats.org/officeDocument/2006/relationships" id="277" r:id="Rc13bddaa68bc497b"/>
    <p:sldId xmlns:r="http://schemas.openxmlformats.org/officeDocument/2006/relationships" id="278" r:id="Rf9d5d8ecd4394f05"/>
    <p:sldId xmlns:r="http://schemas.openxmlformats.org/officeDocument/2006/relationships" id="279" r:id="R1c4d6f8956224ea6"/>
    <p:sldId xmlns:r="http://schemas.openxmlformats.org/officeDocument/2006/relationships" id="280" r:id="R4ac448e14ff94089"/>
    <p:sldId xmlns:r="http://schemas.openxmlformats.org/officeDocument/2006/relationships" id="281" r:id="R26013a2547dd46b3"/>
    <p:sldId xmlns:r="http://schemas.openxmlformats.org/officeDocument/2006/relationships" id="282" r:id="Reb6ba426c2e546b7"/>
    <p:sldId xmlns:r="http://schemas.openxmlformats.org/officeDocument/2006/relationships" id="283" r:id="Rfe26fd936e3c4cbe"/>
    <p:sldId xmlns:r="http://schemas.openxmlformats.org/officeDocument/2006/relationships" id="284" r:id="R9f1be7668ee2432a"/>
    <p:sldId xmlns:r="http://schemas.openxmlformats.org/officeDocument/2006/relationships" id="285" r:id="Rce3b787a9df24516"/>
    <p:sldId xmlns:r="http://schemas.openxmlformats.org/officeDocument/2006/relationships" id="286" r:id="R1acf3e3bc40d4f5c"/>
    <p:sldId xmlns:r="http://schemas.openxmlformats.org/officeDocument/2006/relationships" id="287" r:id="Rfa35229a96174daf"/>
    <p:sldId xmlns:r="http://schemas.openxmlformats.org/officeDocument/2006/relationships" id="288" r:id="R27d70bced1e040a0"/>
    <p:sldId xmlns:r="http://schemas.openxmlformats.org/officeDocument/2006/relationships" id="289" r:id="R634b7cd70cff4cf4"/>
    <p:sldId xmlns:r="http://schemas.openxmlformats.org/officeDocument/2006/relationships" id="290" r:id="Rbec54c57ca5b4cf6"/>
    <p:sldId xmlns:r="http://schemas.openxmlformats.org/officeDocument/2006/relationships" id="291" r:id="R8152f9fdd42c4547"/>
    <p:sldId xmlns:r="http://schemas.openxmlformats.org/officeDocument/2006/relationships" id="292" r:id="R679236fd83bb4845"/>
    <p:sldId xmlns:r="http://schemas.openxmlformats.org/officeDocument/2006/relationships" id="293" r:id="R8155231233944d42"/>
    <p:sldId xmlns:r="http://schemas.openxmlformats.org/officeDocument/2006/relationships" id="294" r:id="R0f4151ee3a6e4e33"/>
    <p:sldId xmlns:r="http://schemas.openxmlformats.org/officeDocument/2006/relationships" id="295" r:id="R9ee3e907641a45fd"/>
    <p:sldId xmlns:r="http://schemas.openxmlformats.org/officeDocument/2006/relationships" id="296" r:id="R55cdff5161194bc6"/>
    <p:sldId xmlns:r="http://schemas.openxmlformats.org/officeDocument/2006/relationships" id="297" r:id="R654d386d27e240ff"/>
    <p:sldId xmlns:r="http://schemas.openxmlformats.org/officeDocument/2006/relationships" id="298" r:id="R260015a9493b4f28"/>
    <p:sldId xmlns:r="http://schemas.openxmlformats.org/officeDocument/2006/relationships" id="299" r:id="R5578b87bd29e40a3"/>
    <p:sldId xmlns:r="http://schemas.openxmlformats.org/officeDocument/2006/relationships" id="300" r:id="R685555dcce454a7e"/>
    <p:sldId xmlns:r="http://schemas.openxmlformats.org/officeDocument/2006/relationships" id="301" r:id="R36588385c1494b75"/>
    <p:sldId xmlns:r="http://schemas.openxmlformats.org/officeDocument/2006/relationships" id="302" r:id="Reeb4980d00594234"/>
    <p:sldId xmlns:r="http://schemas.openxmlformats.org/officeDocument/2006/relationships" id="303" r:id="Rded4429413a54c95"/>
    <p:sldId xmlns:r="http://schemas.openxmlformats.org/officeDocument/2006/relationships" id="304" r:id="Rda055560a85b44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2a995142df4174" /><Relationship Type="http://schemas.openxmlformats.org/officeDocument/2006/relationships/slideMaster" Target="/ppt/slideMasters/slideMaster1.xml" Id="R6eb52d153d394a3f" /><Relationship Type="http://schemas.openxmlformats.org/officeDocument/2006/relationships/notesMaster" Target="/ppt/notesMasters/notesMaster1.xml" Id="Ra05f440d365d422b" /><Relationship Type="http://schemas.openxmlformats.org/officeDocument/2006/relationships/presProps" Target="/ppt/presProps.xml" Id="Rebb86ad6ee33454b" /><Relationship Type="http://schemas.openxmlformats.org/officeDocument/2006/relationships/tableStyles" Target="/ppt/tableStyles.xml" Id="Rb63103fcc8a54c54" /><Relationship Type="http://schemas.openxmlformats.org/officeDocument/2006/relationships/slide" Target="/ppt/slides/slide1.xml" Id="Rb4157c6a6e004388" /><Relationship Type="http://schemas.openxmlformats.org/officeDocument/2006/relationships/slide" Target="/ppt/slides/slide2.xml" Id="Rf2841cdd6fa04bef" /><Relationship Type="http://schemas.openxmlformats.org/officeDocument/2006/relationships/slide" Target="/ppt/slides/slide3.xml" Id="R17cc7cb329f040b3" /><Relationship Type="http://schemas.openxmlformats.org/officeDocument/2006/relationships/slide" Target="/ppt/slides/slide4.xml" Id="R5a93798549d54fae" /><Relationship Type="http://schemas.openxmlformats.org/officeDocument/2006/relationships/slide" Target="/ppt/slides/slide5.xml" Id="R69419ad4dd134033" /><Relationship Type="http://schemas.openxmlformats.org/officeDocument/2006/relationships/slide" Target="/ppt/slides/slide6.xml" Id="Rf117862399bf46b4" /><Relationship Type="http://schemas.openxmlformats.org/officeDocument/2006/relationships/slide" Target="/ppt/slides/slide7.xml" Id="Rdad05fa48d264cc9" /><Relationship Type="http://schemas.openxmlformats.org/officeDocument/2006/relationships/slide" Target="/ppt/slides/slide8.xml" Id="R0ef72c888c2746cf" /><Relationship Type="http://schemas.openxmlformats.org/officeDocument/2006/relationships/slide" Target="/ppt/slides/slide9.xml" Id="Ra4349d0f966d4a64" /><Relationship Type="http://schemas.openxmlformats.org/officeDocument/2006/relationships/slide" Target="/ppt/slides/slide10.xml" Id="R2b45fff7957341f9" /><Relationship Type="http://schemas.openxmlformats.org/officeDocument/2006/relationships/slide" Target="/ppt/slides/slide11.xml" Id="Rc518e8fe4dd74ebc" /><Relationship Type="http://schemas.openxmlformats.org/officeDocument/2006/relationships/slide" Target="/ppt/slides/slide12.xml" Id="R8407e856f7e2414a" /><Relationship Type="http://schemas.openxmlformats.org/officeDocument/2006/relationships/slide" Target="/ppt/slides/slide13.xml" Id="R650d7e9430074e1d" /><Relationship Type="http://schemas.openxmlformats.org/officeDocument/2006/relationships/slide" Target="/ppt/slides/slide14.xml" Id="Ref4b4f1b0fb046fe" /><Relationship Type="http://schemas.openxmlformats.org/officeDocument/2006/relationships/slide" Target="/ppt/slides/slide15.xml" Id="Ra5d5fe6d70444c1b" /><Relationship Type="http://schemas.openxmlformats.org/officeDocument/2006/relationships/slide" Target="/ppt/slides/slide16.xml" Id="R2e2124afc0a84147" /><Relationship Type="http://schemas.openxmlformats.org/officeDocument/2006/relationships/slide" Target="/ppt/slides/slide17.xml" Id="Rb310f590b7af484e" /><Relationship Type="http://schemas.openxmlformats.org/officeDocument/2006/relationships/slide" Target="/ppt/slides/slide18.xml" Id="R6e89dfec545a4e45" /><Relationship Type="http://schemas.openxmlformats.org/officeDocument/2006/relationships/slide" Target="/ppt/slides/slide19.xml" Id="R91a48baf3c0b4b8f" /><Relationship Type="http://schemas.openxmlformats.org/officeDocument/2006/relationships/slide" Target="/ppt/slides/slide20.xml" Id="R25557c4ac96e46bb" /><Relationship Type="http://schemas.openxmlformats.org/officeDocument/2006/relationships/slide" Target="/ppt/slides/slide21.xml" Id="R04c6df603ec24cfa" /><Relationship Type="http://schemas.openxmlformats.org/officeDocument/2006/relationships/slide" Target="/ppt/slides/slide22.xml" Id="Rc13bddaa68bc497b" /><Relationship Type="http://schemas.openxmlformats.org/officeDocument/2006/relationships/slide" Target="/ppt/slides/slide23.xml" Id="Rf9d5d8ecd4394f05" /><Relationship Type="http://schemas.openxmlformats.org/officeDocument/2006/relationships/slide" Target="/ppt/slides/slide24.xml" Id="R1c4d6f8956224ea6" /><Relationship Type="http://schemas.openxmlformats.org/officeDocument/2006/relationships/slide" Target="/ppt/slides/slide25.xml" Id="R4ac448e14ff94089" /><Relationship Type="http://schemas.openxmlformats.org/officeDocument/2006/relationships/slide" Target="/ppt/slides/slide26.xml" Id="R26013a2547dd46b3" /><Relationship Type="http://schemas.openxmlformats.org/officeDocument/2006/relationships/slide" Target="/ppt/slides/slide27.xml" Id="Reb6ba426c2e546b7" /><Relationship Type="http://schemas.openxmlformats.org/officeDocument/2006/relationships/slide" Target="/ppt/slides/slide28.xml" Id="Rfe26fd936e3c4cbe" /><Relationship Type="http://schemas.openxmlformats.org/officeDocument/2006/relationships/slide" Target="/ppt/slides/slide29.xml" Id="R9f1be7668ee2432a" /><Relationship Type="http://schemas.openxmlformats.org/officeDocument/2006/relationships/slide" Target="/ppt/slides/slide30.xml" Id="Rce3b787a9df24516" /><Relationship Type="http://schemas.openxmlformats.org/officeDocument/2006/relationships/slide" Target="/ppt/slides/slide31.xml" Id="R1acf3e3bc40d4f5c" /><Relationship Type="http://schemas.openxmlformats.org/officeDocument/2006/relationships/slide" Target="/ppt/slides/slide32.xml" Id="Rfa35229a96174daf" /><Relationship Type="http://schemas.openxmlformats.org/officeDocument/2006/relationships/slide" Target="/ppt/slides/slide33.xml" Id="R27d70bced1e040a0" /><Relationship Type="http://schemas.openxmlformats.org/officeDocument/2006/relationships/slide" Target="/ppt/slides/slide34.xml" Id="R634b7cd70cff4cf4" /><Relationship Type="http://schemas.openxmlformats.org/officeDocument/2006/relationships/slide" Target="/ppt/slides/slide35.xml" Id="Rbec54c57ca5b4cf6" /><Relationship Type="http://schemas.openxmlformats.org/officeDocument/2006/relationships/slide" Target="/ppt/slides/slide36.xml" Id="R8152f9fdd42c4547" /><Relationship Type="http://schemas.openxmlformats.org/officeDocument/2006/relationships/slide" Target="/ppt/slides/slide37.xml" Id="R679236fd83bb4845" /><Relationship Type="http://schemas.openxmlformats.org/officeDocument/2006/relationships/slide" Target="/ppt/slides/slide38.xml" Id="R8155231233944d42" /><Relationship Type="http://schemas.openxmlformats.org/officeDocument/2006/relationships/slide" Target="/ppt/slides/slide39.xml" Id="R0f4151ee3a6e4e33" /><Relationship Type="http://schemas.openxmlformats.org/officeDocument/2006/relationships/slide" Target="/ppt/slides/slide40.xml" Id="R9ee3e907641a45fd" /><Relationship Type="http://schemas.openxmlformats.org/officeDocument/2006/relationships/slide" Target="/ppt/slides/slide41.xml" Id="R55cdff5161194bc6" /><Relationship Type="http://schemas.openxmlformats.org/officeDocument/2006/relationships/slide" Target="/ppt/slides/slide42.xml" Id="R654d386d27e240ff" /><Relationship Type="http://schemas.openxmlformats.org/officeDocument/2006/relationships/slide" Target="/ppt/slides/slide43.xml" Id="R260015a9493b4f28" /><Relationship Type="http://schemas.openxmlformats.org/officeDocument/2006/relationships/slide" Target="/ppt/slides/slide44.xml" Id="R5578b87bd29e40a3" /><Relationship Type="http://schemas.openxmlformats.org/officeDocument/2006/relationships/slide" Target="/ppt/slides/slide45.xml" Id="R685555dcce454a7e" /><Relationship Type="http://schemas.openxmlformats.org/officeDocument/2006/relationships/slide" Target="/ppt/slides/slide46.xml" Id="R36588385c1494b75" /><Relationship Type="http://schemas.openxmlformats.org/officeDocument/2006/relationships/slide" Target="/ppt/slides/slide47.xml" Id="Reeb4980d00594234" /><Relationship Type="http://schemas.openxmlformats.org/officeDocument/2006/relationships/slide" Target="/ppt/slides/slide48.xml" Id="Rded4429413a54c95" /><Relationship Type="http://schemas.openxmlformats.org/officeDocument/2006/relationships/slide" Target="/ppt/slides/slide49.xml" Id="Rda055560a85b44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5cb5bbbc4b4c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c018d139244eff" /><Relationship Type="http://schemas.openxmlformats.org/officeDocument/2006/relationships/notesMaster" Target="/ppt/notesMasters/notesMaster1.xml" Id="R24bf06b183704f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79cf758ad04fa0" /><Relationship Type="http://schemas.openxmlformats.org/officeDocument/2006/relationships/notesMaster" Target="/ppt/notesMasters/notesMaster1.xml" Id="R2874bacc20e74f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f08ef4615745d4" /><Relationship Type="http://schemas.openxmlformats.org/officeDocument/2006/relationships/notesMaster" Target="/ppt/notesMasters/notesMaster1.xml" Id="Rc124cb3e12a546e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e5176b9b36d41c0" /><Relationship Type="http://schemas.openxmlformats.org/officeDocument/2006/relationships/notesMaster" Target="/ppt/notesMasters/notesMaster1.xml" Id="Rf42ab007f27643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eb314017ab4b56" /><Relationship Type="http://schemas.openxmlformats.org/officeDocument/2006/relationships/notesMaster" Target="/ppt/notesMasters/notesMaster1.xml" Id="R934ba6b92faa413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a7943e59054260" /><Relationship Type="http://schemas.openxmlformats.org/officeDocument/2006/relationships/notesMaster" Target="/ppt/notesMasters/notesMaster1.xml" Id="R8498035b0e3d48e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70334bf1c141a8" /><Relationship Type="http://schemas.openxmlformats.org/officeDocument/2006/relationships/notesMaster" Target="/ppt/notesMasters/notesMaster1.xml" Id="R487d39bfa57944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caa47cf6b4445a6" /><Relationship Type="http://schemas.openxmlformats.org/officeDocument/2006/relationships/notesMaster" Target="/ppt/notesMasters/notesMaster1.xml" Id="R0b51e2334bfb4f8b" /></Relationships>
</file>

<file path=ppt/notesSlides/_rels/notesSlide9.xml.rels>&#65279;<?xml version="1.0" encoding="utf-8"?><Relationships xmlns="http://schemas.openxmlformats.org/package/2006/relationships"><Relationship Type="http://schemas.openxmlformats.org/officeDocument/2006/relationships/slide" Target="/ppt/slides/slide9.xml" Id="R7fa6cfa0c7604ea4" /><Relationship Type="http://schemas.openxmlformats.org/officeDocument/2006/relationships/notesMaster" Target="/ppt/notesMasters/notesMaster1.xml" Id="R1072becb4d294d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d9987929a1142c1" /><Relationship Type="http://schemas.openxmlformats.org/officeDocument/2006/relationships/notesMaster" Target="/ppt/notesMasters/notesMaster1.xml" Id="Rc4c333ddd37e432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918c149e4f4402a" /><Relationship Type="http://schemas.openxmlformats.org/officeDocument/2006/relationships/notesMaster" Target="/ppt/notesMasters/notesMaster1.xml" Id="R1276a797908f4fc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f36b92bad52464a" /><Relationship Type="http://schemas.openxmlformats.org/officeDocument/2006/relationships/notesMaster" Target="/ppt/notesMasters/notesMaster1.xml" Id="R8100162154e34c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0b08165de94ae3" /><Relationship Type="http://schemas.openxmlformats.org/officeDocument/2006/relationships/notesMaster" Target="/ppt/notesMasters/notesMaster1.xml" Id="Re947fb81c09341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4e6a41a7fc444d" /><Relationship Type="http://schemas.openxmlformats.org/officeDocument/2006/relationships/notesMaster" Target="/ppt/notesMasters/notesMaster1.xml" Id="R05cdedd9077c494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192c1d6341b4bad" /><Relationship Type="http://schemas.openxmlformats.org/officeDocument/2006/relationships/notesMaster" Target="/ppt/notesMasters/notesMaster1.xml" Id="Rcf3e6655b59343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4881ad2743849c0" /><Relationship Type="http://schemas.openxmlformats.org/officeDocument/2006/relationships/notesMaster" Target="/ppt/notesMasters/notesMaster1.xml" Id="R74bc92c0c942428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364a90dd42a461e" /><Relationship Type="http://schemas.openxmlformats.org/officeDocument/2006/relationships/notesMaster" Target="/ppt/notesMasters/notesMaster1.xml" Id="R21db93d193784a1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091934dd0b446c" /><Relationship Type="http://schemas.openxmlformats.org/officeDocument/2006/relationships/notesMaster" Target="/ppt/notesMasters/notesMaster1.xml" Id="R636f2f433b274aa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31dbd10ac97420e" /><Relationship Type="http://schemas.openxmlformats.org/officeDocument/2006/relationships/notesMaster" Target="/ppt/notesMasters/notesMaster1.xml" Id="R0c882e48b22e49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13cc9d6f7ed4c06" /><Relationship Type="http://schemas.openxmlformats.org/officeDocument/2006/relationships/notesMaster" Target="/ppt/notesMasters/notesMaster1.xml" Id="Rbd23ad87f2454c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ac28be35c2943f5" /><Relationship Type="http://schemas.openxmlformats.org/officeDocument/2006/relationships/notesMaster" Target="/ppt/notesMasters/notesMaster1.xml" Id="R81a8fd23b82948d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08885e8ce864216" /><Relationship Type="http://schemas.openxmlformats.org/officeDocument/2006/relationships/notesMaster" Target="/ppt/notesMasters/notesMaster1.xml" Id="R4451042799f04d7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efc885081d41ff" /><Relationship Type="http://schemas.openxmlformats.org/officeDocument/2006/relationships/notesMaster" Target="/ppt/notesMasters/notesMaster1.xml" Id="Rb84d2832ca4c4f4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84e6c9147ba48dc" /><Relationship Type="http://schemas.openxmlformats.org/officeDocument/2006/relationships/notesMaster" Target="/ppt/notesMasters/notesMaster1.xml" Id="Rf7a0cf76b46b451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a80789a650246e8" /><Relationship Type="http://schemas.openxmlformats.org/officeDocument/2006/relationships/notesMaster" Target="/ppt/notesMasters/notesMaster1.xml" Id="R4def94090a554ff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350420861d6498c" /><Relationship Type="http://schemas.openxmlformats.org/officeDocument/2006/relationships/notesMaster" Target="/ppt/notesMasters/notesMaster1.xml" Id="R4c62c5b362804e8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8f0779bf8de4329" /><Relationship Type="http://schemas.openxmlformats.org/officeDocument/2006/relationships/notesMaster" Target="/ppt/notesMasters/notesMaster1.xml" Id="R597623330dea48c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15e343a2ce343a8" /><Relationship Type="http://schemas.openxmlformats.org/officeDocument/2006/relationships/notesMaster" Target="/ppt/notesMasters/notesMaster1.xml" Id="Rdbef218bc7dd45c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31520c603024d6f" /><Relationship Type="http://schemas.openxmlformats.org/officeDocument/2006/relationships/notesMaster" Target="/ppt/notesMasters/notesMaster1.xml" Id="Rcd527ce02da14cb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8b93735ae5340d4" /><Relationship Type="http://schemas.openxmlformats.org/officeDocument/2006/relationships/notesMaster" Target="/ppt/notesMasters/notesMaster1.xml" Id="Reab552677e80469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d46b99d81054028" /><Relationship Type="http://schemas.openxmlformats.org/officeDocument/2006/relationships/notesMaster" Target="/ppt/notesMasters/notesMaster1.xml" Id="R2185d9816836451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afce446249a4394" /><Relationship Type="http://schemas.openxmlformats.org/officeDocument/2006/relationships/notesMaster" Target="/ppt/notesMasters/notesMaster1.xml" Id="Rfba1256a510e418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91a0a317b67417a" /><Relationship Type="http://schemas.openxmlformats.org/officeDocument/2006/relationships/notesMaster" Target="/ppt/notesMasters/notesMaster1.xml" Id="R6459f5ca7205475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96489fbd6c84020" /><Relationship Type="http://schemas.openxmlformats.org/officeDocument/2006/relationships/notesMaster" Target="/ppt/notesMasters/notesMaster1.xml" Id="R9c57779b429147e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e019541a76b4adf" /><Relationship Type="http://schemas.openxmlformats.org/officeDocument/2006/relationships/notesMaster" Target="/ppt/notesMasters/notesMaster1.xml" Id="Rafaa4f20424445b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a9e55fa9e844ba1" /><Relationship Type="http://schemas.openxmlformats.org/officeDocument/2006/relationships/notesMaster" Target="/ppt/notesMasters/notesMaster1.xml" Id="Reb8d59f16d2246f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cf2919f14304554" /><Relationship Type="http://schemas.openxmlformats.org/officeDocument/2006/relationships/notesMaster" Target="/ppt/notesMasters/notesMaster1.xml" Id="R362375489b57488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340ad7f82a8242e8" /><Relationship Type="http://schemas.openxmlformats.org/officeDocument/2006/relationships/notesMaster" Target="/ppt/notesMasters/notesMaster1.xml" Id="R39c00e43cbf84db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2f04c434ce541ac" /><Relationship Type="http://schemas.openxmlformats.org/officeDocument/2006/relationships/notesMaster" Target="/ppt/notesMasters/notesMaster1.xml" Id="Rb1bba377d9d84c1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326c0d525924463" /><Relationship Type="http://schemas.openxmlformats.org/officeDocument/2006/relationships/notesMaster" Target="/ppt/notesMasters/notesMaster1.xml" Id="R6e1870e79f33451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76e5fd125414a20" /><Relationship Type="http://schemas.openxmlformats.org/officeDocument/2006/relationships/notesMaster" Target="/ppt/notesMasters/notesMaster1.xml" Id="R0268fff7948d44e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8ef76a0c06a41a6" /><Relationship Type="http://schemas.openxmlformats.org/officeDocument/2006/relationships/notesMaster" Target="/ppt/notesMasters/notesMaster1.xml" Id="R4a155d3ea30c46e2"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ff5fd0767f34f08" /><Relationship Type="http://schemas.openxmlformats.org/officeDocument/2006/relationships/notesMaster" Target="/ppt/notesMasters/notesMaster1.xml" Id="Rd802884525d24c0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4f140b461e84759" /><Relationship Type="http://schemas.openxmlformats.org/officeDocument/2006/relationships/notesMaster" Target="/ppt/notesMasters/notesMaster1.xml" Id="Rf4bbdac09ab4401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7147216d8a74b45" /><Relationship Type="http://schemas.openxmlformats.org/officeDocument/2006/relationships/notesMaster" Target="/ppt/notesMasters/notesMaster1.xml" Id="Rb2cf8d3a4f9c4d1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05d44faa4beb41ea" /><Relationship Type="http://schemas.openxmlformats.org/officeDocument/2006/relationships/notesMaster" Target="/ppt/notesMasters/notesMaster1.xml" Id="R5e1d4641bbdd440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399eb19d2814e22" /><Relationship Type="http://schemas.openxmlformats.org/officeDocument/2006/relationships/notesMaster" Target="/ppt/notesMasters/notesMaster1.xml" Id="Rdf70044fa9ee43b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1f572211c124430" /><Relationship Type="http://schemas.openxmlformats.org/officeDocument/2006/relationships/notesMaster" Target="/ppt/notesMasters/notesMaster1.xml" Id="Rf302a535b3d943a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d2abc553aef4828" /><Relationship Type="http://schemas.openxmlformats.org/officeDocument/2006/relationships/notesMaster" Target="/ppt/notesMasters/notesMaster1.xml" Id="Rbdff4486ae6b4d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はりをモデルにし、外力図から反力、切断面のせん断力と曲げモーメントへ進みます。中央・偏心・片持ち・等分布の順に条件を変え、図と式の対応を確かめます。つり合いと面積を起点に、微分・積分とのつながりも確認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を確認します。はりをモデルにし、外力図から反力、切断面のせん断力と曲げモーメントへ進みます。中央・偏心・片持ち・等分布の順に条件を変え、図と式の対応を確かめます。つり合いと面積を起点に、微分・積分とのつながりも確認します。</a:t>
            </a:r>
          </a:p>
          <a:p xmlns:a="http://schemas.openxmlformats.org/drawingml/2006/main">
            <a:r>
              <a:t>途中の演習は自己確認用です。図と途中式をノートに残し、解説を聞く前に考える時間を取ります。正式な提出課題の締切や配点は別の指示に従ってください。</a:t>
            </a:r>
          </a:p>
          <a:p xmlns:a="http://schemas.openxmlformats.org/drawingml/2006/main">
            <a:r>
              <a:t>中学校の製作でも、どこで支え、どこへ力が加わるかを理解しなければ、形の効果を正確に比べられません。高校工業ではこれを力やモーメントの式で扱います。大学では、対象を切り出す操作と、図・式・グラフの関係を一つの体系として学び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を、計算できるはりとして取り出します。二点で支えた長さ、中央の荷重、支え方を図にします。実物のねじや面接触を全て表すのではなく、今回必要な働きを理想化しています。モデルの条件を先に書き、あとから式へ代入します。自重や複雑な接合を省いたなら、その結果を条件の違う実物の安全へ直接読み替えないようにします。第1回の比較条件を、外力図という形へ具体化していきます。</a:t>
            </a:r>
          </a:p>
          <a:p xmlns:a="http://schemas.openxmlformats.org/drawingml/2006/main">
            <a:r>
              <a:t>実物をはりとして考えるときは、残す特徴と省く特徴を決めています。板の幅や接合の細部を省いても、何を知りたいかに対して支え方と荷重位置を残します。計算結果が実物と違った場合は、計算の手順だけでなく、この置き換えに戻って検討する必要があります。モデルの選択が結論を左右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棚板の写真が一枚あっても、そのままで反力の計算はできません。どこからどこまでを板として取り出し、荷物をどこに作用する力とし、接合をどのような支持に置き換えるかを決める必要があります。この判断には、実物の特徴と力学の概念の両方が必要です。中学校で棚や支柱を扱う場合も、製作品の形を見るだけで十分な説明になるわけではありません。大学では、対象を決める自由物体図という操作を、力と回転のつり合いの式と結び付けて学びます。モデルに残した情報が変われば、計算結果も変わります。例えば両端で回転を許す支持と、端の回転まで止める支持では、同じ板と荷重でも同じ内力分布にはなりません。計算ソフトやAIの出力を評価する際も、入力した長さや数値の確認に加え、どの支持を選んだかを確かめます。式の正しさと、その式が表すモデルの選択を分けて点検することが、専門的な理解の重要な部分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のモーメントは、ある点の周りに回そうとする作用です。大きさは力に、回転の中心から力の作用線までの垂直距離を掛けます。力を加えた点までの斜めの長さを、いつでもそのまま使えるわけではありません。図では作用線を延ばし、中心から垂直に測った距離を示しています。ドアの取っ手やレンチでも、どこを中心とし、どの向きに力を加えるかを確かめれば、同じ考え方が使えます。</a:t>
            </a:r>
          </a:p>
          <a:p xmlns:a="http://schemas.openxmlformats.org/drawingml/2006/main">
            <a:r>
              <a:t>力を加えた点までの距離が同じでも、力の向きが変われば回す作用は変わります。作用線が回転中心を通る場合には垂直距離がゼロになり、その中心まわりのモーメントもゼロです。長い工具ならいつでも同じ倍率で有利になる、と形だけで説明せず、力の向きと作用線を描いて確か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ニュートンにメートルを掛けるとニュートンメートルです。二十ニュートンに〇・三メートルを掛ける例を、単位と一緒に確かめます。力だけ大きくても垂直距離が零なら、その点周りのモーメントは零です。また、同じ大きさでも回転の向きが反対なら符号を分けます。今回の外力のモーメントは反時計回りを正とします。単位が仕事と同じ次元でも、ここでは回す作用という異なる量を扱っています。</a:t>
            </a:r>
          </a:p>
          <a:p xmlns:a="http://schemas.openxmlformats.org/drawingml/2006/main">
            <a:r>
              <a:t>ニュートンメートルは力と長さを掛けた単位です。仕事やエネルギーにも同じ次元が現れますが、ここでは物体を回そうとする作用を表しています。数値と単位が同じ形でも、表している量の意味が同一とは限りません。図のどの点まわりの量かを添えて答え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作用線までの垂直距離という考え方を、座標でも整理します。回転の中心を原点オーとし、力を加える点の座標を横〇・四、縦〇・三メートルとします。力は下向き二十ニュートンです。原点から点までの斜めの長さは〇・五メートルですが、下向きの力の作用線までの垂直距離は横方向の〇・四です。したがってモーメントの大きさは八ニュートンメートルになります。平面内の一般の力では、横座標と鉛直成分の積から、縦座標と水平成分の積を引くと、反時計回りを正としたモーメントが求められます。この例では鉛直成分が負の二十、水平成分がゼロなので、答えは負の八です。時計回りの作用という図の予想と一致します。この成分表示を知っていると、斜めの部材だから斜めの長さを掛ければよい、という誤解を説明できます。三次元の回転を扱うときの考え方にもつながりますが、この回では平面内の力と回転を一貫して扱い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支点が何を止めるかを確認します。ピン支点では水平と鉛直の移動を止め、回転は自由とします。ローラーでは図の鉛直の移動を止め、固定端では回転も止めます。そのため未知の反力の種類が変わります。支点の絵を単なる飾りとせず、どの動きに対して反力を描くかを考えてください。ここでは水平外力がないので、ピン支点の水平反力は零になりますが、一般にいつも零という意味ではありません。</a:t>
            </a:r>
          </a:p>
          <a:p xmlns:a="http://schemas.openxmlformats.org/drawingml/2006/main">
            <a:r>
              <a:t>支点の記号は、どの移動と回転を止めると仮定したかを示す約束です。実物のねじや接着を見ただけで理想的な固定端と決めることはできません。支持の変形や緩みを無視してよいかは、知りたい現象によります。ここでは平面内の理想的な支持に限定して、対応する反力を描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く順序を固定します。第一に対象を取り出し、外力と反力の向き、距離を描きます。第二に力のつり合いを書き、第三に支点などの周りのモーメントのつり合いを使います。求まった反力を力の式へ戻し、最後に別の点周りで検算します。未知の反力が二つなのに力の式一本だけでは、まだ決まりません。公式を探す前に、図と二種類のつり合いを対応させることが目標です。</a:t>
            </a:r>
          </a:p>
          <a:p xmlns:a="http://schemas.openxmlformats.org/drawingml/2006/main">
            <a:r>
              <a:t>未知の反力を仮定した向きに描くことと、その方向が最初から正しいと決めることは違います。計算が負になれば、仮定した方向と逆だったと解釈できます。ただし、床に置いただけの接触など、引っ張る反力を出せない条件もあります。式の答えが実際の支持の仕組みで実現できるかを確か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つり合いの式を立てれば、全ての構造が同じ手順だけで解けるのでしょうか。平面内の一つの物体について、水平力、鉛直力、モーメントのつり合いは、独立な三つの式になります。この回で扱うピンとローラーの単純支持では、ピン側に水平と鉛直の反力、ローラー側に鉛直の反力があり、未知数は通常三つです。支持が適切に配置されて安定している場合、この三つのつり合いから反力を求められます。鉛直の荷重だけなら、水平の反力はゼロです。では、ローラーをピンに変えて左右両方が水平移動を止めるとどうなるでしょうか。反力の未知数は四つになり、つり合いだけでは一般に全ての配分を決められません。別の点まわりのモーメントの式をもう一つ書けば、独立な式が四つに増えるというわけではありません。既に立てたつり合いから導ける式は、新しい独立な情報にはならないからです。こうした構造では、部材がどれだけ伸び、支点間の変位の条件をどう満たすかなど、変形と材料の関係を追加します。これが、次回のヤング率や断面の量を使う理解へつながります。今の段階では、未知数と独立な式を対応させ、つり合いだけで求められるモデルの範囲を確認してください。AIが式を多数並べた場合も、本当に独立な条件が増えたのかを調べます。式の本数の見た目だけで解けると判断しないことが重要です。このように学校の範囲を超えた理論まで知ることによって、どのモデルを例題へ選び、どこで追加の原理が必要かを理解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の二百ニュートンを、両端で支える例です。反力を上向きと仮定し、二つの和が二百ニュートンになる式を書きます。次にA点周りで、Aの反力のモーメントが零になることを利用します。Bの反力に全長を掛けたものと、荷重にAからの距離を掛けたものをつり合わせます。求めたBの反力を力の式へ戻し、Aも求めます。中央荷重では各百ニュートンとなり、対称性は最後の検算にも使えます。</a:t>
            </a:r>
          </a:p>
          <a:p xmlns:a="http://schemas.openxmlformats.org/drawingml/2006/main">
            <a:r>
              <a:t>中央荷重で反力が等しいのは、今回の荷重と支持の対称性によります。いつでも二等分するという規則にはできません。先に力とモーメントの二式を立てておけば、荷重が中央から動いたときも同じ手順で解けます。暗記した値が使えなくなった状況で、原理へ戻れること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度は荷重位置が偏ります。Aから〇・四メートル、Bまで〇・八メートル、荷重は三百ニュートンです。中央ではないので、反力を半分ずつとは決めません。四分間、空欄の式を埋め、どの点周りを考えたかを図へ書いてください。荷重から遠い支点の反力と、近い支点の反力がどうなりそうか、計算前の予想も残します。求めた後はB点周りでも確認します。</a:t>
            </a:r>
          </a:p>
          <a:p xmlns:a="http://schemas.openxmlformats.org/drawingml/2006/main">
            <a:r>
              <a:t>空欄を埋めるときは、式の一項ずつを図の力と距離へ対応させます。モーメントの式では全ての距離を同じ基準点から測ります。図の左からの距離と、荷重点からの距離を途中で混ぜないようにしてください。荷重が左へ近いので左の反力が大きいという予想も書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ここで一分ほど休憩します。無理のない範囲で姿勢を変えましょう。再開したら、演習1の解答：力とモーメントを往復するへ進みます。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点周りの式からBの反力は百ニュートンです。力のつり合いへ戻すと、Aの反力は二百ニュートンになります。荷重点に近いAが多く受け持つという予想と一致します。B点周りではAの反力に全長を掛けたものと、荷重にBからの距離を掛けたものがつり合います。距離がどこからどこまでかを必ず図へ対応させましょう。反力の符号が負なら、最初に仮定した向きが逆だったと読みます。</a:t>
            </a:r>
          </a:p>
          <a:p xmlns:a="http://schemas.openxmlformats.org/drawingml/2006/main">
            <a:r>
              <a:t>反力の合計が荷重と等しいことだけでは、反力の配分は決まりません。二百と百のほかにも、百五十と百五十など多くの組合せが合計三百になります。モーメントのつり合いを使うことで、荷重位置と一致する配分を選べます。力のつり合いと回転のつり合いは、それぞれ独立した確認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さ一・二メートルの単純支持ばりへ、三百ニュートンを載せる場合を続けます。荷重点を左支点からエーだけ離れた位置とすると、左支点まわりのつり合いから、右反力は荷重にエーを掛け、支点間距離で割った値になります。左反力は全荷重から右反力を引いて求められます。表の最初の行では位置が〇・二なので、右反力は五十、左反力は二百五十ニュートンです。荷重が中央へ近づくにつれて配分は変わり、中央では百五十ずつになります。全ての行で合計は三百ですが、配分には荷重位置の情報が必要です。表計算で位置を変えれば多くの点を計算できますが、まず左右に近づけた極端な場合を予想し、その方向へ変化するかを確認します。自動計算を使う前に関係式と変化の方向を理解すれば、入力した位置の単位や基準点の取り違えにも気付きやすくなります。なお、この表は荷重が二つの支点の間にある範囲の例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に、はりを途中で切り、左側だけを取り出します。その部分がつり合うために、切断面へせん断力と曲げモーメントを置きます。全体の反力を求めたときと同様、力とモーメントの順に考えます。切断面の位置をエックスとし、どこまでの荷重が左側に含まれるかを確認してください。内力は目で直接見えませんが、切り出した部分のつり合いから求めることができます。</a:t>
            </a:r>
          </a:p>
          <a:p xmlns:a="http://schemas.openxmlformats.org/drawingml/2006/main">
            <a:r>
              <a:t>切り出す場所を動かせば、切断面の内力も位置の関数として表せます。切断面の位置までに、どの外力が含まれるかを毎回確認します。全体の反力を求めた図へ切断面を加え、選んだ片側だけを新しい対象としてください。反対側の外力を、理由なく同時に加えないように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符号の約束を図で定義します。左側部分の右切断面では、せん断力の正を下向き、内部の曲げモーメントの正を反時計回りとします。この正の曲げは上側圧縮、下側引張りの状態に対応します。教科書によって矢印や線図の上下の流儀が違うため、記号だけを比べず、この切断面の定義から照合します。外力を加算するときの上下や回転の正と、内力の記号の定義を混同しないようにしてください。</a:t>
            </a:r>
          </a:p>
          <a:p xmlns:a="http://schemas.openxmlformats.org/drawingml/2006/main">
            <a:r>
              <a:t>符号は計算と図を対応させるための約束です。別の教科書の図で上下が逆に描かれていても、定義が違う可能性があります。本資料では示した切断面の正方向を一貫して使います。外力のモーメントの符号と、断面内力として定義した曲げモーメントの符号も、そのまま同一視しない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せん断力図と曲げモーメント図は、位置ごとの値を並べたものです。横軸は、はりに沿った位置です。せん断力はニュートン、曲げモーメントはニュートンメートルで読みます。線図の高さは、はりの変形した形そのものではありません。各位置で切断面を考えて得た値を、同じ横軸へ載せています。荷重点や支点の位置を上下の図でそろえることが、対応を読むために重要です。</a:t>
            </a:r>
          </a:p>
          <a:p xmlns:a="http://schemas.openxmlformats.org/drawingml/2006/main">
            <a:r>
              <a:t>線図の横軸は時間ではなく、はり上の位置です。ある瞬間に物体がその線の形に動いているという図ではありません。横軸の同じ位置をたどると、その断面のせん断力と曲げモーメントを読めます。グラフの線の形を読めることには、何をどの軸へ表したかの理解が必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荷重の左側で切ると、左反力と切断面のせん断力をつり合わせます。左反力は百ニュートンなので、せん断力は正の百ニュートンです。中央荷重を越えた右側で切ると、左反力に加えて下向き二百ニュートンが左部分へ含まれます。せん断力は負の百ニュートンになります。集中荷重の位置で値が跳び、位置に応じて含める外力が変わることを、図と式の両方で確認します。</a:t>
            </a:r>
          </a:p>
          <a:p xmlns:a="http://schemas.openxmlformats.org/drawingml/2006/main">
            <a:r>
              <a:t>荷重点より左では、切り出した部分に中央の荷重が含まれません。右まで切り出せば荷重が含まれるので、力のつり合いの式が変わります。この対象に含まれる力の違いが、線図の段差を生みます。単に荷重点だから縦に線を引くと覚えるより、段差の大きさと力の大きさを対応させて考え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モーメントも左部分のつり合いから求めます。中央より左では、左反力に距離エックスを掛けたものです。右では、中央荷重の作用も加え、荷重点から切断面までの距離を使います。結果は左右で一次式となり、中央で連続します。最大値は中央で六十ニュートンメートルです。式へ両端の位置を代入して零になるか、中央の左右の式が一致するかを検算します。線図だけを暗記せず、切断面の位置で式が変わる理由を説明してください。</a:t>
            </a:r>
          </a:p>
          <a:p xmlns:a="http://schemas.openxmlformats.org/drawingml/2006/main">
            <a:r>
              <a:t>切断面まわりのモーメントでは、中央荷重から切断面までの距離が、位置から〇・六を引いた値になります。右側の区間でも、位置そのものの原点は左支点のままです。二つの区間の式へ荷重点の位置を入れると同じ値になることと、両端でゼロになることを確認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はり、せん断力図、曲げモーメント図を縦にそろえました。同じ位置に指を置いて、上から下へ読みます。荷重点でせん断力は跳び、曲げモーメントはそこで折れ曲がります。この例には集中モーメントはなく、曲げモーメントの値自体が跳んだわけではありません。線図を別々の絵として覚えるより、どの外力が含まれる位置かを対応させます。単位と符号もその都度確かめてください。</a:t>
            </a:r>
          </a:p>
          <a:p xmlns:a="http://schemas.openxmlformats.org/drawingml/2006/main">
            <a:r>
              <a:t>縦の補助線で同じ位置を結ぶと、せん断力が一定でも曲げモーメントが位置によって変わることが見えます。正のせん断力が続く区間では曲げモーメントは増え、負の区間では減ります。値の最大位置を考える準備として、二つのグラフを別々の暗記対象にしないことが大切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線図を数値データとして保存するときにも、現象の意味を理解する必要があります。中央に二百ニュートンを載せた長さ一・二メートルの例で、荷重点の近くを細かく見ます。せん断力は直前に正の百、直後に負の百となり、理想的な集中荷重の位置で段差を持ちます。一方、曲げモーメントは直前と直後で同じ六十ニュートンメートルにつながります。この表をグラフ作成ソフトへ入力し、全ての点を滑らかな曲線で結ぶと、せん断力の段差を誤って描く可能性があります。見栄えのよい曲線が、物理的に適切な表現とは限りません。集中荷重の左右を区別し、不連続を示す描き方を選びます。また、横軸の数値を文字の項目として等間隔に並べると、実際の位置の間隔も失われます。AIにグラフの説明を依頼する場合も、せん断力の段差と曲げモーメントの連続を、それぞれのつり合いの意味に照らして点検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ここで一分ほど休憩します。無理のない範囲で姿勢を変えましょう。再開したら、演習2　中央荷重の SFD・BMD〔半自立〕へ進みます。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荷重の大きさと全長を変えた演習です。対称性で見当は付けられますが、まず外力図とつり合いの式を書きます。四分間、反力、せん断力、曲げモーメント、最大値を順に求めてください。横軸の中央位置と全長を取り違えないようにします。最後に支点のモーメントが零になるか、荷重点で左右のモーメントの値がつながるかを確かめます。</a:t>
            </a:r>
          </a:p>
          <a:p xmlns:a="http://schemas.openxmlformats.org/drawingml/2006/main">
            <a:r>
              <a:t>これまでの例題と長さと荷重が変わりましたが、手順は同じです。反力の数値だけを以前のものから写さず、全体のつり合いから求め直します。線図には位置、値、単位を付け、荷重の位置でどこが変わるかを説明します。式と図のどちらかだけでは、計算の意味を十分に点検できません。</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反力は各二百ニュートンです。中央までの距離は〇・八メートルなので、最大の曲げモーメントは百六十ニュートンメートルです。せん断力は左側が正、右側が負の二百ニュートンになります。荷重だけでなく全長も変わったため、前の例と比べるときは両方の条件を確認します。線図の縦と横の量を区別し、モーメントの値をニュートンだけで書かないようにしましょう。</a:t>
            </a:r>
          </a:p>
          <a:p xmlns:a="http://schemas.openxmlformats.org/drawingml/2006/main">
            <a:r>
              <a:t>四百ニュートンの荷重が中央にあり、支点間が一・六メートルなので、反力は各二百ニュートンです。中央までの曲げモーメントの増加は二百に〇・八を掛けた百六十ニュートンメートルです。荷重が増えた効果と長さが増えた効果が両方入っていることを、最初の例題と比較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せん断力図の符号付き面積で、曲げモーメントの変化を読む方法です。長方形の面積はニュートン掛けるメートルとなり、モーメントの単位になります。正の面積ではモーメントが増え、負の面積では減ります。今回は微分積分を使わず、長方形や三角形の面積として扱います。面積の絶対値だけを足すと符号が失われるので、横軸より上と下を区別してください。切断面のつり合いで求めた式と照合します。</a:t>
            </a:r>
          </a:p>
          <a:p xmlns:a="http://schemas.openxmlformats.org/drawingml/2006/main">
            <a:r>
              <a:t>面積と呼んでいますが、ここで掛けるのはせん断力の単位ニュートンと、位置の単位メートルです。答えは平方メートルではなくニュートンメートルになります。グラフの塗った面積が、どの量の変化を表すかを単位からも確かめます。この足し合わせは、積分の考え方へつながる具体例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符号付き面積の考え方を、大学で学ぶ微分と積分へつなげます。せん断力が一定なら、曲げモーメントの変化は、そのせん断力に区間の長さを掛けた値です。小さな区間ごとにこの変化を足し合わせると、せん断力が位置によって変わる場合も考えられます。区間を小さくしたときの曲げモーメントの変化率が、せん断力に対応します。逆に、せん断力の図の面積を足すことが曲げモーメントの変化になります。この資料の符号では、下向きの分布荷重がある区間でせん断力は右へ行くほど減り、その変化率は分布荷重の負の値になります。ここでは公式を先に覚えるのではなく、小さな部分のつり合いと線図の面積が同じ関係を表すことを理解します。集中荷重の点は左右を分けて扱い、そこを含む全範囲へ滑らかな微分関係をそのまま当てはめないようにします。学校の教材で線図を簡単に説明する場合にも、その背後にはこの連続した関係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ほど反力を求めた偏心荷重のはりで、線図を作ります。反力はAが二百ニュートン、Bが百ニュートンです。四分間、荷重点の左右でせん断力と曲げモーメントを求め、最大値の位置を示してください。中央荷重の経験だけで、最大値を全長の中央に置かないようにします。荷重点の左右で、せん断力の符号がどう変わるかも読みます。</a:t>
            </a:r>
          </a:p>
          <a:p xmlns:a="http://schemas.openxmlformats.org/drawingml/2006/main">
            <a:r>
              <a:t>最大値がいつも中央に現れると決めるのは、対称な例題を一般化した誤りです。反力を計算し直し、荷重点の前後でせん断力の符号がどう変わるかを見ます。中央という見た目に頼らず、曲げモーメントが増える区間と減る区間をつなげて最大位置を判断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点まではモーメントが増え、その先では減ります。最大はAから〇・四メートルの荷重点で、八十ニュートンメートルです。集中荷重点のせん断力は不連続なので、そこにせん断力零の点があるから最大、と説明してはいけません。左右で正から負へ変わることと、モーメントが連続につながることを組み合わせます。せん断力図の正負の面積がそれぞれ八十で相殺され、終端のモーメントが零になることも確認できます。</a:t>
            </a:r>
          </a:p>
          <a:p xmlns:a="http://schemas.openxmlformats.org/drawingml/2006/main">
            <a:r>
              <a:t>今回は荷重点でせん断力が正から負へ切り替わり、その位置で曲げモーメントが最大になります。左右の区間の符号付き面積は、それぞれ正の八十と負の八十ニュートンメートルです。最初と最後の値が対応することを利用すると、線図の高さや区間長の誤りも点検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片持ちばりでは、固定端が移動だけでなく回転も止めます。そのため、鉛直反力に加えて、固定端の外部の反力モーメントを描きます。先端の百ニュートンに長さ〇・八メートルを掛けると、固定端に必要な反力モーメントの大きさは八十ニュートンメートルです。これと、切断した内部に生じる曲げモーメントは、作用する対象が異なります。二つを同じ矢印として扱わず、全体の図と切断図を分けて考えます。</a:t>
            </a:r>
          </a:p>
          <a:p xmlns:a="http://schemas.openxmlformats.org/drawingml/2006/main">
            <a:r>
              <a:t>固定端では、鉛直方向の反力だけでなく回転を止める反力モーメントも現れます。固定端が回転を止めるという仮定を描かなければ、荷重の回す作用とのつり合いを表せません。一方、断面内力としてのモーメントは切断面の約束で符号を付けるため、外力の値と符号を分けて書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端から位置エックスで切り、左部分のつり合いを考えます。せん断力は一定ですが、内部の曲げモーメントは固定端付近で負、自由端で零になります。外部の固定端モーメントが反時計回りだから、内部のモーメントもそのまま正になるとは限りません。符号は定義した切断面の矢印で決まります。最大の絶対値が固定端直近にあることを、式と線図から確かめます。</a:t>
            </a:r>
          </a:p>
          <a:p xmlns:a="http://schemas.openxmlformats.org/drawingml/2006/main">
            <a:r>
              <a:t>片持ちばりでは、自由端に近づくほど荷重の作用線までの距離が短くなり、曲げモーメントの絶対値が小さくなります。線図が負の側にあるからといって、作用が存在しないのではありません。大きさを比較する場合は絶対値、曲げる向きを説明する場合は符号というように、目的に応じて読み分け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ここで一分ほど休憩します。無理のない範囲で姿勢を変えましょう。再開したら、演習4　片持ちばり〔自分で図を立てる〕へ進みます。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端荷重百二十ニュートン、長さ〇・五メートルの片持ちばりです。四分間、まず固定端の反力と反力モーメントを含む外力図を描いてください。次に、せん断力と内部のモーメントを求め、絶対値が最大になる位置を示します。計算式だけを先に書くと、固定端の回転を止める作用を忘れやすくなります。全体の図と切断した図を二つ描いて、どの量を求めているかを明確にします。</a:t>
            </a:r>
          </a:p>
          <a:p xmlns:a="http://schemas.openxmlformats.org/drawingml/2006/main">
            <a:r>
              <a:t>今度は自分で対象と座標を決めてから式を立てます。固定端からの位置か、自由端からの距離かを先に記録してください。どちらを選んでも一貫していれば同じ物理的な結果が得られます。別の解答の式の見た目が違う場合は、座標と符号の定義をそろえてから比較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端の鉛直反力は百二十ニュートン、外部の反力モーメントは反時計回り六十ニュートンメートルです。定義した符号で、内部のモーメントは固定端直近で負の六十、自由端で零になります。最大の絶対値は六十です。外部と内部のモーメントの符号が違っても、つり合いを満たすなら矛盾ではありません。図で作用する面と対象を確かめて説明してください。</a:t>
            </a:r>
          </a:p>
          <a:p xmlns:a="http://schemas.openxmlformats.org/drawingml/2006/main">
            <a:r>
              <a:t>外部の反力モーメントは反時計回り六十ニュートンメートル、固定端直近の内部の曲げモーメントは、本資料の定義で負の六十です。求める対象を外力から断面へ変えたことを図で示します。最後に自由端で内部モーメントがゼロとなることも確かめ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等分布荷重は、長さ当たりの力で表します。全体の反力を求めるときは、分布荷重の長方形の面積から合力を求め、その中央へ作用させます。ただし、この一つの集中荷重への置換を、内部のモーメントの計算へ無条件に使えるわけではありません。途中で切った場合は、そこまでの長さに載る荷重だけを取り出す必要があります。全体と部分で、考える分布の範囲が違うことを先に押さえます。</a:t>
            </a:r>
          </a:p>
          <a:p xmlns:a="http://schemas.openxmlformats.org/drawingml/2006/main">
            <a:r>
              <a:t>一メートル当たりの荷重と、全体の荷重は別の量です。荷重の強さを長さで掛けて初めて総荷重になります。全体の反力を求めるときの合力への置き換えは便利ですが、切断面の左右に分かれる荷重の分布まで同じになるわけではありません。何を保存した置き換えかが重要で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左側を長さエックスで切ると、その部分の合力は荷重密度掛けるエックスで、作用点はその部分の中央です。力のつり合いからせん断力は位置の一次式、モーメントは二次式になります。そのためせん断力図は直線、モーメント図は放物線です。微積分を使わなくても、長方形の面積と重心位置から式を立てられます。図で全長の半分と、切った部分の半分を取り違えないようにしてください。</a:t>
            </a:r>
          </a:p>
          <a:p xmlns:a="http://schemas.openxmlformats.org/drawingml/2006/main">
            <a:r>
              <a:t>途中までの部分を考えるときは、その長さに含まれる分布荷重だけを合力へ置き換えます。長さが位置とともに変わるので、合力の大きさも作用点も変わります。これをつり合いの式へ入れると、せん断力は位置の一次式、曲げモーメントは二次式になります。線図の形を、式が生じた理由から説明でき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分布荷重のモデルをコンピュータで計算すると、連続した位置の値を、有限個の点で扱うことがあります。長さ一メートル、下向き等分布荷重四百ニュートン毎メートルの例で、位置を〇・二メートル刻みに選びます。中央の〇・五は、この刻みでは表に含まれません。〇・四と〇・六の曲げモーメントはどちらも四十八ですが、モデルの式を中央で計算すると五十ニュートンメートルです。表の最大値が四十八であることは正しくても、はり全体の最大値が四十八だとはいえません。何を対象とした最大値かを区別します。刻みを細かくする方法に加え、せん断力がゼロとなる位置を式から調べる方法も使えます。AIが表だけを読んで最大値を答えたときは、表に含まれる点の最大か、連続した対象全体の最大かを確認します。データを多く計算することと、対象の性質を理解することを一緒に進め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長さ一メートル、荷重密度四百ニュートン毎メートルの例です。全荷重、反力、中央のモーメントを求め、同じ四百ニュートンを中央へ集中させた場合と比べます。四分間、全体の合力で同じになる量と、内部の計算で異なる量を分けて書きましょう。力のつり合いが同じだから、内部のモーメントも同じだと結論しないことが、この演習の中心です。</a:t>
            </a:r>
          </a:p>
          <a:p xmlns:a="http://schemas.openxmlformats.org/drawingml/2006/main">
            <a:r>
              <a:t>同じ総荷重でも、途中の断面を切り出したときに含まれる荷重が違えば、断面力の分布は変わります。全体のデータを一つの代表値へまとめる操作では、残る情報と失われる情報を確かめます。この例は、平均や合計だけから内部の分布を推定できないことを考える題材にもな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等分布の合力は四百ニュートン、反力は各二百ニュートンです。中央までのせん断力図の三角形の面積から、最大モーメントは五十ニュートンメートルになります。中央集中荷重では、同じ区間が長方形となり百ニュートンメートルです。反力は一致しても、切断した部分へ含まれる荷重の位置と量が異なります。合力へ置き換える操作が、どの対象のつり合いのためかを説明してください。</a:t>
            </a:r>
          </a:p>
          <a:p xmlns:a="http://schemas.openxmlformats.org/drawingml/2006/main">
            <a:r>
              <a:t>両方の反力が同じことは、最大の曲げモーメントが同じことを意味しません。分布荷重では、中央までのせん断力図は三角形となり、その面積は同じ高さと幅の長方形の半分です。この幾何学的な違いが、最大値の二倍の違いに対応しています。グラフの面積と式の両方で説明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学校や高校で扱う内容を、簡単な内容だから専門の理解は少なくてよいと捉えることはできません。支え方を変えると変形が変わるという観察の説明にも、どの運動を止め、どの力とモーメントが生じるかを理解する必要があります。大学では、学校で示す範囲の背後まで学び、つり合いから線図の関係を導き、モデルを変えた場合にも考えられるようにします。高校工業の機械設計では、これらは力と材料の強さを扱う学習に直接つながります。情報Ⅰへの題材提案では、実物を目的に応じたモデルへ置き換え、位置ごとの値をデータ化し、計算の結果を検証する活動に使えます。情報科でこのはりの公式を一律に学ぶという意味ではなく、モデルが何を残し、何を省いたかを考える教材例です。教員採用試験の準備でも、数値を求める技能と、誤った図や説明を診断する理解を結び付けます。AIの図や式に対しても、境界条件、つり合い、単位といった専門的な根拠で点検できることを目指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自己確認の問題です。L=1.20 m、Aから0.40 mに300 N。AIの答えはR_A=120 N、R_B=180 Nだった。力の合計とAまわりのモーメントを検算し、訂正する。図、途中式、条件と判断の理由を記録します。必要なら本編へ戻り、自分の説明を作ってから解説へ進んでください。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つの反力を足すと三百ニュートンなので、鉛直力のつり合いだけは満たしています。しかし、左支点まわりで、右反力のモーメントは二百十六、荷重のモーメントは逆向きの百二十ニュートンメートルです。差の九十六が残るので、回転のつり合いを満たしていません。正しくは、右反力に一・二を掛けた値が三百に〇・四を掛けた値に等しくなるので、右が百、左が二百ニュートンです。AIの回答を評価するとき、もっともらしい合計になっていることだけで終えないようにします。別の点まわりのモーメントでも確認すれば、基準点や距離の取り違えを見つけられます。単位の合う答えであっても、複数の条件を全て満たすかを点検する必要があり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自己確認の問題です。単純支持、L=1.20 m、P=400 N。荷重点aをAから0.30 mと0.60 mにした各場合の反力と最大Mを求める。自重を省く。図、途中式、条件と判断の理由を記録します。必要なら本編へ戻り、自分の説明を作ってから解説へ進んでください。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位置が〇・三メートルの場合、右反力は四百に〇・三を掛け、一・二で割って百ニュートンです。左は三百となり、最大の曲げモーメントは荷重点で九十ニュートンメートルになります。中央の〇・六なら反力は二百ずつで、最大は百二十です。全荷重が同じでも、位置を変えれば最大値は変わります。一般式で書けば、荷重と、位置エーと、長さからエーを引いた値を掛け、支点間距離で割ったものが荷重点のモーメントです。位置についての二次式として見ると、中央で最大となることも確認できます。この結果は支点間に一つの集中荷重があるモデルでの比較です。別の荷重分布や支持にも、そのまま中央が最大という結論を広げない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自己確認の問題です。L=1.60 m、総荷重320 Nを、①全長への等分布、②中央集中で載せる。反力と最大Mを比較し、合力が同じでも結果が違う理由を説明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総荷重とその中心位置が共通なので、全体の反力はどちらも百六十ニュートンずつです。等分布では、一メートル当たり二百ニュートンになります。最大モーメントは、荷重強さと長さの二乗を掛けて八で割り、六十四ニュートンメートルです。中央集中なら総荷重と長さを掛けて四で割り、百二十八です。全体の反力を求めるための合力置換と、内部の断面力を求めるための荷重分布の扱いを区別します。途中の断面から左側だけを取り出したとき、等分布ではその区間に一部の荷重が含まれますが、中央集中では中央より左に荷重がありません。この違いが、せん断力図の傾きとモーメント図の形へ現れます。合計や平均が一致しても、対象の内部の分布までは決まらないことを具体的に説明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自己確認の問題です。L=1 m、w=400 N/mの単純支持。x=0,0.2,0.4,0.6,0.8,1.0 mでM=0,32,48,48,32,0 N·m。AIが「最大M=48」とした。表の最大とモデル全体の最大を区別する。図、途中式、条件と判断の理由を記録します。必要なら本編へ戻り、自分の説明を作ってから解説へ進んでください。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与えられた六点の表の中では、最大は四十八ニュートンメートルです。一方、連続したはり全体については、せん断力がゼロになる位置を確認します。二百から四百に位置を掛けた値を引いたものがゼロになるので、位置は〇・五メートルです。この位置をモーメントの式へ入れると五十になります。AIの回答が表の最大値の説明なら正しいですが、はり全体の最大値だと断定したなら範囲が足りません。計算点の間を調べる方法や、最大となる条件を原理から求める方法を追加します。小さな刻みを選んでも、必ず正確な最大位置を含むとは限らないことにも注意します。データから答える問いでは、何の範囲の最大を求めているかを明確にしてください。</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とめです。全体を取り出して反力を求め、切断した部分からせん断力と曲げモーメントを求めました。集中荷重点では含まれる外力が変わります。分布荷重では、全体の合力と、切断部分の合力を分けました。二分間、この三点のうち一つを図と言葉で説明してください。次回は求めたモーメントと断面の形から、応力とたわみを比較します。</a:t>
            </a:r>
          </a:p>
          <a:p xmlns:a="http://schemas.openxmlformats.org/drawingml/2006/main">
            <a:r>
              <a:t>モデルの選択、対象の切り出し、つり合い、線図の読み方が一続きの操作になったかを確認します。式を一つ覚えたことより、条件が変わったときにどこから立て直すかを説明できることが重要です。学校で示す説明の背後を理解するためにも、反力と内力、合力と分布を区別して記録します。</a:t>
            </a:r>
          </a:p>
          <a:p xmlns:a="http://schemas.openxmlformats.org/drawingml/2006/main">
            <a:r>
              <a:t/>
            </a:r>
          </a:p>
          <a:p xmlns:a="http://schemas.openxmlformats.org/drawingml/2006/main">
            <a:r>
              <a:t>参照資料（教育課程との対応と、本講義からの授業提案を区別）：</a:t>
            </a:r>
          </a:p>
          <a:p xmlns:a="http://schemas.openxmlformats.org/drawingml/2006/main">
            <a:r>
              <a:t>https://www.bipm.org/en/measurement-units/si-brochure</a:t>
            </a:r>
          </a:p>
          <a:p xmlns:a="http://schemas.openxmlformats.org/drawingml/2006/main">
            <a:r>
              <a:t>https://www.nist.gov/pml/special-publication-811/nist-guide-si-appendix-b-conversion-factors/nist-guide-si-appendix-b9</a:t>
            </a:r>
          </a:p>
          <a:p xmlns:a="http://schemas.openxmlformats.org/drawingml/2006/main">
            <a:r>
              <a:t>https://web.mit.edu/course/16/16.unified/www/SPRING/materials/Lectures/M4.3-Unified09.pdf</a:t>
            </a:r>
          </a:p>
          <a:p xmlns:a="http://schemas.openxmlformats.org/drawingml/2006/main">
            <a:r>
              <a:t>https://web.mit.edu/16.unified/www/archives2006-2007/SPRING/materials/Lectures/M4%204-Unified07.pdf</a:t>
            </a:r>
          </a:p>
          <a:p xmlns:a="http://schemas.openxmlformats.org/drawingml/2006/main">
            <a:r>
              <a:t>https://developers.google.com/machine-learning/crash-course/overfitting/dividing-datasets</a:t>
            </a:r>
          </a:p>
          <a:p xmlns:a="http://schemas.openxmlformats.org/drawingml/2006/main">
            <a:r>
              <a:t>https://openstax.org/books/chemistry-2e/pages/10-6-lattice-structures-in-crystalline-solids</a:t>
            </a:r>
          </a:p>
          <a:p xmlns:a="http://schemas.openxmlformats.org/drawingml/2006/main">
            <a:r>
              <a:t>https://ocw.mit.edu/courses/16-01-unified-engineering-i-ii-iii-iv-fall-2005-spring-2006/26a4c795200c276094411ecf58e297d3_beamsquizhandout.pdf</a:t>
            </a:r>
          </a:p>
          <a:p xmlns:a="http://schemas.openxmlformats.org/drawingml/2006/main">
            <a:r>
              <a:t>https://www.mext.go.jp/component/a_menu/education/micro_detail/__icsFiles/afieldfile/2019/03/18/1387018_009.pdf</a:t>
            </a:r>
          </a:p>
          <a:p xmlns:a="http://schemas.openxmlformats.org/drawingml/2006/main">
            <a:r>
              <a:t>https://www.mext.go.jp/content/20251203-mxt_kyoiku01-100002620_23.pdf</a:t>
            </a:r>
          </a:p>
          <a:p xmlns:a="http://schemas.openxmlformats.org/drawingml/2006/main">
            <a:r>
              <a:t>https://www.mext.go.jp/content/1407073_11_1_2.pdf</a:t>
            </a:r>
          </a:p>
          <a:p xmlns:a="http://schemas.openxmlformats.org/drawingml/2006/main">
            <a:r>
              <a:t>https://opendata.pref.tokushima.lg.jp/dataset/1825/resource/5011/09tyuugijutu.pdf</a:t>
            </a:r>
          </a:p>
          <a:p xmlns:a="http://schemas.openxmlformats.org/drawingml/2006/main">
            <a:r>
              <a:t>https://www.bipm.org/documents/20126/41483022/SI-Brochure-9.pdf</a:t>
            </a:r>
          </a:p>
          <a:p xmlns:a="http://schemas.openxmlformats.org/drawingml/2006/main">
            <a:r>
              <a:t>https://pml.nist.gov/cuu/Units/binary.html</a:t>
            </a:r>
          </a:p>
          <a:p xmlns:a="http://schemas.openxmlformats.org/drawingml/2006/main">
            <a:r>
              <a:t>https://ocw.mit.edu/courses/2-080j-structural-mechanics-fall-2013/resources/lecture-notes/</a:t>
            </a:r>
          </a:p>
          <a:p xmlns:a="http://schemas.openxmlformats.org/drawingml/2006/main">
            <a:r>
              <a:t>https://jimm.jp/around_metal/properties_02.html</a:t>
            </a:r>
          </a:p>
          <a:p xmlns:a="http://schemas.openxmlformats.org/drawingml/2006/main">
            <a:r>
              <a:t>https://openstax.org/books/chemistry-2e/pages/10-5-the-solid-state-of-matter</a:t>
            </a:r>
          </a:p>
          <a:p xmlns:a="http://schemas.openxmlformats.org/drawingml/2006/main">
            <a:r>
              <a:t/>
            </a:r>
          </a:p>
          <a:p xmlns:a="http://schemas.openxmlformats.org/drawingml/2006/main">
            <a:r>
              <a:t>想定問題はオリジナル。徳島県公開問題例は形式の参考で、年度別の頻度や出題予測の根拠には用いない。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957ddc49fd48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e58b10ca6e490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b1014302bd488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fd43b770c345c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68b70b9d6643c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fda3d289d2f4b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f476f1985024eae" /><Relationship Type="http://schemas.openxmlformats.org/officeDocument/2006/relationships/slideLayout" Target="/ppt/slideLayouts/slideLayout1.xml" Id="Ra7e7c33c109249a6" /><Relationship Type="http://schemas.openxmlformats.org/officeDocument/2006/relationships/slideLayout" Target="/ppt/slideLayouts/slideLayout2.xml" Id="Rab063cefe6004a57" /><Relationship Type="http://schemas.openxmlformats.org/officeDocument/2006/relationships/slideLayout" Target="/ppt/slideLayouts/slideLayout3.xml" Id="Re89662783a5e4ecf" /><Relationship Type="http://schemas.openxmlformats.org/officeDocument/2006/relationships/slideLayout" Target="/ppt/slideLayouts/slideLayout4.xml" Id="R6cfa2b990aac4e39" /><Relationship Type="http://schemas.openxmlformats.org/officeDocument/2006/relationships/slideLayout" Target="/ppt/slideLayouts/slideLayout5.xml" Id="R3181c43e87b84972" /><Relationship Type="http://schemas.openxmlformats.org/officeDocument/2006/relationships/slideLayout" Target="/ppt/slideLayouts/slideLayout6.xml" Id="Rdcc9d4cc490441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7e7c33c109249a6"/>
    <p:sldLayoutId xmlns:r="http://schemas.openxmlformats.org/officeDocument/2006/relationships" id="2147483650" r:id="Rab063cefe6004a57"/>
    <p:sldLayoutId xmlns:r="http://schemas.openxmlformats.org/officeDocument/2006/relationships" id="2147483651" r:id="Re89662783a5e4ecf"/>
    <p:sldLayoutId xmlns:r="http://schemas.openxmlformats.org/officeDocument/2006/relationships" id="2147483652" r:id="R6cfa2b990aac4e39"/>
    <p:sldLayoutId xmlns:r="http://schemas.openxmlformats.org/officeDocument/2006/relationships" id="2147483653" r:id="R3181c43e87b84972"/>
    <p:sldLayoutId xmlns:r="http://schemas.openxmlformats.org/officeDocument/2006/relationships" id="2147483654" r:id="Rdcc9d4cc490441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f70962b48ef4d64" /><Relationship Type="http://schemas.openxmlformats.org/officeDocument/2006/relationships/notesSlide" Target="/ppt/notesSlides/notesSlide1.xml" Id="Rff633a4c1ea949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231d83293ee4814" /><Relationship Type="http://schemas.openxmlformats.org/officeDocument/2006/relationships/notesSlide" Target="/ppt/notesSlides/notesSlide2.xml" Id="R5532c39d9a594c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37687565144748" /><Relationship Type="http://schemas.openxmlformats.org/officeDocument/2006/relationships/notesSlide" Target="/ppt/notesSlides/notesSlide3.xml" Id="R3e84510536df4f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e4477a42dec43b5" /><Relationship Type="http://schemas.openxmlformats.org/officeDocument/2006/relationships/notesSlide" Target="/ppt/notesSlides/notesSlide4.xml" Id="R096ff4b0c3cf49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216ee4bc8546aa" /><Relationship Type="http://schemas.openxmlformats.org/officeDocument/2006/relationships/notesSlide" Target="/ppt/notesSlides/notesSlide5.xml" Id="R872de2cff5f9499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c588592a5c4af6" /><Relationship Type="http://schemas.openxmlformats.org/officeDocument/2006/relationships/notesSlide" Target="/ppt/notesSlides/notesSlide6.xml" Id="Re0fdf15b030b45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aad1151f37c41ee" /><Relationship Type="http://schemas.openxmlformats.org/officeDocument/2006/relationships/notesSlide" Target="/ppt/notesSlides/notesSlide7.xml" Id="Rf87e65a3303a481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ec3a433e5c4365" /><Relationship Type="http://schemas.openxmlformats.org/officeDocument/2006/relationships/notesSlide" Target="/ppt/notesSlides/notesSlide8.xml" Id="R31942c16afe64eb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aae952256d64fb6" /><Relationship Type="http://schemas.openxmlformats.org/officeDocument/2006/relationships/notesSlide" Target="/ppt/notesSlides/notesSlide9.xml" Id="R39c6d387f1fe4f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7cca8faa1ab46ac" /><Relationship Type="http://schemas.openxmlformats.org/officeDocument/2006/relationships/notesSlide" Target="/ppt/notesSlides/notesSlide10.xml" Id="R13675883d57948f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c00d646d8674397" /><Relationship Type="http://schemas.openxmlformats.org/officeDocument/2006/relationships/notesSlide" Target="/ppt/notesSlides/notesSlide11.xml" Id="R328991afacb24b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e5998e7c8c04171" /><Relationship Type="http://schemas.openxmlformats.org/officeDocument/2006/relationships/notesSlide" Target="/ppt/notesSlides/notesSlide12.xml" Id="Rbde99981f0ea4a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2d57d4061994c27" /><Relationship Type="http://schemas.openxmlformats.org/officeDocument/2006/relationships/notesSlide" Target="/ppt/notesSlides/notesSlide13.xml" Id="Rf37da78fff2e4a1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1a9bf86dd44d5e" /><Relationship Type="http://schemas.openxmlformats.org/officeDocument/2006/relationships/notesSlide" Target="/ppt/notesSlides/notesSlide14.xml" Id="Rbe20469bd9e9417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76cb05b4f6b4540" /><Relationship Type="http://schemas.openxmlformats.org/officeDocument/2006/relationships/notesSlide" Target="/ppt/notesSlides/notesSlide15.xml" Id="Ra70c89126a604b9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0e07abc945d40a2" /><Relationship Type="http://schemas.openxmlformats.org/officeDocument/2006/relationships/notesSlide" Target="/ppt/notesSlides/notesSlide16.xml" Id="R0f2fb4a222f341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945ef75ed584dc6" /><Relationship Type="http://schemas.openxmlformats.org/officeDocument/2006/relationships/notesSlide" Target="/ppt/notesSlides/notesSlide17.xml" Id="Rdefed644e43143c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f3b1c76413b4853" /><Relationship Type="http://schemas.openxmlformats.org/officeDocument/2006/relationships/notesSlide" Target="/ppt/notesSlides/notesSlide18.xml" Id="Re65cd26fc99b48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6498d4dd49547ea" /><Relationship Type="http://schemas.openxmlformats.org/officeDocument/2006/relationships/chart" Target="/ppt/slides/charts/chart1.xml" Id="R40a0546c3ade43d8" /><Relationship Type="http://schemas.openxmlformats.org/officeDocument/2006/relationships/notesSlide" Target="/ppt/notesSlides/notesSlide19.xml" Id="R876df3a8f36346e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45b4a1774d04ca6" /><Relationship Type="http://schemas.openxmlformats.org/officeDocument/2006/relationships/chart" Target="/ppt/slides/charts/chart2.xml" Id="Rfe8eebb02e284f8c" /><Relationship Type="http://schemas.openxmlformats.org/officeDocument/2006/relationships/notesSlide" Target="/ppt/notesSlides/notesSlide20.xml" Id="R72750205fa87401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388c4bf9c964ba8" /><Relationship Type="http://schemas.openxmlformats.org/officeDocument/2006/relationships/notesSlide" Target="/ppt/notesSlides/notesSlide21.xml" Id="R10f6a30046be442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88c5b7687fb40e0" /><Relationship Type="http://schemas.openxmlformats.org/officeDocument/2006/relationships/notesSlide" Target="/ppt/notesSlides/notesSlide22.xml" Id="Rb38dcd939c6a46a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c7dedcc583c44bd" /><Relationship Type="http://schemas.openxmlformats.org/officeDocument/2006/relationships/notesSlide" Target="/ppt/notesSlides/notesSlide23.xml" Id="R96a77fdf58fa425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fd56d2d6652408e" /><Relationship Type="http://schemas.openxmlformats.org/officeDocument/2006/relationships/notesSlide" Target="/ppt/notesSlides/notesSlide24.xml" Id="R4097e4878d2f446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e2647f486234f1a" /><Relationship Type="http://schemas.openxmlformats.org/officeDocument/2006/relationships/notesSlide" Target="/ppt/notesSlides/notesSlide25.xml" Id="Re37e455c54a247a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7301db3e3794bf7" /><Relationship Type="http://schemas.openxmlformats.org/officeDocument/2006/relationships/notesSlide" Target="/ppt/notesSlides/notesSlide26.xml" Id="Re5ea44d440604da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1867e14498b4b89" /><Relationship Type="http://schemas.openxmlformats.org/officeDocument/2006/relationships/notesSlide" Target="/ppt/notesSlides/notesSlide27.xml" Id="R286c17362a904f0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79d8dfaf5314ea1" /><Relationship Type="http://schemas.openxmlformats.org/officeDocument/2006/relationships/notesSlide" Target="/ppt/notesSlides/notesSlide28.xml" Id="R48e6fc261249427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6d134554124401b" /><Relationship Type="http://schemas.openxmlformats.org/officeDocument/2006/relationships/notesSlide" Target="/ppt/notesSlides/notesSlide29.xml" Id="R3f4c81461b8c46f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be6233b6572445b5" /><Relationship Type="http://schemas.openxmlformats.org/officeDocument/2006/relationships/notesSlide" Target="/ppt/notesSlides/notesSlide30.xml" Id="Rff04c5cbb4924cf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9310109a2754241" /><Relationship Type="http://schemas.openxmlformats.org/officeDocument/2006/relationships/notesSlide" Target="/ppt/notesSlides/notesSlide31.xml" Id="R4d79cc6111274ec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d7fa5e7d4ae4fc5" /><Relationship Type="http://schemas.openxmlformats.org/officeDocument/2006/relationships/notesSlide" Target="/ppt/notesSlides/notesSlide32.xml" Id="R8909f7dbc4e849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69439aef1d44f9c" /><Relationship Type="http://schemas.openxmlformats.org/officeDocument/2006/relationships/notesSlide" Target="/ppt/notesSlides/notesSlide33.xml" Id="R3d5e995bd7b542d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507b8b9d43d401a" /><Relationship Type="http://schemas.openxmlformats.org/officeDocument/2006/relationships/notesSlide" Target="/ppt/notesSlides/notesSlide34.xml" Id="R7973e5341e864e6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f0f9b2b36fc45bb" /><Relationship Type="http://schemas.openxmlformats.org/officeDocument/2006/relationships/notesSlide" Target="/ppt/notesSlides/notesSlide35.xml" Id="R45239d65398148c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f31aa70133654ca6" /><Relationship Type="http://schemas.openxmlformats.org/officeDocument/2006/relationships/chart" Target="/ppt/slides/charts/chart3.xml" Id="Rea18cbbf0e2f4104" /><Relationship Type="http://schemas.openxmlformats.org/officeDocument/2006/relationships/chart" Target="/ppt/slides/charts/chart4.xml" Id="R2e44ff6a441d4558" /><Relationship Type="http://schemas.openxmlformats.org/officeDocument/2006/relationships/notesSlide" Target="/ppt/notesSlides/notesSlide36.xml" Id="R563e98b3ba4e4a9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9c3acda518a469c" /><Relationship Type="http://schemas.openxmlformats.org/officeDocument/2006/relationships/notesSlide" Target="/ppt/notesSlides/notesSlide37.xml" Id="R25c623bee6eb493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94f0f2e2e5c843de" /><Relationship Type="http://schemas.openxmlformats.org/officeDocument/2006/relationships/notesSlide" Target="/ppt/notesSlides/notesSlide38.xml" Id="R3f8e87bda9f745d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07b25e45bf484993" /><Relationship Type="http://schemas.openxmlformats.org/officeDocument/2006/relationships/chart" Target="/ppt/slides/charts/chart5.xml" Id="R99d56d98412c4c74" /><Relationship Type="http://schemas.openxmlformats.org/officeDocument/2006/relationships/notesSlide" Target="/ppt/notesSlides/notesSlide39.xml" Id="R12a85f3e8854493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fac1eb0a06d4aad" /><Relationship Type="http://schemas.openxmlformats.org/officeDocument/2006/relationships/notesSlide" Target="/ppt/notesSlides/notesSlide40.xml" Id="R2f947d88a439496f"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6e050c7021946a7" /><Relationship Type="http://schemas.openxmlformats.org/officeDocument/2006/relationships/notesSlide" Target="/ppt/notesSlides/notesSlide41.xml" Id="R6d247a25a4b34bd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c591df01f9e4ee5" /><Relationship Type="http://schemas.openxmlformats.org/officeDocument/2006/relationships/notesSlide" Target="/ppt/notesSlides/notesSlide42.xml" Id="Rab66b328f601453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58053afd0cb4f48" /><Relationship Type="http://schemas.openxmlformats.org/officeDocument/2006/relationships/notesSlide" Target="/ppt/notesSlides/notesSlide43.xml" Id="Ra02afb202dd7451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b7d40ef79f74121" /><Relationship Type="http://schemas.openxmlformats.org/officeDocument/2006/relationships/notesSlide" Target="/ppt/notesSlides/notesSlide44.xml" Id="R029d7f404ab545b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47af6cd1d014825" /><Relationship Type="http://schemas.openxmlformats.org/officeDocument/2006/relationships/notesSlide" Target="/ppt/notesSlides/notesSlide45.xml" Id="R3d4d971adcaf421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eb5c6c93d7f40d8" /><Relationship Type="http://schemas.openxmlformats.org/officeDocument/2006/relationships/notesSlide" Target="/ppt/notesSlides/notesSlide46.xml" Id="R23f8bb79be4d4ed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72a67bcfaab4f4a" /><Relationship Type="http://schemas.openxmlformats.org/officeDocument/2006/relationships/notesSlide" Target="/ppt/notesSlides/notesSlide47.xml" Id="Rfc993928bcdc4f6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73d0c1b61154f53" /><Relationship Type="http://schemas.openxmlformats.org/officeDocument/2006/relationships/notesSlide" Target="/ppt/notesSlides/notesSlide48.xml" Id="R111320118924413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4a120236507d4a22" /><Relationship Type="http://schemas.openxmlformats.org/officeDocument/2006/relationships/notesSlide" Target="/ppt/notesSlides/notesSlide49.xml" Id="Rc43ebbe82b7043c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V(x)</c:v>
          </c:tx>
          <c:spPr>
            <a:ln xmlns:a="http://schemas.openxmlformats.org/drawingml/2006/main" w="28575">
              <a:solidFill>
                <a:srgbClr val="7655A5"/>
              </a:solidFill>
            </a:ln>
          </c:spPr>
          <c:marker>
            <c:symbol val="circle"/>
            <c:size val="3"/>
            <c:spPr>
              <a:solidFill xmlns:a="http://schemas.openxmlformats.org/drawingml/2006/main">
                <a:srgbClr val="7655A5"/>
              </a:solidFill>
            </c:spPr>
          </c:marker>
          <c:xVal>
            <c:numRef>
              <c:f>'Chart Data'!$A$2:$A$7</c:f>
              <c:numCache>
                <c:formatCode>General</c:formatCode>
                <c:ptCount val="6"/>
                <c:pt idx="0">
                  <c:v>0</c:v>
                </c:pt>
                <c:pt idx="1">
                  <c:v>0</c:v>
                </c:pt>
                <c:pt idx="2">
                  <c:v>0.6</c:v>
                </c:pt>
                <c:pt idx="3">
                  <c:v>0.6</c:v>
                </c:pt>
                <c:pt idx="4">
                  <c:v>1.2</c:v>
                </c:pt>
                <c:pt idx="5">
                  <c:v>1.2</c:v>
                </c:pt>
              </c:numCache>
            </c:numRef>
          </c:xVal>
          <c:yVal>
            <c:numRef>
              <c:f>'Chart Data'!$B$2:$B$7</c:f>
              <c:numCache>
                <c:formatCode>0</c:formatCode>
                <c:ptCount val="6"/>
                <c:pt idx="0">
                  <c:v>0</c:v>
                </c:pt>
                <c:pt idx="1">
                  <c:v>100</c:v>
                </c:pt>
                <c:pt idx="2">
                  <c:v>100</c:v>
                </c:pt>
                <c:pt idx="3">
                  <c:v>-100</c:v>
                </c:pt>
                <c:pt idx="4">
                  <c:v>-100</c:v>
                </c:pt>
                <c:pt idx="5">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10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V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0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6"/>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varyColors val="0"/>
        <c:ser>
          <c:idx val="0"/>
          <c:order val="0"/>
          <c:tx>
            <c:v>M(x)</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c:f>
              <c:numCache>
                <c:formatCode>General</c:formatCode>
                <c:ptCount val="3"/>
                <c:pt idx="0">
                  <c:v>0</c:v>
                </c:pt>
                <c:pt idx="1">
                  <c:v>0.6</c:v>
                </c:pt>
                <c:pt idx="2">
                  <c:v>1.2</c:v>
                </c:pt>
              </c:numCache>
            </c:numRef>
          </c:xVal>
          <c:yVal>
            <c:numRef>
              <c:f>'Chart Data'!$B$2:$B$4</c:f>
              <c:numCache>
                <c:formatCode>0</c:formatCode>
                <c:ptCount val="3"/>
                <c:pt idx="0">
                  <c:v>0</c:v>
                </c:pt>
                <c:pt idx="1">
                  <c:v>60</c:v>
                </c:pt>
                <c:pt idx="2">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3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6"/>
      </c:valAx>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varyColors val="0"/>
        <c:ser>
          <c:idx val="0"/>
          <c:order val="0"/>
          <c:tx>
            <c:v>V(x)</c:v>
          </c:tx>
          <c:spPr>
            <a:ln xmlns:a="http://schemas.openxmlformats.org/drawingml/2006/main" w="28575">
              <a:solidFill>
                <a:srgbClr val="7655A5"/>
              </a:solidFill>
            </a:ln>
          </c:spPr>
          <c:marker>
            <c:symbol val="circle"/>
            <c:size val="3"/>
            <c:spPr>
              <a:solidFill xmlns:a="http://schemas.openxmlformats.org/drawingml/2006/main">
                <a:srgbClr val="7655A5"/>
              </a:solidFill>
            </c:spPr>
          </c:marker>
          <c:xVal>
            <c:numRef>
              <c:f>'Chart Data'!$A$2:$A$3</c:f>
              <c:numCache>
                <c:formatCode>General</c:formatCode>
                <c:ptCount val="2"/>
                <c:pt idx="0">
                  <c:v>0</c:v>
                </c:pt>
                <c:pt idx="1">
                  <c:v>1</c:v>
                </c:pt>
              </c:numCache>
            </c:numRef>
          </c:xVal>
          <c:yVal>
            <c:numRef>
              <c:f>'Chart Data'!$B$2:$B$3</c:f>
              <c:numCache>
                <c:formatCode>0</c:formatCode>
                <c:ptCount val="2"/>
                <c:pt idx="0">
                  <c:v>200</c:v>
                </c:pt>
                <c:pt idx="1">
                  <c:v>-200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00"/>
          <c:min val="-20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V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20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varyColors val="0"/>
        <c:ser>
          <c:idx val="0"/>
          <c:order val="0"/>
          <c:tx>
            <c:v>M(x)</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Data'!$B$2:$B$42</c:f>
              <c:numCache>
                <c:formatCode>0</c:formatCode>
                <c:ptCount val="41"/>
                <c:pt idx="0">
                  <c:v>0</c:v>
                </c:pt>
                <c:pt idx="1">
                  <c:v>4.875</c:v>
                </c:pt>
                <c:pt idx="2">
                  <c:v>9.5</c:v>
                </c:pt>
                <c:pt idx="3">
                  <c:v>13.875</c:v>
                </c:pt>
                <c:pt idx="4">
                  <c:v>18</c:v>
                </c:pt>
                <c:pt idx="5">
                  <c:v>21.875</c:v>
                </c:pt>
                <c:pt idx="6">
                  <c:v>25.5</c:v>
                </c:pt>
                <c:pt idx="7">
                  <c:v>28.875</c:v>
                </c:pt>
                <c:pt idx="8">
                  <c:v>32</c:v>
                </c:pt>
                <c:pt idx="9">
                  <c:v>34.875</c:v>
                </c:pt>
                <c:pt idx="10">
                  <c:v>37.5</c:v>
                </c:pt>
                <c:pt idx="11">
                  <c:v>39.875</c:v>
                </c:pt>
                <c:pt idx="12">
                  <c:v>42</c:v>
                </c:pt>
                <c:pt idx="13">
                  <c:v>43.875</c:v>
                </c:pt>
                <c:pt idx="14">
                  <c:v>45.5</c:v>
                </c:pt>
                <c:pt idx="15">
                  <c:v>46.875</c:v>
                </c:pt>
                <c:pt idx="16">
                  <c:v>48</c:v>
                </c:pt>
                <c:pt idx="17">
                  <c:v>48.875</c:v>
                </c:pt>
                <c:pt idx="18">
                  <c:v>49.5</c:v>
                </c:pt>
                <c:pt idx="19">
                  <c:v>49.875</c:v>
                </c:pt>
                <c:pt idx="20">
                  <c:v>50</c:v>
                </c:pt>
                <c:pt idx="21">
                  <c:v>49.875</c:v>
                </c:pt>
                <c:pt idx="22">
                  <c:v>49.5</c:v>
                </c:pt>
                <c:pt idx="23">
                  <c:v>48.875</c:v>
                </c:pt>
                <c:pt idx="24">
                  <c:v>48</c:v>
                </c:pt>
                <c:pt idx="25">
                  <c:v>46.875</c:v>
                </c:pt>
                <c:pt idx="26">
                  <c:v>45.5</c:v>
                </c:pt>
                <c:pt idx="27">
                  <c:v>43.875</c:v>
                </c:pt>
                <c:pt idx="28">
                  <c:v>42</c:v>
                </c:pt>
                <c:pt idx="29">
                  <c:v>39.875</c:v>
                </c:pt>
                <c:pt idx="30">
                  <c:v>37.5</c:v>
                </c:pt>
                <c:pt idx="31">
                  <c:v>34.875</c:v>
                </c:pt>
                <c:pt idx="32">
                  <c:v>32</c:v>
                </c:pt>
                <c:pt idx="33">
                  <c:v>28.875</c:v>
                </c:pt>
                <c:pt idx="34">
                  <c:v>25.5</c:v>
                </c:pt>
                <c:pt idx="35">
                  <c:v>21.875</c:v>
                </c:pt>
                <c:pt idx="36">
                  <c:v>18</c:v>
                </c:pt>
                <c:pt idx="37">
                  <c:v>13.875</c:v>
                </c:pt>
                <c:pt idx="38">
                  <c:v>9.5</c:v>
                </c:pt>
                <c:pt idx="39">
                  <c:v>4.875</c:v>
                </c:pt>
                <c:pt idx="40">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2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varyColors val="0"/>
        <c:ser>
          <c:idx val="0"/>
          <c:order val="0"/>
          <c:tx>
            <c:v>等分布荷重</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Data'!$B$2:$B$42</c:f>
              <c:numCache>
                <c:formatCode>0</c:formatCode>
                <c:ptCount val="41"/>
                <c:pt idx="0">
                  <c:v>0</c:v>
                </c:pt>
                <c:pt idx="1">
                  <c:v>4.875</c:v>
                </c:pt>
                <c:pt idx="2">
                  <c:v>9.5</c:v>
                </c:pt>
                <c:pt idx="3">
                  <c:v>13.875</c:v>
                </c:pt>
                <c:pt idx="4">
                  <c:v>18</c:v>
                </c:pt>
                <c:pt idx="5">
                  <c:v>21.875</c:v>
                </c:pt>
                <c:pt idx="6">
                  <c:v>25.5</c:v>
                </c:pt>
                <c:pt idx="7">
                  <c:v>28.875</c:v>
                </c:pt>
                <c:pt idx="8">
                  <c:v>32</c:v>
                </c:pt>
                <c:pt idx="9">
                  <c:v>34.875</c:v>
                </c:pt>
                <c:pt idx="10">
                  <c:v>37.5</c:v>
                </c:pt>
                <c:pt idx="11">
                  <c:v>39.875</c:v>
                </c:pt>
                <c:pt idx="12">
                  <c:v>42</c:v>
                </c:pt>
                <c:pt idx="13">
                  <c:v>43.875</c:v>
                </c:pt>
                <c:pt idx="14">
                  <c:v>45.5</c:v>
                </c:pt>
                <c:pt idx="15">
                  <c:v>46.875</c:v>
                </c:pt>
                <c:pt idx="16">
                  <c:v>48</c:v>
                </c:pt>
                <c:pt idx="17">
                  <c:v>48.875</c:v>
                </c:pt>
                <c:pt idx="18">
                  <c:v>49.5</c:v>
                </c:pt>
                <c:pt idx="19">
                  <c:v>49.875</c:v>
                </c:pt>
                <c:pt idx="20">
                  <c:v>50</c:v>
                </c:pt>
                <c:pt idx="21">
                  <c:v>49.875</c:v>
                </c:pt>
                <c:pt idx="22">
                  <c:v>49.5</c:v>
                </c:pt>
                <c:pt idx="23">
                  <c:v>48.875</c:v>
                </c:pt>
                <c:pt idx="24">
                  <c:v>48</c:v>
                </c:pt>
                <c:pt idx="25">
                  <c:v>46.875</c:v>
                </c:pt>
                <c:pt idx="26">
                  <c:v>45.5</c:v>
                </c:pt>
                <c:pt idx="27">
                  <c:v>43.875</c:v>
                </c:pt>
                <c:pt idx="28">
                  <c:v>42</c:v>
                </c:pt>
                <c:pt idx="29">
                  <c:v>39.875</c:v>
                </c:pt>
                <c:pt idx="30">
                  <c:v>37.5</c:v>
                </c:pt>
                <c:pt idx="31">
                  <c:v>34.875</c:v>
                </c:pt>
                <c:pt idx="32">
                  <c:v>32</c:v>
                </c:pt>
                <c:pt idx="33">
                  <c:v>28.875</c:v>
                </c:pt>
                <c:pt idx="34">
                  <c:v>25.5</c:v>
                </c:pt>
                <c:pt idx="35">
                  <c:v>21.875</c:v>
                </c:pt>
                <c:pt idx="36">
                  <c:v>18</c:v>
                </c:pt>
                <c:pt idx="37">
                  <c:v>13.875</c:v>
                </c:pt>
                <c:pt idx="38">
                  <c:v>9.5</c:v>
                </c:pt>
                <c:pt idx="39">
                  <c:v>4.875</c:v>
                </c:pt>
                <c:pt idx="40">
                  <c:v>0</c:v>
                </c:pt>
              </c:numCache>
            </c:numRef>
          </c:yVal>
          <c:smooth val="0"/>
        </c:ser>
        <c:ser>
          <c:idx val="1"/>
          <c:order val="1"/>
          <c:tx>
            <c:v>中央集中荷重</c:v>
          </c:tx>
          <c:spPr>
            <a:ln xmlns:a="http://schemas.openxmlformats.org/drawingml/2006/main" w="28575">
              <a:solidFill>
                <a:srgbClr val="AD8760"/>
              </a:solidFill>
            </a:ln>
          </c:spPr>
          <c:marker>
            <c:symbol val="circle"/>
            <c:size val="3"/>
            <c:spPr>
              <a:solidFill xmlns:a="http://schemas.openxmlformats.org/drawingml/2006/main">
                <a:srgbClr val="AD8760"/>
              </a:solidFill>
            </c:spPr>
          </c:marker>
          <c:xVal>
            <c:numRef>
              <c:f>'Chart Data'!$C$2:$C$42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Data'!$D$2:$D$42</c:f>
              <c:numCache>
                <c:formatCode>0</c:formatCode>
                <c:ptCount val="41"/>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95</c:v>
                </c:pt>
                <c:pt idx="22">
                  <c:v>90</c:v>
                </c:pt>
                <c:pt idx="23">
                  <c:v>85</c:v>
                </c:pt>
                <c:pt idx="24">
                  <c:v>80</c:v>
                </c:pt>
                <c:pt idx="25">
                  <c:v>75</c:v>
                </c:pt>
                <c:pt idx="26">
                  <c:v>70</c:v>
                </c:pt>
                <c:pt idx="27">
                  <c:v>65</c:v>
                </c:pt>
                <c:pt idx="28">
                  <c:v>60</c:v>
                </c:pt>
                <c:pt idx="29">
                  <c:v>55</c:v>
                </c:pt>
                <c:pt idx="30">
                  <c:v>50</c:v>
                </c:pt>
                <c:pt idx="31">
                  <c:v>45</c:v>
                </c:pt>
                <c:pt idx="32">
                  <c:v>40</c:v>
                </c:pt>
                <c:pt idx="33">
                  <c:v>35</c:v>
                </c:pt>
                <c:pt idx="34">
                  <c:v>30</c:v>
                </c:pt>
                <c:pt idx="35">
                  <c:v>25</c:v>
                </c:pt>
                <c:pt idx="36">
                  <c:v>20</c:v>
                </c:pt>
                <c:pt idx="37">
                  <c:v>15</c:v>
                </c:pt>
                <c:pt idx="38">
                  <c:v>10</c:v>
                </c:pt>
                <c:pt idx="39">
                  <c:v>5</c:v>
                </c:pt>
                <c:pt idx="40">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5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legend>
      <c:legendPos val="t"/>
      <c:overlay val="0"/>
      <c:txPr>
        <a:bodyPr xmlns:a="http://schemas.openxmlformats.org/drawingml/2006/main" anchorCtr="1"/>
        <a:lstStyle xmlns:a="http://schemas.openxmlformats.org/drawingml/2006/main"/>
        <a:p xmlns:a="http://schemas.openxmlformats.org/drawingml/2006/main">
          <a:pPr>
            <a:defRPr sz="1650">
              <a:latin typeface="Yu Gothic"/>
              <a:ea typeface="Yu Gothic"/>
              <a:cs typeface="Yu Gothic"/>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37949E-7BCC-4A7F-826C-1111C102D224}"/>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第3回</a:t>
            </a:r>
          </a:p>
        </p:txBody>
      </p:sp>
      <p:sp>
        <p:nvSpPr>
          <p:cNvPr id="2" name="">
            <a:extLst xmlns:a="http://schemas.openxmlformats.org/drawingml/2006/main">
              <a:ext uri="{FF2B5EF4-FFF2-40B4-BE49-F238E27FC236}">
                <a16:creationId xmlns:a16="http://schemas.microsoft.com/office/drawing/2014/main" id="{D151ECBD-63F0-43CF-98BA-A756C62FB0C2}"/>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力とモーメントのつり合い</a:t>
            </a:r>
          </a:p>
        </p:txBody>
      </p:sp>
      <p:sp>
        <p:nvSpPr>
          <p:cNvPr id="3" name="">
            <a:extLst xmlns:a="http://schemas.openxmlformats.org/drawingml/2006/main">
              <a:ext uri="{FF2B5EF4-FFF2-40B4-BE49-F238E27FC236}">
                <a16:creationId xmlns:a16="http://schemas.microsoft.com/office/drawing/2014/main" id="{8EFC1BC9-284D-4A8A-BBB3-CBE3047370FC}"/>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3AF9BDC7-5267-4272-BB4C-46BA96B6AC74}"/>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33038543-6BC1-4368-BE67-73A00A0C5FB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6" name="">
            <a:extLst xmlns:a="http://schemas.openxmlformats.org/drawingml/2006/main">
              <a:ext uri="{FF2B5EF4-FFF2-40B4-BE49-F238E27FC236}">
                <a16:creationId xmlns:a16="http://schemas.microsoft.com/office/drawing/2014/main" id="{AF42EF1C-DE44-4AB5-BB4D-C08A6F43C32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49</a:t>
            </a:r>
          </a:p>
        </p:txBody>
      </p:sp>
    </p:spTree>
    <p:extLst>
      <p:ext uri="{BB962C8B-B14F-4D97-AF65-F5344CB8AC3E}">
        <p14:creationId xmlns:p14="http://schemas.microsoft.com/office/powerpoint/2010/main" val="20277417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8D0790-87DE-4E71-9D96-A002C2D23B1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0276075-8F10-4A3F-90E5-D05C1621C93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2E5F133-F854-4D4D-904C-0E30BFF135D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作用線までの垂直距離でモーメントを求める</a:t>
            </a:r>
          </a:p>
        </p:txBody>
      </p:sp>
      <p:sp>
        <p:nvSpPr>
          <p:cNvPr id="4" name="">
            <a:extLst xmlns:a="http://schemas.openxmlformats.org/drawingml/2006/main">
              <a:ext uri="{FF2B5EF4-FFF2-40B4-BE49-F238E27FC236}">
                <a16:creationId xmlns:a16="http://schemas.microsoft.com/office/drawing/2014/main" id="{13C65B77-CBD4-4299-875A-84CF139D6DA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反力を力・モーメントの二つの式で求める</a:t>
            </a:r>
          </a:p>
        </p:txBody>
      </p:sp>
      <p:sp>
        <p:nvSpPr>
          <p:cNvPr id="5" name="">
            <a:extLst xmlns:a="http://schemas.openxmlformats.org/drawingml/2006/main">
              <a:ext uri="{FF2B5EF4-FFF2-40B4-BE49-F238E27FC236}">
                <a16:creationId xmlns:a16="http://schemas.microsoft.com/office/drawing/2014/main" id="{C43CC521-C2A9-4EA6-97A0-FC8440ACB16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切断面からSFD・BMDを作る</a:t>
            </a:r>
          </a:p>
        </p:txBody>
      </p:sp>
      <p:sp>
        <p:nvSpPr>
          <p:cNvPr id="6" name="">
            <a:extLst xmlns:a="http://schemas.openxmlformats.org/drawingml/2006/main">
              <a:ext uri="{FF2B5EF4-FFF2-40B4-BE49-F238E27FC236}">
                <a16:creationId xmlns:a16="http://schemas.microsoft.com/office/drawing/2014/main" id="{212E23CB-EFDB-4F19-804D-E2802587C8C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合力置換の適用範囲を説明する</a:t>
            </a:r>
          </a:p>
        </p:txBody>
      </p:sp>
      <p:sp>
        <p:nvSpPr>
          <p:cNvPr id="7" name="">
            <a:extLst xmlns:a="http://schemas.openxmlformats.org/drawingml/2006/main">
              <a:ext uri="{FF2B5EF4-FFF2-40B4-BE49-F238E27FC236}">
                <a16:creationId xmlns:a16="http://schemas.microsoft.com/office/drawing/2014/main" id="{DDFEBA3F-51E7-4F44-9110-DC9DB4B537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0AE3D472-0EC4-407E-847A-0256E0D8C4E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49</a:t>
            </a:r>
          </a:p>
        </p:txBody>
      </p:sp>
    </p:spTree>
    <p:extLst>
      <p:ext uri="{BB962C8B-B14F-4D97-AF65-F5344CB8AC3E}">
        <p14:creationId xmlns:p14="http://schemas.microsoft.com/office/powerpoint/2010/main" val="15396389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0B43EA0-EAF3-49A7-9A29-403091F05BC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実物を、計算できる「はり」にする</a:t>
            </a:r>
          </a:p>
        </p:txBody>
      </p:sp>
      <p:cxnSp>
        <p:nvCxnSpPr>
          <p:cNvPr id="2" name="">
            <a:extLst xmlns:a="http://schemas.openxmlformats.org/drawingml/2006/main">
              <a:ext uri="{FF2B5EF4-FFF2-40B4-BE49-F238E27FC236}">
                <a16:creationId xmlns:a16="http://schemas.microsoft.com/office/drawing/2014/main" id="{27ACEB70-90C7-41BB-9452-C54CA7A0E8F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F27D3DD-6D0E-4BF9-B2BA-EAF51D31EA3B}"/>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B125CF25-5223-4B8D-AC4C-6A41C61BB88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 / 49</a:t>
            </a:r>
          </a:p>
        </p:txBody>
      </p:sp>
      <p:sp>
        <p:nvSpPr>
          <p:cNvPr id="28" name="">
            <a:extLst xmlns:a="http://schemas.openxmlformats.org/drawingml/2006/main">
              <a:ext uri="{FF2B5EF4-FFF2-40B4-BE49-F238E27FC236}">
                <a16:creationId xmlns:a16="http://schemas.microsoft.com/office/drawing/2014/main" id="{AC48AAC7-AB7F-40CD-A5A0-C6C3253A4AC2}"/>
              </a:ext>
            </a:extLst>
          </p:cNvPr>
          <p:cNvSpPr>
            <a:spLocks xmlns:a="http://schemas.openxmlformats.org/drawingml/2006/main" noGrp="1"/>
          </p:cNvSpPr>
          <p:nvPr/>
        </p:nvSpPr>
        <p:spPr>
          <a:xfrm xmlns:a="http://schemas.openxmlformats.org/drawingml/2006/main">
            <a:off x="1714500" y="2857500"/>
            <a:ext cx="762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9" name="">
            <a:extLst xmlns:a="http://schemas.openxmlformats.org/drawingml/2006/main">
              <a:ext uri="{FF2B5EF4-FFF2-40B4-BE49-F238E27FC236}">
                <a16:creationId xmlns:a16="http://schemas.microsoft.com/office/drawing/2014/main" id="{74DBA617-647A-416B-B711-6353128B34A1}"/>
              </a:ext>
            </a:extLst>
          </p:cNvPr>
          <p:cNvSpPr>
            <a:spLocks xmlns:a="http://schemas.openxmlformats.org/drawingml/2006/main" noGrp="1"/>
          </p:cNvSpPr>
          <p:nvPr/>
        </p:nvSpPr>
        <p:spPr>
          <a:xfrm xmlns:a="http://schemas.openxmlformats.org/drawingml/2006/main">
            <a:off x="1552575" y="3028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9100EB7F-6EB3-49B9-9B68-C7BBD1D22CC4}"/>
              </a:ext>
            </a:extLst>
          </p:cNvPr>
          <p:cNvSpPr>
            <a:spLocks xmlns:a="http://schemas.openxmlformats.org/drawingml/2006/main" noGrp="1"/>
          </p:cNvSpPr>
          <p:nvPr/>
        </p:nvSpPr>
        <p:spPr>
          <a:xfrm xmlns:a="http://schemas.openxmlformats.org/drawingml/2006/main">
            <a:off x="1438275" y="33242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E00E34F8-FCE4-4726-AE58-FF7228B7B94C}"/>
              </a:ext>
            </a:extLst>
          </p:cNvPr>
          <p:cNvSpPr>
            <a:spLocks xmlns:a="http://schemas.openxmlformats.org/drawingml/2006/main" noGrp="1"/>
          </p:cNvSpPr>
          <p:nvPr/>
        </p:nvSpPr>
        <p:spPr>
          <a:xfrm xmlns:a="http://schemas.openxmlformats.org/drawingml/2006/main">
            <a:off x="9172575" y="3028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2" name="">
            <a:extLst xmlns:a="http://schemas.openxmlformats.org/drawingml/2006/main">
              <a:ext uri="{FF2B5EF4-FFF2-40B4-BE49-F238E27FC236}">
                <a16:creationId xmlns:a16="http://schemas.microsoft.com/office/drawing/2014/main" id="{D61B5A22-D5F8-4BE9-94E9-54ABD1DF6DA8}"/>
              </a:ext>
            </a:extLst>
          </p:cNvPr>
          <p:cNvSpPr>
            <a:spLocks xmlns:a="http://schemas.openxmlformats.org/drawingml/2006/main" noGrp="1"/>
          </p:cNvSpPr>
          <p:nvPr/>
        </p:nvSpPr>
        <p:spPr>
          <a:xfrm xmlns:a="http://schemas.openxmlformats.org/drawingml/2006/main">
            <a:off x="9210675" y="3286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13BBD6BF-71A5-4913-8880-F7AE8D407CBC}"/>
              </a:ext>
            </a:extLst>
          </p:cNvPr>
          <p:cNvSpPr>
            <a:spLocks xmlns:a="http://schemas.openxmlformats.org/drawingml/2006/main" noGrp="1"/>
          </p:cNvSpPr>
          <p:nvPr/>
        </p:nvSpPr>
        <p:spPr>
          <a:xfrm xmlns:a="http://schemas.openxmlformats.org/drawingml/2006/main">
            <a:off x="9363075" y="3286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978E8914-34DB-4BD1-91F0-E6A813EB9625}"/>
              </a:ext>
            </a:extLst>
          </p:cNvPr>
          <p:cNvSpPr>
            <a:spLocks xmlns:a="http://schemas.openxmlformats.org/drawingml/2006/main" noGrp="1"/>
          </p:cNvSpPr>
          <p:nvPr/>
        </p:nvSpPr>
        <p:spPr>
          <a:xfrm xmlns:a="http://schemas.openxmlformats.org/drawingml/2006/main">
            <a:off x="9058275" y="34004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5" name="">
            <a:extLst xmlns:a="http://schemas.openxmlformats.org/drawingml/2006/main">
              <a:ext uri="{FF2B5EF4-FFF2-40B4-BE49-F238E27FC236}">
                <a16:creationId xmlns:a16="http://schemas.microsoft.com/office/drawing/2014/main" id="{6864E5C3-60A2-4991-9494-BEAD7CFF7246}"/>
              </a:ext>
            </a:extLst>
          </p:cNvPr>
          <p:cNvSpPr>
            <a:spLocks xmlns:a="http://schemas.openxmlformats.org/drawingml/2006/main" noGrp="1"/>
          </p:cNvSpPr>
          <p:nvPr/>
        </p:nvSpPr>
        <p:spPr>
          <a:xfrm xmlns:a="http://schemas.openxmlformats.org/drawingml/2006/main">
            <a:off x="5524500" y="22383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AA1F3AF6-6BFF-44B6-AE19-EB5B21D0E3AA}"/>
              </a:ext>
            </a:extLst>
          </p:cNvPr>
          <p:cNvSpPr>
            <a:spLocks xmlns:a="http://schemas.openxmlformats.org/drawingml/2006/main" noGrp="1"/>
          </p:cNvSpPr>
          <p:nvPr/>
        </p:nvSpPr>
        <p:spPr>
          <a:xfrm xmlns:a="http://schemas.openxmlformats.org/drawingml/2006/main">
            <a:off x="5484495" y="27241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7" name="">
            <a:extLst xmlns:a="http://schemas.openxmlformats.org/drawingml/2006/main">
              <a:ext uri="{FF2B5EF4-FFF2-40B4-BE49-F238E27FC236}">
                <a16:creationId xmlns:a16="http://schemas.microsoft.com/office/drawing/2014/main" id="{7A32BCE9-843D-44D4-8BCF-36727423FED0}"/>
              </a:ext>
            </a:extLst>
          </p:cNvPr>
          <p:cNvSpPr>
            <a:spLocks xmlns:a="http://schemas.openxmlformats.org/drawingml/2006/main" noGrp="1"/>
          </p:cNvSpPr>
          <p:nvPr/>
        </p:nvSpPr>
        <p:spPr>
          <a:xfrm xmlns:a="http://schemas.openxmlformats.org/drawingml/2006/main">
            <a:off x="4905375" y="17621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8" name="">
            <a:extLst xmlns:a="http://schemas.openxmlformats.org/drawingml/2006/main">
              <a:ext uri="{FF2B5EF4-FFF2-40B4-BE49-F238E27FC236}">
                <a16:creationId xmlns:a16="http://schemas.microsoft.com/office/drawing/2014/main" id="{6A8672FA-818D-49CA-BDBA-2678EB40657D}"/>
              </a:ext>
            </a:extLst>
          </p:cNvPr>
          <p:cNvSpPr>
            <a:spLocks xmlns:a="http://schemas.openxmlformats.org/drawingml/2006/main" noGrp="1"/>
          </p:cNvSpPr>
          <p:nvPr/>
        </p:nvSpPr>
        <p:spPr>
          <a:xfrm xmlns:a="http://schemas.openxmlformats.org/drawingml/2006/main">
            <a:off x="1095375" y="31527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9" name="">
            <a:extLst xmlns:a="http://schemas.openxmlformats.org/drawingml/2006/main">
              <a:ext uri="{FF2B5EF4-FFF2-40B4-BE49-F238E27FC236}">
                <a16:creationId xmlns:a16="http://schemas.microsoft.com/office/drawing/2014/main" id="{B669B06C-3C7D-4E46-BE18-0CA7EF06E80F}"/>
              </a:ext>
            </a:extLst>
          </p:cNvPr>
          <p:cNvSpPr>
            <a:spLocks xmlns:a="http://schemas.openxmlformats.org/drawingml/2006/main" noGrp="1"/>
          </p:cNvSpPr>
          <p:nvPr/>
        </p:nvSpPr>
        <p:spPr>
          <a:xfrm xmlns:a="http://schemas.openxmlformats.org/drawingml/2006/main">
            <a:off x="9648825" y="32194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0" name="">
            <a:extLst xmlns:a="http://schemas.openxmlformats.org/drawingml/2006/main">
              <a:ext uri="{FF2B5EF4-FFF2-40B4-BE49-F238E27FC236}">
                <a16:creationId xmlns:a16="http://schemas.microsoft.com/office/drawing/2014/main" id="{1602CDFB-7E5E-483D-BFB2-A675492A8E65}"/>
              </a:ext>
            </a:extLst>
          </p:cNvPr>
          <p:cNvSpPr>
            <a:spLocks xmlns:a="http://schemas.openxmlformats.org/drawingml/2006/main" noGrp="1"/>
          </p:cNvSpPr>
          <p:nvPr/>
        </p:nvSpPr>
        <p:spPr>
          <a:xfrm xmlns:a="http://schemas.openxmlformats.org/drawingml/2006/main">
            <a:off x="1714500" y="4095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CC2C100A-E68D-47BA-BAC6-0E97AE8C51E4}"/>
              </a:ext>
            </a:extLst>
          </p:cNvPr>
          <p:cNvSpPr>
            <a:spLocks xmlns:a="http://schemas.openxmlformats.org/drawingml/2006/main" noGrp="1"/>
          </p:cNvSpPr>
          <p:nvPr/>
        </p:nvSpPr>
        <p:spPr>
          <a:xfrm xmlns:a="http://schemas.openxmlformats.org/drawingml/2006/main">
            <a:off x="545782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2" name="">
            <a:extLst xmlns:a="http://schemas.openxmlformats.org/drawingml/2006/main">
              <a:ext uri="{FF2B5EF4-FFF2-40B4-BE49-F238E27FC236}">
                <a16:creationId xmlns:a16="http://schemas.microsoft.com/office/drawing/2014/main" id="{A6723C04-C488-4647-B14C-500C5208860B}"/>
              </a:ext>
            </a:extLst>
          </p:cNvPr>
          <p:cNvSpPr>
            <a:spLocks xmlns:a="http://schemas.openxmlformats.org/drawingml/2006/main" noGrp="1"/>
          </p:cNvSpPr>
          <p:nvPr/>
        </p:nvSpPr>
        <p:spPr>
          <a:xfrm xmlns:a="http://schemas.openxmlformats.org/drawingml/2006/main">
            <a:off x="1714500" y="4095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FE2FF197-6222-4B6D-812B-E587CF052D07}"/>
              </a:ext>
            </a:extLst>
          </p:cNvPr>
          <p:cNvSpPr>
            <a:spLocks xmlns:a="http://schemas.openxmlformats.org/drawingml/2006/main" noGrp="1"/>
          </p:cNvSpPr>
          <p:nvPr/>
        </p:nvSpPr>
        <p:spPr>
          <a:xfrm xmlns:a="http://schemas.openxmlformats.org/drawingml/2006/main">
            <a:off x="171450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4" name="">
            <a:extLst xmlns:a="http://schemas.openxmlformats.org/drawingml/2006/main">
              <a:ext uri="{FF2B5EF4-FFF2-40B4-BE49-F238E27FC236}">
                <a16:creationId xmlns:a16="http://schemas.microsoft.com/office/drawing/2014/main" id="{9F69967B-9920-4295-949C-147A073B971A}"/>
              </a:ext>
            </a:extLst>
          </p:cNvPr>
          <p:cNvSpPr>
            <a:spLocks xmlns:a="http://schemas.openxmlformats.org/drawingml/2006/main" noGrp="1"/>
          </p:cNvSpPr>
          <p:nvPr/>
        </p:nvSpPr>
        <p:spPr>
          <a:xfrm xmlns:a="http://schemas.openxmlformats.org/drawingml/2006/main">
            <a:off x="1714500" y="4143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45" name="">
            <a:extLst xmlns:a="http://schemas.openxmlformats.org/drawingml/2006/main">
              <a:ext uri="{FF2B5EF4-FFF2-40B4-BE49-F238E27FC236}">
                <a16:creationId xmlns:a16="http://schemas.microsoft.com/office/drawing/2014/main" id="{0FAB3484-1B37-4C28-AB7D-A4397B015554}"/>
              </a:ext>
            </a:extLst>
          </p:cNvPr>
          <p:cNvSpPr>
            <a:spLocks xmlns:a="http://schemas.openxmlformats.org/drawingml/2006/main" noGrp="1"/>
          </p:cNvSpPr>
          <p:nvPr/>
        </p:nvSpPr>
        <p:spPr>
          <a:xfrm xmlns:a="http://schemas.openxmlformats.org/drawingml/2006/main">
            <a:off x="5524500" y="4095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06DA003F-BA23-405C-AA8B-BD70F4D39C2C}"/>
              </a:ext>
            </a:extLst>
          </p:cNvPr>
          <p:cNvSpPr>
            <a:spLocks xmlns:a="http://schemas.openxmlformats.org/drawingml/2006/main" noGrp="1"/>
          </p:cNvSpPr>
          <p:nvPr/>
        </p:nvSpPr>
        <p:spPr>
          <a:xfrm xmlns:a="http://schemas.openxmlformats.org/drawingml/2006/main">
            <a:off x="926782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7" name="">
            <a:extLst xmlns:a="http://schemas.openxmlformats.org/drawingml/2006/main">
              <a:ext uri="{FF2B5EF4-FFF2-40B4-BE49-F238E27FC236}">
                <a16:creationId xmlns:a16="http://schemas.microsoft.com/office/drawing/2014/main" id="{07D8B049-D3EC-4798-B17B-A912B272DFFB}"/>
              </a:ext>
            </a:extLst>
          </p:cNvPr>
          <p:cNvSpPr>
            <a:spLocks xmlns:a="http://schemas.openxmlformats.org/drawingml/2006/main" noGrp="1"/>
          </p:cNvSpPr>
          <p:nvPr/>
        </p:nvSpPr>
        <p:spPr>
          <a:xfrm xmlns:a="http://schemas.openxmlformats.org/drawingml/2006/main">
            <a:off x="5524500" y="4095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110E2BD6-4233-4DC1-AEB8-40586709DBA0}"/>
              </a:ext>
            </a:extLst>
          </p:cNvPr>
          <p:cNvSpPr>
            <a:spLocks xmlns:a="http://schemas.openxmlformats.org/drawingml/2006/main" noGrp="1"/>
          </p:cNvSpPr>
          <p:nvPr/>
        </p:nvSpPr>
        <p:spPr>
          <a:xfrm xmlns:a="http://schemas.openxmlformats.org/drawingml/2006/main">
            <a:off x="552450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9" name="">
            <a:extLst xmlns:a="http://schemas.openxmlformats.org/drawingml/2006/main">
              <a:ext uri="{FF2B5EF4-FFF2-40B4-BE49-F238E27FC236}">
                <a16:creationId xmlns:a16="http://schemas.microsoft.com/office/drawing/2014/main" id="{40E59F80-3664-404B-9393-DA808A7C021F}"/>
              </a:ext>
            </a:extLst>
          </p:cNvPr>
          <p:cNvSpPr>
            <a:spLocks xmlns:a="http://schemas.openxmlformats.org/drawingml/2006/main" noGrp="1"/>
          </p:cNvSpPr>
          <p:nvPr/>
        </p:nvSpPr>
        <p:spPr>
          <a:xfrm xmlns:a="http://schemas.openxmlformats.org/drawingml/2006/main">
            <a:off x="5524500" y="4143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50" name="">
            <a:extLst xmlns:a="http://schemas.openxmlformats.org/drawingml/2006/main">
              <a:ext uri="{FF2B5EF4-FFF2-40B4-BE49-F238E27FC236}">
                <a16:creationId xmlns:a16="http://schemas.microsoft.com/office/drawing/2014/main" id="{A87FA2BD-6636-4270-A6B6-39BF758401E8}"/>
              </a:ext>
            </a:extLst>
          </p:cNvPr>
          <p:cNvSpPr>
            <a:spLocks xmlns:a="http://schemas.openxmlformats.org/drawingml/2006/main" noGrp="1"/>
          </p:cNvSpPr>
          <p:nvPr/>
        </p:nvSpPr>
        <p:spPr>
          <a:xfrm xmlns:a="http://schemas.openxmlformats.org/drawingml/2006/main">
            <a:off x="809625" y="1524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棚板を取り出した計算モデル</a:t>
            </a:r>
          </a:p>
        </p:txBody>
      </p:sp>
      <p:sp>
        <p:nvSpPr>
          <p:cNvPr id="51" name="">
            <a:extLst xmlns:a="http://schemas.openxmlformats.org/drawingml/2006/main">
              <a:ext uri="{FF2B5EF4-FFF2-40B4-BE49-F238E27FC236}">
                <a16:creationId xmlns:a16="http://schemas.microsoft.com/office/drawing/2014/main" id="{28C08F9D-ECEF-4C37-856D-66E297638C07}"/>
              </a:ext>
            </a:extLst>
          </p:cNvPr>
          <p:cNvSpPr>
            <a:spLocks xmlns:a="http://schemas.openxmlformats.org/drawingml/2006/main" noGrp="1"/>
          </p:cNvSpPr>
          <p:nvPr/>
        </p:nvSpPr>
        <p:spPr>
          <a:xfrm xmlns:a="http://schemas.openxmlformats.org/drawingml/2006/main">
            <a:off x="809625" y="4714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支え方：Aはピン、Bはローラー</a:t>
            </a:r>
          </a:p>
        </p:txBody>
      </p:sp>
      <p:sp>
        <p:nvSpPr>
          <p:cNvPr id="52" name="">
            <a:extLst xmlns:a="http://schemas.openxmlformats.org/drawingml/2006/main">
              <a:ext uri="{FF2B5EF4-FFF2-40B4-BE49-F238E27FC236}">
                <a16:creationId xmlns:a16="http://schemas.microsoft.com/office/drawing/2014/main" id="{98F074F4-2CC5-462C-9938-FC662F9C0657}"/>
              </a:ext>
            </a:extLst>
          </p:cNvPr>
          <p:cNvSpPr>
            <a:spLocks xmlns:a="http://schemas.openxmlformats.org/drawingml/2006/main" noGrp="1"/>
          </p:cNvSpPr>
          <p:nvPr/>
        </p:nvSpPr>
        <p:spPr>
          <a:xfrm xmlns:a="http://schemas.openxmlformats.org/drawingml/2006/main">
            <a:off x="809625" y="51911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鉛直荷重のみ。はりの自重はここでは無視する</a:t>
            </a:r>
          </a:p>
        </p:txBody>
      </p:sp>
      <p:sp>
        <p:nvSpPr>
          <p:cNvPr id="53" name="">
            <a:extLst xmlns:a="http://schemas.openxmlformats.org/drawingml/2006/main">
              <a:ext uri="{FF2B5EF4-FFF2-40B4-BE49-F238E27FC236}">
                <a16:creationId xmlns:a16="http://schemas.microsoft.com/office/drawing/2014/main" id="{FF6F8EF9-C3BF-4D2F-8A89-41EA879AC62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支え方・荷重の位置・長さを先に決める。同じ板でも条件が変われば内部の力が変わる。</a:t>
            </a:r>
          </a:p>
        </p:txBody>
      </p:sp>
    </p:spTree>
    <p:extLst>
      <p:ext uri="{BB962C8B-B14F-4D97-AF65-F5344CB8AC3E}">
        <p14:creationId xmlns:p14="http://schemas.microsoft.com/office/powerpoint/2010/main" val="15743412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50290-A48B-4CCC-A999-97DCE0F0DE2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実物・モデル・計算結果の関係</a:t>
            </a:r>
          </a:p>
        </p:txBody>
      </p:sp>
      <p:sp>
        <p:nvSpPr>
          <p:cNvPr id="2" name="">
            <a:extLst xmlns:a="http://schemas.openxmlformats.org/drawingml/2006/main">
              <a:ext uri="{FF2B5EF4-FFF2-40B4-BE49-F238E27FC236}">
                <a16:creationId xmlns:a16="http://schemas.microsoft.com/office/drawing/2014/main" id="{71424492-98D7-4850-A580-AE0481BEE6A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5786741-4CFC-46E8-9284-1ABFD0746FC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7E0491B3-91BF-4BC1-8218-560E649ACBEF}"/>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この回で確認すること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実物</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棚板、荷物、支えと接合</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モデル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支点間距離、荷重位置、支持の種類</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計算</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全体の反力と、各断面の内力</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照合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計算手順と、モデルの仮定を点検</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B4EC159-7C2E-4D4E-B56D-301C15B2646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モデルは目的に応じた理想化。数値の一致だけで仮定の妥当性は決まらない。</a:t>
            </a:r>
          </a:p>
        </p:txBody>
      </p:sp>
      <p:sp>
        <p:nvSpPr>
          <p:cNvPr id="6" name="">
            <a:extLst xmlns:a="http://schemas.openxmlformats.org/drawingml/2006/main">
              <a:ext uri="{FF2B5EF4-FFF2-40B4-BE49-F238E27FC236}">
                <a16:creationId xmlns:a16="http://schemas.microsoft.com/office/drawing/2014/main" id="{A14052C4-B8ED-477A-B52B-50B60A9A746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49</a:t>
            </a:r>
          </a:p>
        </p:txBody>
      </p:sp>
    </p:spTree>
    <p:extLst>
      <p:ext uri="{BB962C8B-B14F-4D97-AF65-F5344CB8AC3E}">
        <p14:creationId xmlns:p14="http://schemas.microsoft.com/office/powerpoint/2010/main" val="14149269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CE0D895-B86E-40CF-A0EA-C5F1AA03C08F}"/>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力のモーメント：回そうとする作用</a:t>
            </a:r>
          </a:p>
        </p:txBody>
      </p:sp>
      <p:cxnSp>
        <p:nvCxnSpPr>
          <p:cNvPr id="2" name="">
            <a:extLst xmlns:a="http://schemas.openxmlformats.org/drawingml/2006/main">
              <a:ext uri="{FF2B5EF4-FFF2-40B4-BE49-F238E27FC236}">
                <a16:creationId xmlns:a16="http://schemas.microsoft.com/office/drawing/2014/main" id="{A2504B1E-2DE9-4A6E-B636-16F89A0D687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BD59B198-87B1-42C8-85CF-8F45F5EA1064}"/>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582D29B8-9EFC-45E3-96B0-A960F6DD514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 / 49</a:t>
            </a:r>
          </a:p>
        </p:txBody>
      </p:sp>
      <p:sp>
        <p:nvSpPr>
          <p:cNvPr id="20" name="">
            <a:extLst xmlns:a="http://schemas.openxmlformats.org/drawingml/2006/main">
              <a:ext uri="{FF2B5EF4-FFF2-40B4-BE49-F238E27FC236}">
                <a16:creationId xmlns:a16="http://schemas.microsoft.com/office/drawing/2014/main" id="{91C2CA11-64F6-450B-9EA1-407DD44A1CCF}"/>
              </a:ext>
            </a:extLst>
          </p:cNvPr>
          <p:cNvSpPr>
            <a:spLocks xmlns:a="http://schemas.openxmlformats.org/drawingml/2006/main" noGrp="1"/>
          </p:cNvSpPr>
          <p:nvPr/>
        </p:nvSpPr>
        <p:spPr>
          <a:xfrm xmlns:a="http://schemas.openxmlformats.org/drawingml/2006/main">
            <a:off x="809625" y="157162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モーメントの大きさ = F × d</a:t>
            </a:r>
          </a:p>
        </p:txBody>
      </p:sp>
      <p:sp>
        <p:nvSpPr>
          <p:cNvPr id="21" name="">
            <a:extLst xmlns:a="http://schemas.openxmlformats.org/drawingml/2006/main">
              <a:ext uri="{FF2B5EF4-FFF2-40B4-BE49-F238E27FC236}">
                <a16:creationId xmlns:a16="http://schemas.microsoft.com/office/drawing/2014/main" id="{B4D5C1B0-563F-4FDA-9111-7C01CD5C4488}"/>
              </a:ext>
            </a:extLst>
          </p:cNvPr>
          <p:cNvSpPr>
            <a:spLocks xmlns:a="http://schemas.openxmlformats.org/drawingml/2006/main" noGrp="1"/>
          </p:cNvSpPr>
          <p:nvPr/>
        </p:nvSpPr>
        <p:spPr>
          <a:xfrm xmlns:a="http://schemas.openxmlformats.org/drawingml/2006/main">
            <a:off x="1714500" y="2714625"/>
            <a:ext cx="4381500" cy="1619250"/>
          </a:xfrm>
          <a:custGeom xmlns:a="http://schemas.openxmlformats.org/drawingml/2006/main">
            <a:pathLst>
              <a:path w="4381500" h="1619250">
                <a:moveTo>
                  <a:pt x="0" y="1619250"/>
                </a:moveTo>
                <a:lnTo>
                  <a:pt x="4381500" y="0"/>
                </a:lnTo>
              </a:path>
            </a:pathLst>
          </a:custGeom>
          <a:noFill xmlns:a="http://schemas.openxmlformats.org/drawingml/2006/main"/>
          <a:ln xmlns:a="http://schemas.openxmlformats.org/drawingml/2006/main" w="161925">
            <a:solidFill>
              <a:srgbClr val="71818B"/>
            </a:solidFill>
          </a:ln>
        </p:spPr>
      </p:sp>
      <p:sp>
        <p:nvSpPr>
          <p:cNvPr id="22" name="">
            <a:extLst xmlns:a="http://schemas.openxmlformats.org/drawingml/2006/main">
              <a:ext uri="{FF2B5EF4-FFF2-40B4-BE49-F238E27FC236}">
                <a16:creationId xmlns:a16="http://schemas.microsoft.com/office/drawing/2014/main" id="{136B2F62-E686-49A2-9EFA-7E0D2B89E8B8}"/>
              </a:ext>
            </a:extLst>
          </p:cNvPr>
          <p:cNvSpPr>
            <a:spLocks xmlns:a="http://schemas.openxmlformats.org/drawingml/2006/main" noGrp="1"/>
          </p:cNvSpPr>
          <p:nvPr/>
        </p:nvSpPr>
        <p:spPr>
          <a:xfrm xmlns:a="http://schemas.openxmlformats.org/drawingml/2006/main">
            <a:off x="1628775" y="4248150"/>
            <a:ext cx="171450" cy="1714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23" name="">
            <a:extLst xmlns:a="http://schemas.openxmlformats.org/drawingml/2006/main">
              <a:ext uri="{FF2B5EF4-FFF2-40B4-BE49-F238E27FC236}">
                <a16:creationId xmlns:a16="http://schemas.microsoft.com/office/drawing/2014/main" id="{BB19223B-8245-4502-ACBE-F8A0F9A6CE24}"/>
              </a:ext>
            </a:extLst>
          </p:cNvPr>
          <p:cNvSpPr>
            <a:spLocks xmlns:a="http://schemas.openxmlformats.org/drawingml/2006/main" noGrp="1"/>
          </p:cNvSpPr>
          <p:nvPr/>
        </p:nvSpPr>
        <p:spPr>
          <a:xfrm xmlns:a="http://schemas.openxmlformats.org/drawingml/2006/main">
            <a:off x="6096000" y="223837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4" name="">
            <a:extLst xmlns:a="http://schemas.openxmlformats.org/drawingml/2006/main">
              <a:ext uri="{FF2B5EF4-FFF2-40B4-BE49-F238E27FC236}">
                <a16:creationId xmlns:a16="http://schemas.microsoft.com/office/drawing/2014/main" id="{926069B0-0A09-4E56-AD01-09233142C238}"/>
              </a:ext>
            </a:extLst>
          </p:cNvPr>
          <p:cNvSpPr>
            <a:spLocks xmlns:a="http://schemas.openxmlformats.org/drawingml/2006/main" noGrp="1"/>
          </p:cNvSpPr>
          <p:nvPr/>
        </p:nvSpPr>
        <p:spPr>
          <a:xfrm xmlns:a="http://schemas.openxmlformats.org/drawingml/2006/main">
            <a:off x="6096000" y="236675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5" name="">
            <a:extLst xmlns:a="http://schemas.openxmlformats.org/drawingml/2006/main">
              <a:ext uri="{FF2B5EF4-FFF2-40B4-BE49-F238E27FC236}">
                <a16:creationId xmlns:a16="http://schemas.microsoft.com/office/drawing/2014/main" id="{AC82B0F2-5D6B-4F1D-B3FB-55850F62A27B}"/>
              </a:ext>
            </a:extLst>
          </p:cNvPr>
          <p:cNvSpPr>
            <a:spLocks xmlns:a="http://schemas.openxmlformats.org/drawingml/2006/main" noGrp="1"/>
          </p:cNvSpPr>
          <p:nvPr/>
        </p:nvSpPr>
        <p:spPr>
          <a:xfrm xmlns:a="http://schemas.openxmlformats.org/drawingml/2006/main">
            <a:off x="6096000" y="2495136"/>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6" name="">
            <a:extLst xmlns:a="http://schemas.openxmlformats.org/drawingml/2006/main">
              <a:ext uri="{FF2B5EF4-FFF2-40B4-BE49-F238E27FC236}">
                <a16:creationId xmlns:a16="http://schemas.microsoft.com/office/drawing/2014/main" id="{4EF93550-5648-4DD2-B228-5878F22C0013}"/>
              </a:ext>
            </a:extLst>
          </p:cNvPr>
          <p:cNvSpPr>
            <a:spLocks xmlns:a="http://schemas.openxmlformats.org/drawingml/2006/main" noGrp="1"/>
          </p:cNvSpPr>
          <p:nvPr/>
        </p:nvSpPr>
        <p:spPr>
          <a:xfrm xmlns:a="http://schemas.openxmlformats.org/drawingml/2006/main">
            <a:off x="6096000" y="2623516"/>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7" name="">
            <a:extLst xmlns:a="http://schemas.openxmlformats.org/drawingml/2006/main">
              <a:ext uri="{FF2B5EF4-FFF2-40B4-BE49-F238E27FC236}">
                <a16:creationId xmlns:a16="http://schemas.microsoft.com/office/drawing/2014/main" id="{D72C7158-1726-4408-B4FB-6A663F982AA8}"/>
              </a:ext>
            </a:extLst>
          </p:cNvPr>
          <p:cNvSpPr>
            <a:spLocks xmlns:a="http://schemas.openxmlformats.org/drawingml/2006/main" noGrp="1"/>
          </p:cNvSpPr>
          <p:nvPr/>
        </p:nvSpPr>
        <p:spPr>
          <a:xfrm xmlns:a="http://schemas.openxmlformats.org/drawingml/2006/main">
            <a:off x="6096000" y="2751897"/>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8" name="">
            <a:extLst xmlns:a="http://schemas.openxmlformats.org/drawingml/2006/main">
              <a:ext uri="{FF2B5EF4-FFF2-40B4-BE49-F238E27FC236}">
                <a16:creationId xmlns:a16="http://schemas.microsoft.com/office/drawing/2014/main" id="{97D3EE89-8A62-40F0-894C-20780542FB2B}"/>
              </a:ext>
            </a:extLst>
          </p:cNvPr>
          <p:cNvSpPr>
            <a:spLocks xmlns:a="http://schemas.openxmlformats.org/drawingml/2006/main" noGrp="1"/>
          </p:cNvSpPr>
          <p:nvPr/>
        </p:nvSpPr>
        <p:spPr>
          <a:xfrm xmlns:a="http://schemas.openxmlformats.org/drawingml/2006/main">
            <a:off x="6096000" y="2880277"/>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9" name="">
            <a:extLst xmlns:a="http://schemas.openxmlformats.org/drawingml/2006/main">
              <a:ext uri="{FF2B5EF4-FFF2-40B4-BE49-F238E27FC236}">
                <a16:creationId xmlns:a16="http://schemas.microsoft.com/office/drawing/2014/main" id="{2F786DC7-FC78-4752-BB35-A7BD537394BB}"/>
              </a:ext>
            </a:extLst>
          </p:cNvPr>
          <p:cNvSpPr>
            <a:spLocks xmlns:a="http://schemas.openxmlformats.org/drawingml/2006/main" noGrp="1"/>
          </p:cNvSpPr>
          <p:nvPr/>
        </p:nvSpPr>
        <p:spPr>
          <a:xfrm xmlns:a="http://schemas.openxmlformats.org/drawingml/2006/main">
            <a:off x="6096000" y="300865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0" name="">
            <a:extLst xmlns:a="http://schemas.openxmlformats.org/drawingml/2006/main">
              <a:ext uri="{FF2B5EF4-FFF2-40B4-BE49-F238E27FC236}">
                <a16:creationId xmlns:a16="http://schemas.microsoft.com/office/drawing/2014/main" id="{C4B678C1-3DD7-48EC-BF69-72E3B62020DE}"/>
              </a:ext>
            </a:extLst>
          </p:cNvPr>
          <p:cNvSpPr>
            <a:spLocks xmlns:a="http://schemas.openxmlformats.org/drawingml/2006/main" noGrp="1"/>
          </p:cNvSpPr>
          <p:nvPr/>
        </p:nvSpPr>
        <p:spPr>
          <a:xfrm xmlns:a="http://schemas.openxmlformats.org/drawingml/2006/main">
            <a:off x="6096000" y="313703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1" name="">
            <a:extLst xmlns:a="http://schemas.openxmlformats.org/drawingml/2006/main">
              <a:ext uri="{FF2B5EF4-FFF2-40B4-BE49-F238E27FC236}">
                <a16:creationId xmlns:a16="http://schemas.microsoft.com/office/drawing/2014/main" id="{1748EE4A-DAB4-4BCA-8D11-AF4EADAEFF00}"/>
              </a:ext>
            </a:extLst>
          </p:cNvPr>
          <p:cNvSpPr>
            <a:spLocks xmlns:a="http://schemas.openxmlformats.org/drawingml/2006/main" noGrp="1"/>
          </p:cNvSpPr>
          <p:nvPr/>
        </p:nvSpPr>
        <p:spPr>
          <a:xfrm xmlns:a="http://schemas.openxmlformats.org/drawingml/2006/main">
            <a:off x="6096000" y="326541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2" name="">
            <a:extLst xmlns:a="http://schemas.openxmlformats.org/drawingml/2006/main">
              <a:ext uri="{FF2B5EF4-FFF2-40B4-BE49-F238E27FC236}">
                <a16:creationId xmlns:a16="http://schemas.microsoft.com/office/drawing/2014/main" id="{C7FCBF3B-14B2-4E8A-8167-6C858BB211B4}"/>
              </a:ext>
            </a:extLst>
          </p:cNvPr>
          <p:cNvSpPr>
            <a:spLocks xmlns:a="http://schemas.openxmlformats.org/drawingml/2006/main" noGrp="1"/>
          </p:cNvSpPr>
          <p:nvPr/>
        </p:nvSpPr>
        <p:spPr>
          <a:xfrm xmlns:a="http://schemas.openxmlformats.org/drawingml/2006/main">
            <a:off x="6096000" y="3393799"/>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3" name="">
            <a:extLst xmlns:a="http://schemas.openxmlformats.org/drawingml/2006/main">
              <a:ext uri="{FF2B5EF4-FFF2-40B4-BE49-F238E27FC236}">
                <a16:creationId xmlns:a16="http://schemas.microsoft.com/office/drawing/2014/main" id="{5908B1DD-9DC1-4CF9-9E29-A4BAC3C86FA8}"/>
              </a:ext>
            </a:extLst>
          </p:cNvPr>
          <p:cNvSpPr>
            <a:spLocks xmlns:a="http://schemas.openxmlformats.org/drawingml/2006/main" noGrp="1"/>
          </p:cNvSpPr>
          <p:nvPr/>
        </p:nvSpPr>
        <p:spPr>
          <a:xfrm xmlns:a="http://schemas.openxmlformats.org/drawingml/2006/main">
            <a:off x="6096000" y="3522179"/>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4" name="">
            <a:extLst xmlns:a="http://schemas.openxmlformats.org/drawingml/2006/main">
              <a:ext uri="{FF2B5EF4-FFF2-40B4-BE49-F238E27FC236}">
                <a16:creationId xmlns:a16="http://schemas.microsoft.com/office/drawing/2014/main" id="{E6CAE809-7BAE-4843-8DA5-8AACEB12EC6E}"/>
              </a:ext>
            </a:extLst>
          </p:cNvPr>
          <p:cNvSpPr>
            <a:spLocks xmlns:a="http://schemas.openxmlformats.org/drawingml/2006/main" noGrp="1"/>
          </p:cNvSpPr>
          <p:nvPr/>
        </p:nvSpPr>
        <p:spPr>
          <a:xfrm xmlns:a="http://schemas.openxmlformats.org/drawingml/2006/main">
            <a:off x="6096000" y="3650560"/>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5" name="">
            <a:extLst xmlns:a="http://schemas.openxmlformats.org/drawingml/2006/main">
              <a:ext uri="{FF2B5EF4-FFF2-40B4-BE49-F238E27FC236}">
                <a16:creationId xmlns:a16="http://schemas.microsoft.com/office/drawing/2014/main" id="{A731ED11-1B19-4DC4-87D7-AEBE4BD27E4E}"/>
              </a:ext>
            </a:extLst>
          </p:cNvPr>
          <p:cNvSpPr>
            <a:spLocks xmlns:a="http://schemas.openxmlformats.org/drawingml/2006/main" noGrp="1"/>
          </p:cNvSpPr>
          <p:nvPr/>
        </p:nvSpPr>
        <p:spPr>
          <a:xfrm xmlns:a="http://schemas.openxmlformats.org/drawingml/2006/main">
            <a:off x="6096000" y="3778940"/>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6" name="">
            <a:extLst xmlns:a="http://schemas.openxmlformats.org/drawingml/2006/main">
              <a:ext uri="{FF2B5EF4-FFF2-40B4-BE49-F238E27FC236}">
                <a16:creationId xmlns:a16="http://schemas.microsoft.com/office/drawing/2014/main" id="{DAC20CEB-6F81-4D74-8988-310F81383CEF}"/>
              </a:ext>
            </a:extLst>
          </p:cNvPr>
          <p:cNvSpPr>
            <a:spLocks xmlns:a="http://schemas.openxmlformats.org/drawingml/2006/main" noGrp="1"/>
          </p:cNvSpPr>
          <p:nvPr/>
        </p:nvSpPr>
        <p:spPr>
          <a:xfrm xmlns:a="http://schemas.openxmlformats.org/drawingml/2006/main">
            <a:off x="6096000" y="3907321"/>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7" name="">
            <a:extLst xmlns:a="http://schemas.openxmlformats.org/drawingml/2006/main">
              <a:ext uri="{FF2B5EF4-FFF2-40B4-BE49-F238E27FC236}">
                <a16:creationId xmlns:a16="http://schemas.microsoft.com/office/drawing/2014/main" id="{E1553060-454D-4DBF-A99D-16DA8943126F}"/>
              </a:ext>
            </a:extLst>
          </p:cNvPr>
          <p:cNvSpPr>
            <a:spLocks xmlns:a="http://schemas.openxmlformats.org/drawingml/2006/main" noGrp="1"/>
          </p:cNvSpPr>
          <p:nvPr/>
        </p:nvSpPr>
        <p:spPr>
          <a:xfrm xmlns:a="http://schemas.openxmlformats.org/drawingml/2006/main">
            <a:off x="6096000" y="4035701"/>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8" name="">
            <a:extLst xmlns:a="http://schemas.openxmlformats.org/drawingml/2006/main">
              <a:ext uri="{FF2B5EF4-FFF2-40B4-BE49-F238E27FC236}">
                <a16:creationId xmlns:a16="http://schemas.microsoft.com/office/drawing/2014/main" id="{139FBB53-ECD0-405D-9146-C5FA028B335A}"/>
              </a:ext>
            </a:extLst>
          </p:cNvPr>
          <p:cNvSpPr>
            <a:spLocks xmlns:a="http://schemas.openxmlformats.org/drawingml/2006/main" noGrp="1"/>
          </p:cNvSpPr>
          <p:nvPr/>
        </p:nvSpPr>
        <p:spPr>
          <a:xfrm xmlns:a="http://schemas.openxmlformats.org/drawingml/2006/main">
            <a:off x="6096000" y="416408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9" name="">
            <a:extLst xmlns:a="http://schemas.openxmlformats.org/drawingml/2006/main">
              <a:ext uri="{FF2B5EF4-FFF2-40B4-BE49-F238E27FC236}">
                <a16:creationId xmlns:a16="http://schemas.microsoft.com/office/drawing/2014/main" id="{F42D2541-1D6E-45F1-9268-0E07A14BCCD5}"/>
              </a:ext>
            </a:extLst>
          </p:cNvPr>
          <p:cNvSpPr>
            <a:spLocks xmlns:a="http://schemas.openxmlformats.org/drawingml/2006/main" noGrp="1"/>
          </p:cNvSpPr>
          <p:nvPr/>
        </p:nvSpPr>
        <p:spPr>
          <a:xfrm xmlns:a="http://schemas.openxmlformats.org/drawingml/2006/main">
            <a:off x="6096000" y="429246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0" name="">
            <a:extLst xmlns:a="http://schemas.openxmlformats.org/drawingml/2006/main">
              <a:ext uri="{FF2B5EF4-FFF2-40B4-BE49-F238E27FC236}">
                <a16:creationId xmlns:a16="http://schemas.microsoft.com/office/drawing/2014/main" id="{800FEB44-C14A-45BE-8002-90F651A529BB}"/>
              </a:ext>
            </a:extLst>
          </p:cNvPr>
          <p:cNvSpPr>
            <a:spLocks xmlns:a="http://schemas.openxmlformats.org/drawingml/2006/main" noGrp="1"/>
          </p:cNvSpPr>
          <p:nvPr/>
        </p:nvSpPr>
        <p:spPr>
          <a:xfrm xmlns:a="http://schemas.openxmlformats.org/drawingml/2006/main">
            <a:off x="6096000" y="442084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1" name="">
            <a:extLst xmlns:a="http://schemas.openxmlformats.org/drawingml/2006/main">
              <a:ext uri="{FF2B5EF4-FFF2-40B4-BE49-F238E27FC236}">
                <a16:creationId xmlns:a16="http://schemas.microsoft.com/office/drawing/2014/main" id="{C43CC27F-F0F3-4E9E-BE97-E3CBD0F7D033}"/>
              </a:ext>
            </a:extLst>
          </p:cNvPr>
          <p:cNvSpPr>
            <a:spLocks xmlns:a="http://schemas.openxmlformats.org/drawingml/2006/main" noGrp="1"/>
          </p:cNvSpPr>
          <p:nvPr/>
        </p:nvSpPr>
        <p:spPr>
          <a:xfrm xmlns:a="http://schemas.openxmlformats.org/drawingml/2006/main">
            <a:off x="6096000" y="4549223"/>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2" name="">
            <a:extLst xmlns:a="http://schemas.openxmlformats.org/drawingml/2006/main">
              <a:ext uri="{FF2B5EF4-FFF2-40B4-BE49-F238E27FC236}">
                <a16:creationId xmlns:a16="http://schemas.microsoft.com/office/drawing/2014/main" id="{3A5DACA3-8414-46B3-AFFF-36B566C47933}"/>
              </a:ext>
            </a:extLst>
          </p:cNvPr>
          <p:cNvSpPr>
            <a:spLocks xmlns:a="http://schemas.openxmlformats.org/drawingml/2006/main" noGrp="1"/>
          </p:cNvSpPr>
          <p:nvPr/>
        </p:nvSpPr>
        <p:spPr>
          <a:xfrm xmlns:a="http://schemas.openxmlformats.org/drawingml/2006/main">
            <a:off x="6096000" y="4677603"/>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3" name="">
            <a:extLst xmlns:a="http://schemas.openxmlformats.org/drawingml/2006/main">
              <a:ext uri="{FF2B5EF4-FFF2-40B4-BE49-F238E27FC236}">
                <a16:creationId xmlns:a16="http://schemas.microsoft.com/office/drawing/2014/main" id="{1AE26BD6-6431-404D-8DD3-899275218AC8}"/>
              </a:ext>
            </a:extLst>
          </p:cNvPr>
          <p:cNvSpPr>
            <a:spLocks xmlns:a="http://schemas.openxmlformats.org/drawingml/2006/main" noGrp="1"/>
          </p:cNvSpPr>
          <p:nvPr/>
        </p:nvSpPr>
        <p:spPr>
          <a:xfrm xmlns:a="http://schemas.openxmlformats.org/drawingml/2006/main">
            <a:off x="6096000" y="4805984"/>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4" name="">
            <a:extLst xmlns:a="http://schemas.openxmlformats.org/drawingml/2006/main">
              <a:ext uri="{FF2B5EF4-FFF2-40B4-BE49-F238E27FC236}">
                <a16:creationId xmlns:a16="http://schemas.microsoft.com/office/drawing/2014/main" id="{9C622A83-8962-42BB-BF74-2A9C2CC6FA79}"/>
              </a:ext>
            </a:extLst>
          </p:cNvPr>
          <p:cNvSpPr>
            <a:spLocks xmlns:a="http://schemas.openxmlformats.org/drawingml/2006/main" noGrp="1"/>
          </p:cNvSpPr>
          <p:nvPr/>
        </p:nvSpPr>
        <p:spPr>
          <a:xfrm xmlns:a="http://schemas.openxmlformats.org/drawingml/2006/main">
            <a:off x="6096000" y="4934364"/>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5" name="">
            <a:extLst xmlns:a="http://schemas.openxmlformats.org/drawingml/2006/main">
              <a:ext uri="{FF2B5EF4-FFF2-40B4-BE49-F238E27FC236}">
                <a16:creationId xmlns:a16="http://schemas.microsoft.com/office/drawing/2014/main" id="{10F880F5-736E-4856-9167-22654D151F92}"/>
              </a:ext>
            </a:extLst>
          </p:cNvPr>
          <p:cNvSpPr>
            <a:spLocks xmlns:a="http://schemas.openxmlformats.org/drawingml/2006/main" noGrp="1"/>
          </p:cNvSpPr>
          <p:nvPr/>
        </p:nvSpPr>
        <p:spPr>
          <a:xfrm xmlns:a="http://schemas.openxmlformats.org/drawingml/2006/main">
            <a:off x="6096000" y="506274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6" name="">
            <a:extLst xmlns:a="http://schemas.openxmlformats.org/drawingml/2006/main">
              <a:ext uri="{FF2B5EF4-FFF2-40B4-BE49-F238E27FC236}">
                <a16:creationId xmlns:a16="http://schemas.microsoft.com/office/drawing/2014/main" id="{1C949841-917B-4FDB-8AE7-6D029DC3AF28}"/>
              </a:ext>
            </a:extLst>
          </p:cNvPr>
          <p:cNvSpPr>
            <a:spLocks xmlns:a="http://schemas.openxmlformats.org/drawingml/2006/main" noGrp="1"/>
          </p:cNvSpPr>
          <p:nvPr/>
        </p:nvSpPr>
        <p:spPr>
          <a:xfrm xmlns:a="http://schemas.openxmlformats.org/drawingml/2006/main">
            <a:off x="6096000" y="2571750"/>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38100">
            <a:solidFill>
              <a:srgbClr val="C4483C"/>
            </a:solidFill>
          </a:ln>
        </p:spPr>
      </p:sp>
      <p:sp>
        <p:nvSpPr>
          <p:cNvPr id="47" name="">
            <a:extLst xmlns:a="http://schemas.openxmlformats.org/drawingml/2006/main">
              <a:ext uri="{FF2B5EF4-FFF2-40B4-BE49-F238E27FC236}">
                <a16:creationId xmlns:a16="http://schemas.microsoft.com/office/drawing/2014/main" id="{F51B9C85-0A6B-4DCE-939E-E41BF8A9A3F9}"/>
              </a:ext>
            </a:extLst>
          </p:cNvPr>
          <p:cNvSpPr>
            <a:spLocks xmlns:a="http://schemas.openxmlformats.org/drawingml/2006/main" noGrp="1"/>
          </p:cNvSpPr>
          <p:nvPr/>
        </p:nvSpPr>
        <p:spPr>
          <a:xfrm xmlns:a="http://schemas.openxmlformats.org/drawingml/2006/main">
            <a:off x="6047994" y="3743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42C6E650-FBE7-4C3F-8828-38528BEF2BFD}"/>
              </a:ext>
            </a:extLst>
          </p:cNvPr>
          <p:cNvSpPr>
            <a:spLocks xmlns:a="http://schemas.openxmlformats.org/drawingml/2006/main" noGrp="1"/>
          </p:cNvSpPr>
          <p:nvPr/>
        </p:nvSpPr>
        <p:spPr>
          <a:xfrm xmlns:a="http://schemas.openxmlformats.org/drawingml/2006/main">
            <a:off x="6381750" y="314325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C4483C"/>
                </a:solidFill>
                <a:latin typeface="Yu Gothic"/>
                <a:ea typeface="Yu Gothic"/>
                <a:cs typeface="Yu Gothic"/>
              </a:defRPr>
            </a:defPPr>
            <a:lvl1pPr>
              <a:buNone/>
              <a:defRPr sz="2550" b="1">
                <a:solidFill>
                  <a:srgbClr val="C4483C"/>
                </a:solidFill>
                <a:latin typeface="Yu Gothic"/>
                <a:ea typeface="Yu Gothic"/>
                <a:cs typeface="Yu Gothic"/>
              </a:defRPr>
            </a:lvl1pPr>
            <a:lvl2pPr>
              <a:buNone/>
              <a:defRPr sz="2550" b="1">
                <a:solidFill>
                  <a:srgbClr val="C4483C"/>
                </a:solidFill>
                <a:latin typeface="Yu Gothic"/>
                <a:ea typeface="Yu Gothic"/>
                <a:cs typeface="Yu Gothic"/>
              </a:defRPr>
            </a:lvl2pPr>
            <a:lvl3pPr>
              <a:buNone/>
              <a:defRPr sz="2550" b="1">
                <a:solidFill>
                  <a:srgbClr val="C4483C"/>
                </a:solidFill>
                <a:latin typeface="Yu Gothic"/>
                <a:ea typeface="Yu Gothic"/>
                <a:cs typeface="Yu Gothic"/>
              </a:defRPr>
            </a:lvl3pPr>
            <a:lvl4pPr>
              <a:buNone/>
              <a:defRPr sz="2550" b="1">
                <a:solidFill>
                  <a:srgbClr val="C4483C"/>
                </a:solidFill>
                <a:latin typeface="Yu Gothic"/>
                <a:ea typeface="Yu Gothic"/>
                <a:cs typeface="Yu Gothic"/>
              </a:defRPr>
            </a:lvl4pPr>
            <a:lvl5pPr>
              <a:buNone/>
              <a:defRPr sz="2550" b="1">
                <a:solidFill>
                  <a:srgbClr val="C4483C"/>
                </a:solidFill>
                <a:latin typeface="Yu Gothic"/>
                <a:ea typeface="Yu Gothic"/>
                <a:cs typeface="Yu Gothic"/>
              </a:defRPr>
            </a:lvl5pPr>
            <a:lvl6pPr>
              <a:buNone/>
              <a:defRPr sz="2550" b="1">
                <a:solidFill>
                  <a:srgbClr val="C4483C"/>
                </a:solidFill>
                <a:latin typeface="Yu Gothic"/>
                <a:ea typeface="Yu Gothic"/>
                <a:cs typeface="Yu Gothic"/>
              </a:defRPr>
            </a:lvl6pPr>
            <a:lvl7pPr>
              <a:buNone/>
              <a:defRPr sz="2550" b="1">
                <a:solidFill>
                  <a:srgbClr val="C4483C"/>
                </a:solidFill>
                <a:latin typeface="Yu Gothic"/>
                <a:ea typeface="Yu Gothic"/>
                <a:cs typeface="Yu Gothic"/>
              </a:defRPr>
            </a:lvl7pPr>
            <a:lvl8pPr>
              <a:buNone/>
              <a:defRPr sz="2550" b="1">
                <a:solidFill>
                  <a:srgbClr val="C4483C"/>
                </a:solidFill>
                <a:latin typeface="Yu Gothic"/>
                <a:ea typeface="Yu Gothic"/>
                <a:cs typeface="Yu Gothic"/>
              </a:defRPr>
            </a:lvl8pPr>
            <a:lvl9pPr>
              <a:buNone/>
              <a:defRPr sz="2550" b="1">
                <a:solidFill>
                  <a:srgbClr val="C4483C"/>
                </a:solidFill>
                <a:latin typeface="Yu Gothic"/>
                <a:ea typeface="Yu Gothic"/>
                <a:cs typeface="Yu Gothic"/>
              </a:defRPr>
            </a:lvl9pPr>
          </a:lstStyle>
          <a:p xmlns:a="http://schemas.openxmlformats.org/drawingml/2006/main">
            <a:pPr>
              <a:buNone/>
              <a:defRPr sz="2550" b="1">
                <a:solidFill>
                  <a:srgbClr val="C4483C"/>
                </a:solidFill>
                <a:latin typeface="Yu Gothic"/>
                <a:ea typeface="Yu Gothic"/>
                <a:cs typeface="Yu Gothic"/>
              </a:defRPr>
            </a:pPr>
            <a:r>
              <a:rPr sz="2550" b="1">
                <a:solidFill>
                  <a:srgbClr val="C4483C"/>
                </a:solidFill>
                <a:latin typeface="Yu Gothic"/>
                <a:ea typeface="Yu Gothic"/>
                <a:cs typeface="Yu Gothic"/>
              </a:rPr>
              <a:t>F</a:t>
            </a:r>
          </a:p>
        </p:txBody>
      </p:sp>
      <p:sp>
        <p:nvSpPr>
          <p:cNvPr id="49" name="">
            <a:extLst xmlns:a="http://schemas.openxmlformats.org/drawingml/2006/main">
              <a:ext uri="{FF2B5EF4-FFF2-40B4-BE49-F238E27FC236}">
                <a16:creationId xmlns:a16="http://schemas.microsoft.com/office/drawing/2014/main" id="{6D6E1567-FD09-4292-8AF7-10BFE71D59D9}"/>
              </a:ext>
            </a:extLst>
          </p:cNvPr>
          <p:cNvSpPr>
            <a:spLocks xmlns:a="http://schemas.openxmlformats.org/drawingml/2006/main" noGrp="1"/>
          </p:cNvSpPr>
          <p:nvPr/>
        </p:nvSpPr>
        <p:spPr>
          <a:xfrm xmlns:a="http://schemas.openxmlformats.org/drawingml/2006/main">
            <a:off x="5191125" y="5095875"/>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C4483C"/>
                </a:solidFill>
                <a:latin typeface="Yu Gothic"/>
                <a:ea typeface="Yu Gothic"/>
                <a:cs typeface="Yu Gothic"/>
              </a:defRPr>
            </a:defPPr>
            <a:lvl1pPr>
              <a:buNone/>
              <a:defRPr sz="1800" b="0">
                <a:solidFill>
                  <a:srgbClr val="C4483C"/>
                </a:solidFill>
                <a:latin typeface="Yu Gothic"/>
                <a:ea typeface="Yu Gothic"/>
                <a:cs typeface="Yu Gothic"/>
              </a:defRPr>
            </a:lvl1pPr>
            <a:lvl2pPr>
              <a:buNone/>
              <a:defRPr sz="1800" b="0">
                <a:solidFill>
                  <a:srgbClr val="C4483C"/>
                </a:solidFill>
                <a:latin typeface="Yu Gothic"/>
                <a:ea typeface="Yu Gothic"/>
                <a:cs typeface="Yu Gothic"/>
              </a:defRPr>
            </a:lvl2pPr>
            <a:lvl3pPr>
              <a:buNone/>
              <a:defRPr sz="1800" b="0">
                <a:solidFill>
                  <a:srgbClr val="C4483C"/>
                </a:solidFill>
                <a:latin typeface="Yu Gothic"/>
                <a:ea typeface="Yu Gothic"/>
                <a:cs typeface="Yu Gothic"/>
              </a:defRPr>
            </a:lvl3pPr>
            <a:lvl4pPr>
              <a:buNone/>
              <a:defRPr sz="1800" b="0">
                <a:solidFill>
                  <a:srgbClr val="C4483C"/>
                </a:solidFill>
                <a:latin typeface="Yu Gothic"/>
                <a:ea typeface="Yu Gothic"/>
                <a:cs typeface="Yu Gothic"/>
              </a:defRPr>
            </a:lvl4pPr>
            <a:lvl5pPr>
              <a:buNone/>
              <a:defRPr sz="1800" b="0">
                <a:solidFill>
                  <a:srgbClr val="C4483C"/>
                </a:solidFill>
                <a:latin typeface="Yu Gothic"/>
                <a:ea typeface="Yu Gothic"/>
                <a:cs typeface="Yu Gothic"/>
              </a:defRPr>
            </a:lvl5pPr>
            <a:lvl6pPr>
              <a:buNone/>
              <a:defRPr sz="1800" b="0">
                <a:solidFill>
                  <a:srgbClr val="C4483C"/>
                </a:solidFill>
                <a:latin typeface="Yu Gothic"/>
                <a:ea typeface="Yu Gothic"/>
                <a:cs typeface="Yu Gothic"/>
              </a:defRPr>
            </a:lvl6pPr>
            <a:lvl7pPr>
              <a:buNone/>
              <a:defRPr sz="1800" b="0">
                <a:solidFill>
                  <a:srgbClr val="C4483C"/>
                </a:solidFill>
                <a:latin typeface="Yu Gothic"/>
                <a:ea typeface="Yu Gothic"/>
                <a:cs typeface="Yu Gothic"/>
              </a:defRPr>
            </a:lvl7pPr>
            <a:lvl8pPr>
              <a:buNone/>
              <a:defRPr sz="1800" b="0">
                <a:solidFill>
                  <a:srgbClr val="C4483C"/>
                </a:solidFill>
                <a:latin typeface="Yu Gothic"/>
                <a:ea typeface="Yu Gothic"/>
                <a:cs typeface="Yu Gothic"/>
              </a:defRPr>
            </a:lvl8pPr>
            <a:lvl9pPr>
              <a:buNone/>
              <a:defRPr sz="1800" b="0">
                <a:solidFill>
                  <a:srgbClr val="C4483C"/>
                </a:solidFill>
                <a:latin typeface="Yu Gothic"/>
                <a:ea typeface="Yu Gothic"/>
                <a:cs typeface="Yu Gothic"/>
              </a:defRPr>
            </a:lvl9pPr>
          </a:lstStyle>
          <a:p xmlns:a="http://schemas.openxmlformats.org/drawingml/2006/main">
            <a:pPr>
              <a:buNone/>
              <a:defRPr sz="1800" b="0">
                <a:solidFill>
                  <a:srgbClr val="C4483C"/>
                </a:solidFill>
                <a:latin typeface="Yu Gothic"/>
                <a:ea typeface="Yu Gothic"/>
                <a:cs typeface="Yu Gothic"/>
              </a:defRPr>
            </a:pPr>
            <a:r>
              <a:rPr sz="1800" b="0">
                <a:solidFill>
                  <a:srgbClr val="C4483C"/>
                </a:solidFill>
                <a:latin typeface="Yu Gothic"/>
                <a:ea typeface="Yu Gothic"/>
                <a:cs typeface="Yu Gothic"/>
              </a:rPr>
              <a:t>力の作用線</a:t>
            </a:r>
          </a:p>
        </p:txBody>
      </p:sp>
      <p:sp>
        <p:nvSpPr>
          <p:cNvPr id="50" name="">
            <a:extLst xmlns:a="http://schemas.openxmlformats.org/drawingml/2006/main">
              <a:ext uri="{FF2B5EF4-FFF2-40B4-BE49-F238E27FC236}">
                <a16:creationId xmlns:a16="http://schemas.microsoft.com/office/drawing/2014/main" id="{E9C02723-8BC5-4221-A862-70107F0487B2}"/>
              </a:ext>
            </a:extLst>
          </p:cNvPr>
          <p:cNvSpPr>
            <a:spLocks xmlns:a="http://schemas.openxmlformats.org/drawingml/2006/main" noGrp="1"/>
          </p:cNvSpPr>
          <p:nvPr/>
        </p:nvSpPr>
        <p:spPr>
          <a:xfrm xmlns:a="http://schemas.openxmlformats.org/drawingml/2006/main">
            <a:off x="1714500" y="4333875"/>
            <a:ext cx="4381500" cy="9525"/>
          </a:xfrm>
          <a:custGeom xmlns:a="http://schemas.openxmlformats.org/drawingml/2006/main">
            <a:pathLst>
              <a:path w="4381500" h="9525">
                <a:moveTo>
                  <a:pt x="0" y="0"/>
                </a:moveTo>
                <a:lnTo>
                  <a:pt x="438150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D933DF98-4A3C-4668-AEC7-D9BD62288D48}"/>
              </a:ext>
            </a:extLst>
          </p:cNvPr>
          <p:cNvSpPr>
            <a:spLocks xmlns:a="http://schemas.openxmlformats.org/drawingml/2006/main" noGrp="1"/>
          </p:cNvSpPr>
          <p:nvPr/>
        </p:nvSpPr>
        <p:spPr>
          <a:xfrm xmlns:a="http://schemas.openxmlformats.org/drawingml/2006/main">
            <a:off x="6029325" y="43058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634AE885-45E9-4E1A-A836-62EF56593F8A}"/>
              </a:ext>
            </a:extLst>
          </p:cNvPr>
          <p:cNvSpPr>
            <a:spLocks xmlns:a="http://schemas.openxmlformats.org/drawingml/2006/main" noGrp="1"/>
          </p:cNvSpPr>
          <p:nvPr/>
        </p:nvSpPr>
        <p:spPr>
          <a:xfrm xmlns:a="http://schemas.openxmlformats.org/drawingml/2006/main">
            <a:off x="1714500" y="4333875"/>
            <a:ext cx="4381500" cy="9525"/>
          </a:xfrm>
          <a:custGeom xmlns:a="http://schemas.openxmlformats.org/drawingml/2006/main">
            <a:pathLst>
              <a:path w="4381500" h="9525">
                <a:moveTo>
                  <a:pt x="4381500" y="0"/>
                </a:moveTo>
                <a:lnTo>
                  <a:pt x="0" y="0"/>
                </a:lnTo>
              </a:path>
            </a:pathLst>
          </a:custGeom>
          <a:noFill xmlns:a="http://schemas.openxmlformats.org/drawingml/2006/main"/>
          <a:ln xmlns:a="http://schemas.openxmlformats.org/drawingml/2006/main" w="13335">
            <a:solidFill>
              <a:srgbClr val="2876A8"/>
            </a:solidFill>
          </a:ln>
        </p:spPr>
      </p:sp>
      <p:sp>
        <p:nvSpPr>
          <p:cNvPr id="53" name="">
            <a:extLst xmlns:a="http://schemas.openxmlformats.org/drawingml/2006/main">
              <a:ext uri="{FF2B5EF4-FFF2-40B4-BE49-F238E27FC236}">
                <a16:creationId xmlns:a16="http://schemas.microsoft.com/office/drawing/2014/main" id="{4F4E6D00-A8B0-4269-8C7F-B93E55776603}"/>
              </a:ext>
            </a:extLst>
          </p:cNvPr>
          <p:cNvSpPr>
            <a:spLocks xmlns:a="http://schemas.openxmlformats.org/drawingml/2006/main" noGrp="1"/>
          </p:cNvSpPr>
          <p:nvPr/>
        </p:nvSpPr>
        <p:spPr>
          <a:xfrm xmlns:a="http://schemas.openxmlformats.org/drawingml/2006/main">
            <a:off x="1714500" y="43058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CC46C173-7AA6-4FA5-AD92-6686F9845A9F}"/>
              </a:ext>
            </a:extLst>
          </p:cNvPr>
          <p:cNvSpPr>
            <a:spLocks xmlns:a="http://schemas.openxmlformats.org/drawingml/2006/main" noGrp="1"/>
          </p:cNvSpPr>
          <p:nvPr/>
        </p:nvSpPr>
        <p:spPr>
          <a:xfrm xmlns:a="http://schemas.openxmlformats.org/drawingml/2006/main">
            <a:off x="1714500" y="43815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0">
                <a:solidFill>
                  <a:srgbClr val="2876A8"/>
                </a:solidFill>
                <a:latin typeface="Yu Gothic"/>
                <a:ea typeface="Yu Gothic"/>
                <a:cs typeface="Yu Gothic"/>
              </a:defRPr>
            </a:defPPr>
            <a:lvl1pPr algn="ctr">
              <a:buNone/>
              <a:defRPr sz="2325" b="0">
                <a:solidFill>
                  <a:srgbClr val="2876A8"/>
                </a:solidFill>
                <a:latin typeface="Yu Gothic"/>
                <a:ea typeface="Yu Gothic"/>
                <a:cs typeface="Yu Gothic"/>
              </a:defRPr>
            </a:lvl1pPr>
            <a:lvl2pPr algn="ctr">
              <a:buNone/>
              <a:defRPr sz="2325" b="0">
                <a:solidFill>
                  <a:srgbClr val="2876A8"/>
                </a:solidFill>
                <a:latin typeface="Yu Gothic"/>
                <a:ea typeface="Yu Gothic"/>
                <a:cs typeface="Yu Gothic"/>
              </a:defRPr>
            </a:lvl2pPr>
            <a:lvl3pPr algn="ctr">
              <a:buNone/>
              <a:defRPr sz="2325" b="0">
                <a:solidFill>
                  <a:srgbClr val="2876A8"/>
                </a:solidFill>
                <a:latin typeface="Yu Gothic"/>
                <a:ea typeface="Yu Gothic"/>
                <a:cs typeface="Yu Gothic"/>
              </a:defRPr>
            </a:lvl3pPr>
            <a:lvl4pPr algn="ctr">
              <a:buNone/>
              <a:defRPr sz="2325" b="0">
                <a:solidFill>
                  <a:srgbClr val="2876A8"/>
                </a:solidFill>
                <a:latin typeface="Yu Gothic"/>
                <a:ea typeface="Yu Gothic"/>
                <a:cs typeface="Yu Gothic"/>
              </a:defRPr>
            </a:lvl4pPr>
            <a:lvl5pPr algn="ctr">
              <a:buNone/>
              <a:defRPr sz="2325" b="0">
                <a:solidFill>
                  <a:srgbClr val="2876A8"/>
                </a:solidFill>
                <a:latin typeface="Yu Gothic"/>
                <a:ea typeface="Yu Gothic"/>
                <a:cs typeface="Yu Gothic"/>
              </a:defRPr>
            </a:lvl5pPr>
            <a:lvl6pPr algn="ctr">
              <a:buNone/>
              <a:defRPr sz="2325" b="0">
                <a:solidFill>
                  <a:srgbClr val="2876A8"/>
                </a:solidFill>
                <a:latin typeface="Yu Gothic"/>
                <a:ea typeface="Yu Gothic"/>
                <a:cs typeface="Yu Gothic"/>
              </a:defRPr>
            </a:lvl6pPr>
            <a:lvl7pPr algn="ctr">
              <a:buNone/>
              <a:defRPr sz="2325" b="0">
                <a:solidFill>
                  <a:srgbClr val="2876A8"/>
                </a:solidFill>
                <a:latin typeface="Yu Gothic"/>
                <a:ea typeface="Yu Gothic"/>
                <a:cs typeface="Yu Gothic"/>
              </a:defRPr>
            </a:lvl7pPr>
            <a:lvl8pPr algn="ctr">
              <a:buNone/>
              <a:defRPr sz="2325" b="0">
                <a:solidFill>
                  <a:srgbClr val="2876A8"/>
                </a:solidFill>
                <a:latin typeface="Yu Gothic"/>
                <a:ea typeface="Yu Gothic"/>
                <a:cs typeface="Yu Gothic"/>
              </a:defRPr>
            </a:lvl8pPr>
            <a:lvl9pPr algn="ctr">
              <a:buNone/>
              <a:defRPr sz="2325" b="0">
                <a:solidFill>
                  <a:srgbClr val="2876A8"/>
                </a:solidFill>
                <a:latin typeface="Yu Gothic"/>
                <a:ea typeface="Yu Gothic"/>
                <a:cs typeface="Yu Gothic"/>
              </a:defRPr>
            </a:lvl9pPr>
          </a:lstStyle>
          <a:p xmlns:a="http://schemas.openxmlformats.org/drawingml/2006/main">
            <a:pPr algn="ctr">
              <a:buNone/>
              <a:defRPr sz="2325" b="0">
                <a:solidFill>
                  <a:srgbClr val="2876A8"/>
                </a:solidFill>
                <a:latin typeface="Yu Gothic"/>
                <a:ea typeface="Yu Gothic"/>
                <a:cs typeface="Yu Gothic"/>
              </a:defRPr>
            </a:pPr>
            <a:r>
              <a:rPr sz="2325" b="0">
                <a:solidFill>
                  <a:srgbClr val="2876A8"/>
                </a:solidFill>
                <a:latin typeface="Yu Gothic"/>
                <a:ea typeface="Yu Gothic"/>
                <a:cs typeface="Yu Gothic"/>
              </a:rPr>
              <a:t>d</a:t>
            </a:r>
          </a:p>
        </p:txBody>
      </p:sp>
      <p:sp>
        <p:nvSpPr>
          <p:cNvPr id="55" name="">
            <a:extLst xmlns:a="http://schemas.openxmlformats.org/drawingml/2006/main">
              <a:ext uri="{FF2B5EF4-FFF2-40B4-BE49-F238E27FC236}">
                <a16:creationId xmlns:a16="http://schemas.microsoft.com/office/drawing/2014/main" id="{BF8039F3-FAF6-4FE8-B7AA-820201988C8F}"/>
              </a:ext>
            </a:extLst>
          </p:cNvPr>
          <p:cNvSpPr>
            <a:spLocks xmlns:a="http://schemas.openxmlformats.org/drawingml/2006/main" noGrp="1"/>
          </p:cNvSpPr>
          <p:nvPr/>
        </p:nvSpPr>
        <p:spPr>
          <a:xfrm xmlns:a="http://schemas.openxmlformats.org/drawingml/2006/main">
            <a:off x="5924550" y="4162425"/>
            <a:ext cx="171450" cy="171450"/>
          </a:xfrm>
          <a:custGeom xmlns:a="http://schemas.openxmlformats.org/drawingml/2006/main">
            <a:pathLst>
              <a:path w="171450" h="171450">
                <a:moveTo>
                  <a:pt x="0" y="171450"/>
                </a:moveTo>
                <a:lnTo>
                  <a:pt x="0" y="0"/>
                </a:lnTo>
                <a:lnTo>
                  <a:pt x="171450" y="0"/>
                </a:lnTo>
              </a:path>
            </a:pathLst>
          </a:custGeom>
          <a:noFill xmlns:a="http://schemas.openxmlformats.org/drawingml/2006/main"/>
          <a:ln xmlns:a="http://schemas.openxmlformats.org/drawingml/2006/main" w="19050">
            <a:solidFill>
              <a:srgbClr val="2876A8"/>
            </a:solidFill>
          </a:ln>
        </p:spPr>
      </p:sp>
      <p:sp>
        <p:nvSpPr>
          <p:cNvPr id="56" name="">
            <a:extLst xmlns:a="http://schemas.openxmlformats.org/drawingml/2006/main">
              <a:ext uri="{FF2B5EF4-FFF2-40B4-BE49-F238E27FC236}">
                <a16:creationId xmlns:a16="http://schemas.microsoft.com/office/drawing/2014/main" id="{6EAA4AD7-AFEC-41F3-8A02-B411F290D574}"/>
              </a:ext>
            </a:extLst>
          </p:cNvPr>
          <p:cNvSpPr>
            <a:spLocks xmlns:a="http://schemas.openxmlformats.org/drawingml/2006/main" noGrp="1"/>
          </p:cNvSpPr>
          <p:nvPr/>
        </p:nvSpPr>
        <p:spPr>
          <a:xfrm xmlns:a="http://schemas.openxmlformats.org/drawingml/2006/main">
            <a:off x="809625" y="4619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回転の中心 O</a:t>
            </a:r>
          </a:p>
        </p:txBody>
      </p:sp>
      <p:sp>
        <p:nvSpPr>
          <p:cNvPr id="57" name="">
            <a:extLst xmlns:a="http://schemas.openxmlformats.org/drawingml/2006/main">
              <a:ext uri="{FF2B5EF4-FFF2-40B4-BE49-F238E27FC236}">
                <a16:creationId xmlns:a16="http://schemas.microsoft.com/office/drawing/2014/main" id="{294DDCCC-5C29-42E8-9059-D08DF54BD25F}"/>
              </a:ext>
            </a:extLst>
          </p:cNvPr>
          <p:cNvSpPr>
            <a:spLocks xmlns:a="http://schemas.openxmlformats.org/drawingml/2006/main" noGrp="1"/>
          </p:cNvSpPr>
          <p:nvPr/>
        </p:nvSpPr>
        <p:spPr>
          <a:xfrm xmlns:a="http://schemas.openxmlformats.org/drawingml/2006/main">
            <a:off x="2238375" y="2714625"/>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71818B"/>
                </a:solidFill>
                <a:latin typeface="Yu Gothic"/>
                <a:ea typeface="Yu Gothic"/>
                <a:cs typeface="Yu Gothic"/>
              </a:defRPr>
            </a:defPPr>
            <a:lvl1pPr>
              <a:buNone/>
              <a:defRPr sz="1875" b="0">
                <a:solidFill>
                  <a:srgbClr val="71818B"/>
                </a:solidFill>
                <a:latin typeface="Yu Gothic"/>
                <a:ea typeface="Yu Gothic"/>
                <a:cs typeface="Yu Gothic"/>
              </a:defRPr>
            </a:lvl1pPr>
            <a:lvl2pPr>
              <a:buNone/>
              <a:defRPr sz="1875" b="0">
                <a:solidFill>
                  <a:srgbClr val="71818B"/>
                </a:solidFill>
                <a:latin typeface="Yu Gothic"/>
                <a:ea typeface="Yu Gothic"/>
                <a:cs typeface="Yu Gothic"/>
              </a:defRPr>
            </a:lvl2pPr>
            <a:lvl3pPr>
              <a:buNone/>
              <a:defRPr sz="1875" b="0">
                <a:solidFill>
                  <a:srgbClr val="71818B"/>
                </a:solidFill>
                <a:latin typeface="Yu Gothic"/>
                <a:ea typeface="Yu Gothic"/>
                <a:cs typeface="Yu Gothic"/>
              </a:defRPr>
            </a:lvl3pPr>
            <a:lvl4pPr>
              <a:buNone/>
              <a:defRPr sz="1875" b="0">
                <a:solidFill>
                  <a:srgbClr val="71818B"/>
                </a:solidFill>
                <a:latin typeface="Yu Gothic"/>
                <a:ea typeface="Yu Gothic"/>
                <a:cs typeface="Yu Gothic"/>
              </a:defRPr>
            </a:lvl4pPr>
            <a:lvl5pPr>
              <a:buNone/>
              <a:defRPr sz="1875" b="0">
                <a:solidFill>
                  <a:srgbClr val="71818B"/>
                </a:solidFill>
                <a:latin typeface="Yu Gothic"/>
                <a:ea typeface="Yu Gothic"/>
                <a:cs typeface="Yu Gothic"/>
              </a:defRPr>
            </a:lvl5pPr>
            <a:lvl6pPr>
              <a:buNone/>
              <a:defRPr sz="1875" b="0">
                <a:solidFill>
                  <a:srgbClr val="71818B"/>
                </a:solidFill>
                <a:latin typeface="Yu Gothic"/>
                <a:ea typeface="Yu Gothic"/>
                <a:cs typeface="Yu Gothic"/>
              </a:defRPr>
            </a:lvl6pPr>
            <a:lvl7pPr>
              <a:buNone/>
              <a:defRPr sz="1875" b="0">
                <a:solidFill>
                  <a:srgbClr val="71818B"/>
                </a:solidFill>
                <a:latin typeface="Yu Gothic"/>
                <a:ea typeface="Yu Gothic"/>
                <a:cs typeface="Yu Gothic"/>
              </a:defRPr>
            </a:lvl7pPr>
            <a:lvl8pPr>
              <a:buNone/>
              <a:defRPr sz="1875" b="0">
                <a:solidFill>
                  <a:srgbClr val="71818B"/>
                </a:solidFill>
                <a:latin typeface="Yu Gothic"/>
                <a:ea typeface="Yu Gothic"/>
                <a:cs typeface="Yu Gothic"/>
              </a:defRPr>
            </a:lvl8pPr>
            <a:lvl9pPr>
              <a:buNone/>
              <a:defRPr sz="1875" b="0">
                <a:solidFill>
                  <a:srgbClr val="71818B"/>
                </a:solidFill>
                <a:latin typeface="Yu Gothic"/>
                <a:ea typeface="Yu Gothic"/>
                <a:cs typeface="Yu Gothic"/>
              </a:defRPr>
            </a:lvl9pPr>
          </a:lstStyle>
          <a:p xmlns:a="http://schemas.openxmlformats.org/drawingml/2006/main">
            <a:pPr>
              <a:buNone/>
              <a:defRPr sz="1875" b="0">
                <a:solidFill>
                  <a:srgbClr val="71818B"/>
                </a:solidFill>
                <a:latin typeface="Yu Gothic"/>
                <a:ea typeface="Yu Gothic"/>
                <a:cs typeface="Yu Gothic"/>
              </a:defRPr>
            </a:pPr>
            <a:r>
              <a:rPr sz="1875" b="0">
                <a:solidFill>
                  <a:srgbClr val="71818B"/>
                </a:solidFill>
                <a:latin typeface="Yu Gothic"/>
                <a:ea typeface="Yu Gothic"/>
                <a:cs typeface="Yu Gothic"/>
              </a:rPr>
              <a:t>部材の斜めの長さ</a:t>
            </a:r>
          </a:p>
        </p:txBody>
      </p:sp>
      <p:sp>
        <p:nvSpPr>
          <p:cNvPr id="58" name="">
            <a:extLst xmlns:a="http://schemas.openxmlformats.org/drawingml/2006/main">
              <a:ext uri="{FF2B5EF4-FFF2-40B4-BE49-F238E27FC236}">
                <a16:creationId xmlns:a16="http://schemas.microsoft.com/office/drawing/2014/main" id="{C8542656-2C6D-40EE-868B-2BCAEF6B5834}"/>
              </a:ext>
            </a:extLst>
          </p:cNvPr>
          <p:cNvSpPr>
            <a:spLocks xmlns:a="http://schemas.openxmlformats.org/drawingml/2006/main" noGrp="1"/>
          </p:cNvSpPr>
          <p:nvPr/>
        </p:nvSpPr>
        <p:spPr>
          <a:xfrm xmlns:a="http://schemas.openxmlformats.org/drawingml/2006/main">
            <a:off x="7858125" y="2667000"/>
            <a:ext cx="3667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d は O から作用線までの</a:t>
            </a:r>
          </a:p>
        </p:txBody>
      </p:sp>
      <p:sp>
        <p:nvSpPr>
          <p:cNvPr id="59" name="">
            <a:extLst xmlns:a="http://schemas.openxmlformats.org/drawingml/2006/main">
              <a:ext uri="{FF2B5EF4-FFF2-40B4-BE49-F238E27FC236}">
                <a16:creationId xmlns:a16="http://schemas.microsoft.com/office/drawing/2014/main" id="{DA81B22B-3FF6-4D63-A068-A34A892CBF27}"/>
              </a:ext>
            </a:extLst>
          </p:cNvPr>
          <p:cNvSpPr>
            <a:spLocks xmlns:a="http://schemas.openxmlformats.org/drawingml/2006/main" noGrp="1"/>
          </p:cNvSpPr>
          <p:nvPr/>
        </p:nvSpPr>
        <p:spPr>
          <a:xfrm xmlns:a="http://schemas.openxmlformats.org/drawingml/2006/main">
            <a:off x="7858125" y="3238500"/>
            <a:ext cx="3667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垂直な距離</a:t>
            </a:r>
          </a:p>
        </p:txBody>
      </p:sp>
      <p:sp>
        <p:nvSpPr>
          <p:cNvPr id="60" name="">
            <a:extLst xmlns:a="http://schemas.openxmlformats.org/drawingml/2006/main">
              <a:ext uri="{FF2B5EF4-FFF2-40B4-BE49-F238E27FC236}">
                <a16:creationId xmlns:a16="http://schemas.microsoft.com/office/drawing/2014/main" id="{51B99C69-D00B-447F-9D91-1236C5376A18}"/>
              </a:ext>
            </a:extLst>
          </p:cNvPr>
          <p:cNvSpPr>
            <a:spLocks xmlns:a="http://schemas.openxmlformats.org/drawingml/2006/main" noGrp="1"/>
          </p:cNvSpPr>
          <p:nvPr/>
        </p:nvSpPr>
        <p:spPr>
          <a:xfrm xmlns:a="http://schemas.openxmlformats.org/drawingml/2006/main">
            <a:off x="7887557" y="4273172"/>
            <a:ext cx="799190" cy="746289"/>
          </a:xfrm>
          <a:custGeom xmlns:a="http://schemas.openxmlformats.org/drawingml/2006/main">
            <a:pathLst>
              <a:path w="799190" h="746289">
                <a:moveTo>
                  <a:pt x="599218" y="0"/>
                </a:moveTo>
                <a:lnTo>
                  <a:pt x="647889" y="33100"/>
                </a:lnTo>
                <a:lnTo>
                  <a:pt x="691176" y="72982"/>
                </a:lnTo>
                <a:lnTo>
                  <a:pt x="728142" y="118785"/>
                </a:lnTo>
                <a:lnTo>
                  <a:pt x="757987" y="169516"/>
                </a:lnTo>
                <a:lnTo>
                  <a:pt x="780066" y="224077"/>
                </a:lnTo>
                <a:lnTo>
                  <a:pt x="793900" y="281287"/>
                </a:lnTo>
                <a:lnTo>
                  <a:pt x="799190" y="339908"/>
                </a:lnTo>
                <a:lnTo>
                  <a:pt x="795821" y="398670"/>
                </a:lnTo>
                <a:lnTo>
                  <a:pt x="783866" y="456303"/>
                </a:lnTo>
                <a:lnTo>
                  <a:pt x="763585" y="511557"/>
                </a:lnTo>
                <a:lnTo>
                  <a:pt x="735415" y="563237"/>
                </a:lnTo>
                <a:lnTo>
                  <a:pt x="699967" y="610225"/>
                </a:lnTo>
                <a:lnTo>
                  <a:pt x="658008" y="651502"/>
                </a:lnTo>
                <a:lnTo>
                  <a:pt x="610447" y="686177"/>
                </a:lnTo>
                <a:lnTo>
                  <a:pt x="558313" y="713497"/>
                </a:lnTo>
                <a:lnTo>
                  <a:pt x="502734" y="732872"/>
                </a:lnTo>
                <a:lnTo>
                  <a:pt x="444914" y="743882"/>
                </a:lnTo>
                <a:lnTo>
                  <a:pt x="386104" y="746289"/>
                </a:lnTo>
                <a:lnTo>
                  <a:pt x="327578" y="740041"/>
                </a:lnTo>
                <a:lnTo>
                  <a:pt x="270602" y="725273"/>
                </a:lnTo>
                <a:lnTo>
                  <a:pt x="216409" y="702304"/>
                </a:lnTo>
                <a:lnTo>
                  <a:pt x="166173" y="671633"/>
                </a:lnTo>
                <a:lnTo>
                  <a:pt x="120982" y="633922"/>
                </a:lnTo>
                <a:lnTo>
                  <a:pt x="81812" y="589988"/>
                </a:lnTo>
                <a:lnTo>
                  <a:pt x="49514" y="540783"/>
                </a:lnTo>
                <a:lnTo>
                  <a:pt x="24784" y="487371"/>
                </a:lnTo>
                <a:lnTo>
                  <a:pt x="8160" y="430909"/>
                </a:lnTo>
                <a:lnTo>
                  <a:pt x="0" y="372618"/>
                </a:lnTo>
                <a:lnTo>
                  <a:pt x="482" y="313761"/>
                </a:lnTo>
                <a:lnTo>
                  <a:pt x="9594" y="255612"/>
                </a:lnTo>
                <a:lnTo>
                  <a:pt x="27140" y="199429"/>
                </a:lnTo>
                <a:lnTo>
                  <a:pt x="52740" y="146428"/>
                </a:lnTo>
              </a:path>
            </a:pathLst>
          </a:custGeom>
          <a:noFill xmlns:a="http://schemas.openxmlformats.org/drawingml/2006/main"/>
          <a:ln xmlns:a="http://schemas.openxmlformats.org/drawingml/2006/main" w="28575">
            <a:solidFill>
              <a:srgbClr val="C4483C"/>
            </a:solidFill>
          </a:ln>
        </p:spPr>
      </p:sp>
      <p:sp>
        <p:nvSpPr>
          <p:cNvPr id="61" name="">
            <a:extLst xmlns:a="http://schemas.openxmlformats.org/drawingml/2006/main">
              <a:ext uri="{FF2B5EF4-FFF2-40B4-BE49-F238E27FC236}">
                <a16:creationId xmlns:a16="http://schemas.microsoft.com/office/drawing/2014/main" id="{6647FAF5-85EA-40A0-9076-DC96A49B78CC}"/>
              </a:ext>
            </a:extLst>
          </p:cNvPr>
          <p:cNvSpPr>
            <a:spLocks xmlns:a="http://schemas.openxmlformats.org/drawingml/2006/main" noGrp="1"/>
          </p:cNvSpPr>
          <p:nvPr/>
        </p:nvSpPr>
        <p:spPr>
          <a:xfrm xmlns:a="http://schemas.openxmlformats.org/drawingml/2006/main">
            <a:off x="7914697" y="4419600"/>
            <a:ext cx="25600" cy="53000"/>
          </a:xfrm>
          <a:custGeom xmlns:a="http://schemas.openxmlformats.org/drawingml/2006/main">
            <a:pathLst>
              <a:path w="25600" h="53000">
                <a:moveTo>
                  <a:pt x="0" y="53000"/>
                </a:moveTo>
                <a:lnTo>
                  <a:pt x="25600" y="0"/>
                </a:lnTo>
              </a:path>
            </a:pathLst>
          </a:custGeom>
          <a:noFill xmlns:a="http://schemas.openxmlformats.org/drawingml/2006/main"/>
          <a:ln xmlns:a="http://schemas.openxmlformats.org/drawingml/2006/main" w="28575">
            <a:solidFill>
              <a:srgbClr val="C4483C"/>
            </a:solidFill>
          </a:ln>
        </p:spPr>
      </p:sp>
      <p:sp>
        <p:nvSpPr>
          <p:cNvPr id="62" name="">
            <a:extLst xmlns:a="http://schemas.openxmlformats.org/drawingml/2006/main">
              <a:ext uri="{FF2B5EF4-FFF2-40B4-BE49-F238E27FC236}">
                <a16:creationId xmlns:a16="http://schemas.microsoft.com/office/drawing/2014/main" id="{FFD30016-8700-4F81-8A1F-979D9C943415}"/>
              </a:ext>
            </a:extLst>
          </p:cNvPr>
          <p:cNvSpPr>
            <a:spLocks xmlns:a="http://schemas.openxmlformats.org/drawingml/2006/main" noGrp="1"/>
          </p:cNvSpPr>
          <p:nvPr/>
        </p:nvSpPr>
        <p:spPr>
          <a:xfrm xmlns:a="http://schemas.openxmlformats.org/drawingml/2006/main">
            <a:off x="7862846" y="4419600"/>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C4483C"/>
          </a:solidFill>
          <a:ln xmlns:a="http://schemas.openxmlformats.org/drawingml/2006/main" w="4763">
            <a:solidFill>
              <a:srgbClr val="C4483C"/>
            </a:solidFill>
          </a:ln>
        </p:spPr>
      </p:sp>
      <p:sp>
        <p:nvSpPr>
          <p:cNvPr id="63" name="">
            <a:extLst xmlns:a="http://schemas.openxmlformats.org/drawingml/2006/main">
              <a:ext uri="{FF2B5EF4-FFF2-40B4-BE49-F238E27FC236}">
                <a16:creationId xmlns:a16="http://schemas.microsoft.com/office/drawing/2014/main" id="{BF1EFB7E-C832-45E7-8591-C2139440BF7B}"/>
              </a:ext>
            </a:extLst>
          </p:cNvPr>
          <p:cNvSpPr>
            <a:spLocks xmlns:a="http://schemas.openxmlformats.org/drawingml/2006/main" noGrp="1"/>
          </p:cNvSpPr>
          <p:nvPr/>
        </p:nvSpPr>
        <p:spPr>
          <a:xfrm xmlns:a="http://schemas.openxmlformats.org/drawingml/2006/main">
            <a:off x="8953500" y="4381500"/>
            <a:ext cx="2428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時計回り</a:t>
            </a:r>
          </a:p>
        </p:txBody>
      </p:sp>
      <p:sp>
        <p:nvSpPr>
          <p:cNvPr id="64" name="">
            <a:extLst xmlns:a="http://schemas.openxmlformats.org/drawingml/2006/main">
              <a:ext uri="{FF2B5EF4-FFF2-40B4-BE49-F238E27FC236}">
                <a16:creationId xmlns:a16="http://schemas.microsoft.com/office/drawing/2014/main" id="{F043CD58-1C1E-4B7C-A469-C5538C5F460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図の直角の位置を確かめる。d は、力を加えた点までの斜めの長さとは限らない。</a:t>
            </a:r>
          </a:p>
        </p:txBody>
      </p:sp>
    </p:spTree>
    <p:extLst>
      <p:ext uri="{BB962C8B-B14F-4D97-AF65-F5344CB8AC3E}">
        <p14:creationId xmlns:p14="http://schemas.microsoft.com/office/powerpoint/2010/main" val="5975891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35337D-3A36-4729-BD3A-FBFA62D8852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モーメントの大きさと単位</a:t>
            </a:r>
          </a:p>
        </p:txBody>
      </p:sp>
      <p:cxnSp>
        <p:nvCxnSpPr>
          <p:cNvPr id="2" name="">
            <a:extLst xmlns:a="http://schemas.openxmlformats.org/drawingml/2006/main">
              <a:ext uri="{FF2B5EF4-FFF2-40B4-BE49-F238E27FC236}">
                <a16:creationId xmlns:a16="http://schemas.microsoft.com/office/drawing/2014/main" id="{F14B28CB-AEF1-413A-BF0F-19F7DC207667}"/>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C703B7D-4F8C-4866-888A-7F81DAE1593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E0D4DF66-DB7C-425D-8D8D-6D90A40D005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49</a:t>
            </a:r>
          </a:p>
        </p:txBody>
      </p:sp>
      <p:graphicFrame>
        <p:nvGraphicFramePr>
          <p:cNvPr id="9" name="">
            <a:extLst xmlns:a="http://schemas.openxmlformats.org/drawingml/2006/main">
              <a:ext uri="{FF2B5EF4-FFF2-40B4-BE49-F238E27FC236}">
                <a16:creationId xmlns:a16="http://schemas.microsoft.com/office/drawing/2014/main" id="{4C615C71-5F29-4799-8B89-0B5AEFD6D601}"/>
              </a:ext>
            </a:extLst>
          </p:cNvPr>
          <p:cNvGraphicFramePr/>
          <p:nvPr/>
        </p:nvGraphicFramePr>
        <p:xfrm>
          <a:off xmlns:a="http://schemas.openxmlformats.org/drawingml/2006/main" x="714375" y="1762125"/>
          <a:ext xmlns:a="http://schemas.openxmlformats.org/drawingml/2006/main" cx="6286500" cy="2190750"/>
        </p:xfrm>
        <a:graphic xmlns:a="http://schemas.openxmlformats.org/drawingml/2006/main">
          <a:graphicData uri="http://schemas.openxmlformats.org/drawingml/2006/table">
            <a:tbl>
              <a:tblPr/>
              <a:tblGrid>
                <a:gridCol w="1571625"/>
                <a:gridCol w="2095500"/>
                <a:gridCol w="2619375"/>
              </a:tblGrid>
              <a:tr h="730250">
                <a:tc>
                  <a:txBody>
                    <a:bodyPr lIns="85725" tIns="85725" rIns="85725" bIns="85725"/>
                    <a:lstStyle/>
                    <a:p>
                      <a:r>
                        <a:rPr sz="1875" b="1">
                          <a:solidFill>
                            <a:srgbClr val="FFFFFF"/>
                          </a:solidFill>
                          <a:latin typeface="Yu Gothic"/>
                          <a:ea typeface="Yu Gothic"/>
                          <a:cs typeface="Yu Gothic"/>
                        </a:rPr>
                        <a:t>力 F</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垂直距離 d</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モーメント</a:t>
                      </a:r>
                    </a:p>
                  </a:txBody>
                  <a:tcPr marL="91440" marR="91440" marT="45720" marB="45720">
                    <a:solidFill>
                      <a:srgbClr val="193B59"/>
                    </a:solidFill>
                  </a:tcPr>
                </a:tc>
              </a:tr>
              <a:tr h="730250">
                <a:tc>
                  <a:txBody>
                    <a:bodyPr lIns="85725" tIns="85725" rIns="85725" bIns="85725"/>
                    <a:lstStyle/>
                    <a:p>
                      <a:r>
                        <a:rPr sz="1875" b="0">
                          <a:solidFill>
                            <a:srgbClr val="263D4D"/>
                          </a:solidFill>
                          <a:latin typeface="Yu Gothic"/>
                          <a:ea typeface="Yu Gothic"/>
                          <a:cs typeface="Yu Gothic"/>
                        </a:rPr>
                        <a:t>20 N</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0.30 m</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6.0 N·m</a:t>
                      </a:r>
                    </a:p>
                  </a:txBody>
                  <a:tcPr marL="91440" marR="91440" marT="45720" marB="45720">
                    <a:solidFill>
                      <a:srgbClr val="E8F0F4"/>
                    </a:solidFill>
                  </a:tcPr>
                </a:tc>
              </a:tr>
              <a:tr h="730250">
                <a:tc>
                  <a:txBody>
                    <a:bodyPr lIns="85725" tIns="85725" rIns="85725" bIns="85725"/>
                    <a:lstStyle/>
                    <a:p>
                      <a:r>
                        <a:rPr sz="1875" b="0">
                          <a:solidFill>
                            <a:srgbClr val="263D4D"/>
                          </a:solidFill>
                          <a:latin typeface="Yu Gothic"/>
                          <a:ea typeface="Yu Gothic"/>
                          <a:cs typeface="Yu Gothic"/>
                        </a:rPr>
                        <a:t>20 N</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0.60 m</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12 N·m</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A73E0EE-FAF9-4603-86B6-62D2F8CAC177}"/>
              </a:ext>
            </a:extLst>
          </p:cNvPr>
          <p:cNvSpPr>
            <a:spLocks xmlns:a="http://schemas.openxmlformats.org/drawingml/2006/main" noGrp="1"/>
          </p:cNvSpPr>
          <p:nvPr/>
        </p:nvSpPr>
        <p:spPr>
          <a:xfrm xmlns:a="http://schemas.openxmlformats.org/drawingml/2006/main">
            <a:off x="7858125" y="2476500"/>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95250">
            <a:solidFill>
              <a:srgbClr val="71818B"/>
            </a:solidFill>
          </a:ln>
        </p:spPr>
      </p:sp>
      <p:sp>
        <p:nvSpPr>
          <p:cNvPr id="11" name="">
            <a:extLst xmlns:a="http://schemas.openxmlformats.org/drawingml/2006/main">
              <a:ext uri="{FF2B5EF4-FFF2-40B4-BE49-F238E27FC236}">
                <a16:creationId xmlns:a16="http://schemas.microsoft.com/office/drawing/2014/main" id="{8E5FA5D7-9555-4E33-A3AD-D2429F201120}"/>
              </a:ext>
            </a:extLst>
          </p:cNvPr>
          <p:cNvSpPr>
            <a:spLocks xmlns:a="http://schemas.openxmlformats.org/drawingml/2006/main" noGrp="1"/>
          </p:cNvSpPr>
          <p:nvPr/>
        </p:nvSpPr>
        <p:spPr>
          <a:xfrm xmlns:a="http://schemas.openxmlformats.org/drawingml/2006/main">
            <a:off x="7800975" y="2419350"/>
            <a:ext cx="114300" cy="11430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12" name="">
            <a:extLst xmlns:a="http://schemas.openxmlformats.org/drawingml/2006/main">
              <a:ext uri="{FF2B5EF4-FFF2-40B4-BE49-F238E27FC236}">
                <a16:creationId xmlns:a16="http://schemas.microsoft.com/office/drawing/2014/main" id="{7C0B5E6A-C47D-48C3-BE40-DD94F10084A9}"/>
              </a:ext>
            </a:extLst>
          </p:cNvPr>
          <p:cNvSpPr>
            <a:spLocks xmlns:a="http://schemas.openxmlformats.org/drawingml/2006/main" noGrp="1"/>
          </p:cNvSpPr>
          <p:nvPr/>
        </p:nvSpPr>
        <p:spPr>
          <a:xfrm xmlns:a="http://schemas.openxmlformats.org/drawingml/2006/main">
            <a:off x="9144000" y="1809750"/>
            <a:ext cx="9525" cy="609600"/>
          </a:xfrm>
          <a:custGeom xmlns:a="http://schemas.openxmlformats.org/drawingml/2006/main">
            <a:pathLst>
              <a:path w="9525" h="609600">
                <a:moveTo>
                  <a:pt x="0" y="0"/>
                </a:moveTo>
                <a:lnTo>
                  <a:pt x="0" y="609600"/>
                </a:lnTo>
              </a:path>
            </a:pathLst>
          </a:custGeom>
          <a:noFill xmlns:a="http://schemas.openxmlformats.org/drawingml/2006/main"/>
          <a:ln xmlns:a="http://schemas.openxmlformats.org/drawingml/2006/main" w="28575">
            <a:solidFill>
              <a:srgbClr val="C4483C"/>
            </a:solidFill>
          </a:ln>
        </p:spPr>
      </p:sp>
      <p:sp>
        <p:nvSpPr>
          <p:cNvPr id="13" name="">
            <a:extLst xmlns:a="http://schemas.openxmlformats.org/drawingml/2006/main">
              <a:ext uri="{FF2B5EF4-FFF2-40B4-BE49-F238E27FC236}">
                <a16:creationId xmlns:a16="http://schemas.microsoft.com/office/drawing/2014/main" id="{369B51CD-99D9-4002-A3BD-EC310E64BABC}"/>
              </a:ext>
            </a:extLst>
          </p:cNvPr>
          <p:cNvSpPr>
            <a:spLocks xmlns:a="http://schemas.openxmlformats.org/drawingml/2006/main" noGrp="1"/>
          </p:cNvSpPr>
          <p:nvPr/>
        </p:nvSpPr>
        <p:spPr>
          <a:xfrm xmlns:a="http://schemas.openxmlformats.org/drawingml/2006/main">
            <a:off x="9095994" y="23050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4" name="">
            <a:extLst xmlns:a="http://schemas.openxmlformats.org/drawingml/2006/main">
              <a:ext uri="{FF2B5EF4-FFF2-40B4-BE49-F238E27FC236}">
                <a16:creationId xmlns:a16="http://schemas.microsoft.com/office/drawing/2014/main" id="{AD54A96C-9A82-4E59-88B2-F704C217F770}"/>
              </a:ext>
            </a:extLst>
          </p:cNvPr>
          <p:cNvSpPr>
            <a:spLocks xmlns:a="http://schemas.openxmlformats.org/drawingml/2006/main" noGrp="1"/>
          </p:cNvSpPr>
          <p:nvPr/>
        </p:nvSpPr>
        <p:spPr>
          <a:xfrm xmlns:a="http://schemas.openxmlformats.org/drawingml/2006/main">
            <a:off x="8524875" y="13716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20 N</a:t>
            </a:r>
          </a:p>
        </p:txBody>
      </p:sp>
      <p:sp>
        <p:nvSpPr>
          <p:cNvPr id="15" name="">
            <a:extLst xmlns:a="http://schemas.openxmlformats.org/drawingml/2006/main">
              <a:ext uri="{FF2B5EF4-FFF2-40B4-BE49-F238E27FC236}">
                <a16:creationId xmlns:a16="http://schemas.microsoft.com/office/drawing/2014/main" id="{8AB20C83-A80D-4DE5-8316-929FC4745110}"/>
              </a:ext>
            </a:extLst>
          </p:cNvPr>
          <p:cNvSpPr>
            <a:spLocks xmlns:a="http://schemas.openxmlformats.org/drawingml/2006/main" noGrp="1"/>
          </p:cNvSpPr>
          <p:nvPr/>
        </p:nvSpPr>
        <p:spPr>
          <a:xfrm xmlns:a="http://schemas.openxmlformats.org/drawingml/2006/main">
            <a:off x="7858125" y="27146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3335">
            <a:solidFill>
              <a:srgbClr val="2876A8"/>
            </a:solidFill>
          </a:ln>
        </p:spPr>
      </p:sp>
      <p:sp>
        <p:nvSpPr>
          <p:cNvPr id="16" name="">
            <a:extLst xmlns:a="http://schemas.openxmlformats.org/drawingml/2006/main">
              <a:ext uri="{FF2B5EF4-FFF2-40B4-BE49-F238E27FC236}">
                <a16:creationId xmlns:a16="http://schemas.microsoft.com/office/drawing/2014/main" id="{D5D975B0-3326-478B-8DE6-7B786B3072BA}"/>
              </a:ext>
            </a:extLst>
          </p:cNvPr>
          <p:cNvSpPr>
            <a:spLocks xmlns:a="http://schemas.openxmlformats.org/drawingml/2006/main" noGrp="1"/>
          </p:cNvSpPr>
          <p:nvPr/>
        </p:nvSpPr>
        <p:spPr>
          <a:xfrm xmlns:a="http://schemas.openxmlformats.org/drawingml/2006/main">
            <a:off x="9077325" y="2686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17" name="">
            <a:extLst xmlns:a="http://schemas.openxmlformats.org/drawingml/2006/main">
              <a:ext uri="{FF2B5EF4-FFF2-40B4-BE49-F238E27FC236}">
                <a16:creationId xmlns:a16="http://schemas.microsoft.com/office/drawing/2014/main" id="{6EB8F22C-9D18-4C82-B488-6AE5729C345A}"/>
              </a:ext>
            </a:extLst>
          </p:cNvPr>
          <p:cNvSpPr>
            <a:spLocks xmlns:a="http://schemas.openxmlformats.org/drawingml/2006/main" noGrp="1"/>
          </p:cNvSpPr>
          <p:nvPr/>
        </p:nvSpPr>
        <p:spPr>
          <a:xfrm xmlns:a="http://schemas.openxmlformats.org/drawingml/2006/main">
            <a:off x="7858125" y="2714625"/>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3335">
            <a:solidFill>
              <a:srgbClr val="2876A8"/>
            </a:solidFill>
          </a:ln>
        </p:spPr>
      </p:sp>
      <p:sp>
        <p:nvSpPr>
          <p:cNvPr id="18" name="">
            <a:extLst xmlns:a="http://schemas.openxmlformats.org/drawingml/2006/main">
              <a:ext uri="{FF2B5EF4-FFF2-40B4-BE49-F238E27FC236}">
                <a16:creationId xmlns:a16="http://schemas.microsoft.com/office/drawing/2014/main" id="{EB7FB4D4-80B5-4CEC-B6F8-4982B246227B}"/>
              </a:ext>
            </a:extLst>
          </p:cNvPr>
          <p:cNvSpPr>
            <a:spLocks xmlns:a="http://schemas.openxmlformats.org/drawingml/2006/main" noGrp="1"/>
          </p:cNvSpPr>
          <p:nvPr/>
        </p:nvSpPr>
        <p:spPr>
          <a:xfrm xmlns:a="http://schemas.openxmlformats.org/drawingml/2006/main">
            <a:off x="7858125" y="2686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19" name="">
            <a:extLst xmlns:a="http://schemas.openxmlformats.org/drawingml/2006/main">
              <a:ext uri="{FF2B5EF4-FFF2-40B4-BE49-F238E27FC236}">
                <a16:creationId xmlns:a16="http://schemas.microsoft.com/office/drawing/2014/main" id="{562BDA29-843B-4E76-BBC9-D992144D52E4}"/>
              </a:ext>
            </a:extLst>
          </p:cNvPr>
          <p:cNvSpPr>
            <a:spLocks xmlns:a="http://schemas.openxmlformats.org/drawingml/2006/main" noGrp="1"/>
          </p:cNvSpPr>
          <p:nvPr/>
        </p:nvSpPr>
        <p:spPr>
          <a:xfrm xmlns:a="http://schemas.openxmlformats.org/drawingml/2006/main">
            <a:off x="7858125" y="2762250"/>
            <a:ext cx="1285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876A8"/>
                </a:solidFill>
                <a:latin typeface="Yu Gothic"/>
                <a:ea typeface="Yu Gothic"/>
                <a:cs typeface="Yu Gothic"/>
              </a:defRPr>
            </a:defPPr>
            <a:lvl1pPr algn="ctr">
              <a:buNone/>
              <a:defRPr sz="1650" b="0">
                <a:solidFill>
                  <a:srgbClr val="2876A8"/>
                </a:solidFill>
                <a:latin typeface="Yu Gothic"/>
                <a:ea typeface="Yu Gothic"/>
                <a:cs typeface="Yu Gothic"/>
              </a:defRPr>
            </a:lvl1pPr>
            <a:lvl2pPr algn="ctr">
              <a:buNone/>
              <a:defRPr sz="1650" b="0">
                <a:solidFill>
                  <a:srgbClr val="2876A8"/>
                </a:solidFill>
                <a:latin typeface="Yu Gothic"/>
                <a:ea typeface="Yu Gothic"/>
                <a:cs typeface="Yu Gothic"/>
              </a:defRPr>
            </a:lvl2pPr>
            <a:lvl3pPr algn="ctr">
              <a:buNone/>
              <a:defRPr sz="1650" b="0">
                <a:solidFill>
                  <a:srgbClr val="2876A8"/>
                </a:solidFill>
                <a:latin typeface="Yu Gothic"/>
                <a:ea typeface="Yu Gothic"/>
                <a:cs typeface="Yu Gothic"/>
              </a:defRPr>
            </a:lvl3pPr>
            <a:lvl4pPr algn="ctr">
              <a:buNone/>
              <a:defRPr sz="1650" b="0">
                <a:solidFill>
                  <a:srgbClr val="2876A8"/>
                </a:solidFill>
                <a:latin typeface="Yu Gothic"/>
                <a:ea typeface="Yu Gothic"/>
                <a:cs typeface="Yu Gothic"/>
              </a:defRPr>
            </a:lvl4pPr>
            <a:lvl5pPr algn="ctr">
              <a:buNone/>
              <a:defRPr sz="1650" b="0">
                <a:solidFill>
                  <a:srgbClr val="2876A8"/>
                </a:solidFill>
                <a:latin typeface="Yu Gothic"/>
                <a:ea typeface="Yu Gothic"/>
                <a:cs typeface="Yu Gothic"/>
              </a:defRPr>
            </a:lvl5pPr>
            <a:lvl6pPr algn="ctr">
              <a:buNone/>
              <a:defRPr sz="1650" b="0">
                <a:solidFill>
                  <a:srgbClr val="2876A8"/>
                </a:solidFill>
                <a:latin typeface="Yu Gothic"/>
                <a:ea typeface="Yu Gothic"/>
                <a:cs typeface="Yu Gothic"/>
              </a:defRPr>
            </a:lvl6pPr>
            <a:lvl7pPr algn="ctr">
              <a:buNone/>
              <a:defRPr sz="1650" b="0">
                <a:solidFill>
                  <a:srgbClr val="2876A8"/>
                </a:solidFill>
                <a:latin typeface="Yu Gothic"/>
                <a:ea typeface="Yu Gothic"/>
                <a:cs typeface="Yu Gothic"/>
              </a:defRPr>
            </a:lvl7pPr>
            <a:lvl8pPr algn="ctr">
              <a:buNone/>
              <a:defRPr sz="1650" b="0">
                <a:solidFill>
                  <a:srgbClr val="2876A8"/>
                </a:solidFill>
                <a:latin typeface="Yu Gothic"/>
                <a:ea typeface="Yu Gothic"/>
                <a:cs typeface="Yu Gothic"/>
              </a:defRPr>
            </a:lvl8pPr>
            <a:lvl9pPr algn="ctr">
              <a:buNone/>
              <a:defRPr sz="1650" b="0">
                <a:solidFill>
                  <a:srgbClr val="2876A8"/>
                </a:solidFill>
                <a:latin typeface="Yu Gothic"/>
                <a:ea typeface="Yu Gothic"/>
                <a:cs typeface="Yu Gothic"/>
              </a:defRPr>
            </a:lvl9pPr>
          </a:lstStyle>
          <a:p xmlns:a="http://schemas.openxmlformats.org/drawingml/2006/main">
            <a:pPr algn="ctr">
              <a:buNone/>
              <a:defRPr sz="1650" b="0">
                <a:solidFill>
                  <a:srgbClr val="2876A8"/>
                </a:solidFill>
                <a:latin typeface="Yu Gothic"/>
                <a:ea typeface="Yu Gothic"/>
                <a:cs typeface="Yu Gothic"/>
              </a:defRPr>
            </a:pPr>
            <a:r>
              <a:rPr sz="1650" b="0">
                <a:solidFill>
                  <a:srgbClr val="2876A8"/>
                </a:solidFill>
                <a:latin typeface="Yu Gothic"/>
                <a:ea typeface="Yu Gothic"/>
                <a:cs typeface="Yu Gothic"/>
              </a:rPr>
              <a:t>0.30 m</a:t>
            </a:r>
          </a:p>
        </p:txBody>
      </p:sp>
      <p:sp>
        <p:nvSpPr>
          <p:cNvPr id="20" name="">
            <a:extLst xmlns:a="http://schemas.openxmlformats.org/drawingml/2006/main">
              <a:ext uri="{FF2B5EF4-FFF2-40B4-BE49-F238E27FC236}">
                <a16:creationId xmlns:a16="http://schemas.microsoft.com/office/drawing/2014/main" id="{628E3ABF-B053-458E-83E6-83E4148E4735}"/>
              </a:ext>
            </a:extLst>
          </p:cNvPr>
          <p:cNvSpPr>
            <a:spLocks xmlns:a="http://schemas.openxmlformats.org/drawingml/2006/main" noGrp="1"/>
          </p:cNvSpPr>
          <p:nvPr/>
        </p:nvSpPr>
        <p:spPr>
          <a:xfrm xmlns:a="http://schemas.openxmlformats.org/drawingml/2006/main">
            <a:off x="7858125" y="4000500"/>
            <a:ext cx="2571750" cy="9525"/>
          </a:xfrm>
          <a:custGeom xmlns:a="http://schemas.openxmlformats.org/drawingml/2006/main">
            <a:pathLst>
              <a:path w="2571750" h="9525">
                <a:moveTo>
                  <a:pt x="0" y="0"/>
                </a:moveTo>
                <a:lnTo>
                  <a:pt x="2571750" y="0"/>
                </a:lnTo>
              </a:path>
            </a:pathLst>
          </a:custGeom>
          <a:noFill xmlns:a="http://schemas.openxmlformats.org/drawingml/2006/main"/>
          <a:ln xmlns:a="http://schemas.openxmlformats.org/drawingml/2006/main" w="95250">
            <a:solidFill>
              <a:srgbClr val="71818B"/>
            </a:solidFill>
          </a:ln>
        </p:spPr>
      </p:sp>
      <p:sp>
        <p:nvSpPr>
          <p:cNvPr id="21" name="">
            <a:extLst xmlns:a="http://schemas.openxmlformats.org/drawingml/2006/main">
              <a:ext uri="{FF2B5EF4-FFF2-40B4-BE49-F238E27FC236}">
                <a16:creationId xmlns:a16="http://schemas.microsoft.com/office/drawing/2014/main" id="{8F15E5BA-D151-4332-9432-59D582CD19CD}"/>
              </a:ext>
            </a:extLst>
          </p:cNvPr>
          <p:cNvSpPr>
            <a:spLocks xmlns:a="http://schemas.openxmlformats.org/drawingml/2006/main" noGrp="1"/>
          </p:cNvSpPr>
          <p:nvPr/>
        </p:nvSpPr>
        <p:spPr>
          <a:xfrm xmlns:a="http://schemas.openxmlformats.org/drawingml/2006/main">
            <a:off x="7800975" y="3943350"/>
            <a:ext cx="114300" cy="11430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22" name="">
            <a:extLst xmlns:a="http://schemas.openxmlformats.org/drawingml/2006/main">
              <a:ext uri="{FF2B5EF4-FFF2-40B4-BE49-F238E27FC236}">
                <a16:creationId xmlns:a16="http://schemas.microsoft.com/office/drawing/2014/main" id="{58565251-73AC-413E-B694-620CF90ABCC8}"/>
              </a:ext>
            </a:extLst>
          </p:cNvPr>
          <p:cNvSpPr>
            <a:spLocks xmlns:a="http://schemas.openxmlformats.org/drawingml/2006/main" noGrp="1"/>
          </p:cNvSpPr>
          <p:nvPr/>
        </p:nvSpPr>
        <p:spPr>
          <a:xfrm xmlns:a="http://schemas.openxmlformats.org/drawingml/2006/main">
            <a:off x="10429875" y="3333750"/>
            <a:ext cx="9525" cy="609600"/>
          </a:xfrm>
          <a:custGeom xmlns:a="http://schemas.openxmlformats.org/drawingml/2006/main">
            <a:pathLst>
              <a:path w="9525" h="609600">
                <a:moveTo>
                  <a:pt x="0" y="0"/>
                </a:moveTo>
                <a:lnTo>
                  <a:pt x="0" y="60960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0781C6F4-3961-4F49-B78A-BCDC3CCA4812}"/>
              </a:ext>
            </a:extLst>
          </p:cNvPr>
          <p:cNvSpPr>
            <a:spLocks xmlns:a="http://schemas.openxmlformats.org/drawingml/2006/main" noGrp="1"/>
          </p:cNvSpPr>
          <p:nvPr/>
        </p:nvSpPr>
        <p:spPr>
          <a:xfrm xmlns:a="http://schemas.openxmlformats.org/drawingml/2006/main">
            <a:off x="10381869" y="38290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2BE9304-03CD-4F0C-AEBB-77C1BF4A9F39}"/>
              </a:ext>
            </a:extLst>
          </p:cNvPr>
          <p:cNvSpPr>
            <a:spLocks xmlns:a="http://schemas.openxmlformats.org/drawingml/2006/main" noGrp="1"/>
          </p:cNvSpPr>
          <p:nvPr/>
        </p:nvSpPr>
        <p:spPr>
          <a:xfrm xmlns:a="http://schemas.openxmlformats.org/drawingml/2006/main">
            <a:off x="9810750" y="28956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20 N</a:t>
            </a:r>
          </a:p>
        </p:txBody>
      </p:sp>
      <p:sp>
        <p:nvSpPr>
          <p:cNvPr id="25" name="">
            <a:extLst xmlns:a="http://schemas.openxmlformats.org/drawingml/2006/main">
              <a:ext uri="{FF2B5EF4-FFF2-40B4-BE49-F238E27FC236}">
                <a16:creationId xmlns:a16="http://schemas.microsoft.com/office/drawing/2014/main" id="{37CE4C24-EB8A-49EE-8D1E-3FD14EBE8370}"/>
              </a:ext>
            </a:extLst>
          </p:cNvPr>
          <p:cNvSpPr>
            <a:spLocks xmlns:a="http://schemas.openxmlformats.org/drawingml/2006/main" noGrp="1"/>
          </p:cNvSpPr>
          <p:nvPr/>
        </p:nvSpPr>
        <p:spPr>
          <a:xfrm xmlns:a="http://schemas.openxmlformats.org/drawingml/2006/main">
            <a:off x="7858125" y="4238625"/>
            <a:ext cx="2571750" cy="9525"/>
          </a:xfrm>
          <a:custGeom xmlns:a="http://schemas.openxmlformats.org/drawingml/2006/main">
            <a:pathLst>
              <a:path w="2571750" h="9525">
                <a:moveTo>
                  <a:pt x="0" y="0"/>
                </a:moveTo>
                <a:lnTo>
                  <a:pt x="2571750" y="0"/>
                </a:lnTo>
              </a:path>
            </a:pathLst>
          </a:custGeom>
          <a:noFill xmlns:a="http://schemas.openxmlformats.org/drawingml/2006/main"/>
          <a:ln xmlns:a="http://schemas.openxmlformats.org/drawingml/2006/main" w="13335">
            <a:solidFill>
              <a:srgbClr val="2876A8"/>
            </a:solidFill>
          </a:ln>
        </p:spPr>
      </p:sp>
      <p:sp>
        <p:nvSpPr>
          <p:cNvPr id="26" name="">
            <a:extLst xmlns:a="http://schemas.openxmlformats.org/drawingml/2006/main">
              <a:ext uri="{FF2B5EF4-FFF2-40B4-BE49-F238E27FC236}">
                <a16:creationId xmlns:a16="http://schemas.microsoft.com/office/drawing/2014/main" id="{FE116258-6F78-43DC-8CB7-09E5BEDBB47F}"/>
              </a:ext>
            </a:extLst>
          </p:cNvPr>
          <p:cNvSpPr>
            <a:spLocks xmlns:a="http://schemas.openxmlformats.org/drawingml/2006/main" noGrp="1"/>
          </p:cNvSpPr>
          <p:nvPr/>
        </p:nvSpPr>
        <p:spPr>
          <a:xfrm xmlns:a="http://schemas.openxmlformats.org/drawingml/2006/main">
            <a:off x="10363200"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2D534266-474D-44FE-90F1-683225FF5ECA}"/>
              </a:ext>
            </a:extLst>
          </p:cNvPr>
          <p:cNvSpPr>
            <a:spLocks xmlns:a="http://schemas.openxmlformats.org/drawingml/2006/main" noGrp="1"/>
          </p:cNvSpPr>
          <p:nvPr/>
        </p:nvSpPr>
        <p:spPr>
          <a:xfrm xmlns:a="http://schemas.openxmlformats.org/drawingml/2006/main">
            <a:off x="7858125" y="4238625"/>
            <a:ext cx="2571750" cy="9525"/>
          </a:xfrm>
          <a:custGeom xmlns:a="http://schemas.openxmlformats.org/drawingml/2006/main">
            <a:pathLst>
              <a:path w="2571750" h="9525">
                <a:moveTo>
                  <a:pt x="2571750" y="0"/>
                </a:moveTo>
                <a:lnTo>
                  <a:pt x="0" y="0"/>
                </a:lnTo>
              </a:path>
            </a:pathLst>
          </a:custGeom>
          <a:noFill xmlns:a="http://schemas.openxmlformats.org/drawingml/2006/main"/>
          <a:ln xmlns:a="http://schemas.openxmlformats.org/drawingml/2006/main" w="13335">
            <a:solidFill>
              <a:srgbClr val="2876A8"/>
            </a:solidFill>
          </a:ln>
        </p:spPr>
      </p:sp>
      <p:sp>
        <p:nvSpPr>
          <p:cNvPr id="28" name="">
            <a:extLst xmlns:a="http://schemas.openxmlformats.org/drawingml/2006/main">
              <a:ext uri="{FF2B5EF4-FFF2-40B4-BE49-F238E27FC236}">
                <a16:creationId xmlns:a16="http://schemas.microsoft.com/office/drawing/2014/main" id="{8CEC614E-2065-4F1F-BDCE-FBD48EB6A09B}"/>
              </a:ext>
            </a:extLst>
          </p:cNvPr>
          <p:cNvSpPr>
            <a:spLocks xmlns:a="http://schemas.openxmlformats.org/drawingml/2006/main" noGrp="1"/>
          </p:cNvSpPr>
          <p:nvPr/>
        </p:nvSpPr>
        <p:spPr>
          <a:xfrm xmlns:a="http://schemas.openxmlformats.org/drawingml/2006/main">
            <a:off x="7858125"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8EDADF98-EAF8-427B-BBCF-48D8A8D0193B}"/>
              </a:ext>
            </a:extLst>
          </p:cNvPr>
          <p:cNvSpPr>
            <a:spLocks xmlns:a="http://schemas.openxmlformats.org/drawingml/2006/main" noGrp="1"/>
          </p:cNvSpPr>
          <p:nvPr/>
        </p:nvSpPr>
        <p:spPr>
          <a:xfrm xmlns:a="http://schemas.openxmlformats.org/drawingml/2006/main">
            <a:off x="7858125" y="4286250"/>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876A8"/>
                </a:solidFill>
                <a:latin typeface="Yu Gothic"/>
                <a:ea typeface="Yu Gothic"/>
                <a:cs typeface="Yu Gothic"/>
              </a:defRPr>
            </a:defPPr>
            <a:lvl1pPr algn="ctr">
              <a:buNone/>
              <a:defRPr sz="1650" b="0">
                <a:solidFill>
                  <a:srgbClr val="2876A8"/>
                </a:solidFill>
                <a:latin typeface="Yu Gothic"/>
                <a:ea typeface="Yu Gothic"/>
                <a:cs typeface="Yu Gothic"/>
              </a:defRPr>
            </a:lvl1pPr>
            <a:lvl2pPr algn="ctr">
              <a:buNone/>
              <a:defRPr sz="1650" b="0">
                <a:solidFill>
                  <a:srgbClr val="2876A8"/>
                </a:solidFill>
                <a:latin typeface="Yu Gothic"/>
                <a:ea typeface="Yu Gothic"/>
                <a:cs typeface="Yu Gothic"/>
              </a:defRPr>
            </a:lvl2pPr>
            <a:lvl3pPr algn="ctr">
              <a:buNone/>
              <a:defRPr sz="1650" b="0">
                <a:solidFill>
                  <a:srgbClr val="2876A8"/>
                </a:solidFill>
                <a:latin typeface="Yu Gothic"/>
                <a:ea typeface="Yu Gothic"/>
                <a:cs typeface="Yu Gothic"/>
              </a:defRPr>
            </a:lvl3pPr>
            <a:lvl4pPr algn="ctr">
              <a:buNone/>
              <a:defRPr sz="1650" b="0">
                <a:solidFill>
                  <a:srgbClr val="2876A8"/>
                </a:solidFill>
                <a:latin typeface="Yu Gothic"/>
                <a:ea typeface="Yu Gothic"/>
                <a:cs typeface="Yu Gothic"/>
              </a:defRPr>
            </a:lvl4pPr>
            <a:lvl5pPr algn="ctr">
              <a:buNone/>
              <a:defRPr sz="1650" b="0">
                <a:solidFill>
                  <a:srgbClr val="2876A8"/>
                </a:solidFill>
                <a:latin typeface="Yu Gothic"/>
                <a:ea typeface="Yu Gothic"/>
                <a:cs typeface="Yu Gothic"/>
              </a:defRPr>
            </a:lvl5pPr>
            <a:lvl6pPr algn="ctr">
              <a:buNone/>
              <a:defRPr sz="1650" b="0">
                <a:solidFill>
                  <a:srgbClr val="2876A8"/>
                </a:solidFill>
                <a:latin typeface="Yu Gothic"/>
                <a:ea typeface="Yu Gothic"/>
                <a:cs typeface="Yu Gothic"/>
              </a:defRPr>
            </a:lvl6pPr>
            <a:lvl7pPr algn="ctr">
              <a:buNone/>
              <a:defRPr sz="1650" b="0">
                <a:solidFill>
                  <a:srgbClr val="2876A8"/>
                </a:solidFill>
                <a:latin typeface="Yu Gothic"/>
                <a:ea typeface="Yu Gothic"/>
                <a:cs typeface="Yu Gothic"/>
              </a:defRPr>
            </a:lvl7pPr>
            <a:lvl8pPr algn="ctr">
              <a:buNone/>
              <a:defRPr sz="1650" b="0">
                <a:solidFill>
                  <a:srgbClr val="2876A8"/>
                </a:solidFill>
                <a:latin typeface="Yu Gothic"/>
                <a:ea typeface="Yu Gothic"/>
                <a:cs typeface="Yu Gothic"/>
              </a:defRPr>
            </a:lvl8pPr>
            <a:lvl9pPr algn="ctr">
              <a:buNone/>
              <a:defRPr sz="1650" b="0">
                <a:solidFill>
                  <a:srgbClr val="2876A8"/>
                </a:solidFill>
                <a:latin typeface="Yu Gothic"/>
                <a:ea typeface="Yu Gothic"/>
                <a:cs typeface="Yu Gothic"/>
              </a:defRPr>
            </a:lvl9pPr>
          </a:lstStyle>
          <a:p xmlns:a="http://schemas.openxmlformats.org/drawingml/2006/main">
            <a:pPr algn="ctr">
              <a:buNone/>
              <a:defRPr sz="1650" b="0">
                <a:solidFill>
                  <a:srgbClr val="2876A8"/>
                </a:solidFill>
                <a:latin typeface="Yu Gothic"/>
                <a:ea typeface="Yu Gothic"/>
                <a:cs typeface="Yu Gothic"/>
              </a:defRPr>
            </a:pPr>
            <a:r>
              <a:rPr sz="1650" b="0">
                <a:solidFill>
                  <a:srgbClr val="2876A8"/>
                </a:solidFill>
                <a:latin typeface="Yu Gothic"/>
                <a:ea typeface="Yu Gothic"/>
                <a:cs typeface="Yu Gothic"/>
              </a:rPr>
              <a:t>0.60 m</a:t>
            </a:r>
          </a:p>
        </p:txBody>
      </p:sp>
      <p:sp>
        <p:nvSpPr>
          <p:cNvPr id="30" name="">
            <a:extLst xmlns:a="http://schemas.openxmlformats.org/drawingml/2006/main">
              <a:ext uri="{FF2B5EF4-FFF2-40B4-BE49-F238E27FC236}">
                <a16:creationId xmlns:a16="http://schemas.microsoft.com/office/drawing/2014/main" id="{67CE03F2-9C70-4CD6-B5C9-0D54B3C2D6A6}"/>
              </a:ext>
            </a:extLst>
          </p:cNvPr>
          <p:cNvSpPr>
            <a:spLocks xmlns:a="http://schemas.openxmlformats.org/drawingml/2006/main" noGrp="1"/>
          </p:cNvSpPr>
          <p:nvPr/>
        </p:nvSpPr>
        <p:spPr>
          <a:xfrm xmlns:a="http://schemas.openxmlformats.org/drawingml/2006/main">
            <a:off x="809625"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263D4D"/>
                </a:solidFill>
                <a:latin typeface="Yu Gothic"/>
                <a:ea typeface="Yu Gothic"/>
                <a:cs typeface="Yu Gothic"/>
              </a:defRPr>
            </a:defPPr>
            <a:lvl1pPr>
              <a:buNone/>
              <a:defRPr sz="3150" b="1">
                <a:solidFill>
                  <a:srgbClr val="263D4D"/>
                </a:solidFill>
                <a:latin typeface="Yu Gothic"/>
                <a:ea typeface="Yu Gothic"/>
                <a:cs typeface="Yu Gothic"/>
              </a:defRPr>
            </a:lvl1pPr>
            <a:lvl2pPr>
              <a:buNone/>
              <a:defRPr sz="3150" b="1">
                <a:solidFill>
                  <a:srgbClr val="263D4D"/>
                </a:solidFill>
                <a:latin typeface="Yu Gothic"/>
                <a:ea typeface="Yu Gothic"/>
                <a:cs typeface="Yu Gothic"/>
              </a:defRPr>
            </a:lvl2pPr>
            <a:lvl3pPr>
              <a:buNone/>
              <a:defRPr sz="3150" b="1">
                <a:solidFill>
                  <a:srgbClr val="263D4D"/>
                </a:solidFill>
                <a:latin typeface="Yu Gothic"/>
                <a:ea typeface="Yu Gothic"/>
                <a:cs typeface="Yu Gothic"/>
              </a:defRPr>
            </a:lvl3pPr>
            <a:lvl4pPr>
              <a:buNone/>
              <a:defRPr sz="3150" b="1">
                <a:solidFill>
                  <a:srgbClr val="263D4D"/>
                </a:solidFill>
                <a:latin typeface="Yu Gothic"/>
                <a:ea typeface="Yu Gothic"/>
                <a:cs typeface="Yu Gothic"/>
              </a:defRPr>
            </a:lvl4pPr>
            <a:lvl5pPr>
              <a:buNone/>
              <a:defRPr sz="3150" b="1">
                <a:solidFill>
                  <a:srgbClr val="263D4D"/>
                </a:solidFill>
                <a:latin typeface="Yu Gothic"/>
                <a:ea typeface="Yu Gothic"/>
                <a:cs typeface="Yu Gothic"/>
              </a:defRPr>
            </a:lvl5pPr>
            <a:lvl6pPr>
              <a:buNone/>
              <a:defRPr sz="3150" b="1">
                <a:solidFill>
                  <a:srgbClr val="263D4D"/>
                </a:solidFill>
                <a:latin typeface="Yu Gothic"/>
                <a:ea typeface="Yu Gothic"/>
                <a:cs typeface="Yu Gothic"/>
              </a:defRPr>
            </a:lvl6pPr>
            <a:lvl7pPr>
              <a:buNone/>
              <a:defRPr sz="3150" b="1">
                <a:solidFill>
                  <a:srgbClr val="263D4D"/>
                </a:solidFill>
                <a:latin typeface="Yu Gothic"/>
                <a:ea typeface="Yu Gothic"/>
                <a:cs typeface="Yu Gothic"/>
              </a:defRPr>
            </a:lvl7pPr>
            <a:lvl8pPr>
              <a:buNone/>
              <a:defRPr sz="3150" b="1">
                <a:solidFill>
                  <a:srgbClr val="263D4D"/>
                </a:solidFill>
                <a:latin typeface="Yu Gothic"/>
                <a:ea typeface="Yu Gothic"/>
                <a:cs typeface="Yu Gothic"/>
              </a:defRPr>
            </a:lvl8pPr>
            <a:lvl9pPr>
              <a:buNone/>
              <a:defRPr sz="3150" b="1">
                <a:solidFill>
                  <a:srgbClr val="263D4D"/>
                </a:solidFill>
                <a:latin typeface="Yu Gothic"/>
                <a:ea typeface="Yu Gothic"/>
                <a:cs typeface="Yu Gothic"/>
              </a:defRPr>
            </a:lvl9pPr>
          </a:lstStyle>
          <a:p xmlns:a="http://schemas.openxmlformats.org/drawingml/2006/main">
            <a:pPr>
              <a:buNone/>
              <a:defRPr sz="3150" b="1">
                <a:solidFill>
                  <a:srgbClr val="263D4D"/>
                </a:solidFill>
                <a:latin typeface="Yu Gothic"/>
                <a:ea typeface="Yu Gothic"/>
                <a:cs typeface="Yu Gothic"/>
              </a:defRPr>
            </a:pPr>
            <a:r>
              <a:rPr sz="3150" b="1">
                <a:solidFill>
                  <a:srgbClr val="263D4D"/>
                </a:solidFill>
                <a:latin typeface="Yu Gothic"/>
                <a:ea typeface="Yu Gothic"/>
                <a:cs typeface="Yu Gothic"/>
              </a:rPr>
              <a:t>1 N·m = 1,000 N·mm</a:t>
            </a:r>
          </a:p>
        </p:txBody>
      </p:sp>
      <p:sp>
        <p:nvSpPr>
          <p:cNvPr id="31" name="">
            <a:extLst xmlns:a="http://schemas.openxmlformats.org/drawingml/2006/main">
              <a:ext uri="{FF2B5EF4-FFF2-40B4-BE49-F238E27FC236}">
                <a16:creationId xmlns:a16="http://schemas.microsoft.com/office/drawing/2014/main" id="{7634935D-A302-4718-98E8-03AB1105C0C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同じ力なら、垂直距離が2倍になるとモーメントの大きさも2倍になる。</a:t>
            </a:r>
          </a:p>
        </p:txBody>
      </p:sp>
    </p:spTree>
    <p:extLst>
      <p:ext uri="{BB962C8B-B14F-4D97-AF65-F5344CB8AC3E}">
        <p14:creationId xmlns:p14="http://schemas.microsoft.com/office/powerpoint/2010/main" val="11096674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18B63F-762D-428F-A50E-74E0FF279B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モーメントを座標と力の成分で表す</a:t>
            </a:r>
          </a:p>
        </p:txBody>
      </p:sp>
      <p:sp>
        <p:nvSpPr>
          <p:cNvPr id="2" name="">
            <a:extLst xmlns:a="http://schemas.openxmlformats.org/drawingml/2006/main">
              <a:ext uri="{FF2B5EF4-FFF2-40B4-BE49-F238E27FC236}">
                <a16:creationId xmlns:a16="http://schemas.microsoft.com/office/drawing/2014/main" id="{43C57F8B-0354-42A7-B760-B54752DA5D1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70F41EC-3D23-454A-A16B-684552CDD33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63008F74-D77F-48FA-B5A5-458F37E02C9E}"/>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量</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平面内の例</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作用点</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Oから x=0.40 m、y=0.30 m</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力の成分</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Fₓ=0 N、Fᵧ=−20 N</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Oまわり</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M_z=xFᵧ−yFₓ=−8.0 N·m</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70AAEA9E-A502-4572-8911-74C9B51FBAF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反時計回りを正。斜めの部材長0.50 mと、垂直距離0.40 mを区別する。</a:t>
            </a:r>
          </a:p>
        </p:txBody>
      </p:sp>
      <p:sp>
        <p:nvSpPr>
          <p:cNvPr id="6" name="">
            <a:extLst xmlns:a="http://schemas.openxmlformats.org/drawingml/2006/main">
              <a:ext uri="{FF2B5EF4-FFF2-40B4-BE49-F238E27FC236}">
                <a16:creationId xmlns:a16="http://schemas.microsoft.com/office/drawing/2014/main" id="{1B04DAC0-020E-4482-977A-2669E11BC71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49</a:t>
            </a:r>
          </a:p>
        </p:txBody>
      </p:sp>
    </p:spTree>
    <p:extLst>
      <p:ext uri="{BB962C8B-B14F-4D97-AF65-F5344CB8AC3E}">
        <p14:creationId xmlns:p14="http://schemas.microsoft.com/office/powerpoint/2010/main" val="11969674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98647BFF-FB36-48E2-8680-12C8B5DFF3C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支点は、どの動きを止めるか</a:t>
            </a:r>
          </a:p>
        </p:txBody>
      </p:sp>
      <p:cxnSp>
        <p:nvCxnSpPr>
          <p:cNvPr id="2" name="">
            <a:extLst xmlns:a="http://schemas.openxmlformats.org/drawingml/2006/main">
              <a:ext uri="{FF2B5EF4-FFF2-40B4-BE49-F238E27FC236}">
                <a16:creationId xmlns:a16="http://schemas.microsoft.com/office/drawing/2014/main" id="{A23EFFD1-D462-4C81-8162-4EB2DA203BD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69A6480F-B964-483A-9D4E-0FD6AB003A6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DA7E3C75-6215-4E5D-BA29-3B03DD8B519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8 / 49</a:t>
            </a:r>
          </a:p>
        </p:txBody>
      </p:sp>
      <p:sp>
        <p:nvSpPr>
          <p:cNvPr id="32" name="">
            <a:extLst xmlns:a="http://schemas.openxmlformats.org/drawingml/2006/main">
              <a:ext uri="{FF2B5EF4-FFF2-40B4-BE49-F238E27FC236}">
                <a16:creationId xmlns:a16="http://schemas.microsoft.com/office/drawing/2014/main" id="{BF729EEC-ADFA-48ED-9D94-04DB0EB23B33}"/>
              </a:ext>
            </a:extLst>
          </p:cNvPr>
          <p:cNvSpPr>
            <a:spLocks xmlns:a="http://schemas.openxmlformats.org/drawingml/2006/main" noGrp="1"/>
          </p:cNvSpPr>
          <p:nvPr/>
        </p:nvSpPr>
        <p:spPr>
          <a:xfrm xmlns:a="http://schemas.openxmlformats.org/drawingml/2006/main">
            <a:off x="85725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ピン支点</a:t>
            </a:r>
          </a:p>
        </p:txBody>
      </p:sp>
      <p:sp>
        <p:nvSpPr>
          <p:cNvPr id="33" name="">
            <a:extLst xmlns:a="http://schemas.openxmlformats.org/drawingml/2006/main">
              <a:ext uri="{FF2B5EF4-FFF2-40B4-BE49-F238E27FC236}">
                <a16:creationId xmlns:a16="http://schemas.microsoft.com/office/drawing/2014/main" id="{3D29BB03-0E23-4FDC-8423-642495CE3191}"/>
              </a:ext>
            </a:extLst>
          </p:cNvPr>
          <p:cNvSpPr>
            <a:spLocks xmlns:a="http://schemas.openxmlformats.org/drawingml/2006/main" noGrp="1"/>
          </p:cNvSpPr>
          <p:nvPr/>
        </p:nvSpPr>
        <p:spPr>
          <a:xfrm xmlns:a="http://schemas.openxmlformats.org/drawingml/2006/main">
            <a:off x="119062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1082125A-8212-47B2-BC6A-8C4D6C503D58}"/>
              </a:ext>
            </a:extLst>
          </p:cNvPr>
          <p:cNvSpPr>
            <a:spLocks xmlns:a="http://schemas.openxmlformats.org/drawingml/2006/main" noGrp="1"/>
          </p:cNvSpPr>
          <p:nvPr/>
        </p:nvSpPr>
        <p:spPr>
          <a:xfrm xmlns:a="http://schemas.openxmlformats.org/drawingml/2006/main">
            <a:off x="2219325" y="2647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9F1E324-2B85-4228-9B72-C4A47381EED1}"/>
              </a:ext>
            </a:extLst>
          </p:cNvPr>
          <p:cNvSpPr>
            <a:spLocks xmlns:a="http://schemas.openxmlformats.org/drawingml/2006/main" noGrp="1"/>
          </p:cNvSpPr>
          <p:nvPr/>
        </p:nvSpPr>
        <p:spPr>
          <a:xfrm xmlns:a="http://schemas.openxmlformats.org/drawingml/2006/main">
            <a:off x="2105025" y="29432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D7C5DB84-7288-4669-BDEF-7B2E451E392F}"/>
              </a:ext>
            </a:extLst>
          </p:cNvPr>
          <p:cNvSpPr>
            <a:spLocks xmlns:a="http://schemas.openxmlformats.org/drawingml/2006/main" noGrp="1"/>
          </p:cNvSpPr>
          <p:nvPr/>
        </p:nvSpPr>
        <p:spPr>
          <a:xfrm xmlns:a="http://schemas.openxmlformats.org/drawingml/2006/main">
            <a:off x="234315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37" name="">
            <a:extLst xmlns:a="http://schemas.openxmlformats.org/drawingml/2006/main">
              <a:ext uri="{FF2B5EF4-FFF2-40B4-BE49-F238E27FC236}">
                <a16:creationId xmlns:a16="http://schemas.microsoft.com/office/drawing/2014/main" id="{79FA45C2-AE3D-4566-8738-7D0F5C2635A1}"/>
              </a:ext>
            </a:extLst>
          </p:cNvPr>
          <p:cNvSpPr>
            <a:spLocks xmlns:a="http://schemas.openxmlformats.org/drawingml/2006/main" noGrp="1"/>
          </p:cNvSpPr>
          <p:nvPr/>
        </p:nvSpPr>
        <p:spPr>
          <a:xfrm xmlns:a="http://schemas.openxmlformats.org/drawingml/2006/main">
            <a:off x="238125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38" name="">
            <a:extLst xmlns:a="http://schemas.openxmlformats.org/drawingml/2006/main">
              <a:ext uri="{FF2B5EF4-FFF2-40B4-BE49-F238E27FC236}">
                <a16:creationId xmlns:a16="http://schemas.microsoft.com/office/drawing/2014/main" id="{1BAAF887-6A04-47AA-BD74-4D1B1ADD2477}"/>
              </a:ext>
            </a:extLst>
          </p:cNvPr>
          <p:cNvSpPr>
            <a:spLocks xmlns:a="http://schemas.openxmlformats.org/drawingml/2006/main" noGrp="1"/>
          </p:cNvSpPr>
          <p:nvPr/>
        </p:nvSpPr>
        <p:spPr>
          <a:xfrm xmlns:a="http://schemas.openxmlformats.org/drawingml/2006/main">
            <a:off x="233324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39" name="">
            <a:extLst xmlns:a="http://schemas.openxmlformats.org/drawingml/2006/main">
              <a:ext uri="{FF2B5EF4-FFF2-40B4-BE49-F238E27FC236}">
                <a16:creationId xmlns:a16="http://schemas.microsoft.com/office/drawing/2014/main" id="{C5612B22-7F66-4970-97A7-9165D545CEC5}"/>
              </a:ext>
            </a:extLst>
          </p:cNvPr>
          <p:cNvSpPr>
            <a:spLocks xmlns:a="http://schemas.openxmlformats.org/drawingml/2006/main" noGrp="1"/>
          </p:cNvSpPr>
          <p:nvPr/>
        </p:nvSpPr>
        <p:spPr>
          <a:xfrm xmlns:a="http://schemas.openxmlformats.org/drawingml/2006/main">
            <a:off x="251460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40" name="">
            <a:extLst xmlns:a="http://schemas.openxmlformats.org/drawingml/2006/main">
              <a:ext uri="{FF2B5EF4-FFF2-40B4-BE49-F238E27FC236}">
                <a16:creationId xmlns:a16="http://schemas.microsoft.com/office/drawing/2014/main" id="{0A81A332-D112-4619-8C46-AA8F95A6C9B9}"/>
              </a:ext>
            </a:extLst>
          </p:cNvPr>
          <p:cNvSpPr>
            <a:spLocks xmlns:a="http://schemas.openxmlformats.org/drawingml/2006/main" noGrp="1"/>
          </p:cNvSpPr>
          <p:nvPr/>
        </p:nvSpPr>
        <p:spPr>
          <a:xfrm xmlns:a="http://schemas.openxmlformats.org/drawingml/2006/main">
            <a:off x="1666875" y="376237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A6DBF09F-4749-4DA3-80CD-C83BBBE5F825}"/>
              </a:ext>
            </a:extLst>
          </p:cNvPr>
          <p:cNvSpPr>
            <a:spLocks xmlns:a="http://schemas.openxmlformats.org/drawingml/2006/main" noGrp="1"/>
          </p:cNvSpPr>
          <p:nvPr/>
        </p:nvSpPr>
        <p:spPr>
          <a:xfrm xmlns:a="http://schemas.openxmlformats.org/drawingml/2006/main">
            <a:off x="2266950"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4FAB54EB-D5D8-4404-96E1-55908E013447}"/>
              </a:ext>
            </a:extLst>
          </p:cNvPr>
          <p:cNvSpPr>
            <a:spLocks xmlns:a="http://schemas.openxmlformats.org/drawingml/2006/main" noGrp="1"/>
          </p:cNvSpPr>
          <p:nvPr/>
        </p:nvSpPr>
        <p:spPr>
          <a:xfrm xmlns:a="http://schemas.openxmlformats.org/drawingml/2006/main">
            <a:off x="1571625" y="33337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Rx</a:t>
            </a:r>
          </a:p>
        </p:txBody>
      </p:sp>
      <p:sp>
        <p:nvSpPr>
          <p:cNvPr id="43" name="">
            <a:extLst xmlns:a="http://schemas.openxmlformats.org/drawingml/2006/main">
              <a:ext uri="{FF2B5EF4-FFF2-40B4-BE49-F238E27FC236}">
                <a16:creationId xmlns:a16="http://schemas.microsoft.com/office/drawing/2014/main" id="{9ABAF2EB-AEEA-4EDE-A869-2556AAA7BC5D}"/>
              </a:ext>
            </a:extLst>
          </p:cNvPr>
          <p:cNvSpPr>
            <a:spLocks xmlns:a="http://schemas.openxmlformats.org/drawingml/2006/main" noGrp="1"/>
          </p:cNvSpPr>
          <p:nvPr/>
        </p:nvSpPr>
        <p:spPr>
          <a:xfrm xmlns:a="http://schemas.openxmlformats.org/drawingml/2006/main">
            <a:off x="85725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水平・鉛直の移動を止める</a:t>
            </a:r>
          </a:p>
        </p:txBody>
      </p:sp>
      <p:sp>
        <p:nvSpPr>
          <p:cNvPr id="44" name="">
            <a:extLst xmlns:a="http://schemas.openxmlformats.org/drawingml/2006/main">
              <a:ext uri="{FF2B5EF4-FFF2-40B4-BE49-F238E27FC236}">
                <a16:creationId xmlns:a16="http://schemas.microsoft.com/office/drawing/2014/main" id="{338A4429-68E5-424E-BC57-41CBA0354085}"/>
              </a:ext>
            </a:extLst>
          </p:cNvPr>
          <p:cNvSpPr>
            <a:spLocks xmlns:a="http://schemas.openxmlformats.org/drawingml/2006/main" noGrp="1"/>
          </p:cNvSpPr>
          <p:nvPr/>
        </p:nvSpPr>
        <p:spPr>
          <a:xfrm xmlns:a="http://schemas.openxmlformats.org/drawingml/2006/main">
            <a:off x="85725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回転は自由</a:t>
            </a:r>
          </a:p>
        </p:txBody>
      </p:sp>
      <p:sp>
        <p:nvSpPr>
          <p:cNvPr id="45" name="">
            <a:extLst xmlns:a="http://schemas.openxmlformats.org/drawingml/2006/main">
              <a:ext uri="{FF2B5EF4-FFF2-40B4-BE49-F238E27FC236}">
                <a16:creationId xmlns:a16="http://schemas.microsoft.com/office/drawing/2014/main" id="{4CB63953-EB95-425C-A299-0F7E311CE04E}"/>
              </a:ext>
            </a:extLst>
          </p:cNvPr>
          <p:cNvSpPr>
            <a:spLocks xmlns:a="http://schemas.openxmlformats.org/drawingml/2006/main" noGrp="1"/>
          </p:cNvSpPr>
          <p:nvPr/>
        </p:nvSpPr>
        <p:spPr>
          <a:xfrm xmlns:a="http://schemas.openxmlformats.org/drawingml/2006/main">
            <a:off x="457200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ローラー支点</a:t>
            </a:r>
          </a:p>
        </p:txBody>
      </p:sp>
      <p:sp>
        <p:nvSpPr>
          <p:cNvPr id="46" name="">
            <a:extLst xmlns:a="http://schemas.openxmlformats.org/drawingml/2006/main">
              <a:ext uri="{FF2B5EF4-FFF2-40B4-BE49-F238E27FC236}">
                <a16:creationId xmlns:a16="http://schemas.microsoft.com/office/drawing/2014/main" id="{09550092-7D98-4A85-B5BB-AB814B25C53D}"/>
              </a:ext>
            </a:extLst>
          </p:cNvPr>
          <p:cNvSpPr>
            <a:spLocks xmlns:a="http://schemas.openxmlformats.org/drawingml/2006/main" noGrp="1"/>
          </p:cNvSpPr>
          <p:nvPr/>
        </p:nvSpPr>
        <p:spPr>
          <a:xfrm xmlns:a="http://schemas.openxmlformats.org/drawingml/2006/main">
            <a:off x="490537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F139C30B-DCCE-43D1-BD03-CA2CF0B49C49}"/>
              </a:ext>
            </a:extLst>
          </p:cNvPr>
          <p:cNvSpPr>
            <a:spLocks xmlns:a="http://schemas.openxmlformats.org/drawingml/2006/main" noGrp="1"/>
          </p:cNvSpPr>
          <p:nvPr/>
        </p:nvSpPr>
        <p:spPr>
          <a:xfrm xmlns:a="http://schemas.openxmlformats.org/drawingml/2006/main">
            <a:off x="5934075" y="2647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11E4CE29-2F3B-4476-A75D-9EC1D762EC19}"/>
              </a:ext>
            </a:extLst>
          </p:cNvPr>
          <p:cNvSpPr>
            <a:spLocks xmlns:a="http://schemas.openxmlformats.org/drawingml/2006/main" noGrp="1"/>
          </p:cNvSpPr>
          <p:nvPr/>
        </p:nvSpPr>
        <p:spPr>
          <a:xfrm xmlns:a="http://schemas.openxmlformats.org/drawingml/2006/main">
            <a:off x="5972175" y="2905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DACA2DED-9408-403F-95A4-134D3F6C5873}"/>
              </a:ext>
            </a:extLst>
          </p:cNvPr>
          <p:cNvSpPr>
            <a:spLocks xmlns:a="http://schemas.openxmlformats.org/drawingml/2006/main" noGrp="1"/>
          </p:cNvSpPr>
          <p:nvPr/>
        </p:nvSpPr>
        <p:spPr>
          <a:xfrm xmlns:a="http://schemas.openxmlformats.org/drawingml/2006/main">
            <a:off x="6124575" y="2905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0" name="">
            <a:extLst xmlns:a="http://schemas.openxmlformats.org/drawingml/2006/main">
              <a:ext uri="{FF2B5EF4-FFF2-40B4-BE49-F238E27FC236}">
                <a16:creationId xmlns:a16="http://schemas.microsoft.com/office/drawing/2014/main" id="{63B9FA07-ACE6-42BF-8856-731B7FEAFD43}"/>
              </a:ext>
            </a:extLst>
          </p:cNvPr>
          <p:cNvSpPr>
            <a:spLocks xmlns:a="http://schemas.openxmlformats.org/drawingml/2006/main" noGrp="1"/>
          </p:cNvSpPr>
          <p:nvPr/>
        </p:nvSpPr>
        <p:spPr>
          <a:xfrm xmlns:a="http://schemas.openxmlformats.org/drawingml/2006/main">
            <a:off x="5819775" y="30194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13F40F2D-AAF2-463B-A588-8E690EE94E72}"/>
              </a:ext>
            </a:extLst>
          </p:cNvPr>
          <p:cNvSpPr>
            <a:spLocks xmlns:a="http://schemas.openxmlformats.org/drawingml/2006/main" noGrp="1"/>
          </p:cNvSpPr>
          <p:nvPr/>
        </p:nvSpPr>
        <p:spPr>
          <a:xfrm xmlns:a="http://schemas.openxmlformats.org/drawingml/2006/main">
            <a:off x="605790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EF66AF6D-5039-4D39-9E87-15B8461A9B31}"/>
              </a:ext>
            </a:extLst>
          </p:cNvPr>
          <p:cNvSpPr>
            <a:spLocks xmlns:a="http://schemas.openxmlformats.org/drawingml/2006/main" noGrp="1"/>
          </p:cNvSpPr>
          <p:nvPr/>
        </p:nvSpPr>
        <p:spPr>
          <a:xfrm xmlns:a="http://schemas.openxmlformats.org/drawingml/2006/main">
            <a:off x="609600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53" name="">
            <a:extLst xmlns:a="http://schemas.openxmlformats.org/drawingml/2006/main">
              <a:ext uri="{FF2B5EF4-FFF2-40B4-BE49-F238E27FC236}">
                <a16:creationId xmlns:a16="http://schemas.microsoft.com/office/drawing/2014/main" id="{3EAF9AC8-C18A-4B31-A596-A3C5777551F4}"/>
              </a:ext>
            </a:extLst>
          </p:cNvPr>
          <p:cNvSpPr>
            <a:spLocks xmlns:a="http://schemas.openxmlformats.org/drawingml/2006/main" noGrp="1"/>
          </p:cNvSpPr>
          <p:nvPr/>
        </p:nvSpPr>
        <p:spPr>
          <a:xfrm xmlns:a="http://schemas.openxmlformats.org/drawingml/2006/main">
            <a:off x="604799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B70C05F6-3E52-448B-BAA4-FA78A889C35A}"/>
              </a:ext>
            </a:extLst>
          </p:cNvPr>
          <p:cNvSpPr>
            <a:spLocks xmlns:a="http://schemas.openxmlformats.org/drawingml/2006/main" noGrp="1"/>
          </p:cNvSpPr>
          <p:nvPr/>
        </p:nvSpPr>
        <p:spPr>
          <a:xfrm xmlns:a="http://schemas.openxmlformats.org/drawingml/2006/main">
            <a:off x="622935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55" name="">
            <a:extLst xmlns:a="http://schemas.openxmlformats.org/drawingml/2006/main">
              <a:ext uri="{FF2B5EF4-FFF2-40B4-BE49-F238E27FC236}">
                <a16:creationId xmlns:a16="http://schemas.microsoft.com/office/drawing/2014/main" id="{045BB492-1817-44FE-8820-69CD33FEB484}"/>
              </a:ext>
            </a:extLst>
          </p:cNvPr>
          <p:cNvSpPr>
            <a:spLocks xmlns:a="http://schemas.openxmlformats.org/drawingml/2006/main" noGrp="1"/>
          </p:cNvSpPr>
          <p:nvPr/>
        </p:nvSpPr>
        <p:spPr>
          <a:xfrm xmlns:a="http://schemas.openxmlformats.org/drawingml/2006/main">
            <a:off x="457200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鉛直の移動を止める</a:t>
            </a:r>
          </a:p>
        </p:txBody>
      </p:sp>
      <p:sp>
        <p:nvSpPr>
          <p:cNvPr id="56" name="">
            <a:extLst xmlns:a="http://schemas.openxmlformats.org/drawingml/2006/main">
              <a:ext uri="{FF2B5EF4-FFF2-40B4-BE49-F238E27FC236}">
                <a16:creationId xmlns:a16="http://schemas.microsoft.com/office/drawing/2014/main" id="{EA3E185A-4662-42F3-949C-D9511824FA18}"/>
              </a:ext>
            </a:extLst>
          </p:cNvPr>
          <p:cNvSpPr>
            <a:spLocks xmlns:a="http://schemas.openxmlformats.org/drawingml/2006/main" noGrp="1"/>
          </p:cNvSpPr>
          <p:nvPr/>
        </p:nvSpPr>
        <p:spPr>
          <a:xfrm xmlns:a="http://schemas.openxmlformats.org/drawingml/2006/main">
            <a:off x="457200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水平移動・回転は自由</a:t>
            </a:r>
          </a:p>
        </p:txBody>
      </p:sp>
      <p:sp>
        <p:nvSpPr>
          <p:cNvPr id="57" name="">
            <a:extLst xmlns:a="http://schemas.openxmlformats.org/drawingml/2006/main">
              <a:ext uri="{FF2B5EF4-FFF2-40B4-BE49-F238E27FC236}">
                <a16:creationId xmlns:a16="http://schemas.microsoft.com/office/drawing/2014/main" id="{C21C0CA2-6A93-4352-94DA-0F69925E9FAE}"/>
              </a:ext>
            </a:extLst>
          </p:cNvPr>
          <p:cNvSpPr>
            <a:spLocks xmlns:a="http://schemas.openxmlformats.org/drawingml/2006/main" noGrp="1"/>
          </p:cNvSpPr>
          <p:nvPr/>
        </p:nvSpPr>
        <p:spPr>
          <a:xfrm xmlns:a="http://schemas.openxmlformats.org/drawingml/2006/main">
            <a:off x="828675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固定端</a:t>
            </a:r>
          </a:p>
        </p:txBody>
      </p:sp>
      <p:sp>
        <p:nvSpPr>
          <p:cNvPr id="58" name="">
            <a:extLst xmlns:a="http://schemas.openxmlformats.org/drawingml/2006/main">
              <a:ext uri="{FF2B5EF4-FFF2-40B4-BE49-F238E27FC236}">
                <a16:creationId xmlns:a16="http://schemas.microsoft.com/office/drawing/2014/main" id="{27D6950A-3D43-47D5-9D28-A9D4243EB8FD}"/>
              </a:ext>
            </a:extLst>
          </p:cNvPr>
          <p:cNvSpPr>
            <a:spLocks xmlns:a="http://schemas.openxmlformats.org/drawingml/2006/main" noGrp="1"/>
          </p:cNvSpPr>
          <p:nvPr/>
        </p:nvSpPr>
        <p:spPr>
          <a:xfrm xmlns:a="http://schemas.openxmlformats.org/drawingml/2006/main">
            <a:off x="862012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91DCBBCC-FFB5-4B95-B4F8-72C05A312527}"/>
              </a:ext>
            </a:extLst>
          </p:cNvPr>
          <p:cNvSpPr>
            <a:spLocks xmlns:a="http://schemas.openxmlformats.org/drawingml/2006/main" noGrp="1"/>
          </p:cNvSpPr>
          <p:nvPr/>
        </p:nvSpPr>
        <p:spPr>
          <a:xfrm xmlns:a="http://schemas.openxmlformats.org/drawingml/2006/main">
            <a:off x="8401050" y="2109788"/>
            <a:ext cx="219075" cy="904875"/>
          </a:xfrm>
          <a:prstGeom xmlns:a="http://schemas.openxmlformats.org/drawingml/2006/main" prst="rect">
            <a:avLst/>
          </a:prstGeom>
          <a:solidFill xmlns:a="http://schemas.openxmlformats.org/drawingml/2006/main">
            <a:srgbClr val="D8E3EB"/>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02443C08-865F-4FB4-87C9-050C66A68A10}"/>
              </a:ext>
            </a:extLst>
          </p:cNvPr>
          <p:cNvSpPr>
            <a:spLocks xmlns:a="http://schemas.openxmlformats.org/drawingml/2006/main" noGrp="1"/>
          </p:cNvSpPr>
          <p:nvPr/>
        </p:nvSpPr>
        <p:spPr>
          <a:xfrm xmlns:a="http://schemas.openxmlformats.org/drawingml/2006/main">
            <a:off x="8258175" y="21097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1" name="">
            <a:extLst xmlns:a="http://schemas.openxmlformats.org/drawingml/2006/main">
              <a:ext uri="{FF2B5EF4-FFF2-40B4-BE49-F238E27FC236}">
                <a16:creationId xmlns:a16="http://schemas.microsoft.com/office/drawing/2014/main" id="{8B3EA3A4-829B-4DE4-ACB0-B863C604A5CE}"/>
              </a:ext>
            </a:extLst>
          </p:cNvPr>
          <p:cNvSpPr>
            <a:spLocks xmlns:a="http://schemas.openxmlformats.org/drawingml/2006/main" noGrp="1"/>
          </p:cNvSpPr>
          <p:nvPr/>
        </p:nvSpPr>
        <p:spPr>
          <a:xfrm xmlns:a="http://schemas.openxmlformats.org/drawingml/2006/main">
            <a:off x="8258175" y="22621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52348EC6-662D-405E-8BF4-6919AD13AF74}"/>
              </a:ext>
            </a:extLst>
          </p:cNvPr>
          <p:cNvSpPr>
            <a:spLocks xmlns:a="http://schemas.openxmlformats.org/drawingml/2006/main" noGrp="1"/>
          </p:cNvSpPr>
          <p:nvPr/>
        </p:nvSpPr>
        <p:spPr>
          <a:xfrm xmlns:a="http://schemas.openxmlformats.org/drawingml/2006/main">
            <a:off x="8258175" y="24145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3352CD98-D589-47AF-8E2B-B8A7334EDC95}"/>
              </a:ext>
            </a:extLst>
          </p:cNvPr>
          <p:cNvSpPr>
            <a:spLocks xmlns:a="http://schemas.openxmlformats.org/drawingml/2006/main" noGrp="1"/>
          </p:cNvSpPr>
          <p:nvPr/>
        </p:nvSpPr>
        <p:spPr>
          <a:xfrm xmlns:a="http://schemas.openxmlformats.org/drawingml/2006/main">
            <a:off x="8258175" y="25669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822EF133-15D5-4693-9197-EEB3B8757C4E}"/>
              </a:ext>
            </a:extLst>
          </p:cNvPr>
          <p:cNvSpPr>
            <a:spLocks xmlns:a="http://schemas.openxmlformats.org/drawingml/2006/main" noGrp="1"/>
          </p:cNvSpPr>
          <p:nvPr/>
        </p:nvSpPr>
        <p:spPr>
          <a:xfrm xmlns:a="http://schemas.openxmlformats.org/drawingml/2006/main">
            <a:off x="8258175" y="27193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4A727E81-4CDA-4C3A-8DAB-3262DF4142B2}"/>
              </a:ext>
            </a:extLst>
          </p:cNvPr>
          <p:cNvSpPr>
            <a:spLocks xmlns:a="http://schemas.openxmlformats.org/drawingml/2006/main" noGrp="1"/>
          </p:cNvSpPr>
          <p:nvPr/>
        </p:nvSpPr>
        <p:spPr>
          <a:xfrm xmlns:a="http://schemas.openxmlformats.org/drawingml/2006/main">
            <a:off x="8258175" y="28717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83001067-90D2-4317-8AFE-49FE256A4394}"/>
              </a:ext>
            </a:extLst>
          </p:cNvPr>
          <p:cNvSpPr>
            <a:spLocks xmlns:a="http://schemas.openxmlformats.org/drawingml/2006/main" noGrp="1"/>
          </p:cNvSpPr>
          <p:nvPr/>
        </p:nvSpPr>
        <p:spPr>
          <a:xfrm xmlns:a="http://schemas.openxmlformats.org/drawingml/2006/main">
            <a:off x="977265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67" name="">
            <a:extLst xmlns:a="http://schemas.openxmlformats.org/drawingml/2006/main">
              <a:ext uri="{FF2B5EF4-FFF2-40B4-BE49-F238E27FC236}">
                <a16:creationId xmlns:a16="http://schemas.microsoft.com/office/drawing/2014/main" id="{9DA66F39-882D-42F6-9DC3-59DA89A73B52}"/>
              </a:ext>
            </a:extLst>
          </p:cNvPr>
          <p:cNvSpPr>
            <a:spLocks xmlns:a="http://schemas.openxmlformats.org/drawingml/2006/main" noGrp="1"/>
          </p:cNvSpPr>
          <p:nvPr/>
        </p:nvSpPr>
        <p:spPr>
          <a:xfrm xmlns:a="http://schemas.openxmlformats.org/drawingml/2006/main">
            <a:off x="981075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68" name="">
            <a:extLst xmlns:a="http://schemas.openxmlformats.org/drawingml/2006/main">
              <a:ext uri="{FF2B5EF4-FFF2-40B4-BE49-F238E27FC236}">
                <a16:creationId xmlns:a16="http://schemas.microsoft.com/office/drawing/2014/main" id="{9EC35A5D-0908-46BF-84BC-024F8FE6D4BE}"/>
              </a:ext>
            </a:extLst>
          </p:cNvPr>
          <p:cNvSpPr>
            <a:spLocks xmlns:a="http://schemas.openxmlformats.org/drawingml/2006/main" noGrp="1"/>
          </p:cNvSpPr>
          <p:nvPr/>
        </p:nvSpPr>
        <p:spPr>
          <a:xfrm xmlns:a="http://schemas.openxmlformats.org/drawingml/2006/main">
            <a:off x="976274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69" name="">
            <a:extLst xmlns:a="http://schemas.openxmlformats.org/drawingml/2006/main">
              <a:ext uri="{FF2B5EF4-FFF2-40B4-BE49-F238E27FC236}">
                <a16:creationId xmlns:a16="http://schemas.microsoft.com/office/drawing/2014/main" id="{68C6F4AE-6705-4565-89ED-48197A954C40}"/>
              </a:ext>
            </a:extLst>
          </p:cNvPr>
          <p:cNvSpPr>
            <a:spLocks xmlns:a="http://schemas.openxmlformats.org/drawingml/2006/main" noGrp="1"/>
          </p:cNvSpPr>
          <p:nvPr/>
        </p:nvSpPr>
        <p:spPr>
          <a:xfrm xmlns:a="http://schemas.openxmlformats.org/drawingml/2006/main">
            <a:off x="994410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70" name="">
            <a:extLst xmlns:a="http://schemas.openxmlformats.org/drawingml/2006/main">
              <a:ext uri="{FF2B5EF4-FFF2-40B4-BE49-F238E27FC236}">
                <a16:creationId xmlns:a16="http://schemas.microsoft.com/office/drawing/2014/main" id="{AFD002DC-AAA8-4C8A-AD95-57EBEB58A5B4}"/>
              </a:ext>
            </a:extLst>
          </p:cNvPr>
          <p:cNvSpPr>
            <a:spLocks xmlns:a="http://schemas.openxmlformats.org/drawingml/2006/main" noGrp="1"/>
          </p:cNvSpPr>
          <p:nvPr/>
        </p:nvSpPr>
        <p:spPr>
          <a:xfrm xmlns:a="http://schemas.openxmlformats.org/drawingml/2006/main">
            <a:off x="9096375" y="376237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2876A8"/>
            </a:solidFill>
          </a:ln>
        </p:spPr>
      </p:sp>
      <p:sp>
        <p:nvSpPr>
          <p:cNvPr id="71" name="">
            <a:extLst xmlns:a="http://schemas.openxmlformats.org/drawingml/2006/main">
              <a:ext uri="{FF2B5EF4-FFF2-40B4-BE49-F238E27FC236}">
                <a16:creationId xmlns:a16="http://schemas.microsoft.com/office/drawing/2014/main" id="{5B39DC97-5005-4798-B580-4CC9C0F12865}"/>
              </a:ext>
            </a:extLst>
          </p:cNvPr>
          <p:cNvSpPr>
            <a:spLocks xmlns:a="http://schemas.openxmlformats.org/drawingml/2006/main" noGrp="1"/>
          </p:cNvSpPr>
          <p:nvPr/>
        </p:nvSpPr>
        <p:spPr>
          <a:xfrm xmlns:a="http://schemas.openxmlformats.org/drawingml/2006/main">
            <a:off x="9696450"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F7A98E37-C6A7-4817-9123-038D83EF4DD6}"/>
              </a:ext>
            </a:extLst>
          </p:cNvPr>
          <p:cNvSpPr>
            <a:spLocks xmlns:a="http://schemas.openxmlformats.org/drawingml/2006/main" noGrp="1"/>
          </p:cNvSpPr>
          <p:nvPr/>
        </p:nvSpPr>
        <p:spPr>
          <a:xfrm xmlns:a="http://schemas.openxmlformats.org/drawingml/2006/main">
            <a:off x="9001125" y="33337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Rx</a:t>
            </a:r>
          </a:p>
        </p:txBody>
      </p:sp>
      <p:sp>
        <p:nvSpPr>
          <p:cNvPr id="73" name="">
            <a:extLst xmlns:a="http://schemas.openxmlformats.org/drawingml/2006/main">
              <a:ext uri="{FF2B5EF4-FFF2-40B4-BE49-F238E27FC236}">
                <a16:creationId xmlns:a16="http://schemas.microsoft.com/office/drawing/2014/main" id="{FEE7C663-4FF8-4707-A1B1-7D83370348D7}"/>
              </a:ext>
            </a:extLst>
          </p:cNvPr>
          <p:cNvSpPr>
            <a:spLocks xmlns:a="http://schemas.openxmlformats.org/drawingml/2006/main" noGrp="1"/>
          </p:cNvSpPr>
          <p:nvPr/>
        </p:nvSpPr>
        <p:spPr>
          <a:xfrm xmlns:a="http://schemas.openxmlformats.org/drawingml/2006/main">
            <a:off x="10335237" y="3476778"/>
            <a:ext cx="570850" cy="533064"/>
          </a:xfrm>
          <a:custGeom xmlns:a="http://schemas.openxmlformats.org/drawingml/2006/main">
            <a:pathLst>
              <a:path w="570850" h="533064">
                <a:moveTo>
                  <a:pt x="428013" y="533064"/>
                </a:moveTo>
                <a:lnTo>
                  <a:pt x="462778" y="509421"/>
                </a:lnTo>
                <a:lnTo>
                  <a:pt x="493697" y="480934"/>
                </a:lnTo>
                <a:lnTo>
                  <a:pt x="520101" y="448217"/>
                </a:lnTo>
                <a:lnTo>
                  <a:pt x="541420" y="411981"/>
                </a:lnTo>
                <a:lnTo>
                  <a:pt x="557190" y="373009"/>
                </a:lnTo>
                <a:lnTo>
                  <a:pt x="567072" y="332144"/>
                </a:lnTo>
                <a:lnTo>
                  <a:pt x="570850" y="290272"/>
                </a:lnTo>
                <a:lnTo>
                  <a:pt x="568444" y="248299"/>
                </a:lnTo>
                <a:lnTo>
                  <a:pt x="559904" y="207133"/>
                </a:lnTo>
                <a:lnTo>
                  <a:pt x="545418" y="167666"/>
                </a:lnTo>
                <a:lnTo>
                  <a:pt x="525296" y="130751"/>
                </a:lnTo>
                <a:lnTo>
                  <a:pt x="499976" y="97189"/>
                </a:lnTo>
                <a:lnTo>
                  <a:pt x="470006" y="67705"/>
                </a:lnTo>
                <a:lnTo>
                  <a:pt x="436034" y="42937"/>
                </a:lnTo>
                <a:lnTo>
                  <a:pt x="398795" y="23423"/>
                </a:lnTo>
                <a:lnTo>
                  <a:pt x="359096" y="9584"/>
                </a:lnTo>
                <a:lnTo>
                  <a:pt x="317796" y="1719"/>
                </a:lnTo>
                <a:lnTo>
                  <a:pt x="275789" y="0"/>
                </a:lnTo>
                <a:lnTo>
                  <a:pt x="233984" y="4463"/>
                </a:lnTo>
                <a:lnTo>
                  <a:pt x="193287" y="15012"/>
                </a:lnTo>
                <a:lnTo>
                  <a:pt x="154578" y="31418"/>
                </a:lnTo>
                <a:lnTo>
                  <a:pt x="118695" y="53326"/>
                </a:lnTo>
                <a:lnTo>
                  <a:pt x="86415" y="80262"/>
                </a:lnTo>
                <a:lnTo>
                  <a:pt x="58437" y="111643"/>
                </a:lnTo>
                <a:lnTo>
                  <a:pt x="35367" y="146790"/>
                </a:lnTo>
                <a:lnTo>
                  <a:pt x="17703" y="184942"/>
                </a:lnTo>
                <a:lnTo>
                  <a:pt x="5828" y="225272"/>
                </a:lnTo>
                <a:lnTo>
                  <a:pt x="0" y="266908"/>
                </a:lnTo>
                <a:lnTo>
                  <a:pt x="344" y="308949"/>
                </a:lnTo>
                <a:lnTo>
                  <a:pt x="6853" y="350484"/>
                </a:lnTo>
                <a:lnTo>
                  <a:pt x="19386" y="390615"/>
                </a:lnTo>
                <a:lnTo>
                  <a:pt x="37671" y="428472"/>
                </a:lnTo>
              </a:path>
            </a:pathLst>
          </a:custGeom>
          <a:noFill xmlns:a="http://schemas.openxmlformats.org/drawingml/2006/main"/>
          <a:ln xmlns:a="http://schemas.openxmlformats.org/drawingml/2006/main" w="28575">
            <a:solidFill>
              <a:srgbClr val="2876A8"/>
            </a:solidFill>
          </a:ln>
        </p:spPr>
      </p:sp>
      <p:sp>
        <p:nvSpPr>
          <p:cNvPr id="74" name="">
            <a:extLst xmlns:a="http://schemas.openxmlformats.org/drawingml/2006/main">
              <a:ext uri="{FF2B5EF4-FFF2-40B4-BE49-F238E27FC236}">
                <a16:creationId xmlns:a16="http://schemas.microsoft.com/office/drawing/2014/main" id="{000DAE39-3528-4512-88B2-19544784D7C8}"/>
              </a:ext>
            </a:extLst>
          </p:cNvPr>
          <p:cNvSpPr>
            <a:spLocks xmlns:a="http://schemas.openxmlformats.org/drawingml/2006/main" noGrp="1"/>
          </p:cNvSpPr>
          <p:nvPr/>
        </p:nvSpPr>
        <p:spPr>
          <a:xfrm xmlns:a="http://schemas.openxmlformats.org/drawingml/2006/main">
            <a:off x="10354623" y="3867393"/>
            <a:ext cx="18286" cy="37857"/>
          </a:xfrm>
          <a:custGeom xmlns:a="http://schemas.openxmlformats.org/drawingml/2006/main">
            <a:pathLst>
              <a:path w="18286" h="37857">
                <a:moveTo>
                  <a:pt x="0" y="0"/>
                </a:moveTo>
                <a:lnTo>
                  <a:pt x="18286" y="37857"/>
                </a:lnTo>
              </a:path>
            </a:pathLst>
          </a:custGeom>
          <a:noFill xmlns:a="http://schemas.openxmlformats.org/drawingml/2006/main"/>
          <a:ln xmlns:a="http://schemas.openxmlformats.org/drawingml/2006/main" w="28575">
            <a:solidFill>
              <a:srgbClr val="2876A8"/>
            </a:solidFill>
          </a:ln>
        </p:spPr>
      </p:sp>
      <p:sp>
        <p:nvSpPr>
          <p:cNvPr id="75" name="">
            <a:extLst xmlns:a="http://schemas.openxmlformats.org/drawingml/2006/main">
              <a:ext uri="{FF2B5EF4-FFF2-40B4-BE49-F238E27FC236}">
                <a16:creationId xmlns:a16="http://schemas.microsoft.com/office/drawing/2014/main" id="{3837F3BF-7801-4D04-8E24-847899FD1C7C}"/>
              </a:ext>
            </a:extLst>
          </p:cNvPr>
          <p:cNvSpPr>
            <a:spLocks xmlns:a="http://schemas.openxmlformats.org/drawingml/2006/main" noGrp="1"/>
          </p:cNvSpPr>
          <p:nvPr/>
        </p:nvSpPr>
        <p:spPr>
          <a:xfrm xmlns:a="http://schemas.openxmlformats.org/drawingml/2006/main">
            <a:off x="10295458" y="3802081"/>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76" name="">
            <a:extLst xmlns:a="http://schemas.openxmlformats.org/drawingml/2006/main">
              <a:ext uri="{FF2B5EF4-FFF2-40B4-BE49-F238E27FC236}">
                <a16:creationId xmlns:a16="http://schemas.microsoft.com/office/drawing/2014/main" id="{BC7A1B58-A0F7-490E-B720-4F76EB1C8EEA}"/>
              </a:ext>
            </a:extLst>
          </p:cNvPr>
          <p:cNvSpPr>
            <a:spLocks xmlns:a="http://schemas.openxmlformats.org/drawingml/2006/main" noGrp="1"/>
          </p:cNvSpPr>
          <p:nvPr/>
        </p:nvSpPr>
        <p:spPr>
          <a:xfrm xmlns:a="http://schemas.openxmlformats.org/drawingml/2006/main">
            <a:off x="11068050" y="364807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MA</a:t>
            </a:r>
          </a:p>
        </p:txBody>
      </p:sp>
      <p:sp>
        <p:nvSpPr>
          <p:cNvPr id="77" name="">
            <a:extLst xmlns:a="http://schemas.openxmlformats.org/drawingml/2006/main">
              <a:ext uri="{FF2B5EF4-FFF2-40B4-BE49-F238E27FC236}">
                <a16:creationId xmlns:a16="http://schemas.microsoft.com/office/drawing/2014/main" id="{2799FB50-321D-4F74-A7D5-742375C46309}"/>
              </a:ext>
            </a:extLst>
          </p:cNvPr>
          <p:cNvSpPr>
            <a:spLocks xmlns:a="http://schemas.openxmlformats.org/drawingml/2006/main" noGrp="1"/>
          </p:cNvSpPr>
          <p:nvPr/>
        </p:nvSpPr>
        <p:spPr>
          <a:xfrm xmlns:a="http://schemas.openxmlformats.org/drawingml/2006/main">
            <a:off x="828675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水平・鉛直の移動と</a:t>
            </a:r>
          </a:p>
        </p:txBody>
      </p:sp>
      <p:sp>
        <p:nvSpPr>
          <p:cNvPr id="78" name="">
            <a:extLst xmlns:a="http://schemas.openxmlformats.org/drawingml/2006/main">
              <a:ext uri="{FF2B5EF4-FFF2-40B4-BE49-F238E27FC236}">
                <a16:creationId xmlns:a16="http://schemas.microsoft.com/office/drawing/2014/main" id="{F35F5A13-F6FC-493E-A00C-3BE5D17D185F}"/>
              </a:ext>
            </a:extLst>
          </p:cNvPr>
          <p:cNvSpPr>
            <a:spLocks xmlns:a="http://schemas.openxmlformats.org/drawingml/2006/main" noGrp="1"/>
          </p:cNvSpPr>
          <p:nvPr/>
        </p:nvSpPr>
        <p:spPr>
          <a:xfrm xmlns:a="http://schemas.openxmlformats.org/drawingml/2006/main">
            <a:off x="828675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回転を止める</a:t>
            </a:r>
          </a:p>
        </p:txBody>
      </p:sp>
      <p:sp>
        <p:nvSpPr>
          <p:cNvPr id="79" name="">
            <a:extLst xmlns:a="http://schemas.openxmlformats.org/drawingml/2006/main">
              <a:ext uri="{FF2B5EF4-FFF2-40B4-BE49-F238E27FC236}">
                <a16:creationId xmlns:a16="http://schemas.microsoft.com/office/drawing/2014/main" id="{0A86BEDF-8A0A-4D87-B105-2B8D6754E92B}"/>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下段は支点を外したときの反力の種類。平面内、ローラーは水平な支持面として理想化する。</a:t>
            </a:r>
          </a:p>
        </p:txBody>
      </p:sp>
    </p:spTree>
    <p:extLst>
      <p:ext uri="{BB962C8B-B14F-4D97-AF65-F5344CB8AC3E}">
        <p14:creationId xmlns:p14="http://schemas.microsoft.com/office/powerpoint/2010/main" val="13104751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D5D4D5-C1DC-4304-B1FD-B800B7A68B9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つり合いを考える、5つの手順</a:t>
            </a:r>
          </a:p>
        </p:txBody>
      </p:sp>
      <p:cxnSp>
        <p:nvCxnSpPr>
          <p:cNvPr id="2" name="">
            <a:extLst xmlns:a="http://schemas.openxmlformats.org/drawingml/2006/main">
              <a:ext uri="{FF2B5EF4-FFF2-40B4-BE49-F238E27FC236}">
                <a16:creationId xmlns:a16="http://schemas.microsoft.com/office/drawing/2014/main" id="{AD634416-6532-4637-9114-87845FB34F4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9539F53-7119-4F07-9F60-E7BF5FFE991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FD1B7500-F86F-4927-A17D-633C5F7150A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9 / 49</a:t>
            </a:r>
          </a:p>
        </p:txBody>
      </p:sp>
      <p:sp>
        <p:nvSpPr>
          <p:cNvPr id="5" name="">
            <a:extLst xmlns:a="http://schemas.openxmlformats.org/drawingml/2006/main">
              <a:ext uri="{FF2B5EF4-FFF2-40B4-BE49-F238E27FC236}">
                <a16:creationId xmlns:a16="http://schemas.microsoft.com/office/drawing/2014/main" id="{991ADE33-89B7-4E10-8C38-AF00C37C09F2}"/>
              </a:ext>
            </a:extLst>
          </p:cNvPr>
          <p:cNvSpPr>
            <a:spLocks xmlns:a="http://schemas.openxmlformats.org/drawingml/2006/main" noGrp="1"/>
          </p:cNvSpPr>
          <p:nvPr/>
        </p:nvSpPr>
        <p:spPr>
          <a:xfrm xmlns:a="http://schemas.openxmlformats.org/drawingml/2006/main">
            <a:off x="685800" y="1543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① 対象を取り出し、荷重・反力・距離を描く</a:t>
            </a:r>
          </a:p>
        </p:txBody>
      </p:sp>
      <p:sp>
        <p:nvSpPr>
          <p:cNvPr id="6" name="">
            <a:extLst xmlns:a="http://schemas.openxmlformats.org/drawingml/2006/main">
              <a:ext uri="{FF2B5EF4-FFF2-40B4-BE49-F238E27FC236}">
                <a16:creationId xmlns:a16="http://schemas.microsoft.com/office/drawing/2014/main" id="{F3DE2E62-EDDC-4D4F-8698-8E001FC26DB2}"/>
              </a:ext>
            </a:extLst>
          </p:cNvPr>
          <p:cNvSpPr>
            <a:spLocks xmlns:a="http://schemas.openxmlformats.org/drawingml/2006/main" noGrp="1"/>
          </p:cNvSpPr>
          <p:nvPr/>
        </p:nvSpPr>
        <p:spPr>
          <a:xfrm xmlns:a="http://schemas.openxmlformats.org/drawingml/2006/main">
            <a:off x="685800" y="2305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② 力のつり合いを書く：上向き − 下向き = 0</a:t>
            </a:r>
          </a:p>
        </p:txBody>
      </p:sp>
      <p:sp>
        <p:nvSpPr>
          <p:cNvPr id="7" name="">
            <a:extLst xmlns:a="http://schemas.openxmlformats.org/drawingml/2006/main">
              <a:ext uri="{FF2B5EF4-FFF2-40B4-BE49-F238E27FC236}">
                <a16:creationId xmlns:a16="http://schemas.microsoft.com/office/drawing/2014/main" id="{038B952A-DD17-4697-B1C9-785A648E85AA}"/>
              </a:ext>
            </a:extLst>
          </p:cNvPr>
          <p:cNvSpPr>
            <a:spLocks xmlns:a="http://schemas.openxmlformats.org/drawingml/2006/main" noGrp="1"/>
          </p:cNvSpPr>
          <p:nvPr/>
        </p:nvSpPr>
        <p:spPr>
          <a:xfrm xmlns:a="http://schemas.openxmlformats.org/drawingml/2006/main">
            <a:off x="685800" y="3067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③ 支点まわりのモーメントをそろえて、一方の反力を求める</a:t>
            </a:r>
          </a:p>
        </p:txBody>
      </p:sp>
      <p:sp>
        <p:nvSpPr>
          <p:cNvPr id="8" name="">
            <a:extLst xmlns:a="http://schemas.openxmlformats.org/drawingml/2006/main">
              <a:ext uri="{FF2B5EF4-FFF2-40B4-BE49-F238E27FC236}">
                <a16:creationId xmlns:a16="http://schemas.microsoft.com/office/drawing/2014/main" id="{30E1E25A-1972-4D4F-8254-2AF876C80140}"/>
              </a:ext>
            </a:extLst>
          </p:cNvPr>
          <p:cNvSpPr>
            <a:spLocks xmlns:a="http://schemas.openxmlformats.org/drawingml/2006/main" noGrp="1"/>
          </p:cNvSpPr>
          <p:nvPr/>
        </p:nvSpPr>
        <p:spPr>
          <a:xfrm xmlns:a="http://schemas.openxmlformats.org/drawingml/2006/main">
            <a:off x="685800" y="3829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④ 力のつり合いに戻り、もう一方の反力を求める</a:t>
            </a:r>
          </a:p>
        </p:txBody>
      </p:sp>
      <p:sp>
        <p:nvSpPr>
          <p:cNvPr id="9" name="">
            <a:extLst xmlns:a="http://schemas.openxmlformats.org/drawingml/2006/main">
              <a:ext uri="{FF2B5EF4-FFF2-40B4-BE49-F238E27FC236}">
                <a16:creationId xmlns:a16="http://schemas.microsoft.com/office/drawing/2014/main" id="{2AD4AD7F-333C-497A-8958-8A0D05284AAF}"/>
              </a:ext>
            </a:extLst>
          </p:cNvPr>
          <p:cNvSpPr>
            <a:spLocks xmlns:a="http://schemas.openxmlformats.org/drawingml/2006/main" noGrp="1"/>
          </p:cNvSpPr>
          <p:nvPr/>
        </p:nvSpPr>
        <p:spPr>
          <a:xfrm xmlns:a="http://schemas.openxmlformats.org/drawingml/2006/main">
            <a:off x="685800" y="4591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⑤ 力の合計と、別の点まわりのモーメントで検算</a:t>
            </a:r>
          </a:p>
        </p:txBody>
      </p:sp>
      <p:sp>
        <p:nvSpPr>
          <p:cNvPr id="10" name="">
            <a:extLst xmlns:a="http://schemas.openxmlformats.org/drawingml/2006/main">
              <a:ext uri="{FF2B5EF4-FFF2-40B4-BE49-F238E27FC236}">
                <a16:creationId xmlns:a16="http://schemas.microsoft.com/office/drawing/2014/main" id="{71DB2473-1982-4F03-8E82-A2B9C7A7F1B5}"/>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符号：外力は上向き＋、外力モーメントは反時計回り＋</a:t>
            </a:r>
          </a:p>
        </p:txBody>
      </p:sp>
    </p:spTree>
    <p:extLst>
      <p:ext uri="{BB962C8B-B14F-4D97-AF65-F5344CB8AC3E}">
        <p14:creationId xmlns:p14="http://schemas.microsoft.com/office/powerpoint/2010/main" val="151983300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347221-F867-456F-A390-64414DEA380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つり合いの式だけで、いつ解けるか</a:t>
            </a:r>
          </a:p>
        </p:txBody>
      </p:sp>
      <p:sp>
        <p:nvSpPr>
          <p:cNvPr id="2" name="">
            <a:extLst xmlns:a="http://schemas.openxmlformats.org/drawingml/2006/main">
              <a:ext uri="{FF2B5EF4-FFF2-40B4-BE49-F238E27FC236}">
                <a16:creationId xmlns:a16="http://schemas.microsoft.com/office/drawing/2014/main" id="{829CFF5F-2AC0-411B-8C7F-3149A2BE58A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F2A0350-C035-4750-B9B0-3D911740C81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7560000A-0A1E-4EF1-A7C0-08F13587CE03}"/>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平面内の静力学</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式と未知数を対応させる</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独立なつり合いの式</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ΣFₓ=0、ΣFᵧ=0、ΣM=0</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ピンとローラーの単純支持</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通常は反力の未知数3つ</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両端をピンに変更した場合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反力は4つ。変形等の情報も必要</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12F844CD-6D18-4387-97A2-55DBD2D07B6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支持の安定性も確認する。本回の計算演習は静定の基本モデルを扱う。</a:t>
            </a:r>
          </a:p>
        </p:txBody>
      </p:sp>
      <p:sp>
        <p:nvSpPr>
          <p:cNvPr id="6" name="">
            <a:extLst xmlns:a="http://schemas.openxmlformats.org/drawingml/2006/main">
              <a:ext uri="{FF2B5EF4-FFF2-40B4-BE49-F238E27FC236}">
                <a16:creationId xmlns:a16="http://schemas.microsoft.com/office/drawing/2014/main" id="{F05F922C-4EBC-459F-8190-2E2D2535861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49</a:t>
            </a:r>
          </a:p>
        </p:txBody>
      </p:sp>
    </p:spTree>
    <p:extLst>
      <p:ext uri="{BB962C8B-B14F-4D97-AF65-F5344CB8AC3E}">
        <p14:creationId xmlns:p14="http://schemas.microsoft.com/office/powerpoint/2010/main" val="1376079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2EDA37B-D90F-464C-BA30-9FEF73CADD8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例題：中央荷重の反力を、順に求める</a:t>
            </a:r>
          </a:p>
        </p:txBody>
      </p:sp>
      <p:cxnSp>
        <p:nvCxnSpPr>
          <p:cNvPr id="2" name="">
            <a:extLst xmlns:a="http://schemas.openxmlformats.org/drawingml/2006/main">
              <a:ext uri="{FF2B5EF4-FFF2-40B4-BE49-F238E27FC236}">
                <a16:creationId xmlns:a16="http://schemas.microsoft.com/office/drawing/2014/main" id="{67617235-C1BA-4173-9EDC-7FBAC1B473A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29C89CD-8BE5-4160-93F9-A119F7D4253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A47F371A-1EF1-4BE9-8A63-1F24E14AE2F0}"/>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11 / 49</a:t>
            </a:r>
          </a:p>
        </p:txBody>
      </p:sp>
      <p:sp>
        <p:nvSpPr>
          <p:cNvPr id="29" name="">
            <a:extLst xmlns:a="http://schemas.openxmlformats.org/drawingml/2006/main">
              <a:ext uri="{FF2B5EF4-FFF2-40B4-BE49-F238E27FC236}">
                <a16:creationId xmlns:a16="http://schemas.microsoft.com/office/drawing/2014/main" id="{B43E784C-CEC1-47F7-ACEE-708EDC4E110C}"/>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ECEF2E95-0B7F-4D2C-BF3F-F7FA5F8EA63E}"/>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1" name="">
            <a:extLst xmlns:a="http://schemas.openxmlformats.org/drawingml/2006/main">
              <a:ext uri="{FF2B5EF4-FFF2-40B4-BE49-F238E27FC236}">
                <a16:creationId xmlns:a16="http://schemas.microsoft.com/office/drawing/2014/main" id="{7BA34177-53F8-48FF-830F-B7351BA001AA}"/>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3F7A97B6-450C-4774-9959-41C42350CCB1}"/>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BD6F9F87-3F05-4AB7-A43A-AAEFDE85503C}"/>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86576C05-7E69-438E-9C47-DB155CECBFC1}"/>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5" name="">
            <a:extLst xmlns:a="http://schemas.openxmlformats.org/drawingml/2006/main">
              <a:ext uri="{FF2B5EF4-FFF2-40B4-BE49-F238E27FC236}">
                <a16:creationId xmlns:a16="http://schemas.microsoft.com/office/drawing/2014/main" id="{3031CF95-89A5-4A98-918B-10F5B1867B00}"/>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D3AA55D5-BFCF-4E8C-A029-7A93CFF078C9}"/>
              </a:ext>
            </a:extLst>
          </p:cNvPr>
          <p:cNvSpPr>
            <a:spLocks xmlns:a="http://schemas.openxmlformats.org/drawingml/2006/main" noGrp="1"/>
          </p:cNvSpPr>
          <p:nvPr/>
        </p:nvSpPr>
        <p:spPr>
          <a:xfrm xmlns:a="http://schemas.openxmlformats.org/drawingml/2006/main">
            <a:off x="457200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1626B788-73F1-406F-B405-05EB80F3DC14}"/>
              </a:ext>
            </a:extLst>
          </p:cNvPr>
          <p:cNvSpPr>
            <a:spLocks xmlns:a="http://schemas.openxmlformats.org/drawingml/2006/main" noGrp="1"/>
          </p:cNvSpPr>
          <p:nvPr/>
        </p:nvSpPr>
        <p:spPr>
          <a:xfrm xmlns:a="http://schemas.openxmlformats.org/drawingml/2006/main">
            <a:off x="453199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34571320-180B-43B1-9682-B74ABF643C65}"/>
              </a:ext>
            </a:extLst>
          </p:cNvPr>
          <p:cNvSpPr>
            <a:spLocks xmlns:a="http://schemas.openxmlformats.org/drawingml/2006/main" noGrp="1"/>
          </p:cNvSpPr>
          <p:nvPr/>
        </p:nvSpPr>
        <p:spPr>
          <a:xfrm xmlns:a="http://schemas.openxmlformats.org/drawingml/2006/main">
            <a:off x="395287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9" name="">
            <a:extLst xmlns:a="http://schemas.openxmlformats.org/drawingml/2006/main">
              <a:ext uri="{FF2B5EF4-FFF2-40B4-BE49-F238E27FC236}">
                <a16:creationId xmlns:a16="http://schemas.microsoft.com/office/drawing/2014/main" id="{897C0941-E22F-48A7-B8CB-E4B512394372}"/>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0" name="">
            <a:extLst xmlns:a="http://schemas.openxmlformats.org/drawingml/2006/main">
              <a:ext uri="{FF2B5EF4-FFF2-40B4-BE49-F238E27FC236}">
                <a16:creationId xmlns:a16="http://schemas.microsoft.com/office/drawing/2014/main" id="{99570401-21B9-4F4D-97AA-DF8133040588}"/>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1" name="">
            <a:extLst xmlns:a="http://schemas.openxmlformats.org/drawingml/2006/main">
              <a:ext uri="{FF2B5EF4-FFF2-40B4-BE49-F238E27FC236}">
                <a16:creationId xmlns:a16="http://schemas.microsoft.com/office/drawing/2014/main" id="{B3A07215-D420-458C-8329-E53B48536599}"/>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8CD0D589-AF6E-4901-A804-8070CA7EDEE5}"/>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3F56193B-C42D-4F61-855C-020667D15855}"/>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a:t>
            </a:r>
          </a:p>
        </p:txBody>
      </p:sp>
      <p:sp>
        <p:nvSpPr>
          <p:cNvPr id="44" name="">
            <a:extLst xmlns:a="http://schemas.openxmlformats.org/drawingml/2006/main">
              <a:ext uri="{FF2B5EF4-FFF2-40B4-BE49-F238E27FC236}">
                <a16:creationId xmlns:a16="http://schemas.microsoft.com/office/drawing/2014/main" id="{4418C744-5A14-4A0A-AA1B-49D89F0F651C}"/>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5" name="">
            <a:extLst xmlns:a="http://schemas.openxmlformats.org/drawingml/2006/main">
              <a:ext uri="{FF2B5EF4-FFF2-40B4-BE49-F238E27FC236}">
                <a16:creationId xmlns:a16="http://schemas.microsoft.com/office/drawing/2014/main" id="{1992B77A-480E-46C0-89D3-4B07285D01B6}"/>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6" name="">
            <a:extLst xmlns:a="http://schemas.openxmlformats.org/drawingml/2006/main">
              <a:ext uri="{FF2B5EF4-FFF2-40B4-BE49-F238E27FC236}">
                <a16:creationId xmlns:a16="http://schemas.microsoft.com/office/drawing/2014/main" id="{D67CF4E6-FFE8-4A81-B34C-3D01309988A3}"/>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a:t>
            </a:r>
          </a:p>
        </p:txBody>
      </p:sp>
      <p:sp>
        <p:nvSpPr>
          <p:cNvPr id="47" name="">
            <a:extLst xmlns:a="http://schemas.openxmlformats.org/drawingml/2006/main">
              <a:ext uri="{FF2B5EF4-FFF2-40B4-BE49-F238E27FC236}">
                <a16:creationId xmlns:a16="http://schemas.microsoft.com/office/drawing/2014/main" id="{F508FB2C-2BAF-4D30-8B54-776DAEE7C617}"/>
              </a:ext>
            </a:extLst>
          </p:cNvPr>
          <p:cNvSpPr>
            <a:spLocks xmlns:a="http://schemas.openxmlformats.org/drawingml/2006/main" noGrp="1"/>
          </p:cNvSpPr>
          <p:nvPr/>
        </p:nvSpPr>
        <p:spPr>
          <a:xfrm xmlns:a="http://schemas.openxmlformats.org/drawingml/2006/main">
            <a:off x="1619250" y="4238625"/>
            <a:ext cx="2952750" cy="9525"/>
          </a:xfrm>
          <a:custGeom xmlns:a="http://schemas.openxmlformats.org/drawingml/2006/main">
            <a:pathLst>
              <a:path w="2952750" h="9525">
                <a:moveTo>
                  <a:pt x="0" y="0"/>
                </a:moveTo>
                <a:lnTo>
                  <a:pt x="2952750" y="0"/>
                </a:lnTo>
              </a:path>
            </a:pathLst>
          </a:custGeom>
          <a:noFill xmlns:a="http://schemas.openxmlformats.org/drawingml/2006/main"/>
          <a:ln xmlns:a="http://schemas.openxmlformats.org/drawingml/2006/main" w="13335">
            <a:solidFill>
              <a:srgbClr val="C4483C"/>
            </a:solidFill>
          </a:ln>
        </p:spPr>
      </p:sp>
      <p:sp>
        <p:nvSpPr>
          <p:cNvPr id="48" name="">
            <a:extLst xmlns:a="http://schemas.openxmlformats.org/drawingml/2006/main">
              <a:ext uri="{FF2B5EF4-FFF2-40B4-BE49-F238E27FC236}">
                <a16:creationId xmlns:a16="http://schemas.microsoft.com/office/drawing/2014/main" id="{323BFAD2-252F-43FF-8ED0-EA4339548C55}"/>
              </a:ext>
            </a:extLst>
          </p:cNvPr>
          <p:cNvSpPr>
            <a:spLocks xmlns:a="http://schemas.openxmlformats.org/drawingml/2006/main" noGrp="1"/>
          </p:cNvSpPr>
          <p:nvPr/>
        </p:nvSpPr>
        <p:spPr>
          <a:xfrm xmlns:a="http://schemas.openxmlformats.org/drawingml/2006/main">
            <a:off x="450532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49" name="">
            <a:extLst xmlns:a="http://schemas.openxmlformats.org/drawingml/2006/main">
              <a:ext uri="{FF2B5EF4-FFF2-40B4-BE49-F238E27FC236}">
                <a16:creationId xmlns:a16="http://schemas.microsoft.com/office/drawing/2014/main" id="{67B54B85-8DDB-4614-9405-C7FC33889448}"/>
              </a:ext>
            </a:extLst>
          </p:cNvPr>
          <p:cNvSpPr>
            <a:spLocks xmlns:a="http://schemas.openxmlformats.org/drawingml/2006/main" noGrp="1"/>
          </p:cNvSpPr>
          <p:nvPr/>
        </p:nvSpPr>
        <p:spPr>
          <a:xfrm xmlns:a="http://schemas.openxmlformats.org/drawingml/2006/main">
            <a:off x="1619250" y="4238625"/>
            <a:ext cx="2952750" cy="9525"/>
          </a:xfrm>
          <a:custGeom xmlns:a="http://schemas.openxmlformats.org/drawingml/2006/main">
            <a:pathLst>
              <a:path w="2952750" h="9525">
                <a:moveTo>
                  <a:pt x="2952750" y="0"/>
                </a:moveTo>
                <a:lnTo>
                  <a:pt x="0" y="0"/>
                </a:lnTo>
              </a:path>
            </a:pathLst>
          </a:custGeom>
          <a:noFill xmlns:a="http://schemas.openxmlformats.org/drawingml/2006/main"/>
          <a:ln xmlns:a="http://schemas.openxmlformats.org/drawingml/2006/main" w="13335">
            <a:solidFill>
              <a:srgbClr val="C4483C"/>
            </a:solidFill>
          </a:ln>
        </p:spPr>
      </p:sp>
      <p:sp>
        <p:nvSpPr>
          <p:cNvPr id="50" name="">
            <a:extLst xmlns:a="http://schemas.openxmlformats.org/drawingml/2006/main">
              <a:ext uri="{FF2B5EF4-FFF2-40B4-BE49-F238E27FC236}">
                <a16:creationId xmlns:a16="http://schemas.microsoft.com/office/drawing/2014/main" id="{1F5BBF6E-73E2-4D2A-89FA-8666FFA4C41C}"/>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51" name="">
            <a:extLst xmlns:a="http://schemas.openxmlformats.org/drawingml/2006/main">
              <a:ext uri="{FF2B5EF4-FFF2-40B4-BE49-F238E27FC236}">
                <a16:creationId xmlns:a16="http://schemas.microsoft.com/office/drawing/2014/main" id="{6FCC6D22-EBB5-403F-84BB-844F0B7D8D61}"/>
              </a:ext>
            </a:extLst>
          </p:cNvPr>
          <p:cNvSpPr>
            <a:spLocks xmlns:a="http://schemas.openxmlformats.org/drawingml/2006/main" noGrp="1"/>
          </p:cNvSpPr>
          <p:nvPr/>
        </p:nvSpPr>
        <p:spPr>
          <a:xfrm xmlns:a="http://schemas.openxmlformats.org/drawingml/2006/main">
            <a:off x="1619250" y="42862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0.60 m</a:t>
            </a:r>
          </a:p>
        </p:txBody>
      </p:sp>
      <p:sp>
        <p:nvSpPr>
          <p:cNvPr id="52" name="">
            <a:extLst xmlns:a="http://schemas.openxmlformats.org/drawingml/2006/main">
              <a:ext uri="{FF2B5EF4-FFF2-40B4-BE49-F238E27FC236}">
                <a16:creationId xmlns:a16="http://schemas.microsoft.com/office/drawing/2014/main" id="{AC85F680-49E1-47F9-9C5B-1F43002E074C}"/>
              </a:ext>
            </a:extLst>
          </p:cNvPr>
          <p:cNvSpPr>
            <a:spLocks xmlns:a="http://schemas.openxmlformats.org/drawingml/2006/main" noGrp="1"/>
          </p:cNvSpPr>
          <p:nvPr/>
        </p:nvSpPr>
        <p:spPr>
          <a:xfrm xmlns:a="http://schemas.openxmlformats.org/drawingml/2006/main">
            <a:off x="4572000" y="4238625"/>
            <a:ext cx="2952750" cy="9525"/>
          </a:xfrm>
          <a:custGeom xmlns:a="http://schemas.openxmlformats.org/drawingml/2006/main">
            <a:pathLst>
              <a:path w="2952750" h="9525">
                <a:moveTo>
                  <a:pt x="0" y="0"/>
                </a:moveTo>
                <a:lnTo>
                  <a:pt x="295275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B6721B97-CE24-4D39-9B82-36CC2BEBB209}"/>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B52B4F81-A9CC-445F-9B9B-96D238268F9C}"/>
              </a:ext>
            </a:extLst>
          </p:cNvPr>
          <p:cNvSpPr>
            <a:spLocks xmlns:a="http://schemas.openxmlformats.org/drawingml/2006/main" noGrp="1"/>
          </p:cNvSpPr>
          <p:nvPr/>
        </p:nvSpPr>
        <p:spPr>
          <a:xfrm xmlns:a="http://schemas.openxmlformats.org/drawingml/2006/main">
            <a:off x="4572000" y="4238625"/>
            <a:ext cx="2952750" cy="9525"/>
          </a:xfrm>
          <a:custGeom xmlns:a="http://schemas.openxmlformats.org/drawingml/2006/main">
            <a:pathLst>
              <a:path w="2952750" h="9525">
                <a:moveTo>
                  <a:pt x="2952750" y="0"/>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97292F34-1D47-4904-8792-62B8859E4E21}"/>
              </a:ext>
            </a:extLst>
          </p:cNvPr>
          <p:cNvSpPr>
            <a:spLocks xmlns:a="http://schemas.openxmlformats.org/drawingml/2006/main" noGrp="1"/>
          </p:cNvSpPr>
          <p:nvPr/>
        </p:nvSpPr>
        <p:spPr>
          <a:xfrm xmlns:a="http://schemas.openxmlformats.org/drawingml/2006/main">
            <a:off x="457200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6" name="">
            <a:extLst xmlns:a="http://schemas.openxmlformats.org/drawingml/2006/main">
              <a:ext uri="{FF2B5EF4-FFF2-40B4-BE49-F238E27FC236}">
                <a16:creationId xmlns:a16="http://schemas.microsoft.com/office/drawing/2014/main" id="{9B72A3B5-8979-4B23-A1E1-E481974DB999}"/>
              </a:ext>
            </a:extLst>
          </p:cNvPr>
          <p:cNvSpPr>
            <a:spLocks xmlns:a="http://schemas.openxmlformats.org/drawingml/2006/main" noGrp="1"/>
          </p:cNvSpPr>
          <p:nvPr/>
        </p:nvSpPr>
        <p:spPr>
          <a:xfrm xmlns:a="http://schemas.openxmlformats.org/drawingml/2006/main">
            <a:off x="4572000" y="42862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57" name="">
            <a:extLst xmlns:a="http://schemas.openxmlformats.org/drawingml/2006/main">
              <a:ext uri="{FF2B5EF4-FFF2-40B4-BE49-F238E27FC236}">
                <a16:creationId xmlns:a16="http://schemas.microsoft.com/office/drawing/2014/main" id="{384ADC55-432B-4E89-9A55-B8BE96EA0FDE}"/>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58" name="">
            <a:extLst xmlns:a="http://schemas.openxmlformats.org/drawingml/2006/main">
              <a:ext uri="{FF2B5EF4-FFF2-40B4-BE49-F238E27FC236}">
                <a16:creationId xmlns:a16="http://schemas.microsoft.com/office/drawing/2014/main" id="{7DC395AE-DD65-4DDB-8A03-C4382564200D}"/>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− 200 = 0</a:t>
            </a:r>
          </a:p>
        </p:txBody>
      </p:sp>
      <p:sp>
        <p:nvSpPr>
          <p:cNvPr id="59" name="">
            <a:extLst xmlns:a="http://schemas.openxmlformats.org/drawingml/2006/main">
              <a:ext uri="{FF2B5EF4-FFF2-40B4-BE49-F238E27FC236}">
                <a16:creationId xmlns:a16="http://schemas.microsoft.com/office/drawing/2014/main" id="{2A927618-7605-4290-9D58-A7BAA964B507}"/>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60" name="">
            <a:extLst xmlns:a="http://schemas.openxmlformats.org/drawingml/2006/main">
              <a:ext uri="{FF2B5EF4-FFF2-40B4-BE49-F238E27FC236}">
                <a16:creationId xmlns:a16="http://schemas.microsoft.com/office/drawing/2014/main" id="{067F53BF-F7D4-44FC-9505-5BEFA054D28B}"/>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1.2RB − 200×0.60 = 0</a:t>
            </a:r>
          </a:p>
        </p:txBody>
      </p:sp>
      <p:sp>
        <p:nvSpPr>
          <p:cNvPr id="61" name="">
            <a:extLst xmlns:a="http://schemas.openxmlformats.org/drawingml/2006/main">
              <a:ext uri="{FF2B5EF4-FFF2-40B4-BE49-F238E27FC236}">
                <a16:creationId xmlns:a16="http://schemas.microsoft.com/office/drawing/2014/main" id="{6602E061-3982-476F-B6AE-1F2162527F5C}"/>
              </a:ext>
            </a:extLst>
          </p:cNvPr>
          <p:cNvSpPr>
            <a:spLocks xmlns:a="http://schemas.openxmlformats.org/drawingml/2006/main" noGrp="1"/>
          </p:cNvSpPr>
          <p:nvPr/>
        </p:nvSpPr>
        <p:spPr>
          <a:xfrm xmlns:a="http://schemas.openxmlformats.org/drawingml/2006/main">
            <a:off x="8239125" y="4429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RB = 100 N</a:t>
            </a:r>
          </a:p>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RA = 100 N</a:t>
            </a:r>
          </a:p>
        </p:txBody>
      </p:sp>
      <p:sp>
        <p:nvSpPr>
          <p:cNvPr id="62" name="">
            <a:extLst xmlns:a="http://schemas.openxmlformats.org/drawingml/2006/main">
              <a:ext uri="{FF2B5EF4-FFF2-40B4-BE49-F238E27FC236}">
                <a16:creationId xmlns:a16="http://schemas.microsoft.com/office/drawing/2014/main" id="{B0013C7B-CC94-4D57-9DE0-5D02B6775C0D}"/>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① 外力図の距離を、③の式の各項に対応させる。</a:t>
            </a:r>
          </a:p>
        </p:txBody>
      </p:sp>
      <p:sp>
        <p:nvSpPr>
          <p:cNvPr id="63" name="">
            <a:extLst xmlns:a="http://schemas.openxmlformats.org/drawingml/2006/main">
              <a:ext uri="{FF2B5EF4-FFF2-40B4-BE49-F238E27FC236}">
                <a16:creationId xmlns:a16="http://schemas.microsoft.com/office/drawing/2014/main" id="{BDEE9D8E-F086-4E85-A200-6C87A2C67F4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⑤ Bまわり：−100×1.2 + 200×0.60 = 0。反力の合計も200 N。</a:t>
            </a:r>
          </a:p>
        </p:txBody>
      </p:sp>
    </p:spTree>
    <p:extLst>
      <p:ext uri="{BB962C8B-B14F-4D97-AF65-F5344CB8AC3E}">
        <p14:creationId xmlns:p14="http://schemas.microsoft.com/office/powerpoint/2010/main" val="166708503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17FEA17-E312-4A4E-9794-AA46603919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偏った荷重の反力〔手順付き〕</a:t>
            </a:r>
          </a:p>
        </p:txBody>
      </p:sp>
      <p:cxnSp>
        <p:nvCxnSpPr>
          <p:cNvPr id="2" name="">
            <a:extLst xmlns:a="http://schemas.openxmlformats.org/drawingml/2006/main">
              <a:ext uri="{FF2B5EF4-FFF2-40B4-BE49-F238E27FC236}">
                <a16:creationId xmlns:a16="http://schemas.microsoft.com/office/drawing/2014/main" id="{46AFD20A-F7FF-4C73-AED7-D90AFEE4CB8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80ADB31-B63B-4C1A-9946-9617BCA6F1E3}"/>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1A6B67F-3D6B-4EEF-BB4D-034CE221AB0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12 / 49</a:t>
            </a:r>
          </a:p>
        </p:txBody>
      </p:sp>
      <p:sp>
        <p:nvSpPr>
          <p:cNvPr id="26" name="">
            <a:extLst xmlns:a="http://schemas.openxmlformats.org/drawingml/2006/main">
              <a:ext uri="{FF2B5EF4-FFF2-40B4-BE49-F238E27FC236}">
                <a16:creationId xmlns:a16="http://schemas.microsoft.com/office/drawing/2014/main" id="{36975677-AC6F-477E-9DAC-7112948A1287}"/>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9830F9E2-9386-4604-99C9-69A42BD3950E}"/>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3C6BAEF6-280F-4786-9BEB-4B5E9B63B3EA}"/>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9" name="">
            <a:extLst xmlns:a="http://schemas.openxmlformats.org/drawingml/2006/main">
              <a:ext uri="{FF2B5EF4-FFF2-40B4-BE49-F238E27FC236}">
                <a16:creationId xmlns:a16="http://schemas.microsoft.com/office/drawing/2014/main" id="{5C791058-F652-4456-B51E-BF233C3D5EBE}"/>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7B5A5688-425C-47FA-BEED-2E9626954C2F}"/>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68EC7F44-7AB8-4599-BA7D-7EC5E1CC41EC}"/>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E9360821-9C96-4C84-A62A-A0C046A6CA1F}"/>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8CEEE17B-0D96-4067-9C29-6405FF67A1C8}"/>
              </a:ext>
            </a:extLst>
          </p:cNvPr>
          <p:cNvSpPr>
            <a:spLocks xmlns:a="http://schemas.openxmlformats.org/drawingml/2006/main" noGrp="1"/>
          </p:cNvSpPr>
          <p:nvPr/>
        </p:nvSpPr>
        <p:spPr>
          <a:xfrm xmlns:a="http://schemas.openxmlformats.org/drawingml/2006/main">
            <a:off x="358775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4" name="">
            <a:extLst xmlns:a="http://schemas.openxmlformats.org/drawingml/2006/main">
              <a:ext uri="{FF2B5EF4-FFF2-40B4-BE49-F238E27FC236}">
                <a16:creationId xmlns:a16="http://schemas.microsoft.com/office/drawing/2014/main" id="{BA31FB9D-07D0-4C0C-A734-98E2B6D15D50}"/>
              </a:ext>
            </a:extLst>
          </p:cNvPr>
          <p:cNvSpPr>
            <a:spLocks xmlns:a="http://schemas.openxmlformats.org/drawingml/2006/main" noGrp="1"/>
          </p:cNvSpPr>
          <p:nvPr/>
        </p:nvSpPr>
        <p:spPr>
          <a:xfrm xmlns:a="http://schemas.openxmlformats.org/drawingml/2006/main">
            <a:off x="354774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5" name="">
            <a:extLst xmlns:a="http://schemas.openxmlformats.org/drawingml/2006/main">
              <a:ext uri="{FF2B5EF4-FFF2-40B4-BE49-F238E27FC236}">
                <a16:creationId xmlns:a16="http://schemas.microsoft.com/office/drawing/2014/main" id="{5A10D6D8-A74F-40B7-B05D-031D50093061}"/>
              </a:ext>
            </a:extLst>
          </p:cNvPr>
          <p:cNvSpPr>
            <a:spLocks xmlns:a="http://schemas.openxmlformats.org/drawingml/2006/main" noGrp="1"/>
          </p:cNvSpPr>
          <p:nvPr/>
        </p:nvSpPr>
        <p:spPr>
          <a:xfrm xmlns:a="http://schemas.openxmlformats.org/drawingml/2006/main">
            <a:off x="296862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 N</a:t>
            </a:r>
          </a:p>
        </p:txBody>
      </p:sp>
      <p:sp>
        <p:nvSpPr>
          <p:cNvPr id="36" name="">
            <a:extLst xmlns:a="http://schemas.openxmlformats.org/drawingml/2006/main">
              <a:ext uri="{FF2B5EF4-FFF2-40B4-BE49-F238E27FC236}">
                <a16:creationId xmlns:a16="http://schemas.microsoft.com/office/drawing/2014/main" id="{4D4EC93A-2773-44E6-A501-86E9614AF306}"/>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7" name="">
            <a:extLst xmlns:a="http://schemas.openxmlformats.org/drawingml/2006/main">
              <a:ext uri="{FF2B5EF4-FFF2-40B4-BE49-F238E27FC236}">
                <a16:creationId xmlns:a16="http://schemas.microsoft.com/office/drawing/2014/main" id="{3D7BA36C-1CBC-411B-A2FB-B49DA67E431E}"/>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38" name="">
            <a:extLst xmlns:a="http://schemas.openxmlformats.org/drawingml/2006/main">
              <a:ext uri="{FF2B5EF4-FFF2-40B4-BE49-F238E27FC236}">
                <a16:creationId xmlns:a16="http://schemas.microsoft.com/office/drawing/2014/main" id="{C5A8D49E-3D04-4A56-9A24-F6A14C7B7EB5}"/>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39" name="">
            <a:extLst xmlns:a="http://schemas.openxmlformats.org/drawingml/2006/main">
              <a:ext uri="{FF2B5EF4-FFF2-40B4-BE49-F238E27FC236}">
                <a16:creationId xmlns:a16="http://schemas.microsoft.com/office/drawing/2014/main" id="{0596B29F-D191-4420-A238-3A6C16722431}"/>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7EF94E3F-773E-4DE8-BD9F-EA16820C1024}"/>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a:t>
            </a:r>
          </a:p>
        </p:txBody>
      </p:sp>
      <p:sp>
        <p:nvSpPr>
          <p:cNvPr id="41" name="">
            <a:extLst xmlns:a="http://schemas.openxmlformats.org/drawingml/2006/main">
              <a:ext uri="{FF2B5EF4-FFF2-40B4-BE49-F238E27FC236}">
                <a16:creationId xmlns:a16="http://schemas.microsoft.com/office/drawing/2014/main" id="{769B8058-E790-47FA-A9BD-40908983A7F6}"/>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27E21465-5481-43D4-B062-A0D30623DA37}"/>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68830300-E1C5-40E7-A2E0-10851D85BBB4}"/>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a:t>
            </a:r>
          </a:p>
        </p:txBody>
      </p:sp>
      <p:sp>
        <p:nvSpPr>
          <p:cNvPr id="44" name="">
            <a:extLst xmlns:a="http://schemas.openxmlformats.org/drawingml/2006/main">
              <a:ext uri="{FF2B5EF4-FFF2-40B4-BE49-F238E27FC236}">
                <a16:creationId xmlns:a16="http://schemas.microsoft.com/office/drawing/2014/main" id="{C607CE4E-0FE7-4542-A6BC-B0920B2C7522}"/>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0" y="0"/>
                </a:moveTo>
                <a:lnTo>
                  <a:pt x="1968500" y="0"/>
                </a:lnTo>
              </a:path>
            </a:pathLst>
          </a:custGeom>
          <a:noFill xmlns:a="http://schemas.openxmlformats.org/drawingml/2006/main"/>
          <a:ln xmlns:a="http://schemas.openxmlformats.org/drawingml/2006/main" w="13335">
            <a:solidFill>
              <a:srgbClr val="C4483C"/>
            </a:solidFill>
          </a:ln>
        </p:spPr>
      </p:sp>
      <p:sp>
        <p:nvSpPr>
          <p:cNvPr id="45" name="">
            <a:extLst xmlns:a="http://schemas.openxmlformats.org/drawingml/2006/main">
              <a:ext uri="{FF2B5EF4-FFF2-40B4-BE49-F238E27FC236}">
                <a16:creationId xmlns:a16="http://schemas.microsoft.com/office/drawing/2014/main" id="{E8761C41-1D7C-4961-98A7-1D886A77CEB0}"/>
              </a:ext>
            </a:extLst>
          </p:cNvPr>
          <p:cNvSpPr>
            <a:spLocks xmlns:a="http://schemas.openxmlformats.org/drawingml/2006/main" noGrp="1"/>
          </p:cNvSpPr>
          <p:nvPr/>
        </p:nvSpPr>
        <p:spPr>
          <a:xfrm xmlns:a="http://schemas.openxmlformats.org/drawingml/2006/main">
            <a:off x="3521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46" name="">
            <a:extLst xmlns:a="http://schemas.openxmlformats.org/drawingml/2006/main">
              <a:ext uri="{FF2B5EF4-FFF2-40B4-BE49-F238E27FC236}">
                <a16:creationId xmlns:a16="http://schemas.microsoft.com/office/drawing/2014/main" id="{A1DA14B4-4D19-4B80-B831-40AC68BAEA10}"/>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1968500" y="0"/>
                </a:moveTo>
                <a:lnTo>
                  <a:pt x="0" y="0"/>
                </a:lnTo>
              </a:path>
            </a:pathLst>
          </a:custGeom>
          <a:noFill xmlns:a="http://schemas.openxmlformats.org/drawingml/2006/main"/>
          <a:ln xmlns:a="http://schemas.openxmlformats.org/drawingml/2006/main" w="13335">
            <a:solidFill>
              <a:srgbClr val="C4483C"/>
            </a:solidFill>
          </a:ln>
        </p:spPr>
      </p:sp>
      <p:sp>
        <p:nvSpPr>
          <p:cNvPr id="47" name="">
            <a:extLst xmlns:a="http://schemas.openxmlformats.org/drawingml/2006/main">
              <a:ext uri="{FF2B5EF4-FFF2-40B4-BE49-F238E27FC236}">
                <a16:creationId xmlns:a16="http://schemas.microsoft.com/office/drawing/2014/main" id="{3FC73CEA-7C62-4F27-8504-CF4884847054}"/>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2C97196F-C5E6-493E-9C2A-13DC91D7947A}"/>
              </a:ext>
            </a:extLst>
          </p:cNvPr>
          <p:cNvSpPr>
            <a:spLocks xmlns:a="http://schemas.openxmlformats.org/drawingml/2006/main" noGrp="1"/>
          </p:cNvSpPr>
          <p:nvPr/>
        </p:nvSpPr>
        <p:spPr>
          <a:xfrm xmlns:a="http://schemas.openxmlformats.org/drawingml/2006/main">
            <a:off x="1619250" y="4286250"/>
            <a:ext cx="196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0.40 m</a:t>
            </a:r>
          </a:p>
        </p:txBody>
      </p:sp>
      <p:sp>
        <p:nvSpPr>
          <p:cNvPr id="49" name="">
            <a:extLst xmlns:a="http://schemas.openxmlformats.org/drawingml/2006/main">
              <a:ext uri="{FF2B5EF4-FFF2-40B4-BE49-F238E27FC236}">
                <a16:creationId xmlns:a16="http://schemas.microsoft.com/office/drawing/2014/main" id="{92756095-E12E-4912-9FCB-CFB953217334}"/>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0" y="0"/>
                </a:moveTo>
                <a:lnTo>
                  <a:pt x="393700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7C67B820-34BB-4644-BA1B-DA2EBE6EC4DB}"/>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1" name="">
            <a:extLst xmlns:a="http://schemas.openxmlformats.org/drawingml/2006/main">
              <a:ext uri="{FF2B5EF4-FFF2-40B4-BE49-F238E27FC236}">
                <a16:creationId xmlns:a16="http://schemas.microsoft.com/office/drawing/2014/main" id="{D89B1B35-2895-469F-9ED8-0BA91420AD14}"/>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3937000" y="0"/>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9A2ADAE5-BEFD-4448-9253-34B7B713E787}"/>
              </a:ext>
            </a:extLst>
          </p:cNvPr>
          <p:cNvSpPr>
            <a:spLocks xmlns:a="http://schemas.openxmlformats.org/drawingml/2006/main" noGrp="1"/>
          </p:cNvSpPr>
          <p:nvPr/>
        </p:nvSpPr>
        <p:spPr>
          <a:xfrm xmlns:a="http://schemas.openxmlformats.org/drawingml/2006/main">
            <a:off x="35877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3" name="">
            <a:extLst xmlns:a="http://schemas.openxmlformats.org/drawingml/2006/main">
              <a:ext uri="{FF2B5EF4-FFF2-40B4-BE49-F238E27FC236}">
                <a16:creationId xmlns:a16="http://schemas.microsoft.com/office/drawing/2014/main" id="{8118C9F5-51C2-4F2D-8BF5-9D48E1432295}"/>
              </a:ext>
            </a:extLst>
          </p:cNvPr>
          <p:cNvSpPr>
            <a:spLocks xmlns:a="http://schemas.openxmlformats.org/drawingml/2006/main" noGrp="1"/>
          </p:cNvSpPr>
          <p:nvPr/>
        </p:nvSpPr>
        <p:spPr>
          <a:xfrm xmlns:a="http://schemas.openxmlformats.org/drawingml/2006/main">
            <a:off x="3587750" y="4286250"/>
            <a:ext cx="393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54" name="">
            <a:extLst xmlns:a="http://schemas.openxmlformats.org/drawingml/2006/main">
              <a:ext uri="{FF2B5EF4-FFF2-40B4-BE49-F238E27FC236}">
                <a16:creationId xmlns:a16="http://schemas.microsoft.com/office/drawing/2014/main" id="{EEAC65C9-696E-4F71-B196-734872B97B93}"/>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55" name="">
            <a:extLst xmlns:a="http://schemas.openxmlformats.org/drawingml/2006/main">
              <a:ext uri="{FF2B5EF4-FFF2-40B4-BE49-F238E27FC236}">
                <a16:creationId xmlns:a16="http://schemas.microsoft.com/office/drawing/2014/main" id="{9699A25A-112B-41C4-90E5-E8B61CBCF29C}"/>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 0</a:t>
            </a:r>
          </a:p>
        </p:txBody>
      </p:sp>
      <p:sp>
        <p:nvSpPr>
          <p:cNvPr id="56" name="">
            <a:extLst xmlns:a="http://schemas.openxmlformats.org/drawingml/2006/main">
              <a:ext uri="{FF2B5EF4-FFF2-40B4-BE49-F238E27FC236}">
                <a16:creationId xmlns:a16="http://schemas.microsoft.com/office/drawing/2014/main" id="{DA2742B0-9C29-4258-B351-E6B77E763BA0}"/>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57" name="">
            <a:extLst xmlns:a="http://schemas.openxmlformats.org/drawingml/2006/main">
              <a:ext uri="{FF2B5EF4-FFF2-40B4-BE49-F238E27FC236}">
                <a16:creationId xmlns:a16="http://schemas.microsoft.com/office/drawing/2014/main" id="{D7B7B854-4197-4B5B-A18A-AEC2CF083E21}"/>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　）RB −</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300×（　）= 0</a:t>
            </a:r>
          </a:p>
        </p:txBody>
      </p:sp>
      <p:sp>
        <p:nvSpPr>
          <p:cNvPr id="58" name="">
            <a:extLst xmlns:a="http://schemas.openxmlformats.org/drawingml/2006/main">
              <a:ext uri="{FF2B5EF4-FFF2-40B4-BE49-F238E27FC236}">
                <a16:creationId xmlns:a16="http://schemas.microsoft.com/office/drawing/2014/main" id="{A5B2C81D-153E-4B23-9C93-7863CB71C344}"/>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④ RAを求める。⑤ Bまわりでも検算する。</a:t>
            </a:r>
          </a:p>
        </p:txBody>
      </p:sp>
      <p:sp>
        <p:nvSpPr>
          <p:cNvPr id="59" name="">
            <a:extLst xmlns:a="http://schemas.openxmlformats.org/drawingml/2006/main">
              <a:ext uri="{FF2B5EF4-FFF2-40B4-BE49-F238E27FC236}">
                <a16:creationId xmlns:a16="http://schemas.microsoft.com/office/drawing/2014/main" id="{AB703907-42D7-4B50-B8A5-F3993815A0B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反力の向きは上向きと仮定。負の答えなら向きが逆。鉛直荷重のみなので水平反力は0。</a:t>
            </a:r>
          </a:p>
        </p:txBody>
      </p:sp>
    </p:spTree>
    <p:extLst>
      <p:ext uri="{BB962C8B-B14F-4D97-AF65-F5344CB8AC3E}">
        <p14:creationId xmlns:p14="http://schemas.microsoft.com/office/powerpoint/2010/main" val="161011527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1E6AD6-5D19-4319-AEDE-91878526572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9FDC6FF0-1A37-439A-A3DB-E10DF72FF69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DBA6875-8E91-49A5-9C17-A266D8E015A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77DD65D-0A11-4AB8-878C-0AA0F333E25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F219421B-38DF-48FD-930B-E23872203FB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再開後：演習1の解答：力とモーメントを往復する</a:t>
            </a:r>
          </a:p>
        </p:txBody>
      </p:sp>
      <p:sp>
        <p:nvSpPr>
          <p:cNvPr id="6" name="">
            <a:extLst xmlns:a="http://schemas.openxmlformats.org/drawingml/2006/main">
              <a:ext uri="{FF2B5EF4-FFF2-40B4-BE49-F238E27FC236}">
                <a16:creationId xmlns:a16="http://schemas.microsoft.com/office/drawing/2014/main" id="{EE997107-3A96-4947-B4C6-A7799E12ED7C}"/>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E1A94E31-6210-4A59-BB1C-F3EA8CE204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431BF69C-7A85-4B05-A074-29645BEFF81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49</a:t>
            </a:r>
          </a:p>
        </p:txBody>
      </p:sp>
    </p:spTree>
    <p:extLst>
      <p:ext uri="{BB962C8B-B14F-4D97-AF65-F5344CB8AC3E}">
        <p14:creationId xmlns:p14="http://schemas.microsoft.com/office/powerpoint/2010/main" val="7397706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AC4DE8-0F52-4003-9D18-6A6D9102225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演習1の解答：力とモーメントを往復する</a:t>
            </a:r>
          </a:p>
        </p:txBody>
      </p:sp>
      <p:cxnSp>
        <p:nvCxnSpPr>
          <p:cNvPr id="2" name="">
            <a:extLst xmlns:a="http://schemas.openxmlformats.org/drawingml/2006/main">
              <a:ext uri="{FF2B5EF4-FFF2-40B4-BE49-F238E27FC236}">
                <a16:creationId xmlns:a16="http://schemas.microsoft.com/office/drawing/2014/main" id="{92E6F3B5-7E55-40AC-A372-3309709B1AC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3B30691-2F90-4F77-858A-A69BAF824B52}"/>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D2E96485-BB97-4DC4-AEBD-08EC44C70D8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14 / 49</a:t>
            </a:r>
          </a:p>
        </p:txBody>
      </p:sp>
      <p:sp>
        <p:nvSpPr>
          <p:cNvPr id="12" name="">
            <a:extLst xmlns:a="http://schemas.openxmlformats.org/drawingml/2006/main">
              <a:ext uri="{FF2B5EF4-FFF2-40B4-BE49-F238E27FC236}">
                <a16:creationId xmlns:a16="http://schemas.microsoft.com/office/drawing/2014/main" id="{5D5B8389-7328-4F4A-A6DB-3E0DA107E7E8}"/>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2AD4472D-AD70-4578-89E5-2C9ED35D2390}"/>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BCECA2B6-7834-4979-B99C-EEDD900FC3AC}"/>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CB91B205-2DCF-40E1-AFC1-B791DBB2D573}"/>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E4FFB005-2A0A-4EF4-BFD3-57E3E8170406}"/>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BC5BEA77-45DC-4714-82C4-751A8567ABD9}"/>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7FD0598E-AFA4-47AF-ABBF-B1B7B4896278}"/>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57987CC6-7C3A-432E-965D-4F04C0619404}"/>
              </a:ext>
            </a:extLst>
          </p:cNvPr>
          <p:cNvSpPr>
            <a:spLocks xmlns:a="http://schemas.openxmlformats.org/drawingml/2006/main" noGrp="1"/>
          </p:cNvSpPr>
          <p:nvPr/>
        </p:nvSpPr>
        <p:spPr>
          <a:xfrm xmlns:a="http://schemas.openxmlformats.org/drawingml/2006/main">
            <a:off x="358775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4A4B2C9E-994F-422A-8C26-C24ABBBC4383}"/>
              </a:ext>
            </a:extLst>
          </p:cNvPr>
          <p:cNvSpPr>
            <a:spLocks xmlns:a="http://schemas.openxmlformats.org/drawingml/2006/main" noGrp="1"/>
          </p:cNvSpPr>
          <p:nvPr/>
        </p:nvSpPr>
        <p:spPr>
          <a:xfrm xmlns:a="http://schemas.openxmlformats.org/drawingml/2006/main">
            <a:off x="354774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DA48A529-0848-4D0D-9FD0-3A6E744728BC}"/>
              </a:ext>
            </a:extLst>
          </p:cNvPr>
          <p:cNvSpPr>
            <a:spLocks xmlns:a="http://schemas.openxmlformats.org/drawingml/2006/main" noGrp="1"/>
          </p:cNvSpPr>
          <p:nvPr/>
        </p:nvSpPr>
        <p:spPr>
          <a:xfrm xmlns:a="http://schemas.openxmlformats.org/drawingml/2006/main">
            <a:off x="296862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 N</a:t>
            </a:r>
          </a:p>
        </p:txBody>
      </p:sp>
      <p:sp>
        <p:nvSpPr>
          <p:cNvPr id="22" name="">
            <a:extLst xmlns:a="http://schemas.openxmlformats.org/drawingml/2006/main">
              <a:ext uri="{FF2B5EF4-FFF2-40B4-BE49-F238E27FC236}">
                <a16:creationId xmlns:a16="http://schemas.microsoft.com/office/drawing/2014/main" id="{CE69A824-CBDA-475D-B9C2-F9820BA4F971}"/>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3" name="">
            <a:extLst xmlns:a="http://schemas.openxmlformats.org/drawingml/2006/main">
              <a:ext uri="{FF2B5EF4-FFF2-40B4-BE49-F238E27FC236}">
                <a16:creationId xmlns:a16="http://schemas.microsoft.com/office/drawing/2014/main" id="{917EFA38-F68C-4E7A-8FF2-420338EB768B}"/>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4" name="">
            <a:extLst xmlns:a="http://schemas.openxmlformats.org/drawingml/2006/main">
              <a:ext uri="{FF2B5EF4-FFF2-40B4-BE49-F238E27FC236}">
                <a16:creationId xmlns:a16="http://schemas.microsoft.com/office/drawing/2014/main" id="{6560163A-D58D-47D5-9A95-586430E28FED}"/>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FB01F518-8D14-4F4A-9E00-FDA6B271BDF2}"/>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8D41D68E-5088-484A-924D-4C701BE7AE91}"/>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 = 200 N</a:t>
            </a:r>
          </a:p>
        </p:txBody>
      </p:sp>
      <p:sp>
        <p:nvSpPr>
          <p:cNvPr id="27" name="">
            <a:extLst xmlns:a="http://schemas.openxmlformats.org/drawingml/2006/main">
              <a:ext uri="{FF2B5EF4-FFF2-40B4-BE49-F238E27FC236}">
                <a16:creationId xmlns:a16="http://schemas.microsoft.com/office/drawing/2014/main" id="{C5766F77-5F26-49C5-BD30-53C0A8D3F0CF}"/>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E6FA881A-E849-4192-9ED9-053164851927}"/>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4F365798-D893-455F-80F9-2B62B8E9A1C5}"/>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 = 100 N</a:t>
            </a:r>
          </a:p>
        </p:txBody>
      </p:sp>
      <p:sp>
        <p:nvSpPr>
          <p:cNvPr id="30" name="">
            <a:extLst xmlns:a="http://schemas.openxmlformats.org/drawingml/2006/main">
              <a:ext uri="{FF2B5EF4-FFF2-40B4-BE49-F238E27FC236}">
                <a16:creationId xmlns:a16="http://schemas.microsoft.com/office/drawing/2014/main" id="{8D07F38E-5C23-4A6E-9E82-C3601C1ACF54}"/>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0" y="0"/>
                </a:moveTo>
                <a:lnTo>
                  <a:pt x="1968500" y="0"/>
                </a:lnTo>
              </a:path>
            </a:pathLst>
          </a:custGeom>
          <a:noFill xmlns:a="http://schemas.openxmlformats.org/drawingml/2006/main"/>
          <a:ln xmlns:a="http://schemas.openxmlformats.org/drawingml/2006/main" w="13335">
            <a:solidFill>
              <a:srgbClr val="C4483C"/>
            </a:solidFill>
          </a:ln>
        </p:spPr>
      </p:sp>
      <p:sp>
        <p:nvSpPr>
          <p:cNvPr id="31" name="">
            <a:extLst xmlns:a="http://schemas.openxmlformats.org/drawingml/2006/main">
              <a:ext uri="{FF2B5EF4-FFF2-40B4-BE49-F238E27FC236}">
                <a16:creationId xmlns:a16="http://schemas.microsoft.com/office/drawing/2014/main" id="{E464DF62-9C38-4762-A7DA-8628BF9B9CD1}"/>
              </a:ext>
            </a:extLst>
          </p:cNvPr>
          <p:cNvSpPr>
            <a:spLocks xmlns:a="http://schemas.openxmlformats.org/drawingml/2006/main" noGrp="1"/>
          </p:cNvSpPr>
          <p:nvPr/>
        </p:nvSpPr>
        <p:spPr>
          <a:xfrm xmlns:a="http://schemas.openxmlformats.org/drawingml/2006/main">
            <a:off x="3521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FFFCEF0C-87AE-4D34-8B6E-E9B1BB1B6CFF}"/>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1968500" y="0"/>
                </a:moveTo>
                <a:lnTo>
                  <a:pt x="0" y="0"/>
                </a:lnTo>
              </a:path>
            </a:pathLst>
          </a:custGeom>
          <a:noFill xmlns:a="http://schemas.openxmlformats.org/drawingml/2006/main"/>
          <a:ln xmlns:a="http://schemas.openxmlformats.org/drawingml/2006/main" w="13335">
            <a:solidFill>
              <a:srgbClr val="C4483C"/>
            </a:solidFill>
          </a:ln>
        </p:spPr>
      </p:sp>
      <p:sp>
        <p:nvSpPr>
          <p:cNvPr id="33" name="">
            <a:extLst xmlns:a="http://schemas.openxmlformats.org/drawingml/2006/main">
              <a:ext uri="{FF2B5EF4-FFF2-40B4-BE49-F238E27FC236}">
                <a16:creationId xmlns:a16="http://schemas.microsoft.com/office/drawing/2014/main" id="{29683455-CF40-44B7-B060-FF1E9648F0E7}"/>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533FAC57-3E0C-4D2A-94C4-C532694BAF6E}"/>
              </a:ext>
            </a:extLst>
          </p:cNvPr>
          <p:cNvSpPr>
            <a:spLocks xmlns:a="http://schemas.openxmlformats.org/drawingml/2006/main" noGrp="1"/>
          </p:cNvSpPr>
          <p:nvPr/>
        </p:nvSpPr>
        <p:spPr>
          <a:xfrm xmlns:a="http://schemas.openxmlformats.org/drawingml/2006/main">
            <a:off x="1619250" y="4286250"/>
            <a:ext cx="196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0.40 m</a:t>
            </a:r>
          </a:p>
        </p:txBody>
      </p:sp>
      <p:sp>
        <p:nvSpPr>
          <p:cNvPr id="35" name="">
            <a:extLst xmlns:a="http://schemas.openxmlformats.org/drawingml/2006/main">
              <a:ext uri="{FF2B5EF4-FFF2-40B4-BE49-F238E27FC236}">
                <a16:creationId xmlns:a16="http://schemas.microsoft.com/office/drawing/2014/main" id="{9046754A-2F31-4A17-9464-B46494376C2C}"/>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0" y="0"/>
                </a:moveTo>
                <a:lnTo>
                  <a:pt x="3937000" y="0"/>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62F22BEB-10F4-4372-9DF4-4DF2835FBE43}"/>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7" name="">
            <a:extLst xmlns:a="http://schemas.openxmlformats.org/drawingml/2006/main">
              <a:ext uri="{FF2B5EF4-FFF2-40B4-BE49-F238E27FC236}">
                <a16:creationId xmlns:a16="http://schemas.microsoft.com/office/drawing/2014/main" id="{8A15B33C-9A3C-453D-BB04-2FEA5368DE08}"/>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3937000" y="0"/>
                </a:moveTo>
                <a:lnTo>
                  <a:pt x="0" y="0"/>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27281585-485B-4C53-A6B1-738E0B56539C}"/>
              </a:ext>
            </a:extLst>
          </p:cNvPr>
          <p:cNvSpPr>
            <a:spLocks xmlns:a="http://schemas.openxmlformats.org/drawingml/2006/main" noGrp="1"/>
          </p:cNvSpPr>
          <p:nvPr/>
        </p:nvSpPr>
        <p:spPr>
          <a:xfrm xmlns:a="http://schemas.openxmlformats.org/drawingml/2006/main">
            <a:off x="35877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9" name="">
            <a:extLst xmlns:a="http://schemas.openxmlformats.org/drawingml/2006/main">
              <a:ext uri="{FF2B5EF4-FFF2-40B4-BE49-F238E27FC236}">
                <a16:creationId xmlns:a16="http://schemas.microsoft.com/office/drawing/2014/main" id="{2FA992FB-3210-4AFB-A488-DD93C21B62DE}"/>
              </a:ext>
            </a:extLst>
          </p:cNvPr>
          <p:cNvSpPr>
            <a:spLocks xmlns:a="http://schemas.openxmlformats.org/drawingml/2006/main" noGrp="1"/>
          </p:cNvSpPr>
          <p:nvPr/>
        </p:nvSpPr>
        <p:spPr>
          <a:xfrm xmlns:a="http://schemas.openxmlformats.org/drawingml/2006/main">
            <a:off x="3587750" y="4286250"/>
            <a:ext cx="393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40" name="">
            <a:extLst xmlns:a="http://schemas.openxmlformats.org/drawingml/2006/main">
              <a:ext uri="{FF2B5EF4-FFF2-40B4-BE49-F238E27FC236}">
                <a16:creationId xmlns:a16="http://schemas.microsoft.com/office/drawing/2014/main" id="{4833464A-7344-4BED-AEE7-7E614ABF8C44}"/>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41" name="">
            <a:extLst xmlns:a="http://schemas.openxmlformats.org/drawingml/2006/main">
              <a:ext uri="{FF2B5EF4-FFF2-40B4-BE49-F238E27FC236}">
                <a16:creationId xmlns:a16="http://schemas.microsoft.com/office/drawing/2014/main" id="{92B6D8CA-352C-469D-88F9-C1AAA6FAAD54}"/>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− 300 = 0</a:t>
            </a:r>
          </a:p>
        </p:txBody>
      </p:sp>
      <p:sp>
        <p:nvSpPr>
          <p:cNvPr id="42" name="">
            <a:extLst xmlns:a="http://schemas.openxmlformats.org/drawingml/2006/main">
              <a:ext uri="{FF2B5EF4-FFF2-40B4-BE49-F238E27FC236}">
                <a16:creationId xmlns:a16="http://schemas.microsoft.com/office/drawing/2014/main" id="{2AB6AE36-4978-473D-93E1-265278F5C421}"/>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43" name="">
            <a:extLst xmlns:a="http://schemas.openxmlformats.org/drawingml/2006/main">
              <a:ext uri="{FF2B5EF4-FFF2-40B4-BE49-F238E27FC236}">
                <a16:creationId xmlns:a16="http://schemas.microsoft.com/office/drawing/2014/main" id="{6F496721-05F6-4A92-8DD0-A8395835E521}"/>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1.2RB − 300×0.40 = 0</a:t>
            </a:r>
          </a:p>
        </p:txBody>
      </p:sp>
      <p:sp>
        <p:nvSpPr>
          <p:cNvPr id="44" name="">
            <a:extLst xmlns:a="http://schemas.openxmlformats.org/drawingml/2006/main">
              <a:ext uri="{FF2B5EF4-FFF2-40B4-BE49-F238E27FC236}">
                <a16:creationId xmlns:a16="http://schemas.microsoft.com/office/drawing/2014/main" id="{DA500EED-A3BA-44E6-ADE4-D2DCB19CB42C}"/>
              </a:ext>
            </a:extLst>
          </p:cNvPr>
          <p:cNvSpPr>
            <a:spLocks xmlns:a="http://schemas.openxmlformats.org/drawingml/2006/main" noGrp="1"/>
          </p:cNvSpPr>
          <p:nvPr/>
        </p:nvSpPr>
        <p:spPr>
          <a:xfrm xmlns:a="http://schemas.openxmlformats.org/drawingml/2006/main">
            <a:off x="8239125" y="4429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RB = 100 N</a:t>
            </a:r>
          </a:p>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RA = 200 N</a:t>
            </a:r>
          </a:p>
        </p:txBody>
      </p:sp>
      <p:sp>
        <p:nvSpPr>
          <p:cNvPr id="45" name="">
            <a:extLst xmlns:a="http://schemas.openxmlformats.org/drawingml/2006/main">
              <a:ext uri="{FF2B5EF4-FFF2-40B4-BE49-F238E27FC236}">
                <a16:creationId xmlns:a16="http://schemas.microsoft.com/office/drawing/2014/main" id="{C06D1F84-9BE8-439B-BE01-3CE17B6E13DB}"/>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① 外力図の距離を、③の式の各項に対応させる。</a:t>
            </a:r>
          </a:p>
        </p:txBody>
      </p:sp>
      <p:sp>
        <p:nvSpPr>
          <p:cNvPr id="46" name="">
            <a:extLst xmlns:a="http://schemas.openxmlformats.org/drawingml/2006/main">
              <a:ext uri="{FF2B5EF4-FFF2-40B4-BE49-F238E27FC236}">
                <a16:creationId xmlns:a16="http://schemas.microsoft.com/office/drawing/2014/main" id="{77DD797E-5D71-4363-95B2-2A46E1A89057}"/>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⑤ Bまわり：−200×1.2 + 300×0.80 = 0。Aに近い荷重なのでAの反力が大きい。</a:t>
            </a:r>
          </a:p>
        </p:txBody>
      </p:sp>
    </p:spTree>
    <p:extLst>
      <p:ext uri="{BB962C8B-B14F-4D97-AF65-F5344CB8AC3E}">
        <p14:creationId xmlns:p14="http://schemas.microsoft.com/office/powerpoint/2010/main" val="11968465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112B3E-54DD-46A5-AD17-421444793BE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荷重位置による反力の変化</a:t>
            </a:r>
          </a:p>
        </p:txBody>
      </p:sp>
      <p:sp>
        <p:nvSpPr>
          <p:cNvPr id="2" name="">
            <a:extLst xmlns:a="http://schemas.openxmlformats.org/drawingml/2006/main">
              <a:ext uri="{FF2B5EF4-FFF2-40B4-BE49-F238E27FC236}">
                <a16:creationId xmlns:a16="http://schemas.microsoft.com/office/drawing/2014/main" id="{351AE06F-1872-4CE1-85D8-D0EB75CB795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07D8009-C646-422F-851E-1A22C04E831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CF113669-2A42-43C8-8DAD-1C2173A5243E}"/>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Aからの位置 a / 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R_A / N</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R_B / N</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0.20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250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50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0.60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150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150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0.80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E282366-3626-41F4-BE21-D5F6E20F142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L=1.20 m、P=300 N。R_B=Pa/L、R_A=P(L−a)/L。自重を省略。</a:t>
            </a:r>
          </a:p>
        </p:txBody>
      </p:sp>
      <p:sp>
        <p:nvSpPr>
          <p:cNvPr id="6" name="">
            <a:extLst xmlns:a="http://schemas.openxmlformats.org/drawingml/2006/main">
              <a:ext uri="{FF2B5EF4-FFF2-40B4-BE49-F238E27FC236}">
                <a16:creationId xmlns:a16="http://schemas.microsoft.com/office/drawing/2014/main" id="{7123A42A-2EA7-4A07-A3DB-327271749B3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49</a:t>
            </a:r>
          </a:p>
        </p:txBody>
      </p:sp>
    </p:spTree>
    <p:extLst>
      <p:ext uri="{BB962C8B-B14F-4D97-AF65-F5344CB8AC3E}">
        <p14:creationId xmlns:p14="http://schemas.microsoft.com/office/powerpoint/2010/main" val="1589836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D485C03-1BC2-42F8-B359-009EFD7AA47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切って考える：同じ手順を断面にも使う</a:t>
            </a:r>
          </a:p>
        </p:txBody>
      </p:sp>
      <p:cxnSp>
        <p:nvCxnSpPr>
          <p:cNvPr id="2" name="">
            <a:extLst xmlns:a="http://schemas.openxmlformats.org/drawingml/2006/main">
              <a:ext uri="{FF2B5EF4-FFF2-40B4-BE49-F238E27FC236}">
                <a16:creationId xmlns:a16="http://schemas.microsoft.com/office/drawing/2014/main" id="{8CF7104F-94BD-420F-8F28-5805C9530B3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09E5EF3-7B6E-4CFF-8ED4-F220378BDA5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A2337CD2-73E9-4AB2-9679-48C7F5FCC029}"/>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49</a:t>
            </a:r>
          </a:p>
        </p:txBody>
      </p:sp>
      <p:sp>
        <p:nvSpPr>
          <p:cNvPr id="26" name="">
            <a:extLst xmlns:a="http://schemas.openxmlformats.org/drawingml/2006/main">
              <a:ext uri="{FF2B5EF4-FFF2-40B4-BE49-F238E27FC236}">
                <a16:creationId xmlns:a16="http://schemas.microsoft.com/office/drawing/2014/main" id="{BE3C3DE4-2B59-4A81-A7F1-283DAE31E49C}"/>
              </a:ext>
            </a:extLst>
          </p:cNvPr>
          <p:cNvSpPr>
            <a:spLocks xmlns:a="http://schemas.openxmlformats.org/drawingml/2006/main" noGrp="1"/>
          </p:cNvSpPr>
          <p:nvPr/>
        </p:nvSpPr>
        <p:spPr>
          <a:xfrm xmlns:a="http://schemas.openxmlformats.org/drawingml/2006/main">
            <a:off x="809625" y="15240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全体の外力図</a:t>
            </a:r>
          </a:p>
        </p:txBody>
      </p:sp>
      <p:sp>
        <p:nvSpPr>
          <p:cNvPr id="27" name="">
            <a:extLst xmlns:a="http://schemas.openxmlformats.org/drawingml/2006/main">
              <a:ext uri="{FF2B5EF4-FFF2-40B4-BE49-F238E27FC236}">
                <a16:creationId xmlns:a16="http://schemas.microsoft.com/office/drawing/2014/main" id="{80181FC3-883F-4DBE-A80D-444E5F8DB200}"/>
              </a:ext>
            </a:extLst>
          </p:cNvPr>
          <p:cNvSpPr>
            <a:spLocks xmlns:a="http://schemas.openxmlformats.org/drawingml/2006/main" noGrp="1"/>
          </p:cNvSpPr>
          <p:nvPr/>
        </p:nvSpPr>
        <p:spPr>
          <a:xfrm xmlns:a="http://schemas.openxmlformats.org/drawingml/2006/main">
            <a:off x="1524000" y="2762250"/>
            <a:ext cx="8096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F3AD5B36-77FE-47AD-80CC-725FBE79E5BE}"/>
              </a:ext>
            </a:extLst>
          </p:cNvPr>
          <p:cNvSpPr>
            <a:spLocks xmlns:a="http://schemas.openxmlformats.org/drawingml/2006/main" noGrp="1"/>
          </p:cNvSpPr>
          <p:nvPr/>
        </p:nvSpPr>
        <p:spPr>
          <a:xfrm xmlns:a="http://schemas.openxmlformats.org/drawingml/2006/main">
            <a:off x="1362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9E709727-C872-4023-A71B-A08BCDEE25F6}"/>
              </a:ext>
            </a:extLst>
          </p:cNvPr>
          <p:cNvSpPr>
            <a:spLocks xmlns:a="http://schemas.openxmlformats.org/drawingml/2006/main" noGrp="1"/>
          </p:cNvSpPr>
          <p:nvPr/>
        </p:nvSpPr>
        <p:spPr>
          <a:xfrm xmlns:a="http://schemas.openxmlformats.org/drawingml/2006/main">
            <a:off x="12477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28B60260-D4A8-4685-AE57-A271C98CF8FF}"/>
              </a:ext>
            </a:extLst>
          </p:cNvPr>
          <p:cNvSpPr>
            <a:spLocks xmlns:a="http://schemas.openxmlformats.org/drawingml/2006/main" noGrp="1"/>
          </p:cNvSpPr>
          <p:nvPr/>
        </p:nvSpPr>
        <p:spPr>
          <a:xfrm xmlns:a="http://schemas.openxmlformats.org/drawingml/2006/main">
            <a:off x="94583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1" name="">
            <a:extLst xmlns:a="http://schemas.openxmlformats.org/drawingml/2006/main">
              <a:ext uri="{FF2B5EF4-FFF2-40B4-BE49-F238E27FC236}">
                <a16:creationId xmlns:a16="http://schemas.microsoft.com/office/drawing/2014/main" id="{3B9BDE4E-A70D-4B1A-AA3E-78ECA2AE8E8A}"/>
              </a:ext>
            </a:extLst>
          </p:cNvPr>
          <p:cNvSpPr>
            <a:spLocks xmlns:a="http://schemas.openxmlformats.org/drawingml/2006/main" noGrp="1"/>
          </p:cNvSpPr>
          <p:nvPr/>
        </p:nvSpPr>
        <p:spPr>
          <a:xfrm xmlns:a="http://schemas.openxmlformats.org/drawingml/2006/main">
            <a:off x="94964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CF18D748-F450-4A19-BA54-7CF949F53BE6}"/>
              </a:ext>
            </a:extLst>
          </p:cNvPr>
          <p:cNvSpPr>
            <a:spLocks xmlns:a="http://schemas.openxmlformats.org/drawingml/2006/main" noGrp="1"/>
          </p:cNvSpPr>
          <p:nvPr/>
        </p:nvSpPr>
        <p:spPr>
          <a:xfrm xmlns:a="http://schemas.openxmlformats.org/drawingml/2006/main">
            <a:off x="96488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50F3AD8E-ED7A-48FF-AD67-84471B3E207A}"/>
              </a:ext>
            </a:extLst>
          </p:cNvPr>
          <p:cNvSpPr>
            <a:spLocks xmlns:a="http://schemas.openxmlformats.org/drawingml/2006/main" noGrp="1"/>
          </p:cNvSpPr>
          <p:nvPr/>
        </p:nvSpPr>
        <p:spPr>
          <a:xfrm xmlns:a="http://schemas.openxmlformats.org/drawingml/2006/main">
            <a:off x="934402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2637F345-00F1-436D-8379-2A31A6E96C5A}"/>
              </a:ext>
            </a:extLst>
          </p:cNvPr>
          <p:cNvSpPr>
            <a:spLocks xmlns:a="http://schemas.openxmlformats.org/drawingml/2006/main" noGrp="1"/>
          </p:cNvSpPr>
          <p:nvPr/>
        </p:nvSpPr>
        <p:spPr>
          <a:xfrm xmlns:a="http://schemas.openxmlformats.org/drawingml/2006/main">
            <a:off x="5572125" y="2143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566C2AAC-F156-4A53-9825-5B52287B16FE}"/>
              </a:ext>
            </a:extLst>
          </p:cNvPr>
          <p:cNvSpPr>
            <a:spLocks xmlns:a="http://schemas.openxmlformats.org/drawingml/2006/main" noGrp="1"/>
          </p:cNvSpPr>
          <p:nvPr/>
        </p:nvSpPr>
        <p:spPr>
          <a:xfrm xmlns:a="http://schemas.openxmlformats.org/drawingml/2006/main">
            <a:off x="5532120" y="2628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D1159FCA-BFD6-472C-9B99-BF12AE79E499}"/>
              </a:ext>
            </a:extLst>
          </p:cNvPr>
          <p:cNvSpPr>
            <a:spLocks xmlns:a="http://schemas.openxmlformats.org/drawingml/2006/main" noGrp="1"/>
          </p:cNvSpPr>
          <p:nvPr/>
        </p:nvSpPr>
        <p:spPr>
          <a:xfrm xmlns:a="http://schemas.openxmlformats.org/drawingml/2006/main">
            <a:off x="4953000" y="166687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7" name="">
            <a:extLst xmlns:a="http://schemas.openxmlformats.org/drawingml/2006/main">
              <a:ext uri="{FF2B5EF4-FFF2-40B4-BE49-F238E27FC236}">
                <a16:creationId xmlns:a16="http://schemas.microsoft.com/office/drawing/2014/main" id="{D0730FA9-977E-4260-B200-CA5A32E5C616}"/>
              </a:ext>
            </a:extLst>
          </p:cNvPr>
          <p:cNvSpPr>
            <a:spLocks xmlns:a="http://schemas.openxmlformats.org/drawingml/2006/main" noGrp="1"/>
          </p:cNvSpPr>
          <p:nvPr/>
        </p:nvSpPr>
        <p:spPr>
          <a:xfrm xmlns:a="http://schemas.openxmlformats.org/drawingml/2006/main">
            <a:off x="90487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8" name="">
            <a:extLst xmlns:a="http://schemas.openxmlformats.org/drawingml/2006/main">
              <a:ext uri="{FF2B5EF4-FFF2-40B4-BE49-F238E27FC236}">
                <a16:creationId xmlns:a16="http://schemas.microsoft.com/office/drawing/2014/main" id="{C212F0F6-53CB-47A1-BE73-8A40E03EF646}"/>
              </a:ext>
            </a:extLst>
          </p:cNvPr>
          <p:cNvSpPr>
            <a:spLocks xmlns:a="http://schemas.openxmlformats.org/drawingml/2006/main" noGrp="1"/>
          </p:cNvSpPr>
          <p:nvPr/>
        </p:nvSpPr>
        <p:spPr>
          <a:xfrm xmlns:a="http://schemas.openxmlformats.org/drawingml/2006/main">
            <a:off x="993457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31B9E440-B3D4-4360-94E0-6A4F1FABF908}"/>
              </a:ext>
            </a:extLst>
          </p:cNvPr>
          <p:cNvSpPr>
            <a:spLocks xmlns:a="http://schemas.openxmlformats.org/drawingml/2006/main" noGrp="1"/>
          </p:cNvSpPr>
          <p:nvPr/>
        </p:nvSpPr>
        <p:spPr>
          <a:xfrm xmlns:a="http://schemas.openxmlformats.org/drawingml/2006/main">
            <a:off x="1524000" y="29718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0" name="">
            <a:extLst xmlns:a="http://schemas.openxmlformats.org/drawingml/2006/main">
              <a:ext uri="{FF2B5EF4-FFF2-40B4-BE49-F238E27FC236}">
                <a16:creationId xmlns:a16="http://schemas.microsoft.com/office/drawing/2014/main" id="{C4DC664C-9E90-4D1E-BB60-9818BA5D124B}"/>
              </a:ext>
            </a:extLst>
          </p:cNvPr>
          <p:cNvSpPr>
            <a:spLocks xmlns:a="http://schemas.openxmlformats.org/drawingml/2006/main" noGrp="1"/>
          </p:cNvSpPr>
          <p:nvPr/>
        </p:nvSpPr>
        <p:spPr>
          <a:xfrm xmlns:a="http://schemas.openxmlformats.org/drawingml/2006/main">
            <a:off x="1483995" y="29718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8486527B-0F42-4221-AFE9-DB2FFCD65E26}"/>
              </a:ext>
            </a:extLst>
          </p:cNvPr>
          <p:cNvSpPr>
            <a:spLocks xmlns:a="http://schemas.openxmlformats.org/drawingml/2006/main" noGrp="1"/>
          </p:cNvSpPr>
          <p:nvPr/>
        </p:nvSpPr>
        <p:spPr>
          <a:xfrm xmlns:a="http://schemas.openxmlformats.org/drawingml/2006/main">
            <a:off x="714375" y="37242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100 N</a:t>
            </a:r>
          </a:p>
        </p:txBody>
      </p:sp>
      <p:sp>
        <p:nvSpPr>
          <p:cNvPr id="42" name="">
            <a:extLst xmlns:a="http://schemas.openxmlformats.org/drawingml/2006/main">
              <a:ext uri="{FF2B5EF4-FFF2-40B4-BE49-F238E27FC236}">
                <a16:creationId xmlns:a16="http://schemas.microsoft.com/office/drawing/2014/main" id="{9C0ACA9A-403C-4AFE-BCE2-F851B5DFFEF8}"/>
              </a:ext>
            </a:extLst>
          </p:cNvPr>
          <p:cNvSpPr>
            <a:spLocks xmlns:a="http://schemas.openxmlformats.org/drawingml/2006/main" noGrp="1"/>
          </p:cNvSpPr>
          <p:nvPr/>
        </p:nvSpPr>
        <p:spPr>
          <a:xfrm xmlns:a="http://schemas.openxmlformats.org/drawingml/2006/main">
            <a:off x="9620250" y="29718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3" name="">
            <a:extLst xmlns:a="http://schemas.openxmlformats.org/drawingml/2006/main">
              <a:ext uri="{FF2B5EF4-FFF2-40B4-BE49-F238E27FC236}">
                <a16:creationId xmlns:a16="http://schemas.microsoft.com/office/drawing/2014/main" id="{240AB892-B42C-47C3-8567-ECFCB6AB30B9}"/>
              </a:ext>
            </a:extLst>
          </p:cNvPr>
          <p:cNvSpPr>
            <a:spLocks xmlns:a="http://schemas.openxmlformats.org/drawingml/2006/main" noGrp="1"/>
          </p:cNvSpPr>
          <p:nvPr/>
        </p:nvSpPr>
        <p:spPr>
          <a:xfrm xmlns:a="http://schemas.openxmlformats.org/drawingml/2006/main">
            <a:off x="9580245" y="29718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4" name="">
            <a:extLst xmlns:a="http://schemas.openxmlformats.org/drawingml/2006/main">
              <a:ext uri="{FF2B5EF4-FFF2-40B4-BE49-F238E27FC236}">
                <a16:creationId xmlns:a16="http://schemas.microsoft.com/office/drawing/2014/main" id="{4FCE7D80-10E5-41CA-9E55-EFC2BFFE6918}"/>
              </a:ext>
            </a:extLst>
          </p:cNvPr>
          <p:cNvSpPr>
            <a:spLocks xmlns:a="http://schemas.openxmlformats.org/drawingml/2006/main" noGrp="1"/>
          </p:cNvSpPr>
          <p:nvPr/>
        </p:nvSpPr>
        <p:spPr>
          <a:xfrm xmlns:a="http://schemas.openxmlformats.org/drawingml/2006/main">
            <a:off x="8905875" y="37242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100 N</a:t>
            </a:r>
          </a:p>
        </p:txBody>
      </p:sp>
      <p:sp>
        <p:nvSpPr>
          <p:cNvPr id="45" name="">
            <a:extLst xmlns:a="http://schemas.openxmlformats.org/drawingml/2006/main">
              <a:ext uri="{FF2B5EF4-FFF2-40B4-BE49-F238E27FC236}">
                <a16:creationId xmlns:a16="http://schemas.microsoft.com/office/drawing/2014/main" id="{187C4428-8C91-42BF-8C77-7C083E3DB725}"/>
              </a:ext>
            </a:extLst>
          </p:cNvPr>
          <p:cNvSpPr>
            <a:spLocks xmlns:a="http://schemas.openxmlformats.org/drawingml/2006/main" noGrp="1"/>
          </p:cNvSpPr>
          <p:nvPr/>
        </p:nvSpPr>
        <p:spPr>
          <a:xfrm xmlns:a="http://schemas.openxmlformats.org/drawingml/2006/main">
            <a:off x="4524375" y="2286000"/>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B3889AFD-8D27-4D94-979B-6AEF92727696}"/>
              </a:ext>
            </a:extLst>
          </p:cNvPr>
          <p:cNvSpPr>
            <a:spLocks xmlns:a="http://schemas.openxmlformats.org/drawingml/2006/main" noGrp="1"/>
          </p:cNvSpPr>
          <p:nvPr/>
        </p:nvSpPr>
        <p:spPr>
          <a:xfrm xmlns:a="http://schemas.openxmlformats.org/drawingml/2006/main">
            <a:off x="4524375" y="2411016"/>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1BFCBC3C-91C2-4E44-ACF6-0E6E596CA35F}"/>
              </a:ext>
            </a:extLst>
          </p:cNvPr>
          <p:cNvSpPr>
            <a:spLocks xmlns:a="http://schemas.openxmlformats.org/drawingml/2006/main" noGrp="1"/>
          </p:cNvSpPr>
          <p:nvPr/>
        </p:nvSpPr>
        <p:spPr>
          <a:xfrm xmlns:a="http://schemas.openxmlformats.org/drawingml/2006/main">
            <a:off x="4524375" y="2536031"/>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6AB1B19A-4AD7-444E-8C34-1F5AC28D44DF}"/>
              </a:ext>
            </a:extLst>
          </p:cNvPr>
          <p:cNvSpPr>
            <a:spLocks xmlns:a="http://schemas.openxmlformats.org/drawingml/2006/main" noGrp="1"/>
          </p:cNvSpPr>
          <p:nvPr/>
        </p:nvSpPr>
        <p:spPr>
          <a:xfrm xmlns:a="http://schemas.openxmlformats.org/drawingml/2006/main">
            <a:off x="4524375" y="2661047"/>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E54331C6-1EA3-4201-95F3-0BBA1AA73115}"/>
              </a:ext>
            </a:extLst>
          </p:cNvPr>
          <p:cNvSpPr>
            <a:spLocks xmlns:a="http://schemas.openxmlformats.org/drawingml/2006/main" noGrp="1"/>
          </p:cNvSpPr>
          <p:nvPr/>
        </p:nvSpPr>
        <p:spPr>
          <a:xfrm xmlns:a="http://schemas.openxmlformats.org/drawingml/2006/main">
            <a:off x="4524375" y="2786063"/>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195B008C-F2C6-4DB9-909F-565EB4189E0D}"/>
              </a:ext>
            </a:extLst>
          </p:cNvPr>
          <p:cNvSpPr>
            <a:spLocks xmlns:a="http://schemas.openxmlformats.org/drawingml/2006/main" noGrp="1"/>
          </p:cNvSpPr>
          <p:nvPr/>
        </p:nvSpPr>
        <p:spPr>
          <a:xfrm xmlns:a="http://schemas.openxmlformats.org/drawingml/2006/main">
            <a:off x="4524375" y="2911078"/>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CAD7C3F1-8AD5-4AD4-B1E9-06E6E42F3F50}"/>
              </a:ext>
            </a:extLst>
          </p:cNvPr>
          <p:cNvSpPr>
            <a:spLocks xmlns:a="http://schemas.openxmlformats.org/drawingml/2006/main" noGrp="1"/>
          </p:cNvSpPr>
          <p:nvPr/>
        </p:nvSpPr>
        <p:spPr>
          <a:xfrm xmlns:a="http://schemas.openxmlformats.org/drawingml/2006/main">
            <a:off x="4524375" y="3036094"/>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2" name="">
            <a:extLst xmlns:a="http://schemas.openxmlformats.org/drawingml/2006/main">
              <a:ext uri="{FF2B5EF4-FFF2-40B4-BE49-F238E27FC236}">
                <a16:creationId xmlns:a16="http://schemas.microsoft.com/office/drawing/2014/main" id="{54F9D923-3CA0-45E8-8EB1-7A164ECA6D60}"/>
              </a:ext>
            </a:extLst>
          </p:cNvPr>
          <p:cNvSpPr>
            <a:spLocks xmlns:a="http://schemas.openxmlformats.org/drawingml/2006/main" noGrp="1"/>
          </p:cNvSpPr>
          <p:nvPr/>
        </p:nvSpPr>
        <p:spPr>
          <a:xfrm xmlns:a="http://schemas.openxmlformats.org/drawingml/2006/main">
            <a:off x="4524375" y="3161109"/>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3" name="">
            <a:extLst xmlns:a="http://schemas.openxmlformats.org/drawingml/2006/main">
              <a:ext uri="{FF2B5EF4-FFF2-40B4-BE49-F238E27FC236}">
                <a16:creationId xmlns:a16="http://schemas.microsoft.com/office/drawing/2014/main" id="{39D0E3AC-ED43-4295-AC98-E3DC1B2FA976}"/>
              </a:ext>
            </a:extLst>
          </p:cNvPr>
          <p:cNvSpPr>
            <a:spLocks xmlns:a="http://schemas.openxmlformats.org/drawingml/2006/main" noGrp="1"/>
          </p:cNvSpPr>
          <p:nvPr/>
        </p:nvSpPr>
        <p:spPr>
          <a:xfrm xmlns:a="http://schemas.openxmlformats.org/drawingml/2006/main">
            <a:off x="3238500" y="1952625"/>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buNone/>
              <a:defRPr sz="1800" b="1">
                <a:solidFill>
                  <a:srgbClr val="087E8B"/>
                </a:solidFill>
                <a:latin typeface="Yu Gothic"/>
                <a:ea typeface="Yu Gothic"/>
                <a:cs typeface="Yu Gothic"/>
              </a:defRPr>
            </a:lvl1pPr>
            <a:lvl2pPr>
              <a:buNone/>
              <a:defRPr sz="1800" b="1">
                <a:solidFill>
                  <a:srgbClr val="087E8B"/>
                </a:solidFill>
                <a:latin typeface="Yu Gothic"/>
                <a:ea typeface="Yu Gothic"/>
                <a:cs typeface="Yu Gothic"/>
              </a:defRPr>
            </a:lvl2pPr>
            <a:lvl3pPr>
              <a:buNone/>
              <a:defRPr sz="1800" b="1">
                <a:solidFill>
                  <a:srgbClr val="087E8B"/>
                </a:solidFill>
                <a:latin typeface="Yu Gothic"/>
                <a:ea typeface="Yu Gothic"/>
                <a:cs typeface="Yu Gothic"/>
              </a:defRPr>
            </a:lvl3pPr>
            <a:lvl4pPr>
              <a:buNone/>
              <a:defRPr sz="1800" b="1">
                <a:solidFill>
                  <a:srgbClr val="087E8B"/>
                </a:solidFill>
                <a:latin typeface="Yu Gothic"/>
                <a:ea typeface="Yu Gothic"/>
                <a:cs typeface="Yu Gothic"/>
              </a:defRPr>
            </a:lvl4pPr>
            <a:lvl5pPr>
              <a:buNone/>
              <a:defRPr sz="1800" b="1">
                <a:solidFill>
                  <a:srgbClr val="087E8B"/>
                </a:solidFill>
                <a:latin typeface="Yu Gothic"/>
                <a:ea typeface="Yu Gothic"/>
                <a:cs typeface="Yu Gothic"/>
              </a:defRPr>
            </a:lvl5pPr>
            <a:lvl6pPr>
              <a:buNone/>
              <a:defRPr sz="1800" b="1">
                <a:solidFill>
                  <a:srgbClr val="087E8B"/>
                </a:solidFill>
                <a:latin typeface="Yu Gothic"/>
                <a:ea typeface="Yu Gothic"/>
                <a:cs typeface="Yu Gothic"/>
              </a:defRPr>
            </a:lvl6pPr>
            <a:lvl7pPr>
              <a:buNone/>
              <a:defRPr sz="1800" b="1">
                <a:solidFill>
                  <a:srgbClr val="087E8B"/>
                </a:solidFill>
                <a:latin typeface="Yu Gothic"/>
                <a:ea typeface="Yu Gothic"/>
                <a:cs typeface="Yu Gothic"/>
              </a:defRPr>
            </a:lvl7pPr>
            <a:lvl8pPr>
              <a:buNone/>
              <a:defRPr sz="1800" b="1">
                <a:solidFill>
                  <a:srgbClr val="087E8B"/>
                </a:solidFill>
                <a:latin typeface="Yu Gothic"/>
                <a:ea typeface="Yu Gothic"/>
                <a:cs typeface="Yu Gothic"/>
              </a:defRPr>
            </a:lvl8pPr>
            <a:lvl9pPr>
              <a:buNone/>
              <a:defRPr sz="1800" b="1">
                <a:solidFill>
                  <a:srgbClr val="087E8B"/>
                </a:solidFill>
                <a:latin typeface="Yu Gothic"/>
                <a:ea typeface="Yu Gothic"/>
                <a:cs typeface="Yu Gothic"/>
              </a:defRPr>
            </a:lvl9pPr>
          </a:lstStyle>
          <a:p xmlns:a="http://schemas.openxmlformats.org/drawingml/2006/main">
            <a:pPr>
              <a:buNone/>
              <a:defRPr sz="1800" b="1">
                <a:solidFill>
                  <a:srgbClr val="087E8B"/>
                </a:solidFill>
                <a:latin typeface="Yu Gothic"/>
                <a:ea typeface="Yu Gothic"/>
                <a:cs typeface="Yu Gothic"/>
              </a:defRPr>
            </a:pPr>
            <a:r>
              <a:rPr sz="1800" b="1">
                <a:solidFill>
                  <a:srgbClr val="087E8B"/>
                </a:solidFill>
                <a:latin typeface="Yu Gothic"/>
                <a:ea typeface="Yu Gothic"/>
                <a:cs typeface="Yu Gothic"/>
              </a:rPr>
              <a:t>ここで切る</a:t>
            </a:r>
          </a:p>
        </p:txBody>
      </p:sp>
      <p:sp>
        <p:nvSpPr>
          <p:cNvPr id="54" name="">
            <a:extLst xmlns:a="http://schemas.openxmlformats.org/drawingml/2006/main">
              <a:ext uri="{FF2B5EF4-FFF2-40B4-BE49-F238E27FC236}">
                <a16:creationId xmlns:a16="http://schemas.microsoft.com/office/drawing/2014/main" id="{DCAD4B96-AEB3-414C-8AC5-97FFD6454AEA}"/>
              </a:ext>
            </a:extLst>
          </p:cNvPr>
          <p:cNvSpPr>
            <a:spLocks xmlns:a="http://schemas.openxmlformats.org/drawingml/2006/main" noGrp="1"/>
          </p:cNvSpPr>
          <p:nvPr/>
        </p:nvSpPr>
        <p:spPr>
          <a:xfrm xmlns:a="http://schemas.openxmlformats.org/drawingml/2006/main">
            <a:off x="809625" y="40957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左部分を取り出す</a:t>
            </a:r>
          </a:p>
        </p:txBody>
      </p:sp>
      <p:sp>
        <p:nvSpPr>
          <p:cNvPr id="55" name="">
            <a:extLst xmlns:a="http://schemas.openxmlformats.org/drawingml/2006/main">
              <a:ext uri="{FF2B5EF4-FFF2-40B4-BE49-F238E27FC236}">
                <a16:creationId xmlns:a16="http://schemas.microsoft.com/office/drawing/2014/main" id="{5E98BF83-6256-4303-BD7D-8AC588C1B169}"/>
              </a:ext>
            </a:extLst>
          </p:cNvPr>
          <p:cNvSpPr>
            <a:spLocks xmlns:a="http://schemas.openxmlformats.org/drawingml/2006/main" noGrp="1"/>
          </p:cNvSpPr>
          <p:nvPr/>
        </p:nvSpPr>
        <p:spPr>
          <a:xfrm xmlns:a="http://schemas.openxmlformats.org/drawingml/2006/main">
            <a:off x="1714500" y="4714875"/>
            <a:ext cx="2809875" cy="190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FF2DD5BB-F6E0-4C16-865A-30A011D5F82C}"/>
              </a:ext>
            </a:extLst>
          </p:cNvPr>
          <p:cNvSpPr>
            <a:spLocks xmlns:a="http://schemas.openxmlformats.org/drawingml/2006/main" noGrp="1"/>
          </p:cNvSpPr>
          <p:nvPr/>
        </p:nvSpPr>
        <p:spPr>
          <a:xfrm xmlns:a="http://schemas.openxmlformats.org/drawingml/2006/main">
            <a:off x="1714500" y="4943475"/>
            <a:ext cx="9525" cy="342900"/>
          </a:xfrm>
          <a:custGeom xmlns:a="http://schemas.openxmlformats.org/drawingml/2006/main">
            <a:pathLst>
              <a:path w="9525" h="342900">
                <a:moveTo>
                  <a:pt x="0" y="342900"/>
                </a:moveTo>
                <a:lnTo>
                  <a:pt x="0" y="0"/>
                </a:lnTo>
              </a:path>
            </a:pathLst>
          </a:custGeom>
          <a:noFill xmlns:a="http://schemas.openxmlformats.org/drawingml/2006/main"/>
          <a:ln xmlns:a="http://schemas.openxmlformats.org/drawingml/2006/main" w="28575">
            <a:solidFill>
              <a:srgbClr val="2876A8"/>
            </a:solidFill>
          </a:ln>
        </p:spPr>
      </p:sp>
      <p:sp>
        <p:nvSpPr>
          <p:cNvPr id="57" name="">
            <a:extLst xmlns:a="http://schemas.openxmlformats.org/drawingml/2006/main">
              <a:ext uri="{FF2B5EF4-FFF2-40B4-BE49-F238E27FC236}">
                <a16:creationId xmlns:a16="http://schemas.microsoft.com/office/drawing/2014/main" id="{2759F89F-B9A6-449F-8489-9E8A4B73C281}"/>
              </a:ext>
            </a:extLst>
          </p:cNvPr>
          <p:cNvSpPr>
            <a:spLocks xmlns:a="http://schemas.openxmlformats.org/drawingml/2006/main" noGrp="1"/>
          </p:cNvSpPr>
          <p:nvPr/>
        </p:nvSpPr>
        <p:spPr>
          <a:xfrm xmlns:a="http://schemas.openxmlformats.org/drawingml/2006/main">
            <a:off x="1666494" y="49434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5D87121F-AAB1-4B59-A5B0-3ED049AE2BBF}"/>
              </a:ext>
            </a:extLst>
          </p:cNvPr>
          <p:cNvSpPr>
            <a:spLocks xmlns:a="http://schemas.openxmlformats.org/drawingml/2006/main" noGrp="1"/>
          </p:cNvSpPr>
          <p:nvPr/>
        </p:nvSpPr>
        <p:spPr>
          <a:xfrm xmlns:a="http://schemas.openxmlformats.org/drawingml/2006/main">
            <a:off x="809625" y="49053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100 N</a:t>
            </a:r>
          </a:p>
        </p:txBody>
      </p:sp>
      <p:sp>
        <p:nvSpPr>
          <p:cNvPr id="59" name="">
            <a:extLst xmlns:a="http://schemas.openxmlformats.org/drawingml/2006/main">
              <a:ext uri="{FF2B5EF4-FFF2-40B4-BE49-F238E27FC236}">
                <a16:creationId xmlns:a16="http://schemas.microsoft.com/office/drawing/2014/main" id="{615D10C6-A860-4EBB-B3B3-EDA79A98E21E}"/>
              </a:ext>
            </a:extLst>
          </p:cNvPr>
          <p:cNvSpPr>
            <a:spLocks xmlns:a="http://schemas.openxmlformats.org/drawingml/2006/main" noGrp="1"/>
          </p:cNvSpPr>
          <p:nvPr/>
        </p:nvSpPr>
        <p:spPr>
          <a:xfrm xmlns:a="http://schemas.openxmlformats.org/drawingml/2006/main">
            <a:off x="4524375" y="438150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2D5CB0D-3E4B-4D41-948C-5D0F229CD430}"/>
              </a:ext>
            </a:extLst>
          </p:cNvPr>
          <p:cNvSpPr>
            <a:spLocks xmlns:a="http://schemas.openxmlformats.org/drawingml/2006/main" noGrp="1"/>
          </p:cNvSpPr>
          <p:nvPr/>
        </p:nvSpPr>
        <p:spPr>
          <a:xfrm xmlns:a="http://schemas.openxmlformats.org/drawingml/2006/main">
            <a:off x="4524375" y="450320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E739CB84-0CB8-48F4-91DB-0F53DEDB7697}"/>
              </a:ext>
            </a:extLst>
          </p:cNvPr>
          <p:cNvSpPr>
            <a:spLocks xmlns:a="http://schemas.openxmlformats.org/drawingml/2006/main" noGrp="1"/>
          </p:cNvSpPr>
          <p:nvPr/>
        </p:nvSpPr>
        <p:spPr>
          <a:xfrm xmlns:a="http://schemas.openxmlformats.org/drawingml/2006/main">
            <a:off x="4524375" y="462491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0BABCAD9-3EAD-4F23-BE95-5A92613991D4}"/>
              </a:ext>
            </a:extLst>
          </p:cNvPr>
          <p:cNvSpPr>
            <a:spLocks xmlns:a="http://schemas.openxmlformats.org/drawingml/2006/main" noGrp="1"/>
          </p:cNvSpPr>
          <p:nvPr/>
        </p:nvSpPr>
        <p:spPr>
          <a:xfrm xmlns:a="http://schemas.openxmlformats.org/drawingml/2006/main">
            <a:off x="4524375" y="474662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0D297ACC-7197-4122-B440-791787E43697}"/>
              </a:ext>
            </a:extLst>
          </p:cNvPr>
          <p:cNvSpPr>
            <a:spLocks xmlns:a="http://schemas.openxmlformats.org/drawingml/2006/main" noGrp="1"/>
          </p:cNvSpPr>
          <p:nvPr/>
        </p:nvSpPr>
        <p:spPr>
          <a:xfrm xmlns:a="http://schemas.openxmlformats.org/drawingml/2006/main">
            <a:off x="4524375" y="486833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C133DB30-92AC-45EF-8B13-5119DF993E75}"/>
              </a:ext>
            </a:extLst>
          </p:cNvPr>
          <p:cNvSpPr>
            <a:spLocks xmlns:a="http://schemas.openxmlformats.org/drawingml/2006/main" noGrp="1"/>
          </p:cNvSpPr>
          <p:nvPr/>
        </p:nvSpPr>
        <p:spPr>
          <a:xfrm xmlns:a="http://schemas.openxmlformats.org/drawingml/2006/main">
            <a:off x="4524375" y="499004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495F4316-5483-4F52-AB6A-AB2EBED4BBE7}"/>
              </a:ext>
            </a:extLst>
          </p:cNvPr>
          <p:cNvSpPr>
            <a:spLocks xmlns:a="http://schemas.openxmlformats.org/drawingml/2006/main" noGrp="1"/>
          </p:cNvSpPr>
          <p:nvPr/>
        </p:nvSpPr>
        <p:spPr>
          <a:xfrm xmlns:a="http://schemas.openxmlformats.org/drawingml/2006/main">
            <a:off x="4524375" y="511175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A596ECEC-62D3-406E-8B5D-158BB23A403F}"/>
              </a:ext>
            </a:extLst>
          </p:cNvPr>
          <p:cNvSpPr>
            <a:spLocks xmlns:a="http://schemas.openxmlformats.org/drawingml/2006/main" noGrp="1"/>
          </p:cNvSpPr>
          <p:nvPr/>
        </p:nvSpPr>
        <p:spPr>
          <a:xfrm xmlns:a="http://schemas.openxmlformats.org/drawingml/2006/main">
            <a:off x="4524375" y="523345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CD9214A1-7FF5-4F78-83F6-662A4F87B1AA}"/>
              </a:ext>
            </a:extLst>
          </p:cNvPr>
          <p:cNvSpPr>
            <a:spLocks xmlns:a="http://schemas.openxmlformats.org/drawingml/2006/main" noGrp="1"/>
          </p:cNvSpPr>
          <p:nvPr/>
        </p:nvSpPr>
        <p:spPr>
          <a:xfrm xmlns:a="http://schemas.openxmlformats.org/drawingml/2006/main">
            <a:off x="4524375" y="535516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FF1E29B8-0838-4694-A66F-10BC2521E659}"/>
              </a:ext>
            </a:extLst>
          </p:cNvPr>
          <p:cNvSpPr>
            <a:spLocks xmlns:a="http://schemas.openxmlformats.org/drawingml/2006/main" noGrp="1"/>
          </p:cNvSpPr>
          <p:nvPr/>
        </p:nvSpPr>
        <p:spPr>
          <a:xfrm xmlns:a="http://schemas.openxmlformats.org/drawingml/2006/main">
            <a:off x="4524375" y="4714875"/>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28575">
            <a:solidFill>
              <a:srgbClr val="7655A5"/>
            </a:solidFill>
          </a:ln>
        </p:spPr>
      </p:sp>
      <p:sp>
        <p:nvSpPr>
          <p:cNvPr id="69" name="">
            <a:extLst xmlns:a="http://schemas.openxmlformats.org/drawingml/2006/main">
              <a:ext uri="{FF2B5EF4-FFF2-40B4-BE49-F238E27FC236}">
                <a16:creationId xmlns:a16="http://schemas.microsoft.com/office/drawing/2014/main" id="{F74A05BE-AA50-4119-98C1-DA6242106ADF}"/>
              </a:ext>
            </a:extLst>
          </p:cNvPr>
          <p:cNvSpPr>
            <a:spLocks xmlns:a="http://schemas.openxmlformats.org/drawingml/2006/main" noGrp="1"/>
          </p:cNvSpPr>
          <p:nvPr/>
        </p:nvSpPr>
        <p:spPr>
          <a:xfrm xmlns:a="http://schemas.openxmlformats.org/drawingml/2006/main">
            <a:off x="4476369" y="5172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70" name="">
            <a:extLst xmlns:a="http://schemas.openxmlformats.org/drawingml/2006/main">
              <a:ext uri="{FF2B5EF4-FFF2-40B4-BE49-F238E27FC236}">
                <a16:creationId xmlns:a16="http://schemas.microsoft.com/office/drawing/2014/main" id="{792D712D-C303-486C-BFA5-7EA4A8AC28E5}"/>
              </a:ext>
            </a:extLst>
          </p:cNvPr>
          <p:cNvSpPr>
            <a:spLocks xmlns:a="http://schemas.openxmlformats.org/drawingml/2006/main" noGrp="1"/>
          </p:cNvSpPr>
          <p:nvPr/>
        </p:nvSpPr>
        <p:spPr>
          <a:xfrm xmlns:a="http://schemas.openxmlformats.org/drawingml/2006/main">
            <a:off x="4714875" y="4981575"/>
            <a:ext cx="428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7655A5"/>
                </a:solidFill>
                <a:latin typeface="Yu Gothic"/>
                <a:ea typeface="Yu Gothic"/>
                <a:cs typeface="Yu Gothic"/>
              </a:defRPr>
            </a:defPPr>
            <a:lvl1pPr>
              <a:buNone/>
              <a:defRPr sz="2100" b="1">
                <a:solidFill>
                  <a:srgbClr val="7655A5"/>
                </a:solidFill>
                <a:latin typeface="Yu Gothic"/>
                <a:ea typeface="Yu Gothic"/>
                <a:cs typeface="Yu Gothic"/>
              </a:defRPr>
            </a:lvl1pPr>
            <a:lvl2pPr>
              <a:buNone/>
              <a:defRPr sz="2100" b="1">
                <a:solidFill>
                  <a:srgbClr val="7655A5"/>
                </a:solidFill>
                <a:latin typeface="Yu Gothic"/>
                <a:ea typeface="Yu Gothic"/>
                <a:cs typeface="Yu Gothic"/>
              </a:defRPr>
            </a:lvl2pPr>
            <a:lvl3pPr>
              <a:buNone/>
              <a:defRPr sz="2100" b="1">
                <a:solidFill>
                  <a:srgbClr val="7655A5"/>
                </a:solidFill>
                <a:latin typeface="Yu Gothic"/>
                <a:ea typeface="Yu Gothic"/>
                <a:cs typeface="Yu Gothic"/>
              </a:defRPr>
            </a:lvl3pPr>
            <a:lvl4pPr>
              <a:buNone/>
              <a:defRPr sz="2100" b="1">
                <a:solidFill>
                  <a:srgbClr val="7655A5"/>
                </a:solidFill>
                <a:latin typeface="Yu Gothic"/>
                <a:ea typeface="Yu Gothic"/>
                <a:cs typeface="Yu Gothic"/>
              </a:defRPr>
            </a:lvl4pPr>
            <a:lvl5pPr>
              <a:buNone/>
              <a:defRPr sz="2100" b="1">
                <a:solidFill>
                  <a:srgbClr val="7655A5"/>
                </a:solidFill>
                <a:latin typeface="Yu Gothic"/>
                <a:ea typeface="Yu Gothic"/>
                <a:cs typeface="Yu Gothic"/>
              </a:defRPr>
            </a:lvl5pPr>
            <a:lvl6pPr>
              <a:buNone/>
              <a:defRPr sz="2100" b="1">
                <a:solidFill>
                  <a:srgbClr val="7655A5"/>
                </a:solidFill>
                <a:latin typeface="Yu Gothic"/>
                <a:ea typeface="Yu Gothic"/>
                <a:cs typeface="Yu Gothic"/>
              </a:defRPr>
            </a:lvl6pPr>
            <a:lvl7pPr>
              <a:buNone/>
              <a:defRPr sz="2100" b="1">
                <a:solidFill>
                  <a:srgbClr val="7655A5"/>
                </a:solidFill>
                <a:latin typeface="Yu Gothic"/>
                <a:ea typeface="Yu Gothic"/>
                <a:cs typeface="Yu Gothic"/>
              </a:defRPr>
            </a:lvl7pPr>
            <a:lvl8pPr>
              <a:buNone/>
              <a:defRPr sz="2100" b="1">
                <a:solidFill>
                  <a:srgbClr val="7655A5"/>
                </a:solidFill>
                <a:latin typeface="Yu Gothic"/>
                <a:ea typeface="Yu Gothic"/>
                <a:cs typeface="Yu Gothic"/>
              </a:defRPr>
            </a:lvl8pPr>
            <a:lvl9pPr>
              <a:buNone/>
              <a:defRPr sz="2100" b="1">
                <a:solidFill>
                  <a:srgbClr val="7655A5"/>
                </a:solidFill>
                <a:latin typeface="Yu Gothic"/>
                <a:ea typeface="Yu Gothic"/>
                <a:cs typeface="Yu Gothic"/>
              </a:defRPr>
            </a:lvl9pPr>
          </a:lstStyle>
          <a:p xmlns:a="http://schemas.openxmlformats.org/drawingml/2006/main">
            <a:pPr>
              <a:buNone/>
              <a:defRPr sz="2100" b="1">
                <a:solidFill>
                  <a:srgbClr val="7655A5"/>
                </a:solidFill>
                <a:latin typeface="Yu Gothic"/>
                <a:ea typeface="Yu Gothic"/>
                <a:cs typeface="Yu Gothic"/>
              </a:defRPr>
            </a:pPr>
            <a:r>
              <a:rPr sz="2100" b="1">
                <a:solidFill>
                  <a:srgbClr val="7655A5"/>
                </a:solidFill>
                <a:latin typeface="Yu Gothic"/>
                <a:ea typeface="Yu Gothic"/>
                <a:cs typeface="Yu Gothic"/>
              </a:rPr>
              <a:t>V</a:t>
            </a:r>
          </a:p>
        </p:txBody>
      </p:sp>
      <p:sp>
        <p:nvSpPr>
          <p:cNvPr id="71" name="">
            <a:extLst xmlns:a="http://schemas.openxmlformats.org/drawingml/2006/main">
              <a:ext uri="{FF2B5EF4-FFF2-40B4-BE49-F238E27FC236}">
                <a16:creationId xmlns:a16="http://schemas.microsoft.com/office/drawing/2014/main" id="{F73F6C0C-51A7-409D-B7D4-F61842A06AB2}"/>
              </a:ext>
            </a:extLst>
          </p:cNvPr>
          <p:cNvSpPr>
            <a:spLocks xmlns:a="http://schemas.openxmlformats.org/drawingml/2006/main" noGrp="1"/>
          </p:cNvSpPr>
          <p:nvPr/>
        </p:nvSpPr>
        <p:spPr>
          <a:xfrm xmlns:a="http://schemas.openxmlformats.org/drawingml/2006/main">
            <a:off x="4839353" y="4505488"/>
            <a:ext cx="608907" cy="568601"/>
          </a:xfrm>
          <a:custGeom xmlns:a="http://schemas.openxmlformats.org/drawingml/2006/main">
            <a:pathLst>
              <a:path w="608907" h="568601">
                <a:moveTo>
                  <a:pt x="456547" y="568601"/>
                </a:moveTo>
                <a:lnTo>
                  <a:pt x="493630" y="543383"/>
                </a:lnTo>
                <a:lnTo>
                  <a:pt x="526610" y="512996"/>
                </a:lnTo>
                <a:lnTo>
                  <a:pt x="554775" y="478099"/>
                </a:lnTo>
                <a:lnTo>
                  <a:pt x="577514" y="439446"/>
                </a:lnTo>
                <a:lnTo>
                  <a:pt x="594336" y="397876"/>
                </a:lnTo>
                <a:lnTo>
                  <a:pt x="604876" y="354287"/>
                </a:lnTo>
                <a:lnTo>
                  <a:pt x="608907" y="309624"/>
                </a:lnTo>
                <a:lnTo>
                  <a:pt x="606340" y="264852"/>
                </a:lnTo>
                <a:lnTo>
                  <a:pt x="597231" y="220942"/>
                </a:lnTo>
                <a:lnTo>
                  <a:pt x="581779" y="178844"/>
                </a:lnTo>
                <a:lnTo>
                  <a:pt x="560316" y="139468"/>
                </a:lnTo>
                <a:lnTo>
                  <a:pt x="533308" y="103668"/>
                </a:lnTo>
                <a:lnTo>
                  <a:pt x="501340" y="72219"/>
                </a:lnTo>
                <a:lnTo>
                  <a:pt x="465102" y="45800"/>
                </a:lnTo>
                <a:lnTo>
                  <a:pt x="425381" y="24984"/>
                </a:lnTo>
                <a:lnTo>
                  <a:pt x="383035" y="10223"/>
                </a:lnTo>
                <a:lnTo>
                  <a:pt x="338982" y="1834"/>
                </a:lnTo>
                <a:lnTo>
                  <a:pt x="294175" y="0"/>
                </a:lnTo>
                <a:lnTo>
                  <a:pt x="249583" y="4761"/>
                </a:lnTo>
                <a:lnTo>
                  <a:pt x="206173" y="16013"/>
                </a:lnTo>
                <a:lnTo>
                  <a:pt x="164883" y="33512"/>
                </a:lnTo>
                <a:lnTo>
                  <a:pt x="126608" y="56881"/>
                </a:lnTo>
                <a:lnTo>
                  <a:pt x="92176" y="85613"/>
                </a:lnTo>
                <a:lnTo>
                  <a:pt x="62333" y="119086"/>
                </a:lnTo>
                <a:lnTo>
                  <a:pt x="37725" y="156576"/>
                </a:lnTo>
                <a:lnTo>
                  <a:pt x="18883" y="197271"/>
                </a:lnTo>
                <a:lnTo>
                  <a:pt x="6217" y="240290"/>
                </a:lnTo>
                <a:lnTo>
                  <a:pt x="0" y="284702"/>
                </a:lnTo>
                <a:lnTo>
                  <a:pt x="367" y="329545"/>
                </a:lnTo>
                <a:lnTo>
                  <a:pt x="7310" y="373850"/>
                </a:lnTo>
                <a:lnTo>
                  <a:pt x="20678" y="416656"/>
                </a:lnTo>
                <a:lnTo>
                  <a:pt x="40183" y="457037"/>
                </a:lnTo>
              </a:path>
            </a:pathLst>
          </a:custGeom>
          <a:noFill xmlns:a="http://schemas.openxmlformats.org/drawingml/2006/main"/>
          <a:ln xmlns:a="http://schemas.openxmlformats.org/drawingml/2006/main" w="28575">
            <a:solidFill>
              <a:srgbClr val="2876A8"/>
            </a:solidFill>
          </a:ln>
        </p:spPr>
      </p:sp>
      <p:sp>
        <p:nvSpPr>
          <p:cNvPr id="72" name="">
            <a:extLst xmlns:a="http://schemas.openxmlformats.org/drawingml/2006/main">
              <a:ext uri="{FF2B5EF4-FFF2-40B4-BE49-F238E27FC236}">
                <a16:creationId xmlns:a16="http://schemas.microsoft.com/office/drawing/2014/main" id="{DAD1DF54-15C3-436B-A980-CBBC3A428E8E}"/>
              </a:ext>
            </a:extLst>
          </p:cNvPr>
          <p:cNvSpPr>
            <a:spLocks xmlns:a="http://schemas.openxmlformats.org/drawingml/2006/main" noGrp="1"/>
          </p:cNvSpPr>
          <p:nvPr/>
        </p:nvSpPr>
        <p:spPr>
          <a:xfrm xmlns:a="http://schemas.openxmlformats.org/drawingml/2006/main">
            <a:off x="4860031" y="4922144"/>
            <a:ext cx="19505" cy="40381"/>
          </a:xfrm>
          <a:custGeom xmlns:a="http://schemas.openxmlformats.org/drawingml/2006/main">
            <a:pathLst>
              <a:path w="19505" h="40381">
                <a:moveTo>
                  <a:pt x="0" y="0"/>
                </a:moveTo>
                <a:lnTo>
                  <a:pt x="19505" y="40381"/>
                </a:lnTo>
              </a:path>
            </a:pathLst>
          </a:custGeom>
          <a:noFill xmlns:a="http://schemas.openxmlformats.org/drawingml/2006/main"/>
          <a:ln xmlns:a="http://schemas.openxmlformats.org/drawingml/2006/main" w="28575">
            <a:solidFill>
              <a:srgbClr val="2876A8"/>
            </a:solidFill>
          </a:ln>
        </p:spPr>
      </p:sp>
      <p:sp>
        <p:nvSpPr>
          <p:cNvPr id="73" name="">
            <a:extLst xmlns:a="http://schemas.openxmlformats.org/drawingml/2006/main">
              <a:ext uri="{FF2B5EF4-FFF2-40B4-BE49-F238E27FC236}">
                <a16:creationId xmlns:a16="http://schemas.microsoft.com/office/drawing/2014/main" id="{6A0345BF-7858-4A19-8F88-8221549CB4B3}"/>
              </a:ext>
            </a:extLst>
          </p:cNvPr>
          <p:cNvSpPr>
            <a:spLocks xmlns:a="http://schemas.openxmlformats.org/drawingml/2006/main" noGrp="1"/>
          </p:cNvSpPr>
          <p:nvPr/>
        </p:nvSpPr>
        <p:spPr>
          <a:xfrm xmlns:a="http://schemas.openxmlformats.org/drawingml/2006/main">
            <a:off x="4802085" y="4859356"/>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74" name="">
            <a:extLst xmlns:a="http://schemas.openxmlformats.org/drawingml/2006/main">
              <a:ext uri="{FF2B5EF4-FFF2-40B4-BE49-F238E27FC236}">
                <a16:creationId xmlns:a16="http://schemas.microsoft.com/office/drawing/2014/main" id="{7EEE4D6F-61F4-4439-BDFE-C3BCEFE8108D}"/>
              </a:ext>
            </a:extLst>
          </p:cNvPr>
          <p:cNvSpPr>
            <a:spLocks xmlns:a="http://schemas.openxmlformats.org/drawingml/2006/main" noGrp="1"/>
          </p:cNvSpPr>
          <p:nvPr/>
        </p:nvSpPr>
        <p:spPr>
          <a:xfrm xmlns:a="http://schemas.openxmlformats.org/drawingml/2006/main">
            <a:off x="5524500" y="45720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M</a:t>
            </a:r>
          </a:p>
        </p:txBody>
      </p:sp>
      <p:sp>
        <p:nvSpPr>
          <p:cNvPr id="75" name="">
            <a:extLst xmlns:a="http://schemas.openxmlformats.org/drawingml/2006/main">
              <a:ext uri="{FF2B5EF4-FFF2-40B4-BE49-F238E27FC236}">
                <a16:creationId xmlns:a16="http://schemas.microsoft.com/office/drawing/2014/main" id="{7A5C38D7-5088-4AD3-912B-413049C11564}"/>
              </a:ext>
            </a:extLst>
          </p:cNvPr>
          <p:cNvSpPr>
            <a:spLocks xmlns:a="http://schemas.openxmlformats.org/drawingml/2006/main" noGrp="1"/>
          </p:cNvSpPr>
          <p:nvPr/>
        </p:nvSpPr>
        <p:spPr>
          <a:xfrm xmlns:a="http://schemas.openxmlformats.org/drawingml/2006/main">
            <a:off x="1714500" y="5372100"/>
            <a:ext cx="2809875" cy="9525"/>
          </a:xfrm>
          <a:custGeom xmlns:a="http://schemas.openxmlformats.org/drawingml/2006/main">
            <a:pathLst>
              <a:path w="2809875" h="9525">
                <a:moveTo>
                  <a:pt x="0" y="0"/>
                </a:moveTo>
                <a:lnTo>
                  <a:pt x="2809875" y="0"/>
                </a:lnTo>
              </a:path>
            </a:pathLst>
          </a:custGeom>
          <a:noFill xmlns:a="http://schemas.openxmlformats.org/drawingml/2006/main"/>
          <a:ln xmlns:a="http://schemas.openxmlformats.org/drawingml/2006/main" w="13335">
            <a:solidFill>
              <a:srgbClr val="71818B"/>
            </a:solidFill>
          </a:ln>
        </p:spPr>
      </p:sp>
      <p:sp>
        <p:nvSpPr>
          <p:cNvPr id="76" name="">
            <a:extLst xmlns:a="http://schemas.openxmlformats.org/drawingml/2006/main">
              <a:ext uri="{FF2B5EF4-FFF2-40B4-BE49-F238E27FC236}">
                <a16:creationId xmlns:a16="http://schemas.microsoft.com/office/drawing/2014/main" id="{35927224-4F17-401E-AC50-9083C2BECBA6}"/>
              </a:ext>
            </a:extLst>
          </p:cNvPr>
          <p:cNvSpPr>
            <a:spLocks xmlns:a="http://schemas.openxmlformats.org/drawingml/2006/main" noGrp="1"/>
          </p:cNvSpPr>
          <p:nvPr/>
        </p:nvSpPr>
        <p:spPr>
          <a:xfrm xmlns:a="http://schemas.openxmlformats.org/drawingml/2006/main">
            <a:off x="4457700" y="5344096"/>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7" name="">
            <a:extLst xmlns:a="http://schemas.openxmlformats.org/drawingml/2006/main">
              <a:ext uri="{FF2B5EF4-FFF2-40B4-BE49-F238E27FC236}">
                <a16:creationId xmlns:a16="http://schemas.microsoft.com/office/drawing/2014/main" id="{7A947E5E-FAE9-40A7-91E1-1506D0115B97}"/>
              </a:ext>
            </a:extLst>
          </p:cNvPr>
          <p:cNvSpPr>
            <a:spLocks xmlns:a="http://schemas.openxmlformats.org/drawingml/2006/main" noGrp="1"/>
          </p:cNvSpPr>
          <p:nvPr/>
        </p:nvSpPr>
        <p:spPr>
          <a:xfrm xmlns:a="http://schemas.openxmlformats.org/drawingml/2006/main">
            <a:off x="1714500" y="5372100"/>
            <a:ext cx="2809875" cy="9525"/>
          </a:xfrm>
          <a:custGeom xmlns:a="http://schemas.openxmlformats.org/drawingml/2006/main">
            <a:pathLst>
              <a:path w="2809875" h="9525">
                <a:moveTo>
                  <a:pt x="2809875" y="0"/>
                </a:moveTo>
                <a:lnTo>
                  <a:pt x="0" y="0"/>
                </a:lnTo>
              </a:path>
            </a:pathLst>
          </a:custGeom>
          <a:noFill xmlns:a="http://schemas.openxmlformats.org/drawingml/2006/main"/>
          <a:ln xmlns:a="http://schemas.openxmlformats.org/drawingml/2006/main" w="13335">
            <a:solidFill>
              <a:srgbClr val="71818B"/>
            </a:solidFill>
          </a:ln>
        </p:spPr>
      </p:sp>
      <p:sp>
        <p:nvSpPr>
          <p:cNvPr id="78" name="">
            <a:extLst xmlns:a="http://schemas.openxmlformats.org/drawingml/2006/main">
              <a:ext uri="{FF2B5EF4-FFF2-40B4-BE49-F238E27FC236}">
                <a16:creationId xmlns:a16="http://schemas.microsoft.com/office/drawing/2014/main" id="{EEC7165F-6EE2-4F10-9E28-4E0B1397B11F}"/>
              </a:ext>
            </a:extLst>
          </p:cNvPr>
          <p:cNvSpPr>
            <a:spLocks xmlns:a="http://schemas.openxmlformats.org/drawingml/2006/main" noGrp="1"/>
          </p:cNvSpPr>
          <p:nvPr/>
        </p:nvSpPr>
        <p:spPr>
          <a:xfrm xmlns:a="http://schemas.openxmlformats.org/drawingml/2006/main">
            <a:off x="1714500" y="5344096"/>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9" name="">
            <a:extLst xmlns:a="http://schemas.openxmlformats.org/drawingml/2006/main">
              <a:ext uri="{FF2B5EF4-FFF2-40B4-BE49-F238E27FC236}">
                <a16:creationId xmlns:a16="http://schemas.microsoft.com/office/drawing/2014/main" id="{5DC41AED-682A-4770-B3DD-7DA3900F8B8C}"/>
              </a:ext>
            </a:extLst>
          </p:cNvPr>
          <p:cNvSpPr>
            <a:spLocks xmlns:a="http://schemas.openxmlformats.org/drawingml/2006/main" noGrp="1"/>
          </p:cNvSpPr>
          <p:nvPr/>
        </p:nvSpPr>
        <p:spPr>
          <a:xfrm xmlns:a="http://schemas.openxmlformats.org/drawingml/2006/main">
            <a:off x="1714500" y="5419725"/>
            <a:ext cx="2809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80" name="">
            <a:extLst xmlns:a="http://schemas.openxmlformats.org/drawingml/2006/main">
              <a:ext uri="{FF2B5EF4-FFF2-40B4-BE49-F238E27FC236}">
                <a16:creationId xmlns:a16="http://schemas.microsoft.com/office/drawing/2014/main" id="{F230B083-F352-4664-863D-C3836E5ABAAB}"/>
              </a:ext>
            </a:extLst>
          </p:cNvPr>
          <p:cNvSpPr>
            <a:spLocks xmlns:a="http://schemas.openxmlformats.org/drawingml/2006/main" noGrp="1"/>
          </p:cNvSpPr>
          <p:nvPr/>
        </p:nvSpPr>
        <p:spPr>
          <a:xfrm xmlns:a="http://schemas.openxmlformats.org/drawingml/2006/main">
            <a:off x="7048500" y="414337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0 &lt; x &lt; 0.60 m</a:t>
            </a:r>
          </a:p>
        </p:txBody>
      </p:sp>
      <p:sp>
        <p:nvSpPr>
          <p:cNvPr id="81" name="">
            <a:extLst xmlns:a="http://schemas.openxmlformats.org/drawingml/2006/main">
              <a:ext uri="{FF2B5EF4-FFF2-40B4-BE49-F238E27FC236}">
                <a16:creationId xmlns:a16="http://schemas.microsoft.com/office/drawing/2014/main" id="{F16CFBBA-2D08-4A9C-B056-8A783EEA887D}"/>
              </a:ext>
            </a:extLst>
          </p:cNvPr>
          <p:cNvSpPr>
            <a:spLocks xmlns:a="http://schemas.openxmlformats.org/drawingml/2006/main" noGrp="1"/>
          </p:cNvSpPr>
          <p:nvPr/>
        </p:nvSpPr>
        <p:spPr>
          <a:xfrm xmlns:a="http://schemas.openxmlformats.org/drawingml/2006/main">
            <a:off x="7048500" y="461962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100 − V = 0</a:t>
            </a:r>
          </a:p>
        </p:txBody>
      </p:sp>
      <p:sp>
        <p:nvSpPr>
          <p:cNvPr id="82" name="">
            <a:extLst xmlns:a="http://schemas.openxmlformats.org/drawingml/2006/main">
              <a:ext uri="{FF2B5EF4-FFF2-40B4-BE49-F238E27FC236}">
                <a16:creationId xmlns:a16="http://schemas.microsoft.com/office/drawing/2014/main" id="{8FF1567E-28FA-4436-A743-49EB9B3EC2D5}"/>
              </a:ext>
            </a:extLst>
          </p:cNvPr>
          <p:cNvSpPr>
            <a:spLocks xmlns:a="http://schemas.openxmlformats.org/drawingml/2006/main" noGrp="1"/>
          </p:cNvSpPr>
          <p:nvPr/>
        </p:nvSpPr>
        <p:spPr>
          <a:xfrm xmlns:a="http://schemas.openxmlformats.org/drawingml/2006/main">
            <a:off x="7048500" y="509587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−100x + M = 0</a:t>
            </a:r>
          </a:p>
        </p:txBody>
      </p:sp>
      <p:sp>
        <p:nvSpPr>
          <p:cNvPr id="83" name="">
            <a:extLst xmlns:a="http://schemas.openxmlformats.org/drawingml/2006/main">
              <a:ext uri="{FF2B5EF4-FFF2-40B4-BE49-F238E27FC236}">
                <a16:creationId xmlns:a16="http://schemas.microsoft.com/office/drawing/2014/main" id="{5BCFCAFE-6EAA-4454-ADD1-A1BE7790A43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切断面で右側が左側に及ぼす作用をVとMで表す。切り出した部分にも、同じつり合いを使う。</a:t>
            </a:r>
          </a:p>
        </p:txBody>
      </p:sp>
    </p:spTree>
    <p:extLst>
      <p:ext uri="{BB962C8B-B14F-4D97-AF65-F5344CB8AC3E}">
        <p14:creationId xmlns:p14="http://schemas.microsoft.com/office/powerpoint/2010/main" val="5717430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1260B2-6A7F-458C-BBBF-D98E0DF9845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V と M の正方向を、先に決める</a:t>
            </a:r>
          </a:p>
        </p:txBody>
      </p:sp>
      <p:cxnSp>
        <p:nvCxnSpPr>
          <p:cNvPr id="2" name="">
            <a:extLst xmlns:a="http://schemas.openxmlformats.org/drawingml/2006/main">
              <a:ext uri="{FF2B5EF4-FFF2-40B4-BE49-F238E27FC236}">
                <a16:creationId xmlns:a16="http://schemas.microsoft.com/office/drawing/2014/main" id="{CE9CB6D5-013E-4982-9A59-172A98FF18B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34173BD7-B3DC-41EA-B55C-01E821935DCF}"/>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91EE638-CB55-496F-B54A-DC97E295B9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17 / 49</a:t>
            </a:r>
          </a:p>
        </p:txBody>
      </p:sp>
      <p:sp>
        <p:nvSpPr>
          <p:cNvPr id="17" name="">
            <a:extLst xmlns:a="http://schemas.openxmlformats.org/drawingml/2006/main">
              <a:ext uri="{FF2B5EF4-FFF2-40B4-BE49-F238E27FC236}">
                <a16:creationId xmlns:a16="http://schemas.microsoft.com/office/drawing/2014/main" id="{B3F5197B-C534-4E3A-886B-2A1F1F9FD990}"/>
              </a:ext>
            </a:extLst>
          </p:cNvPr>
          <p:cNvSpPr>
            <a:spLocks xmlns:a="http://schemas.openxmlformats.org/drawingml/2006/main" noGrp="1"/>
          </p:cNvSpPr>
          <p:nvPr/>
        </p:nvSpPr>
        <p:spPr>
          <a:xfrm xmlns:a="http://schemas.openxmlformats.org/drawingml/2006/main">
            <a:off x="809625"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左部分の右切断面</a:t>
            </a:r>
          </a:p>
        </p:txBody>
      </p:sp>
      <p:sp>
        <p:nvSpPr>
          <p:cNvPr id="18" name="">
            <a:extLst xmlns:a="http://schemas.openxmlformats.org/drawingml/2006/main">
              <a:ext uri="{FF2B5EF4-FFF2-40B4-BE49-F238E27FC236}">
                <a16:creationId xmlns:a16="http://schemas.microsoft.com/office/drawing/2014/main" id="{EFAC35A4-2613-49F5-9CE7-D198CFEB8460}"/>
              </a:ext>
            </a:extLst>
          </p:cNvPr>
          <p:cNvSpPr>
            <a:spLocks xmlns:a="http://schemas.openxmlformats.org/drawingml/2006/main" noGrp="1"/>
          </p:cNvSpPr>
          <p:nvPr/>
        </p:nvSpPr>
        <p:spPr>
          <a:xfrm xmlns:a="http://schemas.openxmlformats.org/drawingml/2006/main">
            <a:off x="7143750" y="161925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右部分の左切断面</a:t>
            </a:r>
          </a:p>
        </p:txBody>
      </p:sp>
      <p:sp>
        <p:nvSpPr>
          <p:cNvPr id="19" name="">
            <a:extLst xmlns:a="http://schemas.openxmlformats.org/drawingml/2006/main">
              <a:ext uri="{FF2B5EF4-FFF2-40B4-BE49-F238E27FC236}">
                <a16:creationId xmlns:a16="http://schemas.microsoft.com/office/drawing/2014/main" id="{06437889-42D8-40CB-BBE0-74285A2B4C9A}"/>
              </a:ext>
            </a:extLst>
          </p:cNvPr>
          <p:cNvSpPr>
            <a:spLocks xmlns:a="http://schemas.openxmlformats.org/drawingml/2006/main" noGrp="1"/>
          </p:cNvSpPr>
          <p:nvPr/>
        </p:nvSpPr>
        <p:spPr>
          <a:xfrm xmlns:a="http://schemas.openxmlformats.org/drawingml/2006/main">
            <a:off x="1381125" y="3000375"/>
            <a:ext cx="2952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040AD9C1-38A7-4E8D-A366-1AF553FC4F4F}"/>
              </a:ext>
            </a:extLst>
          </p:cNvPr>
          <p:cNvSpPr>
            <a:spLocks xmlns:a="http://schemas.openxmlformats.org/drawingml/2006/main" noGrp="1"/>
          </p:cNvSpPr>
          <p:nvPr/>
        </p:nvSpPr>
        <p:spPr>
          <a:xfrm xmlns:a="http://schemas.openxmlformats.org/drawingml/2006/main">
            <a:off x="7858125" y="3000375"/>
            <a:ext cx="2952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9F57AFBC-2330-472E-823C-D3AB1D1CD01A}"/>
              </a:ext>
            </a:extLst>
          </p:cNvPr>
          <p:cNvSpPr>
            <a:spLocks xmlns:a="http://schemas.openxmlformats.org/drawingml/2006/main" noGrp="1"/>
          </p:cNvSpPr>
          <p:nvPr/>
        </p:nvSpPr>
        <p:spPr>
          <a:xfrm xmlns:a="http://schemas.openxmlformats.org/drawingml/2006/main">
            <a:off x="4333875" y="247650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961DD894-2024-42A8-9FD6-82542D21D305}"/>
              </a:ext>
            </a:extLst>
          </p:cNvPr>
          <p:cNvSpPr>
            <a:spLocks xmlns:a="http://schemas.openxmlformats.org/drawingml/2006/main" noGrp="1"/>
          </p:cNvSpPr>
          <p:nvPr/>
        </p:nvSpPr>
        <p:spPr>
          <a:xfrm xmlns:a="http://schemas.openxmlformats.org/drawingml/2006/main">
            <a:off x="4333875" y="260236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0A29B947-2E1A-4586-AF6D-227E87BF760D}"/>
              </a:ext>
            </a:extLst>
          </p:cNvPr>
          <p:cNvSpPr>
            <a:spLocks xmlns:a="http://schemas.openxmlformats.org/drawingml/2006/main" noGrp="1"/>
          </p:cNvSpPr>
          <p:nvPr/>
        </p:nvSpPr>
        <p:spPr>
          <a:xfrm xmlns:a="http://schemas.openxmlformats.org/drawingml/2006/main">
            <a:off x="4333875" y="272823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0E6B3FEB-8340-4082-9CA4-2C14621360A7}"/>
              </a:ext>
            </a:extLst>
          </p:cNvPr>
          <p:cNvSpPr>
            <a:spLocks xmlns:a="http://schemas.openxmlformats.org/drawingml/2006/main" noGrp="1"/>
          </p:cNvSpPr>
          <p:nvPr/>
        </p:nvSpPr>
        <p:spPr>
          <a:xfrm xmlns:a="http://schemas.openxmlformats.org/drawingml/2006/main">
            <a:off x="4333875" y="285409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728A3287-90F5-4A25-9801-9207A5D0719F}"/>
              </a:ext>
            </a:extLst>
          </p:cNvPr>
          <p:cNvSpPr>
            <a:spLocks xmlns:a="http://schemas.openxmlformats.org/drawingml/2006/main" noGrp="1"/>
          </p:cNvSpPr>
          <p:nvPr/>
        </p:nvSpPr>
        <p:spPr>
          <a:xfrm xmlns:a="http://schemas.openxmlformats.org/drawingml/2006/main">
            <a:off x="4333875" y="297996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F95E59F1-9E65-4AC9-B973-085CD90EC249}"/>
              </a:ext>
            </a:extLst>
          </p:cNvPr>
          <p:cNvSpPr>
            <a:spLocks xmlns:a="http://schemas.openxmlformats.org/drawingml/2006/main" noGrp="1"/>
          </p:cNvSpPr>
          <p:nvPr/>
        </p:nvSpPr>
        <p:spPr>
          <a:xfrm xmlns:a="http://schemas.openxmlformats.org/drawingml/2006/main">
            <a:off x="4333875" y="310583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1C7ADD73-60CC-457F-8859-14A09818B575}"/>
              </a:ext>
            </a:extLst>
          </p:cNvPr>
          <p:cNvSpPr>
            <a:spLocks xmlns:a="http://schemas.openxmlformats.org/drawingml/2006/main" noGrp="1"/>
          </p:cNvSpPr>
          <p:nvPr/>
        </p:nvSpPr>
        <p:spPr>
          <a:xfrm xmlns:a="http://schemas.openxmlformats.org/drawingml/2006/main">
            <a:off x="4333875" y="323169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B31D7DE5-0100-4AFE-B0E0-DCA611585EA5}"/>
              </a:ext>
            </a:extLst>
          </p:cNvPr>
          <p:cNvSpPr>
            <a:spLocks xmlns:a="http://schemas.openxmlformats.org/drawingml/2006/main" noGrp="1"/>
          </p:cNvSpPr>
          <p:nvPr/>
        </p:nvSpPr>
        <p:spPr>
          <a:xfrm xmlns:a="http://schemas.openxmlformats.org/drawingml/2006/main">
            <a:off x="4333875" y="335756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A29D7DB5-4C53-4837-82DF-EF801A2517CD}"/>
              </a:ext>
            </a:extLst>
          </p:cNvPr>
          <p:cNvSpPr>
            <a:spLocks xmlns:a="http://schemas.openxmlformats.org/drawingml/2006/main" noGrp="1"/>
          </p:cNvSpPr>
          <p:nvPr/>
        </p:nvSpPr>
        <p:spPr>
          <a:xfrm xmlns:a="http://schemas.openxmlformats.org/drawingml/2006/main">
            <a:off x="4333875" y="348342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324FBCB2-0975-4EC3-9F24-EE8AD579A3BD}"/>
              </a:ext>
            </a:extLst>
          </p:cNvPr>
          <p:cNvSpPr>
            <a:spLocks xmlns:a="http://schemas.openxmlformats.org/drawingml/2006/main" noGrp="1"/>
          </p:cNvSpPr>
          <p:nvPr/>
        </p:nvSpPr>
        <p:spPr>
          <a:xfrm xmlns:a="http://schemas.openxmlformats.org/drawingml/2006/main">
            <a:off x="4333875" y="360929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C733DB67-E2EA-4171-8505-57B8F5CBB9CC}"/>
              </a:ext>
            </a:extLst>
          </p:cNvPr>
          <p:cNvSpPr>
            <a:spLocks xmlns:a="http://schemas.openxmlformats.org/drawingml/2006/main" noGrp="1"/>
          </p:cNvSpPr>
          <p:nvPr/>
        </p:nvSpPr>
        <p:spPr>
          <a:xfrm xmlns:a="http://schemas.openxmlformats.org/drawingml/2006/main">
            <a:off x="4333875" y="373516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5B0AA7C-CEE6-487F-95B7-15593BB45C5A}"/>
              </a:ext>
            </a:extLst>
          </p:cNvPr>
          <p:cNvSpPr>
            <a:spLocks xmlns:a="http://schemas.openxmlformats.org/drawingml/2006/main" noGrp="1"/>
          </p:cNvSpPr>
          <p:nvPr/>
        </p:nvSpPr>
        <p:spPr>
          <a:xfrm xmlns:a="http://schemas.openxmlformats.org/drawingml/2006/main">
            <a:off x="4333875" y="386102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E0BC4D7B-0E3D-415A-91D9-6244CC84EA7A}"/>
              </a:ext>
            </a:extLst>
          </p:cNvPr>
          <p:cNvSpPr>
            <a:spLocks xmlns:a="http://schemas.openxmlformats.org/drawingml/2006/main" noGrp="1"/>
          </p:cNvSpPr>
          <p:nvPr/>
        </p:nvSpPr>
        <p:spPr>
          <a:xfrm xmlns:a="http://schemas.openxmlformats.org/drawingml/2006/main">
            <a:off x="4333875" y="398689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87D8B050-C0FB-4037-846D-8F24CE6E08E2}"/>
              </a:ext>
            </a:extLst>
          </p:cNvPr>
          <p:cNvSpPr>
            <a:spLocks xmlns:a="http://schemas.openxmlformats.org/drawingml/2006/main" noGrp="1"/>
          </p:cNvSpPr>
          <p:nvPr/>
        </p:nvSpPr>
        <p:spPr>
          <a:xfrm xmlns:a="http://schemas.openxmlformats.org/drawingml/2006/main">
            <a:off x="4333875" y="411275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01727671-6AC4-46AF-AF11-D9CA6556EC39}"/>
              </a:ext>
            </a:extLst>
          </p:cNvPr>
          <p:cNvSpPr>
            <a:spLocks xmlns:a="http://schemas.openxmlformats.org/drawingml/2006/main" noGrp="1"/>
          </p:cNvSpPr>
          <p:nvPr/>
        </p:nvSpPr>
        <p:spPr>
          <a:xfrm xmlns:a="http://schemas.openxmlformats.org/drawingml/2006/main">
            <a:off x="7858125" y="247650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DAF4FD53-BFDC-4D2E-84ED-4E8EB233D59A}"/>
              </a:ext>
            </a:extLst>
          </p:cNvPr>
          <p:cNvSpPr>
            <a:spLocks xmlns:a="http://schemas.openxmlformats.org/drawingml/2006/main" noGrp="1"/>
          </p:cNvSpPr>
          <p:nvPr/>
        </p:nvSpPr>
        <p:spPr>
          <a:xfrm xmlns:a="http://schemas.openxmlformats.org/drawingml/2006/main">
            <a:off x="7858125" y="260236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6B45A6AD-4787-463B-B5F4-815CC96AD02D}"/>
              </a:ext>
            </a:extLst>
          </p:cNvPr>
          <p:cNvSpPr>
            <a:spLocks xmlns:a="http://schemas.openxmlformats.org/drawingml/2006/main" noGrp="1"/>
          </p:cNvSpPr>
          <p:nvPr/>
        </p:nvSpPr>
        <p:spPr>
          <a:xfrm xmlns:a="http://schemas.openxmlformats.org/drawingml/2006/main">
            <a:off x="7858125" y="272823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0522447B-8B86-4F2B-81BB-DC838A578054}"/>
              </a:ext>
            </a:extLst>
          </p:cNvPr>
          <p:cNvSpPr>
            <a:spLocks xmlns:a="http://schemas.openxmlformats.org/drawingml/2006/main" noGrp="1"/>
          </p:cNvSpPr>
          <p:nvPr/>
        </p:nvSpPr>
        <p:spPr>
          <a:xfrm xmlns:a="http://schemas.openxmlformats.org/drawingml/2006/main">
            <a:off x="7858125" y="285409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C3F04B50-8F3B-43B3-B1C2-9E6B690130C5}"/>
              </a:ext>
            </a:extLst>
          </p:cNvPr>
          <p:cNvSpPr>
            <a:spLocks xmlns:a="http://schemas.openxmlformats.org/drawingml/2006/main" noGrp="1"/>
          </p:cNvSpPr>
          <p:nvPr/>
        </p:nvSpPr>
        <p:spPr>
          <a:xfrm xmlns:a="http://schemas.openxmlformats.org/drawingml/2006/main">
            <a:off x="7858125" y="297996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5038B59F-E9F6-4B0D-AEA0-4D37D27CFBB0}"/>
              </a:ext>
            </a:extLst>
          </p:cNvPr>
          <p:cNvSpPr>
            <a:spLocks xmlns:a="http://schemas.openxmlformats.org/drawingml/2006/main" noGrp="1"/>
          </p:cNvSpPr>
          <p:nvPr/>
        </p:nvSpPr>
        <p:spPr>
          <a:xfrm xmlns:a="http://schemas.openxmlformats.org/drawingml/2006/main">
            <a:off x="7858125" y="310583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01198B69-B4D1-4414-AED5-F9C499138640}"/>
              </a:ext>
            </a:extLst>
          </p:cNvPr>
          <p:cNvSpPr>
            <a:spLocks xmlns:a="http://schemas.openxmlformats.org/drawingml/2006/main" noGrp="1"/>
          </p:cNvSpPr>
          <p:nvPr/>
        </p:nvSpPr>
        <p:spPr>
          <a:xfrm xmlns:a="http://schemas.openxmlformats.org/drawingml/2006/main">
            <a:off x="7858125" y="323169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5E53907A-FEF8-4D3D-9C91-F6523A60D9D7}"/>
              </a:ext>
            </a:extLst>
          </p:cNvPr>
          <p:cNvSpPr>
            <a:spLocks xmlns:a="http://schemas.openxmlformats.org/drawingml/2006/main" noGrp="1"/>
          </p:cNvSpPr>
          <p:nvPr/>
        </p:nvSpPr>
        <p:spPr>
          <a:xfrm xmlns:a="http://schemas.openxmlformats.org/drawingml/2006/main">
            <a:off x="7858125" y="335756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6C6E330F-04F8-4BA9-B810-F9D39175785A}"/>
              </a:ext>
            </a:extLst>
          </p:cNvPr>
          <p:cNvSpPr>
            <a:spLocks xmlns:a="http://schemas.openxmlformats.org/drawingml/2006/main" noGrp="1"/>
          </p:cNvSpPr>
          <p:nvPr/>
        </p:nvSpPr>
        <p:spPr>
          <a:xfrm xmlns:a="http://schemas.openxmlformats.org/drawingml/2006/main">
            <a:off x="7858125" y="348342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6D72992-EAEB-4E8E-8838-7CC3AC576780}"/>
              </a:ext>
            </a:extLst>
          </p:cNvPr>
          <p:cNvSpPr>
            <a:spLocks xmlns:a="http://schemas.openxmlformats.org/drawingml/2006/main" noGrp="1"/>
          </p:cNvSpPr>
          <p:nvPr/>
        </p:nvSpPr>
        <p:spPr>
          <a:xfrm xmlns:a="http://schemas.openxmlformats.org/drawingml/2006/main">
            <a:off x="7858125" y="360929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FC4784DF-8940-45C5-B536-28B3FAAB6DE5}"/>
              </a:ext>
            </a:extLst>
          </p:cNvPr>
          <p:cNvSpPr>
            <a:spLocks xmlns:a="http://schemas.openxmlformats.org/drawingml/2006/main" noGrp="1"/>
          </p:cNvSpPr>
          <p:nvPr/>
        </p:nvSpPr>
        <p:spPr>
          <a:xfrm xmlns:a="http://schemas.openxmlformats.org/drawingml/2006/main">
            <a:off x="7858125" y="373516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9E0E870A-889B-4B51-B241-757F61E65851}"/>
              </a:ext>
            </a:extLst>
          </p:cNvPr>
          <p:cNvSpPr>
            <a:spLocks xmlns:a="http://schemas.openxmlformats.org/drawingml/2006/main" noGrp="1"/>
          </p:cNvSpPr>
          <p:nvPr/>
        </p:nvSpPr>
        <p:spPr>
          <a:xfrm xmlns:a="http://schemas.openxmlformats.org/drawingml/2006/main">
            <a:off x="7858125" y="386102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EDAD6A17-CFA9-402C-A72C-18FBD0BCF06A}"/>
              </a:ext>
            </a:extLst>
          </p:cNvPr>
          <p:cNvSpPr>
            <a:spLocks xmlns:a="http://schemas.openxmlformats.org/drawingml/2006/main" noGrp="1"/>
          </p:cNvSpPr>
          <p:nvPr/>
        </p:nvSpPr>
        <p:spPr>
          <a:xfrm xmlns:a="http://schemas.openxmlformats.org/drawingml/2006/main">
            <a:off x="7858125" y="398689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727D5DEA-8D13-41F1-9922-3EEE65ECA40E}"/>
              </a:ext>
            </a:extLst>
          </p:cNvPr>
          <p:cNvSpPr>
            <a:spLocks xmlns:a="http://schemas.openxmlformats.org/drawingml/2006/main" noGrp="1"/>
          </p:cNvSpPr>
          <p:nvPr/>
        </p:nvSpPr>
        <p:spPr>
          <a:xfrm xmlns:a="http://schemas.openxmlformats.org/drawingml/2006/main">
            <a:off x="7858125" y="411275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AFCC4FF7-D93F-4D08-B26A-EA62C2E1AF8D}"/>
              </a:ext>
            </a:extLst>
          </p:cNvPr>
          <p:cNvSpPr>
            <a:spLocks xmlns:a="http://schemas.openxmlformats.org/drawingml/2006/main" noGrp="1"/>
          </p:cNvSpPr>
          <p:nvPr/>
        </p:nvSpPr>
        <p:spPr>
          <a:xfrm xmlns:a="http://schemas.openxmlformats.org/drawingml/2006/main">
            <a:off x="4333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28575">
            <a:solidFill>
              <a:srgbClr val="7655A5"/>
            </a:solidFill>
          </a:ln>
        </p:spPr>
      </p:sp>
      <p:sp>
        <p:nvSpPr>
          <p:cNvPr id="50" name="">
            <a:extLst xmlns:a="http://schemas.openxmlformats.org/drawingml/2006/main">
              <a:ext uri="{FF2B5EF4-FFF2-40B4-BE49-F238E27FC236}">
                <a16:creationId xmlns:a16="http://schemas.microsoft.com/office/drawing/2014/main" id="{9B1FD639-DEE0-4286-9C2F-5DF5E8C253C6}"/>
              </a:ext>
            </a:extLst>
          </p:cNvPr>
          <p:cNvSpPr>
            <a:spLocks xmlns:a="http://schemas.openxmlformats.org/drawingml/2006/main" noGrp="1"/>
          </p:cNvSpPr>
          <p:nvPr/>
        </p:nvSpPr>
        <p:spPr>
          <a:xfrm xmlns:a="http://schemas.openxmlformats.org/drawingml/2006/main">
            <a:off x="4285869" y="3933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51" name="">
            <a:extLst xmlns:a="http://schemas.openxmlformats.org/drawingml/2006/main">
              <a:ext uri="{FF2B5EF4-FFF2-40B4-BE49-F238E27FC236}">
                <a16:creationId xmlns:a16="http://schemas.microsoft.com/office/drawing/2014/main" id="{F13BA637-31BC-4F0D-A26A-6884DC4840B4}"/>
              </a:ext>
            </a:extLst>
          </p:cNvPr>
          <p:cNvSpPr>
            <a:spLocks xmlns:a="http://schemas.openxmlformats.org/drawingml/2006/main" noGrp="1"/>
          </p:cNvSpPr>
          <p:nvPr/>
        </p:nvSpPr>
        <p:spPr>
          <a:xfrm xmlns:a="http://schemas.openxmlformats.org/drawingml/2006/main">
            <a:off x="1238250" y="409575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7655A5"/>
                </a:solidFill>
                <a:latin typeface="Yu Gothic"/>
                <a:ea typeface="Yu Gothic"/>
                <a:cs typeface="Yu Gothic"/>
              </a:defRPr>
            </a:defPPr>
            <a:lvl1pPr>
              <a:buNone/>
              <a:defRPr sz="2100" b="1">
                <a:solidFill>
                  <a:srgbClr val="7655A5"/>
                </a:solidFill>
                <a:latin typeface="Yu Gothic"/>
                <a:ea typeface="Yu Gothic"/>
                <a:cs typeface="Yu Gothic"/>
              </a:defRPr>
            </a:lvl1pPr>
            <a:lvl2pPr>
              <a:buNone/>
              <a:defRPr sz="2100" b="1">
                <a:solidFill>
                  <a:srgbClr val="7655A5"/>
                </a:solidFill>
                <a:latin typeface="Yu Gothic"/>
                <a:ea typeface="Yu Gothic"/>
                <a:cs typeface="Yu Gothic"/>
              </a:defRPr>
            </a:lvl2pPr>
            <a:lvl3pPr>
              <a:buNone/>
              <a:defRPr sz="2100" b="1">
                <a:solidFill>
                  <a:srgbClr val="7655A5"/>
                </a:solidFill>
                <a:latin typeface="Yu Gothic"/>
                <a:ea typeface="Yu Gothic"/>
                <a:cs typeface="Yu Gothic"/>
              </a:defRPr>
            </a:lvl3pPr>
            <a:lvl4pPr>
              <a:buNone/>
              <a:defRPr sz="2100" b="1">
                <a:solidFill>
                  <a:srgbClr val="7655A5"/>
                </a:solidFill>
                <a:latin typeface="Yu Gothic"/>
                <a:ea typeface="Yu Gothic"/>
                <a:cs typeface="Yu Gothic"/>
              </a:defRPr>
            </a:lvl4pPr>
            <a:lvl5pPr>
              <a:buNone/>
              <a:defRPr sz="2100" b="1">
                <a:solidFill>
                  <a:srgbClr val="7655A5"/>
                </a:solidFill>
                <a:latin typeface="Yu Gothic"/>
                <a:ea typeface="Yu Gothic"/>
                <a:cs typeface="Yu Gothic"/>
              </a:defRPr>
            </a:lvl5pPr>
            <a:lvl6pPr>
              <a:buNone/>
              <a:defRPr sz="2100" b="1">
                <a:solidFill>
                  <a:srgbClr val="7655A5"/>
                </a:solidFill>
                <a:latin typeface="Yu Gothic"/>
                <a:ea typeface="Yu Gothic"/>
                <a:cs typeface="Yu Gothic"/>
              </a:defRPr>
            </a:lvl6pPr>
            <a:lvl7pPr>
              <a:buNone/>
              <a:defRPr sz="2100" b="1">
                <a:solidFill>
                  <a:srgbClr val="7655A5"/>
                </a:solidFill>
                <a:latin typeface="Yu Gothic"/>
                <a:ea typeface="Yu Gothic"/>
                <a:cs typeface="Yu Gothic"/>
              </a:defRPr>
            </a:lvl7pPr>
            <a:lvl8pPr>
              <a:buNone/>
              <a:defRPr sz="2100" b="1">
                <a:solidFill>
                  <a:srgbClr val="7655A5"/>
                </a:solidFill>
                <a:latin typeface="Yu Gothic"/>
                <a:ea typeface="Yu Gothic"/>
                <a:cs typeface="Yu Gothic"/>
              </a:defRPr>
            </a:lvl8pPr>
            <a:lvl9pPr>
              <a:buNone/>
              <a:defRPr sz="2100" b="1">
                <a:solidFill>
                  <a:srgbClr val="7655A5"/>
                </a:solidFill>
                <a:latin typeface="Yu Gothic"/>
                <a:ea typeface="Yu Gothic"/>
                <a:cs typeface="Yu Gothic"/>
              </a:defRPr>
            </a:lvl9pPr>
          </a:lstStyle>
          <a:p xmlns:a="http://schemas.openxmlformats.org/drawingml/2006/main">
            <a:pPr>
              <a:buNone/>
              <a:defRPr sz="2100" b="1">
                <a:solidFill>
                  <a:srgbClr val="7655A5"/>
                </a:solidFill>
                <a:latin typeface="Yu Gothic"/>
                <a:ea typeface="Yu Gothic"/>
                <a:cs typeface="Yu Gothic"/>
              </a:defRPr>
            </a:pPr>
            <a:r>
              <a:rPr sz="2100" b="1">
                <a:solidFill>
                  <a:srgbClr val="7655A5"/>
                </a:solidFill>
                <a:latin typeface="Yu Gothic"/>
                <a:ea typeface="Yu Gothic"/>
                <a:cs typeface="Yu Gothic"/>
              </a:rPr>
              <a:t>＋V：下向き</a:t>
            </a:r>
          </a:p>
        </p:txBody>
      </p:sp>
      <p:sp>
        <p:nvSpPr>
          <p:cNvPr id="52" name="">
            <a:extLst xmlns:a="http://schemas.openxmlformats.org/drawingml/2006/main">
              <a:ext uri="{FF2B5EF4-FFF2-40B4-BE49-F238E27FC236}">
                <a16:creationId xmlns:a16="http://schemas.microsoft.com/office/drawing/2014/main" id="{F80376BD-06CD-46BC-A06B-232DB7912A78}"/>
              </a:ext>
            </a:extLst>
          </p:cNvPr>
          <p:cNvSpPr>
            <a:spLocks xmlns:a="http://schemas.openxmlformats.org/drawingml/2006/main" noGrp="1"/>
          </p:cNvSpPr>
          <p:nvPr/>
        </p:nvSpPr>
        <p:spPr>
          <a:xfrm xmlns:a="http://schemas.openxmlformats.org/drawingml/2006/main">
            <a:off x="4620441" y="2714829"/>
            <a:ext cx="761133" cy="710752"/>
          </a:xfrm>
          <a:custGeom xmlns:a="http://schemas.openxmlformats.org/drawingml/2006/main">
            <a:pathLst>
              <a:path w="761133" h="710752">
                <a:moveTo>
                  <a:pt x="570684" y="710752"/>
                </a:moveTo>
                <a:lnTo>
                  <a:pt x="617037" y="679228"/>
                </a:lnTo>
                <a:lnTo>
                  <a:pt x="658262" y="641245"/>
                </a:lnTo>
                <a:lnTo>
                  <a:pt x="693468" y="597623"/>
                </a:lnTo>
                <a:lnTo>
                  <a:pt x="721893" y="549308"/>
                </a:lnTo>
                <a:lnTo>
                  <a:pt x="742920" y="497345"/>
                </a:lnTo>
                <a:lnTo>
                  <a:pt x="756095" y="442859"/>
                </a:lnTo>
                <a:lnTo>
                  <a:pt x="761133" y="387030"/>
                </a:lnTo>
                <a:lnTo>
                  <a:pt x="757925" y="331066"/>
                </a:lnTo>
                <a:lnTo>
                  <a:pt x="746539" y="276178"/>
                </a:lnTo>
                <a:lnTo>
                  <a:pt x="727223" y="223555"/>
                </a:lnTo>
                <a:lnTo>
                  <a:pt x="700395" y="174335"/>
                </a:lnTo>
                <a:lnTo>
                  <a:pt x="666635" y="129585"/>
                </a:lnTo>
                <a:lnTo>
                  <a:pt x="626675" y="90273"/>
                </a:lnTo>
                <a:lnTo>
                  <a:pt x="581378" y="57250"/>
                </a:lnTo>
                <a:lnTo>
                  <a:pt x="531726" y="31231"/>
                </a:lnTo>
                <a:lnTo>
                  <a:pt x="478794" y="12778"/>
                </a:lnTo>
                <a:lnTo>
                  <a:pt x="423728" y="2292"/>
                </a:lnTo>
                <a:lnTo>
                  <a:pt x="367718" y="0"/>
                </a:lnTo>
                <a:lnTo>
                  <a:pt x="311979" y="5951"/>
                </a:lnTo>
                <a:lnTo>
                  <a:pt x="257716" y="20016"/>
                </a:lnTo>
                <a:lnTo>
                  <a:pt x="206104" y="41890"/>
                </a:lnTo>
                <a:lnTo>
                  <a:pt x="158260" y="71101"/>
                </a:lnTo>
                <a:lnTo>
                  <a:pt x="115221" y="107016"/>
                </a:lnTo>
                <a:lnTo>
                  <a:pt x="77917" y="148858"/>
                </a:lnTo>
                <a:lnTo>
                  <a:pt x="47156" y="195720"/>
                </a:lnTo>
                <a:lnTo>
                  <a:pt x="23604" y="246589"/>
                </a:lnTo>
                <a:lnTo>
                  <a:pt x="7771" y="300363"/>
                </a:lnTo>
                <a:lnTo>
                  <a:pt x="0" y="355877"/>
                </a:lnTo>
                <a:lnTo>
                  <a:pt x="459" y="411932"/>
                </a:lnTo>
                <a:lnTo>
                  <a:pt x="9137" y="467312"/>
                </a:lnTo>
                <a:lnTo>
                  <a:pt x="25848" y="520820"/>
                </a:lnTo>
                <a:lnTo>
                  <a:pt x="50229" y="571296"/>
                </a:lnTo>
              </a:path>
            </a:pathLst>
          </a:custGeom>
          <a:noFill xmlns:a="http://schemas.openxmlformats.org/drawingml/2006/main"/>
          <a:ln xmlns:a="http://schemas.openxmlformats.org/drawingml/2006/main" w="28575">
            <a:solidFill>
              <a:srgbClr val="2876A8"/>
            </a:solidFill>
          </a:ln>
        </p:spPr>
      </p:sp>
      <p:sp>
        <p:nvSpPr>
          <p:cNvPr id="53" name="">
            <a:extLst xmlns:a="http://schemas.openxmlformats.org/drawingml/2006/main">
              <a:ext uri="{FF2B5EF4-FFF2-40B4-BE49-F238E27FC236}">
                <a16:creationId xmlns:a16="http://schemas.microsoft.com/office/drawing/2014/main" id="{15236503-0E7E-4ABE-8091-639D254C572E}"/>
              </a:ext>
            </a:extLst>
          </p:cNvPr>
          <p:cNvSpPr>
            <a:spLocks xmlns:a="http://schemas.openxmlformats.org/drawingml/2006/main" noGrp="1"/>
          </p:cNvSpPr>
          <p:nvPr/>
        </p:nvSpPr>
        <p:spPr>
          <a:xfrm xmlns:a="http://schemas.openxmlformats.org/drawingml/2006/main">
            <a:off x="4646288" y="3235649"/>
            <a:ext cx="24381" cy="50476"/>
          </a:xfrm>
          <a:custGeom xmlns:a="http://schemas.openxmlformats.org/drawingml/2006/main">
            <a:pathLst>
              <a:path w="24381" h="50476">
                <a:moveTo>
                  <a:pt x="0" y="0"/>
                </a:moveTo>
                <a:lnTo>
                  <a:pt x="24381" y="50476"/>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A643ECC8-18F7-415E-BCC9-536F7E305BA3}"/>
              </a:ext>
            </a:extLst>
          </p:cNvPr>
          <p:cNvSpPr>
            <a:spLocks xmlns:a="http://schemas.openxmlformats.org/drawingml/2006/main" noGrp="1"/>
          </p:cNvSpPr>
          <p:nvPr/>
        </p:nvSpPr>
        <p:spPr>
          <a:xfrm xmlns:a="http://schemas.openxmlformats.org/drawingml/2006/main">
            <a:off x="4593219" y="3182956"/>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E5733ED6-6067-40FD-9C79-D9C72E11E2DA}"/>
              </a:ext>
            </a:extLst>
          </p:cNvPr>
          <p:cNvSpPr>
            <a:spLocks xmlns:a="http://schemas.openxmlformats.org/drawingml/2006/main" noGrp="1"/>
          </p:cNvSpPr>
          <p:nvPr/>
        </p:nvSpPr>
        <p:spPr>
          <a:xfrm xmlns:a="http://schemas.openxmlformats.org/drawingml/2006/main">
            <a:off x="809625" y="4762500"/>
            <a:ext cx="5095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＋M：反時計回り</a:t>
            </a:r>
          </a:p>
        </p:txBody>
      </p:sp>
      <p:sp>
        <p:nvSpPr>
          <p:cNvPr id="56" name="">
            <a:extLst xmlns:a="http://schemas.openxmlformats.org/drawingml/2006/main">
              <a:ext uri="{FF2B5EF4-FFF2-40B4-BE49-F238E27FC236}">
                <a16:creationId xmlns:a16="http://schemas.microsoft.com/office/drawing/2014/main" id="{1224C8E0-EBAC-4031-BBCB-27070892513D}"/>
              </a:ext>
            </a:extLst>
          </p:cNvPr>
          <p:cNvSpPr>
            <a:spLocks xmlns:a="http://schemas.openxmlformats.org/drawingml/2006/main" noGrp="1"/>
          </p:cNvSpPr>
          <p:nvPr/>
        </p:nvSpPr>
        <p:spPr>
          <a:xfrm xmlns:a="http://schemas.openxmlformats.org/drawingml/2006/main">
            <a:off x="7858125" y="2190750"/>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28575">
            <a:solidFill>
              <a:srgbClr val="7655A5"/>
            </a:solidFill>
          </a:ln>
        </p:spPr>
      </p:sp>
      <p:sp>
        <p:nvSpPr>
          <p:cNvPr id="57" name="">
            <a:extLst xmlns:a="http://schemas.openxmlformats.org/drawingml/2006/main">
              <a:ext uri="{FF2B5EF4-FFF2-40B4-BE49-F238E27FC236}">
                <a16:creationId xmlns:a16="http://schemas.microsoft.com/office/drawing/2014/main" id="{F776B1C2-ED28-4EFF-90E2-79BB6583D25D}"/>
              </a:ext>
            </a:extLst>
          </p:cNvPr>
          <p:cNvSpPr>
            <a:spLocks xmlns:a="http://schemas.openxmlformats.org/drawingml/2006/main" noGrp="1"/>
          </p:cNvSpPr>
          <p:nvPr/>
        </p:nvSpPr>
        <p:spPr>
          <a:xfrm xmlns:a="http://schemas.openxmlformats.org/drawingml/2006/main">
            <a:off x="7810119" y="21907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655A5"/>
          </a:solidFill>
          <a:ln xmlns:a="http://schemas.openxmlformats.org/drawingml/2006/main" w="4763">
            <a:solidFill>
              <a:srgbClr val="7655A5"/>
            </a:solidFill>
          </a:ln>
        </p:spPr>
      </p:sp>
      <p:sp>
        <p:nvSpPr>
          <p:cNvPr id="58" name="">
            <a:extLst xmlns:a="http://schemas.openxmlformats.org/drawingml/2006/main">
              <a:ext uri="{FF2B5EF4-FFF2-40B4-BE49-F238E27FC236}">
                <a16:creationId xmlns:a16="http://schemas.microsoft.com/office/drawing/2014/main" id="{600F0858-BA78-46B6-80A4-0ADEDA0BEBBC}"/>
              </a:ext>
            </a:extLst>
          </p:cNvPr>
          <p:cNvSpPr>
            <a:spLocks xmlns:a="http://schemas.openxmlformats.org/drawingml/2006/main" noGrp="1"/>
          </p:cNvSpPr>
          <p:nvPr/>
        </p:nvSpPr>
        <p:spPr>
          <a:xfrm xmlns:a="http://schemas.openxmlformats.org/drawingml/2006/main">
            <a:off x="6811191" y="2765669"/>
            <a:ext cx="761133" cy="710752"/>
          </a:xfrm>
          <a:custGeom xmlns:a="http://schemas.openxmlformats.org/drawingml/2006/main">
            <a:pathLst>
              <a:path w="761133" h="710752">
                <a:moveTo>
                  <a:pt x="570684" y="0"/>
                </a:moveTo>
                <a:lnTo>
                  <a:pt x="617037" y="31523"/>
                </a:lnTo>
                <a:lnTo>
                  <a:pt x="658262" y="69507"/>
                </a:lnTo>
                <a:lnTo>
                  <a:pt x="693468" y="113129"/>
                </a:lnTo>
                <a:lnTo>
                  <a:pt x="721893" y="161444"/>
                </a:lnTo>
                <a:lnTo>
                  <a:pt x="742920" y="213407"/>
                </a:lnTo>
                <a:lnTo>
                  <a:pt x="756095" y="267893"/>
                </a:lnTo>
                <a:lnTo>
                  <a:pt x="761133" y="323722"/>
                </a:lnTo>
                <a:lnTo>
                  <a:pt x="757925" y="379686"/>
                </a:lnTo>
                <a:lnTo>
                  <a:pt x="746539" y="434574"/>
                </a:lnTo>
                <a:lnTo>
                  <a:pt x="727223" y="487197"/>
                </a:lnTo>
                <a:lnTo>
                  <a:pt x="700395" y="536416"/>
                </a:lnTo>
                <a:lnTo>
                  <a:pt x="666635" y="581166"/>
                </a:lnTo>
                <a:lnTo>
                  <a:pt x="626675" y="620479"/>
                </a:lnTo>
                <a:lnTo>
                  <a:pt x="581378" y="653502"/>
                </a:lnTo>
                <a:lnTo>
                  <a:pt x="531726" y="679521"/>
                </a:lnTo>
                <a:lnTo>
                  <a:pt x="478794" y="697973"/>
                </a:lnTo>
                <a:lnTo>
                  <a:pt x="423728" y="708459"/>
                </a:lnTo>
                <a:lnTo>
                  <a:pt x="367718" y="710752"/>
                </a:lnTo>
                <a:lnTo>
                  <a:pt x="311979" y="704801"/>
                </a:lnTo>
                <a:lnTo>
                  <a:pt x="257716" y="690736"/>
                </a:lnTo>
                <a:lnTo>
                  <a:pt x="206104" y="668861"/>
                </a:lnTo>
                <a:lnTo>
                  <a:pt x="158260" y="639650"/>
                </a:lnTo>
                <a:lnTo>
                  <a:pt x="115221" y="603735"/>
                </a:lnTo>
                <a:lnTo>
                  <a:pt x="77917" y="561894"/>
                </a:lnTo>
                <a:lnTo>
                  <a:pt x="47156" y="515032"/>
                </a:lnTo>
                <a:lnTo>
                  <a:pt x="23604" y="464163"/>
                </a:lnTo>
                <a:lnTo>
                  <a:pt x="7771" y="410389"/>
                </a:lnTo>
                <a:lnTo>
                  <a:pt x="0" y="354874"/>
                </a:lnTo>
                <a:lnTo>
                  <a:pt x="459" y="298820"/>
                </a:lnTo>
                <a:lnTo>
                  <a:pt x="9137" y="243440"/>
                </a:lnTo>
                <a:lnTo>
                  <a:pt x="25848" y="189932"/>
                </a:lnTo>
                <a:lnTo>
                  <a:pt x="50229" y="139456"/>
                </a:lnTo>
              </a:path>
            </a:pathLst>
          </a:custGeom>
          <a:noFill xmlns:a="http://schemas.openxmlformats.org/drawingml/2006/main"/>
          <a:ln xmlns:a="http://schemas.openxmlformats.org/drawingml/2006/main" w="28575">
            <a:solidFill>
              <a:srgbClr val="2876A8"/>
            </a:solidFill>
          </a:ln>
        </p:spPr>
      </p:sp>
      <p:sp>
        <p:nvSpPr>
          <p:cNvPr id="59" name="">
            <a:extLst xmlns:a="http://schemas.openxmlformats.org/drawingml/2006/main">
              <a:ext uri="{FF2B5EF4-FFF2-40B4-BE49-F238E27FC236}">
                <a16:creationId xmlns:a16="http://schemas.microsoft.com/office/drawing/2014/main" id="{2517BC33-B8CD-4D21-9E26-718D6BE3FD90}"/>
              </a:ext>
            </a:extLst>
          </p:cNvPr>
          <p:cNvSpPr>
            <a:spLocks xmlns:a="http://schemas.openxmlformats.org/drawingml/2006/main" noGrp="1"/>
          </p:cNvSpPr>
          <p:nvPr/>
        </p:nvSpPr>
        <p:spPr>
          <a:xfrm xmlns:a="http://schemas.openxmlformats.org/drawingml/2006/main">
            <a:off x="6837038" y="2905125"/>
            <a:ext cx="24381" cy="50476"/>
          </a:xfrm>
          <a:custGeom xmlns:a="http://schemas.openxmlformats.org/drawingml/2006/main">
            <a:pathLst>
              <a:path w="24381" h="50476">
                <a:moveTo>
                  <a:pt x="0" y="50476"/>
                </a:moveTo>
                <a:lnTo>
                  <a:pt x="24381" y="0"/>
                </a:lnTo>
              </a:path>
            </a:pathLst>
          </a:custGeom>
          <a:noFill xmlns:a="http://schemas.openxmlformats.org/drawingml/2006/main"/>
          <a:ln xmlns:a="http://schemas.openxmlformats.org/drawingml/2006/main" w="28575">
            <a:solidFill>
              <a:srgbClr val="2876A8"/>
            </a:solidFill>
          </a:ln>
        </p:spPr>
      </p:sp>
      <p:sp>
        <p:nvSpPr>
          <p:cNvPr id="60" name="">
            <a:extLst xmlns:a="http://schemas.openxmlformats.org/drawingml/2006/main">
              <a:ext uri="{FF2B5EF4-FFF2-40B4-BE49-F238E27FC236}">
                <a16:creationId xmlns:a16="http://schemas.microsoft.com/office/drawing/2014/main" id="{198DC78C-76A6-4395-A005-129F5852F6B2}"/>
              </a:ext>
            </a:extLst>
          </p:cNvPr>
          <p:cNvSpPr>
            <a:spLocks xmlns:a="http://schemas.openxmlformats.org/drawingml/2006/main" noGrp="1"/>
          </p:cNvSpPr>
          <p:nvPr/>
        </p:nvSpPr>
        <p:spPr>
          <a:xfrm xmlns:a="http://schemas.openxmlformats.org/drawingml/2006/main">
            <a:off x="6783969" y="2905125"/>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2876A8"/>
          </a:solidFill>
          <a:ln xmlns:a="http://schemas.openxmlformats.org/drawingml/2006/main" w="4763">
            <a:solidFill>
              <a:srgbClr val="2876A8"/>
            </a:solidFill>
          </a:ln>
        </p:spPr>
      </p:sp>
      <p:sp>
        <p:nvSpPr>
          <p:cNvPr id="61" name="">
            <a:extLst xmlns:a="http://schemas.openxmlformats.org/drawingml/2006/main">
              <a:ext uri="{FF2B5EF4-FFF2-40B4-BE49-F238E27FC236}">
                <a16:creationId xmlns:a16="http://schemas.microsoft.com/office/drawing/2014/main" id="{31759DD9-54D4-4FB2-99D3-910A584B8DCC}"/>
              </a:ext>
            </a:extLst>
          </p:cNvPr>
          <p:cNvSpPr>
            <a:spLocks xmlns:a="http://schemas.openxmlformats.org/drawingml/2006/main" noGrp="1"/>
          </p:cNvSpPr>
          <p:nvPr/>
        </p:nvSpPr>
        <p:spPr>
          <a:xfrm xmlns:a="http://schemas.openxmlformats.org/drawingml/2006/main">
            <a:off x="7143750" y="409575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左面の作用は逆向き</a:t>
            </a:r>
          </a:p>
        </p:txBody>
      </p:sp>
      <p:sp>
        <p:nvSpPr>
          <p:cNvPr id="62" name="">
            <a:extLst xmlns:a="http://schemas.openxmlformats.org/drawingml/2006/main">
              <a:ext uri="{FF2B5EF4-FFF2-40B4-BE49-F238E27FC236}">
                <a16:creationId xmlns:a16="http://schemas.microsoft.com/office/drawing/2014/main" id="{2F569D94-5CB3-46ED-959F-04C75A47FA99}"/>
              </a:ext>
            </a:extLst>
          </p:cNvPr>
          <p:cNvSpPr>
            <a:spLocks xmlns:a="http://schemas.openxmlformats.org/drawingml/2006/main" noGrp="1"/>
          </p:cNvSpPr>
          <p:nvPr/>
        </p:nvSpPr>
        <p:spPr>
          <a:xfrm xmlns:a="http://schemas.openxmlformats.org/drawingml/2006/main">
            <a:off x="7143750" y="461962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大きさは等しい</a:t>
            </a:r>
          </a:p>
        </p:txBody>
      </p:sp>
      <p:sp>
        <p:nvSpPr>
          <p:cNvPr id="63" name="">
            <a:extLst xmlns:a="http://schemas.openxmlformats.org/drawingml/2006/main">
              <a:ext uri="{FF2B5EF4-FFF2-40B4-BE49-F238E27FC236}">
                <a16:creationId xmlns:a16="http://schemas.microsoft.com/office/drawing/2014/main" id="{1B4C7CC1-9F50-4AF3-999A-E5DB5972A891}"/>
              </a:ext>
            </a:extLst>
          </p:cNvPr>
          <p:cNvSpPr>
            <a:spLocks xmlns:a="http://schemas.openxmlformats.org/drawingml/2006/main" noGrp="1"/>
          </p:cNvSpPr>
          <p:nvPr/>
        </p:nvSpPr>
        <p:spPr>
          <a:xfrm xmlns:a="http://schemas.openxmlformats.org/drawingml/2006/main">
            <a:off x="809625" y="52863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＋Mの曲げ：上側圧縮、下側引張り。BMDは正を上に描く。</a:t>
            </a:r>
          </a:p>
        </p:txBody>
      </p:sp>
      <p:sp>
        <p:nvSpPr>
          <p:cNvPr id="64" name="">
            <a:extLst xmlns:a="http://schemas.openxmlformats.org/drawingml/2006/main">
              <a:ext uri="{FF2B5EF4-FFF2-40B4-BE49-F238E27FC236}">
                <a16:creationId xmlns:a16="http://schemas.microsoft.com/office/drawing/2014/main" id="{191FAF9C-9064-47D5-8EE4-9B02A84FD6AE}"/>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この講義では左部分の右切断面を基準に定義する。別の符号規約と混在させない。</a:t>
            </a:r>
          </a:p>
        </p:txBody>
      </p:sp>
    </p:spTree>
    <p:extLst>
      <p:ext uri="{BB962C8B-B14F-4D97-AF65-F5344CB8AC3E}">
        <p14:creationId xmlns:p14="http://schemas.microsoft.com/office/powerpoint/2010/main" val="18376350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F6A66A-6A9A-4ADE-AB4C-F0972CDD6A9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SFD と BMD は「位置ごとの値の地図」</a:t>
            </a:r>
          </a:p>
        </p:txBody>
      </p:sp>
      <p:cxnSp>
        <p:nvCxnSpPr>
          <p:cNvPr id="2" name="">
            <a:extLst xmlns:a="http://schemas.openxmlformats.org/drawingml/2006/main">
              <a:ext uri="{FF2B5EF4-FFF2-40B4-BE49-F238E27FC236}">
                <a16:creationId xmlns:a16="http://schemas.microsoft.com/office/drawing/2014/main" id="{5774F555-47A2-413B-91A5-FAB494BADDD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7B19071F-1C15-48CC-A6D3-153E231044C6}"/>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59A2C5F-3428-47FD-9DDC-42EBD5C413F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18 / 49</a:t>
            </a:r>
          </a:p>
        </p:txBody>
      </p:sp>
      <p:graphicFrame>
        <p:nvGraphicFramePr>
          <p:cNvPr id="5" name="">
            <a:extLst xmlns:a="http://schemas.openxmlformats.org/drawingml/2006/main">
              <a:ext uri="{FF2B5EF4-FFF2-40B4-BE49-F238E27FC236}">
                <a16:creationId xmlns:a16="http://schemas.microsoft.com/office/drawing/2014/main" id="{B8049754-0850-481E-8A64-1EBE3B0B139C}"/>
              </a:ext>
            </a:extLst>
          </p:cNvPr>
          <p:cNvGraphicFramePr/>
          <p:nvPr/>
        </p:nvGraphicFramePr>
        <p:xfrm>
          <a:off xmlns:a="http://schemas.openxmlformats.org/drawingml/2006/main" x="685800" y="1800225"/>
          <a:ext xmlns:a="http://schemas.openxmlformats.org/drawingml/2006/main" cx="10820400" cy="2581275"/>
        </p:xfrm>
        <a:graphic xmlns:a="http://schemas.openxmlformats.org/drawingml/2006/main">
          <a:graphicData uri="http://schemas.openxmlformats.org/drawingml/2006/table">
            <a:tbl>
              <a:tblPr/>
              <a:tblGrid>
                <a:gridCol w="4000500"/>
                <a:gridCol w="2476500"/>
                <a:gridCol w="4343400"/>
              </a:tblGrid>
              <a:tr h="860425">
                <a:tc>
                  <a:txBody>
                    <a:bodyPr lIns="114300" tIns="114300" rIns="114300" bIns="114300"/>
                    <a:lstStyle/>
                    <a:p>
                      <a:r>
                        <a:rPr sz="1875" b="1">
                          <a:solidFill>
                            <a:srgbClr val="FFFFFF"/>
                          </a:solidFill>
                          <a:latin typeface="Yu Gothic"/>
                          <a:ea typeface="Yu Gothic"/>
                          <a:cs typeface="Yu Gothic"/>
                        </a:rPr>
                        <a:t>線図</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875" b="1">
                          <a:solidFill>
                            <a:srgbClr val="FFFFFF"/>
                          </a:solidFill>
                          <a:latin typeface="Yu Gothic"/>
                          <a:ea typeface="Yu Gothic"/>
                          <a:cs typeface="Yu Gothic"/>
                        </a:rPr>
                        <a:t>縦軸</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875" b="1">
                          <a:solidFill>
                            <a:srgbClr val="FFFFFF"/>
                          </a:solidFill>
                          <a:latin typeface="Yu Gothic"/>
                          <a:ea typeface="Yu Gothic"/>
                          <a:cs typeface="Yu Gothic"/>
                        </a:rPr>
                        <a:t>何を読むか</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860425">
                <a:tc>
                  <a:txBody>
                    <a:bodyPr lIns="114300" tIns="114300" rIns="114300" bIns="114300"/>
                    <a:lstStyle/>
                    <a:p>
                      <a:r>
                        <a:rPr sz="1875" b="0">
                          <a:solidFill>
                            <a:srgbClr val="253C4D"/>
                          </a:solidFill>
                          <a:latin typeface="Yu Gothic"/>
                          <a:ea typeface="Yu Gothic"/>
                          <a:cs typeface="Yu Gothic"/>
                        </a:rPr>
                        <a:t>SFD（せん断力図）</a:t>
                      </a:r>
                    </a:p>
                  </a:txBody>
                  <a:tcPr marL="91440" marR="91440" marT="45720" marB="45720" anchor="ctr">
                    <a:lnL w="9525">
                      <a:solidFill>
                        <a:srgbClr val="C8D3DD"/>
                      </a:solidFill>
                    </a:lnL>
                    <a:lnR w="9525">
                      <a:solidFill>
                        <a:srgbClr val="C8D3DD"/>
                      </a:solidFill>
                    </a:lnR>
                    <a:lnB w="9525">
                      <a:solidFill>
                        <a:srgbClr val="C8D3DD"/>
                      </a:solidFill>
                    </a:lnB>
                    <a:solidFill>
                      <a:srgbClr val="EDF2F6"/>
                    </a:solidFill>
                  </a:tcPr>
                </a:tc>
                <a:tc>
                  <a:txBody>
                    <a:bodyPr lIns="114300" tIns="114300" rIns="114300" bIns="114300"/>
                    <a:lstStyle/>
                    <a:p>
                      <a:r>
                        <a:rPr sz="1875" b="0">
                          <a:solidFill>
                            <a:srgbClr val="253C4D"/>
                          </a:solidFill>
                          <a:latin typeface="Yu Gothic"/>
                          <a:ea typeface="Yu Gothic"/>
                          <a:cs typeface="Yu Gothic"/>
                        </a:rPr>
                        <a:t>V / N</a:t>
                      </a:r>
                    </a:p>
                  </a:txBody>
                  <a:tcPr marL="91440" marR="91440" marT="45720" marB="45720" anchor="ctr">
                    <a:lnR w="9525">
                      <a:solidFill>
                        <a:srgbClr val="C8D3DD"/>
                      </a:solidFill>
                    </a:lnR>
                    <a:lnB w="9525">
                      <a:solidFill>
                        <a:srgbClr val="C8D3DD"/>
                      </a:solidFill>
                    </a:lnB>
                    <a:solidFill>
                      <a:srgbClr val="EDF2F6"/>
                    </a:solidFill>
                  </a:tcPr>
                </a:tc>
                <a:tc>
                  <a:txBody>
                    <a:bodyPr lIns="114300" tIns="114300" rIns="114300" bIns="114300"/>
                    <a:lstStyle/>
                    <a:p>
                      <a:r>
                        <a:rPr sz="1875" b="0">
                          <a:solidFill>
                            <a:srgbClr val="253C4D"/>
                          </a:solidFill>
                          <a:latin typeface="Yu Gothic"/>
                          <a:ea typeface="Yu Gothic"/>
                          <a:cs typeface="Yu Gothic"/>
                        </a:rPr>
                        <a:t>断面がずれようとする作用</a:t>
                      </a:r>
                    </a:p>
                  </a:txBody>
                  <a:tcPr marL="91440" marR="91440" marT="45720" marB="45720" anchor="ctr">
                    <a:lnR w="9525">
                      <a:solidFill>
                        <a:srgbClr val="C8D3DD"/>
                      </a:solidFill>
                    </a:lnR>
                    <a:lnB w="9525">
                      <a:solidFill>
                        <a:srgbClr val="C8D3DD"/>
                      </a:solidFill>
                    </a:lnB>
                    <a:solidFill>
                      <a:srgbClr val="EDF2F6"/>
                    </a:solidFill>
                  </a:tcPr>
                </a:tc>
              </a:tr>
              <a:tr h="860425">
                <a:tc>
                  <a:txBody>
                    <a:bodyPr lIns="114300" tIns="114300" rIns="114300" bIns="114300"/>
                    <a:lstStyle/>
                    <a:p>
                      <a:r>
                        <a:rPr sz="1875" b="0">
                          <a:solidFill>
                            <a:srgbClr val="253C4D"/>
                          </a:solidFill>
                          <a:latin typeface="Yu Gothic"/>
                          <a:ea typeface="Yu Gothic"/>
                          <a:cs typeface="Yu Gothic"/>
                        </a:rPr>
                        <a:t>BMD（曲げモーメント図）</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875" b="0">
                          <a:solidFill>
                            <a:srgbClr val="253C4D"/>
                          </a:solidFill>
                          <a:latin typeface="Yu Gothic"/>
                          <a:ea typeface="Yu Gothic"/>
                          <a:cs typeface="Yu Gothic"/>
                        </a:rPr>
                        <a:t>M / N·m</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875" b="0">
                          <a:solidFill>
                            <a:srgbClr val="253C4D"/>
                          </a:solidFill>
                          <a:latin typeface="Yu Gothic"/>
                          <a:ea typeface="Yu Gothic"/>
                          <a:cs typeface="Yu Gothic"/>
                        </a:rPr>
                        <a:t>断面を曲げようとする作用</a:t>
                      </a:r>
                    </a:p>
                  </a:txBody>
                  <a:tcPr marL="91440" marR="91440" marT="45720" marB="45720" anchor="ctr">
                    <a:lnR w="9525">
                      <a:solidFill>
                        <a:srgbClr val="C8D3DD"/>
                      </a:solidFill>
                    </a:lnR>
                    <a:lnB w="9525">
                      <a:solidFill>
                        <a:srgbClr val="C8D3DD"/>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3672EC5D-8819-4749-A91E-E80256290608}"/>
              </a:ext>
            </a:extLst>
          </p:cNvPr>
          <p:cNvSpPr>
            <a:spLocks xmlns:a="http://schemas.openxmlformats.org/drawingml/2006/main" noGrp="1"/>
          </p:cNvSpPr>
          <p:nvPr/>
        </p:nvSpPr>
        <p:spPr>
          <a:xfrm xmlns:a="http://schemas.openxmlformats.org/drawingml/2006/main">
            <a:off x="685800" y="4791075"/>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18364F"/>
                </a:solidFill>
                <a:latin typeface="Yu Gothic"/>
                <a:ea typeface="Yu Gothic"/>
                <a:cs typeface="Yu Gothic"/>
              </a:defRPr>
            </a:defPPr>
            <a:lvl1pPr algn="l">
              <a:buNone/>
              <a:defRPr sz="2775" b="1">
                <a:solidFill>
                  <a:srgbClr val="18364F"/>
                </a:solidFill>
                <a:latin typeface="Yu Gothic"/>
                <a:ea typeface="Yu Gothic"/>
                <a:cs typeface="Yu Gothic"/>
              </a:defRPr>
            </a:lvl1pPr>
            <a:lvl2pPr algn="l">
              <a:buNone/>
              <a:defRPr sz="2775" b="1">
                <a:solidFill>
                  <a:srgbClr val="18364F"/>
                </a:solidFill>
                <a:latin typeface="Yu Gothic"/>
                <a:ea typeface="Yu Gothic"/>
                <a:cs typeface="Yu Gothic"/>
              </a:defRPr>
            </a:lvl2pPr>
            <a:lvl3pPr algn="l">
              <a:buNone/>
              <a:defRPr sz="2775" b="1">
                <a:solidFill>
                  <a:srgbClr val="18364F"/>
                </a:solidFill>
                <a:latin typeface="Yu Gothic"/>
                <a:ea typeface="Yu Gothic"/>
                <a:cs typeface="Yu Gothic"/>
              </a:defRPr>
            </a:lvl3pPr>
            <a:lvl4pPr algn="l">
              <a:buNone/>
              <a:defRPr sz="2775" b="1">
                <a:solidFill>
                  <a:srgbClr val="18364F"/>
                </a:solidFill>
                <a:latin typeface="Yu Gothic"/>
                <a:ea typeface="Yu Gothic"/>
                <a:cs typeface="Yu Gothic"/>
              </a:defRPr>
            </a:lvl4pPr>
            <a:lvl5pPr algn="l">
              <a:buNone/>
              <a:defRPr sz="2775" b="1">
                <a:solidFill>
                  <a:srgbClr val="18364F"/>
                </a:solidFill>
                <a:latin typeface="Yu Gothic"/>
                <a:ea typeface="Yu Gothic"/>
                <a:cs typeface="Yu Gothic"/>
              </a:defRPr>
            </a:lvl5pPr>
            <a:lvl6pPr algn="l">
              <a:buNone/>
              <a:defRPr sz="2775" b="1">
                <a:solidFill>
                  <a:srgbClr val="18364F"/>
                </a:solidFill>
                <a:latin typeface="Yu Gothic"/>
                <a:ea typeface="Yu Gothic"/>
                <a:cs typeface="Yu Gothic"/>
              </a:defRPr>
            </a:lvl6pPr>
            <a:lvl7pPr algn="l">
              <a:buNone/>
              <a:defRPr sz="2775" b="1">
                <a:solidFill>
                  <a:srgbClr val="18364F"/>
                </a:solidFill>
                <a:latin typeface="Yu Gothic"/>
                <a:ea typeface="Yu Gothic"/>
                <a:cs typeface="Yu Gothic"/>
              </a:defRPr>
            </a:lvl7pPr>
            <a:lvl8pPr algn="l">
              <a:buNone/>
              <a:defRPr sz="2775" b="1">
                <a:solidFill>
                  <a:srgbClr val="18364F"/>
                </a:solidFill>
                <a:latin typeface="Yu Gothic"/>
                <a:ea typeface="Yu Gothic"/>
                <a:cs typeface="Yu Gothic"/>
              </a:defRPr>
            </a:lvl8pPr>
            <a:lvl9pPr algn="l">
              <a:buNone/>
              <a:defRPr sz="2775" b="1">
                <a:solidFill>
                  <a:srgbClr val="18364F"/>
                </a:solidFill>
                <a:latin typeface="Yu Gothic"/>
                <a:ea typeface="Yu Gothic"/>
                <a:cs typeface="Yu Gothic"/>
              </a:defRPr>
            </a:lvl9pPr>
          </a:lstStyle>
          <a:p xmlns:a="http://schemas.openxmlformats.org/drawingml/2006/main">
            <a:pPr algn="l">
              <a:buNone/>
              <a:defRPr sz="2775" b="1">
                <a:solidFill>
                  <a:srgbClr val="18364F"/>
                </a:solidFill>
                <a:latin typeface="Yu Gothic"/>
                <a:ea typeface="Yu Gothic"/>
                <a:cs typeface="Yu Gothic"/>
              </a:defRPr>
            </a:pPr>
            <a:r>
              <a:rPr sz="2775" b="1">
                <a:solidFill>
                  <a:srgbClr val="18364F"/>
                </a:solidFill>
                <a:latin typeface="Yu Gothic"/>
                <a:ea typeface="Yu Gothic"/>
                <a:cs typeface="Yu Gothic"/>
              </a:rPr>
              <a:t>横軸はいずれも、Aからの位置 x / m</a:t>
            </a:r>
          </a:p>
        </p:txBody>
      </p:sp>
      <p:sp>
        <p:nvSpPr>
          <p:cNvPr id="7" name="">
            <a:extLst xmlns:a="http://schemas.openxmlformats.org/drawingml/2006/main">
              <a:ext uri="{FF2B5EF4-FFF2-40B4-BE49-F238E27FC236}">
                <a16:creationId xmlns:a16="http://schemas.microsoft.com/office/drawing/2014/main" id="{52AB7374-D944-41B3-8BE9-B5E7B5C3C509}"/>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線図の形は、はりのたわんだ形そのものではない</a:t>
            </a:r>
          </a:p>
        </p:txBody>
      </p:sp>
    </p:spTree>
    <p:extLst>
      <p:ext uri="{BB962C8B-B14F-4D97-AF65-F5344CB8AC3E}">
        <p14:creationId xmlns:p14="http://schemas.microsoft.com/office/powerpoint/2010/main" val="157649411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1389C99-10E8-4020-80B2-6C9BD1D82A1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中央荷重の SFD：力のつり合いで求める</a:t>
            </a:r>
          </a:p>
        </p:txBody>
      </p:sp>
      <p:cxnSp>
        <p:nvCxnSpPr>
          <p:cNvPr id="2" name="">
            <a:extLst xmlns:a="http://schemas.openxmlformats.org/drawingml/2006/main">
              <a:ext uri="{FF2B5EF4-FFF2-40B4-BE49-F238E27FC236}">
                <a16:creationId xmlns:a16="http://schemas.microsoft.com/office/drawing/2014/main" id="{4ED7AF34-64FC-435D-A160-E3793EE1AFF7}"/>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82947283-461C-4B29-9237-55C0A13E8C4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92DA8C2-DF40-4553-894A-D3ECC87D5DB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19 / 49</a:t>
            </a:r>
          </a:p>
        </p:txBody>
      </p:sp>
      <p:sp>
        <p:nvSpPr>
          <p:cNvPr id="36" name="">
            <a:extLst xmlns:a="http://schemas.openxmlformats.org/drawingml/2006/main">
              <a:ext uri="{FF2B5EF4-FFF2-40B4-BE49-F238E27FC236}">
                <a16:creationId xmlns:a16="http://schemas.microsoft.com/office/drawing/2014/main" id="{F5D5CD71-0DDF-415E-9999-4FC2D2C187C5}"/>
              </a:ext>
            </a:extLst>
          </p:cNvPr>
          <p:cNvSpPr>
            <a:spLocks xmlns:a="http://schemas.openxmlformats.org/drawingml/2006/main" noGrp="1"/>
          </p:cNvSpPr>
          <p:nvPr/>
        </p:nvSpPr>
        <p:spPr>
          <a:xfrm xmlns:a="http://schemas.openxmlformats.org/drawingml/2006/main">
            <a:off x="809625" y="1571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荷重より左：0 &lt; x &lt; 0.60</a:t>
            </a:r>
          </a:p>
        </p:txBody>
      </p:sp>
      <p:sp>
        <p:nvSpPr>
          <p:cNvPr id="37" name="">
            <a:extLst xmlns:a="http://schemas.openxmlformats.org/drawingml/2006/main">
              <a:ext uri="{FF2B5EF4-FFF2-40B4-BE49-F238E27FC236}">
                <a16:creationId xmlns:a16="http://schemas.microsoft.com/office/drawing/2014/main" id="{440847CE-2C0F-4391-8A72-4F10933C62F4}"/>
              </a:ext>
            </a:extLst>
          </p:cNvPr>
          <p:cNvSpPr>
            <a:spLocks xmlns:a="http://schemas.openxmlformats.org/drawingml/2006/main" noGrp="1"/>
          </p:cNvSpPr>
          <p:nvPr/>
        </p:nvSpPr>
        <p:spPr>
          <a:xfrm xmlns:a="http://schemas.openxmlformats.org/drawingml/2006/main">
            <a:off x="6762750" y="15716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荷重より右：0.60 &lt; x &lt; 1.20</a:t>
            </a:r>
          </a:p>
        </p:txBody>
      </p:sp>
      <p:sp>
        <p:nvSpPr>
          <p:cNvPr id="38" name="">
            <a:extLst xmlns:a="http://schemas.openxmlformats.org/drawingml/2006/main">
              <a:ext uri="{FF2B5EF4-FFF2-40B4-BE49-F238E27FC236}">
                <a16:creationId xmlns:a16="http://schemas.microsoft.com/office/drawing/2014/main" id="{70D68855-B979-4B76-BB23-9C1EC0EC0224}"/>
              </a:ext>
            </a:extLst>
          </p:cNvPr>
          <p:cNvSpPr>
            <a:spLocks xmlns:a="http://schemas.openxmlformats.org/drawingml/2006/main" noGrp="1"/>
          </p:cNvSpPr>
          <p:nvPr/>
        </p:nvSpPr>
        <p:spPr>
          <a:xfrm xmlns:a="http://schemas.openxmlformats.org/drawingml/2006/main">
            <a:off x="1381125" y="2286000"/>
            <a:ext cx="2571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A1E09B78-8A67-4E94-8488-03FB791EF401}"/>
              </a:ext>
            </a:extLst>
          </p:cNvPr>
          <p:cNvSpPr>
            <a:spLocks xmlns:a="http://schemas.openxmlformats.org/drawingml/2006/main" noGrp="1"/>
          </p:cNvSpPr>
          <p:nvPr/>
        </p:nvSpPr>
        <p:spPr>
          <a:xfrm xmlns:a="http://schemas.openxmlformats.org/drawingml/2006/main">
            <a:off x="1381125" y="2495550"/>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40" name="">
            <a:extLst xmlns:a="http://schemas.openxmlformats.org/drawingml/2006/main">
              <a:ext uri="{FF2B5EF4-FFF2-40B4-BE49-F238E27FC236}">
                <a16:creationId xmlns:a16="http://schemas.microsoft.com/office/drawing/2014/main" id="{90D9A56E-1D8D-4CBD-9180-7603669A19A2}"/>
              </a:ext>
            </a:extLst>
          </p:cNvPr>
          <p:cNvSpPr>
            <a:spLocks xmlns:a="http://schemas.openxmlformats.org/drawingml/2006/main" noGrp="1"/>
          </p:cNvSpPr>
          <p:nvPr/>
        </p:nvSpPr>
        <p:spPr>
          <a:xfrm xmlns:a="http://schemas.openxmlformats.org/drawingml/2006/main">
            <a:off x="1333119" y="24955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F710B66B-0248-4951-8B18-C421E7D424E9}"/>
              </a:ext>
            </a:extLst>
          </p:cNvPr>
          <p:cNvSpPr>
            <a:spLocks xmlns:a="http://schemas.openxmlformats.org/drawingml/2006/main" noGrp="1"/>
          </p:cNvSpPr>
          <p:nvPr/>
        </p:nvSpPr>
        <p:spPr>
          <a:xfrm xmlns:a="http://schemas.openxmlformats.org/drawingml/2006/main">
            <a:off x="619125" y="2543175"/>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42" name="">
            <a:extLst xmlns:a="http://schemas.openxmlformats.org/drawingml/2006/main">
              <a:ext uri="{FF2B5EF4-FFF2-40B4-BE49-F238E27FC236}">
                <a16:creationId xmlns:a16="http://schemas.microsoft.com/office/drawing/2014/main" id="{30A16001-4F68-4A92-AC40-05E8291B7562}"/>
              </a:ext>
            </a:extLst>
          </p:cNvPr>
          <p:cNvSpPr>
            <a:spLocks xmlns:a="http://schemas.openxmlformats.org/drawingml/2006/main" noGrp="1"/>
          </p:cNvSpPr>
          <p:nvPr/>
        </p:nvSpPr>
        <p:spPr>
          <a:xfrm xmlns:a="http://schemas.openxmlformats.org/drawingml/2006/main">
            <a:off x="3952875" y="2286000"/>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43" name="">
            <a:extLst xmlns:a="http://schemas.openxmlformats.org/drawingml/2006/main">
              <a:ext uri="{FF2B5EF4-FFF2-40B4-BE49-F238E27FC236}">
                <a16:creationId xmlns:a16="http://schemas.microsoft.com/office/drawing/2014/main" id="{5A38880D-8BE7-4E46-9814-E3E4A9E21719}"/>
              </a:ext>
            </a:extLst>
          </p:cNvPr>
          <p:cNvSpPr>
            <a:spLocks xmlns:a="http://schemas.openxmlformats.org/drawingml/2006/main" noGrp="1"/>
          </p:cNvSpPr>
          <p:nvPr/>
        </p:nvSpPr>
        <p:spPr>
          <a:xfrm xmlns:a="http://schemas.openxmlformats.org/drawingml/2006/main">
            <a:off x="3904869" y="2905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44" name="">
            <a:extLst xmlns:a="http://schemas.openxmlformats.org/drawingml/2006/main">
              <a:ext uri="{FF2B5EF4-FFF2-40B4-BE49-F238E27FC236}">
                <a16:creationId xmlns:a16="http://schemas.microsoft.com/office/drawing/2014/main" id="{3626D12F-E4D9-487D-B4EB-B99C92D59BBA}"/>
              </a:ext>
            </a:extLst>
          </p:cNvPr>
          <p:cNvSpPr>
            <a:spLocks xmlns:a="http://schemas.openxmlformats.org/drawingml/2006/main" noGrp="1"/>
          </p:cNvSpPr>
          <p:nvPr/>
        </p:nvSpPr>
        <p:spPr>
          <a:xfrm xmlns:a="http://schemas.openxmlformats.org/drawingml/2006/main">
            <a:off x="4067175" y="257175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45" name="">
            <a:extLst xmlns:a="http://schemas.openxmlformats.org/drawingml/2006/main">
              <a:ext uri="{FF2B5EF4-FFF2-40B4-BE49-F238E27FC236}">
                <a16:creationId xmlns:a16="http://schemas.microsoft.com/office/drawing/2014/main" id="{FFC2BA1E-42C2-4901-B947-8A53980AC151}"/>
              </a:ext>
            </a:extLst>
          </p:cNvPr>
          <p:cNvSpPr>
            <a:spLocks xmlns:a="http://schemas.openxmlformats.org/drawingml/2006/main" noGrp="1"/>
          </p:cNvSpPr>
          <p:nvPr/>
        </p:nvSpPr>
        <p:spPr>
          <a:xfrm xmlns:a="http://schemas.openxmlformats.org/drawingml/2006/main">
            <a:off x="3952875" y="20002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38915A07-C603-4D72-80EC-252DB837DF4C}"/>
              </a:ext>
            </a:extLst>
          </p:cNvPr>
          <p:cNvSpPr>
            <a:spLocks xmlns:a="http://schemas.openxmlformats.org/drawingml/2006/main" noGrp="1"/>
          </p:cNvSpPr>
          <p:nvPr/>
        </p:nvSpPr>
        <p:spPr>
          <a:xfrm xmlns:a="http://schemas.openxmlformats.org/drawingml/2006/main">
            <a:off x="3952875" y="21198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ADA52E8-C72E-4539-AEB8-7056437CEDC3}"/>
              </a:ext>
            </a:extLst>
          </p:cNvPr>
          <p:cNvSpPr>
            <a:spLocks xmlns:a="http://schemas.openxmlformats.org/drawingml/2006/main" noGrp="1"/>
          </p:cNvSpPr>
          <p:nvPr/>
        </p:nvSpPr>
        <p:spPr>
          <a:xfrm xmlns:a="http://schemas.openxmlformats.org/drawingml/2006/main">
            <a:off x="3952875" y="22394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6776431F-BD3A-4A16-8B01-CB8D6BBF2AB5}"/>
              </a:ext>
            </a:extLst>
          </p:cNvPr>
          <p:cNvSpPr>
            <a:spLocks xmlns:a="http://schemas.openxmlformats.org/drawingml/2006/main" noGrp="1"/>
          </p:cNvSpPr>
          <p:nvPr/>
        </p:nvSpPr>
        <p:spPr>
          <a:xfrm xmlns:a="http://schemas.openxmlformats.org/drawingml/2006/main">
            <a:off x="3952875" y="23590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764FD63F-74AD-4E5A-AFBA-AAA63091FDEC}"/>
              </a:ext>
            </a:extLst>
          </p:cNvPr>
          <p:cNvSpPr>
            <a:spLocks xmlns:a="http://schemas.openxmlformats.org/drawingml/2006/main" noGrp="1"/>
          </p:cNvSpPr>
          <p:nvPr/>
        </p:nvSpPr>
        <p:spPr>
          <a:xfrm xmlns:a="http://schemas.openxmlformats.org/drawingml/2006/main">
            <a:off x="3952875" y="24786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B0E080F7-6A7A-4516-BBD7-9674462EE6B2}"/>
              </a:ext>
            </a:extLst>
          </p:cNvPr>
          <p:cNvSpPr>
            <a:spLocks xmlns:a="http://schemas.openxmlformats.org/drawingml/2006/main" noGrp="1"/>
          </p:cNvSpPr>
          <p:nvPr/>
        </p:nvSpPr>
        <p:spPr>
          <a:xfrm xmlns:a="http://schemas.openxmlformats.org/drawingml/2006/main">
            <a:off x="3952875" y="25982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1F3C3E22-D117-451C-969F-12A7EDF1E0D8}"/>
              </a:ext>
            </a:extLst>
          </p:cNvPr>
          <p:cNvSpPr>
            <a:spLocks xmlns:a="http://schemas.openxmlformats.org/drawingml/2006/main" noGrp="1"/>
          </p:cNvSpPr>
          <p:nvPr/>
        </p:nvSpPr>
        <p:spPr>
          <a:xfrm xmlns:a="http://schemas.openxmlformats.org/drawingml/2006/main">
            <a:off x="3952875" y="27178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0E0FF764-C294-45A5-A123-7F7D02A0F4B1}"/>
              </a:ext>
            </a:extLst>
          </p:cNvPr>
          <p:cNvSpPr>
            <a:spLocks xmlns:a="http://schemas.openxmlformats.org/drawingml/2006/main" noGrp="1"/>
          </p:cNvSpPr>
          <p:nvPr/>
        </p:nvSpPr>
        <p:spPr>
          <a:xfrm xmlns:a="http://schemas.openxmlformats.org/drawingml/2006/main">
            <a:off x="3952875" y="28373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E8A37AD2-16BE-40E8-93A7-41C3D635C67F}"/>
              </a:ext>
            </a:extLst>
          </p:cNvPr>
          <p:cNvSpPr>
            <a:spLocks xmlns:a="http://schemas.openxmlformats.org/drawingml/2006/main" noGrp="1"/>
          </p:cNvSpPr>
          <p:nvPr/>
        </p:nvSpPr>
        <p:spPr>
          <a:xfrm xmlns:a="http://schemas.openxmlformats.org/drawingml/2006/main">
            <a:off x="3952875" y="29569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26967B8F-954A-4BAB-8850-C8B4118B0FA8}"/>
              </a:ext>
            </a:extLst>
          </p:cNvPr>
          <p:cNvSpPr>
            <a:spLocks xmlns:a="http://schemas.openxmlformats.org/drawingml/2006/main" noGrp="1"/>
          </p:cNvSpPr>
          <p:nvPr/>
        </p:nvSpPr>
        <p:spPr>
          <a:xfrm xmlns:a="http://schemas.openxmlformats.org/drawingml/2006/main">
            <a:off x="7334250" y="2667000"/>
            <a:ext cx="2952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90A29178-757D-4966-B7D5-463C0820E662}"/>
              </a:ext>
            </a:extLst>
          </p:cNvPr>
          <p:cNvSpPr>
            <a:spLocks xmlns:a="http://schemas.openxmlformats.org/drawingml/2006/main" noGrp="1"/>
          </p:cNvSpPr>
          <p:nvPr/>
        </p:nvSpPr>
        <p:spPr>
          <a:xfrm xmlns:a="http://schemas.openxmlformats.org/drawingml/2006/main">
            <a:off x="7334250" y="2876550"/>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56" name="">
            <a:extLst xmlns:a="http://schemas.openxmlformats.org/drawingml/2006/main">
              <a:ext uri="{FF2B5EF4-FFF2-40B4-BE49-F238E27FC236}">
                <a16:creationId xmlns:a16="http://schemas.microsoft.com/office/drawing/2014/main" id="{64B3CC25-FA33-4EA1-A4B2-475ECD079B7F}"/>
              </a:ext>
            </a:extLst>
          </p:cNvPr>
          <p:cNvSpPr>
            <a:spLocks xmlns:a="http://schemas.openxmlformats.org/drawingml/2006/main" noGrp="1"/>
          </p:cNvSpPr>
          <p:nvPr/>
        </p:nvSpPr>
        <p:spPr>
          <a:xfrm xmlns:a="http://schemas.openxmlformats.org/drawingml/2006/main">
            <a:off x="7286244" y="28765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C2B8E244-C5C1-47DC-BCDA-485144F2A90F}"/>
              </a:ext>
            </a:extLst>
          </p:cNvPr>
          <p:cNvSpPr>
            <a:spLocks xmlns:a="http://schemas.openxmlformats.org/drawingml/2006/main" noGrp="1"/>
          </p:cNvSpPr>
          <p:nvPr/>
        </p:nvSpPr>
        <p:spPr>
          <a:xfrm xmlns:a="http://schemas.openxmlformats.org/drawingml/2006/main">
            <a:off x="6572250" y="2924175"/>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58" name="">
            <a:extLst xmlns:a="http://schemas.openxmlformats.org/drawingml/2006/main">
              <a:ext uri="{FF2B5EF4-FFF2-40B4-BE49-F238E27FC236}">
                <a16:creationId xmlns:a16="http://schemas.microsoft.com/office/drawing/2014/main" id="{B03B8F41-707D-48B0-AC7E-3280AFCD377D}"/>
              </a:ext>
            </a:extLst>
          </p:cNvPr>
          <p:cNvSpPr>
            <a:spLocks xmlns:a="http://schemas.openxmlformats.org/drawingml/2006/main" noGrp="1"/>
          </p:cNvSpPr>
          <p:nvPr/>
        </p:nvSpPr>
        <p:spPr>
          <a:xfrm xmlns:a="http://schemas.openxmlformats.org/drawingml/2006/main">
            <a:off x="10287000" y="2667000"/>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59" name="">
            <a:extLst xmlns:a="http://schemas.openxmlformats.org/drawingml/2006/main">
              <a:ext uri="{FF2B5EF4-FFF2-40B4-BE49-F238E27FC236}">
                <a16:creationId xmlns:a16="http://schemas.microsoft.com/office/drawing/2014/main" id="{D1193FB7-23EF-46C3-AE91-321EC9D19F3D}"/>
              </a:ext>
            </a:extLst>
          </p:cNvPr>
          <p:cNvSpPr>
            <a:spLocks xmlns:a="http://schemas.openxmlformats.org/drawingml/2006/main" noGrp="1"/>
          </p:cNvSpPr>
          <p:nvPr/>
        </p:nvSpPr>
        <p:spPr>
          <a:xfrm xmlns:a="http://schemas.openxmlformats.org/drawingml/2006/main">
            <a:off x="10238994" y="3286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60" name="">
            <a:extLst xmlns:a="http://schemas.openxmlformats.org/drawingml/2006/main">
              <a:ext uri="{FF2B5EF4-FFF2-40B4-BE49-F238E27FC236}">
                <a16:creationId xmlns:a16="http://schemas.microsoft.com/office/drawing/2014/main" id="{CD0D5988-F1A0-44F0-9CFF-DF8A12096574}"/>
              </a:ext>
            </a:extLst>
          </p:cNvPr>
          <p:cNvSpPr>
            <a:spLocks xmlns:a="http://schemas.openxmlformats.org/drawingml/2006/main" noGrp="1"/>
          </p:cNvSpPr>
          <p:nvPr/>
        </p:nvSpPr>
        <p:spPr>
          <a:xfrm xmlns:a="http://schemas.openxmlformats.org/drawingml/2006/main">
            <a:off x="10401300" y="295275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61" name="">
            <a:extLst xmlns:a="http://schemas.openxmlformats.org/drawingml/2006/main">
              <a:ext uri="{FF2B5EF4-FFF2-40B4-BE49-F238E27FC236}">
                <a16:creationId xmlns:a16="http://schemas.microsoft.com/office/drawing/2014/main" id="{A1C5213D-F281-4D60-B261-AA0B7E5488AB}"/>
              </a:ext>
            </a:extLst>
          </p:cNvPr>
          <p:cNvSpPr>
            <a:spLocks xmlns:a="http://schemas.openxmlformats.org/drawingml/2006/main" noGrp="1"/>
          </p:cNvSpPr>
          <p:nvPr/>
        </p:nvSpPr>
        <p:spPr>
          <a:xfrm xmlns:a="http://schemas.openxmlformats.org/drawingml/2006/main">
            <a:off x="8515350" y="2047875"/>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C4483C"/>
            </a:solidFill>
          </a:ln>
        </p:spPr>
      </p:sp>
      <p:sp>
        <p:nvSpPr>
          <p:cNvPr id="62" name="">
            <a:extLst xmlns:a="http://schemas.openxmlformats.org/drawingml/2006/main">
              <a:ext uri="{FF2B5EF4-FFF2-40B4-BE49-F238E27FC236}">
                <a16:creationId xmlns:a16="http://schemas.microsoft.com/office/drawing/2014/main" id="{3DA72BF7-C910-4F02-90E2-F7EF7E3E9E41}"/>
              </a:ext>
            </a:extLst>
          </p:cNvPr>
          <p:cNvSpPr>
            <a:spLocks xmlns:a="http://schemas.openxmlformats.org/drawingml/2006/main" noGrp="1"/>
          </p:cNvSpPr>
          <p:nvPr/>
        </p:nvSpPr>
        <p:spPr>
          <a:xfrm xmlns:a="http://schemas.openxmlformats.org/drawingml/2006/main">
            <a:off x="8467344" y="2524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3" name="">
            <a:extLst xmlns:a="http://schemas.openxmlformats.org/drawingml/2006/main">
              <a:ext uri="{FF2B5EF4-FFF2-40B4-BE49-F238E27FC236}">
                <a16:creationId xmlns:a16="http://schemas.microsoft.com/office/drawing/2014/main" id="{94B19F4F-9712-4739-975F-B097BECEE571}"/>
              </a:ext>
            </a:extLst>
          </p:cNvPr>
          <p:cNvSpPr>
            <a:spLocks xmlns:a="http://schemas.openxmlformats.org/drawingml/2006/main" noGrp="1"/>
          </p:cNvSpPr>
          <p:nvPr/>
        </p:nvSpPr>
        <p:spPr>
          <a:xfrm xmlns:a="http://schemas.openxmlformats.org/drawingml/2006/main">
            <a:off x="10287000" y="23812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0FDEF877-D3B9-4064-9ADD-758EB0259DEC}"/>
              </a:ext>
            </a:extLst>
          </p:cNvPr>
          <p:cNvSpPr>
            <a:spLocks xmlns:a="http://schemas.openxmlformats.org/drawingml/2006/main" noGrp="1"/>
          </p:cNvSpPr>
          <p:nvPr/>
        </p:nvSpPr>
        <p:spPr>
          <a:xfrm xmlns:a="http://schemas.openxmlformats.org/drawingml/2006/main">
            <a:off x="10287000" y="25008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303FBD86-535B-4B46-93C8-72FFC6DE881D}"/>
              </a:ext>
            </a:extLst>
          </p:cNvPr>
          <p:cNvSpPr>
            <a:spLocks xmlns:a="http://schemas.openxmlformats.org/drawingml/2006/main" noGrp="1"/>
          </p:cNvSpPr>
          <p:nvPr/>
        </p:nvSpPr>
        <p:spPr>
          <a:xfrm xmlns:a="http://schemas.openxmlformats.org/drawingml/2006/main">
            <a:off x="10287000" y="26204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BA7B64AD-4136-470B-9D30-713742F5728D}"/>
              </a:ext>
            </a:extLst>
          </p:cNvPr>
          <p:cNvSpPr>
            <a:spLocks xmlns:a="http://schemas.openxmlformats.org/drawingml/2006/main" noGrp="1"/>
          </p:cNvSpPr>
          <p:nvPr/>
        </p:nvSpPr>
        <p:spPr>
          <a:xfrm xmlns:a="http://schemas.openxmlformats.org/drawingml/2006/main">
            <a:off x="10287000" y="27400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BE2E2F8F-ABD8-42D3-8615-06389C133E5A}"/>
              </a:ext>
            </a:extLst>
          </p:cNvPr>
          <p:cNvSpPr>
            <a:spLocks xmlns:a="http://schemas.openxmlformats.org/drawingml/2006/main" noGrp="1"/>
          </p:cNvSpPr>
          <p:nvPr/>
        </p:nvSpPr>
        <p:spPr>
          <a:xfrm xmlns:a="http://schemas.openxmlformats.org/drawingml/2006/main">
            <a:off x="10287000" y="28596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633DD5E1-EB2A-46E6-BE1B-F1A9C92E3B0B}"/>
              </a:ext>
            </a:extLst>
          </p:cNvPr>
          <p:cNvSpPr>
            <a:spLocks xmlns:a="http://schemas.openxmlformats.org/drawingml/2006/main" noGrp="1"/>
          </p:cNvSpPr>
          <p:nvPr/>
        </p:nvSpPr>
        <p:spPr>
          <a:xfrm xmlns:a="http://schemas.openxmlformats.org/drawingml/2006/main">
            <a:off x="10287000" y="29792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7D53D457-D1FF-4483-A53D-C2092894D0BC}"/>
              </a:ext>
            </a:extLst>
          </p:cNvPr>
          <p:cNvSpPr>
            <a:spLocks xmlns:a="http://schemas.openxmlformats.org/drawingml/2006/main" noGrp="1"/>
          </p:cNvSpPr>
          <p:nvPr/>
        </p:nvSpPr>
        <p:spPr>
          <a:xfrm xmlns:a="http://schemas.openxmlformats.org/drawingml/2006/main">
            <a:off x="10287000" y="30988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BBAB6843-F96F-45ED-8687-57B527FF6080}"/>
              </a:ext>
            </a:extLst>
          </p:cNvPr>
          <p:cNvSpPr>
            <a:spLocks xmlns:a="http://schemas.openxmlformats.org/drawingml/2006/main" noGrp="1"/>
          </p:cNvSpPr>
          <p:nvPr/>
        </p:nvSpPr>
        <p:spPr>
          <a:xfrm xmlns:a="http://schemas.openxmlformats.org/drawingml/2006/main">
            <a:off x="10287000" y="32183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A1A78CBE-4FF5-49CC-86F4-8386BB809BBE}"/>
              </a:ext>
            </a:extLst>
          </p:cNvPr>
          <p:cNvSpPr>
            <a:spLocks xmlns:a="http://schemas.openxmlformats.org/drawingml/2006/main" noGrp="1"/>
          </p:cNvSpPr>
          <p:nvPr/>
        </p:nvSpPr>
        <p:spPr>
          <a:xfrm xmlns:a="http://schemas.openxmlformats.org/drawingml/2006/main">
            <a:off x="10287000" y="33379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AB67F6C5-2706-4E90-AFB7-9FFB6D850E7E}"/>
              </a:ext>
            </a:extLst>
          </p:cNvPr>
          <p:cNvSpPr>
            <a:spLocks xmlns:a="http://schemas.openxmlformats.org/drawingml/2006/main" noGrp="1"/>
          </p:cNvSpPr>
          <p:nvPr/>
        </p:nvSpPr>
        <p:spPr>
          <a:xfrm xmlns:a="http://schemas.openxmlformats.org/drawingml/2006/main">
            <a:off x="8715375" y="2095500"/>
            <a:ext cx="161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200 N</a:t>
            </a:r>
          </a:p>
        </p:txBody>
      </p:sp>
      <p:sp>
        <p:nvSpPr>
          <p:cNvPr id="73" name="">
            <a:extLst xmlns:a="http://schemas.openxmlformats.org/drawingml/2006/main">
              <a:ext uri="{FF2B5EF4-FFF2-40B4-BE49-F238E27FC236}">
                <a16:creationId xmlns:a16="http://schemas.microsoft.com/office/drawing/2014/main" id="{7F1CA8FB-4E60-4020-825B-F087D5EB2694}"/>
              </a:ext>
            </a:extLst>
          </p:cNvPr>
          <p:cNvSpPr>
            <a:spLocks xmlns:a="http://schemas.openxmlformats.org/drawingml/2006/main" noGrp="1"/>
          </p:cNvSpPr>
          <p:nvPr/>
        </p:nvSpPr>
        <p:spPr>
          <a:xfrm xmlns:a="http://schemas.openxmlformats.org/drawingml/2006/main">
            <a:off x="809625" y="31432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V = 0   V = ＋100 N</a:t>
            </a:r>
          </a:p>
        </p:txBody>
      </p:sp>
      <p:sp>
        <p:nvSpPr>
          <p:cNvPr id="74" name="">
            <a:extLst xmlns:a="http://schemas.openxmlformats.org/drawingml/2006/main">
              <a:ext uri="{FF2B5EF4-FFF2-40B4-BE49-F238E27FC236}">
                <a16:creationId xmlns:a16="http://schemas.microsoft.com/office/drawing/2014/main" id="{F8840B7F-2BE9-4D20-AFF2-707A72829B3B}"/>
              </a:ext>
            </a:extLst>
          </p:cNvPr>
          <p:cNvSpPr>
            <a:spLocks xmlns:a="http://schemas.openxmlformats.org/drawingml/2006/main" noGrp="1"/>
          </p:cNvSpPr>
          <p:nvPr/>
        </p:nvSpPr>
        <p:spPr>
          <a:xfrm xmlns:a="http://schemas.openxmlformats.org/drawingml/2006/main">
            <a:off x="6762750" y="3476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100 − 200 − V = 0</a:t>
            </a:r>
          </a:p>
        </p:txBody>
      </p:sp>
      <p:sp>
        <p:nvSpPr>
          <p:cNvPr id="75" name="">
            <a:extLst xmlns:a="http://schemas.openxmlformats.org/drawingml/2006/main">
              <a:ext uri="{FF2B5EF4-FFF2-40B4-BE49-F238E27FC236}">
                <a16:creationId xmlns:a16="http://schemas.microsoft.com/office/drawing/2014/main" id="{A2B7E8A7-3CB6-4387-A437-ED49B648D9A8}"/>
              </a:ext>
            </a:extLst>
          </p:cNvPr>
          <p:cNvSpPr>
            <a:spLocks xmlns:a="http://schemas.openxmlformats.org/drawingml/2006/main" noGrp="1"/>
          </p:cNvSpPr>
          <p:nvPr/>
        </p:nvSpPr>
        <p:spPr>
          <a:xfrm xmlns:a="http://schemas.openxmlformats.org/drawingml/2006/main">
            <a:off x="9715500" y="3476625"/>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7655A5"/>
                </a:solidFill>
                <a:latin typeface="Yu Gothic"/>
                <a:ea typeface="Yu Gothic"/>
                <a:cs typeface="Yu Gothic"/>
              </a:defRPr>
            </a:defPPr>
            <a:lvl1pPr>
              <a:buNone/>
              <a:defRPr sz="1950" b="1">
                <a:solidFill>
                  <a:srgbClr val="7655A5"/>
                </a:solidFill>
                <a:latin typeface="Yu Gothic"/>
                <a:ea typeface="Yu Gothic"/>
                <a:cs typeface="Yu Gothic"/>
              </a:defRPr>
            </a:lvl1pPr>
            <a:lvl2pPr>
              <a:buNone/>
              <a:defRPr sz="1950" b="1">
                <a:solidFill>
                  <a:srgbClr val="7655A5"/>
                </a:solidFill>
                <a:latin typeface="Yu Gothic"/>
                <a:ea typeface="Yu Gothic"/>
                <a:cs typeface="Yu Gothic"/>
              </a:defRPr>
            </a:lvl2pPr>
            <a:lvl3pPr>
              <a:buNone/>
              <a:defRPr sz="1950" b="1">
                <a:solidFill>
                  <a:srgbClr val="7655A5"/>
                </a:solidFill>
                <a:latin typeface="Yu Gothic"/>
                <a:ea typeface="Yu Gothic"/>
                <a:cs typeface="Yu Gothic"/>
              </a:defRPr>
            </a:lvl3pPr>
            <a:lvl4pPr>
              <a:buNone/>
              <a:defRPr sz="1950" b="1">
                <a:solidFill>
                  <a:srgbClr val="7655A5"/>
                </a:solidFill>
                <a:latin typeface="Yu Gothic"/>
                <a:ea typeface="Yu Gothic"/>
                <a:cs typeface="Yu Gothic"/>
              </a:defRPr>
            </a:lvl4pPr>
            <a:lvl5pPr>
              <a:buNone/>
              <a:defRPr sz="1950" b="1">
                <a:solidFill>
                  <a:srgbClr val="7655A5"/>
                </a:solidFill>
                <a:latin typeface="Yu Gothic"/>
                <a:ea typeface="Yu Gothic"/>
                <a:cs typeface="Yu Gothic"/>
              </a:defRPr>
            </a:lvl5pPr>
            <a:lvl6pPr>
              <a:buNone/>
              <a:defRPr sz="1950" b="1">
                <a:solidFill>
                  <a:srgbClr val="7655A5"/>
                </a:solidFill>
                <a:latin typeface="Yu Gothic"/>
                <a:ea typeface="Yu Gothic"/>
                <a:cs typeface="Yu Gothic"/>
              </a:defRPr>
            </a:lvl6pPr>
            <a:lvl7pPr>
              <a:buNone/>
              <a:defRPr sz="1950" b="1">
                <a:solidFill>
                  <a:srgbClr val="7655A5"/>
                </a:solidFill>
                <a:latin typeface="Yu Gothic"/>
                <a:ea typeface="Yu Gothic"/>
                <a:cs typeface="Yu Gothic"/>
              </a:defRPr>
            </a:lvl7pPr>
            <a:lvl8pPr>
              <a:buNone/>
              <a:defRPr sz="1950" b="1">
                <a:solidFill>
                  <a:srgbClr val="7655A5"/>
                </a:solidFill>
                <a:latin typeface="Yu Gothic"/>
                <a:ea typeface="Yu Gothic"/>
                <a:cs typeface="Yu Gothic"/>
              </a:defRPr>
            </a:lvl8pPr>
            <a:lvl9pPr>
              <a:buNone/>
              <a:defRPr sz="1950" b="1">
                <a:solidFill>
                  <a:srgbClr val="7655A5"/>
                </a:solidFill>
                <a:latin typeface="Yu Gothic"/>
                <a:ea typeface="Yu Gothic"/>
                <a:cs typeface="Yu Gothic"/>
              </a:defRPr>
            </a:lvl9pPr>
          </a:lstStyle>
          <a:p xmlns:a="http://schemas.openxmlformats.org/drawingml/2006/main">
            <a:pPr>
              <a:buNone/>
              <a:defRPr sz="1950" b="1">
                <a:solidFill>
                  <a:srgbClr val="7655A5"/>
                </a:solidFill>
                <a:latin typeface="Yu Gothic"/>
                <a:ea typeface="Yu Gothic"/>
                <a:cs typeface="Yu Gothic"/>
              </a:defRPr>
            </a:pPr>
            <a:r>
              <a:rPr sz="1950" b="1">
                <a:solidFill>
                  <a:srgbClr val="7655A5"/>
                </a:solidFill>
                <a:latin typeface="Yu Gothic"/>
                <a:ea typeface="Yu Gothic"/>
                <a:cs typeface="Yu Gothic"/>
              </a:rPr>
              <a:t>V = −100 N</a:t>
            </a:r>
          </a:p>
        </p:txBody>
      </p:sp>
      <p:graphicFrame>
        <p:nvGraphicFramePr>
          <p:cNvPr id="76" name="Chart">
            <a:extLst xmlns:a="http://schemas.openxmlformats.org/drawingml/2006/main">
              <a:ext uri="{FF2B5EF4-FFF2-40B4-BE49-F238E27FC236}">
                <a16:creationId xmlns:a16="http://schemas.microsoft.com/office/drawing/2014/main" id="{7620D3F0-8D26-4406-9F62-60FC21B762AD}"/>
              </a:ext>
            </a:extLst>
          </p:cNvPr>
          <p:cNvGraphicFramePr/>
          <p:nvPr/>
        </p:nvGraphicFramePr>
        <p:xfrm>
          <a:off xmlns:a="http://schemas.openxmlformats.org/drawingml/2006/main" x="809625" y="3876675"/>
          <a:ext xmlns:a="http://schemas.openxmlformats.org/drawingml/2006/main" cx="10620375" cy="1847850"/>
        </p:xfrm>
        <a:graphic xmlns:a="http://schemas.openxmlformats.org/drawingml/2006/main">
          <a:graphicData uri="http://schemas.openxmlformats.org/drawingml/2006/chart">
            <c:chart xmlns:r="http://schemas.openxmlformats.org/officeDocument/2006/relationships" xmlns:c="http://schemas.openxmlformats.org/drawingml/2006/chart" r:id="R40a0546c3ade43d8"/>
          </a:graphicData>
        </a:graphic>
      </p:graphicFrame>
      <p:sp>
        <p:nvSpPr>
          <p:cNvPr id="77" name="">
            <a:extLst xmlns:a="http://schemas.openxmlformats.org/drawingml/2006/main">
              <a:ext uri="{FF2B5EF4-FFF2-40B4-BE49-F238E27FC236}">
                <a16:creationId xmlns:a16="http://schemas.microsoft.com/office/drawing/2014/main" id="{A8470B70-D6CF-4A20-96F5-7C78EED5EBE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集中荷重200 Nの位置でVは200 N下がる。荷重点そのものでは左右の値を区別して読む。</a:t>
            </a:r>
          </a:p>
        </p:txBody>
      </p:sp>
    </p:spTree>
    <p:extLst>
      <p:ext uri="{BB962C8B-B14F-4D97-AF65-F5344CB8AC3E}">
        <p14:creationId xmlns:p14="http://schemas.microsoft.com/office/powerpoint/2010/main" val="86342531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ACC0D6-4ADD-49DD-9364-B241EC51BDA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中央荷重の BMD：切断面まわりで考える</a:t>
            </a:r>
          </a:p>
        </p:txBody>
      </p:sp>
      <p:cxnSp>
        <p:nvCxnSpPr>
          <p:cNvPr id="2" name="">
            <a:extLst xmlns:a="http://schemas.openxmlformats.org/drawingml/2006/main">
              <a:ext uri="{FF2B5EF4-FFF2-40B4-BE49-F238E27FC236}">
                <a16:creationId xmlns:a16="http://schemas.microsoft.com/office/drawing/2014/main" id="{908C3DA9-263C-43E2-ADEC-5253FB4F971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C8020EF-9326-4BB3-A36C-0E3036685D1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EAD4C95-2CD3-4B4F-B1B0-1E6EA12DC0E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20 / 49</a:t>
            </a:r>
          </a:p>
        </p:txBody>
      </p:sp>
      <p:sp>
        <p:nvSpPr>
          <p:cNvPr id="24" name="">
            <a:extLst xmlns:a="http://schemas.openxmlformats.org/drawingml/2006/main">
              <a:ext uri="{FF2B5EF4-FFF2-40B4-BE49-F238E27FC236}">
                <a16:creationId xmlns:a16="http://schemas.microsoft.com/office/drawing/2014/main" id="{C5D24C54-5C38-4526-A915-987C90387A15}"/>
              </a:ext>
            </a:extLst>
          </p:cNvPr>
          <p:cNvSpPr>
            <a:spLocks xmlns:a="http://schemas.openxmlformats.org/drawingml/2006/main" noGrp="1"/>
          </p:cNvSpPr>
          <p:nvPr/>
        </p:nvSpPr>
        <p:spPr>
          <a:xfrm xmlns:a="http://schemas.openxmlformats.org/drawingml/2006/main">
            <a:off x="809625" y="1476375"/>
            <a:ext cx="519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荷重より左：0 &lt; x &lt; 0.60</a:t>
            </a:r>
          </a:p>
        </p:txBody>
      </p:sp>
      <p:sp>
        <p:nvSpPr>
          <p:cNvPr id="25" name="">
            <a:extLst xmlns:a="http://schemas.openxmlformats.org/drawingml/2006/main">
              <a:ext uri="{FF2B5EF4-FFF2-40B4-BE49-F238E27FC236}">
                <a16:creationId xmlns:a16="http://schemas.microsoft.com/office/drawing/2014/main" id="{F47545F6-2356-4FC3-8114-98B5AF67DD45}"/>
              </a:ext>
            </a:extLst>
          </p:cNvPr>
          <p:cNvSpPr>
            <a:spLocks xmlns:a="http://schemas.openxmlformats.org/drawingml/2006/main" noGrp="1"/>
          </p:cNvSpPr>
          <p:nvPr/>
        </p:nvSpPr>
        <p:spPr>
          <a:xfrm xmlns:a="http://schemas.openxmlformats.org/drawingml/2006/main">
            <a:off x="6762750" y="147637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荷重より右：0.60 &lt; x &lt; 1.20</a:t>
            </a:r>
          </a:p>
        </p:txBody>
      </p:sp>
      <p:sp>
        <p:nvSpPr>
          <p:cNvPr id="26" name="">
            <a:extLst xmlns:a="http://schemas.openxmlformats.org/drawingml/2006/main">
              <a:ext uri="{FF2B5EF4-FFF2-40B4-BE49-F238E27FC236}">
                <a16:creationId xmlns:a16="http://schemas.microsoft.com/office/drawing/2014/main" id="{1C1B8DEE-2829-407D-A2AF-3746D41237B6}"/>
              </a:ext>
            </a:extLst>
          </p:cNvPr>
          <p:cNvSpPr>
            <a:spLocks xmlns:a="http://schemas.openxmlformats.org/drawingml/2006/main" noGrp="1"/>
          </p:cNvSpPr>
          <p:nvPr/>
        </p:nvSpPr>
        <p:spPr>
          <a:xfrm xmlns:a="http://schemas.openxmlformats.org/drawingml/2006/main">
            <a:off x="1381125" y="2333625"/>
            <a:ext cx="2476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8E17B425-E8AA-4B60-902F-739F9A7D21DB}"/>
              </a:ext>
            </a:extLst>
          </p:cNvPr>
          <p:cNvSpPr>
            <a:spLocks xmlns:a="http://schemas.openxmlformats.org/drawingml/2006/main" noGrp="1"/>
          </p:cNvSpPr>
          <p:nvPr/>
        </p:nvSpPr>
        <p:spPr>
          <a:xfrm xmlns:a="http://schemas.openxmlformats.org/drawingml/2006/main">
            <a:off x="1381125"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61385A47-1195-4AA5-AD03-853DB5F1D938}"/>
              </a:ext>
            </a:extLst>
          </p:cNvPr>
          <p:cNvSpPr>
            <a:spLocks xmlns:a="http://schemas.openxmlformats.org/drawingml/2006/main" noGrp="1"/>
          </p:cNvSpPr>
          <p:nvPr/>
        </p:nvSpPr>
        <p:spPr>
          <a:xfrm xmlns:a="http://schemas.openxmlformats.org/drawingml/2006/main">
            <a:off x="1333119" y="25431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EB1EE821-E528-4EF6-81B6-06BA55036F1E}"/>
              </a:ext>
            </a:extLst>
          </p:cNvPr>
          <p:cNvSpPr>
            <a:spLocks xmlns:a="http://schemas.openxmlformats.org/drawingml/2006/main" noGrp="1"/>
          </p:cNvSpPr>
          <p:nvPr/>
        </p:nvSpPr>
        <p:spPr>
          <a:xfrm xmlns:a="http://schemas.openxmlformats.org/drawingml/2006/main">
            <a:off x="619125" y="2590800"/>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30" name="">
            <a:extLst xmlns:a="http://schemas.openxmlformats.org/drawingml/2006/main">
              <a:ext uri="{FF2B5EF4-FFF2-40B4-BE49-F238E27FC236}">
                <a16:creationId xmlns:a16="http://schemas.microsoft.com/office/drawing/2014/main" id="{72FD54FF-58A2-4D58-A363-FE6A840A5126}"/>
              </a:ext>
            </a:extLst>
          </p:cNvPr>
          <p:cNvSpPr>
            <a:spLocks xmlns:a="http://schemas.openxmlformats.org/drawingml/2006/main" noGrp="1"/>
          </p:cNvSpPr>
          <p:nvPr/>
        </p:nvSpPr>
        <p:spPr>
          <a:xfrm xmlns:a="http://schemas.openxmlformats.org/drawingml/2006/main">
            <a:off x="3857625" y="2333625"/>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31" name="">
            <a:extLst xmlns:a="http://schemas.openxmlformats.org/drawingml/2006/main">
              <a:ext uri="{FF2B5EF4-FFF2-40B4-BE49-F238E27FC236}">
                <a16:creationId xmlns:a16="http://schemas.microsoft.com/office/drawing/2014/main" id="{FC20C462-EB08-4EE0-AE27-551C2DA63B34}"/>
              </a:ext>
            </a:extLst>
          </p:cNvPr>
          <p:cNvSpPr>
            <a:spLocks xmlns:a="http://schemas.openxmlformats.org/drawingml/2006/main" noGrp="1"/>
          </p:cNvSpPr>
          <p:nvPr/>
        </p:nvSpPr>
        <p:spPr>
          <a:xfrm xmlns:a="http://schemas.openxmlformats.org/drawingml/2006/main">
            <a:off x="3809619" y="2952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32" name="">
            <a:extLst xmlns:a="http://schemas.openxmlformats.org/drawingml/2006/main">
              <a:ext uri="{FF2B5EF4-FFF2-40B4-BE49-F238E27FC236}">
                <a16:creationId xmlns:a16="http://schemas.microsoft.com/office/drawing/2014/main" id="{40EDC384-AFC6-49CF-9DE0-6501988DC383}"/>
              </a:ext>
            </a:extLst>
          </p:cNvPr>
          <p:cNvSpPr>
            <a:spLocks xmlns:a="http://schemas.openxmlformats.org/drawingml/2006/main" noGrp="1"/>
          </p:cNvSpPr>
          <p:nvPr/>
        </p:nvSpPr>
        <p:spPr>
          <a:xfrm xmlns:a="http://schemas.openxmlformats.org/drawingml/2006/main">
            <a:off x="3971925" y="261937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33" name="">
            <a:extLst xmlns:a="http://schemas.openxmlformats.org/drawingml/2006/main">
              <a:ext uri="{FF2B5EF4-FFF2-40B4-BE49-F238E27FC236}">
                <a16:creationId xmlns:a16="http://schemas.microsoft.com/office/drawing/2014/main" id="{B50527B2-7786-460F-ACFC-191808473683}"/>
              </a:ext>
            </a:extLst>
          </p:cNvPr>
          <p:cNvSpPr>
            <a:spLocks xmlns:a="http://schemas.openxmlformats.org/drawingml/2006/main" noGrp="1"/>
          </p:cNvSpPr>
          <p:nvPr/>
        </p:nvSpPr>
        <p:spPr>
          <a:xfrm xmlns:a="http://schemas.openxmlformats.org/drawingml/2006/main">
            <a:off x="4229691" y="2152798"/>
            <a:ext cx="551822" cy="515295"/>
          </a:xfrm>
          <a:custGeom xmlns:a="http://schemas.openxmlformats.org/drawingml/2006/main">
            <a:pathLst>
              <a:path w="551822" h="515295">
                <a:moveTo>
                  <a:pt x="413746" y="515295"/>
                </a:moveTo>
                <a:lnTo>
                  <a:pt x="447352" y="492440"/>
                </a:lnTo>
                <a:lnTo>
                  <a:pt x="477240" y="464902"/>
                </a:lnTo>
                <a:lnTo>
                  <a:pt x="502765" y="433277"/>
                </a:lnTo>
                <a:lnTo>
                  <a:pt x="523372" y="398248"/>
                </a:lnTo>
                <a:lnTo>
                  <a:pt x="538617" y="360575"/>
                </a:lnTo>
                <a:lnTo>
                  <a:pt x="548169" y="321073"/>
                </a:lnTo>
                <a:lnTo>
                  <a:pt x="551822" y="280597"/>
                </a:lnTo>
                <a:lnTo>
                  <a:pt x="549495" y="240023"/>
                </a:lnTo>
                <a:lnTo>
                  <a:pt x="541241" y="200229"/>
                </a:lnTo>
                <a:lnTo>
                  <a:pt x="527237" y="162077"/>
                </a:lnTo>
                <a:lnTo>
                  <a:pt x="507786" y="126393"/>
                </a:lnTo>
                <a:lnTo>
                  <a:pt x="483311" y="93949"/>
                </a:lnTo>
                <a:lnTo>
                  <a:pt x="454339" y="65448"/>
                </a:lnTo>
                <a:lnTo>
                  <a:pt x="421499" y="41506"/>
                </a:lnTo>
                <a:lnTo>
                  <a:pt x="385502" y="22642"/>
                </a:lnTo>
                <a:lnTo>
                  <a:pt x="347126" y="9264"/>
                </a:lnTo>
                <a:lnTo>
                  <a:pt x="307202" y="1662"/>
                </a:lnTo>
                <a:lnTo>
                  <a:pt x="266596" y="0"/>
                </a:lnTo>
                <a:lnTo>
                  <a:pt x="226185" y="4314"/>
                </a:lnTo>
                <a:lnTo>
                  <a:pt x="186844" y="14511"/>
                </a:lnTo>
                <a:lnTo>
                  <a:pt x="149425" y="30371"/>
                </a:lnTo>
                <a:lnTo>
                  <a:pt x="114739" y="51549"/>
                </a:lnTo>
                <a:lnTo>
                  <a:pt x="83535" y="77587"/>
                </a:lnTo>
                <a:lnTo>
                  <a:pt x="56490" y="107922"/>
                </a:lnTo>
                <a:lnTo>
                  <a:pt x="34188" y="141897"/>
                </a:lnTo>
                <a:lnTo>
                  <a:pt x="17113" y="178777"/>
                </a:lnTo>
                <a:lnTo>
                  <a:pt x="5634" y="217763"/>
                </a:lnTo>
                <a:lnTo>
                  <a:pt x="0" y="258011"/>
                </a:lnTo>
                <a:lnTo>
                  <a:pt x="332" y="298651"/>
                </a:lnTo>
                <a:lnTo>
                  <a:pt x="6624" y="338801"/>
                </a:lnTo>
                <a:lnTo>
                  <a:pt x="18740" y="377594"/>
                </a:lnTo>
                <a:lnTo>
                  <a:pt x="36416" y="414190"/>
                </a:lnTo>
              </a:path>
            </a:pathLst>
          </a:custGeom>
          <a:noFill xmlns:a="http://schemas.openxmlformats.org/drawingml/2006/main"/>
          <a:ln xmlns:a="http://schemas.openxmlformats.org/drawingml/2006/main" w="28575">
            <a:solidFill>
              <a:srgbClr val="2876A8"/>
            </a:solidFill>
          </a:ln>
        </p:spPr>
      </p:sp>
      <p:sp>
        <p:nvSpPr>
          <p:cNvPr id="34" name="">
            <a:extLst xmlns:a="http://schemas.openxmlformats.org/drawingml/2006/main">
              <a:ext uri="{FF2B5EF4-FFF2-40B4-BE49-F238E27FC236}">
                <a16:creationId xmlns:a16="http://schemas.microsoft.com/office/drawing/2014/main" id="{76D7AD28-B18E-45CC-A5E8-18F40D061532}"/>
              </a:ext>
            </a:extLst>
          </p:cNvPr>
          <p:cNvSpPr>
            <a:spLocks xmlns:a="http://schemas.openxmlformats.org/drawingml/2006/main" noGrp="1"/>
          </p:cNvSpPr>
          <p:nvPr/>
        </p:nvSpPr>
        <p:spPr>
          <a:xfrm xmlns:a="http://schemas.openxmlformats.org/drawingml/2006/main">
            <a:off x="4248431" y="2530392"/>
            <a:ext cx="17676" cy="36595"/>
          </a:xfrm>
          <a:custGeom xmlns:a="http://schemas.openxmlformats.org/drawingml/2006/main">
            <a:pathLst>
              <a:path w="17676" h="36595">
                <a:moveTo>
                  <a:pt x="0" y="0"/>
                </a:moveTo>
                <a:lnTo>
                  <a:pt x="17676" y="36595"/>
                </a:lnTo>
              </a:path>
            </a:pathLst>
          </a:custGeom>
          <a:noFill xmlns:a="http://schemas.openxmlformats.org/drawingml/2006/main"/>
          <a:ln xmlns:a="http://schemas.openxmlformats.org/drawingml/2006/main" w="28575">
            <a:solidFill>
              <a:srgbClr val="2876A8"/>
            </a:solidFill>
          </a:ln>
        </p:spPr>
      </p:sp>
      <p:sp>
        <p:nvSpPr>
          <p:cNvPr id="35" name="">
            <a:extLst xmlns:a="http://schemas.openxmlformats.org/drawingml/2006/main">
              <a:ext uri="{FF2B5EF4-FFF2-40B4-BE49-F238E27FC236}">
                <a16:creationId xmlns:a16="http://schemas.microsoft.com/office/drawing/2014/main" id="{72C27D58-41FE-459C-B18A-2A1498BA57C1}"/>
              </a:ext>
            </a:extLst>
          </p:cNvPr>
          <p:cNvSpPr>
            <a:spLocks xmlns:a="http://schemas.openxmlformats.org/drawingml/2006/main" noGrp="1"/>
          </p:cNvSpPr>
          <p:nvPr/>
        </p:nvSpPr>
        <p:spPr>
          <a:xfrm xmlns:a="http://schemas.openxmlformats.org/drawingml/2006/main">
            <a:off x="4188656" y="2463819"/>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9FB38CB0-0FAF-4F80-B946-0F19A24F8B7F}"/>
              </a:ext>
            </a:extLst>
          </p:cNvPr>
          <p:cNvSpPr>
            <a:spLocks xmlns:a="http://schemas.openxmlformats.org/drawingml/2006/main" noGrp="1"/>
          </p:cNvSpPr>
          <p:nvPr/>
        </p:nvSpPr>
        <p:spPr>
          <a:xfrm xmlns:a="http://schemas.openxmlformats.org/drawingml/2006/main">
            <a:off x="4848225" y="223837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M</a:t>
            </a:r>
          </a:p>
        </p:txBody>
      </p:sp>
      <p:sp>
        <p:nvSpPr>
          <p:cNvPr id="37" name="">
            <a:extLst xmlns:a="http://schemas.openxmlformats.org/drawingml/2006/main">
              <a:ext uri="{FF2B5EF4-FFF2-40B4-BE49-F238E27FC236}">
                <a16:creationId xmlns:a16="http://schemas.microsoft.com/office/drawing/2014/main" id="{91341B80-DFA4-4DBB-B35B-6CCD5BF2EFFF}"/>
              </a:ext>
            </a:extLst>
          </p:cNvPr>
          <p:cNvSpPr>
            <a:spLocks xmlns:a="http://schemas.openxmlformats.org/drawingml/2006/main" noGrp="1"/>
          </p:cNvSpPr>
          <p:nvPr/>
        </p:nvSpPr>
        <p:spPr>
          <a:xfrm xmlns:a="http://schemas.openxmlformats.org/drawingml/2006/main">
            <a:off x="3857625" y="204787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9E7A8D5F-7D9A-466F-A131-A9E4DA2DB4EB}"/>
              </a:ext>
            </a:extLst>
          </p:cNvPr>
          <p:cNvSpPr>
            <a:spLocks xmlns:a="http://schemas.openxmlformats.org/drawingml/2006/main" noGrp="1"/>
          </p:cNvSpPr>
          <p:nvPr/>
        </p:nvSpPr>
        <p:spPr>
          <a:xfrm xmlns:a="http://schemas.openxmlformats.org/drawingml/2006/main">
            <a:off x="3857625" y="216746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7445C2E1-BD92-4ADF-A86D-2A9E92CCD84E}"/>
              </a:ext>
            </a:extLst>
          </p:cNvPr>
          <p:cNvSpPr>
            <a:spLocks xmlns:a="http://schemas.openxmlformats.org/drawingml/2006/main" noGrp="1"/>
          </p:cNvSpPr>
          <p:nvPr/>
        </p:nvSpPr>
        <p:spPr>
          <a:xfrm xmlns:a="http://schemas.openxmlformats.org/drawingml/2006/main">
            <a:off x="3857625" y="228705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EEF0C41D-803F-415F-81E6-23F1FFE482A9}"/>
              </a:ext>
            </a:extLst>
          </p:cNvPr>
          <p:cNvSpPr>
            <a:spLocks xmlns:a="http://schemas.openxmlformats.org/drawingml/2006/main" noGrp="1"/>
          </p:cNvSpPr>
          <p:nvPr/>
        </p:nvSpPr>
        <p:spPr>
          <a:xfrm xmlns:a="http://schemas.openxmlformats.org/drawingml/2006/main">
            <a:off x="3857625" y="24066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4C2D64E6-69CA-430A-9F65-09F259F0E554}"/>
              </a:ext>
            </a:extLst>
          </p:cNvPr>
          <p:cNvSpPr>
            <a:spLocks xmlns:a="http://schemas.openxmlformats.org/drawingml/2006/main" noGrp="1"/>
          </p:cNvSpPr>
          <p:nvPr/>
        </p:nvSpPr>
        <p:spPr>
          <a:xfrm xmlns:a="http://schemas.openxmlformats.org/drawingml/2006/main">
            <a:off x="3857625" y="25262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BD809EF8-DB0F-4F18-B1A2-6933AA3E4451}"/>
              </a:ext>
            </a:extLst>
          </p:cNvPr>
          <p:cNvSpPr>
            <a:spLocks xmlns:a="http://schemas.openxmlformats.org/drawingml/2006/main" noGrp="1"/>
          </p:cNvSpPr>
          <p:nvPr/>
        </p:nvSpPr>
        <p:spPr>
          <a:xfrm xmlns:a="http://schemas.openxmlformats.org/drawingml/2006/main">
            <a:off x="3857625" y="26458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5B96D78E-6468-4A3D-B920-C4F8996539A2}"/>
              </a:ext>
            </a:extLst>
          </p:cNvPr>
          <p:cNvSpPr>
            <a:spLocks xmlns:a="http://schemas.openxmlformats.org/drawingml/2006/main" noGrp="1"/>
          </p:cNvSpPr>
          <p:nvPr/>
        </p:nvSpPr>
        <p:spPr>
          <a:xfrm xmlns:a="http://schemas.openxmlformats.org/drawingml/2006/main">
            <a:off x="3857625" y="27654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9CD7C07B-DF82-4B9B-AE91-F42260B1A775}"/>
              </a:ext>
            </a:extLst>
          </p:cNvPr>
          <p:cNvSpPr>
            <a:spLocks xmlns:a="http://schemas.openxmlformats.org/drawingml/2006/main" noGrp="1"/>
          </p:cNvSpPr>
          <p:nvPr/>
        </p:nvSpPr>
        <p:spPr>
          <a:xfrm xmlns:a="http://schemas.openxmlformats.org/drawingml/2006/main">
            <a:off x="3857625" y="28850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17A973B5-B325-4D90-9A97-EA94F96648CF}"/>
              </a:ext>
            </a:extLst>
          </p:cNvPr>
          <p:cNvSpPr>
            <a:spLocks xmlns:a="http://schemas.openxmlformats.org/drawingml/2006/main" noGrp="1"/>
          </p:cNvSpPr>
          <p:nvPr/>
        </p:nvSpPr>
        <p:spPr>
          <a:xfrm xmlns:a="http://schemas.openxmlformats.org/drawingml/2006/main">
            <a:off x="3857625" y="30046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6FD881CF-6199-4F99-A139-0E49AE39D859}"/>
              </a:ext>
            </a:extLst>
          </p:cNvPr>
          <p:cNvSpPr>
            <a:spLocks xmlns:a="http://schemas.openxmlformats.org/drawingml/2006/main" noGrp="1"/>
          </p:cNvSpPr>
          <p:nvPr/>
        </p:nvSpPr>
        <p:spPr>
          <a:xfrm xmlns:a="http://schemas.openxmlformats.org/drawingml/2006/main">
            <a:off x="7334250" y="2619375"/>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D207150D-9BB7-4D36-B4E1-51ECBD38BEFA}"/>
              </a:ext>
            </a:extLst>
          </p:cNvPr>
          <p:cNvSpPr>
            <a:spLocks xmlns:a="http://schemas.openxmlformats.org/drawingml/2006/main" noGrp="1"/>
          </p:cNvSpPr>
          <p:nvPr/>
        </p:nvSpPr>
        <p:spPr>
          <a:xfrm xmlns:a="http://schemas.openxmlformats.org/drawingml/2006/main">
            <a:off x="7334250" y="282892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48" name="">
            <a:extLst xmlns:a="http://schemas.openxmlformats.org/drawingml/2006/main">
              <a:ext uri="{FF2B5EF4-FFF2-40B4-BE49-F238E27FC236}">
                <a16:creationId xmlns:a16="http://schemas.microsoft.com/office/drawing/2014/main" id="{328BF73F-DDD0-4BB6-BF10-EE4BA395D4AD}"/>
              </a:ext>
            </a:extLst>
          </p:cNvPr>
          <p:cNvSpPr>
            <a:spLocks xmlns:a="http://schemas.openxmlformats.org/drawingml/2006/main" noGrp="1"/>
          </p:cNvSpPr>
          <p:nvPr/>
        </p:nvSpPr>
        <p:spPr>
          <a:xfrm xmlns:a="http://schemas.openxmlformats.org/drawingml/2006/main">
            <a:off x="7286244" y="28289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4CD72CC6-B343-4641-BB55-0BC1632641A8}"/>
              </a:ext>
            </a:extLst>
          </p:cNvPr>
          <p:cNvSpPr>
            <a:spLocks xmlns:a="http://schemas.openxmlformats.org/drawingml/2006/main" noGrp="1"/>
          </p:cNvSpPr>
          <p:nvPr/>
        </p:nvSpPr>
        <p:spPr>
          <a:xfrm xmlns:a="http://schemas.openxmlformats.org/drawingml/2006/main">
            <a:off x="6572250" y="2876550"/>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50" name="">
            <a:extLst xmlns:a="http://schemas.openxmlformats.org/drawingml/2006/main">
              <a:ext uri="{FF2B5EF4-FFF2-40B4-BE49-F238E27FC236}">
                <a16:creationId xmlns:a16="http://schemas.microsoft.com/office/drawing/2014/main" id="{911BE202-79ED-458B-AD3B-A44D3D600204}"/>
              </a:ext>
            </a:extLst>
          </p:cNvPr>
          <p:cNvSpPr>
            <a:spLocks xmlns:a="http://schemas.openxmlformats.org/drawingml/2006/main" noGrp="1"/>
          </p:cNvSpPr>
          <p:nvPr/>
        </p:nvSpPr>
        <p:spPr>
          <a:xfrm xmlns:a="http://schemas.openxmlformats.org/drawingml/2006/main">
            <a:off x="9715500" y="2619375"/>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51" name="">
            <a:extLst xmlns:a="http://schemas.openxmlformats.org/drawingml/2006/main">
              <a:ext uri="{FF2B5EF4-FFF2-40B4-BE49-F238E27FC236}">
                <a16:creationId xmlns:a16="http://schemas.microsoft.com/office/drawing/2014/main" id="{77EC0E5D-3CAB-4A37-89F3-48235F256625}"/>
              </a:ext>
            </a:extLst>
          </p:cNvPr>
          <p:cNvSpPr>
            <a:spLocks xmlns:a="http://schemas.openxmlformats.org/drawingml/2006/main" noGrp="1"/>
          </p:cNvSpPr>
          <p:nvPr/>
        </p:nvSpPr>
        <p:spPr>
          <a:xfrm xmlns:a="http://schemas.openxmlformats.org/drawingml/2006/main">
            <a:off x="9667494" y="32385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52" name="">
            <a:extLst xmlns:a="http://schemas.openxmlformats.org/drawingml/2006/main">
              <a:ext uri="{FF2B5EF4-FFF2-40B4-BE49-F238E27FC236}">
                <a16:creationId xmlns:a16="http://schemas.microsoft.com/office/drawing/2014/main" id="{41317991-DEB5-441F-BCA5-73C1D0AA5801}"/>
              </a:ext>
            </a:extLst>
          </p:cNvPr>
          <p:cNvSpPr>
            <a:spLocks xmlns:a="http://schemas.openxmlformats.org/drawingml/2006/main" noGrp="1"/>
          </p:cNvSpPr>
          <p:nvPr/>
        </p:nvSpPr>
        <p:spPr>
          <a:xfrm xmlns:a="http://schemas.openxmlformats.org/drawingml/2006/main">
            <a:off x="9829800" y="290512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53" name="">
            <a:extLst xmlns:a="http://schemas.openxmlformats.org/drawingml/2006/main">
              <a:ext uri="{FF2B5EF4-FFF2-40B4-BE49-F238E27FC236}">
                <a16:creationId xmlns:a16="http://schemas.microsoft.com/office/drawing/2014/main" id="{963C5E8E-17E6-4FDC-AC23-1675D8C3E56A}"/>
              </a:ext>
            </a:extLst>
          </p:cNvPr>
          <p:cNvSpPr>
            <a:spLocks xmlns:a="http://schemas.openxmlformats.org/drawingml/2006/main" noGrp="1"/>
          </p:cNvSpPr>
          <p:nvPr/>
        </p:nvSpPr>
        <p:spPr>
          <a:xfrm xmlns:a="http://schemas.openxmlformats.org/drawingml/2006/main">
            <a:off x="10087566" y="2438548"/>
            <a:ext cx="551822" cy="515295"/>
          </a:xfrm>
          <a:custGeom xmlns:a="http://schemas.openxmlformats.org/drawingml/2006/main">
            <a:pathLst>
              <a:path w="551822" h="515295">
                <a:moveTo>
                  <a:pt x="413746" y="515295"/>
                </a:moveTo>
                <a:lnTo>
                  <a:pt x="447352" y="492440"/>
                </a:lnTo>
                <a:lnTo>
                  <a:pt x="477240" y="464902"/>
                </a:lnTo>
                <a:lnTo>
                  <a:pt x="502765" y="433277"/>
                </a:lnTo>
                <a:lnTo>
                  <a:pt x="523372" y="398248"/>
                </a:lnTo>
                <a:lnTo>
                  <a:pt x="538617" y="360575"/>
                </a:lnTo>
                <a:lnTo>
                  <a:pt x="548169" y="321073"/>
                </a:lnTo>
                <a:lnTo>
                  <a:pt x="551822" y="280597"/>
                </a:lnTo>
                <a:lnTo>
                  <a:pt x="549495" y="240023"/>
                </a:lnTo>
                <a:lnTo>
                  <a:pt x="541241" y="200229"/>
                </a:lnTo>
                <a:lnTo>
                  <a:pt x="527237" y="162077"/>
                </a:lnTo>
                <a:lnTo>
                  <a:pt x="507786" y="126393"/>
                </a:lnTo>
                <a:lnTo>
                  <a:pt x="483311" y="93949"/>
                </a:lnTo>
                <a:lnTo>
                  <a:pt x="454339" y="65448"/>
                </a:lnTo>
                <a:lnTo>
                  <a:pt x="421499" y="41506"/>
                </a:lnTo>
                <a:lnTo>
                  <a:pt x="385502" y="22642"/>
                </a:lnTo>
                <a:lnTo>
                  <a:pt x="347126" y="9264"/>
                </a:lnTo>
                <a:lnTo>
                  <a:pt x="307202" y="1662"/>
                </a:lnTo>
                <a:lnTo>
                  <a:pt x="266596" y="0"/>
                </a:lnTo>
                <a:lnTo>
                  <a:pt x="226185" y="4314"/>
                </a:lnTo>
                <a:lnTo>
                  <a:pt x="186844" y="14511"/>
                </a:lnTo>
                <a:lnTo>
                  <a:pt x="149425" y="30371"/>
                </a:lnTo>
                <a:lnTo>
                  <a:pt x="114739" y="51549"/>
                </a:lnTo>
                <a:lnTo>
                  <a:pt x="83535" y="77587"/>
                </a:lnTo>
                <a:lnTo>
                  <a:pt x="56490" y="107922"/>
                </a:lnTo>
                <a:lnTo>
                  <a:pt x="34188" y="141897"/>
                </a:lnTo>
                <a:lnTo>
                  <a:pt x="17113" y="178777"/>
                </a:lnTo>
                <a:lnTo>
                  <a:pt x="5634" y="217763"/>
                </a:lnTo>
                <a:lnTo>
                  <a:pt x="0" y="258011"/>
                </a:lnTo>
                <a:lnTo>
                  <a:pt x="332" y="298651"/>
                </a:lnTo>
                <a:lnTo>
                  <a:pt x="6624" y="338801"/>
                </a:lnTo>
                <a:lnTo>
                  <a:pt x="18740" y="377594"/>
                </a:lnTo>
                <a:lnTo>
                  <a:pt x="36416" y="41419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07C1B1CF-69AF-495D-844A-2ABA291E8708}"/>
              </a:ext>
            </a:extLst>
          </p:cNvPr>
          <p:cNvSpPr>
            <a:spLocks xmlns:a="http://schemas.openxmlformats.org/drawingml/2006/main" noGrp="1"/>
          </p:cNvSpPr>
          <p:nvPr/>
        </p:nvSpPr>
        <p:spPr>
          <a:xfrm xmlns:a="http://schemas.openxmlformats.org/drawingml/2006/main">
            <a:off x="10106306" y="2816142"/>
            <a:ext cx="17676" cy="36595"/>
          </a:xfrm>
          <a:custGeom xmlns:a="http://schemas.openxmlformats.org/drawingml/2006/main">
            <a:pathLst>
              <a:path w="17676" h="36595">
                <a:moveTo>
                  <a:pt x="0" y="0"/>
                </a:moveTo>
                <a:lnTo>
                  <a:pt x="17676" y="36595"/>
                </a:lnTo>
              </a:path>
            </a:pathLst>
          </a:custGeom>
          <a:noFill xmlns:a="http://schemas.openxmlformats.org/drawingml/2006/main"/>
          <a:ln xmlns:a="http://schemas.openxmlformats.org/drawingml/2006/main" w="28575">
            <a:solidFill>
              <a:srgbClr val="2876A8"/>
            </a:solidFill>
          </a:ln>
        </p:spPr>
      </p:sp>
      <p:sp>
        <p:nvSpPr>
          <p:cNvPr id="55" name="">
            <a:extLst xmlns:a="http://schemas.openxmlformats.org/drawingml/2006/main">
              <a:ext uri="{FF2B5EF4-FFF2-40B4-BE49-F238E27FC236}">
                <a16:creationId xmlns:a16="http://schemas.microsoft.com/office/drawing/2014/main" id="{7C991E38-ADDE-48AB-B1ED-FB1274AC9067}"/>
              </a:ext>
            </a:extLst>
          </p:cNvPr>
          <p:cNvSpPr>
            <a:spLocks xmlns:a="http://schemas.openxmlformats.org/drawingml/2006/main" noGrp="1"/>
          </p:cNvSpPr>
          <p:nvPr/>
        </p:nvSpPr>
        <p:spPr>
          <a:xfrm xmlns:a="http://schemas.openxmlformats.org/drawingml/2006/main">
            <a:off x="10046531" y="2749569"/>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56" name="">
            <a:extLst xmlns:a="http://schemas.openxmlformats.org/drawingml/2006/main">
              <a:ext uri="{FF2B5EF4-FFF2-40B4-BE49-F238E27FC236}">
                <a16:creationId xmlns:a16="http://schemas.microsoft.com/office/drawing/2014/main" id="{AC084CDA-860F-404D-A7A4-CF93E6C543A2}"/>
              </a:ext>
            </a:extLst>
          </p:cNvPr>
          <p:cNvSpPr>
            <a:spLocks xmlns:a="http://schemas.openxmlformats.org/drawingml/2006/main" noGrp="1"/>
          </p:cNvSpPr>
          <p:nvPr/>
        </p:nvSpPr>
        <p:spPr>
          <a:xfrm xmlns:a="http://schemas.openxmlformats.org/drawingml/2006/main">
            <a:off x="10706100" y="252412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M</a:t>
            </a:r>
          </a:p>
        </p:txBody>
      </p:sp>
      <p:sp>
        <p:nvSpPr>
          <p:cNvPr id="57" name="">
            <a:extLst xmlns:a="http://schemas.openxmlformats.org/drawingml/2006/main">
              <a:ext uri="{FF2B5EF4-FFF2-40B4-BE49-F238E27FC236}">
                <a16:creationId xmlns:a16="http://schemas.microsoft.com/office/drawing/2014/main" id="{4120D1C6-C1E7-42C8-80EA-85CFD5CD6270}"/>
              </a:ext>
            </a:extLst>
          </p:cNvPr>
          <p:cNvSpPr>
            <a:spLocks xmlns:a="http://schemas.openxmlformats.org/drawingml/2006/main" noGrp="1"/>
          </p:cNvSpPr>
          <p:nvPr/>
        </p:nvSpPr>
        <p:spPr>
          <a:xfrm xmlns:a="http://schemas.openxmlformats.org/drawingml/2006/main">
            <a:off x="8215313" y="200025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C4483C"/>
            </a:solidFill>
          </a:ln>
        </p:spPr>
      </p:sp>
      <p:sp>
        <p:nvSpPr>
          <p:cNvPr id="58" name="">
            <a:extLst xmlns:a="http://schemas.openxmlformats.org/drawingml/2006/main">
              <a:ext uri="{FF2B5EF4-FFF2-40B4-BE49-F238E27FC236}">
                <a16:creationId xmlns:a16="http://schemas.microsoft.com/office/drawing/2014/main" id="{3BC9C120-2426-446B-9A93-547F848DA7D4}"/>
              </a:ext>
            </a:extLst>
          </p:cNvPr>
          <p:cNvSpPr>
            <a:spLocks xmlns:a="http://schemas.openxmlformats.org/drawingml/2006/main" noGrp="1"/>
          </p:cNvSpPr>
          <p:nvPr/>
        </p:nvSpPr>
        <p:spPr>
          <a:xfrm xmlns:a="http://schemas.openxmlformats.org/drawingml/2006/main">
            <a:off x="8167307" y="24765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9" name="">
            <a:extLst xmlns:a="http://schemas.openxmlformats.org/drawingml/2006/main">
              <a:ext uri="{FF2B5EF4-FFF2-40B4-BE49-F238E27FC236}">
                <a16:creationId xmlns:a16="http://schemas.microsoft.com/office/drawing/2014/main" id="{7410254F-29A8-49D9-B442-2FBD65BD1CAB}"/>
              </a:ext>
            </a:extLst>
          </p:cNvPr>
          <p:cNvSpPr>
            <a:spLocks xmlns:a="http://schemas.openxmlformats.org/drawingml/2006/main" noGrp="1"/>
          </p:cNvSpPr>
          <p:nvPr/>
        </p:nvSpPr>
        <p:spPr>
          <a:xfrm xmlns:a="http://schemas.openxmlformats.org/drawingml/2006/main">
            <a:off x="9715500" y="23336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18325BAD-7909-455B-B1A4-F71456CFA956}"/>
              </a:ext>
            </a:extLst>
          </p:cNvPr>
          <p:cNvSpPr>
            <a:spLocks xmlns:a="http://schemas.openxmlformats.org/drawingml/2006/main" noGrp="1"/>
          </p:cNvSpPr>
          <p:nvPr/>
        </p:nvSpPr>
        <p:spPr>
          <a:xfrm xmlns:a="http://schemas.openxmlformats.org/drawingml/2006/main">
            <a:off x="9715500" y="24532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1E8D21EE-FD83-4F1F-A5D4-EF9FA8F2C0C9}"/>
              </a:ext>
            </a:extLst>
          </p:cNvPr>
          <p:cNvSpPr>
            <a:spLocks xmlns:a="http://schemas.openxmlformats.org/drawingml/2006/main" noGrp="1"/>
          </p:cNvSpPr>
          <p:nvPr/>
        </p:nvSpPr>
        <p:spPr>
          <a:xfrm xmlns:a="http://schemas.openxmlformats.org/drawingml/2006/main">
            <a:off x="9715500" y="25728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DE392770-A75A-4D06-9CB8-FA48D16FA250}"/>
              </a:ext>
            </a:extLst>
          </p:cNvPr>
          <p:cNvSpPr>
            <a:spLocks xmlns:a="http://schemas.openxmlformats.org/drawingml/2006/main" noGrp="1"/>
          </p:cNvSpPr>
          <p:nvPr/>
        </p:nvSpPr>
        <p:spPr>
          <a:xfrm xmlns:a="http://schemas.openxmlformats.org/drawingml/2006/main">
            <a:off x="9715500" y="26924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53B14110-CDD0-49D5-914E-06B3EE58389C}"/>
              </a:ext>
            </a:extLst>
          </p:cNvPr>
          <p:cNvSpPr>
            <a:spLocks xmlns:a="http://schemas.openxmlformats.org/drawingml/2006/main" noGrp="1"/>
          </p:cNvSpPr>
          <p:nvPr/>
        </p:nvSpPr>
        <p:spPr>
          <a:xfrm xmlns:a="http://schemas.openxmlformats.org/drawingml/2006/main">
            <a:off x="9715500" y="28119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F19B8E17-BDF7-4EDF-9970-4BAC0B494723}"/>
              </a:ext>
            </a:extLst>
          </p:cNvPr>
          <p:cNvSpPr>
            <a:spLocks xmlns:a="http://schemas.openxmlformats.org/drawingml/2006/main" noGrp="1"/>
          </p:cNvSpPr>
          <p:nvPr/>
        </p:nvSpPr>
        <p:spPr>
          <a:xfrm xmlns:a="http://schemas.openxmlformats.org/drawingml/2006/main">
            <a:off x="9715500" y="29315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06476BF5-B205-4C42-A096-E87C6D925825}"/>
              </a:ext>
            </a:extLst>
          </p:cNvPr>
          <p:cNvSpPr>
            <a:spLocks xmlns:a="http://schemas.openxmlformats.org/drawingml/2006/main" noGrp="1"/>
          </p:cNvSpPr>
          <p:nvPr/>
        </p:nvSpPr>
        <p:spPr>
          <a:xfrm xmlns:a="http://schemas.openxmlformats.org/drawingml/2006/main">
            <a:off x="9715500" y="305117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70132F70-FDAF-4DEE-9B18-C775EA96FBC8}"/>
              </a:ext>
            </a:extLst>
          </p:cNvPr>
          <p:cNvSpPr>
            <a:spLocks xmlns:a="http://schemas.openxmlformats.org/drawingml/2006/main" noGrp="1"/>
          </p:cNvSpPr>
          <p:nvPr/>
        </p:nvSpPr>
        <p:spPr>
          <a:xfrm xmlns:a="http://schemas.openxmlformats.org/drawingml/2006/main">
            <a:off x="9715500" y="317076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E0330513-FE50-4177-AE9F-8E730DF75EA7}"/>
              </a:ext>
            </a:extLst>
          </p:cNvPr>
          <p:cNvSpPr>
            <a:spLocks xmlns:a="http://schemas.openxmlformats.org/drawingml/2006/main" noGrp="1"/>
          </p:cNvSpPr>
          <p:nvPr/>
        </p:nvSpPr>
        <p:spPr>
          <a:xfrm xmlns:a="http://schemas.openxmlformats.org/drawingml/2006/main">
            <a:off x="9715500" y="329035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B0B0681C-DA3E-471A-98FB-73EE8CA332C9}"/>
              </a:ext>
            </a:extLst>
          </p:cNvPr>
          <p:cNvSpPr>
            <a:spLocks xmlns:a="http://schemas.openxmlformats.org/drawingml/2006/main" noGrp="1"/>
          </p:cNvSpPr>
          <p:nvPr/>
        </p:nvSpPr>
        <p:spPr>
          <a:xfrm xmlns:a="http://schemas.openxmlformats.org/drawingml/2006/main">
            <a:off x="6810375" y="1952625"/>
            <a:ext cx="138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200 N</a:t>
            </a:r>
          </a:p>
        </p:txBody>
      </p:sp>
      <p:sp>
        <p:nvSpPr>
          <p:cNvPr id="69" name="">
            <a:extLst xmlns:a="http://schemas.openxmlformats.org/drawingml/2006/main">
              <a:ext uri="{FF2B5EF4-FFF2-40B4-BE49-F238E27FC236}">
                <a16:creationId xmlns:a16="http://schemas.microsoft.com/office/drawing/2014/main" id="{18587BE0-BB16-46B0-AB02-76154D2B8FBB}"/>
              </a:ext>
            </a:extLst>
          </p:cNvPr>
          <p:cNvSpPr>
            <a:spLocks xmlns:a="http://schemas.openxmlformats.org/drawingml/2006/main" noGrp="1"/>
          </p:cNvSpPr>
          <p:nvPr/>
        </p:nvSpPr>
        <p:spPr>
          <a:xfrm xmlns:a="http://schemas.openxmlformats.org/drawingml/2006/main">
            <a:off x="1381125" y="1990725"/>
            <a:ext cx="2476500" cy="9525"/>
          </a:xfrm>
          <a:custGeom xmlns:a="http://schemas.openxmlformats.org/drawingml/2006/main">
            <a:pathLst>
              <a:path w="2476500" h="9525">
                <a:moveTo>
                  <a:pt x="0" y="0"/>
                </a:moveTo>
                <a:lnTo>
                  <a:pt x="247650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0563B834-B8EC-4977-9831-35EDE33D3C18}"/>
              </a:ext>
            </a:extLst>
          </p:cNvPr>
          <p:cNvSpPr>
            <a:spLocks xmlns:a="http://schemas.openxmlformats.org/drawingml/2006/main" noGrp="1"/>
          </p:cNvSpPr>
          <p:nvPr/>
        </p:nvSpPr>
        <p:spPr>
          <a:xfrm xmlns:a="http://schemas.openxmlformats.org/drawingml/2006/main">
            <a:off x="3790950" y="19627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E0E67F52-7653-4B72-B5BF-1D63C207422C}"/>
              </a:ext>
            </a:extLst>
          </p:cNvPr>
          <p:cNvSpPr>
            <a:spLocks xmlns:a="http://schemas.openxmlformats.org/drawingml/2006/main" noGrp="1"/>
          </p:cNvSpPr>
          <p:nvPr/>
        </p:nvSpPr>
        <p:spPr>
          <a:xfrm xmlns:a="http://schemas.openxmlformats.org/drawingml/2006/main">
            <a:off x="1381125" y="1990725"/>
            <a:ext cx="2476500" cy="9525"/>
          </a:xfrm>
          <a:custGeom xmlns:a="http://schemas.openxmlformats.org/drawingml/2006/main">
            <a:pathLst>
              <a:path w="2476500" h="9525">
                <a:moveTo>
                  <a:pt x="2476500" y="0"/>
                </a:moveTo>
                <a:lnTo>
                  <a:pt x="0" y="0"/>
                </a:lnTo>
              </a:path>
            </a:pathLst>
          </a:custGeom>
          <a:noFill xmlns:a="http://schemas.openxmlformats.org/drawingml/2006/main"/>
          <a:ln xmlns:a="http://schemas.openxmlformats.org/drawingml/2006/main" w="13335">
            <a:solidFill>
              <a:srgbClr val="71818B"/>
            </a:solidFill>
          </a:ln>
        </p:spPr>
      </p:sp>
      <p:sp>
        <p:nvSpPr>
          <p:cNvPr id="72" name="">
            <a:extLst xmlns:a="http://schemas.openxmlformats.org/drawingml/2006/main">
              <a:ext uri="{FF2B5EF4-FFF2-40B4-BE49-F238E27FC236}">
                <a16:creationId xmlns:a16="http://schemas.microsoft.com/office/drawing/2014/main" id="{9664C3AC-002F-40F9-A673-C9E394286D40}"/>
              </a:ext>
            </a:extLst>
          </p:cNvPr>
          <p:cNvSpPr>
            <a:spLocks xmlns:a="http://schemas.openxmlformats.org/drawingml/2006/main" noGrp="1"/>
          </p:cNvSpPr>
          <p:nvPr/>
        </p:nvSpPr>
        <p:spPr>
          <a:xfrm xmlns:a="http://schemas.openxmlformats.org/drawingml/2006/main">
            <a:off x="1381125" y="19627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3" name="">
            <a:extLst xmlns:a="http://schemas.openxmlformats.org/drawingml/2006/main">
              <a:ext uri="{FF2B5EF4-FFF2-40B4-BE49-F238E27FC236}">
                <a16:creationId xmlns:a16="http://schemas.microsoft.com/office/drawing/2014/main" id="{21BA4390-2F6C-4A17-B87C-D1547468045A}"/>
              </a:ext>
            </a:extLst>
          </p:cNvPr>
          <p:cNvSpPr>
            <a:spLocks xmlns:a="http://schemas.openxmlformats.org/drawingml/2006/main" noGrp="1"/>
          </p:cNvSpPr>
          <p:nvPr/>
        </p:nvSpPr>
        <p:spPr>
          <a:xfrm xmlns:a="http://schemas.openxmlformats.org/drawingml/2006/main">
            <a:off x="1381125" y="20383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74" name="">
            <a:extLst xmlns:a="http://schemas.openxmlformats.org/drawingml/2006/main">
              <a:ext uri="{FF2B5EF4-FFF2-40B4-BE49-F238E27FC236}">
                <a16:creationId xmlns:a16="http://schemas.microsoft.com/office/drawing/2014/main" id="{64F7E545-0DFD-4AA4-BEEA-B5BEA2CAD2EA}"/>
              </a:ext>
            </a:extLst>
          </p:cNvPr>
          <p:cNvSpPr>
            <a:spLocks xmlns:a="http://schemas.openxmlformats.org/drawingml/2006/main" noGrp="1"/>
          </p:cNvSpPr>
          <p:nvPr/>
        </p:nvSpPr>
        <p:spPr>
          <a:xfrm xmlns:a="http://schemas.openxmlformats.org/drawingml/2006/main">
            <a:off x="7334250" y="33337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950A4C89-C902-479D-815B-66BA98080F7F}"/>
              </a:ext>
            </a:extLst>
          </p:cNvPr>
          <p:cNvSpPr>
            <a:spLocks xmlns:a="http://schemas.openxmlformats.org/drawingml/2006/main" noGrp="1"/>
          </p:cNvSpPr>
          <p:nvPr/>
        </p:nvSpPr>
        <p:spPr>
          <a:xfrm xmlns:a="http://schemas.openxmlformats.org/drawingml/2006/main">
            <a:off x="9648825" y="3305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6" name="">
            <a:extLst xmlns:a="http://schemas.openxmlformats.org/drawingml/2006/main">
              <a:ext uri="{FF2B5EF4-FFF2-40B4-BE49-F238E27FC236}">
                <a16:creationId xmlns:a16="http://schemas.microsoft.com/office/drawing/2014/main" id="{05DC9713-04CE-43CC-94C1-9A8C2430CA9E}"/>
              </a:ext>
            </a:extLst>
          </p:cNvPr>
          <p:cNvSpPr>
            <a:spLocks xmlns:a="http://schemas.openxmlformats.org/drawingml/2006/main" noGrp="1"/>
          </p:cNvSpPr>
          <p:nvPr/>
        </p:nvSpPr>
        <p:spPr>
          <a:xfrm xmlns:a="http://schemas.openxmlformats.org/drawingml/2006/main">
            <a:off x="7334250" y="3333750"/>
            <a:ext cx="2381250" cy="9525"/>
          </a:xfrm>
          <a:custGeom xmlns:a="http://schemas.openxmlformats.org/drawingml/2006/main">
            <a:pathLst>
              <a:path w="2381250" h="9525">
                <a:moveTo>
                  <a:pt x="2381250" y="0"/>
                </a:moveTo>
                <a:lnTo>
                  <a:pt x="0"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A128B7CE-F7AB-4CFC-A8F4-4D67A6C6B31F}"/>
              </a:ext>
            </a:extLst>
          </p:cNvPr>
          <p:cNvSpPr>
            <a:spLocks xmlns:a="http://schemas.openxmlformats.org/drawingml/2006/main" noGrp="1"/>
          </p:cNvSpPr>
          <p:nvPr/>
        </p:nvSpPr>
        <p:spPr>
          <a:xfrm xmlns:a="http://schemas.openxmlformats.org/drawingml/2006/main">
            <a:off x="7334250" y="3305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8" name="">
            <a:extLst xmlns:a="http://schemas.openxmlformats.org/drawingml/2006/main">
              <a:ext uri="{FF2B5EF4-FFF2-40B4-BE49-F238E27FC236}">
                <a16:creationId xmlns:a16="http://schemas.microsoft.com/office/drawing/2014/main" id="{A899313D-BE4B-4C79-8CF5-30F5E42E422A}"/>
              </a:ext>
            </a:extLst>
          </p:cNvPr>
          <p:cNvSpPr>
            <a:spLocks xmlns:a="http://schemas.openxmlformats.org/drawingml/2006/main" noGrp="1"/>
          </p:cNvSpPr>
          <p:nvPr/>
        </p:nvSpPr>
        <p:spPr>
          <a:xfrm xmlns:a="http://schemas.openxmlformats.org/drawingml/2006/main">
            <a:off x="7334250" y="338137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79" name="">
            <a:extLst xmlns:a="http://schemas.openxmlformats.org/drawingml/2006/main">
              <a:ext uri="{FF2B5EF4-FFF2-40B4-BE49-F238E27FC236}">
                <a16:creationId xmlns:a16="http://schemas.microsoft.com/office/drawing/2014/main" id="{441ED080-1935-493A-B07F-8F9A98002913}"/>
              </a:ext>
            </a:extLst>
          </p:cNvPr>
          <p:cNvSpPr>
            <a:spLocks xmlns:a="http://schemas.openxmlformats.org/drawingml/2006/main" noGrp="1"/>
          </p:cNvSpPr>
          <p:nvPr/>
        </p:nvSpPr>
        <p:spPr>
          <a:xfrm xmlns:a="http://schemas.openxmlformats.org/drawingml/2006/main">
            <a:off x="8215313" y="2009775"/>
            <a:ext cx="1500188" cy="9525"/>
          </a:xfrm>
          <a:custGeom xmlns:a="http://schemas.openxmlformats.org/drawingml/2006/main">
            <a:pathLst>
              <a:path w="1500188" h="9525">
                <a:moveTo>
                  <a:pt x="0" y="0"/>
                </a:moveTo>
                <a:lnTo>
                  <a:pt x="1500188" y="0"/>
                </a:lnTo>
              </a:path>
            </a:pathLst>
          </a:custGeom>
          <a:noFill xmlns:a="http://schemas.openxmlformats.org/drawingml/2006/main"/>
          <a:ln xmlns:a="http://schemas.openxmlformats.org/drawingml/2006/main" w="13335">
            <a:solidFill>
              <a:srgbClr val="C4483C"/>
            </a:solidFill>
          </a:ln>
        </p:spPr>
      </p:sp>
      <p:sp>
        <p:nvSpPr>
          <p:cNvPr id="80" name="">
            <a:extLst xmlns:a="http://schemas.openxmlformats.org/drawingml/2006/main">
              <a:ext uri="{FF2B5EF4-FFF2-40B4-BE49-F238E27FC236}">
                <a16:creationId xmlns:a16="http://schemas.microsoft.com/office/drawing/2014/main" id="{FDDCF826-8FFF-49E3-8342-220E9D6A292B}"/>
              </a:ext>
            </a:extLst>
          </p:cNvPr>
          <p:cNvSpPr>
            <a:spLocks xmlns:a="http://schemas.openxmlformats.org/drawingml/2006/main" noGrp="1"/>
          </p:cNvSpPr>
          <p:nvPr/>
        </p:nvSpPr>
        <p:spPr>
          <a:xfrm xmlns:a="http://schemas.openxmlformats.org/drawingml/2006/main">
            <a:off x="9648825" y="19817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81" name="">
            <a:extLst xmlns:a="http://schemas.openxmlformats.org/drawingml/2006/main">
              <a:ext uri="{FF2B5EF4-FFF2-40B4-BE49-F238E27FC236}">
                <a16:creationId xmlns:a16="http://schemas.microsoft.com/office/drawing/2014/main" id="{598B8A26-08C1-472B-805A-6645F5768E2D}"/>
              </a:ext>
            </a:extLst>
          </p:cNvPr>
          <p:cNvSpPr>
            <a:spLocks xmlns:a="http://schemas.openxmlformats.org/drawingml/2006/main" noGrp="1"/>
          </p:cNvSpPr>
          <p:nvPr/>
        </p:nvSpPr>
        <p:spPr>
          <a:xfrm xmlns:a="http://schemas.openxmlformats.org/drawingml/2006/main">
            <a:off x="8215313" y="2009775"/>
            <a:ext cx="1500188" cy="9525"/>
          </a:xfrm>
          <a:custGeom xmlns:a="http://schemas.openxmlformats.org/drawingml/2006/main">
            <a:pathLst>
              <a:path w="1500188" h="9525">
                <a:moveTo>
                  <a:pt x="1500188" y="0"/>
                </a:moveTo>
                <a:lnTo>
                  <a:pt x="0" y="0"/>
                </a:lnTo>
              </a:path>
            </a:pathLst>
          </a:custGeom>
          <a:noFill xmlns:a="http://schemas.openxmlformats.org/drawingml/2006/main"/>
          <a:ln xmlns:a="http://schemas.openxmlformats.org/drawingml/2006/main" w="13335">
            <a:solidFill>
              <a:srgbClr val="C4483C"/>
            </a:solidFill>
          </a:ln>
        </p:spPr>
      </p:sp>
      <p:sp>
        <p:nvSpPr>
          <p:cNvPr id="82" name="">
            <a:extLst xmlns:a="http://schemas.openxmlformats.org/drawingml/2006/main">
              <a:ext uri="{FF2B5EF4-FFF2-40B4-BE49-F238E27FC236}">
                <a16:creationId xmlns:a16="http://schemas.microsoft.com/office/drawing/2014/main" id="{55107420-132A-490E-A0C7-06385D8A51C9}"/>
              </a:ext>
            </a:extLst>
          </p:cNvPr>
          <p:cNvSpPr>
            <a:spLocks xmlns:a="http://schemas.openxmlformats.org/drawingml/2006/main" noGrp="1"/>
          </p:cNvSpPr>
          <p:nvPr/>
        </p:nvSpPr>
        <p:spPr>
          <a:xfrm xmlns:a="http://schemas.openxmlformats.org/drawingml/2006/main">
            <a:off x="8215313" y="19817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83" name="">
            <a:extLst xmlns:a="http://schemas.openxmlformats.org/drawingml/2006/main">
              <a:ext uri="{FF2B5EF4-FFF2-40B4-BE49-F238E27FC236}">
                <a16:creationId xmlns:a16="http://schemas.microsoft.com/office/drawing/2014/main" id="{C949C07D-94DF-43F0-A32B-1F05742BD6B2}"/>
              </a:ext>
            </a:extLst>
          </p:cNvPr>
          <p:cNvSpPr>
            <a:spLocks xmlns:a="http://schemas.openxmlformats.org/drawingml/2006/main" noGrp="1"/>
          </p:cNvSpPr>
          <p:nvPr/>
        </p:nvSpPr>
        <p:spPr>
          <a:xfrm xmlns:a="http://schemas.openxmlformats.org/drawingml/2006/main">
            <a:off x="8215313" y="2057400"/>
            <a:ext cx="1500188"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C4483C"/>
                </a:solidFill>
                <a:latin typeface="Yu Gothic"/>
                <a:ea typeface="Yu Gothic"/>
                <a:cs typeface="Yu Gothic"/>
              </a:defRPr>
            </a:defPPr>
            <a:lvl1pPr algn="ctr">
              <a:buNone/>
              <a:defRPr sz="1650" b="0">
                <a:solidFill>
                  <a:srgbClr val="C4483C"/>
                </a:solidFill>
                <a:latin typeface="Yu Gothic"/>
                <a:ea typeface="Yu Gothic"/>
                <a:cs typeface="Yu Gothic"/>
              </a:defRPr>
            </a:lvl1pPr>
            <a:lvl2pPr algn="ctr">
              <a:buNone/>
              <a:defRPr sz="1650" b="0">
                <a:solidFill>
                  <a:srgbClr val="C4483C"/>
                </a:solidFill>
                <a:latin typeface="Yu Gothic"/>
                <a:ea typeface="Yu Gothic"/>
                <a:cs typeface="Yu Gothic"/>
              </a:defRPr>
            </a:lvl2pPr>
            <a:lvl3pPr algn="ctr">
              <a:buNone/>
              <a:defRPr sz="1650" b="0">
                <a:solidFill>
                  <a:srgbClr val="C4483C"/>
                </a:solidFill>
                <a:latin typeface="Yu Gothic"/>
                <a:ea typeface="Yu Gothic"/>
                <a:cs typeface="Yu Gothic"/>
              </a:defRPr>
            </a:lvl3pPr>
            <a:lvl4pPr algn="ctr">
              <a:buNone/>
              <a:defRPr sz="1650" b="0">
                <a:solidFill>
                  <a:srgbClr val="C4483C"/>
                </a:solidFill>
                <a:latin typeface="Yu Gothic"/>
                <a:ea typeface="Yu Gothic"/>
                <a:cs typeface="Yu Gothic"/>
              </a:defRPr>
            </a:lvl4pPr>
            <a:lvl5pPr algn="ctr">
              <a:buNone/>
              <a:defRPr sz="1650" b="0">
                <a:solidFill>
                  <a:srgbClr val="C4483C"/>
                </a:solidFill>
                <a:latin typeface="Yu Gothic"/>
                <a:ea typeface="Yu Gothic"/>
                <a:cs typeface="Yu Gothic"/>
              </a:defRPr>
            </a:lvl5pPr>
            <a:lvl6pPr algn="ctr">
              <a:buNone/>
              <a:defRPr sz="1650" b="0">
                <a:solidFill>
                  <a:srgbClr val="C4483C"/>
                </a:solidFill>
                <a:latin typeface="Yu Gothic"/>
                <a:ea typeface="Yu Gothic"/>
                <a:cs typeface="Yu Gothic"/>
              </a:defRPr>
            </a:lvl6pPr>
            <a:lvl7pPr algn="ctr">
              <a:buNone/>
              <a:defRPr sz="1650" b="0">
                <a:solidFill>
                  <a:srgbClr val="C4483C"/>
                </a:solidFill>
                <a:latin typeface="Yu Gothic"/>
                <a:ea typeface="Yu Gothic"/>
                <a:cs typeface="Yu Gothic"/>
              </a:defRPr>
            </a:lvl7pPr>
            <a:lvl8pPr algn="ctr">
              <a:buNone/>
              <a:defRPr sz="1650" b="0">
                <a:solidFill>
                  <a:srgbClr val="C4483C"/>
                </a:solidFill>
                <a:latin typeface="Yu Gothic"/>
                <a:ea typeface="Yu Gothic"/>
                <a:cs typeface="Yu Gothic"/>
              </a:defRPr>
            </a:lvl8pPr>
            <a:lvl9pPr algn="ctr">
              <a:buNone/>
              <a:defRPr sz="1650" b="0">
                <a:solidFill>
                  <a:srgbClr val="C4483C"/>
                </a:solidFill>
                <a:latin typeface="Yu Gothic"/>
                <a:ea typeface="Yu Gothic"/>
                <a:cs typeface="Yu Gothic"/>
              </a:defRPr>
            </a:lvl9pPr>
          </a:lstStyle>
          <a:p xmlns:a="http://schemas.openxmlformats.org/drawingml/2006/main">
            <a:pPr algn="ctr">
              <a:buNone/>
              <a:defRPr sz="1650" b="0">
                <a:solidFill>
                  <a:srgbClr val="C4483C"/>
                </a:solidFill>
                <a:latin typeface="Yu Gothic"/>
                <a:ea typeface="Yu Gothic"/>
                <a:cs typeface="Yu Gothic"/>
              </a:defRPr>
            </a:pPr>
            <a:r>
              <a:rPr sz="1650" b="0">
                <a:solidFill>
                  <a:srgbClr val="C4483C"/>
                </a:solidFill>
                <a:latin typeface="Yu Gothic"/>
                <a:ea typeface="Yu Gothic"/>
                <a:cs typeface="Yu Gothic"/>
              </a:rPr>
              <a:t>x − 0.60</a:t>
            </a:r>
          </a:p>
        </p:txBody>
      </p:sp>
      <p:sp>
        <p:nvSpPr>
          <p:cNvPr id="84" name="">
            <a:extLst xmlns:a="http://schemas.openxmlformats.org/drawingml/2006/main">
              <a:ext uri="{FF2B5EF4-FFF2-40B4-BE49-F238E27FC236}">
                <a16:creationId xmlns:a16="http://schemas.microsoft.com/office/drawing/2014/main" id="{AC0EB077-8A68-49F9-BF00-69D49E99DF63}"/>
              </a:ext>
            </a:extLst>
          </p:cNvPr>
          <p:cNvSpPr>
            <a:spLocks xmlns:a="http://schemas.openxmlformats.org/drawingml/2006/main" noGrp="1"/>
          </p:cNvSpPr>
          <p:nvPr/>
        </p:nvSpPr>
        <p:spPr>
          <a:xfrm xmlns:a="http://schemas.openxmlformats.org/drawingml/2006/main">
            <a:off x="809625" y="317182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−100x + M = 0</a:t>
            </a:r>
          </a:p>
        </p:txBody>
      </p:sp>
      <p:sp>
        <p:nvSpPr>
          <p:cNvPr id="85" name="">
            <a:extLst xmlns:a="http://schemas.openxmlformats.org/drawingml/2006/main">
              <a:ext uri="{FF2B5EF4-FFF2-40B4-BE49-F238E27FC236}">
                <a16:creationId xmlns:a16="http://schemas.microsoft.com/office/drawing/2014/main" id="{9C7F0842-3C3A-4D16-A796-6B3E5765BE6B}"/>
              </a:ext>
            </a:extLst>
          </p:cNvPr>
          <p:cNvSpPr>
            <a:spLocks xmlns:a="http://schemas.openxmlformats.org/drawingml/2006/main" noGrp="1"/>
          </p:cNvSpPr>
          <p:nvPr/>
        </p:nvSpPr>
        <p:spPr>
          <a:xfrm xmlns:a="http://schemas.openxmlformats.org/drawingml/2006/main">
            <a:off x="809625" y="35718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M = 100x</a:t>
            </a:r>
          </a:p>
        </p:txBody>
      </p:sp>
      <p:sp>
        <p:nvSpPr>
          <p:cNvPr id="86" name="">
            <a:extLst xmlns:a="http://schemas.openxmlformats.org/drawingml/2006/main">
              <a:ext uri="{FF2B5EF4-FFF2-40B4-BE49-F238E27FC236}">
                <a16:creationId xmlns:a16="http://schemas.microsoft.com/office/drawing/2014/main" id="{838720C6-D6F9-46E6-A3E3-4262F423AA01}"/>
              </a:ext>
            </a:extLst>
          </p:cNvPr>
          <p:cNvSpPr>
            <a:spLocks xmlns:a="http://schemas.openxmlformats.org/drawingml/2006/main" noGrp="1"/>
          </p:cNvSpPr>
          <p:nvPr/>
        </p:nvSpPr>
        <p:spPr>
          <a:xfrm xmlns:a="http://schemas.openxmlformats.org/drawingml/2006/main">
            <a:off x="6762750" y="371475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−100x + 200(x−0.60) + M = 0</a:t>
            </a:r>
          </a:p>
        </p:txBody>
      </p:sp>
      <p:graphicFrame>
        <p:nvGraphicFramePr>
          <p:cNvPr id="87" name="Chart">
            <a:extLst xmlns:a="http://schemas.openxmlformats.org/drawingml/2006/main">
              <a:ext uri="{FF2B5EF4-FFF2-40B4-BE49-F238E27FC236}">
                <a16:creationId xmlns:a16="http://schemas.microsoft.com/office/drawing/2014/main" id="{737FF05D-DF5F-4519-B045-5A9B10F750EA}"/>
              </a:ext>
            </a:extLst>
          </p:cNvPr>
          <p:cNvGraphicFramePr/>
          <p:nvPr/>
        </p:nvGraphicFramePr>
        <p:xfrm>
          <a:off xmlns:a="http://schemas.openxmlformats.org/drawingml/2006/main" x="809625" y="4067175"/>
          <a:ext xmlns:a="http://schemas.openxmlformats.org/drawingml/2006/main" cx="7524750" cy="1666875"/>
        </p:xfrm>
        <a:graphic xmlns:a="http://schemas.openxmlformats.org/drawingml/2006/main">
          <a:graphicData uri="http://schemas.openxmlformats.org/drawingml/2006/chart">
            <c:chart xmlns:r="http://schemas.openxmlformats.org/officeDocument/2006/relationships" xmlns:c="http://schemas.openxmlformats.org/drawingml/2006/chart" r:id="Rfe8eebb02e284f8c"/>
          </a:graphicData>
        </a:graphic>
      </p:graphicFrame>
      <p:sp>
        <p:nvSpPr>
          <p:cNvPr id="88" name="">
            <a:extLst xmlns:a="http://schemas.openxmlformats.org/drawingml/2006/main">
              <a:ext uri="{FF2B5EF4-FFF2-40B4-BE49-F238E27FC236}">
                <a16:creationId xmlns:a16="http://schemas.microsoft.com/office/drawing/2014/main" id="{F901DDDB-2165-488E-A9E1-6B01FA447833}"/>
              </a:ext>
            </a:extLst>
          </p:cNvPr>
          <p:cNvSpPr>
            <a:spLocks xmlns:a="http://schemas.openxmlformats.org/drawingml/2006/main" noGrp="1"/>
          </p:cNvSpPr>
          <p:nvPr/>
        </p:nvSpPr>
        <p:spPr>
          <a:xfrm xmlns:a="http://schemas.openxmlformats.org/drawingml/2006/main">
            <a:off x="8334375" y="4191000"/>
            <a:ext cx="319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M = 120 − 100x</a:t>
            </a:r>
          </a:p>
        </p:txBody>
      </p:sp>
      <p:sp>
        <p:nvSpPr>
          <p:cNvPr id="89" name="">
            <a:extLst xmlns:a="http://schemas.openxmlformats.org/drawingml/2006/main">
              <a:ext uri="{FF2B5EF4-FFF2-40B4-BE49-F238E27FC236}">
                <a16:creationId xmlns:a16="http://schemas.microsoft.com/office/drawing/2014/main" id="{5BC535E4-276E-4A77-95A7-6DFC6EC5052D}"/>
              </a:ext>
            </a:extLst>
          </p:cNvPr>
          <p:cNvSpPr>
            <a:spLocks xmlns:a="http://schemas.openxmlformats.org/drawingml/2006/main" noGrp="1"/>
          </p:cNvSpPr>
          <p:nvPr/>
        </p:nvSpPr>
        <p:spPr>
          <a:xfrm xmlns:a="http://schemas.openxmlformats.org/drawingml/2006/main">
            <a:off x="8667750" y="4762500"/>
            <a:ext cx="2905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最大60 N·m</a:t>
            </a:r>
          </a:p>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両支点でM = 0</a:t>
            </a:r>
          </a:p>
        </p:txBody>
      </p:sp>
      <p:sp>
        <p:nvSpPr>
          <p:cNvPr id="90" name="">
            <a:extLst xmlns:a="http://schemas.openxmlformats.org/drawingml/2006/main">
              <a:ext uri="{FF2B5EF4-FFF2-40B4-BE49-F238E27FC236}">
                <a16:creationId xmlns:a16="http://schemas.microsoft.com/office/drawing/2014/main" id="{0354083E-FBAD-4BC9-8553-B220596D7F0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xの単位はm、力はN。各区間の式が荷重点で同じ60 N·mを与える。</a:t>
            </a:r>
          </a:p>
        </p:txBody>
      </p:sp>
    </p:spTree>
    <p:extLst>
      <p:ext uri="{BB962C8B-B14F-4D97-AF65-F5344CB8AC3E}">
        <p14:creationId xmlns:p14="http://schemas.microsoft.com/office/powerpoint/2010/main" val="104310531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F102E887-548E-472B-A76E-BE80D774B29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はり・SFD・BMDを、同じ位置で読む</a:t>
            </a:r>
          </a:p>
        </p:txBody>
      </p:sp>
      <p:cxnSp>
        <p:nvCxnSpPr>
          <p:cNvPr id="2" name="">
            <a:extLst xmlns:a="http://schemas.openxmlformats.org/drawingml/2006/main">
              <a:ext uri="{FF2B5EF4-FFF2-40B4-BE49-F238E27FC236}">
                <a16:creationId xmlns:a16="http://schemas.microsoft.com/office/drawing/2014/main" id="{B00699D7-E84E-4524-A9DF-67F57C54589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2384C4B-163C-4342-AB2C-D0BD407ABB9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26770887-DFF5-47F3-92D7-81939ED39E0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21 / 49</a:t>
            </a:r>
          </a:p>
        </p:txBody>
      </p:sp>
      <p:sp>
        <p:nvSpPr>
          <p:cNvPr id="5" name="">
            <a:extLst xmlns:a="http://schemas.openxmlformats.org/drawingml/2006/main">
              <a:ext uri="{FF2B5EF4-FFF2-40B4-BE49-F238E27FC236}">
                <a16:creationId xmlns:a16="http://schemas.microsoft.com/office/drawing/2014/main" id="{BF500ED5-B7E9-4D2B-8913-35E63D1B687C}"/>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CC776698-99AE-4D08-B289-7C611CBB9672}"/>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3755AB22-F015-4A5A-ACC6-152A51A1A925}"/>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5FA12F71-73F4-4ADD-8BCF-4CCEA0C6122C}"/>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C8DCC80E-5A97-4B6D-8EA3-88123A61795D}"/>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37EB7E20-27A0-4FEF-B3C4-415A66D203E2}"/>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9726BC0C-315D-42CB-AD5D-CE2808E2FB2B}"/>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AE40771A-5BC6-4F1E-AEFA-EA5A01632773}"/>
              </a:ext>
            </a:extLst>
          </p:cNvPr>
          <p:cNvCxnSpPr/>
          <p:nvPr/>
        </p:nvCxnSpPr>
        <p:spPr>
          <a:xfrm xmlns:a="http://schemas.openxmlformats.org/drawingml/2006/main" flipH="0" flipV="0">
            <a:off x="4667250"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422247FF-7915-4792-B056-BDF5887E90CB}"/>
              </a:ext>
            </a:extLst>
          </p:cNvPr>
          <p:cNvSpPr>
            <a:spLocks xmlns:a="http://schemas.openxmlformats.org/drawingml/2006/main" noGrp="1"/>
          </p:cNvSpPr>
          <p:nvPr/>
        </p:nvSpPr>
        <p:spPr>
          <a:xfrm xmlns:a="http://schemas.openxmlformats.org/drawingml/2006/main">
            <a:off x="3619500"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200 N</a:t>
            </a:r>
          </a:p>
        </p:txBody>
      </p:sp>
      <p:sp>
        <p:nvSpPr>
          <p:cNvPr id="14" name="">
            <a:extLst xmlns:a="http://schemas.openxmlformats.org/drawingml/2006/main">
              <a:ext uri="{FF2B5EF4-FFF2-40B4-BE49-F238E27FC236}">
                <a16:creationId xmlns:a16="http://schemas.microsoft.com/office/drawing/2014/main" id="{158889F6-12CE-46B1-B300-3481AC84C649}"/>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9421A52B-63D6-4FA0-B8E6-6053A7C3CCD0}"/>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DF991335-94A9-4479-8864-91EFEF92EC66}"/>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1.2 m</a:t>
            </a:r>
          </a:p>
        </p:txBody>
      </p:sp>
      <p:cxnSp>
        <p:nvCxnSpPr>
          <p:cNvPr id="17" name="">
            <a:extLst xmlns:a="http://schemas.openxmlformats.org/drawingml/2006/main">
              <a:ext uri="{FF2B5EF4-FFF2-40B4-BE49-F238E27FC236}">
                <a16:creationId xmlns:a16="http://schemas.microsoft.com/office/drawing/2014/main" id="{AEE977ED-B250-4C34-90F8-FDB755842F37}"/>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7C3336A2-5431-41B4-961C-B0327F8B331F}"/>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A47D8222-4310-44D7-8D12-F0DBB87EC334}"/>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5F5A9B2A-8184-4490-9F56-408F5B9A988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A1F23D41-2D9D-4CE0-899F-1370B0A433A2}"/>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85B88E7D-44C2-4C8C-A1C6-E286624EF211}"/>
              </a:ext>
            </a:extLst>
          </p:cNvPr>
          <p:cNvSpPr>
            <a:spLocks xmlns:a="http://schemas.openxmlformats.org/drawingml/2006/main" noGrp="1"/>
          </p:cNvSpPr>
          <p:nvPr/>
        </p:nvSpPr>
        <p:spPr>
          <a:xfrm xmlns:a="http://schemas.openxmlformats.org/drawingml/2006/main">
            <a:off x="1571625" y="3286125"/>
            <a:ext cx="6191250" cy="857250"/>
          </a:xfrm>
          <a:custGeom xmlns:a="http://schemas.openxmlformats.org/drawingml/2006/main">
            <a:pathLst>
              <a:path w="6191250" h="857250">
                <a:moveTo>
                  <a:pt x="0" y="428625"/>
                </a:moveTo>
                <a:lnTo>
                  <a:pt x="0" y="0"/>
                </a:lnTo>
                <a:lnTo>
                  <a:pt x="3095625" y="0"/>
                </a:lnTo>
                <a:lnTo>
                  <a:pt x="3095625" y="857250"/>
                </a:lnTo>
                <a:lnTo>
                  <a:pt x="6191250" y="857250"/>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8C6951C8-E545-46F4-9B13-6BC5B0FD2D9A}"/>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sp>
        <p:nvSpPr>
          <p:cNvPr id="24" name="">
            <a:extLst xmlns:a="http://schemas.openxmlformats.org/drawingml/2006/main">
              <a:ext uri="{FF2B5EF4-FFF2-40B4-BE49-F238E27FC236}">
                <a16:creationId xmlns:a16="http://schemas.microsoft.com/office/drawing/2014/main" id="{E3B642AD-16E3-4335-90E8-5A5F75FCE79A}"/>
              </a:ext>
            </a:extLst>
          </p:cNvPr>
          <p:cNvSpPr>
            <a:spLocks xmlns:a="http://schemas.openxmlformats.org/drawingml/2006/main" noGrp="1"/>
          </p:cNvSpPr>
          <p:nvPr/>
        </p:nvSpPr>
        <p:spPr>
          <a:xfrm xmlns:a="http://schemas.openxmlformats.org/drawingml/2006/main">
            <a:off x="6591300" y="41433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5" name="">
            <a:extLst xmlns:a="http://schemas.openxmlformats.org/drawingml/2006/main">
              <a:ext uri="{FF2B5EF4-FFF2-40B4-BE49-F238E27FC236}">
                <a16:creationId xmlns:a16="http://schemas.microsoft.com/office/drawing/2014/main" id="{AA8D12EB-133F-410C-9FD0-518089EF14AA}"/>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25CA5ED5-DE9C-4461-B0F3-BEDC3502DC5C}"/>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8F638F2C-8E06-4E2E-9F78-24AFCE488094}"/>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2AADEC2A-AD3C-48CE-B3D8-459AD87A1773}"/>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036BBAAE-B21C-40FD-9FB5-E77CC1B86953}"/>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6075F660-D6F5-4C6E-A5E1-D6E880923C90}"/>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3095625"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4D6068D5-1691-427E-BB40-CD49EA1DBA6F}"/>
              </a:ext>
            </a:extLst>
          </p:cNvPr>
          <p:cNvCxnSpPr/>
          <p:nvPr/>
        </p:nvCxnSpPr>
        <p:spPr>
          <a:xfrm xmlns:a="http://schemas.openxmlformats.org/drawingml/2006/main" flipH="0" flipV="0">
            <a:off x="4667250"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3292D426-63DF-4A14-A1F1-C752FE04B6B0}"/>
              </a:ext>
            </a:extLst>
          </p:cNvPr>
          <p:cNvSpPr>
            <a:spLocks xmlns:a="http://schemas.openxmlformats.org/drawingml/2006/main" noGrp="1"/>
          </p:cNvSpPr>
          <p:nvPr/>
        </p:nvSpPr>
        <p:spPr>
          <a:xfrm xmlns:a="http://schemas.openxmlformats.org/drawingml/2006/main">
            <a:off x="4238625"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0.6</a:t>
            </a:r>
          </a:p>
        </p:txBody>
      </p:sp>
      <p:cxnSp>
        <p:nvCxnSpPr>
          <p:cNvPr id="33" name="">
            <a:extLst xmlns:a="http://schemas.openxmlformats.org/drawingml/2006/main">
              <a:ext uri="{FF2B5EF4-FFF2-40B4-BE49-F238E27FC236}">
                <a16:creationId xmlns:a16="http://schemas.microsoft.com/office/drawing/2014/main" id="{7A6AB26C-38A9-4D94-ADAA-E30493EEE5FE}"/>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C203BC17-6722-4AC5-95D0-637CAD9F0E51}"/>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1.2</a:t>
            </a:r>
          </a:p>
        </p:txBody>
      </p:sp>
      <p:sp>
        <p:nvSpPr>
          <p:cNvPr id="35" name="">
            <a:extLst xmlns:a="http://schemas.openxmlformats.org/drawingml/2006/main">
              <a:ext uri="{FF2B5EF4-FFF2-40B4-BE49-F238E27FC236}">
                <a16:creationId xmlns:a16="http://schemas.microsoft.com/office/drawing/2014/main" id="{6C8A4A38-DC80-4CD9-83D0-5A7811AA0360}"/>
              </a:ext>
            </a:extLst>
          </p:cNvPr>
          <p:cNvSpPr>
            <a:spLocks xmlns:a="http://schemas.openxmlformats.org/drawingml/2006/main" noGrp="1"/>
          </p:cNvSpPr>
          <p:nvPr/>
        </p:nvSpPr>
        <p:spPr>
          <a:xfrm xmlns:a="http://schemas.openxmlformats.org/drawingml/2006/main">
            <a:off x="4114800"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60</a:t>
            </a:r>
          </a:p>
        </p:txBody>
      </p:sp>
      <p:sp>
        <p:nvSpPr>
          <p:cNvPr id="36" name="">
            <a:extLst xmlns:a="http://schemas.openxmlformats.org/drawingml/2006/main">
              <a:ext uri="{FF2B5EF4-FFF2-40B4-BE49-F238E27FC236}">
                <a16:creationId xmlns:a16="http://schemas.microsoft.com/office/drawing/2014/main" id="{C5607A9D-BB4C-41F9-A814-12405DC3AE25}"/>
              </a:ext>
            </a:extLst>
          </p:cNvPr>
          <p:cNvSpPr>
            <a:spLocks xmlns:a="http://schemas.openxmlformats.org/drawingml/2006/main" noGrp="1"/>
          </p:cNvSpPr>
          <p:nvPr/>
        </p:nvSpPr>
        <p:spPr>
          <a:xfrm xmlns:a="http://schemas.openxmlformats.org/drawingml/2006/main">
            <a:off x="8905875" y="32861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7352A3"/>
                </a:solidFill>
                <a:latin typeface="Yu Gothic"/>
                <a:ea typeface="Yu Gothic"/>
                <a:cs typeface="Yu Gothic"/>
              </a:defRPr>
            </a:defPPr>
            <a:lvl1pPr algn="l">
              <a:buNone/>
              <a:defRPr sz="2475" b="1">
                <a:solidFill>
                  <a:srgbClr val="7352A3"/>
                </a:solidFill>
                <a:latin typeface="Yu Gothic"/>
                <a:ea typeface="Yu Gothic"/>
                <a:cs typeface="Yu Gothic"/>
              </a:defRPr>
            </a:lvl1pPr>
            <a:lvl2pPr algn="l">
              <a:buNone/>
              <a:defRPr sz="2475" b="1">
                <a:solidFill>
                  <a:srgbClr val="7352A3"/>
                </a:solidFill>
                <a:latin typeface="Yu Gothic"/>
                <a:ea typeface="Yu Gothic"/>
                <a:cs typeface="Yu Gothic"/>
              </a:defRPr>
            </a:lvl2pPr>
            <a:lvl3pPr algn="l">
              <a:buNone/>
              <a:defRPr sz="2475" b="1">
                <a:solidFill>
                  <a:srgbClr val="7352A3"/>
                </a:solidFill>
                <a:latin typeface="Yu Gothic"/>
                <a:ea typeface="Yu Gothic"/>
                <a:cs typeface="Yu Gothic"/>
              </a:defRPr>
            </a:lvl3pPr>
            <a:lvl4pPr algn="l">
              <a:buNone/>
              <a:defRPr sz="2475" b="1">
                <a:solidFill>
                  <a:srgbClr val="7352A3"/>
                </a:solidFill>
                <a:latin typeface="Yu Gothic"/>
                <a:ea typeface="Yu Gothic"/>
                <a:cs typeface="Yu Gothic"/>
              </a:defRPr>
            </a:lvl4pPr>
            <a:lvl5pPr algn="l">
              <a:buNone/>
              <a:defRPr sz="2475" b="1">
                <a:solidFill>
                  <a:srgbClr val="7352A3"/>
                </a:solidFill>
                <a:latin typeface="Yu Gothic"/>
                <a:ea typeface="Yu Gothic"/>
                <a:cs typeface="Yu Gothic"/>
              </a:defRPr>
            </a:lvl5pPr>
            <a:lvl6pPr algn="l">
              <a:buNone/>
              <a:defRPr sz="2475" b="1">
                <a:solidFill>
                  <a:srgbClr val="7352A3"/>
                </a:solidFill>
                <a:latin typeface="Yu Gothic"/>
                <a:ea typeface="Yu Gothic"/>
                <a:cs typeface="Yu Gothic"/>
              </a:defRPr>
            </a:lvl6pPr>
            <a:lvl7pPr algn="l">
              <a:buNone/>
              <a:defRPr sz="2475" b="1">
                <a:solidFill>
                  <a:srgbClr val="7352A3"/>
                </a:solidFill>
                <a:latin typeface="Yu Gothic"/>
                <a:ea typeface="Yu Gothic"/>
                <a:cs typeface="Yu Gothic"/>
              </a:defRPr>
            </a:lvl7pPr>
            <a:lvl8pPr algn="l">
              <a:buNone/>
              <a:defRPr sz="2475" b="1">
                <a:solidFill>
                  <a:srgbClr val="7352A3"/>
                </a:solidFill>
                <a:latin typeface="Yu Gothic"/>
                <a:ea typeface="Yu Gothic"/>
                <a:cs typeface="Yu Gothic"/>
              </a:defRPr>
            </a:lvl8pPr>
            <a:lvl9pPr algn="l">
              <a:buNone/>
              <a:defRPr sz="2475" b="1">
                <a:solidFill>
                  <a:srgbClr val="7352A3"/>
                </a:solidFill>
                <a:latin typeface="Yu Gothic"/>
                <a:ea typeface="Yu Gothic"/>
                <a:cs typeface="Yu Gothic"/>
              </a:defRPr>
            </a:lvl9pPr>
          </a:lstStyle>
          <a:p xmlns:a="http://schemas.openxmlformats.org/drawingml/2006/main">
            <a:pPr algn="l">
              <a:buNone/>
              <a:defRPr sz="2475" b="1">
                <a:solidFill>
                  <a:srgbClr val="7352A3"/>
                </a:solidFill>
                <a:latin typeface="Yu Gothic"/>
                <a:ea typeface="Yu Gothic"/>
                <a:cs typeface="Yu Gothic"/>
              </a:defRPr>
            </a:pPr>
            <a:r>
              <a:rPr sz="2475" b="1">
                <a:solidFill>
                  <a:srgbClr val="7352A3"/>
                </a:solidFill>
                <a:latin typeface="Yu Gothic"/>
                <a:ea typeface="Yu Gothic"/>
                <a:cs typeface="Yu Gothic"/>
              </a:rPr>
              <a:t>SFD</a:t>
            </a:r>
          </a:p>
        </p:txBody>
      </p:sp>
      <p:sp>
        <p:nvSpPr>
          <p:cNvPr id="37" name="">
            <a:extLst xmlns:a="http://schemas.openxmlformats.org/drawingml/2006/main">
              <a:ext uri="{FF2B5EF4-FFF2-40B4-BE49-F238E27FC236}">
                <a16:creationId xmlns:a16="http://schemas.microsoft.com/office/drawing/2014/main" id="{120B0876-505E-4CB8-B41A-3984D5251BD5}"/>
              </a:ext>
            </a:extLst>
          </p:cNvPr>
          <p:cNvSpPr>
            <a:spLocks xmlns:a="http://schemas.openxmlformats.org/drawingml/2006/main" noGrp="1"/>
          </p:cNvSpPr>
          <p:nvPr/>
        </p:nvSpPr>
        <p:spPr>
          <a:xfrm xmlns:a="http://schemas.openxmlformats.org/drawingml/2006/main">
            <a:off x="8905875" y="3724275"/>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せん断力の分布</a:t>
            </a:r>
          </a:p>
        </p:txBody>
      </p:sp>
      <p:sp>
        <p:nvSpPr>
          <p:cNvPr id="38" name="">
            <a:extLst xmlns:a="http://schemas.openxmlformats.org/drawingml/2006/main">
              <a:ext uri="{FF2B5EF4-FFF2-40B4-BE49-F238E27FC236}">
                <a16:creationId xmlns:a16="http://schemas.microsoft.com/office/drawing/2014/main" id="{40CD1A96-B240-4DD2-8577-B550BC4243DE}"/>
              </a:ext>
            </a:extLst>
          </p:cNvPr>
          <p:cNvSpPr>
            <a:spLocks xmlns:a="http://schemas.openxmlformats.org/drawingml/2006/main" noGrp="1"/>
          </p:cNvSpPr>
          <p:nvPr/>
        </p:nvSpPr>
        <p:spPr>
          <a:xfrm xmlns:a="http://schemas.openxmlformats.org/drawingml/2006/main">
            <a:off x="8905875" y="452437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226FAE"/>
                </a:solidFill>
                <a:latin typeface="Yu Gothic"/>
                <a:ea typeface="Yu Gothic"/>
                <a:cs typeface="Yu Gothic"/>
              </a:defRPr>
            </a:defPPr>
            <a:lvl1pPr algn="l">
              <a:buNone/>
              <a:defRPr sz="2475" b="1">
                <a:solidFill>
                  <a:srgbClr val="226FAE"/>
                </a:solidFill>
                <a:latin typeface="Yu Gothic"/>
                <a:ea typeface="Yu Gothic"/>
                <a:cs typeface="Yu Gothic"/>
              </a:defRPr>
            </a:lvl1pPr>
            <a:lvl2pPr algn="l">
              <a:buNone/>
              <a:defRPr sz="2475" b="1">
                <a:solidFill>
                  <a:srgbClr val="226FAE"/>
                </a:solidFill>
                <a:latin typeface="Yu Gothic"/>
                <a:ea typeface="Yu Gothic"/>
                <a:cs typeface="Yu Gothic"/>
              </a:defRPr>
            </a:lvl2pPr>
            <a:lvl3pPr algn="l">
              <a:buNone/>
              <a:defRPr sz="2475" b="1">
                <a:solidFill>
                  <a:srgbClr val="226FAE"/>
                </a:solidFill>
                <a:latin typeface="Yu Gothic"/>
                <a:ea typeface="Yu Gothic"/>
                <a:cs typeface="Yu Gothic"/>
              </a:defRPr>
            </a:lvl3pPr>
            <a:lvl4pPr algn="l">
              <a:buNone/>
              <a:defRPr sz="2475" b="1">
                <a:solidFill>
                  <a:srgbClr val="226FAE"/>
                </a:solidFill>
                <a:latin typeface="Yu Gothic"/>
                <a:ea typeface="Yu Gothic"/>
                <a:cs typeface="Yu Gothic"/>
              </a:defRPr>
            </a:lvl4pPr>
            <a:lvl5pPr algn="l">
              <a:buNone/>
              <a:defRPr sz="2475" b="1">
                <a:solidFill>
                  <a:srgbClr val="226FAE"/>
                </a:solidFill>
                <a:latin typeface="Yu Gothic"/>
                <a:ea typeface="Yu Gothic"/>
                <a:cs typeface="Yu Gothic"/>
              </a:defRPr>
            </a:lvl5pPr>
            <a:lvl6pPr algn="l">
              <a:buNone/>
              <a:defRPr sz="2475" b="1">
                <a:solidFill>
                  <a:srgbClr val="226FAE"/>
                </a:solidFill>
                <a:latin typeface="Yu Gothic"/>
                <a:ea typeface="Yu Gothic"/>
                <a:cs typeface="Yu Gothic"/>
              </a:defRPr>
            </a:lvl6pPr>
            <a:lvl7pPr algn="l">
              <a:buNone/>
              <a:defRPr sz="2475" b="1">
                <a:solidFill>
                  <a:srgbClr val="226FAE"/>
                </a:solidFill>
                <a:latin typeface="Yu Gothic"/>
                <a:ea typeface="Yu Gothic"/>
                <a:cs typeface="Yu Gothic"/>
              </a:defRPr>
            </a:lvl7pPr>
            <a:lvl8pPr algn="l">
              <a:buNone/>
              <a:defRPr sz="2475" b="1">
                <a:solidFill>
                  <a:srgbClr val="226FAE"/>
                </a:solidFill>
                <a:latin typeface="Yu Gothic"/>
                <a:ea typeface="Yu Gothic"/>
                <a:cs typeface="Yu Gothic"/>
              </a:defRPr>
            </a:lvl8pPr>
            <a:lvl9pPr algn="l">
              <a:buNone/>
              <a:defRPr sz="2475" b="1">
                <a:solidFill>
                  <a:srgbClr val="226FAE"/>
                </a:solidFill>
                <a:latin typeface="Yu Gothic"/>
                <a:ea typeface="Yu Gothic"/>
                <a:cs typeface="Yu Gothic"/>
              </a:defRPr>
            </a:lvl9pPr>
          </a:lstStyle>
          <a:p xmlns:a="http://schemas.openxmlformats.org/drawingml/2006/main">
            <a:pPr algn="l">
              <a:buNone/>
              <a:defRPr sz="2475" b="1">
                <a:solidFill>
                  <a:srgbClr val="226FAE"/>
                </a:solidFill>
                <a:latin typeface="Yu Gothic"/>
                <a:ea typeface="Yu Gothic"/>
                <a:cs typeface="Yu Gothic"/>
              </a:defRPr>
            </a:pPr>
            <a:r>
              <a:rPr sz="2475" b="1">
                <a:solidFill>
                  <a:srgbClr val="226FAE"/>
                </a:solidFill>
                <a:latin typeface="Yu Gothic"/>
                <a:ea typeface="Yu Gothic"/>
                <a:cs typeface="Yu Gothic"/>
              </a:rPr>
              <a:t>BMD</a:t>
            </a:r>
          </a:p>
        </p:txBody>
      </p:sp>
      <p:sp>
        <p:nvSpPr>
          <p:cNvPr id="39" name="">
            <a:extLst xmlns:a="http://schemas.openxmlformats.org/drawingml/2006/main">
              <a:ext uri="{FF2B5EF4-FFF2-40B4-BE49-F238E27FC236}">
                <a16:creationId xmlns:a16="http://schemas.microsoft.com/office/drawing/2014/main" id="{000C5EEF-050D-4799-B9EB-A55CB6592F1F}"/>
              </a:ext>
            </a:extLst>
          </p:cNvPr>
          <p:cNvSpPr>
            <a:spLocks xmlns:a="http://schemas.openxmlformats.org/drawingml/2006/main" noGrp="1"/>
          </p:cNvSpPr>
          <p:nvPr/>
        </p:nvSpPr>
        <p:spPr>
          <a:xfrm xmlns:a="http://schemas.openxmlformats.org/drawingml/2006/main">
            <a:off x="8905875" y="49720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253C4D"/>
                </a:solidFill>
                <a:latin typeface="Yu Gothic"/>
                <a:ea typeface="Yu Gothic"/>
                <a:cs typeface="Yu Gothic"/>
              </a:defRPr>
            </a:defPPr>
            <a:lvl1pPr algn="l">
              <a:buNone/>
              <a:defRPr sz="1725" b="0">
                <a:solidFill>
                  <a:srgbClr val="253C4D"/>
                </a:solidFill>
                <a:latin typeface="Yu Gothic"/>
                <a:ea typeface="Yu Gothic"/>
                <a:cs typeface="Yu Gothic"/>
              </a:defRPr>
            </a:lvl1pPr>
            <a:lvl2pPr algn="l">
              <a:buNone/>
              <a:defRPr sz="1725" b="0">
                <a:solidFill>
                  <a:srgbClr val="253C4D"/>
                </a:solidFill>
                <a:latin typeface="Yu Gothic"/>
                <a:ea typeface="Yu Gothic"/>
                <a:cs typeface="Yu Gothic"/>
              </a:defRPr>
            </a:lvl2pPr>
            <a:lvl3pPr algn="l">
              <a:buNone/>
              <a:defRPr sz="1725" b="0">
                <a:solidFill>
                  <a:srgbClr val="253C4D"/>
                </a:solidFill>
                <a:latin typeface="Yu Gothic"/>
                <a:ea typeface="Yu Gothic"/>
                <a:cs typeface="Yu Gothic"/>
              </a:defRPr>
            </a:lvl3pPr>
            <a:lvl4pPr algn="l">
              <a:buNone/>
              <a:defRPr sz="1725" b="0">
                <a:solidFill>
                  <a:srgbClr val="253C4D"/>
                </a:solidFill>
                <a:latin typeface="Yu Gothic"/>
                <a:ea typeface="Yu Gothic"/>
                <a:cs typeface="Yu Gothic"/>
              </a:defRPr>
            </a:lvl4pPr>
            <a:lvl5pPr algn="l">
              <a:buNone/>
              <a:defRPr sz="1725" b="0">
                <a:solidFill>
                  <a:srgbClr val="253C4D"/>
                </a:solidFill>
                <a:latin typeface="Yu Gothic"/>
                <a:ea typeface="Yu Gothic"/>
                <a:cs typeface="Yu Gothic"/>
              </a:defRPr>
            </a:lvl5pPr>
            <a:lvl6pPr algn="l">
              <a:buNone/>
              <a:defRPr sz="1725" b="0">
                <a:solidFill>
                  <a:srgbClr val="253C4D"/>
                </a:solidFill>
                <a:latin typeface="Yu Gothic"/>
                <a:ea typeface="Yu Gothic"/>
                <a:cs typeface="Yu Gothic"/>
              </a:defRPr>
            </a:lvl6pPr>
            <a:lvl7pPr algn="l">
              <a:buNone/>
              <a:defRPr sz="1725" b="0">
                <a:solidFill>
                  <a:srgbClr val="253C4D"/>
                </a:solidFill>
                <a:latin typeface="Yu Gothic"/>
                <a:ea typeface="Yu Gothic"/>
                <a:cs typeface="Yu Gothic"/>
              </a:defRPr>
            </a:lvl7pPr>
            <a:lvl8pPr algn="l">
              <a:buNone/>
              <a:defRPr sz="1725" b="0">
                <a:solidFill>
                  <a:srgbClr val="253C4D"/>
                </a:solidFill>
                <a:latin typeface="Yu Gothic"/>
                <a:ea typeface="Yu Gothic"/>
                <a:cs typeface="Yu Gothic"/>
              </a:defRPr>
            </a:lvl8pPr>
            <a:lvl9pPr algn="l">
              <a:buNone/>
              <a:defRPr sz="1725" b="0">
                <a:solidFill>
                  <a:srgbClr val="253C4D"/>
                </a:solidFill>
                <a:latin typeface="Yu Gothic"/>
                <a:ea typeface="Yu Gothic"/>
                <a:cs typeface="Yu Gothic"/>
              </a:defRPr>
            </a:lvl9pPr>
          </a:lstStyle>
          <a:p xmlns:a="http://schemas.openxmlformats.org/drawingml/2006/main">
            <a:pPr algn="l">
              <a:buNone/>
              <a:defRPr sz="1725" b="0">
                <a:solidFill>
                  <a:srgbClr val="253C4D"/>
                </a:solidFill>
                <a:latin typeface="Yu Gothic"/>
                <a:ea typeface="Yu Gothic"/>
                <a:cs typeface="Yu Gothic"/>
              </a:defRPr>
            </a:pPr>
            <a:r>
              <a:rPr sz="1725" b="0">
                <a:solidFill>
                  <a:srgbClr val="253C4D"/>
                </a:solidFill>
                <a:latin typeface="Yu Gothic"/>
                <a:ea typeface="Yu Gothic"/>
                <a:cs typeface="Yu Gothic"/>
              </a:rPr>
              <a:t>曲げモーメントの分布</a:t>
            </a:r>
          </a:p>
        </p:txBody>
      </p:sp>
      <p:sp>
        <p:nvSpPr>
          <p:cNvPr id="42" name="">
            <a:extLst xmlns:a="http://schemas.openxmlformats.org/drawingml/2006/main">
              <a:ext uri="{FF2B5EF4-FFF2-40B4-BE49-F238E27FC236}">
                <a16:creationId xmlns:a16="http://schemas.microsoft.com/office/drawing/2014/main" id="{5F2B1093-7F79-4212-BD19-F3E5880D52E4}"/>
              </a:ext>
            </a:extLst>
          </p:cNvPr>
          <p:cNvSpPr>
            <a:spLocks xmlns:a="http://schemas.openxmlformats.org/drawingml/2006/main" noGrp="1"/>
          </p:cNvSpPr>
          <p:nvPr/>
        </p:nvSpPr>
        <p:spPr>
          <a:xfrm xmlns:a="http://schemas.openxmlformats.org/drawingml/2006/main">
            <a:off x="3119438" y="2476500"/>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3" name="">
            <a:extLst xmlns:a="http://schemas.openxmlformats.org/drawingml/2006/main">
              <a:ext uri="{FF2B5EF4-FFF2-40B4-BE49-F238E27FC236}">
                <a16:creationId xmlns:a16="http://schemas.microsoft.com/office/drawing/2014/main" id="{5AC7E470-0556-488F-A027-5AFF328658DD}"/>
              </a:ext>
            </a:extLst>
          </p:cNvPr>
          <p:cNvSpPr>
            <a:spLocks xmlns:a="http://schemas.openxmlformats.org/drawingml/2006/main" noGrp="1"/>
          </p:cNvSpPr>
          <p:nvPr/>
        </p:nvSpPr>
        <p:spPr>
          <a:xfrm xmlns:a="http://schemas.openxmlformats.org/drawingml/2006/main">
            <a:off x="3119438" y="2606146"/>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4" name="">
            <a:extLst xmlns:a="http://schemas.openxmlformats.org/drawingml/2006/main">
              <a:ext uri="{FF2B5EF4-FFF2-40B4-BE49-F238E27FC236}">
                <a16:creationId xmlns:a16="http://schemas.microsoft.com/office/drawing/2014/main" id="{D06A0D12-088E-4E2F-815A-EF8D387019B3}"/>
              </a:ext>
            </a:extLst>
          </p:cNvPr>
          <p:cNvSpPr>
            <a:spLocks xmlns:a="http://schemas.openxmlformats.org/drawingml/2006/main" noGrp="1"/>
          </p:cNvSpPr>
          <p:nvPr/>
        </p:nvSpPr>
        <p:spPr>
          <a:xfrm xmlns:a="http://schemas.openxmlformats.org/drawingml/2006/main">
            <a:off x="3119438" y="2735792"/>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5" name="">
            <a:extLst xmlns:a="http://schemas.openxmlformats.org/drawingml/2006/main">
              <a:ext uri="{FF2B5EF4-FFF2-40B4-BE49-F238E27FC236}">
                <a16:creationId xmlns:a16="http://schemas.microsoft.com/office/drawing/2014/main" id="{05F77E3D-9D61-4FDE-8569-A47D93F78AA4}"/>
              </a:ext>
            </a:extLst>
          </p:cNvPr>
          <p:cNvSpPr>
            <a:spLocks xmlns:a="http://schemas.openxmlformats.org/drawingml/2006/main" noGrp="1"/>
          </p:cNvSpPr>
          <p:nvPr/>
        </p:nvSpPr>
        <p:spPr>
          <a:xfrm xmlns:a="http://schemas.openxmlformats.org/drawingml/2006/main">
            <a:off x="3119438" y="286543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7691BC3B-FF59-4CEE-B095-3C32F8053634}"/>
              </a:ext>
            </a:extLst>
          </p:cNvPr>
          <p:cNvSpPr>
            <a:spLocks xmlns:a="http://schemas.openxmlformats.org/drawingml/2006/main" noGrp="1"/>
          </p:cNvSpPr>
          <p:nvPr/>
        </p:nvSpPr>
        <p:spPr>
          <a:xfrm xmlns:a="http://schemas.openxmlformats.org/drawingml/2006/main">
            <a:off x="3119438" y="299508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87A27A63-0479-4FAB-9B4C-19B68CC94D01}"/>
              </a:ext>
            </a:extLst>
          </p:cNvPr>
          <p:cNvSpPr>
            <a:spLocks xmlns:a="http://schemas.openxmlformats.org/drawingml/2006/main" noGrp="1"/>
          </p:cNvSpPr>
          <p:nvPr/>
        </p:nvSpPr>
        <p:spPr>
          <a:xfrm xmlns:a="http://schemas.openxmlformats.org/drawingml/2006/main">
            <a:off x="3119438" y="3124729"/>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11AB35CD-0A74-440A-9933-AA2F6AD48B09}"/>
              </a:ext>
            </a:extLst>
          </p:cNvPr>
          <p:cNvSpPr>
            <a:spLocks xmlns:a="http://schemas.openxmlformats.org/drawingml/2006/main" noGrp="1"/>
          </p:cNvSpPr>
          <p:nvPr/>
        </p:nvSpPr>
        <p:spPr>
          <a:xfrm xmlns:a="http://schemas.openxmlformats.org/drawingml/2006/main">
            <a:off x="3119438" y="3254375"/>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2D92295F-7A73-4B20-9D58-8E408642FD47}"/>
              </a:ext>
            </a:extLst>
          </p:cNvPr>
          <p:cNvSpPr>
            <a:spLocks xmlns:a="http://schemas.openxmlformats.org/drawingml/2006/main" noGrp="1"/>
          </p:cNvSpPr>
          <p:nvPr/>
        </p:nvSpPr>
        <p:spPr>
          <a:xfrm xmlns:a="http://schemas.openxmlformats.org/drawingml/2006/main">
            <a:off x="3119438" y="3384021"/>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CDC9068A-4C70-4A04-A85A-48A8326DA330}"/>
              </a:ext>
            </a:extLst>
          </p:cNvPr>
          <p:cNvSpPr>
            <a:spLocks xmlns:a="http://schemas.openxmlformats.org/drawingml/2006/main" noGrp="1"/>
          </p:cNvSpPr>
          <p:nvPr/>
        </p:nvSpPr>
        <p:spPr>
          <a:xfrm xmlns:a="http://schemas.openxmlformats.org/drawingml/2006/main">
            <a:off x="3119438" y="3513667"/>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80261DA1-08E5-472C-91EF-D880A40AFD57}"/>
              </a:ext>
            </a:extLst>
          </p:cNvPr>
          <p:cNvSpPr>
            <a:spLocks xmlns:a="http://schemas.openxmlformats.org/drawingml/2006/main" noGrp="1"/>
          </p:cNvSpPr>
          <p:nvPr/>
        </p:nvSpPr>
        <p:spPr>
          <a:xfrm xmlns:a="http://schemas.openxmlformats.org/drawingml/2006/main">
            <a:off x="3119438" y="364331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2" name="">
            <a:extLst xmlns:a="http://schemas.openxmlformats.org/drawingml/2006/main">
              <a:ext uri="{FF2B5EF4-FFF2-40B4-BE49-F238E27FC236}">
                <a16:creationId xmlns:a16="http://schemas.microsoft.com/office/drawing/2014/main" id="{B0424D4C-01ED-4039-9E22-1B3B0BE2EBFB}"/>
              </a:ext>
            </a:extLst>
          </p:cNvPr>
          <p:cNvSpPr>
            <a:spLocks xmlns:a="http://schemas.openxmlformats.org/drawingml/2006/main" noGrp="1"/>
          </p:cNvSpPr>
          <p:nvPr/>
        </p:nvSpPr>
        <p:spPr>
          <a:xfrm xmlns:a="http://schemas.openxmlformats.org/drawingml/2006/main">
            <a:off x="3119438" y="377295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3" name="">
            <a:extLst xmlns:a="http://schemas.openxmlformats.org/drawingml/2006/main">
              <a:ext uri="{FF2B5EF4-FFF2-40B4-BE49-F238E27FC236}">
                <a16:creationId xmlns:a16="http://schemas.microsoft.com/office/drawing/2014/main" id="{BBF2CCC9-D2F5-4142-BB70-140BE9DE80FC}"/>
              </a:ext>
            </a:extLst>
          </p:cNvPr>
          <p:cNvSpPr>
            <a:spLocks xmlns:a="http://schemas.openxmlformats.org/drawingml/2006/main" noGrp="1"/>
          </p:cNvSpPr>
          <p:nvPr/>
        </p:nvSpPr>
        <p:spPr>
          <a:xfrm xmlns:a="http://schemas.openxmlformats.org/drawingml/2006/main">
            <a:off x="3119438" y="3902604"/>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EBBA4976-2275-49D0-9AFC-1B3355B42CFD}"/>
              </a:ext>
            </a:extLst>
          </p:cNvPr>
          <p:cNvSpPr>
            <a:spLocks xmlns:a="http://schemas.openxmlformats.org/drawingml/2006/main" noGrp="1"/>
          </p:cNvSpPr>
          <p:nvPr/>
        </p:nvSpPr>
        <p:spPr>
          <a:xfrm xmlns:a="http://schemas.openxmlformats.org/drawingml/2006/main">
            <a:off x="3119438" y="4032250"/>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433512FF-6152-4F54-A939-72D2140F7550}"/>
              </a:ext>
            </a:extLst>
          </p:cNvPr>
          <p:cNvSpPr>
            <a:spLocks xmlns:a="http://schemas.openxmlformats.org/drawingml/2006/main" noGrp="1"/>
          </p:cNvSpPr>
          <p:nvPr/>
        </p:nvSpPr>
        <p:spPr>
          <a:xfrm xmlns:a="http://schemas.openxmlformats.org/drawingml/2006/main">
            <a:off x="3119438" y="4161896"/>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C1599FDC-7BB0-4EA7-9028-3CCEC122C91E}"/>
              </a:ext>
            </a:extLst>
          </p:cNvPr>
          <p:cNvSpPr>
            <a:spLocks xmlns:a="http://schemas.openxmlformats.org/drawingml/2006/main" noGrp="1"/>
          </p:cNvSpPr>
          <p:nvPr/>
        </p:nvSpPr>
        <p:spPr>
          <a:xfrm xmlns:a="http://schemas.openxmlformats.org/drawingml/2006/main">
            <a:off x="3119438" y="4291542"/>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FFB2A442-8A96-4FAD-9879-B77F5C74F99C}"/>
              </a:ext>
            </a:extLst>
          </p:cNvPr>
          <p:cNvSpPr>
            <a:spLocks xmlns:a="http://schemas.openxmlformats.org/drawingml/2006/main" noGrp="1"/>
          </p:cNvSpPr>
          <p:nvPr/>
        </p:nvSpPr>
        <p:spPr>
          <a:xfrm xmlns:a="http://schemas.openxmlformats.org/drawingml/2006/main">
            <a:off x="3119438" y="442118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DA04E1E2-5DB7-4EAE-B77D-D210DDE41A6E}"/>
              </a:ext>
            </a:extLst>
          </p:cNvPr>
          <p:cNvSpPr>
            <a:spLocks xmlns:a="http://schemas.openxmlformats.org/drawingml/2006/main" noGrp="1"/>
          </p:cNvSpPr>
          <p:nvPr/>
        </p:nvSpPr>
        <p:spPr>
          <a:xfrm xmlns:a="http://schemas.openxmlformats.org/drawingml/2006/main">
            <a:off x="3119438" y="455083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31760ED6-1636-4909-95D8-63A808F988CF}"/>
              </a:ext>
            </a:extLst>
          </p:cNvPr>
          <p:cNvSpPr>
            <a:spLocks xmlns:a="http://schemas.openxmlformats.org/drawingml/2006/main" noGrp="1"/>
          </p:cNvSpPr>
          <p:nvPr/>
        </p:nvSpPr>
        <p:spPr>
          <a:xfrm xmlns:a="http://schemas.openxmlformats.org/drawingml/2006/main">
            <a:off x="3119438" y="4680479"/>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430F034E-81B9-4B7C-9F3C-E854619239C8}"/>
              </a:ext>
            </a:extLst>
          </p:cNvPr>
          <p:cNvSpPr>
            <a:spLocks xmlns:a="http://schemas.openxmlformats.org/drawingml/2006/main" noGrp="1"/>
          </p:cNvSpPr>
          <p:nvPr/>
        </p:nvSpPr>
        <p:spPr>
          <a:xfrm xmlns:a="http://schemas.openxmlformats.org/drawingml/2006/main">
            <a:off x="3071813" y="323850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
        <p:nvSpPr>
          <p:cNvPr id="61" name="">
            <a:extLst xmlns:a="http://schemas.openxmlformats.org/drawingml/2006/main">
              <a:ext uri="{FF2B5EF4-FFF2-40B4-BE49-F238E27FC236}">
                <a16:creationId xmlns:a16="http://schemas.microsoft.com/office/drawing/2014/main" id="{47387B41-A934-4EEC-A78B-27D776B306B6}"/>
              </a:ext>
            </a:extLst>
          </p:cNvPr>
          <p:cNvSpPr>
            <a:spLocks xmlns:a="http://schemas.openxmlformats.org/drawingml/2006/main" noGrp="1"/>
          </p:cNvSpPr>
          <p:nvPr/>
        </p:nvSpPr>
        <p:spPr>
          <a:xfrm xmlns:a="http://schemas.openxmlformats.org/drawingml/2006/main">
            <a:off x="3071813" y="48196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
        <p:nvSpPr>
          <p:cNvPr id="62" name="">
            <a:extLst xmlns:a="http://schemas.openxmlformats.org/drawingml/2006/main">
              <a:ext uri="{FF2B5EF4-FFF2-40B4-BE49-F238E27FC236}">
                <a16:creationId xmlns:a16="http://schemas.microsoft.com/office/drawing/2014/main" id="{6E625939-5AF1-4C89-934F-88F2059AAB4A}"/>
              </a:ext>
            </a:extLst>
          </p:cNvPr>
          <p:cNvSpPr>
            <a:spLocks xmlns:a="http://schemas.openxmlformats.org/drawingml/2006/main" noGrp="1"/>
          </p:cNvSpPr>
          <p:nvPr/>
        </p:nvSpPr>
        <p:spPr>
          <a:xfrm xmlns:a="http://schemas.openxmlformats.org/drawingml/2006/main">
            <a:off x="1952625" y="5476875"/>
            <a:ext cx="352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 = 0.30 m</a:t>
            </a:r>
          </a:p>
        </p:txBody>
      </p:sp>
      <p:sp>
        <p:nvSpPr>
          <p:cNvPr id="63" name="">
            <a:extLst xmlns:a="http://schemas.openxmlformats.org/drawingml/2006/main">
              <a:ext uri="{FF2B5EF4-FFF2-40B4-BE49-F238E27FC236}">
                <a16:creationId xmlns:a16="http://schemas.microsoft.com/office/drawing/2014/main" id="{485440FA-76E2-4C69-95DE-2E7303F7EB4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x = 0.30 mでV = ＋100 N、M = 30 N·m。荷重点x = 0.60 mでMは最大60 N·m。</a:t>
            </a:r>
          </a:p>
        </p:txBody>
      </p:sp>
    </p:spTree>
    <p:extLst>
      <p:ext uri="{BB962C8B-B14F-4D97-AF65-F5344CB8AC3E}">
        <p14:creationId xmlns:p14="http://schemas.microsoft.com/office/powerpoint/2010/main" val="11112157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BE8361-0CC5-45A6-BAAE-C4663FD7706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点データと、不連続な線図</a:t>
            </a:r>
          </a:p>
        </p:txBody>
      </p:sp>
      <p:sp>
        <p:nvSpPr>
          <p:cNvPr id="2" name="">
            <a:extLst xmlns:a="http://schemas.openxmlformats.org/drawingml/2006/main">
              <a:ext uri="{FF2B5EF4-FFF2-40B4-BE49-F238E27FC236}">
                <a16:creationId xmlns:a16="http://schemas.microsoft.com/office/drawing/2014/main" id="{D5BA8A08-B09C-4CA1-BC87-1F4476BA159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BE62A85-7214-4830-AFB3-E967DA2CBBF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F2ECF444-7CDD-44B6-A7B1-401067BC89E3}"/>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位置 x / 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V / N</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M / (N·m)</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0.59</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59</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0.60の直前</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60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0.60の直後</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60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0.61</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59</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A4FCAF1-D0AE-496B-8180-FDB020D9671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中央集中荷重の仮想モデル。荷重点の左右を区別し、時間データと混同しない。</a:t>
            </a:r>
          </a:p>
        </p:txBody>
      </p:sp>
      <p:sp>
        <p:nvSpPr>
          <p:cNvPr id="6" name="">
            <a:extLst xmlns:a="http://schemas.openxmlformats.org/drawingml/2006/main">
              <a:ext uri="{FF2B5EF4-FFF2-40B4-BE49-F238E27FC236}">
                <a16:creationId xmlns:a16="http://schemas.microsoft.com/office/drawing/2014/main" id="{9920A33B-21BA-4B91-B67D-4DCEDE0E007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49</a:t>
            </a:r>
          </a:p>
        </p:txBody>
      </p:sp>
    </p:spTree>
    <p:extLst>
      <p:ext uri="{BB962C8B-B14F-4D97-AF65-F5344CB8AC3E}">
        <p14:creationId xmlns:p14="http://schemas.microsoft.com/office/powerpoint/2010/main" val="1925057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F35BF-4548-4D43-BB8B-0E5F7E3F8D7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AAB11A4-A68B-49CB-9281-FCD3097C506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D131F07-1117-4677-AD88-02653BECDBE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922B3DFF-634E-4EE9-8752-4956212D5A8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0280186-40FE-4FC8-88BB-AF03CD21A16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再開後：演習2　中央荷重の SFD・BMD〔半自立〕</a:t>
            </a:r>
          </a:p>
        </p:txBody>
      </p:sp>
      <p:sp>
        <p:nvSpPr>
          <p:cNvPr id="6" name="">
            <a:extLst xmlns:a="http://schemas.openxmlformats.org/drawingml/2006/main">
              <a:ext uri="{FF2B5EF4-FFF2-40B4-BE49-F238E27FC236}">
                <a16:creationId xmlns:a16="http://schemas.microsoft.com/office/drawing/2014/main" id="{819E5B96-82D8-4AF6-B9F1-0E6092C6C972}"/>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C9D7EF29-62AE-4156-8779-631152AD858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68F01D01-A2B9-43BD-A730-5EBEE3473E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49</a:t>
            </a:r>
          </a:p>
        </p:txBody>
      </p:sp>
    </p:spTree>
    <p:extLst>
      <p:ext uri="{BB962C8B-B14F-4D97-AF65-F5344CB8AC3E}">
        <p14:creationId xmlns:p14="http://schemas.microsoft.com/office/powerpoint/2010/main" val="14117023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E8484E7-12A1-4297-977A-A75351B6F9DE}"/>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　中央荷重の SFD・BMD〔半自立〕</a:t>
            </a:r>
          </a:p>
        </p:txBody>
      </p:sp>
      <p:cxnSp>
        <p:nvCxnSpPr>
          <p:cNvPr id="2" name="">
            <a:extLst xmlns:a="http://schemas.openxmlformats.org/drawingml/2006/main">
              <a:ext uri="{FF2B5EF4-FFF2-40B4-BE49-F238E27FC236}">
                <a16:creationId xmlns:a16="http://schemas.microsoft.com/office/drawing/2014/main" id="{6781EF73-419D-4323-B42E-1323DCFC212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7E0C02B-4C14-4DE6-8C25-360344C4175D}"/>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4FCE864-6ABF-418C-823E-6BA180A2043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24 / 49</a:t>
            </a:r>
          </a:p>
        </p:txBody>
      </p:sp>
      <p:sp>
        <p:nvSpPr>
          <p:cNvPr id="5" name="">
            <a:extLst xmlns:a="http://schemas.openxmlformats.org/drawingml/2006/main">
              <a:ext uri="{FF2B5EF4-FFF2-40B4-BE49-F238E27FC236}">
                <a16:creationId xmlns:a16="http://schemas.microsoft.com/office/drawing/2014/main" id="{A6880F62-3E18-4FC5-B90C-0B764676A2F4}"/>
              </a:ext>
            </a:extLst>
          </p:cNvPr>
          <p:cNvSpPr>
            <a:spLocks xmlns:a="http://schemas.openxmlformats.org/drawingml/2006/main" noGrp="1"/>
          </p:cNvSpPr>
          <p:nvPr/>
        </p:nvSpPr>
        <p:spPr>
          <a:xfrm xmlns:a="http://schemas.openxmlformats.org/drawingml/2006/main">
            <a:off x="1619250" y="2447925"/>
            <a:ext cx="68580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1CAF3933-3DE1-4A1A-B877-99CB8F0D3ADD}"/>
              </a:ext>
            </a:extLst>
          </p:cNvPr>
          <p:cNvSpPr>
            <a:spLocks xmlns:a="http://schemas.openxmlformats.org/drawingml/2006/main" noGrp="1"/>
          </p:cNvSpPr>
          <p:nvPr/>
        </p:nvSpPr>
        <p:spPr>
          <a:xfrm xmlns:a="http://schemas.openxmlformats.org/drawingml/2006/main">
            <a:off x="1438275" y="26193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13E75A3F-47A3-4FDE-8057-BEA5087966FD}"/>
              </a:ext>
            </a:extLst>
          </p:cNvPr>
          <p:cNvCxnSpPr/>
          <p:nvPr/>
        </p:nvCxnSpPr>
        <p:spPr>
          <a:xfrm xmlns:a="http://schemas.openxmlformats.org/drawingml/2006/main" flipH="0" flipV="0">
            <a:off x="1285875" y="295275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A4602F6A-20F7-417E-AA05-8E25AF12C28D}"/>
              </a:ext>
            </a:extLst>
          </p:cNvPr>
          <p:cNvSpPr>
            <a:spLocks xmlns:a="http://schemas.openxmlformats.org/drawingml/2006/main" noGrp="1"/>
          </p:cNvSpPr>
          <p:nvPr/>
        </p:nvSpPr>
        <p:spPr>
          <a:xfrm xmlns:a="http://schemas.openxmlformats.org/drawingml/2006/main">
            <a:off x="8296275" y="26193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E8F4D51E-6829-4CE9-8376-2EDE1AD4CED4}"/>
              </a:ext>
            </a:extLst>
          </p:cNvPr>
          <p:cNvSpPr>
            <a:spLocks xmlns:a="http://schemas.openxmlformats.org/drawingml/2006/main" noGrp="1"/>
          </p:cNvSpPr>
          <p:nvPr/>
        </p:nvSpPr>
        <p:spPr>
          <a:xfrm xmlns:a="http://schemas.openxmlformats.org/drawingml/2006/main">
            <a:off x="8343900" y="29241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2D2F5EE2-19A0-4394-96AA-9D41E62FD035}"/>
              </a:ext>
            </a:extLst>
          </p:cNvPr>
          <p:cNvSpPr>
            <a:spLocks xmlns:a="http://schemas.openxmlformats.org/drawingml/2006/main" noGrp="1"/>
          </p:cNvSpPr>
          <p:nvPr/>
        </p:nvSpPr>
        <p:spPr>
          <a:xfrm xmlns:a="http://schemas.openxmlformats.org/drawingml/2006/main">
            <a:off x="8515350" y="29241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8D3A8897-00D4-4DFA-9D38-9B840E3F1D27}"/>
              </a:ext>
            </a:extLst>
          </p:cNvPr>
          <p:cNvCxnSpPr/>
          <p:nvPr/>
        </p:nvCxnSpPr>
        <p:spPr>
          <a:xfrm xmlns:a="http://schemas.openxmlformats.org/drawingml/2006/main" flipH="0" flipV="0">
            <a:off x="8143875" y="303847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BC1206B4-414D-4449-B5F4-44D20F0E6623}"/>
              </a:ext>
            </a:extLst>
          </p:cNvPr>
          <p:cNvCxnSpPr/>
          <p:nvPr/>
        </p:nvCxnSpPr>
        <p:spPr>
          <a:xfrm xmlns:a="http://schemas.openxmlformats.org/drawingml/2006/main" flipH="0" flipV="0">
            <a:off x="5048250" y="197167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012C9565-AF25-4579-AAF6-BDF0E9FEA3D1}"/>
              </a:ext>
            </a:extLst>
          </p:cNvPr>
          <p:cNvSpPr>
            <a:spLocks xmlns:a="http://schemas.openxmlformats.org/drawingml/2006/main" noGrp="1"/>
          </p:cNvSpPr>
          <p:nvPr/>
        </p:nvSpPr>
        <p:spPr>
          <a:xfrm xmlns:a="http://schemas.openxmlformats.org/drawingml/2006/main">
            <a:off x="4000500" y="149542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400 N</a:t>
            </a:r>
          </a:p>
        </p:txBody>
      </p:sp>
      <p:sp>
        <p:nvSpPr>
          <p:cNvPr id="14" name="">
            <a:extLst xmlns:a="http://schemas.openxmlformats.org/drawingml/2006/main">
              <a:ext uri="{FF2B5EF4-FFF2-40B4-BE49-F238E27FC236}">
                <a16:creationId xmlns:a16="http://schemas.microsoft.com/office/drawing/2014/main" id="{F2D248B0-023C-4D8C-B498-2ADF4D9DFA9A}"/>
              </a:ext>
            </a:extLst>
          </p:cNvPr>
          <p:cNvSpPr>
            <a:spLocks xmlns:a="http://schemas.openxmlformats.org/drawingml/2006/main" noGrp="1"/>
          </p:cNvSpPr>
          <p:nvPr/>
        </p:nvSpPr>
        <p:spPr>
          <a:xfrm xmlns:a="http://schemas.openxmlformats.org/drawingml/2006/main">
            <a:off x="1828800" y="30480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29460710-DA9C-4C36-80A3-E92C58776413}"/>
              </a:ext>
            </a:extLst>
          </p:cNvPr>
          <p:cNvSpPr>
            <a:spLocks xmlns:a="http://schemas.openxmlformats.org/drawingml/2006/main" noGrp="1"/>
          </p:cNvSpPr>
          <p:nvPr/>
        </p:nvSpPr>
        <p:spPr>
          <a:xfrm xmlns:a="http://schemas.openxmlformats.org/drawingml/2006/main">
            <a:off x="7934325" y="30480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cxnSp>
        <p:nvCxnSpPr>
          <p:cNvPr id="16" name="">
            <a:extLst xmlns:a="http://schemas.openxmlformats.org/drawingml/2006/main">
              <a:ext uri="{FF2B5EF4-FFF2-40B4-BE49-F238E27FC236}">
                <a16:creationId xmlns:a16="http://schemas.microsoft.com/office/drawing/2014/main" id="{07A24851-0EE4-4344-80A8-B144AF4079B5}"/>
              </a:ext>
            </a:extLst>
          </p:cNvPr>
          <p:cNvCxnSpPr/>
          <p:nvPr/>
        </p:nvCxnSpPr>
        <p:spPr>
          <a:xfrm xmlns:a="http://schemas.openxmlformats.org/drawingml/2006/main" flipH="0" flipV="0">
            <a:off x="1619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A3D27372-23CF-4977-9C71-0E266B43BBB2}"/>
              </a:ext>
            </a:extLst>
          </p:cNvPr>
          <p:cNvCxnSpPr/>
          <p:nvPr/>
        </p:nvCxnSpPr>
        <p:spPr>
          <a:xfrm xmlns:a="http://schemas.openxmlformats.org/drawingml/2006/main" flipH="0" flipV="0">
            <a:off x="5048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EE9E7705-562D-4016-9C66-573B75BBAC01}"/>
              </a:ext>
            </a:extLst>
          </p:cNvPr>
          <p:cNvCxnSpPr/>
          <p:nvPr/>
        </p:nvCxnSpPr>
        <p:spPr>
          <a:xfrm xmlns:a="http://schemas.openxmlformats.org/drawingml/2006/main" flipH="0" flipV="0">
            <a:off x="1619250" y="3829050"/>
            <a:ext cx="342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19" name="">
            <a:extLst xmlns:a="http://schemas.openxmlformats.org/drawingml/2006/main">
              <a:ext uri="{FF2B5EF4-FFF2-40B4-BE49-F238E27FC236}">
                <a16:creationId xmlns:a16="http://schemas.microsoft.com/office/drawing/2014/main" id="{02DCFF8A-E0BD-43E5-AFA5-8D1DDA9DFDE4}"/>
              </a:ext>
            </a:extLst>
          </p:cNvPr>
          <p:cNvSpPr>
            <a:spLocks xmlns:a="http://schemas.openxmlformats.org/drawingml/2006/main" noGrp="1"/>
          </p:cNvSpPr>
          <p:nvPr/>
        </p:nvSpPr>
        <p:spPr>
          <a:xfrm xmlns:a="http://schemas.openxmlformats.org/drawingml/2006/main">
            <a:off x="2333625" y="3867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cxnSp>
        <p:nvCxnSpPr>
          <p:cNvPr id="20" name="">
            <a:extLst xmlns:a="http://schemas.openxmlformats.org/drawingml/2006/main">
              <a:ext uri="{FF2B5EF4-FFF2-40B4-BE49-F238E27FC236}">
                <a16:creationId xmlns:a16="http://schemas.microsoft.com/office/drawing/2014/main" id="{DD6EB647-F75B-4DC4-930F-C48C1CD38E9A}"/>
              </a:ext>
            </a:extLst>
          </p:cNvPr>
          <p:cNvCxnSpPr/>
          <p:nvPr/>
        </p:nvCxnSpPr>
        <p:spPr>
          <a:xfrm xmlns:a="http://schemas.openxmlformats.org/drawingml/2006/main" flipH="0" flipV="0">
            <a:off x="5048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1" name="">
            <a:extLst xmlns:a="http://schemas.openxmlformats.org/drawingml/2006/main">
              <a:ext uri="{FF2B5EF4-FFF2-40B4-BE49-F238E27FC236}">
                <a16:creationId xmlns:a16="http://schemas.microsoft.com/office/drawing/2014/main" id="{E2F6FD3F-615D-46A5-9792-22F4798F83AD}"/>
              </a:ext>
            </a:extLst>
          </p:cNvPr>
          <p:cNvCxnSpPr/>
          <p:nvPr/>
        </p:nvCxnSpPr>
        <p:spPr>
          <a:xfrm xmlns:a="http://schemas.openxmlformats.org/drawingml/2006/main" flipH="0" flipV="0">
            <a:off x="8477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2" name="">
            <a:extLst xmlns:a="http://schemas.openxmlformats.org/drawingml/2006/main">
              <a:ext uri="{FF2B5EF4-FFF2-40B4-BE49-F238E27FC236}">
                <a16:creationId xmlns:a16="http://schemas.microsoft.com/office/drawing/2014/main" id="{A92A8979-8177-4073-B70B-4C8A8FBA1328}"/>
              </a:ext>
            </a:extLst>
          </p:cNvPr>
          <p:cNvCxnSpPr/>
          <p:nvPr/>
        </p:nvCxnSpPr>
        <p:spPr>
          <a:xfrm xmlns:a="http://schemas.openxmlformats.org/drawingml/2006/main" flipH="0" flipV="0">
            <a:off x="5048250" y="3829050"/>
            <a:ext cx="342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3" name="">
            <a:extLst xmlns:a="http://schemas.openxmlformats.org/drawingml/2006/main">
              <a:ext uri="{FF2B5EF4-FFF2-40B4-BE49-F238E27FC236}">
                <a16:creationId xmlns:a16="http://schemas.microsoft.com/office/drawing/2014/main" id="{A1F2DED4-0274-4FB1-81EE-3037527B3143}"/>
              </a:ext>
            </a:extLst>
          </p:cNvPr>
          <p:cNvSpPr>
            <a:spLocks xmlns:a="http://schemas.openxmlformats.org/drawingml/2006/main" noGrp="1"/>
          </p:cNvSpPr>
          <p:nvPr/>
        </p:nvSpPr>
        <p:spPr>
          <a:xfrm xmlns:a="http://schemas.openxmlformats.org/drawingml/2006/main">
            <a:off x="5762625" y="3867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sp>
        <p:nvSpPr>
          <p:cNvPr id="24" name="">
            <a:extLst xmlns:a="http://schemas.openxmlformats.org/drawingml/2006/main">
              <a:ext uri="{FF2B5EF4-FFF2-40B4-BE49-F238E27FC236}">
                <a16:creationId xmlns:a16="http://schemas.microsoft.com/office/drawing/2014/main" id="{C2156856-D6F0-45D0-8D5C-34AD69787280}"/>
              </a:ext>
            </a:extLst>
          </p:cNvPr>
          <p:cNvSpPr>
            <a:spLocks xmlns:a="http://schemas.openxmlformats.org/drawingml/2006/main" noGrp="1"/>
          </p:cNvSpPr>
          <p:nvPr/>
        </p:nvSpPr>
        <p:spPr>
          <a:xfrm xmlns:a="http://schemas.openxmlformats.org/drawingml/2006/main">
            <a:off x="685800" y="47053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① 外力図　② 力の式　③ Aまわりの式　④ 反力</a:t>
            </a:r>
          </a:p>
        </p:txBody>
      </p:sp>
      <p:sp>
        <p:nvSpPr>
          <p:cNvPr id="25" name="">
            <a:extLst xmlns:a="http://schemas.openxmlformats.org/drawingml/2006/main">
              <a:ext uri="{FF2B5EF4-FFF2-40B4-BE49-F238E27FC236}">
                <a16:creationId xmlns:a16="http://schemas.microsoft.com/office/drawing/2014/main" id="{7C900C71-DD1D-4278-8B55-F70432D91942}"/>
              </a:ext>
            </a:extLst>
          </p:cNvPr>
          <p:cNvSpPr>
            <a:spLocks xmlns:a="http://schemas.openxmlformats.org/drawingml/2006/main" noGrp="1"/>
          </p:cNvSpPr>
          <p:nvPr/>
        </p:nvSpPr>
        <p:spPr>
          <a:xfrm xmlns:a="http://schemas.openxmlformats.org/drawingml/2006/main">
            <a:off x="685800" y="521970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⑤ 左右の区間で V、中央と両端で M を求め、線図を描く</a:t>
            </a:r>
          </a:p>
        </p:txBody>
      </p:sp>
      <p:sp>
        <p:nvSpPr>
          <p:cNvPr id="26" name="">
            <a:extLst xmlns:a="http://schemas.openxmlformats.org/drawingml/2006/main">
              <a:ext uri="{FF2B5EF4-FFF2-40B4-BE49-F238E27FC236}">
                <a16:creationId xmlns:a16="http://schemas.microsoft.com/office/drawing/2014/main" id="{613279CD-1CFF-46A3-B887-B0F3C8C79762}"/>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自重無視・単純支持。線図には位置と単位を書く</a:t>
            </a:r>
          </a:p>
        </p:txBody>
      </p:sp>
    </p:spTree>
    <p:extLst>
      <p:ext uri="{BB962C8B-B14F-4D97-AF65-F5344CB8AC3E}">
        <p14:creationId xmlns:p14="http://schemas.microsoft.com/office/powerpoint/2010/main" val="211107174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E75B9EF-F877-4756-8C5E-1773A2E169C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演習2の解答：式・線図・検算</a:t>
            </a:r>
          </a:p>
        </p:txBody>
      </p:sp>
      <p:cxnSp>
        <p:nvCxnSpPr>
          <p:cNvPr id="2" name="">
            <a:extLst xmlns:a="http://schemas.openxmlformats.org/drawingml/2006/main">
              <a:ext uri="{FF2B5EF4-FFF2-40B4-BE49-F238E27FC236}">
                <a16:creationId xmlns:a16="http://schemas.microsoft.com/office/drawing/2014/main" id="{1370C2F7-86EE-4097-B416-C6BD7A87B29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ABA7760A-2B15-419F-AB47-E34F64BAC7E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832EE61-1690-4ACC-A165-94E714ED650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25 / 49</a:t>
            </a:r>
          </a:p>
        </p:txBody>
      </p:sp>
      <p:sp>
        <p:nvSpPr>
          <p:cNvPr id="5" name="">
            <a:extLst xmlns:a="http://schemas.openxmlformats.org/drawingml/2006/main">
              <a:ext uri="{FF2B5EF4-FFF2-40B4-BE49-F238E27FC236}">
                <a16:creationId xmlns:a16="http://schemas.microsoft.com/office/drawing/2014/main" id="{4F3D9287-7BE8-4314-9E3F-A1F197DD7148}"/>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1C936DF6-F447-4E04-BBB5-08507ECF7068}"/>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187C8DB4-BF21-4095-ABA7-BCEB92655194}"/>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37CF48C0-CB19-43F5-A97A-4FB75BA7EC39}"/>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A52BAA13-05F1-4F3C-B449-B786F09BC301}"/>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91A774D8-B427-4DCB-84C7-2847C0B06C59}"/>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F5FAA214-F5F5-44F0-8E96-8A8A9E731C77}"/>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3039D407-580D-42CD-9C39-619B673E105F}"/>
              </a:ext>
            </a:extLst>
          </p:cNvPr>
          <p:cNvCxnSpPr/>
          <p:nvPr/>
        </p:nvCxnSpPr>
        <p:spPr>
          <a:xfrm xmlns:a="http://schemas.openxmlformats.org/drawingml/2006/main" flipH="0" flipV="0">
            <a:off x="4667250"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882B0A4F-D920-4256-886D-EAA73D733938}"/>
              </a:ext>
            </a:extLst>
          </p:cNvPr>
          <p:cNvSpPr>
            <a:spLocks xmlns:a="http://schemas.openxmlformats.org/drawingml/2006/main" noGrp="1"/>
          </p:cNvSpPr>
          <p:nvPr/>
        </p:nvSpPr>
        <p:spPr>
          <a:xfrm xmlns:a="http://schemas.openxmlformats.org/drawingml/2006/main">
            <a:off x="3619500"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400 N</a:t>
            </a:r>
          </a:p>
        </p:txBody>
      </p:sp>
      <p:sp>
        <p:nvSpPr>
          <p:cNvPr id="14" name="">
            <a:extLst xmlns:a="http://schemas.openxmlformats.org/drawingml/2006/main">
              <a:ext uri="{FF2B5EF4-FFF2-40B4-BE49-F238E27FC236}">
                <a16:creationId xmlns:a16="http://schemas.microsoft.com/office/drawing/2014/main" id="{95DFC6D8-6827-4B9C-A455-B23C4BED1163}"/>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E92E250C-2626-436F-99C8-6AACF3DA9EB4}"/>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B1B5C602-9F32-45C7-891A-A592956D05DB}"/>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1.6 m</a:t>
            </a:r>
          </a:p>
        </p:txBody>
      </p:sp>
      <p:cxnSp>
        <p:nvCxnSpPr>
          <p:cNvPr id="17" name="">
            <a:extLst xmlns:a="http://schemas.openxmlformats.org/drawingml/2006/main">
              <a:ext uri="{FF2B5EF4-FFF2-40B4-BE49-F238E27FC236}">
                <a16:creationId xmlns:a16="http://schemas.microsoft.com/office/drawing/2014/main" id="{C54903B0-F311-4991-8B06-CEEFEA53E98F}"/>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57CCDF1C-69A3-472E-958A-5EDA250AF9B2}"/>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C7AD0393-59D8-445F-9A09-4E564994F25B}"/>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D8D6A97C-6F20-425B-92C5-BB642EE59B5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FF3078BC-BE68-4B04-B0B8-F613BC618A24}"/>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203F8A8E-BC08-46C5-B0B9-9F043CC605CF}"/>
              </a:ext>
            </a:extLst>
          </p:cNvPr>
          <p:cNvSpPr>
            <a:spLocks xmlns:a="http://schemas.openxmlformats.org/drawingml/2006/main" noGrp="1"/>
          </p:cNvSpPr>
          <p:nvPr/>
        </p:nvSpPr>
        <p:spPr>
          <a:xfrm xmlns:a="http://schemas.openxmlformats.org/drawingml/2006/main">
            <a:off x="1571625" y="3286125"/>
            <a:ext cx="6191250" cy="857250"/>
          </a:xfrm>
          <a:custGeom xmlns:a="http://schemas.openxmlformats.org/drawingml/2006/main">
            <a:pathLst>
              <a:path w="6191250" h="857250">
                <a:moveTo>
                  <a:pt x="0" y="428625"/>
                </a:moveTo>
                <a:lnTo>
                  <a:pt x="0" y="0"/>
                </a:lnTo>
                <a:lnTo>
                  <a:pt x="3095625" y="0"/>
                </a:lnTo>
                <a:lnTo>
                  <a:pt x="3095625" y="857250"/>
                </a:lnTo>
                <a:lnTo>
                  <a:pt x="6191250" y="857250"/>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A7F9531F-2B25-4205-A67B-1834EC1187F9}"/>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sp>
        <p:nvSpPr>
          <p:cNvPr id="24" name="">
            <a:extLst xmlns:a="http://schemas.openxmlformats.org/drawingml/2006/main">
              <a:ext uri="{FF2B5EF4-FFF2-40B4-BE49-F238E27FC236}">
                <a16:creationId xmlns:a16="http://schemas.microsoft.com/office/drawing/2014/main" id="{459456BA-B1BD-4C3C-8DDA-377319DC4757}"/>
              </a:ext>
            </a:extLst>
          </p:cNvPr>
          <p:cNvSpPr>
            <a:spLocks xmlns:a="http://schemas.openxmlformats.org/drawingml/2006/main" noGrp="1"/>
          </p:cNvSpPr>
          <p:nvPr/>
        </p:nvSpPr>
        <p:spPr>
          <a:xfrm xmlns:a="http://schemas.openxmlformats.org/drawingml/2006/main">
            <a:off x="6591300" y="41433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cxnSp>
        <p:nvCxnSpPr>
          <p:cNvPr id="25" name="">
            <a:extLst xmlns:a="http://schemas.openxmlformats.org/drawingml/2006/main">
              <a:ext uri="{FF2B5EF4-FFF2-40B4-BE49-F238E27FC236}">
                <a16:creationId xmlns:a16="http://schemas.microsoft.com/office/drawing/2014/main" id="{9796E961-E0E2-4A61-8740-A815985DE619}"/>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305F9335-A2E5-48DF-83DE-6D03EE982EF2}"/>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AAA070AA-8A3D-4D9D-8612-51581436DBBF}"/>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F3770E46-BCF4-4D67-B73A-B4E70537D8FE}"/>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3422E383-8692-4859-9961-2AA007545BDD}"/>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933DD7F1-1D67-40D3-BD42-276963FF8826}"/>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3095625"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E4708776-F1B4-4873-A3AE-53EBC295C19F}"/>
              </a:ext>
            </a:extLst>
          </p:cNvPr>
          <p:cNvCxnSpPr/>
          <p:nvPr/>
        </p:nvCxnSpPr>
        <p:spPr>
          <a:xfrm xmlns:a="http://schemas.openxmlformats.org/drawingml/2006/main" flipH="0" flipV="0">
            <a:off x="4667250"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001E218D-B8FC-4D46-BAE6-1FFD2ADCD994}"/>
              </a:ext>
            </a:extLst>
          </p:cNvPr>
          <p:cNvSpPr>
            <a:spLocks xmlns:a="http://schemas.openxmlformats.org/drawingml/2006/main" noGrp="1"/>
          </p:cNvSpPr>
          <p:nvPr/>
        </p:nvSpPr>
        <p:spPr>
          <a:xfrm xmlns:a="http://schemas.openxmlformats.org/drawingml/2006/main">
            <a:off x="4238625"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0.8</a:t>
            </a:r>
          </a:p>
        </p:txBody>
      </p:sp>
      <p:cxnSp>
        <p:nvCxnSpPr>
          <p:cNvPr id="33" name="">
            <a:extLst xmlns:a="http://schemas.openxmlformats.org/drawingml/2006/main">
              <a:ext uri="{FF2B5EF4-FFF2-40B4-BE49-F238E27FC236}">
                <a16:creationId xmlns:a16="http://schemas.microsoft.com/office/drawing/2014/main" id="{93E8CFEE-7E55-4151-A7AE-426D599FF32D}"/>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2F0828B8-22D2-48DA-9997-328FD13D9F94}"/>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1.6</a:t>
            </a:r>
          </a:p>
        </p:txBody>
      </p:sp>
      <p:sp>
        <p:nvSpPr>
          <p:cNvPr id="35" name="">
            <a:extLst xmlns:a="http://schemas.openxmlformats.org/drawingml/2006/main">
              <a:ext uri="{FF2B5EF4-FFF2-40B4-BE49-F238E27FC236}">
                <a16:creationId xmlns:a16="http://schemas.microsoft.com/office/drawing/2014/main" id="{AD8AC6A3-0848-4DF7-9672-BFD49346273B}"/>
              </a:ext>
            </a:extLst>
          </p:cNvPr>
          <p:cNvSpPr>
            <a:spLocks xmlns:a="http://schemas.openxmlformats.org/drawingml/2006/main" noGrp="1"/>
          </p:cNvSpPr>
          <p:nvPr/>
        </p:nvSpPr>
        <p:spPr>
          <a:xfrm xmlns:a="http://schemas.openxmlformats.org/drawingml/2006/main">
            <a:off x="4114800"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160</a:t>
            </a:r>
          </a:p>
        </p:txBody>
      </p:sp>
      <p:sp>
        <p:nvSpPr>
          <p:cNvPr id="36" name="">
            <a:extLst xmlns:a="http://schemas.openxmlformats.org/drawingml/2006/main">
              <a:ext uri="{FF2B5EF4-FFF2-40B4-BE49-F238E27FC236}">
                <a16:creationId xmlns:a16="http://schemas.microsoft.com/office/drawing/2014/main" id="{1854EC95-CECC-4B39-8100-40A4C66FBA45}"/>
              </a:ext>
            </a:extLst>
          </p:cNvPr>
          <p:cNvSpPr>
            <a:spLocks xmlns:a="http://schemas.openxmlformats.org/drawingml/2006/main" noGrp="1"/>
          </p:cNvSpPr>
          <p:nvPr/>
        </p:nvSpPr>
        <p:spPr>
          <a:xfrm xmlns:a="http://schemas.openxmlformats.org/drawingml/2006/main">
            <a:off x="8715375" y="27336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RB = 400</a:t>
            </a:r>
          </a:p>
        </p:txBody>
      </p:sp>
      <p:sp>
        <p:nvSpPr>
          <p:cNvPr id="37" name="">
            <a:extLst xmlns:a="http://schemas.openxmlformats.org/drawingml/2006/main">
              <a:ext uri="{FF2B5EF4-FFF2-40B4-BE49-F238E27FC236}">
                <a16:creationId xmlns:a16="http://schemas.microsoft.com/office/drawing/2014/main" id="{26B707BE-F512-429B-B9B1-74F31FA5BA49}"/>
              </a:ext>
            </a:extLst>
          </p:cNvPr>
          <p:cNvSpPr>
            <a:spLocks xmlns:a="http://schemas.openxmlformats.org/drawingml/2006/main" noGrp="1"/>
          </p:cNvSpPr>
          <p:nvPr/>
        </p:nvSpPr>
        <p:spPr>
          <a:xfrm xmlns:a="http://schemas.openxmlformats.org/drawingml/2006/main">
            <a:off x="8715375" y="32480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1.6 RB = 400×0.8</a:t>
            </a:r>
          </a:p>
        </p:txBody>
      </p:sp>
      <p:sp>
        <p:nvSpPr>
          <p:cNvPr id="38" name="">
            <a:extLst xmlns:a="http://schemas.openxmlformats.org/drawingml/2006/main">
              <a:ext uri="{FF2B5EF4-FFF2-40B4-BE49-F238E27FC236}">
                <a16:creationId xmlns:a16="http://schemas.microsoft.com/office/drawing/2014/main" id="{7146FAEA-3A7D-4FD0-9510-C4C42618CD5D}"/>
              </a:ext>
            </a:extLst>
          </p:cNvPr>
          <p:cNvSpPr>
            <a:spLocks xmlns:a="http://schemas.openxmlformats.org/drawingml/2006/main" noGrp="1"/>
          </p:cNvSpPr>
          <p:nvPr/>
        </p:nvSpPr>
        <p:spPr>
          <a:xfrm xmlns:a="http://schemas.openxmlformats.org/drawingml/2006/main">
            <a:off x="8715375" y="37623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200 N</a:t>
            </a:r>
          </a:p>
        </p:txBody>
      </p:sp>
      <p:sp>
        <p:nvSpPr>
          <p:cNvPr id="39" name="">
            <a:extLst xmlns:a="http://schemas.openxmlformats.org/drawingml/2006/main">
              <a:ext uri="{FF2B5EF4-FFF2-40B4-BE49-F238E27FC236}">
                <a16:creationId xmlns:a16="http://schemas.microsoft.com/office/drawing/2014/main" id="{91D19EC8-FE48-4109-8542-62196EDE0A4F}"/>
              </a:ext>
            </a:extLst>
          </p:cNvPr>
          <p:cNvSpPr>
            <a:spLocks xmlns:a="http://schemas.openxmlformats.org/drawingml/2006/main" noGrp="1"/>
          </p:cNvSpPr>
          <p:nvPr/>
        </p:nvSpPr>
        <p:spPr>
          <a:xfrm xmlns:a="http://schemas.openxmlformats.org/drawingml/2006/main">
            <a:off x="8715375" y="42767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RB = 200 N</a:t>
            </a:r>
          </a:p>
        </p:txBody>
      </p:sp>
      <p:sp>
        <p:nvSpPr>
          <p:cNvPr id="40" name="">
            <a:extLst xmlns:a="http://schemas.openxmlformats.org/drawingml/2006/main">
              <a:ext uri="{FF2B5EF4-FFF2-40B4-BE49-F238E27FC236}">
                <a16:creationId xmlns:a16="http://schemas.microsoft.com/office/drawing/2014/main" id="{274DD910-E0C5-4461-9C76-01F9D2C2C6EA}"/>
              </a:ext>
            </a:extLst>
          </p:cNvPr>
          <p:cNvSpPr>
            <a:spLocks xmlns:a="http://schemas.openxmlformats.org/drawingml/2006/main" noGrp="1"/>
          </p:cNvSpPr>
          <p:nvPr/>
        </p:nvSpPr>
        <p:spPr>
          <a:xfrm xmlns:a="http://schemas.openxmlformats.org/drawingml/2006/main">
            <a:off x="8667750" y="501967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226FAE"/>
                </a:solidFill>
                <a:latin typeface="Yu Gothic"/>
                <a:ea typeface="Yu Gothic"/>
                <a:cs typeface="Yu Gothic"/>
              </a:defRPr>
            </a:defPPr>
            <a:lvl1pPr algn="l">
              <a:buNone/>
              <a:defRPr sz="2025" b="1">
                <a:solidFill>
                  <a:srgbClr val="226FAE"/>
                </a:solidFill>
                <a:latin typeface="Yu Gothic"/>
                <a:ea typeface="Yu Gothic"/>
                <a:cs typeface="Yu Gothic"/>
              </a:defRPr>
            </a:lvl1pPr>
            <a:lvl2pPr algn="l">
              <a:buNone/>
              <a:defRPr sz="2025" b="1">
                <a:solidFill>
                  <a:srgbClr val="226FAE"/>
                </a:solidFill>
                <a:latin typeface="Yu Gothic"/>
                <a:ea typeface="Yu Gothic"/>
                <a:cs typeface="Yu Gothic"/>
              </a:defRPr>
            </a:lvl2pPr>
            <a:lvl3pPr algn="l">
              <a:buNone/>
              <a:defRPr sz="2025" b="1">
                <a:solidFill>
                  <a:srgbClr val="226FAE"/>
                </a:solidFill>
                <a:latin typeface="Yu Gothic"/>
                <a:ea typeface="Yu Gothic"/>
                <a:cs typeface="Yu Gothic"/>
              </a:defRPr>
            </a:lvl3pPr>
            <a:lvl4pPr algn="l">
              <a:buNone/>
              <a:defRPr sz="2025" b="1">
                <a:solidFill>
                  <a:srgbClr val="226FAE"/>
                </a:solidFill>
                <a:latin typeface="Yu Gothic"/>
                <a:ea typeface="Yu Gothic"/>
                <a:cs typeface="Yu Gothic"/>
              </a:defRPr>
            </a:lvl4pPr>
            <a:lvl5pPr algn="l">
              <a:buNone/>
              <a:defRPr sz="2025" b="1">
                <a:solidFill>
                  <a:srgbClr val="226FAE"/>
                </a:solidFill>
                <a:latin typeface="Yu Gothic"/>
                <a:ea typeface="Yu Gothic"/>
                <a:cs typeface="Yu Gothic"/>
              </a:defRPr>
            </a:lvl5pPr>
            <a:lvl6pPr algn="l">
              <a:buNone/>
              <a:defRPr sz="2025" b="1">
                <a:solidFill>
                  <a:srgbClr val="226FAE"/>
                </a:solidFill>
                <a:latin typeface="Yu Gothic"/>
                <a:ea typeface="Yu Gothic"/>
                <a:cs typeface="Yu Gothic"/>
              </a:defRPr>
            </a:lvl6pPr>
            <a:lvl7pPr algn="l">
              <a:buNone/>
              <a:defRPr sz="2025" b="1">
                <a:solidFill>
                  <a:srgbClr val="226FAE"/>
                </a:solidFill>
                <a:latin typeface="Yu Gothic"/>
                <a:ea typeface="Yu Gothic"/>
                <a:cs typeface="Yu Gothic"/>
              </a:defRPr>
            </a:lvl7pPr>
            <a:lvl8pPr algn="l">
              <a:buNone/>
              <a:defRPr sz="2025" b="1">
                <a:solidFill>
                  <a:srgbClr val="226FAE"/>
                </a:solidFill>
                <a:latin typeface="Yu Gothic"/>
                <a:ea typeface="Yu Gothic"/>
                <a:cs typeface="Yu Gothic"/>
              </a:defRPr>
            </a:lvl8pPr>
            <a:lvl9pPr algn="l">
              <a:buNone/>
              <a:defRPr sz="2025" b="1">
                <a:solidFill>
                  <a:srgbClr val="226FAE"/>
                </a:solidFill>
                <a:latin typeface="Yu Gothic"/>
                <a:ea typeface="Yu Gothic"/>
                <a:cs typeface="Yu Gothic"/>
              </a:defRPr>
            </a:lvl9pPr>
          </a:lstStyle>
          <a:p xmlns:a="http://schemas.openxmlformats.org/drawingml/2006/main">
            <a:pPr algn="l">
              <a:buNone/>
              <a:defRPr sz="2025" b="1">
                <a:solidFill>
                  <a:srgbClr val="226FAE"/>
                </a:solidFill>
                <a:latin typeface="Yu Gothic"/>
                <a:ea typeface="Yu Gothic"/>
                <a:cs typeface="Yu Gothic"/>
              </a:defRPr>
            </a:pPr>
            <a:r>
              <a:rPr sz="2025" b="1">
                <a:solidFill>
                  <a:srgbClr val="226FAE"/>
                </a:solidFill>
                <a:latin typeface="Yu Gothic"/>
                <a:ea typeface="Yu Gothic"/>
                <a:cs typeface="Yu Gothic"/>
              </a:rPr>
              <a:t>M最大 = 160 N·m</a:t>
            </a:r>
          </a:p>
        </p:txBody>
      </p:sp>
      <p:sp>
        <p:nvSpPr>
          <p:cNvPr id="41" name="">
            <a:extLst xmlns:a="http://schemas.openxmlformats.org/drawingml/2006/main">
              <a:ext uri="{FF2B5EF4-FFF2-40B4-BE49-F238E27FC236}">
                <a16:creationId xmlns:a16="http://schemas.microsoft.com/office/drawing/2014/main" id="{5FBFFF15-F9AD-4B65-A4FE-AA71FC24942D}"/>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反力は各200 N。Bまわりもつり合い、両端の M は0</a:t>
            </a:r>
          </a:p>
        </p:txBody>
      </p:sp>
    </p:spTree>
    <p:extLst>
      <p:ext uri="{BB962C8B-B14F-4D97-AF65-F5344CB8AC3E}">
        <p14:creationId xmlns:p14="http://schemas.microsoft.com/office/powerpoint/2010/main" val="1712894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21B9D5F-DFFA-4E98-8B35-BCC8777AD60C}"/>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SFD の「符号付き面積」で M の変化を読む</a:t>
            </a:r>
          </a:p>
        </p:txBody>
      </p:sp>
      <p:cxnSp>
        <p:nvCxnSpPr>
          <p:cNvPr id="2" name="">
            <a:extLst xmlns:a="http://schemas.openxmlformats.org/drawingml/2006/main">
              <a:ext uri="{FF2B5EF4-FFF2-40B4-BE49-F238E27FC236}">
                <a16:creationId xmlns:a16="http://schemas.microsoft.com/office/drawing/2014/main" id="{E2782795-D624-4838-8700-D4E8C1ED4A4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27EAFA53-0ED0-4365-8BE2-AFC83D3C089B}"/>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0FD1C110-5C8F-4DF7-8CB7-7C24B898639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26 / 49</a:t>
            </a:r>
          </a:p>
        </p:txBody>
      </p:sp>
      <p:sp>
        <p:nvSpPr>
          <p:cNvPr id="20" name="">
            <a:extLst xmlns:a="http://schemas.openxmlformats.org/drawingml/2006/main">
              <a:ext uri="{FF2B5EF4-FFF2-40B4-BE49-F238E27FC236}">
                <a16:creationId xmlns:a16="http://schemas.microsoft.com/office/drawing/2014/main" id="{88DAFBE3-BF4E-4B41-A080-25E6395A5D0A}"/>
              </a:ext>
            </a:extLst>
          </p:cNvPr>
          <p:cNvSpPr>
            <a:spLocks xmlns:a="http://schemas.openxmlformats.org/drawingml/2006/main" noGrp="1"/>
          </p:cNvSpPr>
          <p:nvPr/>
        </p:nvSpPr>
        <p:spPr>
          <a:xfrm xmlns:a="http://schemas.openxmlformats.org/drawingml/2006/main">
            <a:off x="809625" y="15240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63D4D"/>
                </a:solidFill>
                <a:latin typeface="Yu Gothic"/>
                <a:ea typeface="Yu Gothic"/>
                <a:cs typeface="Yu Gothic"/>
              </a:defRPr>
            </a:defPPr>
            <a:lvl1pPr>
              <a:buNone/>
              <a:defRPr sz="2700" b="1">
                <a:solidFill>
                  <a:srgbClr val="263D4D"/>
                </a:solidFill>
                <a:latin typeface="Yu Gothic"/>
                <a:ea typeface="Yu Gothic"/>
                <a:cs typeface="Yu Gothic"/>
              </a:defRPr>
            </a:lvl1pPr>
            <a:lvl2pPr>
              <a:buNone/>
              <a:defRPr sz="2700" b="1">
                <a:solidFill>
                  <a:srgbClr val="263D4D"/>
                </a:solidFill>
                <a:latin typeface="Yu Gothic"/>
                <a:ea typeface="Yu Gothic"/>
                <a:cs typeface="Yu Gothic"/>
              </a:defRPr>
            </a:lvl2pPr>
            <a:lvl3pPr>
              <a:buNone/>
              <a:defRPr sz="2700" b="1">
                <a:solidFill>
                  <a:srgbClr val="263D4D"/>
                </a:solidFill>
                <a:latin typeface="Yu Gothic"/>
                <a:ea typeface="Yu Gothic"/>
                <a:cs typeface="Yu Gothic"/>
              </a:defRPr>
            </a:lvl3pPr>
            <a:lvl4pPr>
              <a:buNone/>
              <a:defRPr sz="2700" b="1">
                <a:solidFill>
                  <a:srgbClr val="263D4D"/>
                </a:solidFill>
                <a:latin typeface="Yu Gothic"/>
                <a:ea typeface="Yu Gothic"/>
                <a:cs typeface="Yu Gothic"/>
              </a:defRPr>
            </a:lvl4pPr>
            <a:lvl5pPr>
              <a:buNone/>
              <a:defRPr sz="2700" b="1">
                <a:solidFill>
                  <a:srgbClr val="263D4D"/>
                </a:solidFill>
                <a:latin typeface="Yu Gothic"/>
                <a:ea typeface="Yu Gothic"/>
                <a:cs typeface="Yu Gothic"/>
              </a:defRPr>
            </a:lvl5pPr>
            <a:lvl6pPr>
              <a:buNone/>
              <a:defRPr sz="2700" b="1">
                <a:solidFill>
                  <a:srgbClr val="263D4D"/>
                </a:solidFill>
                <a:latin typeface="Yu Gothic"/>
                <a:ea typeface="Yu Gothic"/>
                <a:cs typeface="Yu Gothic"/>
              </a:defRPr>
            </a:lvl6pPr>
            <a:lvl7pPr>
              <a:buNone/>
              <a:defRPr sz="2700" b="1">
                <a:solidFill>
                  <a:srgbClr val="263D4D"/>
                </a:solidFill>
                <a:latin typeface="Yu Gothic"/>
                <a:ea typeface="Yu Gothic"/>
                <a:cs typeface="Yu Gothic"/>
              </a:defRPr>
            </a:lvl7pPr>
            <a:lvl8pPr>
              <a:buNone/>
              <a:defRPr sz="2700" b="1">
                <a:solidFill>
                  <a:srgbClr val="263D4D"/>
                </a:solidFill>
                <a:latin typeface="Yu Gothic"/>
                <a:ea typeface="Yu Gothic"/>
                <a:cs typeface="Yu Gothic"/>
              </a:defRPr>
            </a:lvl8pPr>
            <a:lvl9pPr>
              <a:buNone/>
              <a:defRPr sz="2700" b="1">
                <a:solidFill>
                  <a:srgbClr val="263D4D"/>
                </a:solidFill>
                <a:latin typeface="Yu Gothic"/>
                <a:ea typeface="Yu Gothic"/>
                <a:cs typeface="Yu Gothic"/>
              </a:defRPr>
            </a:lvl9pPr>
          </a:lstStyle>
          <a:p xmlns:a="http://schemas.openxmlformats.org/drawingml/2006/main">
            <a:pPr>
              <a:buNone/>
              <a:defRPr sz="2700" b="1">
                <a:solidFill>
                  <a:srgbClr val="263D4D"/>
                </a:solidFill>
                <a:latin typeface="Yu Gothic"/>
                <a:ea typeface="Yu Gothic"/>
                <a:cs typeface="Yu Gothic"/>
              </a:defRPr>
            </a:pPr>
            <a:r>
              <a:rPr sz="2700" b="1">
                <a:solidFill>
                  <a:srgbClr val="263D4D"/>
                </a:solidFill>
                <a:latin typeface="Yu Gothic"/>
                <a:ea typeface="Yu Gothic"/>
                <a:cs typeface="Yu Gothic"/>
              </a:rPr>
              <a:t>Mの増分 = SFDの符号付き面積</a:t>
            </a:r>
          </a:p>
        </p:txBody>
      </p:sp>
      <p:sp>
        <p:nvSpPr>
          <p:cNvPr id="21" name="">
            <a:extLst xmlns:a="http://schemas.openxmlformats.org/drawingml/2006/main">
              <a:ext uri="{FF2B5EF4-FFF2-40B4-BE49-F238E27FC236}">
                <a16:creationId xmlns:a16="http://schemas.microsoft.com/office/drawing/2014/main" id="{84B1BE6C-BA12-45EC-8EA8-A0C8A155DB6D}"/>
              </a:ext>
            </a:extLst>
          </p:cNvPr>
          <p:cNvSpPr>
            <a:spLocks xmlns:a="http://schemas.openxmlformats.org/drawingml/2006/main" noGrp="1"/>
          </p:cNvSpPr>
          <p:nvPr/>
        </p:nvSpPr>
        <p:spPr>
          <a:xfrm xmlns:a="http://schemas.openxmlformats.org/drawingml/2006/main">
            <a:off x="1619250" y="2619375"/>
            <a:ext cx="3381375" cy="857250"/>
          </a:xfrm>
          <a:prstGeom xmlns:a="http://schemas.openxmlformats.org/drawingml/2006/main" prst="rect">
            <a:avLst/>
          </a:prstGeom>
          <a:solidFill xmlns:a="http://schemas.openxmlformats.org/drawingml/2006/main">
            <a:srgbClr val="E7DFF1"/>
          </a:solidFill>
          <a:ln xmlns:a="http://schemas.openxmlformats.org/drawingml/2006/main" w="16193">
            <a:solidFill>
              <a:srgbClr val="7655A5"/>
            </a:solidFill>
          </a:ln>
        </p:spPr>
      </p:sp>
      <p:sp>
        <p:nvSpPr>
          <p:cNvPr id="22" name="">
            <a:extLst xmlns:a="http://schemas.openxmlformats.org/drawingml/2006/main">
              <a:ext uri="{FF2B5EF4-FFF2-40B4-BE49-F238E27FC236}">
                <a16:creationId xmlns:a16="http://schemas.microsoft.com/office/drawing/2014/main" id="{A2B5F25D-6B58-4ED9-B1CD-FC19E8CCC218}"/>
              </a:ext>
            </a:extLst>
          </p:cNvPr>
          <p:cNvSpPr>
            <a:spLocks xmlns:a="http://schemas.openxmlformats.org/drawingml/2006/main" noGrp="1"/>
          </p:cNvSpPr>
          <p:nvPr/>
        </p:nvSpPr>
        <p:spPr>
          <a:xfrm xmlns:a="http://schemas.openxmlformats.org/drawingml/2006/main">
            <a:off x="5000625" y="3476625"/>
            <a:ext cx="3381375" cy="857250"/>
          </a:xfrm>
          <a:prstGeom xmlns:a="http://schemas.openxmlformats.org/drawingml/2006/main" prst="rect">
            <a:avLst/>
          </a:prstGeom>
          <a:solidFill xmlns:a="http://schemas.openxmlformats.org/drawingml/2006/main">
            <a:srgbClr val="F1EAF6"/>
          </a:solidFill>
          <a:ln xmlns:a="http://schemas.openxmlformats.org/drawingml/2006/main" w="16193">
            <a:solidFill>
              <a:srgbClr val="7655A5"/>
            </a:solidFill>
          </a:ln>
        </p:spPr>
      </p:sp>
      <p:sp>
        <p:nvSpPr>
          <p:cNvPr id="23" name="">
            <a:extLst xmlns:a="http://schemas.openxmlformats.org/drawingml/2006/main">
              <a:ext uri="{FF2B5EF4-FFF2-40B4-BE49-F238E27FC236}">
                <a16:creationId xmlns:a16="http://schemas.microsoft.com/office/drawing/2014/main" id="{96B2AF5F-6623-45C6-A49A-1AD8020720F7}"/>
              </a:ext>
            </a:extLst>
          </p:cNvPr>
          <p:cNvSpPr>
            <a:spLocks xmlns:a="http://schemas.openxmlformats.org/drawingml/2006/main" noGrp="1"/>
          </p:cNvSpPr>
          <p:nvPr/>
        </p:nvSpPr>
        <p:spPr>
          <a:xfrm xmlns:a="http://schemas.openxmlformats.org/drawingml/2006/main">
            <a:off x="1619250" y="3476625"/>
            <a:ext cx="7191375" cy="9525"/>
          </a:xfrm>
          <a:custGeom xmlns:a="http://schemas.openxmlformats.org/drawingml/2006/main">
            <a:pathLst>
              <a:path w="7191375" h="9525">
                <a:moveTo>
                  <a:pt x="0" y="0"/>
                </a:moveTo>
                <a:lnTo>
                  <a:pt x="7191375"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99B3C6FE-54FA-4B74-963E-F10788B85CE7}"/>
              </a:ext>
            </a:extLst>
          </p:cNvPr>
          <p:cNvSpPr>
            <a:spLocks xmlns:a="http://schemas.openxmlformats.org/drawingml/2006/main" noGrp="1"/>
          </p:cNvSpPr>
          <p:nvPr/>
        </p:nvSpPr>
        <p:spPr>
          <a:xfrm xmlns:a="http://schemas.openxmlformats.org/drawingml/2006/main">
            <a:off x="8724900" y="3440621"/>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25" name="">
            <a:extLst xmlns:a="http://schemas.openxmlformats.org/drawingml/2006/main">
              <a:ext uri="{FF2B5EF4-FFF2-40B4-BE49-F238E27FC236}">
                <a16:creationId xmlns:a16="http://schemas.microsoft.com/office/drawing/2014/main" id="{14AA7C9F-445F-41FF-8584-0AFED226CDE1}"/>
              </a:ext>
            </a:extLst>
          </p:cNvPr>
          <p:cNvSpPr>
            <a:spLocks xmlns:a="http://schemas.openxmlformats.org/drawingml/2006/main" noGrp="1"/>
          </p:cNvSpPr>
          <p:nvPr/>
        </p:nvSpPr>
        <p:spPr>
          <a:xfrm xmlns:a="http://schemas.openxmlformats.org/drawingml/2006/main">
            <a:off x="1619250" y="2381250"/>
            <a:ext cx="9525" cy="2143125"/>
          </a:xfrm>
          <a:custGeom xmlns:a="http://schemas.openxmlformats.org/drawingml/2006/main">
            <a:pathLst>
              <a:path w="9525" h="2143125">
                <a:moveTo>
                  <a:pt x="0" y="0"/>
                </a:moveTo>
                <a:lnTo>
                  <a:pt x="0" y="2143125"/>
                </a:lnTo>
              </a:path>
            </a:pathLst>
          </a:custGeom>
          <a:noFill xmlns:a="http://schemas.openxmlformats.org/drawingml/2006/main"/>
          <a:ln xmlns:a="http://schemas.openxmlformats.org/drawingml/2006/main" w="15240">
            <a:solidFill>
              <a:srgbClr val="71818B"/>
            </a:solidFill>
          </a:ln>
        </p:spPr>
      </p:sp>
      <p:sp>
        <p:nvSpPr>
          <p:cNvPr id="26" name="">
            <a:extLst xmlns:a="http://schemas.openxmlformats.org/drawingml/2006/main">
              <a:ext uri="{FF2B5EF4-FFF2-40B4-BE49-F238E27FC236}">
                <a16:creationId xmlns:a16="http://schemas.microsoft.com/office/drawing/2014/main" id="{2CE504FC-8005-44F1-B9A3-A20204F619E1}"/>
              </a:ext>
            </a:extLst>
          </p:cNvPr>
          <p:cNvSpPr>
            <a:spLocks xmlns:a="http://schemas.openxmlformats.org/drawingml/2006/main" noGrp="1"/>
          </p:cNvSpPr>
          <p:nvPr/>
        </p:nvSpPr>
        <p:spPr>
          <a:xfrm xmlns:a="http://schemas.openxmlformats.org/drawingml/2006/main">
            <a:off x="1619250" y="2619375"/>
            <a:ext cx="6762750" cy="1714500"/>
          </a:xfrm>
          <a:custGeom xmlns:a="http://schemas.openxmlformats.org/drawingml/2006/main">
            <a:pathLst>
              <a:path w="6762750" h="1714500">
                <a:moveTo>
                  <a:pt x="0" y="0"/>
                </a:moveTo>
                <a:lnTo>
                  <a:pt x="3381375" y="0"/>
                </a:lnTo>
                <a:lnTo>
                  <a:pt x="3381375" y="1714500"/>
                </a:lnTo>
                <a:lnTo>
                  <a:pt x="6762750" y="1714500"/>
                </a:lnTo>
              </a:path>
            </a:pathLst>
          </a:custGeom>
          <a:noFill xmlns:a="http://schemas.openxmlformats.org/drawingml/2006/main"/>
          <a:ln xmlns:a="http://schemas.openxmlformats.org/drawingml/2006/main" w="38100">
            <a:solidFill>
              <a:srgbClr val="7655A5"/>
            </a:solidFill>
          </a:ln>
        </p:spPr>
      </p:sp>
      <p:sp>
        <p:nvSpPr>
          <p:cNvPr id="27" name="">
            <a:extLst xmlns:a="http://schemas.openxmlformats.org/drawingml/2006/main">
              <a:ext uri="{FF2B5EF4-FFF2-40B4-BE49-F238E27FC236}">
                <a16:creationId xmlns:a16="http://schemas.microsoft.com/office/drawing/2014/main" id="{CF49954F-4B1D-443A-9850-548B2F39D973}"/>
              </a:ext>
            </a:extLst>
          </p:cNvPr>
          <p:cNvSpPr>
            <a:spLocks xmlns:a="http://schemas.openxmlformats.org/drawingml/2006/main" noGrp="1"/>
          </p:cNvSpPr>
          <p:nvPr/>
        </p:nvSpPr>
        <p:spPr>
          <a:xfrm xmlns:a="http://schemas.openxmlformats.org/drawingml/2006/main">
            <a:off x="809625" y="20955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V / N</a:t>
            </a:r>
          </a:p>
        </p:txBody>
      </p:sp>
      <p:sp>
        <p:nvSpPr>
          <p:cNvPr id="28" name="">
            <a:extLst xmlns:a="http://schemas.openxmlformats.org/drawingml/2006/main">
              <a:ext uri="{FF2B5EF4-FFF2-40B4-BE49-F238E27FC236}">
                <a16:creationId xmlns:a16="http://schemas.microsoft.com/office/drawing/2014/main" id="{DC6EF5C8-6B16-4722-8F4B-E4EEE734048A}"/>
              </a:ext>
            </a:extLst>
          </p:cNvPr>
          <p:cNvSpPr>
            <a:spLocks xmlns:a="http://schemas.openxmlformats.org/drawingml/2006/main" noGrp="1"/>
          </p:cNvSpPr>
          <p:nvPr/>
        </p:nvSpPr>
        <p:spPr>
          <a:xfrm xmlns:a="http://schemas.openxmlformats.org/drawingml/2006/main">
            <a:off x="1952625" y="2190750"/>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a:t>
            </a:r>
          </a:p>
        </p:txBody>
      </p:sp>
      <p:sp>
        <p:nvSpPr>
          <p:cNvPr id="29" name="">
            <a:extLst xmlns:a="http://schemas.openxmlformats.org/drawingml/2006/main">
              <a:ext uri="{FF2B5EF4-FFF2-40B4-BE49-F238E27FC236}">
                <a16:creationId xmlns:a16="http://schemas.microsoft.com/office/drawing/2014/main" id="{5E98C67F-AB2F-45BD-9ECC-AAEA7F99CD15}"/>
              </a:ext>
            </a:extLst>
          </p:cNvPr>
          <p:cNvSpPr>
            <a:spLocks xmlns:a="http://schemas.openxmlformats.org/drawingml/2006/main" noGrp="1"/>
          </p:cNvSpPr>
          <p:nvPr/>
        </p:nvSpPr>
        <p:spPr>
          <a:xfrm xmlns:a="http://schemas.openxmlformats.org/drawingml/2006/main">
            <a:off x="6715125" y="4333875"/>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a:t>
            </a:r>
          </a:p>
        </p:txBody>
      </p:sp>
      <p:sp>
        <p:nvSpPr>
          <p:cNvPr id="30" name="">
            <a:extLst xmlns:a="http://schemas.openxmlformats.org/drawingml/2006/main">
              <a:ext uri="{FF2B5EF4-FFF2-40B4-BE49-F238E27FC236}">
                <a16:creationId xmlns:a16="http://schemas.microsoft.com/office/drawing/2014/main" id="{AC146DD7-B423-4EE8-BE10-686D821A4B6F}"/>
              </a:ext>
            </a:extLst>
          </p:cNvPr>
          <p:cNvSpPr>
            <a:spLocks xmlns:a="http://schemas.openxmlformats.org/drawingml/2006/main" noGrp="1"/>
          </p:cNvSpPr>
          <p:nvPr/>
        </p:nvSpPr>
        <p:spPr>
          <a:xfrm xmlns:a="http://schemas.openxmlformats.org/drawingml/2006/main">
            <a:off x="1238250" y="3286125"/>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0</a:t>
            </a:r>
          </a:p>
        </p:txBody>
      </p:sp>
      <p:sp>
        <p:nvSpPr>
          <p:cNvPr id="31" name="">
            <a:extLst xmlns:a="http://schemas.openxmlformats.org/drawingml/2006/main">
              <a:ext uri="{FF2B5EF4-FFF2-40B4-BE49-F238E27FC236}">
                <a16:creationId xmlns:a16="http://schemas.microsoft.com/office/drawing/2014/main" id="{C28CA301-4116-4D05-980E-53F5C33A04EC}"/>
              </a:ext>
            </a:extLst>
          </p:cNvPr>
          <p:cNvSpPr>
            <a:spLocks xmlns:a="http://schemas.openxmlformats.org/drawingml/2006/main" noGrp="1"/>
          </p:cNvSpPr>
          <p:nvPr/>
        </p:nvSpPr>
        <p:spPr>
          <a:xfrm xmlns:a="http://schemas.openxmlformats.org/drawingml/2006/main">
            <a:off x="4667250" y="45720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0.60</a:t>
            </a:r>
          </a:p>
        </p:txBody>
      </p:sp>
      <p:sp>
        <p:nvSpPr>
          <p:cNvPr id="32" name="">
            <a:extLst xmlns:a="http://schemas.openxmlformats.org/drawingml/2006/main">
              <a:ext uri="{FF2B5EF4-FFF2-40B4-BE49-F238E27FC236}">
                <a16:creationId xmlns:a16="http://schemas.microsoft.com/office/drawing/2014/main" id="{26E95F4C-9DD9-4DD2-A7FC-0DF2A70E8EB3}"/>
              </a:ext>
            </a:extLst>
          </p:cNvPr>
          <p:cNvSpPr>
            <a:spLocks xmlns:a="http://schemas.openxmlformats.org/drawingml/2006/main" noGrp="1"/>
          </p:cNvSpPr>
          <p:nvPr/>
        </p:nvSpPr>
        <p:spPr>
          <a:xfrm xmlns:a="http://schemas.openxmlformats.org/drawingml/2006/main">
            <a:off x="8096250" y="45720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1.20</a:t>
            </a:r>
          </a:p>
        </p:txBody>
      </p:sp>
      <p:sp>
        <p:nvSpPr>
          <p:cNvPr id="33" name="">
            <a:extLst xmlns:a="http://schemas.openxmlformats.org/drawingml/2006/main">
              <a:ext uri="{FF2B5EF4-FFF2-40B4-BE49-F238E27FC236}">
                <a16:creationId xmlns:a16="http://schemas.microsoft.com/office/drawing/2014/main" id="{FA520F56-1CC2-4AF4-9653-97466A381499}"/>
              </a:ext>
            </a:extLst>
          </p:cNvPr>
          <p:cNvSpPr>
            <a:spLocks xmlns:a="http://schemas.openxmlformats.org/drawingml/2006/main" noGrp="1"/>
          </p:cNvSpPr>
          <p:nvPr/>
        </p:nvSpPr>
        <p:spPr>
          <a:xfrm xmlns:a="http://schemas.openxmlformats.org/drawingml/2006/main">
            <a:off x="9144000" y="33337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x / m</a:t>
            </a:r>
          </a:p>
        </p:txBody>
      </p:sp>
      <p:sp>
        <p:nvSpPr>
          <p:cNvPr id="34" name="">
            <a:extLst xmlns:a="http://schemas.openxmlformats.org/drawingml/2006/main">
              <a:ext uri="{FF2B5EF4-FFF2-40B4-BE49-F238E27FC236}">
                <a16:creationId xmlns:a16="http://schemas.microsoft.com/office/drawing/2014/main" id="{1991DA4C-B0C5-4BCA-AC3F-72957DE6F921}"/>
              </a:ext>
            </a:extLst>
          </p:cNvPr>
          <p:cNvSpPr>
            <a:spLocks xmlns:a="http://schemas.openxmlformats.org/drawingml/2006/main" noGrp="1"/>
          </p:cNvSpPr>
          <p:nvPr/>
        </p:nvSpPr>
        <p:spPr>
          <a:xfrm xmlns:a="http://schemas.openxmlformats.org/drawingml/2006/main">
            <a:off x="1952625" y="28098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0.60</a:t>
            </a:r>
          </a:p>
        </p:txBody>
      </p:sp>
      <p:sp>
        <p:nvSpPr>
          <p:cNvPr id="35" name="">
            <a:extLst xmlns:a="http://schemas.openxmlformats.org/drawingml/2006/main">
              <a:ext uri="{FF2B5EF4-FFF2-40B4-BE49-F238E27FC236}">
                <a16:creationId xmlns:a16="http://schemas.microsoft.com/office/drawing/2014/main" id="{CA91AEB9-D2D0-48C4-9C4B-F801C38DDC42}"/>
              </a:ext>
            </a:extLst>
          </p:cNvPr>
          <p:cNvSpPr>
            <a:spLocks xmlns:a="http://schemas.openxmlformats.org/drawingml/2006/main" noGrp="1"/>
          </p:cNvSpPr>
          <p:nvPr/>
        </p:nvSpPr>
        <p:spPr>
          <a:xfrm xmlns:a="http://schemas.openxmlformats.org/drawingml/2006/main">
            <a:off x="5429250" y="3762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0.60</a:t>
            </a:r>
          </a:p>
        </p:txBody>
      </p:sp>
      <p:sp>
        <p:nvSpPr>
          <p:cNvPr id="36" name="">
            <a:extLst xmlns:a="http://schemas.openxmlformats.org/drawingml/2006/main">
              <a:ext uri="{FF2B5EF4-FFF2-40B4-BE49-F238E27FC236}">
                <a16:creationId xmlns:a16="http://schemas.microsoft.com/office/drawing/2014/main" id="{167F52C0-4F6A-4A0F-BDCE-E865D9EA1148}"/>
              </a:ext>
            </a:extLst>
          </p:cNvPr>
          <p:cNvSpPr>
            <a:spLocks xmlns:a="http://schemas.openxmlformats.org/drawingml/2006/main" noGrp="1"/>
          </p:cNvSpPr>
          <p:nvPr/>
        </p:nvSpPr>
        <p:spPr>
          <a:xfrm xmlns:a="http://schemas.openxmlformats.org/drawingml/2006/main">
            <a:off x="1333500" y="4953000"/>
            <a:ext cx="171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M：0</a:t>
            </a:r>
          </a:p>
        </p:txBody>
      </p:sp>
      <p:sp>
        <p:nvSpPr>
          <p:cNvPr id="37" name="">
            <a:extLst xmlns:a="http://schemas.openxmlformats.org/drawingml/2006/main">
              <a:ext uri="{FF2B5EF4-FFF2-40B4-BE49-F238E27FC236}">
                <a16:creationId xmlns:a16="http://schemas.microsoft.com/office/drawing/2014/main" id="{207BD254-A36C-4B45-B8FE-E5EBEF67B290}"/>
              </a:ext>
            </a:extLst>
          </p:cNvPr>
          <p:cNvSpPr>
            <a:spLocks xmlns:a="http://schemas.openxmlformats.org/drawingml/2006/main" noGrp="1"/>
          </p:cNvSpPr>
          <p:nvPr/>
        </p:nvSpPr>
        <p:spPr>
          <a:xfrm xmlns:a="http://schemas.openxmlformats.org/drawingml/2006/main">
            <a:off x="2952750" y="51911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28575">
            <a:solidFill>
              <a:srgbClr val="2876A8"/>
            </a:solidFill>
          </a:ln>
        </p:spPr>
      </p:sp>
      <p:sp>
        <p:nvSpPr>
          <p:cNvPr id="38" name="">
            <a:extLst xmlns:a="http://schemas.openxmlformats.org/drawingml/2006/main">
              <a:ext uri="{FF2B5EF4-FFF2-40B4-BE49-F238E27FC236}">
                <a16:creationId xmlns:a16="http://schemas.microsoft.com/office/drawing/2014/main" id="{2F999262-D720-4A88-9539-4484C07740E5}"/>
              </a:ext>
            </a:extLst>
          </p:cNvPr>
          <p:cNvSpPr>
            <a:spLocks xmlns:a="http://schemas.openxmlformats.org/drawingml/2006/main" noGrp="1"/>
          </p:cNvSpPr>
          <p:nvPr/>
        </p:nvSpPr>
        <p:spPr>
          <a:xfrm xmlns:a="http://schemas.openxmlformats.org/drawingml/2006/main">
            <a:off x="412432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39" name="">
            <a:extLst xmlns:a="http://schemas.openxmlformats.org/drawingml/2006/main">
              <a:ext uri="{FF2B5EF4-FFF2-40B4-BE49-F238E27FC236}">
                <a16:creationId xmlns:a16="http://schemas.microsoft.com/office/drawing/2014/main" id="{6ED71FBC-AE5C-4A2B-9BBA-838109C30D48}"/>
              </a:ext>
            </a:extLst>
          </p:cNvPr>
          <p:cNvSpPr>
            <a:spLocks xmlns:a="http://schemas.openxmlformats.org/drawingml/2006/main" noGrp="1"/>
          </p:cNvSpPr>
          <p:nvPr/>
        </p:nvSpPr>
        <p:spPr>
          <a:xfrm xmlns:a="http://schemas.openxmlformats.org/drawingml/2006/main">
            <a:off x="4429125" y="4953000"/>
            <a:ext cx="219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60 N·m</a:t>
            </a:r>
          </a:p>
        </p:txBody>
      </p:sp>
      <p:sp>
        <p:nvSpPr>
          <p:cNvPr id="40" name="">
            <a:extLst xmlns:a="http://schemas.openxmlformats.org/drawingml/2006/main">
              <a:ext uri="{FF2B5EF4-FFF2-40B4-BE49-F238E27FC236}">
                <a16:creationId xmlns:a16="http://schemas.microsoft.com/office/drawing/2014/main" id="{77AD894A-9576-43E6-B3BC-F187EB952F8F}"/>
              </a:ext>
            </a:extLst>
          </p:cNvPr>
          <p:cNvSpPr>
            <a:spLocks xmlns:a="http://schemas.openxmlformats.org/drawingml/2006/main" noGrp="1"/>
          </p:cNvSpPr>
          <p:nvPr/>
        </p:nvSpPr>
        <p:spPr>
          <a:xfrm xmlns:a="http://schemas.openxmlformats.org/drawingml/2006/main">
            <a:off x="6762750" y="51911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CFD35CF3-84A3-4DED-A48B-E8CD94E89F53}"/>
              </a:ext>
            </a:extLst>
          </p:cNvPr>
          <p:cNvSpPr>
            <a:spLocks xmlns:a="http://schemas.openxmlformats.org/drawingml/2006/main" noGrp="1"/>
          </p:cNvSpPr>
          <p:nvPr/>
        </p:nvSpPr>
        <p:spPr>
          <a:xfrm xmlns:a="http://schemas.openxmlformats.org/drawingml/2006/main">
            <a:off x="793432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A4B9D586-844D-47C9-BFE2-25CB20DA284E}"/>
              </a:ext>
            </a:extLst>
          </p:cNvPr>
          <p:cNvSpPr>
            <a:spLocks xmlns:a="http://schemas.openxmlformats.org/drawingml/2006/main" noGrp="1"/>
          </p:cNvSpPr>
          <p:nvPr/>
        </p:nvSpPr>
        <p:spPr>
          <a:xfrm xmlns:a="http://schemas.openxmlformats.org/drawingml/2006/main">
            <a:off x="8382000" y="4953000"/>
            <a:ext cx="171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0</a:t>
            </a:r>
          </a:p>
        </p:txBody>
      </p:sp>
      <p:sp>
        <p:nvSpPr>
          <p:cNvPr id="43" name="">
            <a:extLst xmlns:a="http://schemas.openxmlformats.org/drawingml/2006/main">
              <a:ext uri="{FF2B5EF4-FFF2-40B4-BE49-F238E27FC236}">
                <a16:creationId xmlns:a16="http://schemas.microsoft.com/office/drawing/2014/main" id="{78551E9E-D7CC-4762-B77C-01007F421193}"/>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上側の面積で＋60 N·m、下側の面積で−60 N·m。両支点ではM = 0になる。</a:t>
            </a:r>
          </a:p>
        </p:txBody>
      </p:sp>
    </p:spTree>
    <p:extLst>
      <p:ext uri="{BB962C8B-B14F-4D97-AF65-F5344CB8AC3E}">
        <p14:creationId xmlns:p14="http://schemas.microsoft.com/office/powerpoint/2010/main" val="20750470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ED2549-2160-40DF-9CD2-AED66F5B4B8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足し合わせから微分・積分の関係へ</a:t>
            </a:r>
          </a:p>
        </p:txBody>
      </p:sp>
      <p:sp>
        <p:nvSpPr>
          <p:cNvPr id="2" name="">
            <a:extLst xmlns:a="http://schemas.openxmlformats.org/drawingml/2006/main">
              <a:ext uri="{FF2B5EF4-FFF2-40B4-BE49-F238E27FC236}">
                <a16:creationId xmlns:a16="http://schemas.microsoft.com/office/drawing/2014/main" id="{2DA3E0C8-D3F8-41A9-8101-45ED905EE7E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9E76BAC-C384-425B-A414-D58A13EC25F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3EF6EEE3-1A42-4557-B17A-3D1605837798}"/>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関係</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意味と単位</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ΔM = V Δx</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Vが一定の区間での、Mの変化</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dM/dx = V</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曲げモーメントの位置に対する傾き</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dV/dx = −w</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下向き分布荷重を正とする約束</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集中荷重の位置</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左右の区間を分けて扱う</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D2E0409-AA7E-46B9-97BA-71AEB1DEC22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本資料の符号規約。微分・積分の入口として、つり合いと面積から意味を確認する。</a:t>
            </a:r>
          </a:p>
        </p:txBody>
      </p:sp>
      <p:sp>
        <p:nvSpPr>
          <p:cNvPr id="6" name="">
            <a:extLst xmlns:a="http://schemas.openxmlformats.org/drawingml/2006/main">
              <a:ext uri="{FF2B5EF4-FFF2-40B4-BE49-F238E27FC236}">
                <a16:creationId xmlns:a16="http://schemas.microsoft.com/office/drawing/2014/main" id="{896DFC1D-67B6-42A6-9C00-142A81FBB83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49</a:t>
            </a:r>
          </a:p>
        </p:txBody>
      </p:sp>
    </p:spTree>
    <p:extLst>
      <p:ext uri="{BB962C8B-B14F-4D97-AF65-F5344CB8AC3E}">
        <p14:creationId xmlns:p14="http://schemas.microsoft.com/office/powerpoint/2010/main" val="174102138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9E69822-8B1D-4E23-8EAC-7703CB855C0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　荷重が偏ると、最大値はどこか</a:t>
            </a:r>
          </a:p>
        </p:txBody>
      </p:sp>
      <p:cxnSp>
        <p:nvCxnSpPr>
          <p:cNvPr id="2" name="">
            <a:extLst xmlns:a="http://schemas.openxmlformats.org/drawingml/2006/main">
              <a:ext uri="{FF2B5EF4-FFF2-40B4-BE49-F238E27FC236}">
                <a16:creationId xmlns:a16="http://schemas.microsoft.com/office/drawing/2014/main" id="{86FD315E-C48B-449E-A83C-7B632189252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EECEE79-BABF-47FF-AC40-ADB691B6779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69338E3-102A-45F3-94DE-5DA88266F10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28 / 49</a:t>
            </a:r>
          </a:p>
        </p:txBody>
      </p:sp>
      <p:sp>
        <p:nvSpPr>
          <p:cNvPr id="5" name="">
            <a:extLst xmlns:a="http://schemas.openxmlformats.org/drawingml/2006/main">
              <a:ext uri="{FF2B5EF4-FFF2-40B4-BE49-F238E27FC236}">
                <a16:creationId xmlns:a16="http://schemas.microsoft.com/office/drawing/2014/main" id="{9C85DC05-A5C3-48B0-ADA5-819D81636E72}"/>
              </a:ext>
            </a:extLst>
          </p:cNvPr>
          <p:cNvSpPr>
            <a:spLocks xmlns:a="http://schemas.openxmlformats.org/drawingml/2006/main" noGrp="1"/>
          </p:cNvSpPr>
          <p:nvPr/>
        </p:nvSpPr>
        <p:spPr>
          <a:xfrm xmlns:a="http://schemas.openxmlformats.org/drawingml/2006/main">
            <a:off x="1619250" y="2371725"/>
            <a:ext cx="64770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7560E218-2938-4B6B-B703-271A5582BD81}"/>
              </a:ext>
            </a:extLst>
          </p:cNvPr>
          <p:cNvSpPr>
            <a:spLocks xmlns:a="http://schemas.openxmlformats.org/drawingml/2006/main" noGrp="1"/>
          </p:cNvSpPr>
          <p:nvPr/>
        </p:nvSpPr>
        <p:spPr>
          <a:xfrm xmlns:a="http://schemas.openxmlformats.org/drawingml/2006/main">
            <a:off x="1438275" y="25431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87228988-B7D5-4399-B9B4-27BDA250DC18}"/>
              </a:ext>
            </a:extLst>
          </p:cNvPr>
          <p:cNvCxnSpPr/>
          <p:nvPr/>
        </p:nvCxnSpPr>
        <p:spPr>
          <a:xfrm xmlns:a="http://schemas.openxmlformats.org/drawingml/2006/main" flipH="0" flipV="0">
            <a:off x="1285875" y="287655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9E587040-364F-43BB-AB19-6650A9FE2714}"/>
              </a:ext>
            </a:extLst>
          </p:cNvPr>
          <p:cNvSpPr>
            <a:spLocks xmlns:a="http://schemas.openxmlformats.org/drawingml/2006/main" noGrp="1"/>
          </p:cNvSpPr>
          <p:nvPr/>
        </p:nvSpPr>
        <p:spPr>
          <a:xfrm xmlns:a="http://schemas.openxmlformats.org/drawingml/2006/main">
            <a:off x="7915275" y="25431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B5DDD6EE-51F9-4724-A493-7E0E35E2E1B5}"/>
              </a:ext>
            </a:extLst>
          </p:cNvPr>
          <p:cNvSpPr>
            <a:spLocks xmlns:a="http://schemas.openxmlformats.org/drawingml/2006/main" noGrp="1"/>
          </p:cNvSpPr>
          <p:nvPr/>
        </p:nvSpPr>
        <p:spPr>
          <a:xfrm xmlns:a="http://schemas.openxmlformats.org/drawingml/2006/main">
            <a:off x="7962900" y="28479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CEF8288B-0642-4AA4-B2D7-65D161E1BE63}"/>
              </a:ext>
            </a:extLst>
          </p:cNvPr>
          <p:cNvSpPr>
            <a:spLocks xmlns:a="http://schemas.openxmlformats.org/drawingml/2006/main" noGrp="1"/>
          </p:cNvSpPr>
          <p:nvPr/>
        </p:nvSpPr>
        <p:spPr>
          <a:xfrm xmlns:a="http://schemas.openxmlformats.org/drawingml/2006/main">
            <a:off x="8134350" y="28479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8D94F50F-90C5-4F55-A03B-FC065CECB902}"/>
              </a:ext>
            </a:extLst>
          </p:cNvPr>
          <p:cNvCxnSpPr/>
          <p:nvPr/>
        </p:nvCxnSpPr>
        <p:spPr>
          <a:xfrm xmlns:a="http://schemas.openxmlformats.org/drawingml/2006/main" flipH="0" flipV="0">
            <a:off x="7762875" y="296227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DF7380D8-2394-4CDB-8E9F-88477778B65D}"/>
              </a:ext>
            </a:extLst>
          </p:cNvPr>
          <p:cNvCxnSpPr/>
          <p:nvPr/>
        </p:nvCxnSpPr>
        <p:spPr>
          <a:xfrm xmlns:a="http://schemas.openxmlformats.org/drawingml/2006/main" flipH="0" flipV="0">
            <a:off x="3778250" y="189547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49BAE63A-F8D8-4C58-BA3F-B10768B151C8}"/>
              </a:ext>
            </a:extLst>
          </p:cNvPr>
          <p:cNvSpPr>
            <a:spLocks xmlns:a="http://schemas.openxmlformats.org/drawingml/2006/main" noGrp="1"/>
          </p:cNvSpPr>
          <p:nvPr/>
        </p:nvSpPr>
        <p:spPr>
          <a:xfrm xmlns:a="http://schemas.openxmlformats.org/drawingml/2006/main">
            <a:off x="2730500" y="141922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300 N</a:t>
            </a:r>
          </a:p>
        </p:txBody>
      </p:sp>
      <p:sp>
        <p:nvSpPr>
          <p:cNvPr id="14" name="">
            <a:extLst xmlns:a="http://schemas.openxmlformats.org/drawingml/2006/main">
              <a:ext uri="{FF2B5EF4-FFF2-40B4-BE49-F238E27FC236}">
                <a16:creationId xmlns:a16="http://schemas.microsoft.com/office/drawing/2014/main" id="{18DDC5D5-0F21-4DCB-874D-5A019965E031}"/>
              </a:ext>
            </a:extLst>
          </p:cNvPr>
          <p:cNvSpPr>
            <a:spLocks xmlns:a="http://schemas.openxmlformats.org/drawingml/2006/main" noGrp="1"/>
          </p:cNvSpPr>
          <p:nvPr/>
        </p:nvSpPr>
        <p:spPr>
          <a:xfrm xmlns:a="http://schemas.openxmlformats.org/drawingml/2006/main">
            <a:off x="1828800" y="29718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745864F9-979D-4BE9-AA12-7A55DD52015B}"/>
              </a:ext>
            </a:extLst>
          </p:cNvPr>
          <p:cNvSpPr>
            <a:spLocks xmlns:a="http://schemas.openxmlformats.org/drawingml/2006/main" noGrp="1"/>
          </p:cNvSpPr>
          <p:nvPr/>
        </p:nvSpPr>
        <p:spPr>
          <a:xfrm xmlns:a="http://schemas.openxmlformats.org/drawingml/2006/main">
            <a:off x="7553325" y="29718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cxnSp>
        <p:nvCxnSpPr>
          <p:cNvPr id="16" name="">
            <a:extLst xmlns:a="http://schemas.openxmlformats.org/drawingml/2006/main">
              <a:ext uri="{FF2B5EF4-FFF2-40B4-BE49-F238E27FC236}">
                <a16:creationId xmlns:a16="http://schemas.microsoft.com/office/drawing/2014/main" id="{634DF983-4B26-4BE5-A014-5133C6014630}"/>
              </a:ext>
            </a:extLst>
          </p:cNvPr>
          <p:cNvCxnSpPr/>
          <p:nvPr/>
        </p:nvCxnSpPr>
        <p:spPr>
          <a:xfrm xmlns:a="http://schemas.openxmlformats.org/drawingml/2006/main" flipH="0" flipV="0">
            <a:off x="1619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81C46A30-3373-4618-883C-BA9E1D50D7D4}"/>
              </a:ext>
            </a:extLst>
          </p:cNvPr>
          <p:cNvCxnSpPr/>
          <p:nvPr/>
        </p:nvCxnSpPr>
        <p:spPr>
          <a:xfrm xmlns:a="http://schemas.openxmlformats.org/drawingml/2006/main" flipH="0" flipV="0">
            <a:off x="3778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5BDA5789-3B92-4A4A-A7CC-CDE51B167A3C}"/>
              </a:ext>
            </a:extLst>
          </p:cNvPr>
          <p:cNvCxnSpPr/>
          <p:nvPr/>
        </p:nvCxnSpPr>
        <p:spPr>
          <a:xfrm xmlns:a="http://schemas.openxmlformats.org/drawingml/2006/main" flipH="0" flipV="0">
            <a:off x="1619250" y="3752850"/>
            <a:ext cx="215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19" name="">
            <a:extLst xmlns:a="http://schemas.openxmlformats.org/drawingml/2006/main">
              <a:ext uri="{FF2B5EF4-FFF2-40B4-BE49-F238E27FC236}">
                <a16:creationId xmlns:a16="http://schemas.microsoft.com/office/drawing/2014/main" id="{A2778527-7D5F-4A97-9671-512D71D3E463}"/>
              </a:ext>
            </a:extLst>
          </p:cNvPr>
          <p:cNvSpPr>
            <a:spLocks xmlns:a="http://schemas.openxmlformats.org/drawingml/2006/main" noGrp="1"/>
          </p:cNvSpPr>
          <p:nvPr/>
        </p:nvSpPr>
        <p:spPr>
          <a:xfrm xmlns:a="http://schemas.openxmlformats.org/drawingml/2006/main">
            <a:off x="1698625" y="37909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0.4 m</a:t>
            </a:r>
          </a:p>
        </p:txBody>
      </p:sp>
      <p:cxnSp>
        <p:nvCxnSpPr>
          <p:cNvPr id="20" name="">
            <a:extLst xmlns:a="http://schemas.openxmlformats.org/drawingml/2006/main">
              <a:ext uri="{FF2B5EF4-FFF2-40B4-BE49-F238E27FC236}">
                <a16:creationId xmlns:a16="http://schemas.microsoft.com/office/drawing/2014/main" id="{F014657A-F5DA-4146-9E49-08E4E4C16F90}"/>
              </a:ext>
            </a:extLst>
          </p:cNvPr>
          <p:cNvCxnSpPr/>
          <p:nvPr/>
        </p:nvCxnSpPr>
        <p:spPr>
          <a:xfrm xmlns:a="http://schemas.openxmlformats.org/drawingml/2006/main" flipH="0" flipV="0">
            <a:off x="3778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1" name="">
            <a:extLst xmlns:a="http://schemas.openxmlformats.org/drawingml/2006/main">
              <a:ext uri="{FF2B5EF4-FFF2-40B4-BE49-F238E27FC236}">
                <a16:creationId xmlns:a16="http://schemas.microsoft.com/office/drawing/2014/main" id="{87B61D0C-1D37-4219-B064-A231720BAB20}"/>
              </a:ext>
            </a:extLst>
          </p:cNvPr>
          <p:cNvCxnSpPr/>
          <p:nvPr/>
        </p:nvCxnSpPr>
        <p:spPr>
          <a:xfrm xmlns:a="http://schemas.openxmlformats.org/drawingml/2006/main" flipH="0" flipV="0">
            <a:off x="8096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2" name="">
            <a:extLst xmlns:a="http://schemas.openxmlformats.org/drawingml/2006/main">
              <a:ext uri="{FF2B5EF4-FFF2-40B4-BE49-F238E27FC236}">
                <a16:creationId xmlns:a16="http://schemas.microsoft.com/office/drawing/2014/main" id="{489FE644-E14D-4182-84ED-096C23C25E5A}"/>
              </a:ext>
            </a:extLst>
          </p:cNvPr>
          <p:cNvCxnSpPr/>
          <p:nvPr/>
        </p:nvCxnSpPr>
        <p:spPr>
          <a:xfrm xmlns:a="http://schemas.openxmlformats.org/drawingml/2006/main" flipH="0" flipV="0">
            <a:off x="3778250" y="3752850"/>
            <a:ext cx="4318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3" name="">
            <a:extLst xmlns:a="http://schemas.openxmlformats.org/drawingml/2006/main">
              <a:ext uri="{FF2B5EF4-FFF2-40B4-BE49-F238E27FC236}">
                <a16:creationId xmlns:a16="http://schemas.microsoft.com/office/drawing/2014/main" id="{C91A910F-29A7-47EA-A65E-09DE52D58A84}"/>
              </a:ext>
            </a:extLst>
          </p:cNvPr>
          <p:cNvSpPr>
            <a:spLocks xmlns:a="http://schemas.openxmlformats.org/drawingml/2006/main" noGrp="1"/>
          </p:cNvSpPr>
          <p:nvPr/>
        </p:nvSpPr>
        <p:spPr>
          <a:xfrm xmlns:a="http://schemas.openxmlformats.org/drawingml/2006/main">
            <a:off x="4937125" y="37909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sp>
        <p:nvSpPr>
          <p:cNvPr id="24" name="">
            <a:extLst xmlns:a="http://schemas.openxmlformats.org/drawingml/2006/main">
              <a:ext uri="{FF2B5EF4-FFF2-40B4-BE49-F238E27FC236}">
                <a16:creationId xmlns:a16="http://schemas.microsoft.com/office/drawing/2014/main" id="{B956481A-B8CC-449B-81D7-6000324F159A}"/>
              </a:ext>
            </a:extLst>
          </p:cNvPr>
          <p:cNvSpPr>
            <a:spLocks xmlns:a="http://schemas.openxmlformats.org/drawingml/2006/main" noGrp="1"/>
          </p:cNvSpPr>
          <p:nvPr/>
        </p:nvSpPr>
        <p:spPr>
          <a:xfrm xmlns:a="http://schemas.openxmlformats.org/drawingml/2006/main">
            <a:off x="685800" y="44100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a　反力を求め直し、左右区間の V と SFD を描く</a:t>
            </a:r>
          </a:p>
        </p:txBody>
      </p:sp>
      <p:sp>
        <p:nvSpPr>
          <p:cNvPr id="25" name="">
            <a:extLst xmlns:a="http://schemas.openxmlformats.org/drawingml/2006/main">
              <a:ext uri="{FF2B5EF4-FFF2-40B4-BE49-F238E27FC236}">
                <a16:creationId xmlns:a16="http://schemas.microsoft.com/office/drawing/2014/main" id="{B829794F-7BD6-43A3-8430-D81E8CE27E7C}"/>
              </a:ext>
            </a:extLst>
          </p:cNvPr>
          <p:cNvSpPr>
            <a:spLocks xmlns:a="http://schemas.openxmlformats.org/drawingml/2006/main" noGrp="1"/>
          </p:cNvSpPr>
          <p:nvPr/>
        </p:nvSpPr>
        <p:spPr>
          <a:xfrm xmlns:a="http://schemas.openxmlformats.org/drawingml/2006/main">
            <a:off x="685800" y="48863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b　荷重点と両端の M を求め、BMD を描く</a:t>
            </a:r>
          </a:p>
        </p:txBody>
      </p:sp>
      <p:sp>
        <p:nvSpPr>
          <p:cNvPr id="26" name="">
            <a:extLst xmlns:a="http://schemas.openxmlformats.org/drawingml/2006/main">
              <a:ext uri="{FF2B5EF4-FFF2-40B4-BE49-F238E27FC236}">
                <a16:creationId xmlns:a16="http://schemas.microsoft.com/office/drawing/2014/main" id="{2B0E555E-D151-44F0-A5FA-6D70ED854F99}"/>
              </a:ext>
            </a:extLst>
          </p:cNvPr>
          <p:cNvSpPr>
            <a:spLocks xmlns:a="http://schemas.openxmlformats.org/drawingml/2006/main" noGrp="1"/>
          </p:cNvSpPr>
          <p:nvPr/>
        </p:nvSpPr>
        <p:spPr>
          <a:xfrm xmlns:a="http://schemas.openxmlformats.org/drawingml/2006/main">
            <a:off x="685800" y="53625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c　最大の M とその位置。SFDの面積でも検算する</a:t>
            </a:r>
          </a:p>
        </p:txBody>
      </p:sp>
      <p:sp>
        <p:nvSpPr>
          <p:cNvPr id="27" name="">
            <a:extLst xmlns:a="http://schemas.openxmlformats.org/drawingml/2006/main">
              <a:ext uri="{FF2B5EF4-FFF2-40B4-BE49-F238E27FC236}">
                <a16:creationId xmlns:a16="http://schemas.microsoft.com/office/drawing/2014/main" id="{01A78FD4-E79E-4C3E-831A-5869760D1D44}"/>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演習1と同じはり。最大位置を「中央」と決めつけない</a:t>
            </a:r>
          </a:p>
        </p:txBody>
      </p:sp>
    </p:spTree>
    <p:extLst>
      <p:ext uri="{BB962C8B-B14F-4D97-AF65-F5344CB8AC3E}">
        <p14:creationId xmlns:p14="http://schemas.microsoft.com/office/powerpoint/2010/main" val="12217543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9D59C179-9802-4640-B03B-7A41320E2A3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演習3の解答：最大値は荷重点で80 N·m</a:t>
            </a:r>
          </a:p>
        </p:txBody>
      </p:sp>
      <p:cxnSp>
        <p:nvCxnSpPr>
          <p:cNvPr id="2" name="">
            <a:extLst xmlns:a="http://schemas.openxmlformats.org/drawingml/2006/main">
              <a:ext uri="{FF2B5EF4-FFF2-40B4-BE49-F238E27FC236}">
                <a16:creationId xmlns:a16="http://schemas.microsoft.com/office/drawing/2014/main" id="{4272B8C2-E745-40FB-A624-501BC2A08CD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86E09A0C-F69C-4DE0-93FB-6522D0B346F3}"/>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5DBBF328-45F4-4E4D-AC76-64477348FF8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29 / 49</a:t>
            </a:r>
          </a:p>
        </p:txBody>
      </p:sp>
      <p:sp>
        <p:nvSpPr>
          <p:cNvPr id="5" name="">
            <a:extLst xmlns:a="http://schemas.openxmlformats.org/drawingml/2006/main">
              <a:ext uri="{FF2B5EF4-FFF2-40B4-BE49-F238E27FC236}">
                <a16:creationId xmlns:a16="http://schemas.microsoft.com/office/drawing/2014/main" id="{D9CC335F-2F9E-4842-94FA-F41793A542A3}"/>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4364FCE8-7A76-4A4B-B851-7DD25D033E95}"/>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DEF52F37-2518-459A-AB7E-A62CA25F50B8}"/>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7244D40B-AE4A-4047-8A4C-2A2151A2F1C2}"/>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1A84F188-AEA1-4F47-8A6F-45F9C1421835}"/>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2E96412E-85B5-4D03-BD95-B0D25EED26A3}"/>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CC4D906D-E9C1-4E4A-BC69-52387AA23425}"/>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0C8C21D6-5334-4633-81B7-CCC19894BB2B}"/>
              </a:ext>
            </a:extLst>
          </p:cNvPr>
          <p:cNvCxnSpPr/>
          <p:nvPr/>
        </p:nvCxnSpPr>
        <p:spPr>
          <a:xfrm xmlns:a="http://schemas.openxmlformats.org/drawingml/2006/main" flipH="0" flipV="0">
            <a:off x="36353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EDD24D55-26F1-406F-95D0-8255C8DE3AA9}"/>
              </a:ext>
            </a:extLst>
          </p:cNvPr>
          <p:cNvSpPr>
            <a:spLocks xmlns:a="http://schemas.openxmlformats.org/drawingml/2006/main" noGrp="1"/>
          </p:cNvSpPr>
          <p:nvPr/>
        </p:nvSpPr>
        <p:spPr>
          <a:xfrm xmlns:a="http://schemas.openxmlformats.org/drawingml/2006/main">
            <a:off x="25876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300 N</a:t>
            </a:r>
          </a:p>
        </p:txBody>
      </p:sp>
      <p:sp>
        <p:nvSpPr>
          <p:cNvPr id="14" name="">
            <a:extLst xmlns:a="http://schemas.openxmlformats.org/drawingml/2006/main">
              <a:ext uri="{FF2B5EF4-FFF2-40B4-BE49-F238E27FC236}">
                <a16:creationId xmlns:a16="http://schemas.microsoft.com/office/drawing/2014/main" id="{9C3B0C7E-5EBB-426D-9C6A-CF7DADCEB4D2}"/>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F75560F1-6B61-43AB-BDD2-946E0614056B}"/>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4E42835D-BF9F-4585-BDDE-7A12A129AE0C}"/>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1.2 m</a:t>
            </a:r>
          </a:p>
        </p:txBody>
      </p:sp>
      <p:cxnSp>
        <p:nvCxnSpPr>
          <p:cNvPr id="17" name="">
            <a:extLst xmlns:a="http://schemas.openxmlformats.org/drawingml/2006/main">
              <a:ext uri="{FF2B5EF4-FFF2-40B4-BE49-F238E27FC236}">
                <a16:creationId xmlns:a16="http://schemas.microsoft.com/office/drawing/2014/main" id="{072E8C88-C7EB-4A98-890F-425926C3EDC1}"/>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F388346C-9168-49ED-B920-CE9313376573}"/>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AEE6FDB4-8399-4878-88B4-324AF4B3B726}"/>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D2EB961A-3088-40B3-BFA3-37EB25614024}"/>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E1CDC973-2DB0-4AD8-A4CC-593EF25D2A9B}"/>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34E06A48-B5C1-49F3-9A12-788C66E6C613}"/>
              </a:ext>
            </a:extLst>
          </p:cNvPr>
          <p:cNvSpPr>
            <a:spLocks xmlns:a="http://schemas.openxmlformats.org/drawingml/2006/main" noGrp="1"/>
          </p:cNvSpPr>
          <p:nvPr/>
        </p:nvSpPr>
        <p:spPr>
          <a:xfrm xmlns:a="http://schemas.openxmlformats.org/drawingml/2006/main">
            <a:off x="1571625" y="3286125"/>
            <a:ext cx="6191250" cy="642938"/>
          </a:xfrm>
          <a:custGeom xmlns:a="http://schemas.openxmlformats.org/drawingml/2006/main">
            <a:pathLst>
              <a:path w="6191250" h="642938">
                <a:moveTo>
                  <a:pt x="0" y="428625"/>
                </a:moveTo>
                <a:lnTo>
                  <a:pt x="0" y="0"/>
                </a:lnTo>
                <a:lnTo>
                  <a:pt x="2063750" y="0"/>
                </a:lnTo>
                <a:lnTo>
                  <a:pt x="2063750" y="642938"/>
                </a:lnTo>
                <a:lnTo>
                  <a:pt x="6191250" y="642938"/>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57F1AFDB-90C9-4B16-9670-9EB5D152C1D6}"/>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sp>
        <p:nvSpPr>
          <p:cNvPr id="24" name="">
            <a:extLst xmlns:a="http://schemas.openxmlformats.org/drawingml/2006/main">
              <a:ext uri="{FF2B5EF4-FFF2-40B4-BE49-F238E27FC236}">
                <a16:creationId xmlns:a16="http://schemas.microsoft.com/office/drawing/2014/main" id="{E9D0387F-C4D3-416C-9845-03F7CB5F4FC4}"/>
              </a:ext>
            </a:extLst>
          </p:cNvPr>
          <p:cNvSpPr>
            <a:spLocks xmlns:a="http://schemas.openxmlformats.org/drawingml/2006/main" noGrp="1"/>
          </p:cNvSpPr>
          <p:nvPr/>
        </p:nvSpPr>
        <p:spPr>
          <a:xfrm xmlns:a="http://schemas.openxmlformats.org/drawingml/2006/main">
            <a:off x="6591300" y="3929063"/>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5" name="">
            <a:extLst xmlns:a="http://schemas.openxmlformats.org/drawingml/2006/main">
              <a:ext uri="{FF2B5EF4-FFF2-40B4-BE49-F238E27FC236}">
                <a16:creationId xmlns:a16="http://schemas.microsoft.com/office/drawing/2014/main" id="{538D12AB-14B6-47A4-84C5-C22D6113428C}"/>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9FCA4CD6-78AB-4304-B136-293BB080542C}"/>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92AFAFEA-D58D-4C91-B187-8F845A78F269}"/>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9F23BF83-CBC0-46BC-BCD5-22D0A53B134D}"/>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9CFF361F-B708-4820-B06C-52BD6B4E815B}"/>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21E051CD-6D12-4865-BBA4-28616DED4E20}"/>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2063750"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2CFE16A1-2B63-4269-862D-FB2785D35689}"/>
              </a:ext>
            </a:extLst>
          </p:cNvPr>
          <p:cNvCxnSpPr/>
          <p:nvPr/>
        </p:nvCxnSpPr>
        <p:spPr>
          <a:xfrm xmlns:a="http://schemas.openxmlformats.org/drawingml/2006/main" flipH="0" flipV="0">
            <a:off x="36353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865B5996-DA4C-4913-BAA8-F9EF09FBD463}"/>
              </a:ext>
            </a:extLst>
          </p:cNvPr>
          <p:cNvSpPr>
            <a:spLocks xmlns:a="http://schemas.openxmlformats.org/drawingml/2006/main" noGrp="1"/>
          </p:cNvSpPr>
          <p:nvPr/>
        </p:nvSpPr>
        <p:spPr>
          <a:xfrm xmlns:a="http://schemas.openxmlformats.org/drawingml/2006/main">
            <a:off x="32067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0.4</a:t>
            </a:r>
          </a:p>
        </p:txBody>
      </p:sp>
      <p:cxnSp>
        <p:nvCxnSpPr>
          <p:cNvPr id="33" name="">
            <a:extLst xmlns:a="http://schemas.openxmlformats.org/drawingml/2006/main">
              <a:ext uri="{FF2B5EF4-FFF2-40B4-BE49-F238E27FC236}">
                <a16:creationId xmlns:a16="http://schemas.microsoft.com/office/drawing/2014/main" id="{C8AEB5C3-FC48-4365-8B8F-A831095B2B6A}"/>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0C811FA2-EDA2-441B-B75E-E0C51757E4DC}"/>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1.2</a:t>
            </a:r>
          </a:p>
        </p:txBody>
      </p:sp>
      <p:sp>
        <p:nvSpPr>
          <p:cNvPr id="35" name="">
            <a:extLst xmlns:a="http://schemas.openxmlformats.org/drawingml/2006/main">
              <a:ext uri="{FF2B5EF4-FFF2-40B4-BE49-F238E27FC236}">
                <a16:creationId xmlns:a16="http://schemas.microsoft.com/office/drawing/2014/main" id="{75DCE1AC-09E0-47F4-B579-4E9265370892}"/>
              </a:ext>
            </a:extLst>
          </p:cNvPr>
          <p:cNvSpPr>
            <a:spLocks xmlns:a="http://schemas.openxmlformats.org/drawingml/2006/main" noGrp="1"/>
          </p:cNvSpPr>
          <p:nvPr/>
        </p:nvSpPr>
        <p:spPr>
          <a:xfrm xmlns:a="http://schemas.openxmlformats.org/drawingml/2006/main">
            <a:off x="3082925"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80</a:t>
            </a:r>
          </a:p>
        </p:txBody>
      </p:sp>
      <p:sp>
        <p:nvSpPr>
          <p:cNvPr id="36" name="">
            <a:extLst xmlns:a="http://schemas.openxmlformats.org/drawingml/2006/main">
              <a:ext uri="{FF2B5EF4-FFF2-40B4-BE49-F238E27FC236}">
                <a16:creationId xmlns:a16="http://schemas.microsoft.com/office/drawing/2014/main" id="{AD8480D9-01D5-44F2-895A-4A41123A9777}"/>
              </a:ext>
            </a:extLst>
          </p:cNvPr>
          <p:cNvSpPr>
            <a:spLocks xmlns:a="http://schemas.openxmlformats.org/drawingml/2006/main" noGrp="1"/>
          </p:cNvSpPr>
          <p:nvPr/>
        </p:nvSpPr>
        <p:spPr>
          <a:xfrm xmlns:a="http://schemas.openxmlformats.org/drawingml/2006/main">
            <a:off x="8715375" y="27336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RB = 300</a:t>
            </a:r>
          </a:p>
        </p:txBody>
      </p:sp>
      <p:sp>
        <p:nvSpPr>
          <p:cNvPr id="37" name="">
            <a:extLst xmlns:a="http://schemas.openxmlformats.org/drawingml/2006/main">
              <a:ext uri="{FF2B5EF4-FFF2-40B4-BE49-F238E27FC236}">
                <a16:creationId xmlns:a16="http://schemas.microsoft.com/office/drawing/2014/main" id="{C22AAC7F-E5EB-4B71-9046-80B47BF625BD}"/>
              </a:ext>
            </a:extLst>
          </p:cNvPr>
          <p:cNvSpPr>
            <a:spLocks xmlns:a="http://schemas.openxmlformats.org/drawingml/2006/main" noGrp="1"/>
          </p:cNvSpPr>
          <p:nvPr/>
        </p:nvSpPr>
        <p:spPr>
          <a:xfrm xmlns:a="http://schemas.openxmlformats.org/drawingml/2006/main">
            <a:off x="8715375" y="32480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1.2 RB = 300×0.4</a:t>
            </a:r>
          </a:p>
        </p:txBody>
      </p:sp>
      <p:sp>
        <p:nvSpPr>
          <p:cNvPr id="38" name="">
            <a:extLst xmlns:a="http://schemas.openxmlformats.org/drawingml/2006/main">
              <a:ext uri="{FF2B5EF4-FFF2-40B4-BE49-F238E27FC236}">
                <a16:creationId xmlns:a16="http://schemas.microsoft.com/office/drawing/2014/main" id="{70452CFE-9928-4E87-B946-B33CCA2839CA}"/>
              </a:ext>
            </a:extLst>
          </p:cNvPr>
          <p:cNvSpPr>
            <a:spLocks xmlns:a="http://schemas.openxmlformats.org/drawingml/2006/main" noGrp="1"/>
          </p:cNvSpPr>
          <p:nvPr/>
        </p:nvSpPr>
        <p:spPr>
          <a:xfrm xmlns:a="http://schemas.openxmlformats.org/drawingml/2006/main">
            <a:off x="8715375" y="37623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200 N</a:t>
            </a:r>
          </a:p>
        </p:txBody>
      </p:sp>
      <p:sp>
        <p:nvSpPr>
          <p:cNvPr id="39" name="">
            <a:extLst xmlns:a="http://schemas.openxmlformats.org/drawingml/2006/main">
              <a:ext uri="{FF2B5EF4-FFF2-40B4-BE49-F238E27FC236}">
                <a16:creationId xmlns:a16="http://schemas.microsoft.com/office/drawing/2014/main" id="{4F79FB99-9E08-4529-B467-F4CA1E6A86EF}"/>
              </a:ext>
            </a:extLst>
          </p:cNvPr>
          <p:cNvSpPr>
            <a:spLocks xmlns:a="http://schemas.openxmlformats.org/drawingml/2006/main" noGrp="1"/>
          </p:cNvSpPr>
          <p:nvPr/>
        </p:nvSpPr>
        <p:spPr>
          <a:xfrm xmlns:a="http://schemas.openxmlformats.org/drawingml/2006/main">
            <a:off x="8715375" y="42767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RB = 100 N</a:t>
            </a:r>
          </a:p>
        </p:txBody>
      </p:sp>
      <p:sp>
        <p:nvSpPr>
          <p:cNvPr id="40" name="">
            <a:extLst xmlns:a="http://schemas.openxmlformats.org/drawingml/2006/main">
              <a:ext uri="{FF2B5EF4-FFF2-40B4-BE49-F238E27FC236}">
                <a16:creationId xmlns:a16="http://schemas.microsoft.com/office/drawing/2014/main" id="{C2435792-3B0F-42DA-A3B7-7DC87F2248C7}"/>
              </a:ext>
            </a:extLst>
          </p:cNvPr>
          <p:cNvSpPr>
            <a:spLocks xmlns:a="http://schemas.openxmlformats.org/drawingml/2006/main" noGrp="1"/>
          </p:cNvSpPr>
          <p:nvPr/>
        </p:nvSpPr>
        <p:spPr>
          <a:xfrm xmlns:a="http://schemas.openxmlformats.org/drawingml/2006/main">
            <a:off x="8667750" y="501967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226FAE"/>
                </a:solidFill>
                <a:latin typeface="Yu Gothic"/>
                <a:ea typeface="Yu Gothic"/>
                <a:cs typeface="Yu Gothic"/>
              </a:defRPr>
            </a:defPPr>
            <a:lvl1pPr algn="l">
              <a:buNone/>
              <a:defRPr sz="2025" b="1">
                <a:solidFill>
                  <a:srgbClr val="226FAE"/>
                </a:solidFill>
                <a:latin typeface="Yu Gothic"/>
                <a:ea typeface="Yu Gothic"/>
                <a:cs typeface="Yu Gothic"/>
              </a:defRPr>
            </a:lvl1pPr>
            <a:lvl2pPr algn="l">
              <a:buNone/>
              <a:defRPr sz="2025" b="1">
                <a:solidFill>
                  <a:srgbClr val="226FAE"/>
                </a:solidFill>
                <a:latin typeface="Yu Gothic"/>
                <a:ea typeface="Yu Gothic"/>
                <a:cs typeface="Yu Gothic"/>
              </a:defRPr>
            </a:lvl2pPr>
            <a:lvl3pPr algn="l">
              <a:buNone/>
              <a:defRPr sz="2025" b="1">
                <a:solidFill>
                  <a:srgbClr val="226FAE"/>
                </a:solidFill>
                <a:latin typeface="Yu Gothic"/>
                <a:ea typeface="Yu Gothic"/>
                <a:cs typeface="Yu Gothic"/>
              </a:defRPr>
            </a:lvl3pPr>
            <a:lvl4pPr algn="l">
              <a:buNone/>
              <a:defRPr sz="2025" b="1">
                <a:solidFill>
                  <a:srgbClr val="226FAE"/>
                </a:solidFill>
                <a:latin typeface="Yu Gothic"/>
                <a:ea typeface="Yu Gothic"/>
                <a:cs typeface="Yu Gothic"/>
              </a:defRPr>
            </a:lvl4pPr>
            <a:lvl5pPr algn="l">
              <a:buNone/>
              <a:defRPr sz="2025" b="1">
                <a:solidFill>
                  <a:srgbClr val="226FAE"/>
                </a:solidFill>
                <a:latin typeface="Yu Gothic"/>
                <a:ea typeface="Yu Gothic"/>
                <a:cs typeface="Yu Gothic"/>
              </a:defRPr>
            </a:lvl5pPr>
            <a:lvl6pPr algn="l">
              <a:buNone/>
              <a:defRPr sz="2025" b="1">
                <a:solidFill>
                  <a:srgbClr val="226FAE"/>
                </a:solidFill>
                <a:latin typeface="Yu Gothic"/>
                <a:ea typeface="Yu Gothic"/>
                <a:cs typeface="Yu Gothic"/>
              </a:defRPr>
            </a:lvl6pPr>
            <a:lvl7pPr algn="l">
              <a:buNone/>
              <a:defRPr sz="2025" b="1">
                <a:solidFill>
                  <a:srgbClr val="226FAE"/>
                </a:solidFill>
                <a:latin typeface="Yu Gothic"/>
                <a:ea typeface="Yu Gothic"/>
                <a:cs typeface="Yu Gothic"/>
              </a:defRPr>
            </a:lvl7pPr>
            <a:lvl8pPr algn="l">
              <a:buNone/>
              <a:defRPr sz="2025" b="1">
                <a:solidFill>
                  <a:srgbClr val="226FAE"/>
                </a:solidFill>
                <a:latin typeface="Yu Gothic"/>
                <a:ea typeface="Yu Gothic"/>
                <a:cs typeface="Yu Gothic"/>
              </a:defRPr>
            </a:lvl8pPr>
            <a:lvl9pPr algn="l">
              <a:buNone/>
              <a:defRPr sz="2025" b="1">
                <a:solidFill>
                  <a:srgbClr val="226FAE"/>
                </a:solidFill>
                <a:latin typeface="Yu Gothic"/>
                <a:ea typeface="Yu Gothic"/>
                <a:cs typeface="Yu Gothic"/>
              </a:defRPr>
            </a:lvl9pPr>
          </a:lstStyle>
          <a:p xmlns:a="http://schemas.openxmlformats.org/drawingml/2006/main">
            <a:pPr algn="l">
              <a:buNone/>
              <a:defRPr sz="2025" b="1">
                <a:solidFill>
                  <a:srgbClr val="226FAE"/>
                </a:solidFill>
                <a:latin typeface="Yu Gothic"/>
                <a:ea typeface="Yu Gothic"/>
                <a:cs typeface="Yu Gothic"/>
              </a:defRPr>
            </a:pPr>
            <a:r>
              <a:rPr sz="2025" b="1">
                <a:solidFill>
                  <a:srgbClr val="226FAE"/>
                </a:solidFill>
                <a:latin typeface="Yu Gothic"/>
                <a:ea typeface="Yu Gothic"/>
                <a:cs typeface="Yu Gothic"/>
              </a:rPr>
              <a:t>M最大 = 80 N·m</a:t>
            </a:r>
          </a:p>
        </p:txBody>
      </p:sp>
      <p:sp>
        <p:nvSpPr>
          <p:cNvPr id="41" name="">
            <a:extLst xmlns:a="http://schemas.openxmlformats.org/drawingml/2006/main">
              <a:ext uri="{FF2B5EF4-FFF2-40B4-BE49-F238E27FC236}">
                <a16:creationId xmlns:a16="http://schemas.microsoft.com/office/drawing/2014/main" id="{D5E36D6F-A464-43A7-8438-63D44940F1A2}"/>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＋200×0.40 = ＋80、−100×0.80 = −80 N·m。最後に0へ戻る</a:t>
            </a:r>
          </a:p>
        </p:txBody>
      </p:sp>
      <p:sp>
        <p:nvSpPr>
          <p:cNvPr id="43" name="">
            <a:extLst xmlns:a="http://schemas.openxmlformats.org/drawingml/2006/main">
              <a:ext uri="{FF2B5EF4-FFF2-40B4-BE49-F238E27FC236}">
                <a16:creationId xmlns:a16="http://schemas.microsoft.com/office/drawing/2014/main" id="{130BA499-0B46-41CA-8550-A45FFCE0F91F}"/>
              </a:ext>
            </a:extLst>
          </p:cNvPr>
          <p:cNvSpPr>
            <a:spLocks xmlns:a="http://schemas.openxmlformats.org/drawingml/2006/main" noGrp="1"/>
          </p:cNvSpPr>
          <p:nvPr/>
        </p:nvSpPr>
        <p:spPr>
          <a:xfrm xmlns:a="http://schemas.openxmlformats.org/drawingml/2006/main">
            <a:off x="3635375" y="28479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4" name="">
            <a:extLst xmlns:a="http://schemas.openxmlformats.org/drawingml/2006/main">
              <a:ext uri="{FF2B5EF4-FFF2-40B4-BE49-F238E27FC236}">
                <a16:creationId xmlns:a16="http://schemas.microsoft.com/office/drawing/2014/main" id="{B964EED1-EE9D-4982-8F73-1D03992F7A1D}"/>
              </a:ext>
            </a:extLst>
          </p:cNvPr>
          <p:cNvSpPr>
            <a:spLocks xmlns:a="http://schemas.openxmlformats.org/drawingml/2006/main" noGrp="1"/>
          </p:cNvSpPr>
          <p:nvPr/>
        </p:nvSpPr>
        <p:spPr>
          <a:xfrm xmlns:a="http://schemas.openxmlformats.org/drawingml/2006/main">
            <a:off x="3635375" y="29622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5" name="">
            <a:extLst xmlns:a="http://schemas.openxmlformats.org/drawingml/2006/main">
              <a:ext uri="{FF2B5EF4-FFF2-40B4-BE49-F238E27FC236}">
                <a16:creationId xmlns:a16="http://schemas.microsoft.com/office/drawing/2014/main" id="{3BBDF81D-BE9C-41CB-A278-4654EB8F7510}"/>
              </a:ext>
            </a:extLst>
          </p:cNvPr>
          <p:cNvSpPr>
            <a:spLocks xmlns:a="http://schemas.openxmlformats.org/drawingml/2006/main" noGrp="1"/>
          </p:cNvSpPr>
          <p:nvPr/>
        </p:nvSpPr>
        <p:spPr>
          <a:xfrm xmlns:a="http://schemas.openxmlformats.org/drawingml/2006/main">
            <a:off x="3635375" y="30765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C2DC4D7B-0A94-4791-A386-6E853BE509BE}"/>
              </a:ext>
            </a:extLst>
          </p:cNvPr>
          <p:cNvSpPr>
            <a:spLocks xmlns:a="http://schemas.openxmlformats.org/drawingml/2006/main" noGrp="1"/>
          </p:cNvSpPr>
          <p:nvPr/>
        </p:nvSpPr>
        <p:spPr>
          <a:xfrm xmlns:a="http://schemas.openxmlformats.org/drawingml/2006/main">
            <a:off x="3635375" y="4000500"/>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40952E6B-D012-43D6-9D90-B5F1F2972064}"/>
              </a:ext>
            </a:extLst>
          </p:cNvPr>
          <p:cNvSpPr>
            <a:spLocks xmlns:a="http://schemas.openxmlformats.org/drawingml/2006/main" noGrp="1"/>
          </p:cNvSpPr>
          <p:nvPr/>
        </p:nvSpPr>
        <p:spPr>
          <a:xfrm xmlns:a="http://schemas.openxmlformats.org/drawingml/2006/main">
            <a:off x="3635375" y="4098925"/>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11548DCE-8639-4109-89C1-4C93A9B8E0ED}"/>
              </a:ext>
            </a:extLst>
          </p:cNvPr>
          <p:cNvSpPr>
            <a:spLocks xmlns:a="http://schemas.openxmlformats.org/drawingml/2006/main" noGrp="1"/>
          </p:cNvSpPr>
          <p:nvPr/>
        </p:nvSpPr>
        <p:spPr>
          <a:xfrm xmlns:a="http://schemas.openxmlformats.org/drawingml/2006/main">
            <a:off x="3635375" y="4197350"/>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95E64B41-A53D-4B23-80D7-519FFB709C0E}"/>
              </a:ext>
            </a:extLst>
          </p:cNvPr>
          <p:cNvSpPr>
            <a:spLocks xmlns:a="http://schemas.openxmlformats.org/drawingml/2006/main" noGrp="1"/>
          </p:cNvSpPr>
          <p:nvPr/>
        </p:nvSpPr>
        <p:spPr>
          <a:xfrm xmlns:a="http://schemas.openxmlformats.org/drawingml/2006/main">
            <a:off x="3635375" y="47720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E9FD6F4E-08E7-4EDE-9450-16A5121144D1}"/>
              </a:ext>
            </a:extLst>
          </p:cNvPr>
          <p:cNvSpPr>
            <a:spLocks xmlns:a="http://schemas.openxmlformats.org/drawingml/2006/main" noGrp="1"/>
          </p:cNvSpPr>
          <p:nvPr/>
        </p:nvSpPr>
        <p:spPr>
          <a:xfrm xmlns:a="http://schemas.openxmlformats.org/drawingml/2006/main">
            <a:off x="3635375" y="48910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E27A4FC3-7AEC-4D98-A8F9-CE4A793E52A3}"/>
              </a:ext>
            </a:extLst>
          </p:cNvPr>
          <p:cNvSpPr>
            <a:spLocks xmlns:a="http://schemas.openxmlformats.org/drawingml/2006/main" noGrp="1"/>
          </p:cNvSpPr>
          <p:nvPr/>
        </p:nvSpPr>
        <p:spPr>
          <a:xfrm xmlns:a="http://schemas.openxmlformats.org/drawingml/2006/main">
            <a:off x="3587750" y="4591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Tree>
    <p:extLst>
      <p:ext uri="{BB962C8B-B14F-4D97-AF65-F5344CB8AC3E}">
        <p14:creationId xmlns:p14="http://schemas.microsoft.com/office/powerpoint/2010/main" val="182406188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C1804B7-D264-49E0-A594-9C213F0EA06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片持ちばり：固定端は回転も止める</a:t>
            </a:r>
          </a:p>
        </p:txBody>
      </p:sp>
      <p:cxnSp>
        <p:nvCxnSpPr>
          <p:cNvPr id="2" name="">
            <a:extLst xmlns:a="http://schemas.openxmlformats.org/drawingml/2006/main">
              <a:ext uri="{FF2B5EF4-FFF2-40B4-BE49-F238E27FC236}">
                <a16:creationId xmlns:a16="http://schemas.microsoft.com/office/drawing/2014/main" id="{11B7D573-FCB4-4224-836B-6D1249288AD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42BA8DA-FCA5-4020-8831-C03C8E6DA2A6}"/>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46177E9-AAB0-4CCA-974D-C169E83DF9CB}"/>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30 / 49</a:t>
            </a:r>
          </a:p>
        </p:txBody>
      </p:sp>
      <p:sp>
        <p:nvSpPr>
          <p:cNvPr id="29" name="">
            <a:extLst xmlns:a="http://schemas.openxmlformats.org/drawingml/2006/main">
              <a:ext uri="{FF2B5EF4-FFF2-40B4-BE49-F238E27FC236}">
                <a16:creationId xmlns:a16="http://schemas.microsoft.com/office/drawing/2014/main" id="{5A23C8CA-717D-4FA5-B672-A5F6C60C9341}"/>
              </a:ext>
            </a:extLst>
          </p:cNvPr>
          <p:cNvSpPr>
            <a:spLocks xmlns:a="http://schemas.openxmlformats.org/drawingml/2006/main" noGrp="1"/>
          </p:cNvSpPr>
          <p:nvPr/>
        </p:nvSpPr>
        <p:spPr>
          <a:xfrm xmlns:a="http://schemas.openxmlformats.org/drawingml/2006/main">
            <a:off x="809625" y="1571625"/>
            <a:ext cx="628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はり全体に働く外力</a:t>
            </a:r>
          </a:p>
        </p:txBody>
      </p:sp>
      <p:sp>
        <p:nvSpPr>
          <p:cNvPr id="30" name="">
            <a:extLst xmlns:a="http://schemas.openxmlformats.org/drawingml/2006/main">
              <a:ext uri="{FF2B5EF4-FFF2-40B4-BE49-F238E27FC236}">
                <a16:creationId xmlns:a16="http://schemas.microsoft.com/office/drawing/2014/main" id="{57FDE8C2-C6E3-465C-ACA8-B289E5913FDC}"/>
              </a:ext>
            </a:extLst>
          </p:cNvPr>
          <p:cNvSpPr>
            <a:spLocks xmlns:a="http://schemas.openxmlformats.org/drawingml/2006/main" noGrp="1"/>
          </p:cNvSpPr>
          <p:nvPr/>
        </p:nvSpPr>
        <p:spPr>
          <a:xfrm xmlns:a="http://schemas.openxmlformats.org/drawingml/2006/main">
            <a:off x="1619250" y="2952750"/>
            <a:ext cx="4572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1" name="">
            <a:extLst xmlns:a="http://schemas.openxmlformats.org/drawingml/2006/main">
              <a:ext uri="{FF2B5EF4-FFF2-40B4-BE49-F238E27FC236}">
                <a16:creationId xmlns:a16="http://schemas.microsoft.com/office/drawing/2014/main" id="{01F9A8BB-6D57-483D-B43B-C2E10147E656}"/>
              </a:ext>
            </a:extLst>
          </p:cNvPr>
          <p:cNvSpPr>
            <a:spLocks xmlns:a="http://schemas.openxmlformats.org/drawingml/2006/main" noGrp="1"/>
          </p:cNvSpPr>
          <p:nvPr/>
        </p:nvSpPr>
        <p:spPr>
          <a:xfrm xmlns:a="http://schemas.openxmlformats.org/drawingml/2006/main">
            <a:off x="1400175" y="2586038"/>
            <a:ext cx="219075" cy="904875"/>
          </a:xfrm>
          <a:prstGeom xmlns:a="http://schemas.openxmlformats.org/drawingml/2006/main" prst="rect">
            <a:avLst/>
          </a:prstGeom>
          <a:solidFill xmlns:a="http://schemas.openxmlformats.org/drawingml/2006/main">
            <a:srgbClr val="D8E3EB"/>
          </a:solidFill>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9B644D3C-6637-43AC-AC9A-049EB4E35830}"/>
              </a:ext>
            </a:extLst>
          </p:cNvPr>
          <p:cNvSpPr>
            <a:spLocks xmlns:a="http://schemas.openxmlformats.org/drawingml/2006/main" noGrp="1"/>
          </p:cNvSpPr>
          <p:nvPr/>
        </p:nvSpPr>
        <p:spPr>
          <a:xfrm xmlns:a="http://schemas.openxmlformats.org/drawingml/2006/main">
            <a:off x="1257300" y="25860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CD378B79-D02E-44A8-AB68-4558BD01B965}"/>
              </a:ext>
            </a:extLst>
          </p:cNvPr>
          <p:cNvSpPr>
            <a:spLocks xmlns:a="http://schemas.openxmlformats.org/drawingml/2006/main" noGrp="1"/>
          </p:cNvSpPr>
          <p:nvPr/>
        </p:nvSpPr>
        <p:spPr>
          <a:xfrm xmlns:a="http://schemas.openxmlformats.org/drawingml/2006/main">
            <a:off x="1257300" y="27384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65CE682D-CE4B-4092-9148-4FED6B9E3A1C}"/>
              </a:ext>
            </a:extLst>
          </p:cNvPr>
          <p:cNvSpPr>
            <a:spLocks xmlns:a="http://schemas.openxmlformats.org/drawingml/2006/main" noGrp="1"/>
          </p:cNvSpPr>
          <p:nvPr/>
        </p:nvSpPr>
        <p:spPr>
          <a:xfrm xmlns:a="http://schemas.openxmlformats.org/drawingml/2006/main">
            <a:off x="1257300" y="28908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BC79E55-7C07-479F-8B21-CC3E844A49E9}"/>
              </a:ext>
            </a:extLst>
          </p:cNvPr>
          <p:cNvSpPr>
            <a:spLocks xmlns:a="http://schemas.openxmlformats.org/drawingml/2006/main" noGrp="1"/>
          </p:cNvSpPr>
          <p:nvPr/>
        </p:nvSpPr>
        <p:spPr>
          <a:xfrm xmlns:a="http://schemas.openxmlformats.org/drawingml/2006/main">
            <a:off x="1257300" y="30432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D44E69F0-5F23-4C58-9726-78293B137990}"/>
              </a:ext>
            </a:extLst>
          </p:cNvPr>
          <p:cNvSpPr>
            <a:spLocks xmlns:a="http://schemas.openxmlformats.org/drawingml/2006/main" noGrp="1"/>
          </p:cNvSpPr>
          <p:nvPr/>
        </p:nvSpPr>
        <p:spPr>
          <a:xfrm xmlns:a="http://schemas.openxmlformats.org/drawingml/2006/main">
            <a:off x="1257300" y="31956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DC378DE5-1A03-494C-B79A-9F06CB9B1059}"/>
              </a:ext>
            </a:extLst>
          </p:cNvPr>
          <p:cNvSpPr>
            <a:spLocks xmlns:a="http://schemas.openxmlformats.org/drawingml/2006/main" noGrp="1"/>
          </p:cNvSpPr>
          <p:nvPr/>
        </p:nvSpPr>
        <p:spPr>
          <a:xfrm xmlns:a="http://schemas.openxmlformats.org/drawingml/2006/main">
            <a:off x="1257300" y="33480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EA522715-FC48-4498-A9BC-FD8A5A59CD2E}"/>
              </a:ext>
            </a:extLst>
          </p:cNvPr>
          <p:cNvSpPr>
            <a:spLocks xmlns:a="http://schemas.openxmlformats.org/drawingml/2006/main" noGrp="1"/>
          </p:cNvSpPr>
          <p:nvPr/>
        </p:nvSpPr>
        <p:spPr>
          <a:xfrm xmlns:a="http://schemas.openxmlformats.org/drawingml/2006/main">
            <a:off x="6191250" y="23336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39F4622E-93FD-4113-B26F-9995B88E35E5}"/>
              </a:ext>
            </a:extLst>
          </p:cNvPr>
          <p:cNvSpPr>
            <a:spLocks xmlns:a="http://schemas.openxmlformats.org/drawingml/2006/main" noGrp="1"/>
          </p:cNvSpPr>
          <p:nvPr/>
        </p:nvSpPr>
        <p:spPr>
          <a:xfrm xmlns:a="http://schemas.openxmlformats.org/drawingml/2006/main">
            <a:off x="6151245" y="28194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03DD174B-4227-4494-8A12-1BF7E5F97293}"/>
              </a:ext>
            </a:extLst>
          </p:cNvPr>
          <p:cNvSpPr>
            <a:spLocks xmlns:a="http://schemas.openxmlformats.org/drawingml/2006/main" noGrp="1"/>
          </p:cNvSpPr>
          <p:nvPr/>
        </p:nvSpPr>
        <p:spPr>
          <a:xfrm xmlns:a="http://schemas.openxmlformats.org/drawingml/2006/main">
            <a:off x="5572125" y="185737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100 N</a:t>
            </a:r>
          </a:p>
        </p:txBody>
      </p:sp>
      <p:sp>
        <p:nvSpPr>
          <p:cNvPr id="41" name="">
            <a:extLst xmlns:a="http://schemas.openxmlformats.org/drawingml/2006/main">
              <a:ext uri="{FF2B5EF4-FFF2-40B4-BE49-F238E27FC236}">
                <a16:creationId xmlns:a16="http://schemas.microsoft.com/office/drawing/2014/main" id="{0E072A1F-C790-40B7-8798-471AE2C8922B}"/>
              </a:ext>
            </a:extLst>
          </p:cNvPr>
          <p:cNvSpPr>
            <a:spLocks xmlns:a="http://schemas.openxmlformats.org/drawingml/2006/main" noGrp="1"/>
          </p:cNvSpPr>
          <p:nvPr/>
        </p:nvSpPr>
        <p:spPr>
          <a:xfrm xmlns:a="http://schemas.openxmlformats.org/drawingml/2006/main">
            <a:off x="1790700" y="32480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2" name="">
            <a:extLst xmlns:a="http://schemas.openxmlformats.org/drawingml/2006/main">
              <a:ext uri="{FF2B5EF4-FFF2-40B4-BE49-F238E27FC236}">
                <a16:creationId xmlns:a16="http://schemas.microsoft.com/office/drawing/2014/main" id="{A90DD45E-C62F-4FB8-AF19-ED457A876E2F}"/>
              </a:ext>
            </a:extLst>
          </p:cNvPr>
          <p:cNvSpPr>
            <a:spLocks xmlns:a="http://schemas.openxmlformats.org/drawingml/2006/main" noGrp="1"/>
          </p:cNvSpPr>
          <p:nvPr/>
        </p:nvSpPr>
        <p:spPr>
          <a:xfrm xmlns:a="http://schemas.openxmlformats.org/drawingml/2006/main">
            <a:off x="5429250" y="3314700"/>
            <a:ext cx="100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自由端</a:t>
            </a:r>
          </a:p>
        </p:txBody>
      </p:sp>
      <p:sp>
        <p:nvSpPr>
          <p:cNvPr id="43" name="">
            <a:extLst xmlns:a="http://schemas.openxmlformats.org/drawingml/2006/main">
              <a:ext uri="{FF2B5EF4-FFF2-40B4-BE49-F238E27FC236}">
                <a16:creationId xmlns:a16="http://schemas.microsoft.com/office/drawing/2014/main" id="{867F0F82-7561-441F-9537-32F792A5AC6B}"/>
              </a:ext>
            </a:extLst>
          </p:cNvPr>
          <p:cNvSpPr>
            <a:spLocks xmlns:a="http://schemas.openxmlformats.org/drawingml/2006/main" noGrp="1"/>
          </p:cNvSpPr>
          <p:nvPr/>
        </p:nvSpPr>
        <p:spPr>
          <a:xfrm xmlns:a="http://schemas.openxmlformats.org/drawingml/2006/main">
            <a:off x="1619250" y="31623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4" name="">
            <a:extLst xmlns:a="http://schemas.openxmlformats.org/drawingml/2006/main">
              <a:ext uri="{FF2B5EF4-FFF2-40B4-BE49-F238E27FC236}">
                <a16:creationId xmlns:a16="http://schemas.microsoft.com/office/drawing/2014/main" id="{276F6F74-B459-4ADD-8503-657E352670BE}"/>
              </a:ext>
            </a:extLst>
          </p:cNvPr>
          <p:cNvSpPr>
            <a:spLocks xmlns:a="http://schemas.openxmlformats.org/drawingml/2006/main" noGrp="1"/>
          </p:cNvSpPr>
          <p:nvPr/>
        </p:nvSpPr>
        <p:spPr>
          <a:xfrm xmlns:a="http://schemas.openxmlformats.org/drawingml/2006/main">
            <a:off x="1579245" y="31623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5" name="">
            <a:extLst xmlns:a="http://schemas.openxmlformats.org/drawingml/2006/main">
              <a:ext uri="{FF2B5EF4-FFF2-40B4-BE49-F238E27FC236}">
                <a16:creationId xmlns:a16="http://schemas.microsoft.com/office/drawing/2014/main" id="{7CC07045-B541-4662-9C64-10F50BC5B4C9}"/>
              </a:ext>
            </a:extLst>
          </p:cNvPr>
          <p:cNvSpPr>
            <a:spLocks xmlns:a="http://schemas.openxmlformats.org/drawingml/2006/main" noGrp="1"/>
          </p:cNvSpPr>
          <p:nvPr/>
        </p:nvSpPr>
        <p:spPr>
          <a:xfrm xmlns:a="http://schemas.openxmlformats.org/drawingml/2006/main">
            <a:off x="809625" y="39147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 = 100 N</a:t>
            </a:r>
          </a:p>
        </p:txBody>
      </p:sp>
      <p:sp>
        <p:nvSpPr>
          <p:cNvPr id="46" name="">
            <a:extLst xmlns:a="http://schemas.openxmlformats.org/drawingml/2006/main">
              <a:ext uri="{FF2B5EF4-FFF2-40B4-BE49-F238E27FC236}">
                <a16:creationId xmlns:a16="http://schemas.microsoft.com/office/drawing/2014/main" id="{613E4426-709C-460C-80E4-F593B319552A}"/>
              </a:ext>
            </a:extLst>
          </p:cNvPr>
          <p:cNvSpPr>
            <a:spLocks xmlns:a="http://schemas.openxmlformats.org/drawingml/2006/main" noGrp="1"/>
          </p:cNvSpPr>
          <p:nvPr/>
        </p:nvSpPr>
        <p:spPr>
          <a:xfrm xmlns:a="http://schemas.openxmlformats.org/drawingml/2006/main">
            <a:off x="686575" y="3114869"/>
            <a:ext cx="723077" cy="675214"/>
          </a:xfrm>
          <a:custGeom xmlns:a="http://schemas.openxmlformats.org/drawingml/2006/main">
            <a:pathLst>
              <a:path w="723077" h="675214">
                <a:moveTo>
                  <a:pt x="542150" y="675214"/>
                </a:moveTo>
                <a:lnTo>
                  <a:pt x="586185" y="645267"/>
                </a:lnTo>
                <a:lnTo>
                  <a:pt x="625349" y="609182"/>
                </a:lnTo>
                <a:lnTo>
                  <a:pt x="658795" y="567742"/>
                </a:lnTo>
                <a:lnTo>
                  <a:pt x="685798" y="521843"/>
                </a:lnTo>
                <a:lnTo>
                  <a:pt x="705774" y="472478"/>
                </a:lnTo>
                <a:lnTo>
                  <a:pt x="718291" y="420716"/>
                </a:lnTo>
                <a:lnTo>
                  <a:pt x="723077" y="367678"/>
                </a:lnTo>
                <a:lnTo>
                  <a:pt x="720029" y="314512"/>
                </a:lnTo>
                <a:lnTo>
                  <a:pt x="709212" y="262369"/>
                </a:lnTo>
                <a:lnTo>
                  <a:pt x="690862" y="212377"/>
                </a:lnTo>
                <a:lnTo>
                  <a:pt x="665375" y="165619"/>
                </a:lnTo>
                <a:lnTo>
                  <a:pt x="633303" y="123106"/>
                </a:lnTo>
                <a:lnTo>
                  <a:pt x="595341" y="85759"/>
                </a:lnTo>
                <a:lnTo>
                  <a:pt x="552309" y="54387"/>
                </a:lnTo>
                <a:lnTo>
                  <a:pt x="505140" y="29669"/>
                </a:lnTo>
                <a:lnTo>
                  <a:pt x="454855" y="12139"/>
                </a:lnTo>
                <a:lnTo>
                  <a:pt x="402541" y="2178"/>
                </a:lnTo>
                <a:lnTo>
                  <a:pt x="349332" y="0"/>
                </a:lnTo>
                <a:lnTo>
                  <a:pt x="296380" y="5653"/>
                </a:lnTo>
                <a:lnTo>
                  <a:pt x="244830" y="19015"/>
                </a:lnTo>
                <a:lnTo>
                  <a:pt x="195799" y="39796"/>
                </a:lnTo>
                <a:lnTo>
                  <a:pt x="150347" y="67546"/>
                </a:lnTo>
                <a:lnTo>
                  <a:pt x="109460" y="101666"/>
                </a:lnTo>
                <a:lnTo>
                  <a:pt x="74021" y="141415"/>
                </a:lnTo>
                <a:lnTo>
                  <a:pt x="44798" y="185934"/>
                </a:lnTo>
                <a:lnTo>
                  <a:pt x="22424" y="234259"/>
                </a:lnTo>
                <a:lnTo>
                  <a:pt x="7383" y="285344"/>
                </a:lnTo>
                <a:lnTo>
                  <a:pt x="0" y="338084"/>
                </a:lnTo>
                <a:lnTo>
                  <a:pt x="436" y="391335"/>
                </a:lnTo>
                <a:lnTo>
                  <a:pt x="8680" y="443946"/>
                </a:lnTo>
                <a:lnTo>
                  <a:pt x="24555" y="494779"/>
                </a:lnTo>
                <a:lnTo>
                  <a:pt x="47717" y="542731"/>
                </a:lnTo>
              </a:path>
            </a:pathLst>
          </a:custGeom>
          <a:noFill xmlns:a="http://schemas.openxmlformats.org/drawingml/2006/main"/>
          <a:ln xmlns:a="http://schemas.openxmlformats.org/drawingml/2006/main" w="28575">
            <a:solidFill>
              <a:srgbClr val="2876A8"/>
            </a:solidFill>
          </a:ln>
        </p:spPr>
      </p:sp>
      <p:sp>
        <p:nvSpPr>
          <p:cNvPr id="47" name="">
            <a:extLst xmlns:a="http://schemas.openxmlformats.org/drawingml/2006/main">
              <a:ext uri="{FF2B5EF4-FFF2-40B4-BE49-F238E27FC236}">
                <a16:creationId xmlns:a16="http://schemas.microsoft.com/office/drawing/2014/main" id="{EBCE57B2-8A91-457F-AE2C-CCB2ED9ED0CB}"/>
              </a:ext>
            </a:extLst>
          </p:cNvPr>
          <p:cNvSpPr>
            <a:spLocks xmlns:a="http://schemas.openxmlformats.org/drawingml/2006/main" noGrp="1"/>
          </p:cNvSpPr>
          <p:nvPr/>
        </p:nvSpPr>
        <p:spPr>
          <a:xfrm xmlns:a="http://schemas.openxmlformats.org/drawingml/2006/main">
            <a:off x="711130" y="3609647"/>
            <a:ext cx="23162" cy="47953"/>
          </a:xfrm>
          <a:custGeom xmlns:a="http://schemas.openxmlformats.org/drawingml/2006/main">
            <a:pathLst>
              <a:path w="23162" h="47953">
                <a:moveTo>
                  <a:pt x="0" y="0"/>
                </a:moveTo>
                <a:lnTo>
                  <a:pt x="23162" y="47953"/>
                </a:lnTo>
              </a:path>
            </a:pathLst>
          </a:custGeom>
          <a:noFill xmlns:a="http://schemas.openxmlformats.org/drawingml/2006/main"/>
          <a:ln xmlns:a="http://schemas.openxmlformats.org/drawingml/2006/main" w="28575">
            <a:solidFill>
              <a:srgbClr val="2876A8"/>
            </a:solidFill>
          </a:ln>
        </p:spPr>
      </p:sp>
      <p:sp>
        <p:nvSpPr>
          <p:cNvPr id="48" name="">
            <a:extLst xmlns:a="http://schemas.openxmlformats.org/drawingml/2006/main">
              <a:ext uri="{FF2B5EF4-FFF2-40B4-BE49-F238E27FC236}">
                <a16:creationId xmlns:a16="http://schemas.microsoft.com/office/drawing/2014/main" id="{29292B76-C17F-4911-A1FE-E83FBA689BFE}"/>
              </a:ext>
            </a:extLst>
          </p:cNvPr>
          <p:cNvSpPr>
            <a:spLocks xmlns:a="http://schemas.openxmlformats.org/drawingml/2006/main" noGrp="1"/>
          </p:cNvSpPr>
          <p:nvPr/>
        </p:nvSpPr>
        <p:spPr>
          <a:xfrm xmlns:a="http://schemas.openxmlformats.org/drawingml/2006/main">
            <a:off x="656841" y="3554431"/>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C7F29821-9F4C-4CB2-A7BD-D23CD3777B6B}"/>
              </a:ext>
            </a:extLst>
          </p:cNvPr>
          <p:cNvSpPr>
            <a:spLocks xmlns:a="http://schemas.openxmlformats.org/drawingml/2006/main" noGrp="1"/>
          </p:cNvSpPr>
          <p:nvPr/>
        </p:nvSpPr>
        <p:spPr>
          <a:xfrm xmlns:a="http://schemas.openxmlformats.org/drawingml/2006/main">
            <a:off x="619125" y="261937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MA</a:t>
            </a:r>
          </a:p>
        </p:txBody>
      </p:sp>
      <p:sp>
        <p:nvSpPr>
          <p:cNvPr id="50" name="">
            <a:extLst xmlns:a="http://schemas.openxmlformats.org/drawingml/2006/main">
              <a:ext uri="{FF2B5EF4-FFF2-40B4-BE49-F238E27FC236}">
                <a16:creationId xmlns:a16="http://schemas.microsoft.com/office/drawing/2014/main" id="{498CBB44-C610-451B-9798-3EA1D1B2DF50}"/>
              </a:ext>
            </a:extLst>
          </p:cNvPr>
          <p:cNvSpPr>
            <a:spLocks xmlns:a="http://schemas.openxmlformats.org/drawingml/2006/main" noGrp="1"/>
          </p:cNvSpPr>
          <p:nvPr/>
        </p:nvSpPr>
        <p:spPr>
          <a:xfrm xmlns:a="http://schemas.openxmlformats.org/drawingml/2006/main">
            <a:off x="1619250" y="4572000"/>
            <a:ext cx="4572000" cy="9525"/>
          </a:xfrm>
          <a:custGeom xmlns:a="http://schemas.openxmlformats.org/drawingml/2006/main">
            <a:pathLst>
              <a:path w="4572000" h="9525">
                <a:moveTo>
                  <a:pt x="0" y="0"/>
                </a:moveTo>
                <a:lnTo>
                  <a:pt x="457200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20A0A2B3-1F86-4582-972E-C3090586DFC9}"/>
              </a:ext>
            </a:extLst>
          </p:cNvPr>
          <p:cNvSpPr>
            <a:spLocks xmlns:a="http://schemas.openxmlformats.org/drawingml/2006/main" noGrp="1"/>
          </p:cNvSpPr>
          <p:nvPr/>
        </p:nvSpPr>
        <p:spPr>
          <a:xfrm xmlns:a="http://schemas.openxmlformats.org/drawingml/2006/main">
            <a:off x="6124575" y="4543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2" name="">
            <a:extLst xmlns:a="http://schemas.openxmlformats.org/drawingml/2006/main">
              <a:ext uri="{FF2B5EF4-FFF2-40B4-BE49-F238E27FC236}">
                <a16:creationId xmlns:a16="http://schemas.microsoft.com/office/drawing/2014/main" id="{549BFA48-98E5-4ADB-922C-E12B8F74E5E7}"/>
              </a:ext>
            </a:extLst>
          </p:cNvPr>
          <p:cNvSpPr>
            <a:spLocks xmlns:a="http://schemas.openxmlformats.org/drawingml/2006/main" noGrp="1"/>
          </p:cNvSpPr>
          <p:nvPr/>
        </p:nvSpPr>
        <p:spPr>
          <a:xfrm xmlns:a="http://schemas.openxmlformats.org/drawingml/2006/main">
            <a:off x="1619250" y="4572000"/>
            <a:ext cx="4572000" cy="9525"/>
          </a:xfrm>
          <a:custGeom xmlns:a="http://schemas.openxmlformats.org/drawingml/2006/main">
            <a:pathLst>
              <a:path w="4572000" h="9525">
                <a:moveTo>
                  <a:pt x="4572000" y="0"/>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F7037D6C-E60E-4649-92D9-33268F2CDAE5}"/>
              </a:ext>
            </a:extLst>
          </p:cNvPr>
          <p:cNvSpPr>
            <a:spLocks xmlns:a="http://schemas.openxmlformats.org/drawingml/2006/main" noGrp="1"/>
          </p:cNvSpPr>
          <p:nvPr/>
        </p:nvSpPr>
        <p:spPr>
          <a:xfrm xmlns:a="http://schemas.openxmlformats.org/drawingml/2006/main">
            <a:off x="1619250" y="4543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17763AB5-CBD0-4320-9F68-0067C8579C8D}"/>
              </a:ext>
            </a:extLst>
          </p:cNvPr>
          <p:cNvSpPr>
            <a:spLocks xmlns:a="http://schemas.openxmlformats.org/drawingml/2006/main" noGrp="1"/>
          </p:cNvSpPr>
          <p:nvPr/>
        </p:nvSpPr>
        <p:spPr>
          <a:xfrm xmlns:a="http://schemas.openxmlformats.org/drawingml/2006/main">
            <a:off x="1619250" y="461962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55" name="">
            <a:extLst xmlns:a="http://schemas.openxmlformats.org/drawingml/2006/main">
              <a:ext uri="{FF2B5EF4-FFF2-40B4-BE49-F238E27FC236}">
                <a16:creationId xmlns:a16="http://schemas.microsoft.com/office/drawing/2014/main" id="{E462BF15-35C0-4F08-95C3-29EDC0ED708F}"/>
              </a:ext>
            </a:extLst>
          </p:cNvPr>
          <p:cNvSpPr>
            <a:spLocks xmlns:a="http://schemas.openxmlformats.org/drawingml/2006/main" noGrp="1"/>
          </p:cNvSpPr>
          <p:nvPr/>
        </p:nvSpPr>
        <p:spPr>
          <a:xfrm xmlns:a="http://schemas.openxmlformats.org/drawingml/2006/main">
            <a:off x="7477125" y="18573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RA − 100 = 0</a:t>
            </a:r>
          </a:p>
        </p:txBody>
      </p:sp>
      <p:sp>
        <p:nvSpPr>
          <p:cNvPr id="56" name="">
            <a:extLst xmlns:a="http://schemas.openxmlformats.org/drawingml/2006/main">
              <a:ext uri="{FF2B5EF4-FFF2-40B4-BE49-F238E27FC236}">
                <a16:creationId xmlns:a16="http://schemas.microsoft.com/office/drawing/2014/main" id="{E55316FD-0A08-41F0-AC57-C1B9158DBB3F}"/>
              </a:ext>
            </a:extLst>
          </p:cNvPr>
          <p:cNvSpPr>
            <a:spLocks xmlns:a="http://schemas.openxmlformats.org/drawingml/2006/main" noGrp="1"/>
          </p:cNvSpPr>
          <p:nvPr/>
        </p:nvSpPr>
        <p:spPr>
          <a:xfrm xmlns:a="http://schemas.openxmlformats.org/drawingml/2006/main">
            <a:off x="7477125" y="24288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MA − 100×0.80 = 0</a:t>
            </a:r>
          </a:p>
        </p:txBody>
      </p:sp>
      <p:sp>
        <p:nvSpPr>
          <p:cNvPr id="57" name="">
            <a:extLst xmlns:a="http://schemas.openxmlformats.org/drawingml/2006/main">
              <a:ext uri="{FF2B5EF4-FFF2-40B4-BE49-F238E27FC236}">
                <a16:creationId xmlns:a16="http://schemas.microsoft.com/office/drawing/2014/main" id="{85B7031F-7DEF-4924-8595-9B41438030C3}"/>
              </a:ext>
            </a:extLst>
          </p:cNvPr>
          <p:cNvSpPr>
            <a:spLocks xmlns:a="http://schemas.openxmlformats.org/drawingml/2006/main" noGrp="1"/>
          </p:cNvSpPr>
          <p:nvPr/>
        </p:nvSpPr>
        <p:spPr>
          <a:xfrm xmlns:a="http://schemas.openxmlformats.org/drawingml/2006/main">
            <a:off x="7477125" y="30003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MA = ＋80 N·m</a:t>
            </a:r>
          </a:p>
        </p:txBody>
      </p:sp>
      <p:sp>
        <p:nvSpPr>
          <p:cNvPr id="58" name="">
            <a:extLst xmlns:a="http://schemas.openxmlformats.org/drawingml/2006/main">
              <a:ext uri="{FF2B5EF4-FFF2-40B4-BE49-F238E27FC236}">
                <a16:creationId xmlns:a16="http://schemas.microsoft.com/office/drawing/2014/main" id="{7A203B2D-9278-4369-ACAB-41086A2331C9}"/>
              </a:ext>
            </a:extLst>
          </p:cNvPr>
          <p:cNvSpPr>
            <a:spLocks xmlns:a="http://schemas.openxmlformats.org/drawingml/2006/main" noGrp="1"/>
          </p:cNvSpPr>
          <p:nvPr/>
        </p:nvSpPr>
        <p:spPr>
          <a:xfrm xmlns:a="http://schemas.openxmlformats.org/drawingml/2006/main">
            <a:off x="7477125" y="376237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A直後の右切断面</a:t>
            </a:r>
          </a:p>
        </p:txBody>
      </p:sp>
      <p:sp>
        <p:nvSpPr>
          <p:cNvPr id="59" name="">
            <a:extLst xmlns:a="http://schemas.openxmlformats.org/drawingml/2006/main">
              <a:ext uri="{FF2B5EF4-FFF2-40B4-BE49-F238E27FC236}">
                <a16:creationId xmlns:a16="http://schemas.microsoft.com/office/drawing/2014/main" id="{59108A5A-6020-4B4B-AFE5-469380555AAC}"/>
              </a:ext>
            </a:extLst>
          </p:cNvPr>
          <p:cNvSpPr>
            <a:spLocks xmlns:a="http://schemas.openxmlformats.org/drawingml/2006/main" noGrp="1"/>
          </p:cNvSpPr>
          <p:nvPr/>
        </p:nvSpPr>
        <p:spPr>
          <a:xfrm xmlns:a="http://schemas.openxmlformats.org/drawingml/2006/main">
            <a:off x="7762875" y="4524375"/>
            <a:ext cx="1476375"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8D9AF3B1-F608-43BC-AF4F-64A35C123DCF}"/>
              </a:ext>
            </a:extLst>
          </p:cNvPr>
          <p:cNvSpPr>
            <a:spLocks xmlns:a="http://schemas.openxmlformats.org/drawingml/2006/main" noGrp="1"/>
          </p:cNvSpPr>
          <p:nvPr/>
        </p:nvSpPr>
        <p:spPr>
          <a:xfrm xmlns:a="http://schemas.openxmlformats.org/drawingml/2006/main">
            <a:off x="9525714" y="4330914"/>
            <a:ext cx="665992" cy="621908"/>
          </a:xfrm>
          <a:custGeom xmlns:a="http://schemas.openxmlformats.org/drawingml/2006/main">
            <a:pathLst>
              <a:path w="665992" h="621908">
                <a:moveTo>
                  <a:pt x="499349" y="0"/>
                </a:moveTo>
                <a:lnTo>
                  <a:pt x="539907" y="27583"/>
                </a:lnTo>
                <a:lnTo>
                  <a:pt x="575980" y="60819"/>
                </a:lnTo>
                <a:lnTo>
                  <a:pt x="606785" y="98987"/>
                </a:lnTo>
                <a:lnTo>
                  <a:pt x="631656" y="141263"/>
                </a:lnTo>
                <a:lnTo>
                  <a:pt x="650055" y="186731"/>
                </a:lnTo>
                <a:lnTo>
                  <a:pt x="661583" y="234406"/>
                </a:lnTo>
                <a:lnTo>
                  <a:pt x="665992" y="283257"/>
                </a:lnTo>
                <a:lnTo>
                  <a:pt x="663184" y="332225"/>
                </a:lnTo>
                <a:lnTo>
                  <a:pt x="653222" y="380252"/>
                </a:lnTo>
                <a:lnTo>
                  <a:pt x="636320" y="426297"/>
                </a:lnTo>
                <a:lnTo>
                  <a:pt x="612846" y="469364"/>
                </a:lnTo>
                <a:lnTo>
                  <a:pt x="583306" y="508521"/>
                </a:lnTo>
                <a:lnTo>
                  <a:pt x="548340" y="542919"/>
                </a:lnTo>
                <a:lnTo>
                  <a:pt x="508706" y="571814"/>
                </a:lnTo>
                <a:lnTo>
                  <a:pt x="465261" y="594581"/>
                </a:lnTo>
                <a:lnTo>
                  <a:pt x="418945" y="610727"/>
                </a:lnTo>
                <a:lnTo>
                  <a:pt x="370762" y="619902"/>
                </a:lnTo>
                <a:lnTo>
                  <a:pt x="321753" y="621908"/>
                </a:lnTo>
                <a:lnTo>
                  <a:pt x="272981" y="616701"/>
                </a:lnTo>
                <a:lnTo>
                  <a:pt x="225501" y="604394"/>
                </a:lnTo>
                <a:lnTo>
                  <a:pt x="180341" y="585254"/>
                </a:lnTo>
                <a:lnTo>
                  <a:pt x="138478" y="559694"/>
                </a:lnTo>
                <a:lnTo>
                  <a:pt x="100818" y="528268"/>
                </a:lnTo>
                <a:lnTo>
                  <a:pt x="68177" y="491657"/>
                </a:lnTo>
                <a:lnTo>
                  <a:pt x="41261" y="450653"/>
                </a:lnTo>
                <a:lnTo>
                  <a:pt x="20654" y="406143"/>
                </a:lnTo>
                <a:lnTo>
                  <a:pt x="6800" y="359091"/>
                </a:lnTo>
                <a:lnTo>
                  <a:pt x="0" y="310515"/>
                </a:lnTo>
                <a:lnTo>
                  <a:pt x="401" y="261467"/>
                </a:lnTo>
                <a:lnTo>
                  <a:pt x="7995" y="213010"/>
                </a:lnTo>
                <a:lnTo>
                  <a:pt x="22617" y="166191"/>
                </a:lnTo>
                <a:lnTo>
                  <a:pt x="43950" y="122024"/>
                </a:lnTo>
              </a:path>
            </a:pathLst>
          </a:custGeom>
          <a:noFill xmlns:a="http://schemas.openxmlformats.org/drawingml/2006/main"/>
          <a:ln xmlns:a="http://schemas.openxmlformats.org/drawingml/2006/main" w="28575">
            <a:solidFill>
              <a:srgbClr val="7655A5"/>
            </a:solidFill>
          </a:ln>
        </p:spPr>
      </p:sp>
      <p:sp>
        <p:nvSpPr>
          <p:cNvPr id="61" name="">
            <a:extLst xmlns:a="http://schemas.openxmlformats.org/drawingml/2006/main">
              <a:ext uri="{FF2B5EF4-FFF2-40B4-BE49-F238E27FC236}">
                <a16:creationId xmlns:a16="http://schemas.microsoft.com/office/drawing/2014/main" id="{EEBE3E2C-E3C4-468C-AA98-7C76D3BF02D7}"/>
              </a:ext>
            </a:extLst>
          </p:cNvPr>
          <p:cNvSpPr>
            <a:spLocks xmlns:a="http://schemas.openxmlformats.org/drawingml/2006/main" noGrp="1"/>
          </p:cNvSpPr>
          <p:nvPr/>
        </p:nvSpPr>
        <p:spPr>
          <a:xfrm xmlns:a="http://schemas.openxmlformats.org/drawingml/2006/main">
            <a:off x="9548331" y="4452938"/>
            <a:ext cx="21333" cy="44167"/>
          </a:xfrm>
          <a:custGeom xmlns:a="http://schemas.openxmlformats.org/drawingml/2006/main">
            <a:pathLst>
              <a:path w="21333" h="44167">
                <a:moveTo>
                  <a:pt x="0" y="44167"/>
                </a:moveTo>
                <a:lnTo>
                  <a:pt x="21333" y="0"/>
                </a:lnTo>
              </a:path>
            </a:pathLst>
          </a:custGeom>
          <a:noFill xmlns:a="http://schemas.openxmlformats.org/drawingml/2006/main"/>
          <a:ln xmlns:a="http://schemas.openxmlformats.org/drawingml/2006/main" w="28575">
            <a:solidFill>
              <a:srgbClr val="7655A5"/>
            </a:solidFill>
          </a:ln>
        </p:spPr>
      </p:sp>
      <p:sp>
        <p:nvSpPr>
          <p:cNvPr id="62" name="">
            <a:extLst xmlns:a="http://schemas.openxmlformats.org/drawingml/2006/main">
              <a:ext uri="{FF2B5EF4-FFF2-40B4-BE49-F238E27FC236}">
                <a16:creationId xmlns:a16="http://schemas.microsoft.com/office/drawing/2014/main" id="{8B68865C-4A84-49D2-950F-BD36F1F58260}"/>
              </a:ext>
            </a:extLst>
          </p:cNvPr>
          <p:cNvSpPr>
            <a:spLocks xmlns:a="http://schemas.openxmlformats.org/drawingml/2006/main" noGrp="1"/>
          </p:cNvSpPr>
          <p:nvPr/>
        </p:nvSpPr>
        <p:spPr>
          <a:xfrm xmlns:a="http://schemas.openxmlformats.org/drawingml/2006/main">
            <a:off x="9492213" y="4452938"/>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7655A5"/>
          </a:solidFill>
          <a:ln xmlns:a="http://schemas.openxmlformats.org/drawingml/2006/main" w="4763">
            <a:solidFill>
              <a:srgbClr val="7655A5"/>
            </a:solidFill>
          </a:ln>
        </p:spPr>
      </p:sp>
      <p:sp>
        <p:nvSpPr>
          <p:cNvPr id="63" name="">
            <a:extLst xmlns:a="http://schemas.openxmlformats.org/drawingml/2006/main">
              <a:ext uri="{FF2B5EF4-FFF2-40B4-BE49-F238E27FC236}">
                <a16:creationId xmlns:a16="http://schemas.microsoft.com/office/drawing/2014/main" id="{3ECF72DE-0579-4A82-A002-7D85D7DCA520}"/>
              </a:ext>
            </a:extLst>
          </p:cNvPr>
          <p:cNvSpPr>
            <a:spLocks xmlns:a="http://schemas.openxmlformats.org/drawingml/2006/main" noGrp="1"/>
          </p:cNvSpPr>
          <p:nvPr/>
        </p:nvSpPr>
        <p:spPr>
          <a:xfrm xmlns:a="http://schemas.openxmlformats.org/drawingml/2006/main">
            <a:off x="7477125" y="5095875"/>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7655A5"/>
                </a:solidFill>
                <a:latin typeface="Yu Gothic"/>
                <a:ea typeface="Yu Gothic"/>
                <a:cs typeface="Yu Gothic"/>
              </a:defRPr>
            </a:defPPr>
            <a:lvl1pPr>
              <a:buNone/>
              <a:defRPr sz="2175" b="1">
                <a:solidFill>
                  <a:srgbClr val="7655A5"/>
                </a:solidFill>
                <a:latin typeface="Yu Gothic"/>
                <a:ea typeface="Yu Gothic"/>
                <a:cs typeface="Yu Gothic"/>
              </a:defRPr>
            </a:lvl1pPr>
            <a:lvl2pPr>
              <a:buNone/>
              <a:defRPr sz="2175" b="1">
                <a:solidFill>
                  <a:srgbClr val="7655A5"/>
                </a:solidFill>
                <a:latin typeface="Yu Gothic"/>
                <a:ea typeface="Yu Gothic"/>
                <a:cs typeface="Yu Gothic"/>
              </a:defRPr>
            </a:lvl2pPr>
            <a:lvl3pPr>
              <a:buNone/>
              <a:defRPr sz="2175" b="1">
                <a:solidFill>
                  <a:srgbClr val="7655A5"/>
                </a:solidFill>
                <a:latin typeface="Yu Gothic"/>
                <a:ea typeface="Yu Gothic"/>
                <a:cs typeface="Yu Gothic"/>
              </a:defRPr>
            </a:lvl3pPr>
            <a:lvl4pPr>
              <a:buNone/>
              <a:defRPr sz="2175" b="1">
                <a:solidFill>
                  <a:srgbClr val="7655A5"/>
                </a:solidFill>
                <a:latin typeface="Yu Gothic"/>
                <a:ea typeface="Yu Gothic"/>
                <a:cs typeface="Yu Gothic"/>
              </a:defRPr>
            </a:lvl4pPr>
            <a:lvl5pPr>
              <a:buNone/>
              <a:defRPr sz="2175" b="1">
                <a:solidFill>
                  <a:srgbClr val="7655A5"/>
                </a:solidFill>
                <a:latin typeface="Yu Gothic"/>
                <a:ea typeface="Yu Gothic"/>
                <a:cs typeface="Yu Gothic"/>
              </a:defRPr>
            </a:lvl5pPr>
            <a:lvl6pPr>
              <a:buNone/>
              <a:defRPr sz="2175" b="1">
                <a:solidFill>
                  <a:srgbClr val="7655A5"/>
                </a:solidFill>
                <a:latin typeface="Yu Gothic"/>
                <a:ea typeface="Yu Gothic"/>
                <a:cs typeface="Yu Gothic"/>
              </a:defRPr>
            </a:lvl6pPr>
            <a:lvl7pPr>
              <a:buNone/>
              <a:defRPr sz="2175" b="1">
                <a:solidFill>
                  <a:srgbClr val="7655A5"/>
                </a:solidFill>
                <a:latin typeface="Yu Gothic"/>
                <a:ea typeface="Yu Gothic"/>
                <a:cs typeface="Yu Gothic"/>
              </a:defRPr>
            </a:lvl7pPr>
            <a:lvl8pPr>
              <a:buNone/>
              <a:defRPr sz="2175" b="1">
                <a:solidFill>
                  <a:srgbClr val="7655A5"/>
                </a:solidFill>
                <a:latin typeface="Yu Gothic"/>
                <a:ea typeface="Yu Gothic"/>
                <a:cs typeface="Yu Gothic"/>
              </a:defRPr>
            </a:lvl8pPr>
            <a:lvl9pPr>
              <a:buNone/>
              <a:defRPr sz="2175" b="1">
                <a:solidFill>
                  <a:srgbClr val="7655A5"/>
                </a:solidFill>
                <a:latin typeface="Yu Gothic"/>
                <a:ea typeface="Yu Gothic"/>
                <a:cs typeface="Yu Gothic"/>
              </a:defRPr>
            </a:lvl9pPr>
          </a:lstStyle>
          <a:p xmlns:a="http://schemas.openxmlformats.org/drawingml/2006/main">
            <a:pPr>
              <a:buNone/>
              <a:defRPr sz="2175" b="1">
                <a:solidFill>
                  <a:srgbClr val="7655A5"/>
                </a:solidFill>
                <a:latin typeface="Yu Gothic"/>
                <a:ea typeface="Yu Gothic"/>
                <a:cs typeface="Yu Gothic"/>
              </a:defRPr>
            </a:pPr>
            <a:r>
              <a:rPr sz="2175" b="1">
                <a:solidFill>
                  <a:srgbClr val="7655A5"/>
                </a:solidFill>
                <a:latin typeface="Yu Gothic"/>
                <a:ea typeface="Yu Gothic"/>
                <a:cs typeface="Yu Gothic"/>
              </a:rPr>
              <a:t>内部M = −80 N·m</a:t>
            </a:r>
          </a:p>
        </p:txBody>
      </p:sp>
      <p:sp>
        <p:nvSpPr>
          <p:cNvPr id="64" name="">
            <a:extLst xmlns:a="http://schemas.openxmlformats.org/drawingml/2006/main">
              <a:ext uri="{FF2B5EF4-FFF2-40B4-BE49-F238E27FC236}">
                <a16:creationId xmlns:a16="http://schemas.microsoft.com/office/drawing/2014/main" id="{95551293-59FF-4843-9989-5AC2FD52730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外力のMAは反時計回り。内部Mは左部分の右切断面で定義するため、A直後では負になる。</a:t>
            </a:r>
          </a:p>
        </p:txBody>
      </p:sp>
    </p:spTree>
    <p:extLst>
      <p:ext uri="{BB962C8B-B14F-4D97-AF65-F5344CB8AC3E}">
        <p14:creationId xmlns:p14="http://schemas.microsoft.com/office/powerpoint/2010/main" val="148096587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5A491667-2BD1-4D54-9C2C-597E93DC9D1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片持ちばりの SFD・BMD</a:t>
            </a:r>
          </a:p>
        </p:txBody>
      </p:sp>
      <p:cxnSp>
        <p:nvCxnSpPr>
          <p:cNvPr id="2" name="">
            <a:extLst xmlns:a="http://schemas.openxmlformats.org/drawingml/2006/main">
              <a:ext uri="{FF2B5EF4-FFF2-40B4-BE49-F238E27FC236}">
                <a16:creationId xmlns:a16="http://schemas.microsoft.com/office/drawing/2014/main" id="{7F996210-8E96-46E3-BFB5-1E4F6EC098B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DCEE5AE-323D-4090-8A49-9F2F622A75F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2F5EE44D-62AD-438A-A98B-8970722B9C5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31 / 49</a:t>
            </a:r>
          </a:p>
        </p:txBody>
      </p:sp>
      <p:sp>
        <p:nvSpPr>
          <p:cNvPr id="5" name="">
            <a:extLst xmlns:a="http://schemas.openxmlformats.org/drawingml/2006/main">
              <a:ext uri="{FF2B5EF4-FFF2-40B4-BE49-F238E27FC236}">
                <a16:creationId xmlns:a16="http://schemas.microsoft.com/office/drawing/2014/main" id="{9A08AE90-BC08-4566-9DBF-1A9CCCE3094F}"/>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58F681D4-2BCC-4DD3-8665-D8DAB0A1B00C}"/>
              </a:ext>
            </a:extLst>
          </p:cNvPr>
          <p:cNvSpPr>
            <a:spLocks xmlns:a="http://schemas.openxmlformats.org/drawingml/2006/main" noGrp="1"/>
          </p:cNvSpPr>
          <p:nvPr/>
        </p:nvSpPr>
        <p:spPr>
          <a:xfrm xmlns:a="http://schemas.openxmlformats.org/drawingml/2006/main">
            <a:off x="1323975" y="1905000"/>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FDD96E9D-287E-40ED-9456-9F4A8A7447CF}"/>
              </a:ext>
            </a:extLst>
          </p:cNvPr>
          <p:cNvCxnSpPr/>
          <p:nvPr/>
        </p:nvCxnSpPr>
        <p:spPr>
          <a:xfrm xmlns:a="http://schemas.openxmlformats.org/drawingml/2006/main" flipH="1" flipV="0">
            <a:off x="1181100" y="19050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9E4B854C-8090-4533-829D-10CBC9902BFD}"/>
              </a:ext>
            </a:extLst>
          </p:cNvPr>
          <p:cNvCxnSpPr/>
          <p:nvPr/>
        </p:nvCxnSpPr>
        <p:spPr>
          <a:xfrm xmlns:a="http://schemas.openxmlformats.org/drawingml/2006/main" flipH="1" flipV="0">
            <a:off x="1181100" y="20764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911745EE-2BA1-4115-9DFD-4AC9E2DADC22}"/>
              </a:ext>
            </a:extLst>
          </p:cNvPr>
          <p:cNvCxnSpPr/>
          <p:nvPr/>
        </p:nvCxnSpPr>
        <p:spPr>
          <a:xfrm xmlns:a="http://schemas.openxmlformats.org/drawingml/2006/main" flipH="1" flipV="0">
            <a:off x="1181100" y="22479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E20A588D-76C0-4679-A4D4-FBDCA152C9D3}"/>
              </a:ext>
            </a:extLst>
          </p:cNvPr>
          <p:cNvCxnSpPr/>
          <p:nvPr/>
        </p:nvCxnSpPr>
        <p:spPr>
          <a:xfrm xmlns:a="http://schemas.openxmlformats.org/drawingml/2006/main" flipH="1" flipV="0">
            <a:off x="1181100" y="24193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96F657B3-11D1-48C4-A96A-A118E3FEA665}"/>
              </a:ext>
            </a:extLst>
          </p:cNvPr>
          <p:cNvCxnSpPr/>
          <p:nvPr/>
        </p:nvCxnSpPr>
        <p:spPr>
          <a:xfrm xmlns:a="http://schemas.openxmlformats.org/drawingml/2006/main" flipH="1" flipV="0">
            <a:off x="1181100" y="25908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DA48F418-93E9-4E61-8942-5140D766545B}"/>
              </a:ext>
            </a:extLst>
          </p:cNvPr>
          <p:cNvCxnSpPr/>
          <p:nvPr/>
        </p:nvCxnSpPr>
        <p:spPr>
          <a:xfrm xmlns:a="http://schemas.openxmlformats.org/drawingml/2006/main" flipH="1" flipV="0">
            <a:off x="1181100" y="27622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4913CFD5-1E87-4A0C-8BE2-0BB635E1CA67}"/>
              </a:ext>
            </a:extLst>
          </p:cNvPr>
          <p:cNvCxnSpPr/>
          <p:nvPr/>
        </p:nvCxnSpPr>
        <p:spPr>
          <a:xfrm xmlns:a="http://schemas.openxmlformats.org/drawingml/2006/main" flipH="0" flipV="0">
            <a:off x="77628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939B36CD-6E19-4A0F-9FD0-5030866601E2}"/>
              </a:ext>
            </a:extLst>
          </p:cNvPr>
          <p:cNvSpPr>
            <a:spLocks xmlns:a="http://schemas.openxmlformats.org/drawingml/2006/main" noGrp="1"/>
          </p:cNvSpPr>
          <p:nvPr/>
        </p:nvSpPr>
        <p:spPr>
          <a:xfrm xmlns:a="http://schemas.openxmlformats.org/drawingml/2006/main">
            <a:off x="67151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100 N</a:t>
            </a:r>
          </a:p>
        </p:txBody>
      </p:sp>
      <p:sp>
        <p:nvSpPr>
          <p:cNvPr id="15" name="">
            <a:extLst xmlns:a="http://schemas.openxmlformats.org/drawingml/2006/main">
              <a:ext uri="{FF2B5EF4-FFF2-40B4-BE49-F238E27FC236}">
                <a16:creationId xmlns:a16="http://schemas.microsoft.com/office/drawing/2014/main" id="{BBB15C3D-2A13-4CFE-8988-CEFE74FEFE34}"/>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CABB3985-4D48-4F06-B700-B59539612F51}"/>
              </a:ext>
            </a:extLst>
          </p:cNvPr>
          <p:cNvSpPr>
            <a:spLocks xmlns:a="http://schemas.openxmlformats.org/drawingml/2006/main" noGrp="1"/>
          </p:cNvSpPr>
          <p:nvPr/>
        </p:nvSpPr>
        <p:spPr>
          <a:xfrm xmlns:a="http://schemas.openxmlformats.org/drawingml/2006/main">
            <a:off x="7191375" y="247650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sp>
        <p:nvSpPr>
          <p:cNvPr id="17" name="">
            <a:extLst xmlns:a="http://schemas.openxmlformats.org/drawingml/2006/main">
              <a:ext uri="{FF2B5EF4-FFF2-40B4-BE49-F238E27FC236}">
                <a16:creationId xmlns:a16="http://schemas.microsoft.com/office/drawing/2014/main" id="{05B74AB9-3BD8-4DE4-9665-BD085DE25C87}"/>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0.8 m</a:t>
            </a:r>
          </a:p>
        </p:txBody>
      </p:sp>
      <p:cxnSp>
        <p:nvCxnSpPr>
          <p:cNvPr id="18" name="">
            <a:extLst xmlns:a="http://schemas.openxmlformats.org/drawingml/2006/main">
              <a:ext uri="{FF2B5EF4-FFF2-40B4-BE49-F238E27FC236}">
                <a16:creationId xmlns:a16="http://schemas.microsoft.com/office/drawing/2014/main" id="{0DA21123-398D-43F3-B963-A50A558B439E}"/>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9" name="">
            <a:extLst xmlns:a="http://schemas.openxmlformats.org/drawingml/2006/main">
              <a:ext uri="{FF2B5EF4-FFF2-40B4-BE49-F238E27FC236}">
                <a16:creationId xmlns:a16="http://schemas.microsoft.com/office/drawing/2014/main" id="{D95B9D0A-8871-4524-B1C7-7A51B31B0C24}"/>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20" name="">
            <a:extLst xmlns:a="http://schemas.openxmlformats.org/drawingml/2006/main">
              <a:ext uri="{FF2B5EF4-FFF2-40B4-BE49-F238E27FC236}">
                <a16:creationId xmlns:a16="http://schemas.microsoft.com/office/drawing/2014/main" id="{6F987152-4FE3-4042-9C35-918F4B414DDB}"/>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1" name="">
            <a:extLst xmlns:a="http://schemas.openxmlformats.org/drawingml/2006/main">
              <a:ext uri="{FF2B5EF4-FFF2-40B4-BE49-F238E27FC236}">
                <a16:creationId xmlns:a16="http://schemas.microsoft.com/office/drawing/2014/main" id="{1A609127-6F81-4CF8-824C-98DDBA950B37}"/>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2" name="">
            <a:extLst xmlns:a="http://schemas.openxmlformats.org/drawingml/2006/main">
              <a:ext uri="{FF2B5EF4-FFF2-40B4-BE49-F238E27FC236}">
                <a16:creationId xmlns:a16="http://schemas.microsoft.com/office/drawing/2014/main" id="{BD3750A8-9CDB-441B-987E-DFBD8DD99E0C}"/>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3" name="">
            <a:extLst xmlns:a="http://schemas.openxmlformats.org/drawingml/2006/main">
              <a:ext uri="{FF2B5EF4-FFF2-40B4-BE49-F238E27FC236}">
                <a16:creationId xmlns:a16="http://schemas.microsoft.com/office/drawing/2014/main" id="{E9C80397-BCBC-4A6C-9374-8F583B69082B}"/>
              </a:ext>
            </a:extLst>
          </p:cNvPr>
          <p:cNvSpPr>
            <a:spLocks xmlns:a="http://schemas.openxmlformats.org/drawingml/2006/main" noGrp="1"/>
          </p:cNvSpPr>
          <p:nvPr/>
        </p:nvSpPr>
        <p:spPr>
          <a:xfrm xmlns:a="http://schemas.openxmlformats.org/drawingml/2006/main">
            <a:off x="1571625" y="3286125"/>
            <a:ext cx="6191250" cy="428625"/>
          </a:xfrm>
          <a:custGeom xmlns:a="http://schemas.openxmlformats.org/drawingml/2006/main">
            <a:pathLst>
              <a:path w="6191250" h="428625">
                <a:moveTo>
                  <a:pt x="0" y="428625"/>
                </a:moveTo>
                <a:lnTo>
                  <a:pt x="0" y="0"/>
                </a:lnTo>
                <a:lnTo>
                  <a:pt x="6191250" y="0"/>
                </a:lnTo>
                <a:lnTo>
                  <a:pt x="6191250" y="428625"/>
                </a:lnTo>
              </a:path>
            </a:pathLst>
          </a:custGeom>
          <a:noFill xmlns:a="http://schemas.openxmlformats.org/drawingml/2006/main"/>
          <a:ln xmlns:a="http://schemas.openxmlformats.org/drawingml/2006/main" w="38100">
            <a:solidFill>
              <a:srgbClr val="7352A3"/>
            </a:solidFill>
          </a:ln>
        </p:spPr>
      </p:sp>
      <p:sp>
        <p:nvSpPr>
          <p:cNvPr id="24" name="">
            <a:extLst xmlns:a="http://schemas.openxmlformats.org/drawingml/2006/main">
              <a:ext uri="{FF2B5EF4-FFF2-40B4-BE49-F238E27FC236}">
                <a16:creationId xmlns:a16="http://schemas.microsoft.com/office/drawing/2014/main" id="{FBC4A0A8-B653-4DE1-A42B-A6D36622C0FE}"/>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sp>
        <p:nvSpPr>
          <p:cNvPr id="25" name="">
            <a:extLst xmlns:a="http://schemas.openxmlformats.org/drawingml/2006/main">
              <a:ext uri="{FF2B5EF4-FFF2-40B4-BE49-F238E27FC236}">
                <a16:creationId xmlns:a16="http://schemas.microsoft.com/office/drawing/2014/main" id="{AA8A5BA8-70D3-45E3-AD47-0406DC723547}"/>
              </a:ext>
            </a:extLst>
          </p:cNvPr>
          <p:cNvSpPr>
            <a:spLocks xmlns:a="http://schemas.openxmlformats.org/drawingml/2006/main" noGrp="1"/>
          </p:cNvSpPr>
          <p:nvPr/>
        </p:nvSpPr>
        <p:spPr>
          <a:xfrm xmlns:a="http://schemas.openxmlformats.org/drawingml/2006/main">
            <a:off x="6591300"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6" name="">
            <a:extLst xmlns:a="http://schemas.openxmlformats.org/drawingml/2006/main">
              <a:ext uri="{FF2B5EF4-FFF2-40B4-BE49-F238E27FC236}">
                <a16:creationId xmlns:a16="http://schemas.microsoft.com/office/drawing/2014/main" id="{5E396DEE-E8CC-444E-8160-70E2B71B949B}"/>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7" name="">
            <a:extLst xmlns:a="http://schemas.openxmlformats.org/drawingml/2006/main">
              <a:ext uri="{FF2B5EF4-FFF2-40B4-BE49-F238E27FC236}">
                <a16:creationId xmlns:a16="http://schemas.microsoft.com/office/drawing/2014/main" id="{0619EE8A-EE37-44BB-93E6-4D6D87A22E40}"/>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8" name="">
            <a:extLst xmlns:a="http://schemas.openxmlformats.org/drawingml/2006/main">
              <a:ext uri="{FF2B5EF4-FFF2-40B4-BE49-F238E27FC236}">
                <a16:creationId xmlns:a16="http://schemas.microsoft.com/office/drawing/2014/main" id="{9F4F4F43-80E3-4930-956C-C294863F32E5}"/>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9" name="">
            <a:extLst xmlns:a="http://schemas.openxmlformats.org/drawingml/2006/main">
              <a:ext uri="{FF2B5EF4-FFF2-40B4-BE49-F238E27FC236}">
                <a16:creationId xmlns:a16="http://schemas.microsoft.com/office/drawing/2014/main" id="{D7088898-2941-41FF-B816-AD7B1A74566C}"/>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30" name="">
            <a:extLst xmlns:a="http://schemas.openxmlformats.org/drawingml/2006/main">
              <a:ext uri="{FF2B5EF4-FFF2-40B4-BE49-F238E27FC236}">
                <a16:creationId xmlns:a16="http://schemas.microsoft.com/office/drawing/2014/main" id="{B21BCD2A-A4E0-4030-A0BB-76F062982408}"/>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1" name="">
            <a:extLst xmlns:a="http://schemas.openxmlformats.org/drawingml/2006/main">
              <a:ext uri="{FF2B5EF4-FFF2-40B4-BE49-F238E27FC236}">
                <a16:creationId xmlns:a16="http://schemas.microsoft.com/office/drawing/2014/main" id="{58634092-E6C7-42FB-9742-50AA96F787B1}"/>
              </a:ext>
            </a:extLst>
          </p:cNvPr>
          <p:cNvSpPr>
            <a:spLocks xmlns:a="http://schemas.openxmlformats.org/drawingml/2006/main" noGrp="1"/>
          </p:cNvSpPr>
          <p:nvPr/>
        </p:nvSpPr>
        <p:spPr>
          <a:xfrm xmlns:a="http://schemas.openxmlformats.org/drawingml/2006/main">
            <a:off x="1571625" y="5095875"/>
            <a:ext cx="6191250" cy="457200"/>
          </a:xfrm>
          <a:custGeom xmlns:a="http://schemas.openxmlformats.org/drawingml/2006/main">
            <a:pathLst>
              <a:path w="6191250" h="457200">
                <a:moveTo>
                  <a:pt x="0" y="457200"/>
                </a:moveTo>
                <a:lnTo>
                  <a:pt x="6191250" y="0"/>
                </a:lnTo>
              </a:path>
            </a:pathLst>
          </a:custGeom>
          <a:noFill xmlns:a="http://schemas.openxmlformats.org/drawingml/2006/main"/>
          <a:ln xmlns:a="http://schemas.openxmlformats.org/drawingml/2006/main" w="38100">
            <a:solidFill>
              <a:srgbClr val="226FAE"/>
            </a:solidFill>
          </a:ln>
        </p:spPr>
      </p:sp>
      <p:cxnSp>
        <p:nvCxnSpPr>
          <p:cNvPr id="32" name="">
            <a:extLst xmlns:a="http://schemas.openxmlformats.org/drawingml/2006/main">
              <a:ext uri="{FF2B5EF4-FFF2-40B4-BE49-F238E27FC236}">
                <a16:creationId xmlns:a16="http://schemas.microsoft.com/office/drawing/2014/main" id="{E0EC0486-593B-4FC6-B34F-F627E7CFD916}"/>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3" name="">
            <a:extLst xmlns:a="http://schemas.openxmlformats.org/drawingml/2006/main">
              <a:ext uri="{FF2B5EF4-FFF2-40B4-BE49-F238E27FC236}">
                <a16:creationId xmlns:a16="http://schemas.microsoft.com/office/drawing/2014/main" id="{A8A68FB5-B758-4741-8B75-C6156D155DEE}"/>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0.8</a:t>
            </a:r>
          </a:p>
        </p:txBody>
      </p:sp>
      <p:sp>
        <p:nvSpPr>
          <p:cNvPr id="34" name="">
            <a:extLst xmlns:a="http://schemas.openxmlformats.org/drawingml/2006/main">
              <a:ext uri="{FF2B5EF4-FFF2-40B4-BE49-F238E27FC236}">
                <a16:creationId xmlns:a16="http://schemas.microsoft.com/office/drawing/2014/main" id="{641057FF-6906-4CAE-A839-B7DE3DE60996}"/>
              </a:ext>
            </a:extLst>
          </p:cNvPr>
          <p:cNvSpPr>
            <a:spLocks xmlns:a="http://schemas.openxmlformats.org/drawingml/2006/main" noGrp="1"/>
          </p:cNvSpPr>
          <p:nvPr/>
        </p:nvSpPr>
        <p:spPr>
          <a:xfrm xmlns:a="http://schemas.openxmlformats.org/drawingml/2006/main">
            <a:off x="714375" y="5410200"/>
            <a:ext cx="781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26FAE"/>
                </a:solidFill>
                <a:latin typeface="Yu Gothic"/>
                <a:ea typeface="Yu Gothic"/>
                <a:cs typeface="Yu Gothic"/>
              </a:defRPr>
            </a:defPPr>
            <a:lvl1pPr algn="l">
              <a:buNone/>
              <a:defRPr sz="1800" b="1">
                <a:solidFill>
                  <a:srgbClr val="226FAE"/>
                </a:solidFill>
                <a:latin typeface="Yu Gothic"/>
                <a:ea typeface="Yu Gothic"/>
                <a:cs typeface="Yu Gothic"/>
              </a:defRPr>
            </a:lvl1pPr>
            <a:lvl2pPr algn="l">
              <a:buNone/>
              <a:defRPr sz="1800" b="1">
                <a:solidFill>
                  <a:srgbClr val="226FAE"/>
                </a:solidFill>
                <a:latin typeface="Yu Gothic"/>
                <a:ea typeface="Yu Gothic"/>
                <a:cs typeface="Yu Gothic"/>
              </a:defRPr>
            </a:lvl2pPr>
            <a:lvl3pPr algn="l">
              <a:buNone/>
              <a:defRPr sz="1800" b="1">
                <a:solidFill>
                  <a:srgbClr val="226FAE"/>
                </a:solidFill>
                <a:latin typeface="Yu Gothic"/>
                <a:ea typeface="Yu Gothic"/>
                <a:cs typeface="Yu Gothic"/>
              </a:defRPr>
            </a:lvl3pPr>
            <a:lvl4pPr algn="l">
              <a:buNone/>
              <a:defRPr sz="1800" b="1">
                <a:solidFill>
                  <a:srgbClr val="226FAE"/>
                </a:solidFill>
                <a:latin typeface="Yu Gothic"/>
                <a:ea typeface="Yu Gothic"/>
                <a:cs typeface="Yu Gothic"/>
              </a:defRPr>
            </a:lvl4pPr>
            <a:lvl5pPr algn="l">
              <a:buNone/>
              <a:defRPr sz="1800" b="1">
                <a:solidFill>
                  <a:srgbClr val="226FAE"/>
                </a:solidFill>
                <a:latin typeface="Yu Gothic"/>
                <a:ea typeface="Yu Gothic"/>
                <a:cs typeface="Yu Gothic"/>
              </a:defRPr>
            </a:lvl5pPr>
            <a:lvl6pPr algn="l">
              <a:buNone/>
              <a:defRPr sz="1800" b="1">
                <a:solidFill>
                  <a:srgbClr val="226FAE"/>
                </a:solidFill>
                <a:latin typeface="Yu Gothic"/>
                <a:ea typeface="Yu Gothic"/>
                <a:cs typeface="Yu Gothic"/>
              </a:defRPr>
            </a:lvl6pPr>
            <a:lvl7pPr algn="l">
              <a:buNone/>
              <a:defRPr sz="1800" b="1">
                <a:solidFill>
                  <a:srgbClr val="226FAE"/>
                </a:solidFill>
                <a:latin typeface="Yu Gothic"/>
                <a:ea typeface="Yu Gothic"/>
                <a:cs typeface="Yu Gothic"/>
              </a:defRPr>
            </a:lvl7pPr>
            <a:lvl8pPr algn="l">
              <a:buNone/>
              <a:defRPr sz="1800" b="1">
                <a:solidFill>
                  <a:srgbClr val="226FAE"/>
                </a:solidFill>
                <a:latin typeface="Yu Gothic"/>
                <a:ea typeface="Yu Gothic"/>
                <a:cs typeface="Yu Gothic"/>
              </a:defRPr>
            </a:lvl8pPr>
            <a:lvl9pPr algn="l">
              <a:buNone/>
              <a:defRPr sz="1800" b="1">
                <a:solidFill>
                  <a:srgbClr val="226FAE"/>
                </a:solidFill>
                <a:latin typeface="Yu Gothic"/>
                <a:ea typeface="Yu Gothic"/>
                <a:cs typeface="Yu Gothic"/>
              </a:defRPr>
            </a:lvl9pPr>
          </a:lstStyle>
          <a:p xmlns:a="http://schemas.openxmlformats.org/drawingml/2006/main">
            <a:pPr algn="l">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−80</a:t>
            </a:r>
          </a:p>
        </p:txBody>
      </p:sp>
      <p:sp>
        <p:nvSpPr>
          <p:cNvPr id="35" name="">
            <a:extLst xmlns:a="http://schemas.openxmlformats.org/drawingml/2006/main">
              <a:ext uri="{FF2B5EF4-FFF2-40B4-BE49-F238E27FC236}">
                <a16:creationId xmlns:a16="http://schemas.microsoft.com/office/drawing/2014/main" id="{5173E5EE-3B81-4587-A3A4-A75F4959CD20}"/>
              </a:ext>
            </a:extLst>
          </p:cNvPr>
          <p:cNvSpPr>
            <a:spLocks xmlns:a="http://schemas.openxmlformats.org/drawingml/2006/main" noGrp="1"/>
          </p:cNvSpPr>
          <p:nvPr/>
        </p:nvSpPr>
        <p:spPr>
          <a:xfrm xmlns:a="http://schemas.openxmlformats.org/drawingml/2006/main">
            <a:off x="8667750" y="30289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② 100 − V = 0</a:t>
            </a:r>
          </a:p>
        </p:txBody>
      </p:sp>
      <p:sp>
        <p:nvSpPr>
          <p:cNvPr id="36" name="">
            <a:extLst xmlns:a="http://schemas.openxmlformats.org/drawingml/2006/main">
              <a:ext uri="{FF2B5EF4-FFF2-40B4-BE49-F238E27FC236}">
                <a16:creationId xmlns:a16="http://schemas.microsoft.com/office/drawing/2014/main" id="{64F8308C-B303-4868-AAF7-6925FA366D68}"/>
              </a:ext>
            </a:extLst>
          </p:cNvPr>
          <p:cNvSpPr>
            <a:spLocks xmlns:a="http://schemas.openxmlformats.org/drawingml/2006/main" noGrp="1"/>
          </p:cNvSpPr>
          <p:nvPr/>
        </p:nvSpPr>
        <p:spPr>
          <a:xfrm xmlns:a="http://schemas.openxmlformats.org/drawingml/2006/main">
            <a:off x="8667750" y="37147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③ 80 − 100x + M = 0</a:t>
            </a:r>
          </a:p>
        </p:txBody>
      </p:sp>
      <p:sp>
        <p:nvSpPr>
          <p:cNvPr id="37" name="">
            <a:extLst xmlns:a="http://schemas.openxmlformats.org/drawingml/2006/main">
              <a:ext uri="{FF2B5EF4-FFF2-40B4-BE49-F238E27FC236}">
                <a16:creationId xmlns:a16="http://schemas.microsoft.com/office/drawing/2014/main" id="{6B3780D8-8105-4E69-92FD-D7E4DE2B0756}"/>
              </a:ext>
            </a:extLst>
          </p:cNvPr>
          <p:cNvSpPr>
            <a:spLocks xmlns:a="http://schemas.openxmlformats.org/drawingml/2006/main" noGrp="1"/>
          </p:cNvSpPr>
          <p:nvPr/>
        </p:nvSpPr>
        <p:spPr>
          <a:xfrm xmlns:a="http://schemas.openxmlformats.org/drawingml/2006/main">
            <a:off x="8667750" y="44005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M = −80 + 100x</a:t>
            </a:r>
          </a:p>
        </p:txBody>
      </p:sp>
      <p:sp>
        <p:nvSpPr>
          <p:cNvPr id="38" name="">
            <a:extLst xmlns:a="http://schemas.openxmlformats.org/drawingml/2006/main">
              <a:ext uri="{FF2B5EF4-FFF2-40B4-BE49-F238E27FC236}">
                <a16:creationId xmlns:a16="http://schemas.microsoft.com/office/drawing/2014/main" id="{3E4B3877-4D8B-413A-97CD-8D5F52E3A306}"/>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内部の M は −80 → 0 N·m。固定端の外力モーメントとは符号を区別</a:t>
            </a:r>
          </a:p>
        </p:txBody>
      </p:sp>
    </p:spTree>
    <p:extLst>
      <p:ext uri="{BB962C8B-B14F-4D97-AF65-F5344CB8AC3E}">
        <p14:creationId xmlns:p14="http://schemas.microsoft.com/office/powerpoint/2010/main" val="11867916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C335A8-3D1E-4247-B90C-91726CD2B6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A6D05D89-3C90-4C0D-B0CF-BAE47268F94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8FA0703-1765-44E2-8A19-09C8CA1415A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31FD2FC8-19AC-4F13-8631-B9E110FCCB9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FAA0F68-74FA-4526-B99F-4313CB0D4D2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再開後：演習4　片持ちばり〔自分で図を立てる〕</a:t>
            </a:r>
          </a:p>
        </p:txBody>
      </p:sp>
      <p:sp>
        <p:nvSpPr>
          <p:cNvPr id="6" name="">
            <a:extLst xmlns:a="http://schemas.openxmlformats.org/drawingml/2006/main">
              <a:ext uri="{FF2B5EF4-FFF2-40B4-BE49-F238E27FC236}">
                <a16:creationId xmlns:a16="http://schemas.microsoft.com/office/drawing/2014/main" id="{37F3C056-DD81-4296-8A7E-F9783B3F33A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CCA27920-CF44-4EA7-A23F-77E330B158E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0DBA0E73-740B-428D-A2A7-E9B63F5521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49</a:t>
            </a:r>
          </a:p>
        </p:txBody>
      </p:sp>
    </p:spTree>
    <p:extLst>
      <p:ext uri="{BB962C8B-B14F-4D97-AF65-F5344CB8AC3E}">
        <p14:creationId xmlns:p14="http://schemas.microsoft.com/office/powerpoint/2010/main" val="14964393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5EA8039-4D86-465A-8861-A02EEB65453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　片持ちばり〔自分で図を立てる〕</a:t>
            </a:r>
          </a:p>
        </p:txBody>
      </p:sp>
      <p:cxnSp>
        <p:nvCxnSpPr>
          <p:cNvPr id="2" name="">
            <a:extLst xmlns:a="http://schemas.openxmlformats.org/drawingml/2006/main">
              <a:ext uri="{FF2B5EF4-FFF2-40B4-BE49-F238E27FC236}">
                <a16:creationId xmlns:a16="http://schemas.microsoft.com/office/drawing/2014/main" id="{FB44B492-09B9-4CB7-80DC-C96836911A3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AB456A8-D50D-4E89-ACCC-6B226CF0EB7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7DC1A8A3-F8A8-4647-9CD2-B5170F94E94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33 / 49</a:t>
            </a:r>
          </a:p>
        </p:txBody>
      </p:sp>
      <p:sp>
        <p:nvSpPr>
          <p:cNvPr id="5" name="">
            <a:extLst xmlns:a="http://schemas.openxmlformats.org/drawingml/2006/main">
              <a:ext uri="{FF2B5EF4-FFF2-40B4-BE49-F238E27FC236}">
                <a16:creationId xmlns:a16="http://schemas.microsoft.com/office/drawing/2014/main" id="{49C00E53-74E5-4450-85BC-AE37EB298E56}"/>
              </a:ext>
            </a:extLst>
          </p:cNvPr>
          <p:cNvSpPr>
            <a:spLocks xmlns:a="http://schemas.openxmlformats.org/drawingml/2006/main" noGrp="1"/>
          </p:cNvSpPr>
          <p:nvPr/>
        </p:nvSpPr>
        <p:spPr>
          <a:xfrm xmlns:a="http://schemas.openxmlformats.org/drawingml/2006/main">
            <a:off x="1619250" y="2514600"/>
            <a:ext cx="66675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B39BD9F5-ED9A-490E-9BC5-85702A29808D}"/>
              </a:ext>
            </a:extLst>
          </p:cNvPr>
          <p:cNvSpPr>
            <a:spLocks xmlns:a="http://schemas.openxmlformats.org/drawingml/2006/main" noGrp="1"/>
          </p:cNvSpPr>
          <p:nvPr/>
        </p:nvSpPr>
        <p:spPr>
          <a:xfrm xmlns:a="http://schemas.openxmlformats.org/drawingml/2006/main">
            <a:off x="1371600" y="2181225"/>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60F5E345-A875-4DCE-B59C-795FABE354C1}"/>
              </a:ext>
            </a:extLst>
          </p:cNvPr>
          <p:cNvCxnSpPr/>
          <p:nvPr/>
        </p:nvCxnSpPr>
        <p:spPr>
          <a:xfrm xmlns:a="http://schemas.openxmlformats.org/drawingml/2006/main" flipH="1" flipV="0">
            <a:off x="1228725" y="21812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A2F11B3B-97DD-4987-A90D-C4FCA3C972E1}"/>
              </a:ext>
            </a:extLst>
          </p:cNvPr>
          <p:cNvCxnSpPr/>
          <p:nvPr/>
        </p:nvCxnSpPr>
        <p:spPr>
          <a:xfrm xmlns:a="http://schemas.openxmlformats.org/drawingml/2006/main" flipH="1" flipV="0">
            <a:off x="1228725" y="23526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2A66E5B0-B8CF-4EBC-86E1-2EC256C88113}"/>
              </a:ext>
            </a:extLst>
          </p:cNvPr>
          <p:cNvCxnSpPr/>
          <p:nvPr/>
        </p:nvCxnSpPr>
        <p:spPr>
          <a:xfrm xmlns:a="http://schemas.openxmlformats.org/drawingml/2006/main" flipH="1" flipV="0">
            <a:off x="1228725" y="25241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E0BB8816-FC8D-4186-A77F-ED4FF9A9CE65}"/>
              </a:ext>
            </a:extLst>
          </p:cNvPr>
          <p:cNvCxnSpPr/>
          <p:nvPr/>
        </p:nvCxnSpPr>
        <p:spPr>
          <a:xfrm xmlns:a="http://schemas.openxmlformats.org/drawingml/2006/main" flipH="1" flipV="0">
            <a:off x="1228725" y="26955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4DEA1A74-AA6A-48E6-A94F-F91BA5E8D991}"/>
              </a:ext>
            </a:extLst>
          </p:cNvPr>
          <p:cNvCxnSpPr/>
          <p:nvPr/>
        </p:nvCxnSpPr>
        <p:spPr>
          <a:xfrm xmlns:a="http://schemas.openxmlformats.org/drawingml/2006/main" flipH="1" flipV="0">
            <a:off x="1228725" y="28670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CBA312ED-AB30-4DEE-AFF2-E9B014CB5DCB}"/>
              </a:ext>
            </a:extLst>
          </p:cNvPr>
          <p:cNvCxnSpPr/>
          <p:nvPr/>
        </p:nvCxnSpPr>
        <p:spPr>
          <a:xfrm xmlns:a="http://schemas.openxmlformats.org/drawingml/2006/main" flipH="1" flipV="0">
            <a:off x="1228725" y="30384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1AD565E3-BC10-4E4F-B8C5-CEAF64DCBD49}"/>
              </a:ext>
            </a:extLst>
          </p:cNvPr>
          <p:cNvCxnSpPr/>
          <p:nvPr/>
        </p:nvCxnSpPr>
        <p:spPr>
          <a:xfrm xmlns:a="http://schemas.openxmlformats.org/drawingml/2006/main" flipH="0" flipV="0">
            <a:off x="8286750" y="2038350"/>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335887E6-0B08-4DE2-86DB-1E24CB079436}"/>
              </a:ext>
            </a:extLst>
          </p:cNvPr>
          <p:cNvSpPr>
            <a:spLocks xmlns:a="http://schemas.openxmlformats.org/drawingml/2006/main" noGrp="1"/>
          </p:cNvSpPr>
          <p:nvPr/>
        </p:nvSpPr>
        <p:spPr>
          <a:xfrm xmlns:a="http://schemas.openxmlformats.org/drawingml/2006/main">
            <a:off x="7239000" y="15621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120 N</a:t>
            </a:r>
          </a:p>
        </p:txBody>
      </p:sp>
      <p:sp>
        <p:nvSpPr>
          <p:cNvPr id="15" name="">
            <a:extLst xmlns:a="http://schemas.openxmlformats.org/drawingml/2006/main">
              <a:ext uri="{FF2B5EF4-FFF2-40B4-BE49-F238E27FC236}">
                <a16:creationId xmlns:a16="http://schemas.microsoft.com/office/drawing/2014/main" id="{BC042D91-9A6F-49B2-88A0-097911958A78}"/>
              </a:ext>
            </a:extLst>
          </p:cNvPr>
          <p:cNvSpPr>
            <a:spLocks xmlns:a="http://schemas.openxmlformats.org/drawingml/2006/main" noGrp="1"/>
          </p:cNvSpPr>
          <p:nvPr/>
        </p:nvSpPr>
        <p:spPr>
          <a:xfrm xmlns:a="http://schemas.openxmlformats.org/drawingml/2006/main">
            <a:off x="1828800" y="31146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F5F2BA7D-AAF4-43F2-88EA-DD6CD7A9D247}"/>
              </a:ext>
            </a:extLst>
          </p:cNvPr>
          <p:cNvSpPr>
            <a:spLocks xmlns:a="http://schemas.openxmlformats.org/drawingml/2006/main" noGrp="1"/>
          </p:cNvSpPr>
          <p:nvPr/>
        </p:nvSpPr>
        <p:spPr>
          <a:xfrm xmlns:a="http://schemas.openxmlformats.org/drawingml/2006/main">
            <a:off x="7715250" y="28479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cxnSp>
        <p:nvCxnSpPr>
          <p:cNvPr id="17" name="">
            <a:extLst xmlns:a="http://schemas.openxmlformats.org/drawingml/2006/main">
              <a:ext uri="{FF2B5EF4-FFF2-40B4-BE49-F238E27FC236}">
                <a16:creationId xmlns:a16="http://schemas.microsoft.com/office/drawing/2014/main" id="{A3E1E833-A5AC-4FAC-A272-EF2CA8E22074}"/>
              </a:ext>
            </a:extLst>
          </p:cNvPr>
          <p:cNvCxnSpPr/>
          <p:nvPr/>
        </p:nvCxnSpPr>
        <p:spPr>
          <a:xfrm xmlns:a="http://schemas.openxmlformats.org/drawingml/2006/main" flipH="0" flipV="0">
            <a:off x="1619250" y="3800475"/>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D9C23B2D-12BA-4256-A666-A38568A0535F}"/>
              </a:ext>
            </a:extLst>
          </p:cNvPr>
          <p:cNvCxnSpPr/>
          <p:nvPr/>
        </p:nvCxnSpPr>
        <p:spPr>
          <a:xfrm xmlns:a="http://schemas.openxmlformats.org/drawingml/2006/main" flipH="0" flipV="0">
            <a:off x="8286750" y="3800475"/>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9" name="">
            <a:extLst xmlns:a="http://schemas.openxmlformats.org/drawingml/2006/main">
              <a:ext uri="{FF2B5EF4-FFF2-40B4-BE49-F238E27FC236}">
                <a16:creationId xmlns:a16="http://schemas.microsoft.com/office/drawing/2014/main" id="{D9460B24-AEFF-403C-9DDC-22720116F2E3}"/>
              </a:ext>
            </a:extLst>
          </p:cNvPr>
          <p:cNvCxnSpPr/>
          <p:nvPr/>
        </p:nvCxnSpPr>
        <p:spPr>
          <a:xfrm xmlns:a="http://schemas.openxmlformats.org/drawingml/2006/main" flipH="0" flipV="0">
            <a:off x="1619250" y="3895725"/>
            <a:ext cx="66675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0" name="">
            <a:extLst xmlns:a="http://schemas.openxmlformats.org/drawingml/2006/main">
              <a:ext uri="{FF2B5EF4-FFF2-40B4-BE49-F238E27FC236}">
                <a16:creationId xmlns:a16="http://schemas.microsoft.com/office/drawing/2014/main" id="{B347420B-D083-458F-93A2-28C024AB9971}"/>
              </a:ext>
            </a:extLst>
          </p:cNvPr>
          <p:cNvSpPr>
            <a:spLocks xmlns:a="http://schemas.openxmlformats.org/drawingml/2006/main" noGrp="1"/>
          </p:cNvSpPr>
          <p:nvPr/>
        </p:nvSpPr>
        <p:spPr>
          <a:xfrm xmlns:a="http://schemas.openxmlformats.org/drawingml/2006/main">
            <a:off x="3952875" y="393382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0.5 m</a:t>
            </a:r>
          </a:p>
        </p:txBody>
      </p:sp>
      <p:sp>
        <p:nvSpPr>
          <p:cNvPr id="21" name="">
            <a:extLst xmlns:a="http://schemas.openxmlformats.org/drawingml/2006/main">
              <a:ext uri="{FF2B5EF4-FFF2-40B4-BE49-F238E27FC236}">
                <a16:creationId xmlns:a16="http://schemas.microsoft.com/office/drawing/2014/main" id="{5EDF9458-A7A2-4EAD-ACD7-E20C64E2B376}"/>
              </a:ext>
            </a:extLst>
          </p:cNvPr>
          <p:cNvSpPr>
            <a:spLocks xmlns:a="http://schemas.openxmlformats.org/drawingml/2006/main" noGrp="1"/>
          </p:cNvSpPr>
          <p:nvPr/>
        </p:nvSpPr>
        <p:spPr>
          <a:xfrm xmlns:a="http://schemas.openxmlformats.org/drawingml/2006/main">
            <a:off x="685800" y="44196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a　外力図を描き、反力と反力モーメントを求める</a:t>
            </a:r>
          </a:p>
        </p:txBody>
      </p:sp>
      <p:sp>
        <p:nvSpPr>
          <p:cNvPr id="22" name="">
            <a:extLst xmlns:a="http://schemas.openxmlformats.org/drawingml/2006/main">
              <a:ext uri="{FF2B5EF4-FFF2-40B4-BE49-F238E27FC236}">
                <a16:creationId xmlns:a16="http://schemas.microsoft.com/office/drawing/2014/main" id="{86721F9C-EC8A-4354-9C35-1E879DC5AC40}"/>
              </a:ext>
            </a:extLst>
          </p:cNvPr>
          <p:cNvSpPr>
            <a:spLocks xmlns:a="http://schemas.openxmlformats.org/drawingml/2006/main" noGrp="1"/>
          </p:cNvSpPr>
          <p:nvPr/>
        </p:nvSpPr>
        <p:spPr>
          <a:xfrm xmlns:a="http://schemas.openxmlformats.org/drawingml/2006/main">
            <a:off x="685800" y="48958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b　V と M の式・線図を求める</a:t>
            </a:r>
          </a:p>
        </p:txBody>
      </p:sp>
      <p:sp>
        <p:nvSpPr>
          <p:cNvPr id="23" name="">
            <a:extLst xmlns:a="http://schemas.openxmlformats.org/drawingml/2006/main">
              <a:ext uri="{FF2B5EF4-FFF2-40B4-BE49-F238E27FC236}">
                <a16:creationId xmlns:a16="http://schemas.microsoft.com/office/drawing/2014/main" id="{0BCD05F3-B7DC-48A8-9D40-701154750D91}"/>
              </a:ext>
            </a:extLst>
          </p:cNvPr>
          <p:cNvSpPr>
            <a:spLocks xmlns:a="http://schemas.openxmlformats.org/drawingml/2006/main" noGrp="1"/>
          </p:cNvSpPr>
          <p:nvPr/>
        </p:nvSpPr>
        <p:spPr>
          <a:xfrm xmlns:a="http://schemas.openxmlformats.org/drawingml/2006/main">
            <a:off x="685800" y="537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c　|M| が最大になる位置と大きさを求める</a:t>
            </a:r>
          </a:p>
        </p:txBody>
      </p:sp>
      <p:sp>
        <p:nvSpPr>
          <p:cNvPr id="24" name="">
            <a:extLst xmlns:a="http://schemas.openxmlformats.org/drawingml/2006/main">
              <a:ext uri="{FF2B5EF4-FFF2-40B4-BE49-F238E27FC236}">
                <a16:creationId xmlns:a16="http://schemas.microsoft.com/office/drawing/2014/main" id="{E0523DEE-C7E8-4D7D-8715-8C3413F2BFAE}"/>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Mの正方向は、左部分の右切断面で反時計回り</a:t>
            </a:r>
          </a:p>
        </p:txBody>
      </p:sp>
    </p:spTree>
    <p:extLst>
      <p:ext uri="{BB962C8B-B14F-4D97-AF65-F5344CB8AC3E}">
        <p14:creationId xmlns:p14="http://schemas.microsoft.com/office/powerpoint/2010/main" val="14675956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330660EB-8724-474C-88AC-4F52C1DBC5F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演習4の解答：外力と内部 M を区別</a:t>
            </a:r>
          </a:p>
        </p:txBody>
      </p:sp>
      <p:cxnSp>
        <p:nvCxnSpPr>
          <p:cNvPr id="2" name="">
            <a:extLst xmlns:a="http://schemas.openxmlformats.org/drawingml/2006/main">
              <a:ext uri="{FF2B5EF4-FFF2-40B4-BE49-F238E27FC236}">
                <a16:creationId xmlns:a16="http://schemas.microsoft.com/office/drawing/2014/main" id="{6981D6BF-A5DB-47B8-B6A9-69F00655FB2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C13E077-F67D-4B1E-83B4-804D5F6FDB62}"/>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E5DF2064-E944-46C6-AB09-B2E1271FE5D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34 / 49</a:t>
            </a:r>
          </a:p>
        </p:txBody>
      </p:sp>
      <p:sp>
        <p:nvSpPr>
          <p:cNvPr id="5" name="">
            <a:extLst xmlns:a="http://schemas.openxmlformats.org/drawingml/2006/main">
              <a:ext uri="{FF2B5EF4-FFF2-40B4-BE49-F238E27FC236}">
                <a16:creationId xmlns:a16="http://schemas.microsoft.com/office/drawing/2014/main" id="{43D66F52-492C-47DE-BA19-6B3290BB7890}"/>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719A3784-3997-46CB-8E72-6F768A4A1658}"/>
              </a:ext>
            </a:extLst>
          </p:cNvPr>
          <p:cNvSpPr>
            <a:spLocks xmlns:a="http://schemas.openxmlformats.org/drawingml/2006/main" noGrp="1"/>
          </p:cNvSpPr>
          <p:nvPr/>
        </p:nvSpPr>
        <p:spPr>
          <a:xfrm xmlns:a="http://schemas.openxmlformats.org/drawingml/2006/main">
            <a:off x="1323975" y="1905000"/>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7F702A54-71FB-4019-8C87-0F8F8E448592}"/>
              </a:ext>
            </a:extLst>
          </p:cNvPr>
          <p:cNvCxnSpPr/>
          <p:nvPr/>
        </p:nvCxnSpPr>
        <p:spPr>
          <a:xfrm xmlns:a="http://schemas.openxmlformats.org/drawingml/2006/main" flipH="1" flipV="0">
            <a:off x="1181100" y="19050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C4E68148-20CA-4F16-A0C2-E8224B0357EB}"/>
              </a:ext>
            </a:extLst>
          </p:cNvPr>
          <p:cNvCxnSpPr/>
          <p:nvPr/>
        </p:nvCxnSpPr>
        <p:spPr>
          <a:xfrm xmlns:a="http://schemas.openxmlformats.org/drawingml/2006/main" flipH="1" flipV="0">
            <a:off x="1181100" y="20764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B37F293A-5564-41A5-8F8A-531FDB10C68F}"/>
              </a:ext>
            </a:extLst>
          </p:cNvPr>
          <p:cNvCxnSpPr/>
          <p:nvPr/>
        </p:nvCxnSpPr>
        <p:spPr>
          <a:xfrm xmlns:a="http://schemas.openxmlformats.org/drawingml/2006/main" flipH="1" flipV="0">
            <a:off x="1181100" y="22479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5136E1CB-3F01-489E-BABC-4AD65549D82E}"/>
              </a:ext>
            </a:extLst>
          </p:cNvPr>
          <p:cNvCxnSpPr/>
          <p:nvPr/>
        </p:nvCxnSpPr>
        <p:spPr>
          <a:xfrm xmlns:a="http://schemas.openxmlformats.org/drawingml/2006/main" flipH="1" flipV="0">
            <a:off x="1181100" y="24193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2C3E128D-FF3F-4FD1-9E1E-3ED2FF8EED28}"/>
              </a:ext>
            </a:extLst>
          </p:cNvPr>
          <p:cNvCxnSpPr/>
          <p:nvPr/>
        </p:nvCxnSpPr>
        <p:spPr>
          <a:xfrm xmlns:a="http://schemas.openxmlformats.org/drawingml/2006/main" flipH="1" flipV="0">
            <a:off x="1181100" y="25908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C663D05B-E81C-4EB0-BD31-D6EE035D0F76}"/>
              </a:ext>
            </a:extLst>
          </p:cNvPr>
          <p:cNvCxnSpPr/>
          <p:nvPr/>
        </p:nvCxnSpPr>
        <p:spPr>
          <a:xfrm xmlns:a="http://schemas.openxmlformats.org/drawingml/2006/main" flipH="1" flipV="0">
            <a:off x="1181100" y="27622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420A373F-19DE-4808-93E7-B47A833EEA12}"/>
              </a:ext>
            </a:extLst>
          </p:cNvPr>
          <p:cNvCxnSpPr/>
          <p:nvPr/>
        </p:nvCxnSpPr>
        <p:spPr>
          <a:xfrm xmlns:a="http://schemas.openxmlformats.org/drawingml/2006/main" flipH="0" flipV="0">
            <a:off x="77628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23561624-76F0-4938-AD12-CCFEC6E0DEDA}"/>
              </a:ext>
            </a:extLst>
          </p:cNvPr>
          <p:cNvSpPr>
            <a:spLocks xmlns:a="http://schemas.openxmlformats.org/drawingml/2006/main" noGrp="1"/>
          </p:cNvSpPr>
          <p:nvPr/>
        </p:nvSpPr>
        <p:spPr>
          <a:xfrm xmlns:a="http://schemas.openxmlformats.org/drawingml/2006/main">
            <a:off x="67151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120 N</a:t>
            </a:r>
          </a:p>
        </p:txBody>
      </p:sp>
      <p:sp>
        <p:nvSpPr>
          <p:cNvPr id="15" name="">
            <a:extLst xmlns:a="http://schemas.openxmlformats.org/drawingml/2006/main">
              <a:ext uri="{FF2B5EF4-FFF2-40B4-BE49-F238E27FC236}">
                <a16:creationId xmlns:a16="http://schemas.microsoft.com/office/drawing/2014/main" id="{2CA5F89A-F6D0-44D5-ABBD-0E9565A57A95}"/>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FBB5D0A8-D9DB-4103-A317-62E048177BA1}"/>
              </a:ext>
            </a:extLst>
          </p:cNvPr>
          <p:cNvSpPr>
            <a:spLocks xmlns:a="http://schemas.openxmlformats.org/drawingml/2006/main" noGrp="1"/>
          </p:cNvSpPr>
          <p:nvPr/>
        </p:nvSpPr>
        <p:spPr>
          <a:xfrm xmlns:a="http://schemas.openxmlformats.org/drawingml/2006/main">
            <a:off x="7191375" y="247650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sp>
        <p:nvSpPr>
          <p:cNvPr id="17" name="">
            <a:extLst xmlns:a="http://schemas.openxmlformats.org/drawingml/2006/main">
              <a:ext uri="{FF2B5EF4-FFF2-40B4-BE49-F238E27FC236}">
                <a16:creationId xmlns:a16="http://schemas.microsoft.com/office/drawing/2014/main" id="{3B4A936F-331A-414C-AA51-E3D10BA71E92}"/>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0.5 m</a:t>
            </a:r>
          </a:p>
        </p:txBody>
      </p:sp>
      <p:cxnSp>
        <p:nvCxnSpPr>
          <p:cNvPr id="18" name="">
            <a:extLst xmlns:a="http://schemas.openxmlformats.org/drawingml/2006/main">
              <a:ext uri="{FF2B5EF4-FFF2-40B4-BE49-F238E27FC236}">
                <a16:creationId xmlns:a16="http://schemas.microsoft.com/office/drawing/2014/main" id="{CCFF2CB1-22AB-4CCF-8A3B-C4ACA3DBEEDC}"/>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9" name="">
            <a:extLst xmlns:a="http://schemas.openxmlformats.org/drawingml/2006/main">
              <a:ext uri="{FF2B5EF4-FFF2-40B4-BE49-F238E27FC236}">
                <a16:creationId xmlns:a16="http://schemas.microsoft.com/office/drawing/2014/main" id="{E060ABF3-30D4-492F-9708-77849E6B43E7}"/>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20" name="">
            <a:extLst xmlns:a="http://schemas.openxmlformats.org/drawingml/2006/main">
              <a:ext uri="{FF2B5EF4-FFF2-40B4-BE49-F238E27FC236}">
                <a16:creationId xmlns:a16="http://schemas.microsoft.com/office/drawing/2014/main" id="{68CBCEF8-0AB1-4B81-A876-C97C1DE91909}"/>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1" name="">
            <a:extLst xmlns:a="http://schemas.openxmlformats.org/drawingml/2006/main">
              <a:ext uri="{FF2B5EF4-FFF2-40B4-BE49-F238E27FC236}">
                <a16:creationId xmlns:a16="http://schemas.microsoft.com/office/drawing/2014/main" id="{DABCDF7E-C6E3-494B-940D-5B9340CC432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2" name="">
            <a:extLst xmlns:a="http://schemas.openxmlformats.org/drawingml/2006/main">
              <a:ext uri="{FF2B5EF4-FFF2-40B4-BE49-F238E27FC236}">
                <a16:creationId xmlns:a16="http://schemas.microsoft.com/office/drawing/2014/main" id="{BDFB00FF-B455-4CDC-9A78-C5C400169D11}"/>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3" name="">
            <a:extLst xmlns:a="http://schemas.openxmlformats.org/drawingml/2006/main">
              <a:ext uri="{FF2B5EF4-FFF2-40B4-BE49-F238E27FC236}">
                <a16:creationId xmlns:a16="http://schemas.microsoft.com/office/drawing/2014/main" id="{A4976322-8ED1-4B35-8D67-8133C21C8BD9}"/>
              </a:ext>
            </a:extLst>
          </p:cNvPr>
          <p:cNvSpPr>
            <a:spLocks xmlns:a="http://schemas.openxmlformats.org/drawingml/2006/main" noGrp="1"/>
          </p:cNvSpPr>
          <p:nvPr/>
        </p:nvSpPr>
        <p:spPr>
          <a:xfrm xmlns:a="http://schemas.openxmlformats.org/drawingml/2006/main">
            <a:off x="1571625" y="3286125"/>
            <a:ext cx="6191250" cy="428625"/>
          </a:xfrm>
          <a:custGeom xmlns:a="http://schemas.openxmlformats.org/drawingml/2006/main">
            <a:pathLst>
              <a:path w="6191250" h="428625">
                <a:moveTo>
                  <a:pt x="0" y="428625"/>
                </a:moveTo>
                <a:lnTo>
                  <a:pt x="0" y="0"/>
                </a:lnTo>
                <a:lnTo>
                  <a:pt x="6191250" y="0"/>
                </a:lnTo>
                <a:lnTo>
                  <a:pt x="6191250" y="428625"/>
                </a:lnTo>
              </a:path>
            </a:pathLst>
          </a:custGeom>
          <a:noFill xmlns:a="http://schemas.openxmlformats.org/drawingml/2006/main"/>
          <a:ln xmlns:a="http://schemas.openxmlformats.org/drawingml/2006/main" w="38100">
            <a:solidFill>
              <a:srgbClr val="7352A3"/>
            </a:solidFill>
          </a:ln>
        </p:spPr>
      </p:sp>
      <p:sp>
        <p:nvSpPr>
          <p:cNvPr id="24" name="">
            <a:extLst xmlns:a="http://schemas.openxmlformats.org/drawingml/2006/main">
              <a:ext uri="{FF2B5EF4-FFF2-40B4-BE49-F238E27FC236}">
                <a16:creationId xmlns:a16="http://schemas.microsoft.com/office/drawing/2014/main" id="{EB6724F3-AEB1-4018-A708-2424A94E4F30}"/>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+120</a:t>
            </a:r>
          </a:p>
        </p:txBody>
      </p:sp>
      <p:sp>
        <p:nvSpPr>
          <p:cNvPr id="25" name="">
            <a:extLst xmlns:a="http://schemas.openxmlformats.org/drawingml/2006/main">
              <a:ext uri="{FF2B5EF4-FFF2-40B4-BE49-F238E27FC236}">
                <a16:creationId xmlns:a16="http://schemas.microsoft.com/office/drawing/2014/main" id="{153E9D2E-DF98-4057-9BBB-CCB8358A4E43}"/>
              </a:ext>
            </a:extLst>
          </p:cNvPr>
          <p:cNvSpPr>
            <a:spLocks xmlns:a="http://schemas.openxmlformats.org/drawingml/2006/main" noGrp="1"/>
          </p:cNvSpPr>
          <p:nvPr/>
        </p:nvSpPr>
        <p:spPr>
          <a:xfrm xmlns:a="http://schemas.openxmlformats.org/drawingml/2006/main">
            <a:off x="6591300"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+120</a:t>
            </a:r>
          </a:p>
        </p:txBody>
      </p:sp>
      <p:cxnSp>
        <p:nvCxnSpPr>
          <p:cNvPr id="26" name="">
            <a:extLst xmlns:a="http://schemas.openxmlformats.org/drawingml/2006/main">
              <a:ext uri="{FF2B5EF4-FFF2-40B4-BE49-F238E27FC236}">
                <a16:creationId xmlns:a16="http://schemas.microsoft.com/office/drawing/2014/main" id="{9DC2DEE0-6D08-4A6C-A760-2776637BCC81}"/>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7" name="">
            <a:extLst xmlns:a="http://schemas.openxmlformats.org/drawingml/2006/main">
              <a:ext uri="{FF2B5EF4-FFF2-40B4-BE49-F238E27FC236}">
                <a16:creationId xmlns:a16="http://schemas.microsoft.com/office/drawing/2014/main" id="{3E2F48F6-800D-45D0-91F9-44A38A485002}"/>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8" name="">
            <a:extLst xmlns:a="http://schemas.openxmlformats.org/drawingml/2006/main">
              <a:ext uri="{FF2B5EF4-FFF2-40B4-BE49-F238E27FC236}">
                <a16:creationId xmlns:a16="http://schemas.microsoft.com/office/drawing/2014/main" id="{53F596BB-9A71-43E5-8D8B-96531FC966AA}"/>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9" name="">
            <a:extLst xmlns:a="http://schemas.openxmlformats.org/drawingml/2006/main">
              <a:ext uri="{FF2B5EF4-FFF2-40B4-BE49-F238E27FC236}">
                <a16:creationId xmlns:a16="http://schemas.microsoft.com/office/drawing/2014/main" id="{DE339D69-ABAE-40CA-871C-3FFD9A818227}"/>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30" name="">
            <a:extLst xmlns:a="http://schemas.openxmlformats.org/drawingml/2006/main">
              <a:ext uri="{FF2B5EF4-FFF2-40B4-BE49-F238E27FC236}">
                <a16:creationId xmlns:a16="http://schemas.microsoft.com/office/drawing/2014/main" id="{1C94BDF3-A077-4E62-987C-88CDE96C7FD7}"/>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1" name="">
            <a:extLst xmlns:a="http://schemas.openxmlformats.org/drawingml/2006/main">
              <a:ext uri="{FF2B5EF4-FFF2-40B4-BE49-F238E27FC236}">
                <a16:creationId xmlns:a16="http://schemas.microsoft.com/office/drawing/2014/main" id="{FC896CC6-7FEB-48B5-AE4F-F48B56A85223}"/>
              </a:ext>
            </a:extLst>
          </p:cNvPr>
          <p:cNvSpPr>
            <a:spLocks xmlns:a="http://schemas.openxmlformats.org/drawingml/2006/main" noGrp="1"/>
          </p:cNvSpPr>
          <p:nvPr/>
        </p:nvSpPr>
        <p:spPr>
          <a:xfrm xmlns:a="http://schemas.openxmlformats.org/drawingml/2006/main">
            <a:off x="1571625" y="5095875"/>
            <a:ext cx="6191250" cy="457200"/>
          </a:xfrm>
          <a:custGeom xmlns:a="http://schemas.openxmlformats.org/drawingml/2006/main">
            <a:pathLst>
              <a:path w="6191250" h="457200">
                <a:moveTo>
                  <a:pt x="0" y="457200"/>
                </a:moveTo>
                <a:lnTo>
                  <a:pt x="6191250" y="0"/>
                </a:lnTo>
              </a:path>
            </a:pathLst>
          </a:custGeom>
          <a:noFill xmlns:a="http://schemas.openxmlformats.org/drawingml/2006/main"/>
          <a:ln xmlns:a="http://schemas.openxmlformats.org/drawingml/2006/main" w="38100">
            <a:solidFill>
              <a:srgbClr val="226FAE"/>
            </a:solidFill>
          </a:ln>
        </p:spPr>
      </p:sp>
      <p:cxnSp>
        <p:nvCxnSpPr>
          <p:cNvPr id="32" name="">
            <a:extLst xmlns:a="http://schemas.openxmlformats.org/drawingml/2006/main">
              <a:ext uri="{FF2B5EF4-FFF2-40B4-BE49-F238E27FC236}">
                <a16:creationId xmlns:a16="http://schemas.microsoft.com/office/drawing/2014/main" id="{0ECF5585-C02A-4F7E-8EAD-77B13825858A}"/>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3" name="">
            <a:extLst xmlns:a="http://schemas.openxmlformats.org/drawingml/2006/main">
              <a:ext uri="{FF2B5EF4-FFF2-40B4-BE49-F238E27FC236}">
                <a16:creationId xmlns:a16="http://schemas.microsoft.com/office/drawing/2014/main" id="{8B12D5E5-91F4-4C8C-8C67-D218D5CA5BBB}"/>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0.5</a:t>
            </a:r>
          </a:p>
        </p:txBody>
      </p:sp>
      <p:sp>
        <p:nvSpPr>
          <p:cNvPr id="34" name="">
            <a:extLst xmlns:a="http://schemas.openxmlformats.org/drawingml/2006/main">
              <a:ext uri="{FF2B5EF4-FFF2-40B4-BE49-F238E27FC236}">
                <a16:creationId xmlns:a16="http://schemas.microsoft.com/office/drawing/2014/main" id="{00467952-5FD8-4D0D-A994-993B021754FD}"/>
              </a:ext>
            </a:extLst>
          </p:cNvPr>
          <p:cNvSpPr>
            <a:spLocks xmlns:a="http://schemas.openxmlformats.org/drawingml/2006/main" noGrp="1"/>
          </p:cNvSpPr>
          <p:nvPr/>
        </p:nvSpPr>
        <p:spPr>
          <a:xfrm xmlns:a="http://schemas.openxmlformats.org/drawingml/2006/main">
            <a:off x="714375" y="5410200"/>
            <a:ext cx="781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26FAE"/>
                </a:solidFill>
                <a:latin typeface="Yu Gothic"/>
                <a:ea typeface="Yu Gothic"/>
                <a:cs typeface="Yu Gothic"/>
              </a:defRPr>
            </a:defPPr>
            <a:lvl1pPr algn="l">
              <a:buNone/>
              <a:defRPr sz="1800" b="1">
                <a:solidFill>
                  <a:srgbClr val="226FAE"/>
                </a:solidFill>
                <a:latin typeface="Yu Gothic"/>
                <a:ea typeface="Yu Gothic"/>
                <a:cs typeface="Yu Gothic"/>
              </a:defRPr>
            </a:lvl1pPr>
            <a:lvl2pPr algn="l">
              <a:buNone/>
              <a:defRPr sz="1800" b="1">
                <a:solidFill>
                  <a:srgbClr val="226FAE"/>
                </a:solidFill>
                <a:latin typeface="Yu Gothic"/>
                <a:ea typeface="Yu Gothic"/>
                <a:cs typeface="Yu Gothic"/>
              </a:defRPr>
            </a:lvl2pPr>
            <a:lvl3pPr algn="l">
              <a:buNone/>
              <a:defRPr sz="1800" b="1">
                <a:solidFill>
                  <a:srgbClr val="226FAE"/>
                </a:solidFill>
                <a:latin typeface="Yu Gothic"/>
                <a:ea typeface="Yu Gothic"/>
                <a:cs typeface="Yu Gothic"/>
              </a:defRPr>
            </a:lvl3pPr>
            <a:lvl4pPr algn="l">
              <a:buNone/>
              <a:defRPr sz="1800" b="1">
                <a:solidFill>
                  <a:srgbClr val="226FAE"/>
                </a:solidFill>
                <a:latin typeface="Yu Gothic"/>
                <a:ea typeface="Yu Gothic"/>
                <a:cs typeface="Yu Gothic"/>
              </a:defRPr>
            </a:lvl4pPr>
            <a:lvl5pPr algn="l">
              <a:buNone/>
              <a:defRPr sz="1800" b="1">
                <a:solidFill>
                  <a:srgbClr val="226FAE"/>
                </a:solidFill>
                <a:latin typeface="Yu Gothic"/>
                <a:ea typeface="Yu Gothic"/>
                <a:cs typeface="Yu Gothic"/>
              </a:defRPr>
            </a:lvl5pPr>
            <a:lvl6pPr algn="l">
              <a:buNone/>
              <a:defRPr sz="1800" b="1">
                <a:solidFill>
                  <a:srgbClr val="226FAE"/>
                </a:solidFill>
                <a:latin typeface="Yu Gothic"/>
                <a:ea typeface="Yu Gothic"/>
                <a:cs typeface="Yu Gothic"/>
              </a:defRPr>
            </a:lvl6pPr>
            <a:lvl7pPr algn="l">
              <a:buNone/>
              <a:defRPr sz="1800" b="1">
                <a:solidFill>
                  <a:srgbClr val="226FAE"/>
                </a:solidFill>
                <a:latin typeface="Yu Gothic"/>
                <a:ea typeface="Yu Gothic"/>
                <a:cs typeface="Yu Gothic"/>
              </a:defRPr>
            </a:lvl7pPr>
            <a:lvl8pPr algn="l">
              <a:buNone/>
              <a:defRPr sz="1800" b="1">
                <a:solidFill>
                  <a:srgbClr val="226FAE"/>
                </a:solidFill>
                <a:latin typeface="Yu Gothic"/>
                <a:ea typeface="Yu Gothic"/>
                <a:cs typeface="Yu Gothic"/>
              </a:defRPr>
            </a:lvl8pPr>
            <a:lvl9pPr algn="l">
              <a:buNone/>
              <a:defRPr sz="1800" b="1">
                <a:solidFill>
                  <a:srgbClr val="226FAE"/>
                </a:solidFill>
                <a:latin typeface="Yu Gothic"/>
                <a:ea typeface="Yu Gothic"/>
                <a:cs typeface="Yu Gothic"/>
              </a:defRPr>
            </a:lvl9pPr>
          </a:lstStyle>
          <a:p xmlns:a="http://schemas.openxmlformats.org/drawingml/2006/main">
            <a:pPr algn="l">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−60</a:t>
            </a:r>
          </a:p>
        </p:txBody>
      </p:sp>
      <p:sp>
        <p:nvSpPr>
          <p:cNvPr id="35" name="">
            <a:extLst xmlns:a="http://schemas.openxmlformats.org/drawingml/2006/main">
              <a:ext uri="{FF2B5EF4-FFF2-40B4-BE49-F238E27FC236}">
                <a16:creationId xmlns:a16="http://schemas.microsoft.com/office/drawing/2014/main" id="{7FCA21D8-8136-4335-B972-730B7843A86F}"/>
              </a:ext>
            </a:extLst>
          </p:cNvPr>
          <p:cNvSpPr>
            <a:spLocks xmlns:a="http://schemas.openxmlformats.org/drawingml/2006/main" noGrp="1"/>
          </p:cNvSpPr>
          <p:nvPr/>
        </p:nvSpPr>
        <p:spPr>
          <a:xfrm xmlns:a="http://schemas.openxmlformats.org/drawingml/2006/main">
            <a:off x="8667750" y="30289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② 120 − V = 0</a:t>
            </a:r>
          </a:p>
        </p:txBody>
      </p:sp>
      <p:sp>
        <p:nvSpPr>
          <p:cNvPr id="36" name="">
            <a:extLst xmlns:a="http://schemas.openxmlformats.org/drawingml/2006/main">
              <a:ext uri="{FF2B5EF4-FFF2-40B4-BE49-F238E27FC236}">
                <a16:creationId xmlns:a16="http://schemas.microsoft.com/office/drawing/2014/main" id="{3AD05E80-54AE-417C-B9A6-6ACCC2C8BEA2}"/>
              </a:ext>
            </a:extLst>
          </p:cNvPr>
          <p:cNvSpPr>
            <a:spLocks xmlns:a="http://schemas.openxmlformats.org/drawingml/2006/main" noGrp="1"/>
          </p:cNvSpPr>
          <p:nvPr/>
        </p:nvSpPr>
        <p:spPr>
          <a:xfrm xmlns:a="http://schemas.openxmlformats.org/drawingml/2006/main">
            <a:off x="8667750" y="37147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③ 60 − 120x + M = 0</a:t>
            </a:r>
          </a:p>
        </p:txBody>
      </p:sp>
      <p:sp>
        <p:nvSpPr>
          <p:cNvPr id="37" name="">
            <a:extLst xmlns:a="http://schemas.openxmlformats.org/drawingml/2006/main">
              <a:ext uri="{FF2B5EF4-FFF2-40B4-BE49-F238E27FC236}">
                <a16:creationId xmlns:a16="http://schemas.microsoft.com/office/drawing/2014/main" id="{69A8CB55-F29D-4DFC-BC71-2D7A8A15A045}"/>
              </a:ext>
            </a:extLst>
          </p:cNvPr>
          <p:cNvSpPr>
            <a:spLocks xmlns:a="http://schemas.openxmlformats.org/drawingml/2006/main" noGrp="1"/>
          </p:cNvSpPr>
          <p:nvPr/>
        </p:nvSpPr>
        <p:spPr>
          <a:xfrm xmlns:a="http://schemas.openxmlformats.org/drawingml/2006/main">
            <a:off x="8667750" y="44005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M = −60 + 120x</a:t>
            </a:r>
          </a:p>
        </p:txBody>
      </p:sp>
      <p:sp>
        <p:nvSpPr>
          <p:cNvPr id="38" name="">
            <a:extLst xmlns:a="http://schemas.openxmlformats.org/drawingml/2006/main">
              <a:ext uri="{FF2B5EF4-FFF2-40B4-BE49-F238E27FC236}">
                <a16:creationId xmlns:a16="http://schemas.microsoft.com/office/drawing/2014/main" id="{EE5C6C5C-A0D5-4734-9DA2-3C296D8B383F}"/>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外力：MA = ＋60 N·m。内部：M(x) = −60 + 120x N·m</a:t>
            </a:r>
          </a:p>
        </p:txBody>
      </p:sp>
    </p:spTree>
    <p:extLst>
      <p:ext uri="{BB962C8B-B14F-4D97-AF65-F5344CB8AC3E}">
        <p14:creationId xmlns:p14="http://schemas.microsoft.com/office/powerpoint/2010/main" val="209238114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DABF718-658A-4E19-A194-1CEADBBD90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等分布荷重：まず全体のつり合いから</a:t>
            </a:r>
          </a:p>
        </p:txBody>
      </p:sp>
      <p:cxnSp>
        <p:nvCxnSpPr>
          <p:cNvPr id="2" name="">
            <a:extLst xmlns:a="http://schemas.openxmlformats.org/drawingml/2006/main">
              <a:ext uri="{FF2B5EF4-FFF2-40B4-BE49-F238E27FC236}">
                <a16:creationId xmlns:a16="http://schemas.microsoft.com/office/drawing/2014/main" id="{E1695A21-1CE5-4F04-89BB-4BF58D879D5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37428C45-AC00-4C47-8CB7-95D989A313E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80C1510-C56A-4D40-B180-AC3795F2EB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35 / 49</a:t>
            </a:r>
          </a:p>
        </p:txBody>
      </p:sp>
      <p:sp>
        <p:nvSpPr>
          <p:cNvPr id="35" name="">
            <a:extLst xmlns:a="http://schemas.openxmlformats.org/drawingml/2006/main">
              <a:ext uri="{FF2B5EF4-FFF2-40B4-BE49-F238E27FC236}">
                <a16:creationId xmlns:a16="http://schemas.microsoft.com/office/drawing/2014/main" id="{C4BD8816-9B1B-422B-8543-B2667E8E5EBA}"/>
              </a:ext>
            </a:extLst>
          </p:cNvPr>
          <p:cNvSpPr>
            <a:spLocks xmlns:a="http://schemas.openxmlformats.org/drawingml/2006/main" noGrp="1"/>
          </p:cNvSpPr>
          <p:nvPr/>
        </p:nvSpPr>
        <p:spPr>
          <a:xfrm xmlns:a="http://schemas.openxmlformats.org/drawingml/2006/main">
            <a:off x="809625" y="1476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全体に等しく分布する荷重</a:t>
            </a:r>
          </a:p>
        </p:txBody>
      </p:sp>
      <p:sp>
        <p:nvSpPr>
          <p:cNvPr id="36" name="">
            <a:extLst xmlns:a="http://schemas.openxmlformats.org/drawingml/2006/main">
              <a:ext uri="{FF2B5EF4-FFF2-40B4-BE49-F238E27FC236}">
                <a16:creationId xmlns:a16="http://schemas.microsoft.com/office/drawing/2014/main" id="{03152BA9-BACE-47A5-8680-9F7D17E2252C}"/>
              </a:ext>
            </a:extLst>
          </p:cNvPr>
          <p:cNvSpPr>
            <a:spLocks xmlns:a="http://schemas.openxmlformats.org/drawingml/2006/main" noGrp="1"/>
          </p:cNvSpPr>
          <p:nvPr/>
        </p:nvSpPr>
        <p:spPr>
          <a:xfrm xmlns:a="http://schemas.openxmlformats.org/drawingml/2006/main">
            <a:off x="1619250" y="2667000"/>
            <a:ext cx="5715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2427E88C-7B2F-49E6-842B-855EA610D5F9}"/>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8" name="">
            <a:extLst xmlns:a="http://schemas.openxmlformats.org/drawingml/2006/main">
              <a:ext uri="{FF2B5EF4-FFF2-40B4-BE49-F238E27FC236}">
                <a16:creationId xmlns:a16="http://schemas.microsoft.com/office/drawing/2014/main" id="{F73CB52D-D04E-4CB0-8629-5EC9083BAA91}"/>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9" name="">
            <a:extLst xmlns:a="http://schemas.openxmlformats.org/drawingml/2006/main">
              <a:ext uri="{FF2B5EF4-FFF2-40B4-BE49-F238E27FC236}">
                <a16:creationId xmlns:a16="http://schemas.microsoft.com/office/drawing/2014/main" id="{E59F4E82-4CF2-4B0A-AAF7-1F0F375DC33D}"/>
              </a:ext>
            </a:extLst>
          </p:cNvPr>
          <p:cNvSpPr>
            <a:spLocks xmlns:a="http://schemas.openxmlformats.org/drawingml/2006/main" noGrp="1"/>
          </p:cNvSpPr>
          <p:nvPr/>
        </p:nvSpPr>
        <p:spPr>
          <a:xfrm xmlns:a="http://schemas.openxmlformats.org/drawingml/2006/main">
            <a:off x="7172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0" name="">
            <a:extLst xmlns:a="http://schemas.openxmlformats.org/drawingml/2006/main">
              <a:ext uri="{FF2B5EF4-FFF2-40B4-BE49-F238E27FC236}">
                <a16:creationId xmlns:a16="http://schemas.microsoft.com/office/drawing/2014/main" id="{F9E0304E-C2B5-426D-A653-89DD672ABC80}"/>
              </a:ext>
            </a:extLst>
          </p:cNvPr>
          <p:cNvSpPr>
            <a:spLocks xmlns:a="http://schemas.openxmlformats.org/drawingml/2006/main" noGrp="1"/>
          </p:cNvSpPr>
          <p:nvPr/>
        </p:nvSpPr>
        <p:spPr>
          <a:xfrm xmlns:a="http://schemas.openxmlformats.org/drawingml/2006/main">
            <a:off x="72104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1" name="">
            <a:extLst xmlns:a="http://schemas.openxmlformats.org/drawingml/2006/main">
              <a:ext uri="{FF2B5EF4-FFF2-40B4-BE49-F238E27FC236}">
                <a16:creationId xmlns:a16="http://schemas.microsoft.com/office/drawing/2014/main" id="{4430D201-53B6-4B28-A93B-A876F6BDCF0F}"/>
              </a:ext>
            </a:extLst>
          </p:cNvPr>
          <p:cNvSpPr>
            <a:spLocks xmlns:a="http://schemas.openxmlformats.org/drawingml/2006/main" noGrp="1"/>
          </p:cNvSpPr>
          <p:nvPr/>
        </p:nvSpPr>
        <p:spPr>
          <a:xfrm xmlns:a="http://schemas.openxmlformats.org/drawingml/2006/main">
            <a:off x="73628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2" name="">
            <a:extLst xmlns:a="http://schemas.openxmlformats.org/drawingml/2006/main">
              <a:ext uri="{FF2B5EF4-FFF2-40B4-BE49-F238E27FC236}">
                <a16:creationId xmlns:a16="http://schemas.microsoft.com/office/drawing/2014/main" id="{6E42BDA2-67EB-4895-88CD-406DD4BDAC3E}"/>
              </a:ext>
            </a:extLst>
          </p:cNvPr>
          <p:cNvSpPr>
            <a:spLocks xmlns:a="http://schemas.openxmlformats.org/drawingml/2006/main" noGrp="1"/>
          </p:cNvSpPr>
          <p:nvPr/>
        </p:nvSpPr>
        <p:spPr>
          <a:xfrm xmlns:a="http://schemas.openxmlformats.org/drawingml/2006/main">
            <a:off x="70580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3" name="">
            <a:extLst xmlns:a="http://schemas.openxmlformats.org/drawingml/2006/main">
              <a:ext uri="{FF2B5EF4-FFF2-40B4-BE49-F238E27FC236}">
                <a16:creationId xmlns:a16="http://schemas.microsoft.com/office/drawing/2014/main" id="{F6B5FAB1-C44B-4CBF-A04C-B80799D2D7D8}"/>
              </a:ext>
            </a:extLst>
          </p:cNvPr>
          <p:cNvSpPr>
            <a:spLocks xmlns:a="http://schemas.openxmlformats.org/drawingml/2006/main" noGrp="1"/>
          </p:cNvSpPr>
          <p:nvPr/>
        </p:nvSpPr>
        <p:spPr>
          <a:xfrm xmlns:a="http://schemas.openxmlformats.org/drawingml/2006/main">
            <a:off x="1619250" y="205740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C4483C"/>
            </a:solidFill>
          </a:ln>
        </p:spPr>
      </p:sp>
      <p:sp>
        <p:nvSpPr>
          <p:cNvPr id="44" name="">
            <a:extLst xmlns:a="http://schemas.openxmlformats.org/drawingml/2006/main">
              <a:ext uri="{FF2B5EF4-FFF2-40B4-BE49-F238E27FC236}">
                <a16:creationId xmlns:a16="http://schemas.microsoft.com/office/drawing/2014/main" id="{01F6F900-67C8-424D-8A6B-14E47BF78753}"/>
              </a:ext>
            </a:extLst>
          </p:cNvPr>
          <p:cNvSpPr>
            <a:spLocks xmlns:a="http://schemas.openxmlformats.org/drawingml/2006/main" noGrp="1"/>
          </p:cNvSpPr>
          <p:nvPr/>
        </p:nvSpPr>
        <p:spPr>
          <a:xfrm xmlns:a="http://schemas.openxmlformats.org/drawingml/2006/main">
            <a:off x="1619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5" name="">
            <a:extLst xmlns:a="http://schemas.openxmlformats.org/drawingml/2006/main">
              <a:ext uri="{FF2B5EF4-FFF2-40B4-BE49-F238E27FC236}">
                <a16:creationId xmlns:a16="http://schemas.microsoft.com/office/drawing/2014/main" id="{5C99BEA3-4883-449B-BEA0-0FA70A7BB9D8}"/>
              </a:ext>
            </a:extLst>
          </p:cNvPr>
          <p:cNvSpPr>
            <a:spLocks xmlns:a="http://schemas.openxmlformats.org/drawingml/2006/main" noGrp="1"/>
          </p:cNvSpPr>
          <p:nvPr/>
        </p:nvSpPr>
        <p:spPr>
          <a:xfrm xmlns:a="http://schemas.openxmlformats.org/drawingml/2006/main">
            <a:off x="1587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6" name="">
            <a:extLst xmlns:a="http://schemas.openxmlformats.org/drawingml/2006/main">
              <a:ext uri="{FF2B5EF4-FFF2-40B4-BE49-F238E27FC236}">
                <a16:creationId xmlns:a16="http://schemas.microsoft.com/office/drawing/2014/main" id="{ABD0D9E8-2325-4F0C-8298-96E4706720E1}"/>
              </a:ext>
            </a:extLst>
          </p:cNvPr>
          <p:cNvSpPr>
            <a:spLocks xmlns:a="http://schemas.openxmlformats.org/drawingml/2006/main" noGrp="1"/>
          </p:cNvSpPr>
          <p:nvPr/>
        </p:nvSpPr>
        <p:spPr>
          <a:xfrm xmlns:a="http://schemas.openxmlformats.org/drawingml/2006/main">
            <a:off x="2190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7" name="">
            <a:extLst xmlns:a="http://schemas.openxmlformats.org/drawingml/2006/main">
              <a:ext uri="{FF2B5EF4-FFF2-40B4-BE49-F238E27FC236}">
                <a16:creationId xmlns:a16="http://schemas.microsoft.com/office/drawing/2014/main" id="{B5FE42CE-197B-4625-8072-F08F554ABD1B}"/>
              </a:ext>
            </a:extLst>
          </p:cNvPr>
          <p:cNvSpPr>
            <a:spLocks xmlns:a="http://schemas.openxmlformats.org/drawingml/2006/main" noGrp="1"/>
          </p:cNvSpPr>
          <p:nvPr/>
        </p:nvSpPr>
        <p:spPr>
          <a:xfrm xmlns:a="http://schemas.openxmlformats.org/drawingml/2006/main">
            <a:off x="2158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2C1C4834-ED6E-4EF6-9274-F2D5510E840F}"/>
              </a:ext>
            </a:extLst>
          </p:cNvPr>
          <p:cNvSpPr>
            <a:spLocks xmlns:a="http://schemas.openxmlformats.org/drawingml/2006/main" noGrp="1"/>
          </p:cNvSpPr>
          <p:nvPr/>
        </p:nvSpPr>
        <p:spPr>
          <a:xfrm xmlns:a="http://schemas.openxmlformats.org/drawingml/2006/main">
            <a:off x="2762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9" name="">
            <a:extLst xmlns:a="http://schemas.openxmlformats.org/drawingml/2006/main">
              <a:ext uri="{FF2B5EF4-FFF2-40B4-BE49-F238E27FC236}">
                <a16:creationId xmlns:a16="http://schemas.microsoft.com/office/drawing/2014/main" id="{5C52BF5E-E857-466A-94B0-1EA55A250D2D}"/>
              </a:ext>
            </a:extLst>
          </p:cNvPr>
          <p:cNvSpPr>
            <a:spLocks xmlns:a="http://schemas.openxmlformats.org/drawingml/2006/main" noGrp="1"/>
          </p:cNvSpPr>
          <p:nvPr/>
        </p:nvSpPr>
        <p:spPr>
          <a:xfrm xmlns:a="http://schemas.openxmlformats.org/drawingml/2006/main">
            <a:off x="2730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22D7A75C-466D-4C75-8052-187069074FDE}"/>
              </a:ext>
            </a:extLst>
          </p:cNvPr>
          <p:cNvSpPr>
            <a:spLocks xmlns:a="http://schemas.openxmlformats.org/drawingml/2006/main" noGrp="1"/>
          </p:cNvSpPr>
          <p:nvPr/>
        </p:nvSpPr>
        <p:spPr>
          <a:xfrm xmlns:a="http://schemas.openxmlformats.org/drawingml/2006/main">
            <a:off x="3333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8F820A29-0E53-4F82-99B6-6556FEEC0F20}"/>
              </a:ext>
            </a:extLst>
          </p:cNvPr>
          <p:cNvSpPr>
            <a:spLocks xmlns:a="http://schemas.openxmlformats.org/drawingml/2006/main" noGrp="1"/>
          </p:cNvSpPr>
          <p:nvPr/>
        </p:nvSpPr>
        <p:spPr>
          <a:xfrm xmlns:a="http://schemas.openxmlformats.org/drawingml/2006/main">
            <a:off x="3301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2" name="">
            <a:extLst xmlns:a="http://schemas.openxmlformats.org/drawingml/2006/main">
              <a:ext uri="{FF2B5EF4-FFF2-40B4-BE49-F238E27FC236}">
                <a16:creationId xmlns:a16="http://schemas.microsoft.com/office/drawing/2014/main" id="{49413C10-EEEA-48D1-86B6-870D0587B5F1}"/>
              </a:ext>
            </a:extLst>
          </p:cNvPr>
          <p:cNvSpPr>
            <a:spLocks xmlns:a="http://schemas.openxmlformats.org/drawingml/2006/main" noGrp="1"/>
          </p:cNvSpPr>
          <p:nvPr/>
        </p:nvSpPr>
        <p:spPr>
          <a:xfrm xmlns:a="http://schemas.openxmlformats.org/drawingml/2006/main">
            <a:off x="3905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3" name="">
            <a:extLst xmlns:a="http://schemas.openxmlformats.org/drawingml/2006/main">
              <a:ext uri="{FF2B5EF4-FFF2-40B4-BE49-F238E27FC236}">
                <a16:creationId xmlns:a16="http://schemas.microsoft.com/office/drawing/2014/main" id="{7670AC9D-8BBA-4911-8D68-473073644E93}"/>
              </a:ext>
            </a:extLst>
          </p:cNvPr>
          <p:cNvSpPr>
            <a:spLocks xmlns:a="http://schemas.openxmlformats.org/drawingml/2006/main" noGrp="1"/>
          </p:cNvSpPr>
          <p:nvPr/>
        </p:nvSpPr>
        <p:spPr>
          <a:xfrm xmlns:a="http://schemas.openxmlformats.org/drawingml/2006/main">
            <a:off x="3873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4" name="">
            <a:extLst xmlns:a="http://schemas.openxmlformats.org/drawingml/2006/main">
              <a:ext uri="{FF2B5EF4-FFF2-40B4-BE49-F238E27FC236}">
                <a16:creationId xmlns:a16="http://schemas.microsoft.com/office/drawing/2014/main" id="{12187E03-212B-4D00-A6E1-94F048E50183}"/>
              </a:ext>
            </a:extLst>
          </p:cNvPr>
          <p:cNvSpPr>
            <a:spLocks xmlns:a="http://schemas.openxmlformats.org/drawingml/2006/main" noGrp="1"/>
          </p:cNvSpPr>
          <p:nvPr/>
        </p:nvSpPr>
        <p:spPr>
          <a:xfrm xmlns:a="http://schemas.openxmlformats.org/drawingml/2006/main">
            <a:off x="4476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5" name="">
            <a:extLst xmlns:a="http://schemas.openxmlformats.org/drawingml/2006/main">
              <a:ext uri="{FF2B5EF4-FFF2-40B4-BE49-F238E27FC236}">
                <a16:creationId xmlns:a16="http://schemas.microsoft.com/office/drawing/2014/main" id="{454ED2E1-B58A-4930-86F9-0CF6B792A4B7}"/>
              </a:ext>
            </a:extLst>
          </p:cNvPr>
          <p:cNvSpPr>
            <a:spLocks xmlns:a="http://schemas.openxmlformats.org/drawingml/2006/main" noGrp="1"/>
          </p:cNvSpPr>
          <p:nvPr/>
        </p:nvSpPr>
        <p:spPr>
          <a:xfrm xmlns:a="http://schemas.openxmlformats.org/drawingml/2006/main">
            <a:off x="4444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6" name="">
            <a:extLst xmlns:a="http://schemas.openxmlformats.org/drawingml/2006/main">
              <a:ext uri="{FF2B5EF4-FFF2-40B4-BE49-F238E27FC236}">
                <a16:creationId xmlns:a16="http://schemas.microsoft.com/office/drawing/2014/main" id="{961584FE-ABEB-4DE7-B432-D7F141CA3683}"/>
              </a:ext>
            </a:extLst>
          </p:cNvPr>
          <p:cNvSpPr>
            <a:spLocks xmlns:a="http://schemas.openxmlformats.org/drawingml/2006/main" noGrp="1"/>
          </p:cNvSpPr>
          <p:nvPr/>
        </p:nvSpPr>
        <p:spPr>
          <a:xfrm xmlns:a="http://schemas.openxmlformats.org/drawingml/2006/main">
            <a:off x="5048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7" name="">
            <a:extLst xmlns:a="http://schemas.openxmlformats.org/drawingml/2006/main">
              <a:ext uri="{FF2B5EF4-FFF2-40B4-BE49-F238E27FC236}">
                <a16:creationId xmlns:a16="http://schemas.microsoft.com/office/drawing/2014/main" id="{5960EDD8-CCA2-46A9-A728-5669D2BB37A6}"/>
              </a:ext>
            </a:extLst>
          </p:cNvPr>
          <p:cNvSpPr>
            <a:spLocks xmlns:a="http://schemas.openxmlformats.org/drawingml/2006/main" noGrp="1"/>
          </p:cNvSpPr>
          <p:nvPr/>
        </p:nvSpPr>
        <p:spPr>
          <a:xfrm xmlns:a="http://schemas.openxmlformats.org/drawingml/2006/main">
            <a:off x="5016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8" name="">
            <a:extLst xmlns:a="http://schemas.openxmlformats.org/drawingml/2006/main">
              <a:ext uri="{FF2B5EF4-FFF2-40B4-BE49-F238E27FC236}">
                <a16:creationId xmlns:a16="http://schemas.microsoft.com/office/drawing/2014/main" id="{F08D6CE7-3E21-46C4-BD23-68F216A51CCC}"/>
              </a:ext>
            </a:extLst>
          </p:cNvPr>
          <p:cNvSpPr>
            <a:spLocks xmlns:a="http://schemas.openxmlformats.org/drawingml/2006/main" noGrp="1"/>
          </p:cNvSpPr>
          <p:nvPr/>
        </p:nvSpPr>
        <p:spPr>
          <a:xfrm xmlns:a="http://schemas.openxmlformats.org/drawingml/2006/main">
            <a:off x="5619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9" name="">
            <a:extLst xmlns:a="http://schemas.openxmlformats.org/drawingml/2006/main">
              <a:ext uri="{FF2B5EF4-FFF2-40B4-BE49-F238E27FC236}">
                <a16:creationId xmlns:a16="http://schemas.microsoft.com/office/drawing/2014/main" id="{39D4D8D5-21C2-4C70-B095-4466672F9D9F}"/>
              </a:ext>
            </a:extLst>
          </p:cNvPr>
          <p:cNvSpPr>
            <a:spLocks xmlns:a="http://schemas.openxmlformats.org/drawingml/2006/main" noGrp="1"/>
          </p:cNvSpPr>
          <p:nvPr/>
        </p:nvSpPr>
        <p:spPr>
          <a:xfrm xmlns:a="http://schemas.openxmlformats.org/drawingml/2006/main">
            <a:off x="5587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0" name="">
            <a:extLst xmlns:a="http://schemas.openxmlformats.org/drawingml/2006/main">
              <a:ext uri="{FF2B5EF4-FFF2-40B4-BE49-F238E27FC236}">
                <a16:creationId xmlns:a16="http://schemas.microsoft.com/office/drawing/2014/main" id="{49DEC658-25E1-402A-BAF3-2BD3B9825488}"/>
              </a:ext>
            </a:extLst>
          </p:cNvPr>
          <p:cNvSpPr>
            <a:spLocks xmlns:a="http://schemas.openxmlformats.org/drawingml/2006/main" noGrp="1"/>
          </p:cNvSpPr>
          <p:nvPr/>
        </p:nvSpPr>
        <p:spPr>
          <a:xfrm xmlns:a="http://schemas.openxmlformats.org/drawingml/2006/main">
            <a:off x="6191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1" name="">
            <a:extLst xmlns:a="http://schemas.openxmlformats.org/drawingml/2006/main">
              <a:ext uri="{FF2B5EF4-FFF2-40B4-BE49-F238E27FC236}">
                <a16:creationId xmlns:a16="http://schemas.microsoft.com/office/drawing/2014/main" id="{F097A093-714B-41D7-AB3C-07BE91EA3407}"/>
              </a:ext>
            </a:extLst>
          </p:cNvPr>
          <p:cNvSpPr>
            <a:spLocks xmlns:a="http://schemas.openxmlformats.org/drawingml/2006/main" noGrp="1"/>
          </p:cNvSpPr>
          <p:nvPr/>
        </p:nvSpPr>
        <p:spPr>
          <a:xfrm xmlns:a="http://schemas.openxmlformats.org/drawingml/2006/main">
            <a:off x="6159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2" name="">
            <a:extLst xmlns:a="http://schemas.openxmlformats.org/drawingml/2006/main">
              <a:ext uri="{FF2B5EF4-FFF2-40B4-BE49-F238E27FC236}">
                <a16:creationId xmlns:a16="http://schemas.microsoft.com/office/drawing/2014/main" id="{2EA5F018-8235-4DCA-8A6C-DF525B2F505C}"/>
              </a:ext>
            </a:extLst>
          </p:cNvPr>
          <p:cNvSpPr>
            <a:spLocks xmlns:a="http://schemas.openxmlformats.org/drawingml/2006/main" noGrp="1"/>
          </p:cNvSpPr>
          <p:nvPr/>
        </p:nvSpPr>
        <p:spPr>
          <a:xfrm xmlns:a="http://schemas.openxmlformats.org/drawingml/2006/main">
            <a:off x="6762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3" name="">
            <a:extLst xmlns:a="http://schemas.openxmlformats.org/drawingml/2006/main">
              <a:ext uri="{FF2B5EF4-FFF2-40B4-BE49-F238E27FC236}">
                <a16:creationId xmlns:a16="http://schemas.microsoft.com/office/drawing/2014/main" id="{EF1647F8-01A5-4168-85E1-E10D44B5AACC}"/>
              </a:ext>
            </a:extLst>
          </p:cNvPr>
          <p:cNvSpPr>
            <a:spLocks xmlns:a="http://schemas.openxmlformats.org/drawingml/2006/main" noGrp="1"/>
          </p:cNvSpPr>
          <p:nvPr/>
        </p:nvSpPr>
        <p:spPr>
          <a:xfrm xmlns:a="http://schemas.openxmlformats.org/drawingml/2006/main">
            <a:off x="6730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4" name="">
            <a:extLst xmlns:a="http://schemas.openxmlformats.org/drawingml/2006/main">
              <a:ext uri="{FF2B5EF4-FFF2-40B4-BE49-F238E27FC236}">
                <a16:creationId xmlns:a16="http://schemas.microsoft.com/office/drawing/2014/main" id="{7E8D8655-C811-48BF-ACC0-BAD5E2266FBF}"/>
              </a:ext>
            </a:extLst>
          </p:cNvPr>
          <p:cNvSpPr>
            <a:spLocks xmlns:a="http://schemas.openxmlformats.org/drawingml/2006/main" noGrp="1"/>
          </p:cNvSpPr>
          <p:nvPr/>
        </p:nvSpPr>
        <p:spPr>
          <a:xfrm xmlns:a="http://schemas.openxmlformats.org/drawingml/2006/main">
            <a:off x="7334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5" name="">
            <a:extLst xmlns:a="http://schemas.openxmlformats.org/drawingml/2006/main">
              <a:ext uri="{FF2B5EF4-FFF2-40B4-BE49-F238E27FC236}">
                <a16:creationId xmlns:a16="http://schemas.microsoft.com/office/drawing/2014/main" id="{0C994F63-2705-4B1F-B197-09CD08E15196}"/>
              </a:ext>
            </a:extLst>
          </p:cNvPr>
          <p:cNvSpPr>
            <a:spLocks xmlns:a="http://schemas.openxmlformats.org/drawingml/2006/main" noGrp="1"/>
          </p:cNvSpPr>
          <p:nvPr/>
        </p:nvSpPr>
        <p:spPr>
          <a:xfrm xmlns:a="http://schemas.openxmlformats.org/drawingml/2006/main">
            <a:off x="7302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6" name="">
            <a:extLst xmlns:a="http://schemas.openxmlformats.org/drawingml/2006/main">
              <a:ext uri="{FF2B5EF4-FFF2-40B4-BE49-F238E27FC236}">
                <a16:creationId xmlns:a16="http://schemas.microsoft.com/office/drawing/2014/main" id="{29B5D1E7-F2C0-42D8-A2D7-8F30DF692BE6}"/>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67" name="">
            <a:extLst xmlns:a="http://schemas.openxmlformats.org/drawingml/2006/main">
              <a:ext uri="{FF2B5EF4-FFF2-40B4-BE49-F238E27FC236}">
                <a16:creationId xmlns:a16="http://schemas.microsoft.com/office/drawing/2014/main" id="{1D2343D3-C9F1-47EE-AD20-59CB57903880}"/>
              </a:ext>
            </a:extLst>
          </p:cNvPr>
          <p:cNvSpPr>
            <a:spLocks xmlns:a="http://schemas.openxmlformats.org/drawingml/2006/main" noGrp="1"/>
          </p:cNvSpPr>
          <p:nvPr/>
        </p:nvSpPr>
        <p:spPr>
          <a:xfrm xmlns:a="http://schemas.openxmlformats.org/drawingml/2006/main">
            <a:off x="76485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68" name="">
            <a:extLst xmlns:a="http://schemas.openxmlformats.org/drawingml/2006/main">
              <a:ext uri="{FF2B5EF4-FFF2-40B4-BE49-F238E27FC236}">
                <a16:creationId xmlns:a16="http://schemas.microsoft.com/office/drawing/2014/main" id="{557C0F29-155C-4504-9E0A-D535D8CB2A3C}"/>
              </a:ext>
            </a:extLst>
          </p:cNvPr>
          <p:cNvSpPr>
            <a:spLocks xmlns:a="http://schemas.openxmlformats.org/drawingml/2006/main" noGrp="1"/>
          </p:cNvSpPr>
          <p:nvPr/>
        </p:nvSpPr>
        <p:spPr>
          <a:xfrm xmlns:a="http://schemas.openxmlformats.org/drawingml/2006/main">
            <a:off x="5000625" y="14763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w = 400 N/m</a:t>
            </a:r>
          </a:p>
        </p:txBody>
      </p:sp>
      <p:sp>
        <p:nvSpPr>
          <p:cNvPr id="69" name="">
            <a:extLst xmlns:a="http://schemas.openxmlformats.org/drawingml/2006/main">
              <a:ext uri="{FF2B5EF4-FFF2-40B4-BE49-F238E27FC236}">
                <a16:creationId xmlns:a16="http://schemas.microsoft.com/office/drawing/2014/main" id="{F5785A50-0005-4042-A2BE-9E72E2C48F5E}"/>
              </a:ext>
            </a:extLst>
          </p:cNvPr>
          <p:cNvSpPr>
            <a:spLocks xmlns:a="http://schemas.openxmlformats.org/drawingml/2006/main" noGrp="1"/>
          </p:cNvSpPr>
          <p:nvPr/>
        </p:nvSpPr>
        <p:spPr>
          <a:xfrm xmlns:a="http://schemas.openxmlformats.org/drawingml/2006/main">
            <a:off x="1619250" y="35242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C0EA6EAD-F0BA-4108-8E35-1324C4F3766D}"/>
              </a:ext>
            </a:extLst>
          </p:cNvPr>
          <p:cNvSpPr>
            <a:spLocks xmlns:a="http://schemas.openxmlformats.org/drawingml/2006/main" noGrp="1"/>
          </p:cNvSpPr>
          <p:nvPr/>
        </p:nvSpPr>
        <p:spPr>
          <a:xfrm xmlns:a="http://schemas.openxmlformats.org/drawingml/2006/main">
            <a:off x="7267575" y="34962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171C99D2-D4F9-419E-944B-0D99C374E1C1}"/>
              </a:ext>
            </a:extLst>
          </p:cNvPr>
          <p:cNvSpPr>
            <a:spLocks xmlns:a="http://schemas.openxmlformats.org/drawingml/2006/main" noGrp="1"/>
          </p:cNvSpPr>
          <p:nvPr/>
        </p:nvSpPr>
        <p:spPr>
          <a:xfrm xmlns:a="http://schemas.openxmlformats.org/drawingml/2006/main">
            <a:off x="1619250" y="3524250"/>
            <a:ext cx="5715000" cy="9525"/>
          </a:xfrm>
          <a:custGeom xmlns:a="http://schemas.openxmlformats.org/drawingml/2006/main">
            <a:pathLst>
              <a:path w="5715000" h="9525">
                <a:moveTo>
                  <a:pt x="5715000" y="0"/>
                </a:moveTo>
                <a:lnTo>
                  <a:pt x="0" y="0"/>
                </a:lnTo>
              </a:path>
            </a:pathLst>
          </a:custGeom>
          <a:noFill xmlns:a="http://schemas.openxmlformats.org/drawingml/2006/main"/>
          <a:ln xmlns:a="http://schemas.openxmlformats.org/drawingml/2006/main" w="13335">
            <a:solidFill>
              <a:srgbClr val="71818B"/>
            </a:solidFill>
          </a:ln>
        </p:spPr>
      </p:sp>
      <p:sp>
        <p:nvSpPr>
          <p:cNvPr id="72" name="">
            <a:extLst xmlns:a="http://schemas.openxmlformats.org/drawingml/2006/main">
              <a:ext uri="{FF2B5EF4-FFF2-40B4-BE49-F238E27FC236}">
                <a16:creationId xmlns:a16="http://schemas.microsoft.com/office/drawing/2014/main" id="{6C5B4492-033D-4EEF-8F86-C3773C6799F1}"/>
              </a:ext>
            </a:extLst>
          </p:cNvPr>
          <p:cNvSpPr>
            <a:spLocks xmlns:a="http://schemas.openxmlformats.org/drawingml/2006/main" noGrp="1"/>
          </p:cNvSpPr>
          <p:nvPr/>
        </p:nvSpPr>
        <p:spPr>
          <a:xfrm xmlns:a="http://schemas.openxmlformats.org/drawingml/2006/main">
            <a:off x="1619250" y="34962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3" name="">
            <a:extLst xmlns:a="http://schemas.openxmlformats.org/drawingml/2006/main">
              <a:ext uri="{FF2B5EF4-FFF2-40B4-BE49-F238E27FC236}">
                <a16:creationId xmlns:a16="http://schemas.microsoft.com/office/drawing/2014/main" id="{83AFBF4E-2CEE-4C5F-8371-BF2E211F4253}"/>
              </a:ext>
            </a:extLst>
          </p:cNvPr>
          <p:cNvSpPr>
            <a:spLocks xmlns:a="http://schemas.openxmlformats.org/drawingml/2006/main" noGrp="1"/>
          </p:cNvSpPr>
          <p:nvPr/>
        </p:nvSpPr>
        <p:spPr>
          <a:xfrm xmlns:a="http://schemas.openxmlformats.org/drawingml/2006/main">
            <a:off x="1619250" y="3571875"/>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a:t>
            </a:r>
          </a:p>
        </p:txBody>
      </p:sp>
      <p:sp>
        <p:nvSpPr>
          <p:cNvPr id="74" name="">
            <a:extLst xmlns:a="http://schemas.openxmlformats.org/drawingml/2006/main">
              <a:ext uri="{FF2B5EF4-FFF2-40B4-BE49-F238E27FC236}">
                <a16:creationId xmlns:a16="http://schemas.microsoft.com/office/drawing/2014/main" id="{99F02971-4F52-4542-95BF-1FE5F34B48E1}"/>
              </a:ext>
            </a:extLst>
          </p:cNvPr>
          <p:cNvSpPr>
            <a:spLocks xmlns:a="http://schemas.openxmlformats.org/drawingml/2006/main" noGrp="1"/>
          </p:cNvSpPr>
          <p:nvPr/>
        </p:nvSpPr>
        <p:spPr>
          <a:xfrm xmlns:a="http://schemas.openxmlformats.org/drawingml/2006/main">
            <a:off x="809625" y="409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全体のつり合いに使う合力</a:t>
            </a:r>
          </a:p>
        </p:txBody>
      </p:sp>
      <p:sp>
        <p:nvSpPr>
          <p:cNvPr id="75" name="">
            <a:extLst xmlns:a="http://schemas.openxmlformats.org/drawingml/2006/main">
              <a:ext uri="{FF2B5EF4-FFF2-40B4-BE49-F238E27FC236}">
                <a16:creationId xmlns:a16="http://schemas.microsoft.com/office/drawing/2014/main" id="{EE5A8AE5-E73D-4F0E-9974-309B08521449}"/>
              </a:ext>
            </a:extLst>
          </p:cNvPr>
          <p:cNvSpPr>
            <a:spLocks xmlns:a="http://schemas.openxmlformats.org/drawingml/2006/main" noGrp="1"/>
          </p:cNvSpPr>
          <p:nvPr/>
        </p:nvSpPr>
        <p:spPr>
          <a:xfrm xmlns:a="http://schemas.openxmlformats.org/drawingml/2006/main">
            <a:off x="1619250" y="5000625"/>
            <a:ext cx="5715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FA993CDF-35F7-4B66-8558-12A8466E73B6}"/>
              </a:ext>
            </a:extLst>
          </p:cNvPr>
          <p:cNvSpPr>
            <a:spLocks xmlns:a="http://schemas.openxmlformats.org/drawingml/2006/main" noGrp="1"/>
          </p:cNvSpPr>
          <p:nvPr/>
        </p:nvSpPr>
        <p:spPr>
          <a:xfrm xmlns:a="http://schemas.openxmlformats.org/drawingml/2006/main">
            <a:off x="1457325" y="51720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77" name="">
            <a:extLst xmlns:a="http://schemas.openxmlformats.org/drawingml/2006/main">
              <a:ext uri="{FF2B5EF4-FFF2-40B4-BE49-F238E27FC236}">
                <a16:creationId xmlns:a16="http://schemas.microsoft.com/office/drawing/2014/main" id="{B5C93126-96F6-44FD-A76A-FF0EDDBE3035}"/>
              </a:ext>
            </a:extLst>
          </p:cNvPr>
          <p:cNvSpPr>
            <a:spLocks xmlns:a="http://schemas.openxmlformats.org/drawingml/2006/main" noGrp="1"/>
          </p:cNvSpPr>
          <p:nvPr/>
        </p:nvSpPr>
        <p:spPr>
          <a:xfrm xmlns:a="http://schemas.openxmlformats.org/drawingml/2006/main">
            <a:off x="1343025" y="5467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78" name="">
            <a:extLst xmlns:a="http://schemas.openxmlformats.org/drawingml/2006/main">
              <a:ext uri="{FF2B5EF4-FFF2-40B4-BE49-F238E27FC236}">
                <a16:creationId xmlns:a16="http://schemas.microsoft.com/office/drawing/2014/main" id="{4B757F7F-5267-4B5A-AA93-C6ECF6A573F6}"/>
              </a:ext>
            </a:extLst>
          </p:cNvPr>
          <p:cNvSpPr>
            <a:spLocks xmlns:a="http://schemas.openxmlformats.org/drawingml/2006/main" noGrp="1"/>
          </p:cNvSpPr>
          <p:nvPr/>
        </p:nvSpPr>
        <p:spPr>
          <a:xfrm xmlns:a="http://schemas.openxmlformats.org/drawingml/2006/main">
            <a:off x="7172325" y="51720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79" name="">
            <a:extLst xmlns:a="http://schemas.openxmlformats.org/drawingml/2006/main">
              <a:ext uri="{FF2B5EF4-FFF2-40B4-BE49-F238E27FC236}">
                <a16:creationId xmlns:a16="http://schemas.microsoft.com/office/drawing/2014/main" id="{D469DBCB-6717-4B5C-B9C1-E5B6737E5F24}"/>
              </a:ext>
            </a:extLst>
          </p:cNvPr>
          <p:cNvSpPr>
            <a:spLocks xmlns:a="http://schemas.openxmlformats.org/drawingml/2006/main" noGrp="1"/>
          </p:cNvSpPr>
          <p:nvPr/>
        </p:nvSpPr>
        <p:spPr>
          <a:xfrm xmlns:a="http://schemas.openxmlformats.org/drawingml/2006/main">
            <a:off x="7210425" y="54292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0" name="">
            <a:extLst xmlns:a="http://schemas.openxmlformats.org/drawingml/2006/main">
              <a:ext uri="{FF2B5EF4-FFF2-40B4-BE49-F238E27FC236}">
                <a16:creationId xmlns:a16="http://schemas.microsoft.com/office/drawing/2014/main" id="{BE5EED16-F389-464F-BE53-A9FEB22DAD0B}"/>
              </a:ext>
            </a:extLst>
          </p:cNvPr>
          <p:cNvSpPr>
            <a:spLocks xmlns:a="http://schemas.openxmlformats.org/drawingml/2006/main" noGrp="1"/>
          </p:cNvSpPr>
          <p:nvPr/>
        </p:nvSpPr>
        <p:spPr>
          <a:xfrm xmlns:a="http://schemas.openxmlformats.org/drawingml/2006/main">
            <a:off x="7362825" y="54292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1" name="">
            <a:extLst xmlns:a="http://schemas.openxmlformats.org/drawingml/2006/main">
              <a:ext uri="{FF2B5EF4-FFF2-40B4-BE49-F238E27FC236}">
                <a16:creationId xmlns:a16="http://schemas.microsoft.com/office/drawing/2014/main" id="{DD301367-5831-4D3C-BA41-ADD00A907107}"/>
              </a:ext>
            </a:extLst>
          </p:cNvPr>
          <p:cNvSpPr>
            <a:spLocks xmlns:a="http://schemas.openxmlformats.org/drawingml/2006/main" noGrp="1"/>
          </p:cNvSpPr>
          <p:nvPr/>
        </p:nvSpPr>
        <p:spPr>
          <a:xfrm xmlns:a="http://schemas.openxmlformats.org/drawingml/2006/main">
            <a:off x="7058025" y="55435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82" name="">
            <a:extLst xmlns:a="http://schemas.openxmlformats.org/drawingml/2006/main">
              <a:ext uri="{FF2B5EF4-FFF2-40B4-BE49-F238E27FC236}">
                <a16:creationId xmlns:a16="http://schemas.microsoft.com/office/drawing/2014/main" id="{FF2D2DAE-B1D8-4F1E-8020-4A32B9031BAA}"/>
              </a:ext>
            </a:extLst>
          </p:cNvPr>
          <p:cNvSpPr>
            <a:spLocks xmlns:a="http://schemas.openxmlformats.org/drawingml/2006/main" noGrp="1"/>
          </p:cNvSpPr>
          <p:nvPr/>
        </p:nvSpPr>
        <p:spPr>
          <a:xfrm xmlns:a="http://schemas.openxmlformats.org/drawingml/2006/main">
            <a:off x="1000125" y="52959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83" name="">
            <a:extLst xmlns:a="http://schemas.openxmlformats.org/drawingml/2006/main">
              <a:ext uri="{FF2B5EF4-FFF2-40B4-BE49-F238E27FC236}">
                <a16:creationId xmlns:a16="http://schemas.microsoft.com/office/drawing/2014/main" id="{0D688BE7-09AE-471E-BDAB-C21D0BA0583D}"/>
              </a:ext>
            </a:extLst>
          </p:cNvPr>
          <p:cNvSpPr>
            <a:spLocks xmlns:a="http://schemas.openxmlformats.org/drawingml/2006/main" noGrp="1"/>
          </p:cNvSpPr>
          <p:nvPr/>
        </p:nvSpPr>
        <p:spPr>
          <a:xfrm xmlns:a="http://schemas.openxmlformats.org/drawingml/2006/main">
            <a:off x="7648575" y="53625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84" name="">
            <a:extLst xmlns:a="http://schemas.openxmlformats.org/drawingml/2006/main">
              <a:ext uri="{FF2B5EF4-FFF2-40B4-BE49-F238E27FC236}">
                <a16:creationId xmlns:a16="http://schemas.microsoft.com/office/drawing/2014/main" id="{D722B649-D931-4F46-9AF4-63931782865F}"/>
              </a:ext>
            </a:extLst>
          </p:cNvPr>
          <p:cNvSpPr>
            <a:spLocks xmlns:a="http://schemas.openxmlformats.org/drawingml/2006/main" noGrp="1"/>
          </p:cNvSpPr>
          <p:nvPr/>
        </p:nvSpPr>
        <p:spPr>
          <a:xfrm xmlns:a="http://schemas.openxmlformats.org/drawingml/2006/main">
            <a:off x="4476750" y="4352925"/>
            <a:ext cx="9525" cy="600075"/>
          </a:xfrm>
          <a:custGeom xmlns:a="http://schemas.openxmlformats.org/drawingml/2006/main">
            <a:pathLst>
              <a:path w="9525" h="600075">
                <a:moveTo>
                  <a:pt x="0" y="0"/>
                </a:moveTo>
                <a:lnTo>
                  <a:pt x="0" y="600075"/>
                </a:lnTo>
              </a:path>
            </a:pathLst>
          </a:custGeom>
          <a:noFill xmlns:a="http://schemas.openxmlformats.org/drawingml/2006/main"/>
          <a:ln xmlns:a="http://schemas.openxmlformats.org/drawingml/2006/main" w="28575">
            <a:solidFill>
              <a:srgbClr val="C4483C"/>
            </a:solidFill>
          </a:ln>
        </p:spPr>
      </p:sp>
      <p:sp>
        <p:nvSpPr>
          <p:cNvPr id="85" name="">
            <a:extLst xmlns:a="http://schemas.openxmlformats.org/drawingml/2006/main">
              <a:ext uri="{FF2B5EF4-FFF2-40B4-BE49-F238E27FC236}">
                <a16:creationId xmlns:a16="http://schemas.microsoft.com/office/drawing/2014/main" id="{F66A648F-1CAF-4832-8703-15E4D791A1FA}"/>
              </a:ext>
            </a:extLst>
          </p:cNvPr>
          <p:cNvSpPr>
            <a:spLocks xmlns:a="http://schemas.openxmlformats.org/drawingml/2006/main" noGrp="1"/>
          </p:cNvSpPr>
          <p:nvPr/>
        </p:nvSpPr>
        <p:spPr>
          <a:xfrm xmlns:a="http://schemas.openxmlformats.org/drawingml/2006/main">
            <a:off x="4428744" y="4838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86" name="">
            <a:extLst xmlns:a="http://schemas.openxmlformats.org/drawingml/2006/main">
              <a:ext uri="{FF2B5EF4-FFF2-40B4-BE49-F238E27FC236}">
                <a16:creationId xmlns:a16="http://schemas.microsoft.com/office/drawing/2014/main" id="{44B850B4-86F6-42F1-84A0-00FE4D3F8D7D}"/>
              </a:ext>
            </a:extLst>
          </p:cNvPr>
          <p:cNvSpPr>
            <a:spLocks xmlns:a="http://schemas.openxmlformats.org/drawingml/2006/main" noGrp="1"/>
          </p:cNvSpPr>
          <p:nvPr/>
        </p:nvSpPr>
        <p:spPr>
          <a:xfrm xmlns:a="http://schemas.openxmlformats.org/drawingml/2006/main">
            <a:off x="5000625" y="44767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W = wL</a:t>
            </a:r>
          </a:p>
        </p:txBody>
      </p:sp>
      <p:sp>
        <p:nvSpPr>
          <p:cNvPr id="87" name="">
            <a:extLst xmlns:a="http://schemas.openxmlformats.org/drawingml/2006/main">
              <a:ext uri="{FF2B5EF4-FFF2-40B4-BE49-F238E27FC236}">
                <a16:creationId xmlns:a16="http://schemas.microsoft.com/office/drawing/2014/main" id="{FCB9B020-49FF-49E7-8D40-E78D6420BD57}"/>
              </a:ext>
            </a:extLst>
          </p:cNvPr>
          <p:cNvSpPr>
            <a:spLocks xmlns:a="http://schemas.openxmlformats.org/drawingml/2006/main" noGrp="1"/>
          </p:cNvSpPr>
          <p:nvPr/>
        </p:nvSpPr>
        <p:spPr>
          <a:xfrm xmlns:a="http://schemas.openxmlformats.org/drawingml/2006/main">
            <a:off x="1619250" y="5429250"/>
            <a:ext cx="2857500" cy="9525"/>
          </a:xfrm>
          <a:custGeom xmlns:a="http://schemas.openxmlformats.org/drawingml/2006/main">
            <a:pathLst>
              <a:path w="2857500" h="9525">
                <a:moveTo>
                  <a:pt x="0" y="0"/>
                </a:moveTo>
                <a:lnTo>
                  <a:pt x="2857500" y="0"/>
                </a:lnTo>
              </a:path>
            </a:pathLst>
          </a:custGeom>
          <a:noFill xmlns:a="http://schemas.openxmlformats.org/drawingml/2006/main"/>
          <a:ln xmlns:a="http://schemas.openxmlformats.org/drawingml/2006/main" w="13335">
            <a:solidFill>
              <a:srgbClr val="C4483C"/>
            </a:solidFill>
          </a:ln>
        </p:spPr>
      </p:sp>
      <p:sp>
        <p:nvSpPr>
          <p:cNvPr id="88" name="">
            <a:extLst xmlns:a="http://schemas.openxmlformats.org/drawingml/2006/main">
              <a:ext uri="{FF2B5EF4-FFF2-40B4-BE49-F238E27FC236}">
                <a16:creationId xmlns:a16="http://schemas.microsoft.com/office/drawing/2014/main" id="{49A9E7B5-3ACC-457C-9195-41301B9254CB}"/>
              </a:ext>
            </a:extLst>
          </p:cNvPr>
          <p:cNvSpPr>
            <a:spLocks xmlns:a="http://schemas.openxmlformats.org/drawingml/2006/main" noGrp="1"/>
          </p:cNvSpPr>
          <p:nvPr/>
        </p:nvSpPr>
        <p:spPr>
          <a:xfrm xmlns:a="http://schemas.openxmlformats.org/drawingml/2006/main">
            <a:off x="4410075" y="5401246"/>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89" name="">
            <a:extLst xmlns:a="http://schemas.openxmlformats.org/drawingml/2006/main">
              <a:ext uri="{FF2B5EF4-FFF2-40B4-BE49-F238E27FC236}">
                <a16:creationId xmlns:a16="http://schemas.microsoft.com/office/drawing/2014/main" id="{4E7705FB-EEBB-40F8-A666-08281F17C62A}"/>
              </a:ext>
            </a:extLst>
          </p:cNvPr>
          <p:cNvSpPr>
            <a:spLocks xmlns:a="http://schemas.openxmlformats.org/drawingml/2006/main" noGrp="1"/>
          </p:cNvSpPr>
          <p:nvPr/>
        </p:nvSpPr>
        <p:spPr>
          <a:xfrm xmlns:a="http://schemas.openxmlformats.org/drawingml/2006/main">
            <a:off x="1619250" y="5429250"/>
            <a:ext cx="2857500" cy="9525"/>
          </a:xfrm>
          <a:custGeom xmlns:a="http://schemas.openxmlformats.org/drawingml/2006/main">
            <a:pathLst>
              <a:path w="2857500" h="9525">
                <a:moveTo>
                  <a:pt x="2857500" y="0"/>
                </a:moveTo>
                <a:lnTo>
                  <a:pt x="0" y="0"/>
                </a:lnTo>
              </a:path>
            </a:pathLst>
          </a:custGeom>
          <a:noFill xmlns:a="http://schemas.openxmlformats.org/drawingml/2006/main"/>
          <a:ln xmlns:a="http://schemas.openxmlformats.org/drawingml/2006/main" w="13335">
            <a:solidFill>
              <a:srgbClr val="C4483C"/>
            </a:solidFill>
          </a:ln>
        </p:spPr>
      </p:sp>
      <p:sp>
        <p:nvSpPr>
          <p:cNvPr id="90" name="">
            <a:extLst xmlns:a="http://schemas.openxmlformats.org/drawingml/2006/main">
              <a:ext uri="{FF2B5EF4-FFF2-40B4-BE49-F238E27FC236}">
                <a16:creationId xmlns:a16="http://schemas.microsoft.com/office/drawing/2014/main" id="{75ED7954-9740-4484-9B19-478B4ABBB126}"/>
              </a:ext>
            </a:extLst>
          </p:cNvPr>
          <p:cNvSpPr>
            <a:spLocks xmlns:a="http://schemas.openxmlformats.org/drawingml/2006/main" noGrp="1"/>
          </p:cNvSpPr>
          <p:nvPr/>
        </p:nvSpPr>
        <p:spPr>
          <a:xfrm xmlns:a="http://schemas.openxmlformats.org/drawingml/2006/main">
            <a:off x="1619250" y="5401246"/>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91" name="">
            <a:extLst xmlns:a="http://schemas.openxmlformats.org/drawingml/2006/main">
              <a:ext uri="{FF2B5EF4-FFF2-40B4-BE49-F238E27FC236}">
                <a16:creationId xmlns:a16="http://schemas.microsoft.com/office/drawing/2014/main" id="{652E1A4B-B157-4C36-8387-D2A1B9C6EF62}"/>
              </a:ext>
            </a:extLst>
          </p:cNvPr>
          <p:cNvSpPr>
            <a:spLocks xmlns:a="http://schemas.openxmlformats.org/drawingml/2006/main" noGrp="1"/>
          </p:cNvSpPr>
          <p:nvPr/>
        </p:nvSpPr>
        <p:spPr>
          <a:xfrm xmlns:a="http://schemas.openxmlformats.org/drawingml/2006/main">
            <a:off x="1619250" y="547687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L/2</a:t>
            </a:r>
          </a:p>
        </p:txBody>
      </p:sp>
      <p:sp>
        <p:nvSpPr>
          <p:cNvPr id="92" name="">
            <a:extLst xmlns:a="http://schemas.openxmlformats.org/drawingml/2006/main">
              <a:ext uri="{FF2B5EF4-FFF2-40B4-BE49-F238E27FC236}">
                <a16:creationId xmlns:a16="http://schemas.microsoft.com/office/drawing/2014/main" id="{5EC76209-28E1-4EE8-8134-E9A069923AFB}"/>
              </a:ext>
            </a:extLst>
          </p:cNvPr>
          <p:cNvSpPr>
            <a:spLocks xmlns:a="http://schemas.openxmlformats.org/drawingml/2006/main" noGrp="1"/>
          </p:cNvSpPr>
          <p:nvPr/>
        </p:nvSpPr>
        <p:spPr>
          <a:xfrm xmlns:a="http://schemas.openxmlformats.org/drawingml/2006/main">
            <a:off x="8239125" y="20955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RA + RB = wL</a:t>
            </a:r>
          </a:p>
        </p:txBody>
      </p:sp>
      <p:sp>
        <p:nvSpPr>
          <p:cNvPr id="93" name="">
            <a:extLst xmlns:a="http://schemas.openxmlformats.org/drawingml/2006/main">
              <a:ext uri="{FF2B5EF4-FFF2-40B4-BE49-F238E27FC236}">
                <a16:creationId xmlns:a16="http://schemas.microsoft.com/office/drawing/2014/main" id="{77766340-F44F-4B30-8E5E-9BFA95ED8C06}"/>
              </a:ext>
            </a:extLst>
          </p:cNvPr>
          <p:cNvSpPr>
            <a:spLocks xmlns:a="http://schemas.openxmlformats.org/drawingml/2006/main" noGrp="1"/>
          </p:cNvSpPr>
          <p:nvPr/>
        </p:nvSpPr>
        <p:spPr>
          <a:xfrm xmlns:a="http://schemas.openxmlformats.org/drawingml/2006/main">
            <a:off x="8239125" y="28575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LRB − (wL)(L/2) = 0</a:t>
            </a:r>
          </a:p>
        </p:txBody>
      </p:sp>
      <p:sp>
        <p:nvSpPr>
          <p:cNvPr id="94" name="">
            <a:extLst xmlns:a="http://schemas.openxmlformats.org/drawingml/2006/main">
              <a:ext uri="{FF2B5EF4-FFF2-40B4-BE49-F238E27FC236}">
                <a16:creationId xmlns:a16="http://schemas.microsoft.com/office/drawing/2014/main" id="{A3B45AE5-BABA-4597-A499-0E5CD64E3C2A}"/>
              </a:ext>
            </a:extLst>
          </p:cNvPr>
          <p:cNvSpPr>
            <a:spLocks xmlns:a="http://schemas.openxmlformats.org/drawingml/2006/main" noGrp="1"/>
          </p:cNvSpPr>
          <p:nvPr/>
        </p:nvSpPr>
        <p:spPr>
          <a:xfrm xmlns:a="http://schemas.openxmlformats.org/drawingml/2006/main">
            <a:off x="8239125" y="4191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w：1 mあたりの荷重</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W：全体の荷重</a:t>
            </a:r>
          </a:p>
        </p:txBody>
      </p:sp>
      <p:sp>
        <p:nvSpPr>
          <p:cNvPr id="95" name="">
            <a:extLst xmlns:a="http://schemas.openxmlformats.org/drawingml/2006/main">
              <a:ext uri="{FF2B5EF4-FFF2-40B4-BE49-F238E27FC236}">
                <a16:creationId xmlns:a16="http://schemas.microsoft.com/office/drawing/2014/main" id="{758380B9-0A3A-4D04-98FC-B9070FFC9341}"/>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この置換で求められるのは全体の反力。切断面の左右への荷重の分かれ方までは保たない。</a:t>
            </a:r>
          </a:p>
        </p:txBody>
      </p:sp>
    </p:spTree>
    <p:extLst>
      <p:ext uri="{BB962C8B-B14F-4D97-AF65-F5344CB8AC3E}">
        <p14:creationId xmlns:p14="http://schemas.microsoft.com/office/powerpoint/2010/main" val="5709079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186A2A1-BE2D-48A6-8F64-D254FBE64FEC}"/>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等分布荷重の SFD は直線、BMD は放物線</a:t>
            </a:r>
          </a:p>
        </p:txBody>
      </p:sp>
      <p:cxnSp>
        <p:nvCxnSpPr>
          <p:cNvPr id="2" name="">
            <a:extLst xmlns:a="http://schemas.openxmlformats.org/drawingml/2006/main">
              <a:ext uri="{FF2B5EF4-FFF2-40B4-BE49-F238E27FC236}">
                <a16:creationId xmlns:a16="http://schemas.microsoft.com/office/drawing/2014/main" id="{585D99D1-26AB-468E-8C54-5B89EFF5F97F}"/>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29F2931-02F9-422C-85D1-E8A6E2ED18B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71B568D3-407F-4BFF-966B-D4A80C339F7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36 / 49</a:t>
            </a:r>
          </a:p>
        </p:txBody>
      </p:sp>
      <p:sp>
        <p:nvSpPr>
          <p:cNvPr id="31" name="">
            <a:extLst xmlns:a="http://schemas.openxmlformats.org/drawingml/2006/main">
              <a:ext uri="{FF2B5EF4-FFF2-40B4-BE49-F238E27FC236}">
                <a16:creationId xmlns:a16="http://schemas.microsoft.com/office/drawing/2014/main" id="{A22FFE31-8CCF-44A4-AA6B-0EB5F04E0E43}"/>
              </a:ext>
            </a:extLst>
          </p:cNvPr>
          <p:cNvSpPr>
            <a:spLocks xmlns:a="http://schemas.openxmlformats.org/drawingml/2006/main" noGrp="1"/>
          </p:cNvSpPr>
          <p:nvPr/>
        </p:nvSpPr>
        <p:spPr>
          <a:xfrm xmlns:a="http://schemas.openxmlformats.org/drawingml/2006/main">
            <a:off x="809625" y="14763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左部分だけを取り出す</a:t>
            </a:r>
          </a:p>
        </p:txBody>
      </p:sp>
      <p:sp>
        <p:nvSpPr>
          <p:cNvPr id="32" name="">
            <a:extLst xmlns:a="http://schemas.openxmlformats.org/drawingml/2006/main">
              <a:ext uri="{FF2B5EF4-FFF2-40B4-BE49-F238E27FC236}">
                <a16:creationId xmlns:a16="http://schemas.microsoft.com/office/drawing/2014/main" id="{9F11D7EE-1F26-49E9-9FF2-196072D804FB}"/>
              </a:ext>
            </a:extLst>
          </p:cNvPr>
          <p:cNvSpPr>
            <a:spLocks xmlns:a="http://schemas.openxmlformats.org/drawingml/2006/main" noGrp="1"/>
          </p:cNvSpPr>
          <p:nvPr/>
        </p:nvSpPr>
        <p:spPr>
          <a:xfrm xmlns:a="http://schemas.openxmlformats.org/drawingml/2006/main">
            <a:off x="1428750" y="2619375"/>
            <a:ext cx="4191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8838207F-F0AC-4812-96F4-0147BEE72804}"/>
              </a:ext>
            </a:extLst>
          </p:cNvPr>
          <p:cNvSpPr>
            <a:spLocks xmlns:a="http://schemas.openxmlformats.org/drawingml/2006/main" noGrp="1"/>
          </p:cNvSpPr>
          <p:nvPr/>
        </p:nvSpPr>
        <p:spPr>
          <a:xfrm xmlns:a="http://schemas.openxmlformats.org/drawingml/2006/main">
            <a:off x="1428750" y="2028825"/>
            <a:ext cx="4191000" cy="9525"/>
          </a:xfrm>
          <a:custGeom xmlns:a="http://schemas.openxmlformats.org/drawingml/2006/main">
            <a:pathLst>
              <a:path w="4191000" h="9525">
                <a:moveTo>
                  <a:pt x="0" y="0"/>
                </a:moveTo>
                <a:lnTo>
                  <a:pt x="4191000" y="0"/>
                </a:lnTo>
              </a:path>
            </a:pathLst>
          </a:custGeom>
          <a:noFill xmlns:a="http://schemas.openxmlformats.org/drawingml/2006/main"/>
          <a:ln xmlns:a="http://schemas.openxmlformats.org/drawingml/2006/main" w="19050">
            <a:solidFill>
              <a:srgbClr val="C4483C"/>
            </a:solidFill>
          </a:ln>
        </p:spPr>
      </p:sp>
      <p:sp>
        <p:nvSpPr>
          <p:cNvPr id="34" name="">
            <a:extLst xmlns:a="http://schemas.openxmlformats.org/drawingml/2006/main">
              <a:ext uri="{FF2B5EF4-FFF2-40B4-BE49-F238E27FC236}">
                <a16:creationId xmlns:a16="http://schemas.microsoft.com/office/drawing/2014/main" id="{6313D6FD-D8D2-4AC4-9126-F3B2D844DA0A}"/>
              </a:ext>
            </a:extLst>
          </p:cNvPr>
          <p:cNvSpPr>
            <a:spLocks xmlns:a="http://schemas.openxmlformats.org/drawingml/2006/main" noGrp="1"/>
          </p:cNvSpPr>
          <p:nvPr/>
        </p:nvSpPr>
        <p:spPr>
          <a:xfrm xmlns:a="http://schemas.openxmlformats.org/drawingml/2006/main">
            <a:off x="1428750"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35" name="">
            <a:extLst xmlns:a="http://schemas.openxmlformats.org/drawingml/2006/main">
              <a:ext uri="{FF2B5EF4-FFF2-40B4-BE49-F238E27FC236}">
                <a16:creationId xmlns:a16="http://schemas.microsoft.com/office/drawing/2014/main" id="{A03013BF-8E25-4FE0-BCD1-3096038D7BD9}"/>
              </a:ext>
            </a:extLst>
          </p:cNvPr>
          <p:cNvSpPr>
            <a:spLocks xmlns:a="http://schemas.openxmlformats.org/drawingml/2006/main" noGrp="1"/>
          </p:cNvSpPr>
          <p:nvPr/>
        </p:nvSpPr>
        <p:spPr>
          <a:xfrm xmlns:a="http://schemas.openxmlformats.org/drawingml/2006/main">
            <a:off x="1396746"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1BD4CB8E-C1B6-49F0-A692-381EA5D78D57}"/>
              </a:ext>
            </a:extLst>
          </p:cNvPr>
          <p:cNvSpPr>
            <a:spLocks xmlns:a="http://schemas.openxmlformats.org/drawingml/2006/main" noGrp="1"/>
          </p:cNvSpPr>
          <p:nvPr/>
        </p:nvSpPr>
        <p:spPr>
          <a:xfrm xmlns:a="http://schemas.openxmlformats.org/drawingml/2006/main">
            <a:off x="1952625"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37" name="">
            <a:extLst xmlns:a="http://schemas.openxmlformats.org/drawingml/2006/main">
              <a:ext uri="{FF2B5EF4-FFF2-40B4-BE49-F238E27FC236}">
                <a16:creationId xmlns:a16="http://schemas.microsoft.com/office/drawing/2014/main" id="{260CA6C8-91DA-464A-BA33-260EF4EC7FCB}"/>
              </a:ext>
            </a:extLst>
          </p:cNvPr>
          <p:cNvSpPr>
            <a:spLocks xmlns:a="http://schemas.openxmlformats.org/drawingml/2006/main" noGrp="1"/>
          </p:cNvSpPr>
          <p:nvPr/>
        </p:nvSpPr>
        <p:spPr>
          <a:xfrm xmlns:a="http://schemas.openxmlformats.org/drawingml/2006/main">
            <a:off x="1920621"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EBF7C583-EC8E-4C9B-8D39-1AF9623C1D64}"/>
              </a:ext>
            </a:extLst>
          </p:cNvPr>
          <p:cNvSpPr>
            <a:spLocks xmlns:a="http://schemas.openxmlformats.org/drawingml/2006/main" noGrp="1"/>
          </p:cNvSpPr>
          <p:nvPr/>
        </p:nvSpPr>
        <p:spPr>
          <a:xfrm xmlns:a="http://schemas.openxmlformats.org/drawingml/2006/main">
            <a:off x="2476500"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39" name="">
            <a:extLst xmlns:a="http://schemas.openxmlformats.org/drawingml/2006/main">
              <a:ext uri="{FF2B5EF4-FFF2-40B4-BE49-F238E27FC236}">
                <a16:creationId xmlns:a16="http://schemas.microsoft.com/office/drawing/2014/main" id="{3767C5F1-B184-48D4-83F5-8F5971A13497}"/>
              </a:ext>
            </a:extLst>
          </p:cNvPr>
          <p:cNvSpPr>
            <a:spLocks xmlns:a="http://schemas.openxmlformats.org/drawingml/2006/main" noGrp="1"/>
          </p:cNvSpPr>
          <p:nvPr/>
        </p:nvSpPr>
        <p:spPr>
          <a:xfrm xmlns:a="http://schemas.openxmlformats.org/drawingml/2006/main">
            <a:off x="2444496"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599C8B5C-468B-447A-A9BE-32B18F88CE04}"/>
              </a:ext>
            </a:extLst>
          </p:cNvPr>
          <p:cNvSpPr>
            <a:spLocks xmlns:a="http://schemas.openxmlformats.org/drawingml/2006/main" noGrp="1"/>
          </p:cNvSpPr>
          <p:nvPr/>
        </p:nvSpPr>
        <p:spPr>
          <a:xfrm xmlns:a="http://schemas.openxmlformats.org/drawingml/2006/main">
            <a:off x="3000375"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41" name="">
            <a:extLst xmlns:a="http://schemas.openxmlformats.org/drawingml/2006/main">
              <a:ext uri="{FF2B5EF4-FFF2-40B4-BE49-F238E27FC236}">
                <a16:creationId xmlns:a16="http://schemas.microsoft.com/office/drawing/2014/main" id="{20D3D3B7-E7CE-4132-B699-58CDD4E9540B}"/>
              </a:ext>
            </a:extLst>
          </p:cNvPr>
          <p:cNvSpPr>
            <a:spLocks xmlns:a="http://schemas.openxmlformats.org/drawingml/2006/main" noGrp="1"/>
          </p:cNvSpPr>
          <p:nvPr/>
        </p:nvSpPr>
        <p:spPr>
          <a:xfrm xmlns:a="http://schemas.openxmlformats.org/drawingml/2006/main">
            <a:off x="2968371"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DBAF4BC0-0F7A-4385-B6C4-BC669D1ECF6A}"/>
              </a:ext>
            </a:extLst>
          </p:cNvPr>
          <p:cNvSpPr>
            <a:spLocks xmlns:a="http://schemas.openxmlformats.org/drawingml/2006/main" noGrp="1"/>
          </p:cNvSpPr>
          <p:nvPr/>
        </p:nvSpPr>
        <p:spPr>
          <a:xfrm xmlns:a="http://schemas.openxmlformats.org/drawingml/2006/main">
            <a:off x="3524250"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43" name="">
            <a:extLst xmlns:a="http://schemas.openxmlformats.org/drawingml/2006/main">
              <a:ext uri="{FF2B5EF4-FFF2-40B4-BE49-F238E27FC236}">
                <a16:creationId xmlns:a16="http://schemas.microsoft.com/office/drawing/2014/main" id="{4DA46A6A-A708-4094-A15C-6317BBC07145}"/>
              </a:ext>
            </a:extLst>
          </p:cNvPr>
          <p:cNvSpPr>
            <a:spLocks xmlns:a="http://schemas.openxmlformats.org/drawingml/2006/main" noGrp="1"/>
          </p:cNvSpPr>
          <p:nvPr/>
        </p:nvSpPr>
        <p:spPr>
          <a:xfrm xmlns:a="http://schemas.openxmlformats.org/drawingml/2006/main">
            <a:off x="3492246"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4" name="">
            <a:extLst xmlns:a="http://schemas.openxmlformats.org/drawingml/2006/main">
              <a:ext uri="{FF2B5EF4-FFF2-40B4-BE49-F238E27FC236}">
                <a16:creationId xmlns:a16="http://schemas.microsoft.com/office/drawing/2014/main" id="{C3C6E179-32E3-4342-885F-18613543D361}"/>
              </a:ext>
            </a:extLst>
          </p:cNvPr>
          <p:cNvSpPr>
            <a:spLocks xmlns:a="http://schemas.openxmlformats.org/drawingml/2006/main" noGrp="1"/>
          </p:cNvSpPr>
          <p:nvPr/>
        </p:nvSpPr>
        <p:spPr>
          <a:xfrm xmlns:a="http://schemas.openxmlformats.org/drawingml/2006/main">
            <a:off x="4048125"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45" name="">
            <a:extLst xmlns:a="http://schemas.openxmlformats.org/drawingml/2006/main">
              <a:ext uri="{FF2B5EF4-FFF2-40B4-BE49-F238E27FC236}">
                <a16:creationId xmlns:a16="http://schemas.microsoft.com/office/drawing/2014/main" id="{FAA0144B-7B01-49B6-95F7-BF12C466EC4A}"/>
              </a:ext>
            </a:extLst>
          </p:cNvPr>
          <p:cNvSpPr>
            <a:spLocks xmlns:a="http://schemas.openxmlformats.org/drawingml/2006/main" noGrp="1"/>
          </p:cNvSpPr>
          <p:nvPr/>
        </p:nvSpPr>
        <p:spPr>
          <a:xfrm xmlns:a="http://schemas.openxmlformats.org/drawingml/2006/main">
            <a:off x="4016121"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6" name="">
            <a:extLst xmlns:a="http://schemas.openxmlformats.org/drawingml/2006/main">
              <a:ext uri="{FF2B5EF4-FFF2-40B4-BE49-F238E27FC236}">
                <a16:creationId xmlns:a16="http://schemas.microsoft.com/office/drawing/2014/main" id="{7B8B0226-6277-485A-8211-72434F6D365F}"/>
              </a:ext>
            </a:extLst>
          </p:cNvPr>
          <p:cNvSpPr>
            <a:spLocks xmlns:a="http://schemas.openxmlformats.org/drawingml/2006/main" noGrp="1"/>
          </p:cNvSpPr>
          <p:nvPr/>
        </p:nvSpPr>
        <p:spPr>
          <a:xfrm xmlns:a="http://schemas.openxmlformats.org/drawingml/2006/main">
            <a:off x="4572000"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47" name="">
            <a:extLst xmlns:a="http://schemas.openxmlformats.org/drawingml/2006/main">
              <a:ext uri="{FF2B5EF4-FFF2-40B4-BE49-F238E27FC236}">
                <a16:creationId xmlns:a16="http://schemas.microsoft.com/office/drawing/2014/main" id="{61B2FAF9-0FB1-4337-8057-E6A093DBFBB6}"/>
              </a:ext>
            </a:extLst>
          </p:cNvPr>
          <p:cNvSpPr>
            <a:spLocks xmlns:a="http://schemas.openxmlformats.org/drawingml/2006/main" noGrp="1"/>
          </p:cNvSpPr>
          <p:nvPr/>
        </p:nvSpPr>
        <p:spPr>
          <a:xfrm xmlns:a="http://schemas.openxmlformats.org/drawingml/2006/main">
            <a:off x="4539996"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23E5675E-C4A5-499D-A98D-D093344D93DE}"/>
              </a:ext>
            </a:extLst>
          </p:cNvPr>
          <p:cNvSpPr>
            <a:spLocks xmlns:a="http://schemas.openxmlformats.org/drawingml/2006/main" noGrp="1"/>
          </p:cNvSpPr>
          <p:nvPr/>
        </p:nvSpPr>
        <p:spPr>
          <a:xfrm xmlns:a="http://schemas.openxmlformats.org/drawingml/2006/main">
            <a:off x="5095875"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49" name="">
            <a:extLst xmlns:a="http://schemas.openxmlformats.org/drawingml/2006/main">
              <a:ext uri="{FF2B5EF4-FFF2-40B4-BE49-F238E27FC236}">
                <a16:creationId xmlns:a16="http://schemas.microsoft.com/office/drawing/2014/main" id="{5B595F43-4E35-4325-8061-FD5895A09861}"/>
              </a:ext>
            </a:extLst>
          </p:cNvPr>
          <p:cNvSpPr>
            <a:spLocks xmlns:a="http://schemas.openxmlformats.org/drawingml/2006/main" noGrp="1"/>
          </p:cNvSpPr>
          <p:nvPr/>
        </p:nvSpPr>
        <p:spPr>
          <a:xfrm xmlns:a="http://schemas.openxmlformats.org/drawingml/2006/main">
            <a:off x="5063871"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5C6F7E44-BAE0-411F-9A5D-94A0F42C6DBD}"/>
              </a:ext>
            </a:extLst>
          </p:cNvPr>
          <p:cNvSpPr>
            <a:spLocks xmlns:a="http://schemas.openxmlformats.org/drawingml/2006/main" noGrp="1"/>
          </p:cNvSpPr>
          <p:nvPr/>
        </p:nvSpPr>
        <p:spPr>
          <a:xfrm xmlns:a="http://schemas.openxmlformats.org/drawingml/2006/main">
            <a:off x="5619750" y="2028825"/>
            <a:ext cx="9525" cy="542925"/>
          </a:xfrm>
          <a:custGeom xmlns:a="http://schemas.openxmlformats.org/drawingml/2006/main">
            <a:pathLst>
              <a:path w="9525" h="542925">
                <a:moveTo>
                  <a:pt x="0" y="0"/>
                </a:moveTo>
                <a:lnTo>
                  <a:pt x="0" y="542925"/>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7B872A83-3884-46D8-80DD-F12B5D5910D3}"/>
              </a:ext>
            </a:extLst>
          </p:cNvPr>
          <p:cNvSpPr>
            <a:spLocks xmlns:a="http://schemas.openxmlformats.org/drawingml/2006/main" noGrp="1"/>
          </p:cNvSpPr>
          <p:nvPr/>
        </p:nvSpPr>
        <p:spPr>
          <a:xfrm xmlns:a="http://schemas.openxmlformats.org/drawingml/2006/main">
            <a:off x="5587746" y="24955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2" name="">
            <a:extLst xmlns:a="http://schemas.openxmlformats.org/drawingml/2006/main">
              <a:ext uri="{FF2B5EF4-FFF2-40B4-BE49-F238E27FC236}">
                <a16:creationId xmlns:a16="http://schemas.microsoft.com/office/drawing/2014/main" id="{26BB4958-DDE4-47B7-8D18-9191141B58BC}"/>
              </a:ext>
            </a:extLst>
          </p:cNvPr>
          <p:cNvSpPr>
            <a:spLocks xmlns:a="http://schemas.openxmlformats.org/drawingml/2006/main" noGrp="1"/>
          </p:cNvSpPr>
          <p:nvPr/>
        </p:nvSpPr>
        <p:spPr>
          <a:xfrm xmlns:a="http://schemas.openxmlformats.org/drawingml/2006/main">
            <a:off x="5619750" y="2190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D47C522B-5B9E-4607-933C-187F9F38606E}"/>
              </a:ext>
            </a:extLst>
          </p:cNvPr>
          <p:cNvSpPr>
            <a:spLocks xmlns:a="http://schemas.openxmlformats.org/drawingml/2006/main" noGrp="1"/>
          </p:cNvSpPr>
          <p:nvPr/>
        </p:nvSpPr>
        <p:spPr>
          <a:xfrm xmlns:a="http://schemas.openxmlformats.org/drawingml/2006/main">
            <a:off x="5619750" y="2317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E112F4CC-9F6D-4829-96D4-3DDDEC334306}"/>
              </a:ext>
            </a:extLst>
          </p:cNvPr>
          <p:cNvSpPr>
            <a:spLocks xmlns:a="http://schemas.openxmlformats.org/drawingml/2006/main" noGrp="1"/>
          </p:cNvSpPr>
          <p:nvPr/>
        </p:nvSpPr>
        <p:spPr>
          <a:xfrm xmlns:a="http://schemas.openxmlformats.org/drawingml/2006/main">
            <a:off x="5619750" y="2444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B71FF7B0-6CA2-4507-9F0B-24B108C23FCA}"/>
              </a:ext>
            </a:extLst>
          </p:cNvPr>
          <p:cNvSpPr>
            <a:spLocks xmlns:a="http://schemas.openxmlformats.org/drawingml/2006/main" noGrp="1"/>
          </p:cNvSpPr>
          <p:nvPr/>
        </p:nvSpPr>
        <p:spPr>
          <a:xfrm xmlns:a="http://schemas.openxmlformats.org/drawingml/2006/main">
            <a:off x="5619750" y="2571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F06EF82F-0938-4FE4-B07B-03EA11414A15}"/>
              </a:ext>
            </a:extLst>
          </p:cNvPr>
          <p:cNvSpPr>
            <a:spLocks xmlns:a="http://schemas.openxmlformats.org/drawingml/2006/main" noGrp="1"/>
          </p:cNvSpPr>
          <p:nvPr/>
        </p:nvSpPr>
        <p:spPr>
          <a:xfrm xmlns:a="http://schemas.openxmlformats.org/drawingml/2006/main">
            <a:off x="5619750" y="2698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45CDA2FD-27D8-4499-81B5-29A708BBC27F}"/>
              </a:ext>
            </a:extLst>
          </p:cNvPr>
          <p:cNvSpPr>
            <a:spLocks xmlns:a="http://schemas.openxmlformats.org/drawingml/2006/main" noGrp="1"/>
          </p:cNvSpPr>
          <p:nvPr/>
        </p:nvSpPr>
        <p:spPr>
          <a:xfrm xmlns:a="http://schemas.openxmlformats.org/drawingml/2006/main">
            <a:off x="5619750" y="2825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E8CD15D6-60C8-4252-AA30-ED02FB20D8A5}"/>
              </a:ext>
            </a:extLst>
          </p:cNvPr>
          <p:cNvSpPr>
            <a:spLocks xmlns:a="http://schemas.openxmlformats.org/drawingml/2006/main" noGrp="1"/>
          </p:cNvSpPr>
          <p:nvPr/>
        </p:nvSpPr>
        <p:spPr>
          <a:xfrm xmlns:a="http://schemas.openxmlformats.org/drawingml/2006/main">
            <a:off x="5619750" y="2952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647B305C-3370-4E1F-A291-C70CFE82A79E}"/>
              </a:ext>
            </a:extLst>
          </p:cNvPr>
          <p:cNvSpPr>
            <a:spLocks xmlns:a="http://schemas.openxmlformats.org/drawingml/2006/main" noGrp="1"/>
          </p:cNvSpPr>
          <p:nvPr/>
        </p:nvSpPr>
        <p:spPr>
          <a:xfrm xmlns:a="http://schemas.openxmlformats.org/drawingml/2006/main">
            <a:off x="5619750" y="3079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03617C36-9B92-4F8D-91A5-6D01BB6B132E}"/>
              </a:ext>
            </a:extLst>
          </p:cNvPr>
          <p:cNvSpPr>
            <a:spLocks xmlns:a="http://schemas.openxmlformats.org/drawingml/2006/main" noGrp="1"/>
          </p:cNvSpPr>
          <p:nvPr/>
        </p:nvSpPr>
        <p:spPr>
          <a:xfrm xmlns:a="http://schemas.openxmlformats.org/drawingml/2006/main">
            <a:off x="5619750" y="3206750"/>
            <a:ext cx="9525" cy="69850"/>
          </a:xfrm>
          <a:custGeom xmlns:a="http://schemas.openxmlformats.org/drawingml/2006/main">
            <a:pathLst>
              <a:path w="9525" h="69850">
                <a:moveTo>
                  <a:pt x="0" y="0"/>
                </a:moveTo>
                <a:lnTo>
                  <a:pt x="0" y="6985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608DFCD6-165A-4D17-B63F-5541D968AF86}"/>
              </a:ext>
            </a:extLst>
          </p:cNvPr>
          <p:cNvSpPr>
            <a:spLocks xmlns:a="http://schemas.openxmlformats.org/drawingml/2006/main" noGrp="1"/>
          </p:cNvSpPr>
          <p:nvPr/>
        </p:nvSpPr>
        <p:spPr>
          <a:xfrm xmlns:a="http://schemas.openxmlformats.org/drawingml/2006/main">
            <a:off x="1428750" y="2828925"/>
            <a:ext cx="9525" cy="647700"/>
          </a:xfrm>
          <a:custGeom xmlns:a="http://schemas.openxmlformats.org/drawingml/2006/main">
            <a:pathLst>
              <a:path w="9525" h="647700">
                <a:moveTo>
                  <a:pt x="0" y="647700"/>
                </a:moveTo>
                <a:lnTo>
                  <a:pt x="0" y="0"/>
                </a:lnTo>
              </a:path>
            </a:pathLst>
          </a:custGeom>
          <a:noFill xmlns:a="http://schemas.openxmlformats.org/drawingml/2006/main"/>
          <a:ln xmlns:a="http://schemas.openxmlformats.org/drawingml/2006/main" w="28575">
            <a:solidFill>
              <a:srgbClr val="2876A8"/>
            </a:solidFill>
          </a:ln>
        </p:spPr>
      </p:sp>
      <p:sp>
        <p:nvSpPr>
          <p:cNvPr id="62" name="">
            <a:extLst xmlns:a="http://schemas.openxmlformats.org/drawingml/2006/main">
              <a:ext uri="{FF2B5EF4-FFF2-40B4-BE49-F238E27FC236}">
                <a16:creationId xmlns:a16="http://schemas.microsoft.com/office/drawing/2014/main" id="{CF89D37D-5F2E-40DC-944C-6138F5A4189D}"/>
              </a:ext>
            </a:extLst>
          </p:cNvPr>
          <p:cNvSpPr>
            <a:spLocks xmlns:a="http://schemas.openxmlformats.org/drawingml/2006/main" noGrp="1"/>
          </p:cNvSpPr>
          <p:nvPr/>
        </p:nvSpPr>
        <p:spPr>
          <a:xfrm xmlns:a="http://schemas.openxmlformats.org/drawingml/2006/main">
            <a:off x="1380744" y="28289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63" name="">
            <a:extLst xmlns:a="http://schemas.openxmlformats.org/drawingml/2006/main">
              <a:ext uri="{FF2B5EF4-FFF2-40B4-BE49-F238E27FC236}">
                <a16:creationId xmlns:a16="http://schemas.microsoft.com/office/drawing/2014/main" id="{156BF5C4-17E6-4931-BA01-51E6BEE7C436}"/>
              </a:ext>
            </a:extLst>
          </p:cNvPr>
          <p:cNvSpPr>
            <a:spLocks xmlns:a="http://schemas.openxmlformats.org/drawingml/2006/main" noGrp="1"/>
          </p:cNvSpPr>
          <p:nvPr/>
        </p:nvSpPr>
        <p:spPr>
          <a:xfrm xmlns:a="http://schemas.openxmlformats.org/drawingml/2006/main">
            <a:off x="809625" y="3143250"/>
            <a:ext cx="76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buNone/>
              <a:defRPr sz="1950" b="1">
                <a:solidFill>
                  <a:srgbClr val="2876A8"/>
                </a:solidFill>
                <a:latin typeface="Yu Gothic"/>
                <a:ea typeface="Yu Gothic"/>
                <a:cs typeface="Yu Gothic"/>
              </a:defRPr>
            </a:lvl1pPr>
            <a:lvl2pPr>
              <a:buNone/>
              <a:defRPr sz="1950" b="1">
                <a:solidFill>
                  <a:srgbClr val="2876A8"/>
                </a:solidFill>
                <a:latin typeface="Yu Gothic"/>
                <a:ea typeface="Yu Gothic"/>
                <a:cs typeface="Yu Gothic"/>
              </a:defRPr>
            </a:lvl2pPr>
            <a:lvl3pPr>
              <a:buNone/>
              <a:defRPr sz="1950" b="1">
                <a:solidFill>
                  <a:srgbClr val="2876A8"/>
                </a:solidFill>
                <a:latin typeface="Yu Gothic"/>
                <a:ea typeface="Yu Gothic"/>
                <a:cs typeface="Yu Gothic"/>
              </a:defRPr>
            </a:lvl3pPr>
            <a:lvl4pPr>
              <a:buNone/>
              <a:defRPr sz="1950" b="1">
                <a:solidFill>
                  <a:srgbClr val="2876A8"/>
                </a:solidFill>
                <a:latin typeface="Yu Gothic"/>
                <a:ea typeface="Yu Gothic"/>
                <a:cs typeface="Yu Gothic"/>
              </a:defRPr>
            </a:lvl4pPr>
            <a:lvl5pPr>
              <a:buNone/>
              <a:defRPr sz="1950" b="1">
                <a:solidFill>
                  <a:srgbClr val="2876A8"/>
                </a:solidFill>
                <a:latin typeface="Yu Gothic"/>
                <a:ea typeface="Yu Gothic"/>
                <a:cs typeface="Yu Gothic"/>
              </a:defRPr>
            </a:lvl5pPr>
            <a:lvl6pPr>
              <a:buNone/>
              <a:defRPr sz="1950" b="1">
                <a:solidFill>
                  <a:srgbClr val="2876A8"/>
                </a:solidFill>
                <a:latin typeface="Yu Gothic"/>
                <a:ea typeface="Yu Gothic"/>
                <a:cs typeface="Yu Gothic"/>
              </a:defRPr>
            </a:lvl6pPr>
            <a:lvl7pPr>
              <a:buNone/>
              <a:defRPr sz="1950" b="1">
                <a:solidFill>
                  <a:srgbClr val="2876A8"/>
                </a:solidFill>
                <a:latin typeface="Yu Gothic"/>
                <a:ea typeface="Yu Gothic"/>
                <a:cs typeface="Yu Gothic"/>
              </a:defRPr>
            </a:lvl7pPr>
            <a:lvl8pPr>
              <a:buNone/>
              <a:defRPr sz="1950" b="1">
                <a:solidFill>
                  <a:srgbClr val="2876A8"/>
                </a:solidFill>
                <a:latin typeface="Yu Gothic"/>
                <a:ea typeface="Yu Gothic"/>
                <a:cs typeface="Yu Gothic"/>
              </a:defRPr>
            </a:lvl8pPr>
            <a:lvl9pPr>
              <a:buNone/>
              <a:defRPr sz="1950" b="1">
                <a:solidFill>
                  <a:srgbClr val="2876A8"/>
                </a:solidFill>
                <a:latin typeface="Yu Gothic"/>
                <a:ea typeface="Yu Gothic"/>
                <a:cs typeface="Yu Gothic"/>
              </a:defRPr>
            </a:lvl9pPr>
          </a:lstStyle>
          <a:p xmlns:a="http://schemas.openxmlformats.org/drawingml/2006/main">
            <a:pPr>
              <a:buNone/>
              <a:defRPr sz="1950" b="1">
                <a:solidFill>
                  <a:srgbClr val="2876A8"/>
                </a:solidFill>
                <a:latin typeface="Yu Gothic"/>
                <a:ea typeface="Yu Gothic"/>
                <a:cs typeface="Yu Gothic"/>
              </a:defRPr>
            </a:pPr>
            <a:r>
              <a:rPr sz="1950" b="1">
                <a:solidFill>
                  <a:srgbClr val="2876A8"/>
                </a:solidFill>
                <a:latin typeface="Yu Gothic"/>
                <a:ea typeface="Yu Gothic"/>
                <a:cs typeface="Yu Gothic"/>
              </a:rPr>
              <a:t>RA</a:t>
            </a:r>
          </a:p>
        </p:txBody>
      </p:sp>
      <p:sp>
        <p:nvSpPr>
          <p:cNvPr id="64" name="">
            <a:extLst xmlns:a="http://schemas.openxmlformats.org/drawingml/2006/main">
              <a:ext uri="{FF2B5EF4-FFF2-40B4-BE49-F238E27FC236}">
                <a16:creationId xmlns:a16="http://schemas.microsoft.com/office/drawing/2014/main" id="{E1689D2F-DC47-4046-85E9-58EC475C09DA}"/>
              </a:ext>
            </a:extLst>
          </p:cNvPr>
          <p:cNvSpPr>
            <a:spLocks xmlns:a="http://schemas.openxmlformats.org/drawingml/2006/main" noGrp="1"/>
          </p:cNvSpPr>
          <p:nvPr/>
        </p:nvSpPr>
        <p:spPr>
          <a:xfrm xmlns:a="http://schemas.openxmlformats.org/drawingml/2006/main">
            <a:off x="5619750" y="2762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7655A5"/>
            </a:solidFill>
          </a:ln>
        </p:spPr>
      </p:sp>
      <p:sp>
        <p:nvSpPr>
          <p:cNvPr id="65" name="">
            <a:extLst xmlns:a="http://schemas.openxmlformats.org/drawingml/2006/main">
              <a:ext uri="{FF2B5EF4-FFF2-40B4-BE49-F238E27FC236}">
                <a16:creationId xmlns:a16="http://schemas.microsoft.com/office/drawing/2014/main" id="{6D0CED89-8AEC-4C67-8C24-340881B70DF0}"/>
              </a:ext>
            </a:extLst>
          </p:cNvPr>
          <p:cNvSpPr>
            <a:spLocks xmlns:a="http://schemas.openxmlformats.org/drawingml/2006/main" noGrp="1"/>
          </p:cNvSpPr>
          <p:nvPr/>
        </p:nvSpPr>
        <p:spPr>
          <a:xfrm xmlns:a="http://schemas.openxmlformats.org/drawingml/2006/main">
            <a:off x="5571744" y="3362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66" name="">
            <a:extLst xmlns:a="http://schemas.openxmlformats.org/drawingml/2006/main">
              <a:ext uri="{FF2B5EF4-FFF2-40B4-BE49-F238E27FC236}">
                <a16:creationId xmlns:a16="http://schemas.microsoft.com/office/drawing/2014/main" id="{3261FCBC-0D48-4B3D-AD9A-7B0FD286CB66}"/>
              </a:ext>
            </a:extLst>
          </p:cNvPr>
          <p:cNvSpPr>
            <a:spLocks xmlns:a="http://schemas.openxmlformats.org/drawingml/2006/main" noGrp="1"/>
          </p:cNvSpPr>
          <p:nvPr/>
        </p:nvSpPr>
        <p:spPr>
          <a:xfrm xmlns:a="http://schemas.openxmlformats.org/drawingml/2006/main">
            <a:off x="5810250" y="314325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7655A5"/>
                </a:solidFill>
                <a:latin typeface="Yu Gothic"/>
                <a:ea typeface="Yu Gothic"/>
                <a:cs typeface="Yu Gothic"/>
              </a:defRPr>
            </a:defPPr>
            <a:lvl1pPr>
              <a:buNone/>
              <a:defRPr sz="1950" b="1">
                <a:solidFill>
                  <a:srgbClr val="7655A5"/>
                </a:solidFill>
                <a:latin typeface="Yu Gothic"/>
                <a:ea typeface="Yu Gothic"/>
                <a:cs typeface="Yu Gothic"/>
              </a:defRPr>
            </a:lvl1pPr>
            <a:lvl2pPr>
              <a:buNone/>
              <a:defRPr sz="1950" b="1">
                <a:solidFill>
                  <a:srgbClr val="7655A5"/>
                </a:solidFill>
                <a:latin typeface="Yu Gothic"/>
                <a:ea typeface="Yu Gothic"/>
                <a:cs typeface="Yu Gothic"/>
              </a:defRPr>
            </a:lvl2pPr>
            <a:lvl3pPr>
              <a:buNone/>
              <a:defRPr sz="1950" b="1">
                <a:solidFill>
                  <a:srgbClr val="7655A5"/>
                </a:solidFill>
                <a:latin typeface="Yu Gothic"/>
                <a:ea typeface="Yu Gothic"/>
                <a:cs typeface="Yu Gothic"/>
              </a:defRPr>
            </a:lvl3pPr>
            <a:lvl4pPr>
              <a:buNone/>
              <a:defRPr sz="1950" b="1">
                <a:solidFill>
                  <a:srgbClr val="7655A5"/>
                </a:solidFill>
                <a:latin typeface="Yu Gothic"/>
                <a:ea typeface="Yu Gothic"/>
                <a:cs typeface="Yu Gothic"/>
              </a:defRPr>
            </a:lvl4pPr>
            <a:lvl5pPr>
              <a:buNone/>
              <a:defRPr sz="1950" b="1">
                <a:solidFill>
                  <a:srgbClr val="7655A5"/>
                </a:solidFill>
                <a:latin typeface="Yu Gothic"/>
                <a:ea typeface="Yu Gothic"/>
                <a:cs typeface="Yu Gothic"/>
              </a:defRPr>
            </a:lvl5pPr>
            <a:lvl6pPr>
              <a:buNone/>
              <a:defRPr sz="1950" b="1">
                <a:solidFill>
                  <a:srgbClr val="7655A5"/>
                </a:solidFill>
                <a:latin typeface="Yu Gothic"/>
                <a:ea typeface="Yu Gothic"/>
                <a:cs typeface="Yu Gothic"/>
              </a:defRPr>
            </a:lvl6pPr>
            <a:lvl7pPr>
              <a:buNone/>
              <a:defRPr sz="1950" b="1">
                <a:solidFill>
                  <a:srgbClr val="7655A5"/>
                </a:solidFill>
                <a:latin typeface="Yu Gothic"/>
                <a:ea typeface="Yu Gothic"/>
                <a:cs typeface="Yu Gothic"/>
              </a:defRPr>
            </a:lvl7pPr>
            <a:lvl8pPr>
              <a:buNone/>
              <a:defRPr sz="1950" b="1">
                <a:solidFill>
                  <a:srgbClr val="7655A5"/>
                </a:solidFill>
                <a:latin typeface="Yu Gothic"/>
                <a:ea typeface="Yu Gothic"/>
                <a:cs typeface="Yu Gothic"/>
              </a:defRPr>
            </a:lvl8pPr>
            <a:lvl9pPr>
              <a:buNone/>
              <a:defRPr sz="1950" b="1">
                <a:solidFill>
                  <a:srgbClr val="7655A5"/>
                </a:solidFill>
                <a:latin typeface="Yu Gothic"/>
                <a:ea typeface="Yu Gothic"/>
                <a:cs typeface="Yu Gothic"/>
              </a:defRPr>
            </a:lvl9pPr>
          </a:lstStyle>
          <a:p xmlns:a="http://schemas.openxmlformats.org/drawingml/2006/main">
            <a:pPr>
              <a:buNone/>
              <a:defRPr sz="1950" b="1">
                <a:solidFill>
                  <a:srgbClr val="7655A5"/>
                </a:solidFill>
                <a:latin typeface="Yu Gothic"/>
                <a:ea typeface="Yu Gothic"/>
                <a:cs typeface="Yu Gothic"/>
              </a:defRPr>
            </a:pPr>
            <a:r>
              <a:rPr sz="1950" b="1">
                <a:solidFill>
                  <a:srgbClr val="7655A5"/>
                </a:solidFill>
                <a:latin typeface="Yu Gothic"/>
                <a:ea typeface="Yu Gothic"/>
                <a:cs typeface="Yu Gothic"/>
              </a:rPr>
              <a:t>V</a:t>
            </a:r>
          </a:p>
        </p:txBody>
      </p:sp>
      <p:sp>
        <p:nvSpPr>
          <p:cNvPr id="67" name="">
            <a:extLst xmlns:a="http://schemas.openxmlformats.org/drawingml/2006/main">
              <a:ext uri="{FF2B5EF4-FFF2-40B4-BE49-F238E27FC236}">
                <a16:creationId xmlns:a16="http://schemas.microsoft.com/office/drawing/2014/main" id="{529609E0-485E-4421-B2BE-93907D8F36F8}"/>
              </a:ext>
            </a:extLst>
          </p:cNvPr>
          <p:cNvSpPr>
            <a:spLocks xmlns:a="http://schemas.openxmlformats.org/drawingml/2006/main" noGrp="1"/>
          </p:cNvSpPr>
          <p:nvPr/>
        </p:nvSpPr>
        <p:spPr>
          <a:xfrm xmlns:a="http://schemas.openxmlformats.org/drawingml/2006/main">
            <a:off x="6039482" y="2419508"/>
            <a:ext cx="589878" cy="550833"/>
          </a:xfrm>
          <a:custGeom xmlns:a="http://schemas.openxmlformats.org/drawingml/2006/main">
            <a:pathLst>
              <a:path w="589878" h="550833">
                <a:moveTo>
                  <a:pt x="442280" y="550833"/>
                </a:moveTo>
                <a:lnTo>
                  <a:pt x="478204" y="526402"/>
                </a:lnTo>
                <a:lnTo>
                  <a:pt x="510153" y="496965"/>
                </a:lnTo>
                <a:lnTo>
                  <a:pt x="537438" y="463158"/>
                </a:lnTo>
                <a:lnTo>
                  <a:pt x="559467" y="425714"/>
                </a:lnTo>
                <a:lnTo>
                  <a:pt x="575763" y="385442"/>
                </a:lnTo>
                <a:lnTo>
                  <a:pt x="585974" y="343216"/>
                </a:lnTo>
                <a:lnTo>
                  <a:pt x="589878" y="299948"/>
                </a:lnTo>
                <a:lnTo>
                  <a:pt x="587392" y="256576"/>
                </a:lnTo>
                <a:lnTo>
                  <a:pt x="578568" y="214038"/>
                </a:lnTo>
                <a:lnTo>
                  <a:pt x="563598" y="173255"/>
                </a:lnTo>
                <a:lnTo>
                  <a:pt x="542806" y="135110"/>
                </a:lnTo>
                <a:lnTo>
                  <a:pt x="516642" y="100429"/>
                </a:lnTo>
                <a:lnTo>
                  <a:pt x="485673" y="69962"/>
                </a:lnTo>
                <a:lnTo>
                  <a:pt x="450568" y="44369"/>
                </a:lnTo>
                <a:lnTo>
                  <a:pt x="412088" y="24204"/>
                </a:lnTo>
                <a:lnTo>
                  <a:pt x="371066" y="9903"/>
                </a:lnTo>
                <a:lnTo>
                  <a:pt x="328389" y="1777"/>
                </a:lnTo>
                <a:lnTo>
                  <a:pt x="284982" y="0"/>
                </a:lnTo>
                <a:lnTo>
                  <a:pt x="241784" y="4612"/>
                </a:lnTo>
                <a:lnTo>
                  <a:pt x="199730" y="15512"/>
                </a:lnTo>
                <a:lnTo>
                  <a:pt x="159731" y="32465"/>
                </a:lnTo>
                <a:lnTo>
                  <a:pt x="122652" y="55104"/>
                </a:lnTo>
                <a:lnTo>
                  <a:pt x="89296" y="82938"/>
                </a:lnTo>
                <a:lnTo>
                  <a:pt x="60385" y="115365"/>
                </a:lnTo>
                <a:lnTo>
                  <a:pt x="36546" y="151683"/>
                </a:lnTo>
                <a:lnTo>
                  <a:pt x="18293" y="191106"/>
                </a:lnTo>
                <a:lnTo>
                  <a:pt x="6023" y="232781"/>
                </a:lnTo>
                <a:lnTo>
                  <a:pt x="0" y="275805"/>
                </a:lnTo>
                <a:lnTo>
                  <a:pt x="355" y="319247"/>
                </a:lnTo>
                <a:lnTo>
                  <a:pt x="7081" y="362167"/>
                </a:lnTo>
                <a:lnTo>
                  <a:pt x="20032" y="403635"/>
                </a:lnTo>
                <a:lnTo>
                  <a:pt x="38927" y="442754"/>
                </a:lnTo>
              </a:path>
            </a:pathLst>
          </a:custGeom>
          <a:noFill xmlns:a="http://schemas.openxmlformats.org/drawingml/2006/main"/>
          <a:ln xmlns:a="http://schemas.openxmlformats.org/drawingml/2006/main" w="28575">
            <a:solidFill>
              <a:srgbClr val="2876A8"/>
            </a:solidFill>
          </a:ln>
        </p:spPr>
      </p:sp>
      <p:sp>
        <p:nvSpPr>
          <p:cNvPr id="68" name="">
            <a:extLst xmlns:a="http://schemas.openxmlformats.org/drawingml/2006/main">
              <a:ext uri="{FF2B5EF4-FFF2-40B4-BE49-F238E27FC236}">
                <a16:creationId xmlns:a16="http://schemas.microsoft.com/office/drawing/2014/main" id="{289179A1-C13C-4B60-A7D1-4015729B366C}"/>
              </a:ext>
            </a:extLst>
          </p:cNvPr>
          <p:cNvSpPr>
            <a:spLocks xmlns:a="http://schemas.openxmlformats.org/drawingml/2006/main" noGrp="1"/>
          </p:cNvSpPr>
          <p:nvPr/>
        </p:nvSpPr>
        <p:spPr>
          <a:xfrm xmlns:a="http://schemas.openxmlformats.org/drawingml/2006/main">
            <a:off x="6059514" y="2823143"/>
            <a:ext cx="18895" cy="39119"/>
          </a:xfrm>
          <a:custGeom xmlns:a="http://schemas.openxmlformats.org/drawingml/2006/main">
            <a:pathLst>
              <a:path w="18895" h="39119">
                <a:moveTo>
                  <a:pt x="0" y="0"/>
                </a:moveTo>
                <a:lnTo>
                  <a:pt x="18895" y="39119"/>
                </a:lnTo>
              </a:path>
            </a:pathLst>
          </a:custGeom>
          <a:noFill xmlns:a="http://schemas.openxmlformats.org/drawingml/2006/main"/>
          <a:ln xmlns:a="http://schemas.openxmlformats.org/drawingml/2006/main" w="28575">
            <a:solidFill>
              <a:srgbClr val="2876A8"/>
            </a:solidFill>
          </a:ln>
        </p:spPr>
      </p:sp>
      <p:sp>
        <p:nvSpPr>
          <p:cNvPr id="69" name="">
            <a:extLst xmlns:a="http://schemas.openxmlformats.org/drawingml/2006/main">
              <a:ext uri="{FF2B5EF4-FFF2-40B4-BE49-F238E27FC236}">
                <a16:creationId xmlns:a16="http://schemas.microsoft.com/office/drawing/2014/main" id="{AA6A3DA8-46C4-47FC-B998-8203B2D114E5}"/>
              </a:ext>
            </a:extLst>
          </p:cNvPr>
          <p:cNvSpPr>
            <a:spLocks xmlns:a="http://schemas.openxmlformats.org/drawingml/2006/main" noGrp="1"/>
          </p:cNvSpPr>
          <p:nvPr/>
        </p:nvSpPr>
        <p:spPr>
          <a:xfrm xmlns:a="http://schemas.openxmlformats.org/drawingml/2006/main">
            <a:off x="6000959" y="2759094"/>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70" name="">
            <a:extLst xmlns:a="http://schemas.openxmlformats.org/drawingml/2006/main">
              <a:ext uri="{FF2B5EF4-FFF2-40B4-BE49-F238E27FC236}">
                <a16:creationId xmlns:a16="http://schemas.microsoft.com/office/drawing/2014/main" id="{1340B8D6-DEC4-42E0-8683-F523EA44E4C7}"/>
              </a:ext>
            </a:extLst>
          </p:cNvPr>
          <p:cNvSpPr>
            <a:spLocks xmlns:a="http://schemas.openxmlformats.org/drawingml/2006/main" noGrp="1"/>
          </p:cNvSpPr>
          <p:nvPr/>
        </p:nvSpPr>
        <p:spPr>
          <a:xfrm xmlns:a="http://schemas.openxmlformats.org/drawingml/2006/main">
            <a:off x="6743700" y="2524125"/>
            <a:ext cx="523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M</a:t>
            </a:r>
          </a:p>
        </p:txBody>
      </p:sp>
      <p:sp>
        <p:nvSpPr>
          <p:cNvPr id="71" name="">
            <a:extLst xmlns:a="http://schemas.openxmlformats.org/drawingml/2006/main">
              <a:ext uri="{FF2B5EF4-FFF2-40B4-BE49-F238E27FC236}">
                <a16:creationId xmlns:a16="http://schemas.microsoft.com/office/drawing/2014/main" id="{4DAD697F-ABD2-48E3-AE97-47817E4B3E02}"/>
              </a:ext>
            </a:extLst>
          </p:cNvPr>
          <p:cNvSpPr>
            <a:spLocks xmlns:a="http://schemas.openxmlformats.org/drawingml/2006/main" noGrp="1"/>
          </p:cNvSpPr>
          <p:nvPr/>
        </p:nvSpPr>
        <p:spPr>
          <a:xfrm xmlns:a="http://schemas.openxmlformats.org/drawingml/2006/main">
            <a:off x="3524250" y="1952625"/>
            <a:ext cx="9525" cy="619125"/>
          </a:xfrm>
          <a:custGeom xmlns:a="http://schemas.openxmlformats.org/drawingml/2006/main">
            <a:pathLst>
              <a:path w="9525" h="619125">
                <a:moveTo>
                  <a:pt x="0" y="0"/>
                </a:moveTo>
                <a:lnTo>
                  <a:pt x="0" y="619125"/>
                </a:lnTo>
              </a:path>
            </a:pathLst>
          </a:custGeom>
          <a:noFill xmlns:a="http://schemas.openxmlformats.org/drawingml/2006/main"/>
          <a:ln xmlns:a="http://schemas.openxmlformats.org/drawingml/2006/main" w="38100">
            <a:solidFill>
              <a:srgbClr val="AD8760"/>
            </a:solidFill>
          </a:ln>
        </p:spPr>
      </p:sp>
      <p:sp>
        <p:nvSpPr>
          <p:cNvPr id="72" name="">
            <a:extLst xmlns:a="http://schemas.openxmlformats.org/drawingml/2006/main">
              <a:ext uri="{FF2B5EF4-FFF2-40B4-BE49-F238E27FC236}">
                <a16:creationId xmlns:a16="http://schemas.microsoft.com/office/drawing/2014/main" id="{1B817706-A0AE-4404-9ECE-B3ECD710A081}"/>
              </a:ext>
            </a:extLst>
          </p:cNvPr>
          <p:cNvSpPr>
            <a:spLocks xmlns:a="http://schemas.openxmlformats.org/drawingml/2006/main" noGrp="1"/>
          </p:cNvSpPr>
          <p:nvPr/>
        </p:nvSpPr>
        <p:spPr>
          <a:xfrm xmlns:a="http://schemas.openxmlformats.org/drawingml/2006/main">
            <a:off x="3476244" y="2457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AD8760"/>
          </a:solidFill>
          <a:ln xmlns:a="http://schemas.openxmlformats.org/drawingml/2006/main" w="4763">
            <a:solidFill>
              <a:srgbClr val="AD8760"/>
            </a:solidFill>
          </a:ln>
        </p:spPr>
      </p:sp>
      <p:sp>
        <p:nvSpPr>
          <p:cNvPr id="73" name="">
            <a:extLst xmlns:a="http://schemas.openxmlformats.org/drawingml/2006/main">
              <a:ext uri="{FF2B5EF4-FFF2-40B4-BE49-F238E27FC236}">
                <a16:creationId xmlns:a16="http://schemas.microsoft.com/office/drawing/2014/main" id="{D397F1FC-4AA2-4E3B-A577-34C9D7129AF3}"/>
              </a:ext>
            </a:extLst>
          </p:cNvPr>
          <p:cNvSpPr>
            <a:spLocks xmlns:a="http://schemas.openxmlformats.org/drawingml/2006/main" noGrp="1"/>
          </p:cNvSpPr>
          <p:nvPr/>
        </p:nvSpPr>
        <p:spPr>
          <a:xfrm xmlns:a="http://schemas.openxmlformats.org/drawingml/2006/main">
            <a:off x="3810000" y="1571625"/>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AD8760"/>
                </a:solidFill>
                <a:latin typeface="Yu Gothic"/>
                <a:ea typeface="Yu Gothic"/>
                <a:cs typeface="Yu Gothic"/>
              </a:defRPr>
            </a:defPPr>
            <a:lvl1pPr>
              <a:buNone/>
              <a:defRPr sz="1950" b="1">
                <a:solidFill>
                  <a:srgbClr val="AD8760"/>
                </a:solidFill>
                <a:latin typeface="Yu Gothic"/>
                <a:ea typeface="Yu Gothic"/>
                <a:cs typeface="Yu Gothic"/>
              </a:defRPr>
            </a:lvl1pPr>
            <a:lvl2pPr>
              <a:buNone/>
              <a:defRPr sz="1950" b="1">
                <a:solidFill>
                  <a:srgbClr val="AD8760"/>
                </a:solidFill>
                <a:latin typeface="Yu Gothic"/>
                <a:ea typeface="Yu Gothic"/>
                <a:cs typeface="Yu Gothic"/>
              </a:defRPr>
            </a:lvl2pPr>
            <a:lvl3pPr>
              <a:buNone/>
              <a:defRPr sz="1950" b="1">
                <a:solidFill>
                  <a:srgbClr val="AD8760"/>
                </a:solidFill>
                <a:latin typeface="Yu Gothic"/>
                <a:ea typeface="Yu Gothic"/>
                <a:cs typeface="Yu Gothic"/>
              </a:defRPr>
            </a:lvl3pPr>
            <a:lvl4pPr>
              <a:buNone/>
              <a:defRPr sz="1950" b="1">
                <a:solidFill>
                  <a:srgbClr val="AD8760"/>
                </a:solidFill>
                <a:latin typeface="Yu Gothic"/>
                <a:ea typeface="Yu Gothic"/>
                <a:cs typeface="Yu Gothic"/>
              </a:defRPr>
            </a:lvl4pPr>
            <a:lvl5pPr>
              <a:buNone/>
              <a:defRPr sz="1950" b="1">
                <a:solidFill>
                  <a:srgbClr val="AD8760"/>
                </a:solidFill>
                <a:latin typeface="Yu Gothic"/>
                <a:ea typeface="Yu Gothic"/>
                <a:cs typeface="Yu Gothic"/>
              </a:defRPr>
            </a:lvl5pPr>
            <a:lvl6pPr>
              <a:buNone/>
              <a:defRPr sz="1950" b="1">
                <a:solidFill>
                  <a:srgbClr val="AD8760"/>
                </a:solidFill>
                <a:latin typeface="Yu Gothic"/>
                <a:ea typeface="Yu Gothic"/>
                <a:cs typeface="Yu Gothic"/>
              </a:defRPr>
            </a:lvl6pPr>
            <a:lvl7pPr>
              <a:buNone/>
              <a:defRPr sz="1950" b="1">
                <a:solidFill>
                  <a:srgbClr val="AD8760"/>
                </a:solidFill>
                <a:latin typeface="Yu Gothic"/>
                <a:ea typeface="Yu Gothic"/>
                <a:cs typeface="Yu Gothic"/>
              </a:defRPr>
            </a:lvl7pPr>
            <a:lvl8pPr>
              <a:buNone/>
              <a:defRPr sz="1950" b="1">
                <a:solidFill>
                  <a:srgbClr val="AD8760"/>
                </a:solidFill>
                <a:latin typeface="Yu Gothic"/>
                <a:ea typeface="Yu Gothic"/>
                <a:cs typeface="Yu Gothic"/>
              </a:defRPr>
            </a:lvl8pPr>
            <a:lvl9pPr>
              <a:buNone/>
              <a:defRPr sz="1950" b="1">
                <a:solidFill>
                  <a:srgbClr val="AD8760"/>
                </a:solidFill>
                <a:latin typeface="Yu Gothic"/>
                <a:ea typeface="Yu Gothic"/>
                <a:cs typeface="Yu Gothic"/>
              </a:defRPr>
            </a:lvl9pPr>
          </a:lstStyle>
          <a:p xmlns:a="http://schemas.openxmlformats.org/drawingml/2006/main">
            <a:pPr>
              <a:buNone/>
              <a:defRPr sz="1950" b="1">
                <a:solidFill>
                  <a:srgbClr val="AD8760"/>
                </a:solidFill>
                <a:latin typeface="Yu Gothic"/>
                <a:ea typeface="Yu Gothic"/>
                <a:cs typeface="Yu Gothic"/>
              </a:defRPr>
            </a:pPr>
            <a:r>
              <a:rPr sz="1950" b="1">
                <a:solidFill>
                  <a:srgbClr val="AD8760"/>
                </a:solidFill>
                <a:latin typeface="Yu Gothic"/>
                <a:ea typeface="Yu Gothic"/>
                <a:cs typeface="Yu Gothic"/>
              </a:rPr>
              <a:t>合力wxで置換</a:t>
            </a:r>
          </a:p>
        </p:txBody>
      </p:sp>
      <p:sp>
        <p:nvSpPr>
          <p:cNvPr id="74" name="">
            <a:extLst xmlns:a="http://schemas.openxmlformats.org/drawingml/2006/main">
              <a:ext uri="{FF2B5EF4-FFF2-40B4-BE49-F238E27FC236}">
                <a16:creationId xmlns:a16="http://schemas.microsoft.com/office/drawing/2014/main" id="{F7226711-3D1D-43F5-90B8-DC6B3DB83CFC}"/>
              </a:ext>
            </a:extLst>
          </p:cNvPr>
          <p:cNvSpPr>
            <a:spLocks xmlns:a="http://schemas.openxmlformats.org/drawingml/2006/main" noGrp="1"/>
          </p:cNvSpPr>
          <p:nvPr/>
        </p:nvSpPr>
        <p:spPr>
          <a:xfrm xmlns:a="http://schemas.openxmlformats.org/drawingml/2006/main">
            <a:off x="1428750" y="3762375"/>
            <a:ext cx="4191000" cy="9525"/>
          </a:xfrm>
          <a:custGeom xmlns:a="http://schemas.openxmlformats.org/drawingml/2006/main">
            <a:pathLst>
              <a:path w="4191000" h="9525">
                <a:moveTo>
                  <a:pt x="0" y="0"/>
                </a:moveTo>
                <a:lnTo>
                  <a:pt x="4191000"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498A6966-D4FC-4465-9FDD-20AD0D18483F}"/>
              </a:ext>
            </a:extLst>
          </p:cNvPr>
          <p:cNvSpPr>
            <a:spLocks xmlns:a="http://schemas.openxmlformats.org/drawingml/2006/main" noGrp="1"/>
          </p:cNvSpPr>
          <p:nvPr/>
        </p:nvSpPr>
        <p:spPr>
          <a:xfrm xmlns:a="http://schemas.openxmlformats.org/drawingml/2006/main">
            <a:off x="5553075" y="37343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6" name="">
            <a:extLst xmlns:a="http://schemas.openxmlformats.org/drawingml/2006/main">
              <a:ext uri="{FF2B5EF4-FFF2-40B4-BE49-F238E27FC236}">
                <a16:creationId xmlns:a16="http://schemas.microsoft.com/office/drawing/2014/main" id="{BCE6EDC4-351A-4A42-92C9-18A722FAB7B4}"/>
              </a:ext>
            </a:extLst>
          </p:cNvPr>
          <p:cNvSpPr>
            <a:spLocks xmlns:a="http://schemas.openxmlformats.org/drawingml/2006/main" noGrp="1"/>
          </p:cNvSpPr>
          <p:nvPr/>
        </p:nvSpPr>
        <p:spPr>
          <a:xfrm xmlns:a="http://schemas.openxmlformats.org/drawingml/2006/main">
            <a:off x="1428750" y="3762375"/>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E40DFD9C-1791-403F-BAC7-0F922E3E4FAA}"/>
              </a:ext>
            </a:extLst>
          </p:cNvPr>
          <p:cNvSpPr>
            <a:spLocks xmlns:a="http://schemas.openxmlformats.org/drawingml/2006/main" noGrp="1"/>
          </p:cNvSpPr>
          <p:nvPr/>
        </p:nvSpPr>
        <p:spPr>
          <a:xfrm xmlns:a="http://schemas.openxmlformats.org/drawingml/2006/main">
            <a:off x="1428750" y="37343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8" name="">
            <a:extLst xmlns:a="http://schemas.openxmlformats.org/drawingml/2006/main">
              <a:ext uri="{FF2B5EF4-FFF2-40B4-BE49-F238E27FC236}">
                <a16:creationId xmlns:a16="http://schemas.microsoft.com/office/drawing/2014/main" id="{1B460E0C-49C2-4990-AE6D-B752521F5632}"/>
              </a:ext>
            </a:extLst>
          </p:cNvPr>
          <p:cNvSpPr>
            <a:spLocks xmlns:a="http://schemas.openxmlformats.org/drawingml/2006/main" noGrp="1"/>
          </p:cNvSpPr>
          <p:nvPr/>
        </p:nvSpPr>
        <p:spPr>
          <a:xfrm xmlns:a="http://schemas.openxmlformats.org/drawingml/2006/main">
            <a:off x="1428750" y="381000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79" name="">
            <a:extLst xmlns:a="http://schemas.openxmlformats.org/drawingml/2006/main">
              <a:ext uri="{FF2B5EF4-FFF2-40B4-BE49-F238E27FC236}">
                <a16:creationId xmlns:a16="http://schemas.microsoft.com/office/drawing/2014/main" id="{4E408EB6-6549-4742-B0D6-C6A5DB87EDDA}"/>
              </a:ext>
            </a:extLst>
          </p:cNvPr>
          <p:cNvSpPr>
            <a:spLocks xmlns:a="http://schemas.openxmlformats.org/drawingml/2006/main" noGrp="1"/>
          </p:cNvSpPr>
          <p:nvPr/>
        </p:nvSpPr>
        <p:spPr>
          <a:xfrm xmlns:a="http://schemas.openxmlformats.org/drawingml/2006/main">
            <a:off x="3524250" y="3371850"/>
            <a:ext cx="2095500" cy="9525"/>
          </a:xfrm>
          <a:custGeom xmlns:a="http://schemas.openxmlformats.org/drawingml/2006/main">
            <a:pathLst>
              <a:path w="2095500" h="9525">
                <a:moveTo>
                  <a:pt x="0" y="0"/>
                </a:moveTo>
                <a:lnTo>
                  <a:pt x="2095500" y="0"/>
                </a:lnTo>
              </a:path>
            </a:pathLst>
          </a:custGeom>
          <a:noFill xmlns:a="http://schemas.openxmlformats.org/drawingml/2006/main"/>
          <a:ln xmlns:a="http://schemas.openxmlformats.org/drawingml/2006/main" w="13335">
            <a:solidFill>
              <a:srgbClr val="AD8760"/>
            </a:solidFill>
          </a:ln>
        </p:spPr>
      </p:sp>
      <p:sp>
        <p:nvSpPr>
          <p:cNvPr id="80" name="">
            <a:extLst xmlns:a="http://schemas.openxmlformats.org/drawingml/2006/main">
              <a:ext uri="{FF2B5EF4-FFF2-40B4-BE49-F238E27FC236}">
                <a16:creationId xmlns:a16="http://schemas.microsoft.com/office/drawing/2014/main" id="{F610AA30-9846-46D5-B026-ADA50A3B222B}"/>
              </a:ext>
            </a:extLst>
          </p:cNvPr>
          <p:cNvSpPr>
            <a:spLocks xmlns:a="http://schemas.openxmlformats.org/drawingml/2006/main" noGrp="1"/>
          </p:cNvSpPr>
          <p:nvPr/>
        </p:nvSpPr>
        <p:spPr>
          <a:xfrm xmlns:a="http://schemas.openxmlformats.org/drawingml/2006/main">
            <a:off x="5553075" y="33438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AD8760"/>
          </a:solidFill>
          <a:ln xmlns:a="http://schemas.openxmlformats.org/drawingml/2006/main" w="4763">
            <a:solidFill>
              <a:srgbClr val="AD8760"/>
            </a:solidFill>
          </a:ln>
        </p:spPr>
      </p:sp>
      <p:sp>
        <p:nvSpPr>
          <p:cNvPr id="81" name="">
            <a:extLst xmlns:a="http://schemas.openxmlformats.org/drawingml/2006/main">
              <a:ext uri="{FF2B5EF4-FFF2-40B4-BE49-F238E27FC236}">
                <a16:creationId xmlns:a16="http://schemas.microsoft.com/office/drawing/2014/main" id="{5BF4B297-6705-4C4F-8025-90B632829AE9}"/>
              </a:ext>
            </a:extLst>
          </p:cNvPr>
          <p:cNvSpPr>
            <a:spLocks xmlns:a="http://schemas.openxmlformats.org/drawingml/2006/main" noGrp="1"/>
          </p:cNvSpPr>
          <p:nvPr/>
        </p:nvSpPr>
        <p:spPr>
          <a:xfrm xmlns:a="http://schemas.openxmlformats.org/drawingml/2006/main">
            <a:off x="3524250" y="3371850"/>
            <a:ext cx="2095500" cy="9525"/>
          </a:xfrm>
          <a:custGeom xmlns:a="http://schemas.openxmlformats.org/drawingml/2006/main">
            <a:pathLst>
              <a:path w="2095500" h="9525">
                <a:moveTo>
                  <a:pt x="2095500" y="0"/>
                </a:moveTo>
                <a:lnTo>
                  <a:pt x="0" y="0"/>
                </a:lnTo>
              </a:path>
            </a:pathLst>
          </a:custGeom>
          <a:noFill xmlns:a="http://schemas.openxmlformats.org/drawingml/2006/main"/>
          <a:ln xmlns:a="http://schemas.openxmlformats.org/drawingml/2006/main" w="13335">
            <a:solidFill>
              <a:srgbClr val="AD8760"/>
            </a:solidFill>
          </a:ln>
        </p:spPr>
      </p:sp>
      <p:sp>
        <p:nvSpPr>
          <p:cNvPr id="82" name="">
            <a:extLst xmlns:a="http://schemas.openxmlformats.org/drawingml/2006/main">
              <a:ext uri="{FF2B5EF4-FFF2-40B4-BE49-F238E27FC236}">
                <a16:creationId xmlns:a16="http://schemas.microsoft.com/office/drawing/2014/main" id="{35A36E91-E4E0-41E1-AF85-EECFFFE8B92B}"/>
              </a:ext>
            </a:extLst>
          </p:cNvPr>
          <p:cNvSpPr>
            <a:spLocks xmlns:a="http://schemas.openxmlformats.org/drawingml/2006/main" noGrp="1"/>
          </p:cNvSpPr>
          <p:nvPr/>
        </p:nvSpPr>
        <p:spPr>
          <a:xfrm xmlns:a="http://schemas.openxmlformats.org/drawingml/2006/main">
            <a:off x="3524250" y="33438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AD8760"/>
          </a:solidFill>
          <a:ln xmlns:a="http://schemas.openxmlformats.org/drawingml/2006/main" w="4763">
            <a:solidFill>
              <a:srgbClr val="AD8760"/>
            </a:solidFill>
          </a:ln>
        </p:spPr>
      </p:sp>
      <p:sp>
        <p:nvSpPr>
          <p:cNvPr id="83" name="">
            <a:extLst xmlns:a="http://schemas.openxmlformats.org/drawingml/2006/main">
              <a:ext uri="{FF2B5EF4-FFF2-40B4-BE49-F238E27FC236}">
                <a16:creationId xmlns:a16="http://schemas.microsoft.com/office/drawing/2014/main" id="{EA4BB005-E4F6-4917-B59F-D8D929792BAE}"/>
              </a:ext>
            </a:extLst>
          </p:cNvPr>
          <p:cNvSpPr>
            <a:spLocks xmlns:a="http://schemas.openxmlformats.org/drawingml/2006/main" noGrp="1"/>
          </p:cNvSpPr>
          <p:nvPr/>
        </p:nvSpPr>
        <p:spPr>
          <a:xfrm xmlns:a="http://schemas.openxmlformats.org/drawingml/2006/main">
            <a:off x="3524250" y="3419475"/>
            <a:ext cx="2095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AD8760"/>
                </a:solidFill>
                <a:latin typeface="Yu Gothic"/>
                <a:ea typeface="Yu Gothic"/>
                <a:cs typeface="Yu Gothic"/>
              </a:defRPr>
            </a:defPPr>
            <a:lvl1pPr algn="ctr">
              <a:buNone/>
              <a:defRPr sz="1725" b="0">
                <a:solidFill>
                  <a:srgbClr val="AD8760"/>
                </a:solidFill>
                <a:latin typeface="Yu Gothic"/>
                <a:ea typeface="Yu Gothic"/>
                <a:cs typeface="Yu Gothic"/>
              </a:defRPr>
            </a:lvl1pPr>
            <a:lvl2pPr algn="ctr">
              <a:buNone/>
              <a:defRPr sz="1725" b="0">
                <a:solidFill>
                  <a:srgbClr val="AD8760"/>
                </a:solidFill>
                <a:latin typeface="Yu Gothic"/>
                <a:ea typeface="Yu Gothic"/>
                <a:cs typeface="Yu Gothic"/>
              </a:defRPr>
            </a:lvl2pPr>
            <a:lvl3pPr algn="ctr">
              <a:buNone/>
              <a:defRPr sz="1725" b="0">
                <a:solidFill>
                  <a:srgbClr val="AD8760"/>
                </a:solidFill>
                <a:latin typeface="Yu Gothic"/>
                <a:ea typeface="Yu Gothic"/>
                <a:cs typeface="Yu Gothic"/>
              </a:defRPr>
            </a:lvl3pPr>
            <a:lvl4pPr algn="ctr">
              <a:buNone/>
              <a:defRPr sz="1725" b="0">
                <a:solidFill>
                  <a:srgbClr val="AD8760"/>
                </a:solidFill>
                <a:latin typeface="Yu Gothic"/>
                <a:ea typeface="Yu Gothic"/>
                <a:cs typeface="Yu Gothic"/>
              </a:defRPr>
            </a:lvl4pPr>
            <a:lvl5pPr algn="ctr">
              <a:buNone/>
              <a:defRPr sz="1725" b="0">
                <a:solidFill>
                  <a:srgbClr val="AD8760"/>
                </a:solidFill>
                <a:latin typeface="Yu Gothic"/>
                <a:ea typeface="Yu Gothic"/>
                <a:cs typeface="Yu Gothic"/>
              </a:defRPr>
            </a:lvl5pPr>
            <a:lvl6pPr algn="ctr">
              <a:buNone/>
              <a:defRPr sz="1725" b="0">
                <a:solidFill>
                  <a:srgbClr val="AD8760"/>
                </a:solidFill>
                <a:latin typeface="Yu Gothic"/>
                <a:ea typeface="Yu Gothic"/>
                <a:cs typeface="Yu Gothic"/>
              </a:defRPr>
            </a:lvl6pPr>
            <a:lvl7pPr algn="ctr">
              <a:buNone/>
              <a:defRPr sz="1725" b="0">
                <a:solidFill>
                  <a:srgbClr val="AD8760"/>
                </a:solidFill>
                <a:latin typeface="Yu Gothic"/>
                <a:ea typeface="Yu Gothic"/>
                <a:cs typeface="Yu Gothic"/>
              </a:defRPr>
            </a:lvl7pPr>
            <a:lvl8pPr algn="ctr">
              <a:buNone/>
              <a:defRPr sz="1725" b="0">
                <a:solidFill>
                  <a:srgbClr val="AD8760"/>
                </a:solidFill>
                <a:latin typeface="Yu Gothic"/>
                <a:ea typeface="Yu Gothic"/>
                <a:cs typeface="Yu Gothic"/>
              </a:defRPr>
            </a:lvl8pPr>
            <a:lvl9pPr algn="ctr">
              <a:buNone/>
              <a:defRPr sz="1725" b="0">
                <a:solidFill>
                  <a:srgbClr val="AD8760"/>
                </a:solidFill>
                <a:latin typeface="Yu Gothic"/>
                <a:ea typeface="Yu Gothic"/>
                <a:cs typeface="Yu Gothic"/>
              </a:defRPr>
            </a:lvl9pPr>
          </a:lstStyle>
          <a:p xmlns:a="http://schemas.openxmlformats.org/drawingml/2006/main">
            <a:pPr algn="ctr">
              <a:buNone/>
              <a:defRPr sz="1725" b="0">
                <a:solidFill>
                  <a:srgbClr val="AD8760"/>
                </a:solidFill>
                <a:latin typeface="Yu Gothic"/>
                <a:ea typeface="Yu Gothic"/>
                <a:cs typeface="Yu Gothic"/>
              </a:defRPr>
            </a:pPr>
            <a:r>
              <a:rPr sz="1725" b="0">
                <a:solidFill>
                  <a:srgbClr val="AD8760"/>
                </a:solidFill>
                <a:latin typeface="Yu Gothic"/>
                <a:ea typeface="Yu Gothic"/>
                <a:cs typeface="Yu Gothic"/>
              </a:rPr>
              <a:t>x/2</a:t>
            </a:r>
          </a:p>
        </p:txBody>
      </p:sp>
      <p:sp>
        <p:nvSpPr>
          <p:cNvPr id="84" name="">
            <a:extLst xmlns:a="http://schemas.openxmlformats.org/drawingml/2006/main">
              <a:ext uri="{FF2B5EF4-FFF2-40B4-BE49-F238E27FC236}">
                <a16:creationId xmlns:a16="http://schemas.microsoft.com/office/drawing/2014/main" id="{BE313667-CE36-43E4-A0C7-6C3138630D63}"/>
              </a:ext>
            </a:extLst>
          </p:cNvPr>
          <p:cNvSpPr>
            <a:spLocks xmlns:a="http://schemas.openxmlformats.org/drawingml/2006/main" noGrp="1"/>
          </p:cNvSpPr>
          <p:nvPr/>
        </p:nvSpPr>
        <p:spPr>
          <a:xfrm xmlns:a="http://schemas.openxmlformats.org/drawingml/2006/main">
            <a:off x="7810500" y="1762125"/>
            <a:ext cx="3714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RA − wx − V = 0</a:t>
            </a:r>
          </a:p>
        </p:txBody>
      </p:sp>
      <p:sp>
        <p:nvSpPr>
          <p:cNvPr id="85" name="">
            <a:extLst xmlns:a="http://schemas.openxmlformats.org/drawingml/2006/main">
              <a:ext uri="{FF2B5EF4-FFF2-40B4-BE49-F238E27FC236}">
                <a16:creationId xmlns:a16="http://schemas.microsoft.com/office/drawing/2014/main" id="{EC615D4D-08D9-4244-B050-3B7D88575952}"/>
              </a:ext>
            </a:extLst>
          </p:cNvPr>
          <p:cNvSpPr>
            <a:spLocks xmlns:a="http://schemas.openxmlformats.org/drawingml/2006/main" noGrp="1"/>
          </p:cNvSpPr>
          <p:nvPr/>
        </p:nvSpPr>
        <p:spPr>
          <a:xfrm xmlns:a="http://schemas.openxmlformats.org/drawingml/2006/main">
            <a:off x="7810500" y="22383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7655A5"/>
                </a:solidFill>
                <a:latin typeface="Yu Gothic"/>
                <a:ea typeface="Yu Gothic"/>
                <a:cs typeface="Yu Gothic"/>
              </a:defRPr>
            </a:defPPr>
            <a:lvl1pPr>
              <a:buNone/>
              <a:defRPr sz="2250" b="1">
                <a:solidFill>
                  <a:srgbClr val="7655A5"/>
                </a:solidFill>
                <a:latin typeface="Yu Gothic"/>
                <a:ea typeface="Yu Gothic"/>
                <a:cs typeface="Yu Gothic"/>
              </a:defRPr>
            </a:lvl1pPr>
            <a:lvl2pPr>
              <a:buNone/>
              <a:defRPr sz="2250" b="1">
                <a:solidFill>
                  <a:srgbClr val="7655A5"/>
                </a:solidFill>
                <a:latin typeface="Yu Gothic"/>
                <a:ea typeface="Yu Gothic"/>
                <a:cs typeface="Yu Gothic"/>
              </a:defRPr>
            </a:lvl2pPr>
            <a:lvl3pPr>
              <a:buNone/>
              <a:defRPr sz="2250" b="1">
                <a:solidFill>
                  <a:srgbClr val="7655A5"/>
                </a:solidFill>
                <a:latin typeface="Yu Gothic"/>
                <a:ea typeface="Yu Gothic"/>
                <a:cs typeface="Yu Gothic"/>
              </a:defRPr>
            </a:lvl3pPr>
            <a:lvl4pPr>
              <a:buNone/>
              <a:defRPr sz="2250" b="1">
                <a:solidFill>
                  <a:srgbClr val="7655A5"/>
                </a:solidFill>
                <a:latin typeface="Yu Gothic"/>
                <a:ea typeface="Yu Gothic"/>
                <a:cs typeface="Yu Gothic"/>
              </a:defRPr>
            </a:lvl4pPr>
            <a:lvl5pPr>
              <a:buNone/>
              <a:defRPr sz="2250" b="1">
                <a:solidFill>
                  <a:srgbClr val="7655A5"/>
                </a:solidFill>
                <a:latin typeface="Yu Gothic"/>
                <a:ea typeface="Yu Gothic"/>
                <a:cs typeface="Yu Gothic"/>
              </a:defRPr>
            </a:lvl5pPr>
            <a:lvl6pPr>
              <a:buNone/>
              <a:defRPr sz="2250" b="1">
                <a:solidFill>
                  <a:srgbClr val="7655A5"/>
                </a:solidFill>
                <a:latin typeface="Yu Gothic"/>
                <a:ea typeface="Yu Gothic"/>
                <a:cs typeface="Yu Gothic"/>
              </a:defRPr>
            </a:lvl6pPr>
            <a:lvl7pPr>
              <a:buNone/>
              <a:defRPr sz="2250" b="1">
                <a:solidFill>
                  <a:srgbClr val="7655A5"/>
                </a:solidFill>
                <a:latin typeface="Yu Gothic"/>
                <a:ea typeface="Yu Gothic"/>
                <a:cs typeface="Yu Gothic"/>
              </a:defRPr>
            </a:lvl7pPr>
            <a:lvl8pPr>
              <a:buNone/>
              <a:defRPr sz="2250" b="1">
                <a:solidFill>
                  <a:srgbClr val="7655A5"/>
                </a:solidFill>
                <a:latin typeface="Yu Gothic"/>
                <a:ea typeface="Yu Gothic"/>
                <a:cs typeface="Yu Gothic"/>
              </a:defRPr>
            </a:lvl8pPr>
            <a:lvl9pPr>
              <a:buNone/>
              <a:defRPr sz="2250" b="1">
                <a:solidFill>
                  <a:srgbClr val="7655A5"/>
                </a:solidFill>
                <a:latin typeface="Yu Gothic"/>
                <a:ea typeface="Yu Gothic"/>
                <a:cs typeface="Yu Gothic"/>
              </a:defRPr>
            </a:lvl9pPr>
          </a:lstStyle>
          <a:p xmlns:a="http://schemas.openxmlformats.org/drawingml/2006/main">
            <a:pPr>
              <a:buNone/>
              <a:defRPr sz="2250" b="1">
                <a:solidFill>
                  <a:srgbClr val="7655A5"/>
                </a:solidFill>
                <a:latin typeface="Yu Gothic"/>
                <a:ea typeface="Yu Gothic"/>
                <a:cs typeface="Yu Gothic"/>
              </a:defRPr>
            </a:pPr>
            <a:r>
              <a:rPr sz="2250" b="1">
                <a:solidFill>
                  <a:srgbClr val="7655A5"/>
                </a:solidFill>
                <a:latin typeface="Yu Gothic"/>
                <a:ea typeface="Yu Gothic"/>
                <a:cs typeface="Yu Gothic"/>
              </a:rPr>
              <a:t>V = RA − wx</a:t>
            </a:r>
          </a:p>
        </p:txBody>
      </p:sp>
      <p:sp>
        <p:nvSpPr>
          <p:cNvPr id="86" name="">
            <a:extLst xmlns:a="http://schemas.openxmlformats.org/drawingml/2006/main">
              <a:ext uri="{FF2B5EF4-FFF2-40B4-BE49-F238E27FC236}">
                <a16:creationId xmlns:a16="http://schemas.microsoft.com/office/drawing/2014/main" id="{35E921A4-31DA-4243-A5DE-7826F8BC24E9}"/>
              </a:ext>
            </a:extLst>
          </p:cNvPr>
          <p:cNvSpPr>
            <a:spLocks xmlns:a="http://schemas.openxmlformats.org/drawingml/2006/main" noGrp="1"/>
          </p:cNvSpPr>
          <p:nvPr/>
        </p:nvSpPr>
        <p:spPr>
          <a:xfrm xmlns:a="http://schemas.openxmlformats.org/drawingml/2006/main">
            <a:off x="7810500" y="2857500"/>
            <a:ext cx="371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−RAx + (wx)(x/2) + M = 0</a:t>
            </a:r>
          </a:p>
        </p:txBody>
      </p:sp>
      <p:sp>
        <p:nvSpPr>
          <p:cNvPr id="87" name="">
            <a:extLst xmlns:a="http://schemas.openxmlformats.org/drawingml/2006/main">
              <a:ext uri="{FF2B5EF4-FFF2-40B4-BE49-F238E27FC236}">
                <a16:creationId xmlns:a16="http://schemas.microsoft.com/office/drawing/2014/main" id="{A38841CD-DD6E-4EEB-A0FD-F3F783CA8D32}"/>
              </a:ext>
            </a:extLst>
          </p:cNvPr>
          <p:cNvSpPr>
            <a:spLocks xmlns:a="http://schemas.openxmlformats.org/drawingml/2006/main" noGrp="1"/>
          </p:cNvSpPr>
          <p:nvPr/>
        </p:nvSpPr>
        <p:spPr>
          <a:xfrm xmlns:a="http://schemas.openxmlformats.org/drawingml/2006/main">
            <a:off x="7810500" y="35242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M = RAx − wx²/2</a:t>
            </a:r>
          </a:p>
        </p:txBody>
      </p:sp>
      <p:graphicFrame>
        <p:nvGraphicFramePr>
          <p:cNvPr id="88" name="Chart">
            <a:extLst xmlns:a="http://schemas.openxmlformats.org/drawingml/2006/main">
              <a:ext uri="{FF2B5EF4-FFF2-40B4-BE49-F238E27FC236}">
                <a16:creationId xmlns:a16="http://schemas.microsoft.com/office/drawing/2014/main" id="{8C6F8D0E-ECCC-4090-B30B-18FB782E6F68}"/>
              </a:ext>
            </a:extLst>
          </p:cNvPr>
          <p:cNvGraphicFramePr/>
          <p:nvPr/>
        </p:nvGraphicFramePr>
        <p:xfrm>
          <a:off xmlns:a="http://schemas.openxmlformats.org/drawingml/2006/main" x="714375" y="4171950"/>
          <a:ext xmlns:a="http://schemas.openxmlformats.org/drawingml/2006/main" cx="5238750" cy="1552575"/>
        </p:xfrm>
        <a:graphic xmlns:a="http://schemas.openxmlformats.org/drawingml/2006/main">
          <a:graphicData uri="http://schemas.openxmlformats.org/drawingml/2006/chart">
            <c:chart xmlns:r="http://schemas.openxmlformats.org/officeDocument/2006/relationships" xmlns:c="http://schemas.openxmlformats.org/drawingml/2006/chart" r:id="Rea18cbbf0e2f4104"/>
          </a:graphicData>
        </a:graphic>
      </p:graphicFrame>
      <p:graphicFrame>
        <p:nvGraphicFramePr>
          <p:cNvPr id="89" name="Chart">
            <a:extLst xmlns:a="http://schemas.openxmlformats.org/drawingml/2006/main">
              <a:ext uri="{FF2B5EF4-FFF2-40B4-BE49-F238E27FC236}">
                <a16:creationId xmlns:a16="http://schemas.microsoft.com/office/drawing/2014/main" id="{EB672EB3-A15A-4939-A843-5DD48E5C8F56}"/>
              </a:ext>
            </a:extLst>
          </p:cNvPr>
          <p:cNvGraphicFramePr/>
          <p:nvPr/>
        </p:nvGraphicFramePr>
        <p:xfrm>
          <a:off xmlns:a="http://schemas.openxmlformats.org/drawingml/2006/main" x="6143625" y="4171950"/>
          <a:ext xmlns:a="http://schemas.openxmlformats.org/drawingml/2006/main" cx="5334000" cy="1552575"/>
        </p:xfrm>
        <a:graphic xmlns:a="http://schemas.openxmlformats.org/drawingml/2006/main">
          <a:graphicData uri="http://schemas.openxmlformats.org/drawingml/2006/chart">
            <c:chart xmlns:r="http://schemas.openxmlformats.org/officeDocument/2006/relationships" xmlns:c="http://schemas.openxmlformats.org/drawingml/2006/chart" r:id="R2e44ff6a441d4558"/>
          </a:graphicData>
        </a:graphic>
      </p:graphicFrame>
      <p:sp>
        <p:nvSpPr>
          <p:cNvPr id="90" name="">
            <a:extLst xmlns:a="http://schemas.openxmlformats.org/drawingml/2006/main">
              <a:ext uri="{FF2B5EF4-FFF2-40B4-BE49-F238E27FC236}">
                <a16:creationId xmlns:a16="http://schemas.microsoft.com/office/drawing/2014/main" id="{7CAC7B0E-2886-4B39-9494-D246452794D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上段は分布荷重と合力の対応図。計算には片方を使う。w = 400 N/m、L = 1.0 m、反力は各200 N。</a:t>
            </a:r>
          </a:p>
        </p:txBody>
      </p:sp>
    </p:spTree>
    <p:extLst>
      <p:ext uri="{BB962C8B-B14F-4D97-AF65-F5344CB8AC3E}">
        <p14:creationId xmlns:p14="http://schemas.microsoft.com/office/powerpoint/2010/main" val="9510418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E12F1A-EBA3-4845-A5F8-16BCB9586D4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離散化：刻み幅と最大値の見落とし</a:t>
            </a:r>
          </a:p>
        </p:txBody>
      </p:sp>
      <p:sp>
        <p:nvSpPr>
          <p:cNvPr id="2" name="">
            <a:extLst xmlns:a="http://schemas.openxmlformats.org/drawingml/2006/main">
              <a:ext uri="{FF2B5EF4-FFF2-40B4-BE49-F238E27FC236}">
                <a16:creationId xmlns:a16="http://schemas.microsoft.com/office/drawing/2014/main" id="{6950C4C9-209F-4665-B78E-284776E881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258F914-6B88-40AE-9874-C5B3BCF7EFC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1025CC69-C72D-44B7-8CAF-BDB4D765A4D6}"/>
              </a:ext>
            </a:extLst>
          </p:cNvPr>
          <p:cNvGraphicFramePr/>
          <p:nvPr/>
        </p:nvGraphicFramePr>
        <p:xfrm>
          <a:off xmlns:a="http://schemas.openxmlformats.org/drawingml/2006/main" x="714375" y="1809750"/>
          <a:ext xmlns:a="http://schemas.openxmlformats.org/drawingml/2006/main" cx="10763250" cy="2228850"/>
        </p:xfrm>
        <a:graphic xmlns:a="http://schemas.openxmlformats.org/drawingml/2006/main">
          <a:graphicData uri="http://schemas.openxmlformats.org/drawingml/2006/table">
            <a:tbl>
              <a:tblPr/>
              <a:tblGrid>
                <a:gridCol w="2152650"/>
                <a:gridCol w="2152650"/>
                <a:gridCol w="2152650"/>
                <a:gridCol w="2152650"/>
                <a:gridCol w="2152650"/>
              </a:tblGrid>
              <a:tr h="742950">
                <a:tc>
                  <a:txBody>
                    <a:bodyPr lIns="85725" tIns="85725" rIns="85725" bIns="85725"/>
                    <a:lstStyle/>
                    <a:p>
                      <a:r>
                        <a:rPr sz="2175" b="1">
                          <a:solidFill>
                            <a:srgbClr val="FFFFFF"/>
                          </a:solidFill>
                          <a:latin typeface="Yu Gothic"/>
                          <a:ea typeface="Yu Gothic"/>
                          <a:cs typeface="Yu Gothic"/>
                        </a:rPr>
                        <a:t>位置 x / 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0</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0.2</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0.4</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0.6</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M / (N·m)</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32</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48</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48</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さらに0.5 mを計算</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M=50 N·m</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8A93865-6BA9-4F9B-9987-E4D2933C4BF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L=1 m、w=400 N/m。M=200x−200x²。表は位置の一部を抜粋。</a:t>
            </a:r>
          </a:p>
        </p:txBody>
      </p:sp>
      <p:sp>
        <p:nvSpPr>
          <p:cNvPr id="6" name="">
            <a:extLst xmlns:a="http://schemas.openxmlformats.org/drawingml/2006/main">
              <a:ext uri="{FF2B5EF4-FFF2-40B4-BE49-F238E27FC236}">
                <a16:creationId xmlns:a16="http://schemas.microsoft.com/office/drawing/2014/main" id="{B9862A34-B1DA-4578-B826-0178E4AC1C0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49</a:t>
            </a:r>
          </a:p>
        </p:txBody>
      </p:sp>
    </p:spTree>
    <p:extLst>
      <p:ext uri="{BB962C8B-B14F-4D97-AF65-F5344CB8AC3E}">
        <p14:creationId xmlns:p14="http://schemas.microsoft.com/office/powerpoint/2010/main" val="213270839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7AE500-9374-422E-9A94-AF9654EF6D7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　等分布荷重〔比較して確かめる〕</a:t>
            </a:r>
          </a:p>
        </p:txBody>
      </p:sp>
      <p:cxnSp>
        <p:nvCxnSpPr>
          <p:cNvPr id="2" name="">
            <a:extLst xmlns:a="http://schemas.openxmlformats.org/drawingml/2006/main">
              <a:ext uri="{FF2B5EF4-FFF2-40B4-BE49-F238E27FC236}">
                <a16:creationId xmlns:a16="http://schemas.microsoft.com/office/drawing/2014/main" id="{45E3FCEC-B3D3-4DF2-AD69-C9A2F9D7F91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3204C9C-1FFD-45F9-92D6-68D4B423710A}"/>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50072A5-0365-4C23-8F89-EACF17BEE2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38 / 49</a:t>
            </a:r>
          </a:p>
        </p:txBody>
      </p:sp>
      <p:sp>
        <p:nvSpPr>
          <p:cNvPr id="12" name="">
            <a:extLst xmlns:a="http://schemas.openxmlformats.org/drawingml/2006/main">
              <a:ext uri="{FF2B5EF4-FFF2-40B4-BE49-F238E27FC236}">
                <a16:creationId xmlns:a16="http://schemas.microsoft.com/office/drawing/2014/main" id="{FD11576B-E51E-4D83-9420-E535D7FB0464}"/>
              </a:ext>
            </a:extLst>
          </p:cNvPr>
          <p:cNvSpPr>
            <a:spLocks xmlns:a="http://schemas.openxmlformats.org/drawingml/2006/main" noGrp="1"/>
          </p:cNvSpPr>
          <p:nvPr/>
        </p:nvSpPr>
        <p:spPr>
          <a:xfrm xmlns:a="http://schemas.openxmlformats.org/drawingml/2006/main">
            <a:off x="809625" y="14763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等分布：w = 400 N/m</a:t>
            </a:r>
          </a:p>
        </p:txBody>
      </p:sp>
      <p:sp>
        <p:nvSpPr>
          <p:cNvPr id="13" name="">
            <a:extLst xmlns:a="http://schemas.openxmlformats.org/drawingml/2006/main">
              <a:ext uri="{FF2B5EF4-FFF2-40B4-BE49-F238E27FC236}">
                <a16:creationId xmlns:a16="http://schemas.microsoft.com/office/drawing/2014/main" id="{49C27F45-3F44-46D3-B314-FEB02EE2A6C6}"/>
              </a:ext>
            </a:extLst>
          </p:cNvPr>
          <p:cNvSpPr>
            <a:spLocks xmlns:a="http://schemas.openxmlformats.org/drawingml/2006/main" noGrp="1"/>
          </p:cNvSpPr>
          <p:nvPr/>
        </p:nvSpPr>
        <p:spPr>
          <a:xfrm xmlns:a="http://schemas.openxmlformats.org/drawingml/2006/main">
            <a:off x="7000875" y="147637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中央集中：400 N</a:t>
            </a:r>
          </a:p>
        </p:txBody>
      </p:sp>
      <p:sp>
        <p:nvSpPr>
          <p:cNvPr id="14" name="">
            <a:extLst xmlns:a="http://schemas.openxmlformats.org/drawingml/2006/main">
              <a:ext uri="{FF2B5EF4-FFF2-40B4-BE49-F238E27FC236}">
                <a16:creationId xmlns:a16="http://schemas.microsoft.com/office/drawing/2014/main" id="{43175B0A-05F0-4A63-AB78-7493727F5708}"/>
              </a:ext>
            </a:extLst>
          </p:cNvPr>
          <p:cNvSpPr>
            <a:spLocks xmlns:a="http://schemas.openxmlformats.org/drawingml/2006/main" noGrp="1"/>
          </p:cNvSpPr>
          <p:nvPr/>
        </p:nvSpPr>
        <p:spPr>
          <a:xfrm xmlns:a="http://schemas.openxmlformats.org/drawingml/2006/main">
            <a:off x="1428750" y="2762250"/>
            <a:ext cx="381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5" name="">
            <a:extLst xmlns:a="http://schemas.openxmlformats.org/drawingml/2006/main">
              <a:ext uri="{FF2B5EF4-FFF2-40B4-BE49-F238E27FC236}">
                <a16:creationId xmlns:a16="http://schemas.microsoft.com/office/drawing/2014/main" id="{FC4EE73F-5361-4CAA-A0F2-B96C2942D50A}"/>
              </a:ext>
            </a:extLst>
          </p:cNvPr>
          <p:cNvSpPr>
            <a:spLocks xmlns:a="http://schemas.openxmlformats.org/drawingml/2006/main" noGrp="1"/>
          </p:cNvSpPr>
          <p:nvPr/>
        </p:nvSpPr>
        <p:spPr>
          <a:xfrm xmlns:a="http://schemas.openxmlformats.org/drawingml/2006/main">
            <a:off x="12668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3975CE42-70F4-4E65-BE64-5F7393934DD7}"/>
              </a:ext>
            </a:extLst>
          </p:cNvPr>
          <p:cNvSpPr>
            <a:spLocks xmlns:a="http://schemas.openxmlformats.org/drawingml/2006/main" noGrp="1"/>
          </p:cNvSpPr>
          <p:nvPr/>
        </p:nvSpPr>
        <p:spPr>
          <a:xfrm xmlns:a="http://schemas.openxmlformats.org/drawingml/2006/main">
            <a:off x="115252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1336FE9C-B259-4B98-874D-CD4E99102619}"/>
              </a:ext>
            </a:extLst>
          </p:cNvPr>
          <p:cNvSpPr>
            <a:spLocks xmlns:a="http://schemas.openxmlformats.org/drawingml/2006/main" noGrp="1"/>
          </p:cNvSpPr>
          <p:nvPr/>
        </p:nvSpPr>
        <p:spPr>
          <a:xfrm xmlns:a="http://schemas.openxmlformats.org/drawingml/2006/main">
            <a:off x="50768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0744DE01-D50B-4499-B75C-AC55F5F52E46}"/>
              </a:ext>
            </a:extLst>
          </p:cNvPr>
          <p:cNvSpPr>
            <a:spLocks xmlns:a="http://schemas.openxmlformats.org/drawingml/2006/main" noGrp="1"/>
          </p:cNvSpPr>
          <p:nvPr/>
        </p:nvSpPr>
        <p:spPr>
          <a:xfrm xmlns:a="http://schemas.openxmlformats.org/drawingml/2006/main">
            <a:off x="51149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07170494-8A98-41F3-89B5-116E5FBE28AE}"/>
              </a:ext>
            </a:extLst>
          </p:cNvPr>
          <p:cNvSpPr>
            <a:spLocks xmlns:a="http://schemas.openxmlformats.org/drawingml/2006/main" noGrp="1"/>
          </p:cNvSpPr>
          <p:nvPr/>
        </p:nvSpPr>
        <p:spPr>
          <a:xfrm xmlns:a="http://schemas.openxmlformats.org/drawingml/2006/main">
            <a:off x="52673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6C69FDC3-5BF0-4987-95C1-BDB9D0556DB7}"/>
              </a:ext>
            </a:extLst>
          </p:cNvPr>
          <p:cNvSpPr>
            <a:spLocks xmlns:a="http://schemas.openxmlformats.org/drawingml/2006/main" noGrp="1"/>
          </p:cNvSpPr>
          <p:nvPr/>
        </p:nvSpPr>
        <p:spPr>
          <a:xfrm xmlns:a="http://schemas.openxmlformats.org/drawingml/2006/main">
            <a:off x="496252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0CF368E6-E3E9-4E2D-A8DD-9E8E77539738}"/>
              </a:ext>
            </a:extLst>
          </p:cNvPr>
          <p:cNvSpPr>
            <a:spLocks xmlns:a="http://schemas.openxmlformats.org/drawingml/2006/main" noGrp="1"/>
          </p:cNvSpPr>
          <p:nvPr/>
        </p:nvSpPr>
        <p:spPr>
          <a:xfrm xmlns:a="http://schemas.openxmlformats.org/drawingml/2006/main">
            <a:off x="1428750" y="21526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9050">
            <a:solidFill>
              <a:srgbClr val="C4483C"/>
            </a:solidFill>
          </a:ln>
        </p:spPr>
      </p:sp>
      <p:sp>
        <p:nvSpPr>
          <p:cNvPr id="22" name="">
            <a:extLst xmlns:a="http://schemas.openxmlformats.org/drawingml/2006/main">
              <a:ext uri="{FF2B5EF4-FFF2-40B4-BE49-F238E27FC236}">
                <a16:creationId xmlns:a16="http://schemas.microsoft.com/office/drawing/2014/main" id="{FE1FB665-749A-4E2F-831C-F7801C9BE5C9}"/>
              </a:ext>
            </a:extLst>
          </p:cNvPr>
          <p:cNvSpPr>
            <a:spLocks xmlns:a="http://schemas.openxmlformats.org/drawingml/2006/main" noGrp="1"/>
          </p:cNvSpPr>
          <p:nvPr/>
        </p:nvSpPr>
        <p:spPr>
          <a:xfrm xmlns:a="http://schemas.openxmlformats.org/drawingml/2006/main">
            <a:off x="1428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3" name="">
            <a:extLst xmlns:a="http://schemas.openxmlformats.org/drawingml/2006/main">
              <a:ext uri="{FF2B5EF4-FFF2-40B4-BE49-F238E27FC236}">
                <a16:creationId xmlns:a16="http://schemas.microsoft.com/office/drawing/2014/main" id="{CFA7B9E4-0537-44F3-A61A-27AC0C23DEC1}"/>
              </a:ext>
            </a:extLst>
          </p:cNvPr>
          <p:cNvSpPr>
            <a:spLocks xmlns:a="http://schemas.openxmlformats.org/drawingml/2006/main" noGrp="1"/>
          </p:cNvSpPr>
          <p:nvPr/>
        </p:nvSpPr>
        <p:spPr>
          <a:xfrm xmlns:a="http://schemas.openxmlformats.org/drawingml/2006/main">
            <a:off x="1396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F95A06C1-88C5-4D4E-967F-EAF9D27A2D24}"/>
              </a:ext>
            </a:extLst>
          </p:cNvPr>
          <p:cNvSpPr>
            <a:spLocks xmlns:a="http://schemas.openxmlformats.org/drawingml/2006/main" noGrp="1"/>
          </p:cNvSpPr>
          <p:nvPr/>
        </p:nvSpPr>
        <p:spPr>
          <a:xfrm xmlns:a="http://schemas.openxmlformats.org/drawingml/2006/main">
            <a:off x="1809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5" name="">
            <a:extLst xmlns:a="http://schemas.openxmlformats.org/drawingml/2006/main">
              <a:ext uri="{FF2B5EF4-FFF2-40B4-BE49-F238E27FC236}">
                <a16:creationId xmlns:a16="http://schemas.microsoft.com/office/drawing/2014/main" id="{BABAB38B-0066-47EA-A5BF-593EE51E6233}"/>
              </a:ext>
            </a:extLst>
          </p:cNvPr>
          <p:cNvSpPr>
            <a:spLocks xmlns:a="http://schemas.openxmlformats.org/drawingml/2006/main" noGrp="1"/>
          </p:cNvSpPr>
          <p:nvPr/>
        </p:nvSpPr>
        <p:spPr>
          <a:xfrm xmlns:a="http://schemas.openxmlformats.org/drawingml/2006/main">
            <a:off x="1777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E4A8D214-4DA2-401B-B6A1-556EC07F9206}"/>
              </a:ext>
            </a:extLst>
          </p:cNvPr>
          <p:cNvSpPr>
            <a:spLocks xmlns:a="http://schemas.openxmlformats.org/drawingml/2006/main" noGrp="1"/>
          </p:cNvSpPr>
          <p:nvPr/>
        </p:nvSpPr>
        <p:spPr>
          <a:xfrm xmlns:a="http://schemas.openxmlformats.org/drawingml/2006/main">
            <a:off x="2190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7" name="">
            <a:extLst xmlns:a="http://schemas.openxmlformats.org/drawingml/2006/main">
              <a:ext uri="{FF2B5EF4-FFF2-40B4-BE49-F238E27FC236}">
                <a16:creationId xmlns:a16="http://schemas.microsoft.com/office/drawing/2014/main" id="{9B54A5A0-B34E-48A3-B7EE-AB73FAFD6504}"/>
              </a:ext>
            </a:extLst>
          </p:cNvPr>
          <p:cNvSpPr>
            <a:spLocks xmlns:a="http://schemas.openxmlformats.org/drawingml/2006/main" noGrp="1"/>
          </p:cNvSpPr>
          <p:nvPr/>
        </p:nvSpPr>
        <p:spPr>
          <a:xfrm xmlns:a="http://schemas.openxmlformats.org/drawingml/2006/main">
            <a:off x="2158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C1BE02E6-D068-4A61-BCA6-990259A0ED15}"/>
              </a:ext>
            </a:extLst>
          </p:cNvPr>
          <p:cNvSpPr>
            <a:spLocks xmlns:a="http://schemas.openxmlformats.org/drawingml/2006/main" noGrp="1"/>
          </p:cNvSpPr>
          <p:nvPr/>
        </p:nvSpPr>
        <p:spPr>
          <a:xfrm xmlns:a="http://schemas.openxmlformats.org/drawingml/2006/main">
            <a:off x="2571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9" name="">
            <a:extLst xmlns:a="http://schemas.openxmlformats.org/drawingml/2006/main">
              <a:ext uri="{FF2B5EF4-FFF2-40B4-BE49-F238E27FC236}">
                <a16:creationId xmlns:a16="http://schemas.microsoft.com/office/drawing/2014/main" id="{4CA4B419-D1B7-410E-A564-E32942B6007A}"/>
              </a:ext>
            </a:extLst>
          </p:cNvPr>
          <p:cNvSpPr>
            <a:spLocks xmlns:a="http://schemas.openxmlformats.org/drawingml/2006/main" noGrp="1"/>
          </p:cNvSpPr>
          <p:nvPr/>
        </p:nvSpPr>
        <p:spPr>
          <a:xfrm xmlns:a="http://schemas.openxmlformats.org/drawingml/2006/main">
            <a:off x="2539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0B50488F-3182-4A55-99E5-372F491A2E4C}"/>
              </a:ext>
            </a:extLst>
          </p:cNvPr>
          <p:cNvSpPr>
            <a:spLocks xmlns:a="http://schemas.openxmlformats.org/drawingml/2006/main" noGrp="1"/>
          </p:cNvSpPr>
          <p:nvPr/>
        </p:nvSpPr>
        <p:spPr>
          <a:xfrm xmlns:a="http://schemas.openxmlformats.org/drawingml/2006/main">
            <a:off x="2952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1" name="">
            <a:extLst xmlns:a="http://schemas.openxmlformats.org/drawingml/2006/main">
              <a:ext uri="{FF2B5EF4-FFF2-40B4-BE49-F238E27FC236}">
                <a16:creationId xmlns:a16="http://schemas.microsoft.com/office/drawing/2014/main" id="{28ECD5D4-6A23-4ECF-A65B-A1BB443691F1}"/>
              </a:ext>
            </a:extLst>
          </p:cNvPr>
          <p:cNvSpPr>
            <a:spLocks xmlns:a="http://schemas.openxmlformats.org/drawingml/2006/main" noGrp="1"/>
          </p:cNvSpPr>
          <p:nvPr/>
        </p:nvSpPr>
        <p:spPr>
          <a:xfrm xmlns:a="http://schemas.openxmlformats.org/drawingml/2006/main">
            <a:off x="2920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992BE0A5-749F-41AA-9DC0-B443D4E3E7AA}"/>
              </a:ext>
            </a:extLst>
          </p:cNvPr>
          <p:cNvSpPr>
            <a:spLocks xmlns:a="http://schemas.openxmlformats.org/drawingml/2006/main" noGrp="1"/>
          </p:cNvSpPr>
          <p:nvPr/>
        </p:nvSpPr>
        <p:spPr>
          <a:xfrm xmlns:a="http://schemas.openxmlformats.org/drawingml/2006/main">
            <a:off x="3333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3" name="">
            <a:extLst xmlns:a="http://schemas.openxmlformats.org/drawingml/2006/main">
              <a:ext uri="{FF2B5EF4-FFF2-40B4-BE49-F238E27FC236}">
                <a16:creationId xmlns:a16="http://schemas.microsoft.com/office/drawing/2014/main" id="{FD95C262-18DE-4336-A7ED-CEED12F6E617}"/>
              </a:ext>
            </a:extLst>
          </p:cNvPr>
          <p:cNvSpPr>
            <a:spLocks xmlns:a="http://schemas.openxmlformats.org/drawingml/2006/main" noGrp="1"/>
          </p:cNvSpPr>
          <p:nvPr/>
        </p:nvSpPr>
        <p:spPr>
          <a:xfrm xmlns:a="http://schemas.openxmlformats.org/drawingml/2006/main">
            <a:off x="3301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D869D864-527D-4B0A-9AD5-B0E917EEB4D8}"/>
              </a:ext>
            </a:extLst>
          </p:cNvPr>
          <p:cNvSpPr>
            <a:spLocks xmlns:a="http://schemas.openxmlformats.org/drawingml/2006/main" noGrp="1"/>
          </p:cNvSpPr>
          <p:nvPr/>
        </p:nvSpPr>
        <p:spPr>
          <a:xfrm xmlns:a="http://schemas.openxmlformats.org/drawingml/2006/main">
            <a:off x="3714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5" name="">
            <a:extLst xmlns:a="http://schemas.openxmlformats.org/drawingml/2006/main">
              <a:ext uri="{FF2B5EF4-FFF2-40B4-BE49-F238E27FC236}">
                <a16:creationId xmlns:a16="http://schemas.microsoft.com/office/drawing/2014/main" id="{89EBDC78-EE20-40D7-8B19-5823FD2B992B}"/>
              </a:ext>
            </a:extLst>
          </p:cNvPr>
          <p:cNvSpPr>
            <a:spLocks xmlns:a="http://schemas.openxmlformats.org/drawingml/2006/main" noGrp="1"/>
          </p:cNvSpPr>
          <p:nvPr/>
        </p:nvSpPr>
        <p:spPr>
          <a:xfrm xmlns:a="http://schemas.openxmlformats.org/drawingml/2006/main">
            <a:off x="3682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BBFE39FE-02D2-408B-A26D-D0945E3FEFA1}"/>
              </a:ext>
            </a:extLst>
          </p:cNvPr>
          <p:cNvSpPr>
            <a:spLocks xmlns:a="http://schemas.openxmlformats.org/drawingml/2006/main" noGrp="1"/>
          </p:cNvSpPr>
          <p:nvPr/>
        </p:nvSpPr>
        <p:spPr>
          <a:xfrm xmlns:a="http://schemas.openxmlformats.org/drawingml/2006/main">
            <a:off x="4095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7" name="">
            <a:extLst xmlns:a="http://schemas.openxmlformats.org/drawingml/2006/main">
              <a:ext uri="{FF2B5EF4-FFF2-40B4-BE49-F238E27FC236}">
                <a16:creationId xmlns:a16="http://schemas.microsoft.com/office/drawing/2014/main" id="{CC5F1415-00E6-4105-A5B4-B4CA263EFE46}"/>
              </a:ext>
            </a:extLst>
          </p:cNvPr>
          <p:cNvSpPr>
            <a:spLocks xmlns:a="http://schemas.openxmlformats.org/drawingml/2006/main" noGrp="1"/>
          </p:cNvSpPr>
          <p:nvPr/>
        </p:nvSpPr>
        <p:spPr>
          <a:xfrm xmlns:a="http://schemas.openxmlformats.org/drawingml/2006/main">
            <a:off x="4063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00466A0A-FA39-4D4E-AD1D-1D1831D3F3E9}"/>
              </a:ext>
            </a:extLst>
          </p:cNvPr>
          <p:cNvSpPr>
            <a:spLocks xmlns:a="http://schemas.openxmlformats.org/drawingml/2006/main" noGrp="1"/>
          </p:cNvSpPr>
          <p:nvPr/>
        </p:nvSpPr>
        <p:spPr>
          <a:xfrm xmlns:a="http://schemas.openxmlformats.org/drawingml/2006/main">
            <a:off x="4476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9" name="">
            <a:extLst xmlns:a="http://schemas.openxmlformats.org/drawingml/2006/main">
              <a:ext uri="{FF2B5EF4-FFF2-40B4-BE49-F238E27FC236}">
                <a16:creationId xmlns:a16="http://schemas.microsoft.com/office/drawing/2014/main" id="{D441F863-CC7E-4FBE-ADD3-1516693A1761}"/>
              </a:ext>
            </a:extLst>
          </p:cNvPr>
          <p:cNvSpPr>
            <a:spLocks xmlns:a="http://schemas.openxmlformats.org/drawingml/2006/main" noGrp="1"/>
          </p:cNvSpPr>
          <p:nvPr/>
        </p:nvSpPr>
        <p:spPr>
          <a:xfrm xmlns:a="http://schemas.openxmlformats.org/drawingml/2006/main">
            <a:off x="4444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57E1BD5B-4963-4852-83F4-7C1955006FCE}"/>
              </a:ext>
            </a:extLst>
          </p:cNvPr>
          <p:cNvSpPr>
            <a:spLocks xmlns:a="http://schemas.openxmlformats.org/drawingml/2006/main" noGrp="1"/>
          </p:cNvSpPr>
          <p:nvPr/>
        </p:nvSpPr>
        <p:spPr>
          <a:xfrm xmlns:a="http://schemas.openxmlformats.org/drawingml/2006/main">
            <a:off x="4857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1" name="">
            <a:extLst xmlns:a="http://schemas.openxmlformats.org/drawingml/2006/main">
              <a:ext uri="{FF2B5EF4-FFF2-40B4-BE49-F238E27FC236}">
                <a16:creationId xmlns:a16="http://schemas.microsoft.com/office/drawing/2014/main" id="{2674573B-2A32-4266-B0CE-DC478383DF9E}"/>
              </a:ext>
            </a:extLst>
          </p:cNvPr>
          <p:cNvSpPr>
            <a:spLocks xmlns:a="http://schemas.openxmlformats.org/drawingml/2006/main" noGrp="1"/>
          </p:cNvSpPr>
          <p:nvPr/>
        </p:nvSpPr>
        <p:spPr>
          <a:xfrm xmlns:a="http://schemas.openxmlformats.org/drawingml/2006/main">
            <a:off x="4825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A8A14F39-1FC7-4071-B9A5-DA994A72FAC9}"/>
              </a:ext>
            </a:extLst>
          </p:cNvPr>
          <p:cNvSpPr>
            <a:spLocks xmlns:a="http://schemas.openxmlformats.org/drawingml/2006/main" noGrp="1"/>
          </p:cNvSpPr>
          <p:nvPr/>
        </p:nvSpPr>
        <p:spPr>
          <a:xfrm xmlns:a="http://schemas.openxmlformats.org/drawingml/2006/main">
            <a:off x="5238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3" name="">
            <a:extLst xmlns:a="http://schemas.openxmlformats.org/drawingml/2006/main">
              <a:ext uri="{FF2B5EF4-FFF2-40B4-BE49-F238E27FC236}">
                <a16:creationId xmlns:a16="http://schemas.microsoft.com/office/drawing/2014/main" id="{8FE0CEDE-1088-4A97-97F8-C2057FDC40EF}"/>
              </a:ext>
            </a:extLst>
          </p:cNvPr>
          <p:cNvSpPr>
            <a:spLocks xmlns:a="http://schemas.openxmlformats.org/drawingml/2006/main" noGrp="1"/>
          </p:cNvSpPr>
          <p:nvPr/>
        </p:nvSpPr>
        <p:spPr>
          <a:xfrm xmlns:a="http://schemas.openxmlformats.org/drawingml/2006/main">
            <a:off x="5206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4" name="">
            <a:extLst xmlns:a="http://schemas.openxmlformats.org/drawingml/2006/main">
              <a:ext uri="{FF2B5EF4-FFF2-40B4-BE49-F238E27FC236}">
                <a16:creationId xmlns:a16="http://schemas.microsoft.com/office/drawing/2014/main" id="{25BFCE5E-B8C8-4775-8E33-A324DD91748F}"/>
              </a:ext>
            </a:extLst>
          </p:cNvPr>
          <p:cNvSpPr>
            <a:spLocks xmlns:a="http://schemas.openxmlformats.org/drawingml/2006/main" noGrp="1"/>
          </p:cNvSpPr>
          <p:nvPr/>
        </p:nvSpPr>
        <p:spPr>
          <a:xfrm xmlns:a="http://schemas.openxmlformats.org/drawingml/2006/main">
            <a:off x="80962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5" name="">
            <a:extLst xmlns:a="http://schemas.openxmlformats.org/drawingml/2006/main">
              <a:ext uri="{FF2B5EF4-FFF2-40B4-BE49-F238E27FC236}">
                <a16:creationId xmlns:a16="http://schemas.microsoft.com/office/drawing/2014/main" id="{E8CEDD03-1C89-4147-94AD-A278B5455A08}"/>
              </a:ext>
            </a:extLst>
          </p:cNvPr>
          <p:cNvSpPr>
            <a:spLocks xmlns:a="http://schemas.openxmlformats.org/drawingml/2006/main" noGrp="1"/>
          </p:cNvSpPr>
          <p:nvPr/>
        </p:nvSpPr>
        <p:spPr>
          <a:xfrm xmlns:a="http://schemas.openxmlformats.org/drawingml/2006/main">
            <a:off x="555307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6" name="">
            <a:extLst xmlns:a="http://schemas.openxmlformats.org/drawingml/2006/main">
              <a:ext uri="{FF2B5EF4-FFF2-40B4-BE49-F238E27FC236}">
                <a16:creationId xmlns:a16="http://schemas.microsoft.com/office/drawing/2014/main" id="{8C32910C-DA7F-4A03-9CDA-E244CAC018D3}"/>
              </a:ext>
            </a:extLst>
          </p:cNvPr>
          <p:cNvSpPr>
            <a:spLocks xmlns:a="http://schemas.openxmlformats.org/drawingml/2006/main" noGrp="1"/>
          </p:cNvSpPr>
          <p:nvPr/>
        </p:nvSpPr>
        <p:spPr>
          <a:xfrm xmlns:a="http://schemas.openxmlformats.org/drawingml/2006/main">
            <a:off x="7239000" y="2762250"/>
            <a:ext cx="381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566A516C-97C4-4EEA-ABEE-621EBACB3A1B}"/>
              </a:ext>
            </a:extLst>
          </p:cNvPr>
          <p:cNvSpPr>
            <a:spLocks xmlns:a="http://schemas.openxmlformats.org/drawingml/2006/main" noGrp="1"/>
          </p:cNvSpPr>
          <p:nvPr/>
        </p:nvSpPr>
        <p:spPr>
          <a:xfrm xmlns:a="http://schemas.openxmlformats.org/drawingml/2006/main">
            <a:off x="7077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72452D02-0FFA-43ED-A062-9D8272550E3F}"/>
              </a:ext>
            </a:extLst>
          </p:cNvPr>
          <p:cNvSpPr>
            <a:spLocks xmlns:a="http://schemas.openxmlformats.org/drawingml/2006/main" noGrp="1"/>
          </p:cNvSpPr>
          <p:nvPr/>
        </p:nvSpPr>
        <p:spPr>
          <a:xfrm xmlns:a="http://schemas.openxmlformats.org/drawingml/2006/main">
            <a:off x="69627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0586F4BC-E1F5-480B-BD18-B1274C24B53B}"/>
              </a:ext>
            </a:extLst>
          </p:cNvPr>
          <p:cNvSpPr>
            <a:spLocks xmlns:a="http://schemas.openxmlformats.org/drawingml/2006/main" noGrp="1"/>
          </p:cNvSpPr>
          <p:nvPr/>
        </p:nvSpPr>
        <p:spPr>
          <a:xfrm xmlns:a="http://schemas.openxmlformats.org/drawingml/2006/main">
            <a:off x="10887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0" name="">
            <a:extLst xmlns:a="http://schemas.openxmlformats.org/drawingml/2006/main">
              <a:ext uri="{FF2B5EF4-FFF2-40B4-BE49-F238E27FC236}">
                <a16:creationId xmlns:a16="http://schemas.microsoft.com/office/drawing/2014/main" id="{4CA9C1A2-C18B-4039-AB20-C2716609018D}"/>
              </a:ext>
            </a:extLst>
          </p:cNvPr>
          <p:cNvSpPr>
            <a:spLocks xmlns:a="http://schemas.openxmlformats.org/drawingml/2006/main" noGrp="1"/>
          </p:cNvSpPr>
          <p:nvPr/>
        </p:nvSpPr>
        <p:spPr>
          <a:xfrm xmlns:a="http://schemas.openxmlformats.org/drawingml/2006/main">
            <a:off x="1092517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524B9925-333C-43A1-AE44-0A636E7F340F}"/>
              </a:ext>
            </a:extLst>
          </p:cNvPr>
          <p:cNvSpPr>
            <a:spLocks xmlns:a="http://schemas.openxmlformats.org/drawingml/2006/main" noGrp="1"/>
          </p:cNvSpPr>
          <p:nvPr/>
        </p:nvSpPr>
        <p:spPr>
          <a:xfrm xmlns:a="http://schemas.openxmlformats.org/drawingml/2006/main">
            <a:off x="1107757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AA2453E8-B5C4-4511-A54A-576D2FDE2A41}"/>
              </a:ext>
            </a:extLst>
          </p:cNvPr>
          <p:cNvSpPr>
            <a:spLocks xmlns:a="http://schemas.openxmlformats.org/drawingml/2006/main" noGrp="1"/>
          </p:cNvSpPr>
          <p:nvPr/>
        </p:nvSpPr>
        <p:spPr>
          <a:xfrm xmlns:a="http://schemas.openxmlformats.org/drawingml/2006/main">
            <a:off x="1077277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3" name="">
            <a:extLst xmlns:a="http://schemas.openxmlformats.org/drawingml/2006/main">
              <a:ext uri="{FF2B5EF4-FFF2-40B4-BE49-F238E27FC236}">
                <a16:creationId xmlns:a16="http://schemas.microsoft.com/office/drawing/2014/main" id="{094290F9-B5FA-4E5D-AA6B-660A41A51DE2}"/>
              </a:ext>
            </a:extLst>
          </p:cNvPr>
          <p:cNvSpPr>
            <a:spLocks xmlns:a="http://schemas.openxmlformats.org/drawingml/2006/main" noGrp="1"/>
          </p:cNvSpPr>
          <p:nvPr/>
        </p:nvSpPr>
        <p:spPr>
          <a:xfrm xmlns:a="http://schemas.openxmlformats.org/drawingml/2006/main">
            <a:off x="9144000" y="2143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54" name="">
            <a:extLst xmlns:a="http://schemas.openxmlformats.org/drawingml/2006/main">
              <a:ext uri="{FF2B5EF4-FFF2-40B4-BE49-F238E27FC236}">
                <a16:creationId xmlns:a16="http://schemas.microsoft.com/office/drawing/2014/main" id="{2F2D20D3-9335-44AA-B7C7-71431B287D29}"/>
              </a:ext>
            </a:extLst>
          </p:cNvPr>
          <p:cNvSpPr>
            <a:spLocks xmlns:a="http://schemas.openxmlformats.org/drawingml/2006/main" noGrp="1"/>
          </p:cNvSpPr>
          <p:nvPr/>
        </p:nvSpPr>
        <p:spPr>
          <a:xfrm xmlns:a="http://schemas.openxmlformats.org/drawingml/2006/main">
            <a:off x="9103995" y="2628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5" name="">
            <a:extLst xmlns:a="http://schemas.openxmlformats.org/drawingml/2006/main">
              <a:ext uri="{FF2B5EF4-FFF2-40B4-BE49-F238E27FC236}">
                <a16:creationId xmlns:a16="http://schemas.microsoft.com/office/drawing/2014/main" id="{8A15454D-44D2-4103-8BBC-6472998008B4}"/>
              </a:ext>
            </a:extLst>
          </p:cNvPr>
          <p:cNvSpPr>
            <a:spLocks xmlns:a="http://schemas.openxmlformats.org/drawingml/2006/main" noGrp="1"/>
          </p:cNvSpPr>
          <p:nvPr/>
        </p:nvSpPr>
        <p:spPr>
          <a:xfrm xmlns:a="http://schemas.openxmlformats.org/drawingml/2006/main">
            <a:off x="661987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56" name="">
            <a:extLst xmlns:a="http://schemas.openxmlformats.org/drawingml/2006/main">
              <a:ext uri="{FF2B5EF4-FFF2-40B4-BE49-F238E27FC236}">
                <a16:creationId xmlns:a16="http://schemas.microsoft.com/office/drawing/2014/main" id="{904C695C-5C48-4273-9FD1-312560D14FE5}"/>
              </a:ext>
            </a:extLst>
          </p:cNvPr>
          <p:cNvSpPr>
            <a:spLocks xmlns:a="http://schemas.openxmlformats.org/drawingml/2006/main" noGrp="1"/>
          </p:cNvSpPr>
          <p:nvPr/>
        </p:nvSpPr>
        <p:spPr>
          <a:xfrm xmlns:a="http://schemas.openxmlformats.org/drawingml/2006/main">
            <a:off x="1136332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57" name="">
            <a:extLst xmlns:a="http://schemas.openxmlformats.org/drawingml/2006/main">
              <a:ext uri="{FF2B5EF4-FFF2-40B4-BE49-F238E27FC236}">
                <a16:creationId xmlns:a16="http://schemas.microsoft.com/office/drawing/2014/main" id="{39E778BB-B339-40D4-A707-ACEAF9488B25}"/>
              </a:ext>
            </a:extLst>
          </p:cNvPr>
          <p:cNvSpPr>
            <a:spLocks xmlns:a="http://schemas.openxmlformats.org/drawingml/2006/main" noGrp="1"/>
          </p:cNvSpPr>
          <p:nvPr/>
        </p:nvSpPr>
        <p:spPr>
          <a:xfrm xmlns:a="http://schemas.openxmlformats.org/drawingml/2006/main">
            <a:off x="1428750" y="3714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17C0152B-6B49-4725-A85B-078E9494E2B2}"/>
              </a:ext>
            </a:extLst>
          </p:cNvPr>
          <p:cNvSpPr>
            <a:spLocks xmlns:a="http://schemas.openxmlformats.org/drawingml/2006/main" noGrp="1"/>
          </p:cNvSpPr>
          <p:nvPr/>
        </p:nvSpPr>
        <p:spPr>
          <a:xfrm xmlns:a="http://schemas.openxmlformats.org/drawingml/2006/main">
            <a:off x="5172075" y="3686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9" name="">
            <a:extLst xmlns:a="http://schemas.openxmlformats.org/drawingml/2006/main">
              <a:ext uri="{FF2B5EF4-FFF2-40B4-BE49-F238E27FC236}">
                <a16:creationId xmlns:a16="http://schemas.microsoft.com/office/drawing/2014/main" id="{342FCFEC-DD41-4A46-953D-35A58901F732}"/>
              </a:ext>
            </a:extLst>
          </p:cNvPr>
          <p:cNvSpPr>
            <a:spLocks xmlns:a="http://schemas.openxmlformats.org/drawingml/2006/main" noGrp="1"/>
          </p:cNvSpPr>
          <p:nvPr/>
        </p:nvSpPr>
        <p:spPr>
          <a:xfrm xmlns:a="http://schemas.openxmlformats.org/drawingml/2006/main">
            <a:off x="1428750" y="3714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6325A0AD-5651-4DDE-8C6E-D8A3D22A475C}"/>
              </a:ext>
            </a:extLst>
          </p:cNvPr>
          <p:cNvSpPr>
            <a:spLocks xmlns:a="http://schemas.openxmlformats.org/drawingml/2006/main" noGrp="1"/>
          </p:cNvSpPr>
          <p:nvPr/>
        </p:nvSpPr>
        <p:spPr>
          <a:xfrm xmlns:a="http://schemas.openxmlformats.org/drawingml/2006/main">
            <a:off x="1428750" y="3686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1" name="">
            <a:extLst xmlns:a="http://schemas.openxmlformats.org/drawingml/2006/main">
              <a:ext uri="{FF2B5EF4-FFF2-40B4-BE49-F238E27FC236}">
                <a16:creationId xmlns:a16="http://schemas.microsoft.com/office/drawing/2014/main" id="{D9B13A65-D9DE-40DC-B370-97F00391B8F1}"/>
              </a:ext>
            </a:extLst>
          </p:cNvPr>
          <p:cNvSpPr>
            <a:spLocks xmlns:a="http://schemas.openxmlformats.org/drawingml/2006/main" noGrp="1"/>
          </p:cNvSpPr>
          <p:nvPr/>
        </p:nvSpPr>
        <p:spPr>
          <a:xfrm xmlns:a="http://schemas.openxmlformats.org/drawingml/2006/main">
            <a:off x="1428750" y="3762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a:t>
            </a:r>
          </a:p>
        </p:txBody>
      </p:sp>
      <p:sp>
        <p:nvSpPr>
          <p:cNvPr id="62" name="">
            <a:extLst xmlns:a="http://schemas.openxmlformats.org/drawingml/2006/main">
              <a:ext uri="{FF2B5EF4-FFF2-40B4-BE49-F238E27FC236}">
                <a16:creationId xmlns:a16="http://schemas.microsoft.com/office/drawing/2014/main" id="{F966C114-2B52-4886-B67B-8F19B7A1CE52}"/>
              </a:ext>
            </a:extLst>
          </p:cNvPr>
          <p:cNvSpPr>
            <a:spLocks xmlns:a="http://schemas.openxmlformats.org/drawingml/2006/main" noGrp="1"/>
          </p:cNvSpPr>
          <p:nvPr/>
        </p:nvSpPr>
        <p:spPr>
          <a:xfrm xmlns:a="http://schemas.openxmlformats.org/drawingml/2006/main">
            <a:off x="7239000" y="3714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B27F25A7-8825-4DE5-8C38-0674C0013E5D}"/>
              </a:ext>
            </a:extLst>
          </p:cNvPr>
          <p:cNvSpPr>
            <a:spLocks xmlns:a="http://schemas.openxmlformats.org/drawingml/2006/main" noGrp="1"/>
          </p:cNvSpPr>
          <p:nvPr/>
        </p:nvSpPr>
        <p:spPr>
          <a:xfrm xmlns:a="http://schemas.openxmlformats.org/drawingml/2006/main">
            <a:off x="10982325" y="3686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4" name="">
            <a:extLst xmlns:a="http://schemas.openxmlformats.org/drawingml/2006/main">
              <a:ext uri="{FF2B5EF4-FFF2-40B4-BE49-F238E27FC236}">
                <a16:creationId xmlns:a16="http://schemas.microsoft.com/office/drawing/2014/main" id="{D345C4E6-CF84-4422-9AC7-BFAB935BA0C9}"/>
              </a:ext>
            </a:extLst>
          </p:cNvPr>
          <p:cNvSpPr>
            <a:spLocks xmlns:a="http://schemas.openxmlformats.org/drawingml/2006/main" noGrp="1"/>
          </p:cNvSpPr>
          <p:nvPr/>
        </p:nvSpPr>
        <p:spPr>
          <a:xfrm xmlns:a="http://schemas.openxmlformats.org/drawingml/2006/main">
            <a:off x="7239000" y="3714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1295F22B-AC3B-4015-BC90-094E4FBEBBC1}"/>
              </a:ext>
            </a:extLst>
          </p:cNvPr>
          <p:cNvSpPr>
            <a:spLocks xmlns:a="http://schemas.openxmlformats.org/drawingml/2006/main" noGrp="1"/>
          </p:cNvSpPr>
          <p:nvPr/>
        </p:nvSpPr>
        <p:spPr>
          <a:xfrm xmlns:a="http://schemas.openxmlformats.org/drawingml/2006/main">
            <a:off x="7239000" y="3686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6" name="">
            <a:extLst xmlns:a="http://schemas.openxmlformats.org/drawingml/2006/main">
              <a:ext uri="{FF2B5EF4-FFF2-40B4-BE49-F238E27FC236}">
                <a16:creationId xmlns:a16="http://schemas.microsoft.com/office/drawing/2014/main" id="{FA78B41A-A611-444E-B8B6-F29367521CCF}"/>
              </a:ext>
            </a:extLst>
          </p:cNvPr>
          <p:cNvSpPr>
            <a:spLocks xmlns:a="http://schemas.openxmlformats.org/drawingml/2006/main" noGrp="1"/>
          </p:cNvSpPr>
          <p:nvPr/>
        </p:nvSpPr>
        <p:spPr>
          <a:xfrm xmlns:a="http://schemas.openxmlformats.org/drawingml/2006/main">
            <a:off x="7239000" y="3762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a:t>
            </a:r>
          </a:p>
        </p:txBody>
      </p:sp>
      <p:sp>
        <p:nvSpPr>
          <p:cNvPr id="67" name="">
            <a:extLst xmlns:a="http://schemas.openxmlformats.org/drawingml/2006/main">
              <a:ext uri="{FF2B5EF4-FFF2-40B4-BE49-F238E27FC236}">
                <a16:creationId xmlns:a16="http://schemas.microsoft.com/office/drawing/2014/main" id="{6D9E76EB-48E5-4CBF-903C-447BFA2D49CA}"/>
              </a:ext>
            </a:extLst>
          </p:cNvPr>
          <p:cNvSpPr>
            <a:spLocks xmlns:a="http://schemas.openxmlformats.org/drawingml/2006/main" noGrp="1"/>
          </p:cNvSpPr>
          <p:nvPr/>
        </p:nvSpPr>
        <p:spPr>
          <a:xfrm xmlns:a="http://schemas.openxmlformats.org/drawingml/2006/main">
            <a:off x="809625" y="43338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a　合力の大きさと作用点から、反力を求める</a:t>
            </a:r>
          </a:p>
        </p:txBody>
      </p:sp>
      <p:sp>
        <p:nvSpPr>
          <p:cNvPr id="68" name="">
            <a:extLst xmlns:a="http://schemas.openxmlformats.org/drawingml/2006/main">
              <a:ext uri="{FF2B5EF4-FFF2-40B4-BE49-F238E27FC236}">
                <a16:creationId xmlns:a16="http://schemas.microsoft.com/office/drawing/2014/main" id="{C19F48AD-1FEA-47C4-B1A3-23174549B08A}"/>
              </a:ext>
            </a:extLst>
          </p:cNvPr>
          <p:cNvSpPr>
            <a:spLocks xmlns:a="http://schemas.openxmlformats.org/drawingml/2006/main" noGrp="1"/>
          </p:cNvSpPr>
          <p:nvPr/>
        </p:nvSpPr>
        <p:spPr>
          <a:xfrm xmlns:a="http://schemas.openxmlformats.org/drawingml/2006/main">
            <a:off x="809625" y="4762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　SFDを描き、V = 0の位置を求める</a:t>
            </a:r>
          </a:p>
        </p:txBody>
      </p:sp>
      <p:sp>
        <p:nvSpPr>
          <p:cNvPr id="69" name="">
            <a:extLst xmlns:a="http://schemas.openxmlformats.org/drawingml/2006/main">
              <a:ext uri="{FF2B5EF4-FFF2-40B4-BE49-F238E27FC236}">
                <a16:creationId xmlns:a16="http://schemas.microsoft.com/office/drawing/2014/main" id="{C05EB91E-4EE5-400F-916A-08518DC2D675}"/>
              </a:ext>
            </a:extLst>
          </p:cNvPr>
          <p:cNvSpPr>
            <a:spLocks xmlns:a="http://schemas.openxmlformats.org/drawingml/2006/main" noGrp="1"/>
          </p:cNvSpPr>
          <p:nvPr/>
        </p:nvSpPr>
        <p:spPr>
          <a:xfrm xmlns:a="http://schemas.openxmlformats.org/drawingml/2006/main">
            <a:off x="809625" y="5191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c　SFDの三角形の面積から、最大Mを求める</a:t>
            </a:r>
          </a:p>
        </p:txBody>
      </p:sp>
      <p:sp>
        <p:nvSpPr>
          <p:cNvPr id="70" name="">
            <a:extLst xmlns:a="http://schemas.openxmlformats.org/drawingml/2006/main">
              <a:ext uri="{FF2B5EF4-FFF2-40B4-BE49-F238E27FC236}">
                <a16:creationId xmlns:a16="http://schemas.microsoft.com/office/drawing/2014/main" id="{56332E6B-4422-409E-8CEC-F0132A348AE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d　同じ総荷重400 Nの中央集中荷重と比較する。全体と切り出した部分を区別して考える。</a:t>
            </a:r>
          </a:p>
        </p:txBody>
      </p:sp>
    </p:spTree>
    <p:extLst>
      <p:ext uri="{BB962C8B-B14F-4D97-AF65-F5344CB8AC3E}">
        <p14:creationId xmlns:p14="http://schemas.microsoft.com/office/powerpoint/2010/main" val="128542894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94D250-46E2-47CE-A297-F6AEFB3F4C3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演習5の解答：同じ総荷重でも M は違う</a:t>
            </a:r>
          </a:p>
        </p:txBody>
      </p:sp>
      <p:cxnSp>
        <p:nvCxnSpPr>
          <p:cNvPr id="2" name="">
            <a:extLst xmlns:a="http://schemas.openxmlformats.org/drawingml/2006/main">
              <a:ext uri="{FF2B5EF4-FFF2-40B4-BE49-F238E27FC236}">
                <a16:creationId xmlns:a16="http://schemas.microsoft.com/office/drawing/2014/main" id="{C27B978E-6A34-4B89-880D-697458578593}"/>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084D719-8D64-4B66-9C76-A78B2C6BCECC}"/>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53D3957-9716-46D6-A84B-511AA3F5D1A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39 / 49</a:t>
            </a:r>
          </a:p>
        </p:txBody>
      </p:sp>
      <p:sp>
        <p:nvSpPr>
          <p:cNvPr id="11" name="">
            <a:extLst xmlns:a="http://schemas.openxmlformats.org/drawingml/2006/main">
              <a:ext uri="{FF2B5EF4-FFF2-40B4-BE49-F238E27FC236}">
                <a16:creationId xmlns:a16="http://schemas.microsoft.com/office/drawing/2014/main" id="{E1649609-624A-4290-A33A-AC9BF480A8A7}"/>
              </a:ext>
            </a:extLst>
          </p:cNvPr>
          <p:cNvSpPr>
            <a:spLocks xmlns:a="http://schemas.openxmlformats.org/drawingml/2006/main" noGrp="1"/>
          </p:cNvSpPr>
          <p:nvPr/>
        </p:nvSpPr>
        <p:spPr>
          <a:xfrm xmlns:a="http://schemas.openxmlformats.org/drawingml/2006/main">
            <a:off x="809625" y="14763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共通：総荷重400 N、L = 1.0 m、反力は各200 N</a:t>
            </a:r>
          </a:p>
        </p:txBody>
      </p:sp>
      <p:graphicFrame>
        <p:nvGraphicFramePr>
          <p:cNvPr id="12" name="Chart">
            <a:extLst xmlns:a="http://schemas.openxmlformats.org/drawingml/2006/main">
              <a:ext uri="{FF2B5EF4-FFF2-40B4-BE49-F238E27FC236}">
                <a16:creationId xmlns:a16="http://schemas.microsoft.com/office/drawing/2014/main" id="{84B37783-18D6-49D6-BCDE-0DA1C9E89806}"/>
              </a:ext>
            </a:extLst>
          </p:cNvPr>
          <p:cNvGraphicFramePr/>
          <p:nvPr/>
        </p:nvGraphicFramePr>
        <p:xfrm>
          <a:off xmlns:a="http://schemas.openxmlformats.org/drawingml/2006/main" x="714375" y="2047875"/>
          <a:ext xmlns:a="http://schemas.openxmlformats.org/drawingml/2006/main" cx="6619875" cy="3476625"/>
        </p:xfrm>
        <a:graphic xmlns:a="http://schemas.openxmlformats.org/drawingml/2006/main">
          <a:graphicData uri="http://schemas.openxmlformats.org/drawingml/2006/chart">
            <c:chart xmlns:r="http://schemas.openxmlformats.org/officeDocument/2006/relationships" xmlns:c="http://schemas.openxmlformats.org/drawingml/2006/chart" r:id="R99d56d98412c4c74"/>
          </a:graphicData>
        </a:graphic>
      </p:graphicFrame>
      <p:sp>
        <p:nvSpPr>
          <p:cNvPr id="13" name="">
            <a:extLst xmlns:a="http://schemas.openxmlformats.org/drawingml/2006/main">
              <a:ext uri="{FF2B5EF4-FFF2-40B4-BE49-F238E27FC236}">
                <a16:creationId xmlns:a16="http://schemas.microsoft.com/office/drawing/2014/main" id="{EC17F949-B7BC-4CCA-9EDA-784023033C70}"/>
              </a:ext>
            </a:extLst>
          </p:cNvPr>
          <p:cNvSpPr>
            <a:spLocks xmlns:a="http://schemas.openxmlformats.org/drawingml/2006/main" noGrp="1"/>
          </p:cNvSpPr>
          <p:nvPr/>
        </p:nvSpPr>
        <p:spPr>
          <a:xfrm xmlns:a="http://schemas.openxmlformats.org/drawingml/2006/main">
            <a:off x="78105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等分布荷重</a:t>
            </a:r>
          </a:p>
        </p:txBody>
      </p:sp>
      <p:sp>
        <p:nvSpPr>
          <p:cNvPr id="14" name="">
            <a:extLst xmlns:a="http://schemas.openxmlformats.org/drawingml/2006/main">
              <a:ext uri="{FF2B5EF4-FFF2-40B4-BE49-F238E27FC236}">
                <a16:creationId xmlns:a16="http://schemas.microsoft.com/office/drawing/2014/main" id="{F8DD265C-EE6D-492F-B0B8-37F1837F4D4B}"/>
              </a:ext>
            </a:extLst>
          </p:cNvPr>
          <p:cNvSpPr>
            <a:spLocks xmlns:a="http://schemas.openxmlformats.org/drawingml/2006/main" noGrp="1"/>
          </p:cNvSpPr>
          <p:nvPr/>
        </p:nvSpPr>
        <p:spPr>
          <a:xfrm xmlns:a="http://schemas.openxmlformats.org/drawingml/2006/main">
            <a:off x="7810500" y="2543175"/>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V = 200 − 400x</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x = 0.50 mでV = 0</a:t>
            </a:r>
          </a:p>
        </p:txBody>
      </p:sp>
      <p:sp>
        <p:nvSpPr>
          <p:cNvPr id="15" name="">
            <a:extLst xmlns:a="http://schemas.openxmlformats.org/drawingml/2006/main">
              <a:ext uri="{FF2B5EF4-FFF2-40B4-BE49-F238E27FC236}">
                <a16:creationId xmlns:a16="http://schemas.microsoft.com/office/drawing/2014/main" id="{00B63486-63EE-429D-AD8C-201E6F85157D}"/>
              </a:ext>
            </a:extLst>
          </p:cNvPr>
          <p:cNvSpPr>
            <a:spLocks xmlns:a="http://schemas.openxmlformats.org/drawingml/2006/main" noGrp="1"/>
          </p:cNvSpPr>
          <p:nvPr/>
        </p:nvSpPr>
        <p:spPr>
          <a:xfrm xmlns:a="http://schemas.openxmlformats.org/drawingml/2006/main">
            <a:off x="7810500" y="3476625"/>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M最大 = 200×0.50÷2</a:t>
            </a:r>
          </a:p>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 50 N·m</a:t>
            </a:r>
          </a:p>
        </p:txBody>
      </p:sp>
      <p:sp>
        <p:nvSpPr>
          <p:cNvPr id="16" name="">
            <a:extLst xmlns:a="http://schemas.openxmlformats.org/drawingml/2006/main">
              <a:ext uri="{FF2B5EF4-FFF2-40B4-BE49-F238E27FC236}">
                <a16:creationId xmlns:a16="http://schemas.microsoft.com/office/drawing/2014/main" id="{4CEF6399-2752-44D8-8EEC-EBCDD0844A95}"/>
              </a:ext>
            </a:extLst>
          </p:cNvPr>
          <p:cNvSpPr>
            <a:spLocks xmlns:a="http://schemas.openxmlformats.org/drawingml/2006/main" noGrp="1"/>
          </p:cNvSpPr>
          <p:nvPr/>
        </p:nvSpPr>
        <p:spPr>
          <a:xfrm xmlns:a="http://schemas.openxmlformats.org/drawingml/2006/main">
            <a:off x="7810500" y="447675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AD8760"/>
                </a:solidFill>
                <a:latin typeface="Yu Gothic"/>
                <a:ea typeface="Yu Gothic"/>
                <a:cs typeface="Yu Gothic"/>
              </a:defRPr>
            </a:defPPr>
            <a:lvl1pPr>
              <a:buNone/>
              <a:defRPr sz="2100" b="1">
                <a:solidFill>
                  <a:srgbClr val="AD8760"/>
                </a:solidFill>
                <a:latin typeface="Yu Gothic"/>
                <a:ea typeface="Yu Gothic"/>
                <a:cs typeface="Yu Gothic"/>
              </a:defRPr>
            </a:lvl1pPr>
            <a:lvl2pPr>
              <a:buNone/>
              <a:defRPr sz="2100" b="1">
                <a:solidFill>
                  <a:srgbClr val="AD8760"/>
                </a:solidFill>
                <a:latin typeface="Yu Gothic"/>
                <a:ea typeface="Yu Gothic"/>
                <a:cs typeface="Yu Gothic"/>
              </a:defRPr>
            </a:lvl2pPr>
            <a:lvl3pPr>
              <a:buNone/>
              <a:defRPr sz="2100" b="1">
                <a:solidFill>
                  <a:srgbClr val="AD8760"/>
                </a:solidFill>
                <a:latin typeface="Yu Gothic"/>
                <a:ea typeface="Yu Gothic"/>
                <a:cs typeface="Yu Gothic"/>
              </a:defRPr>
            </a:lvl3pPr>
            <a:lvl4pPr>
              <a:buNone/>
              <a:defRPr sz="2100" b="1">
                <a:solidFill>
                  <a:srgbClr val="AD8760"/>
                </a:solidFill>
                <a:latin typeface="Yu Gothic"/>
                <a:ea typeface="Yu Gothic"/>
                <a:cs typeface="Yu Gothic"/>
              </a:defRPr>
            </a:lvl4pPr>
            <a:lvl5pPr>
              <a:buNone/>
              <a:defRPr sz="2100" b="1">
                <a:solidFill>
                  <a:srgbClr val="AD8760"/>
                </a:solidFill>
                <a:latin typeface="Yu Gothic"/>
                <a:ea typeface="Yu Gothic"/>
                <a:cs typeface="Yu Gothic"/>
              </a:defRPr>
            </a:lvl5pPr>
            <a:lvl6pPr>
              <a:buNone/>
              <a:defRPr sz="2100" b="1">
                <a:solidFill>
                  <a:srgbClr val="AD8760"/>
                </a:solidFill>
                <a:latin typeface="Yu Gothic"/>
                <a:ea typeface="Yu Gothic"/>
                <a:cs typeface="Yu Gothic"/>
              </a:defRPr>
            </a:lvl6pPr>
            <a:lvl7pPr>
              <a:buNone/>
              <a:defRPr sz="2100" b="1">
                <a:solidFill>
                  <a:srgbClr val="AD8760"/>
                </a:solidFill>
                <a:latin typeface="Yu Gothic"/>
                <a:ea typeface="Yu Gothic"/>
                <a:cs typeface="Yu Gothic"/>
              </a:defRPr>
            </a:lvl7pPr>
            <a:lvl8pPr>
              <a:buNone/>
              <a:defRPr sz="2100" b="1">
                <a:solidFill>
                  <a:srgbClr val="AD8760"/>
                </a:solidFill>
                <a:latin typeface="Yu Gothic"/>
                <a:ea typeface="Yu Gothic"/>
                <a:cs typeface="Yu Gothic"/>
              </a:defRPr>
            </a:lvl8pPr>
            <a:lvl9pPr>
              <a:buNone/>
              <a:defRPr sz="2100" b="1">
                <a:solidFill>
                  <a:srgbClr val="AD8760"/>
                </a:solidFill>
                <a:latin typeface="Yu Gothic"/>
                <a:ea typeface="Yu Gothic"/>
                <a:cs typeface="Yu Gothic"/>
              </a:defRPr>
            </a:lvl9pPr>
          </a:lstStyle>
          <a:p xmlns:a="http://schemas.openxmlformats.org/drawingml/2006/main">
            <a:pPr>
              <a:buNone/>
              <a:defRPr sz="2100" b="1">
                <a:solidFill>
                  <a:srgbClr val="AD8760"/>
                </a:solidFill>
                <a:latin typeface="Yu Gothic"/>
                <a:ea typeface="Yu Gothic"/>
                <a:cs typeface="Yu Gothic"/>
              </a:defRPr>
            </a:pPr>
            <a:r>
              <a:rPr sz="2100" b="1">
                <a:solidFill>
                  <a:srgbClr val="AD8760"/>
                </a:solidFill>
                <a:latin typeface="Yu Gothic"/>
                <a:ea typeface="Yu Gothic"/>
                <a:cs typeface="Yu Gothic"/>
              </a:rPr>
              <a:t>中央集中荷重</a:t>
            </a:r>
          </a:p>
        </p:txBody>
      </p:sp>
      <p:sp>
        <p:nvSpPr>
          <p:cNvPr id="17" name="">
            <a:extLst xmlns:a="http://schemas.openxmlformats.org/drawingml/2006/main">
              <a:ext uri="{FF2B5EF4-FFF2-40B4-BE49-F238E27FC236}">
                <a16:creationId xmlns:a16="http://schemas.microsoft.com/office/drawing/2014/main" id="{5B2AD912-86AE-43AB-9E3B-3E2D66FEC29C}"/>
              </a:ext>
            </a:extLst>
          </p:cNvPr>
          <p:cNvSpPr>
            <a:spLocks xmlns:a="http://schemas.openxmlformats.org/drawingml/2006/main" noGrp="1"/>
          </p:cNvSpPr>
          <p:nvPr/>
        </p:nvSpPr>
        <p:spPr>
          <a:xfrm xmlns:a="http://schemas.openxmlformats.org/drawingml/2006/main">
            <a:off x="7810500" y="4905375"/>
            <a:ext cx="371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AD8760"/>
                </a:solidFill>
                <a:latin typeface="Yu Gothic"/>
                <a:ea typeface="Yu Gothic"/>
                <a:cs typeface="Yu Gothic"/>
              </a:defRPr>
            </a:defPPr>
            <a:lvl1pPr>
              <a:buNone/>
              <a:defRPr sz="2025" b="1">
                <a:solidFill>
                  <a:srgbClr val="AD8760"/>
                </a:solidFill>
                <a:latin typeface="Yu Gothic"/>
                <a:ea typeface="Yu Gothic"/>
                <a:cs typeface="Yu Gothic"/>
              </a:defRPr>
            </a:lvl1pPr>
            <a:lvl2pPr>
              <a:buNone/>
              <a:defRPr sz="2025" b="1">
                <a:solidFill>
                  <a:srgbClr val="AD8760"/>
                </a:solidFill>
                <a:latin typeface="Yu Gothic"/>
                <a:ea typeface="Yu Gothic"/>
                <a:cs typeface="Yu Gothic"/>
              </a:defRPr>
            </a:lvl2pPr>
            <a:lvl3pPr>
              <a:buNone/>
              <a:defRPr sz="2025" b="1">
                <a:solidFill>
                  <a:srgbClr val="AD8760"/>
                </a:solidFill>
                <a:latin typeface="Yu Gothic"/>
                <a:ea typeface="Yu Gothic"/>
                <a:cs typeface="Yu Gothic"/>
              </a:defRPr>
            </a:lvl3pPr>
            <a:lvl4pPr>
              <a:buNone/>
              <a:defRPr sz="2025" b="1">
                <a:solidFill>
                  <a:srgbClr val="AD8760"/>
                </a:solidFill>
                <a:latin typeface="Yu Gothic"/>
                <a:ea typeface="Yu Gothic"/>
                <a:cs typeface="Yu Gothic"/>
              </a:defRPr>
            </a:lvl4pPr>
            <a:lvl5pPr>
              <a:buNone/>
              <a:defRPr sz="2025" b="1">
                <a:solidFill>
                  <a:srgbClr val="AD8760"/>
                </a:solidFill>
                <a:latin typeface="Yu Gothic"/>
                <a:ea typeface="Yu Gothic"/>
                <a:cs typeface="Yu Gothic"/>
              </a:defRPr>
            </a:lvl5pPr>
            <a:lvl6pPr>
              <a:buNone/>
              <a:defRPr sz="2025" b="1">
                <a:solidFill>
                  <a:srgbClr val="AD8760"/>
                </a:solidFill>
                <a:latin typeface="Yu Gothic"/>
                <a:ea typeface="Yu Gothic"/>
                <a:cs typeface="Yu Gothic"/>
              </a:defRPr>
            </a:lvl6pPr>
            <a:lvl7pPr>
              <a:buNone/>
              <a:defRPr sz="2025" b="1">
                <a:solidFill>
                  <a:srgbClr val="AD8760"/>
                </a:solidFill>
                <a:latin typeface="Yu Gothic"/>
                <a:ea typeface="Yu Gothic"/>
                <a:cs typeface="Yu Gothic"/>
              </a:defRPr>
            </a:lvl7pPr>
            <a:lvl8pPr>
              <a:buNone/>
              <a:defRPr sz="2025" b="1">
                <a:solidFill>
                  <a:srgbClr val="AD8760"/>
                </a:solidFill>
                <a:latin typeface="Yu Gothic"/>
                <a:ea typeface="Yu Gothic"/>
                <a:cs typeface="Yu Gothic"/>
              </a:defRPr>
            </a:lvl8pPr>
            <a:lvl9pPr>
              <a:buNone/>
              <a:defRPr sz="2025" b="1">
                <a:solidFill>
                  <a:srgbClr val="AD8760"/>
                </a:solidFill>
                <a:latin typeface="Yu Gothic"/>
                <a:ea typeface="Yu Gothic"/>
                <a:cs typeface="Yu Gothic"/>
              </a:defRPr>
            </a:lvl9pPr>
          </a:lstStyle>
          <a:p xmlns:a="http://schemas.openxmlformats.org/drawingml/2006/main">
            <a:pP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M最大 = 200×0.50</a:t>
            </a:r>
          </a:p>
          <a:p xmlns:a="http://schemas.openxmlformats.org/drawingml/2006/main">
            <a:pP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 100 N·m</a:t>
            </a:r>
          </a:p>
        </p:txBody>
      </p:sp>
      <p:sp>
        <p:nvSpPr>
          <p:cNvPr id="18" name="">
            <a:extLst xmlns:a="http://schemas.openxmlformats.org/drawingml/2006/main">
              <a:ext uri="{FF2B5EF4-FFF2-40B4-BE49-F238E27FC236}">
                <a16:creationId xmlns:a16="http://schemas.microsoft.com/office/drawing/2014/main" id="{BD7DE31D-B9CA-475A-9E1C-016173AFB8D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合力で置換しても、断面の左右にある荷重の分かれ方は異なる。内部の線図は別に求める。</a:t>
            </a:r>
          </a:p>
        </p:txBody>
      </p:sp>
    </p:spTree>
    <p:extLst>
      <p:ext uri="{BB962C8B-B14F-4D97-AF65-F5344CB8AC3E}">
        <p14:creationId xmlns:p14="http://schemas.microsoft.com/office/powerpoint/2010/main" val="7095582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DE54C6-B1F4-41FA-AE2D-3A241C2E292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教科の内容と、大学で深める理解</a:t>
            </a:r>
          </a:p>
        </p:txBody>
      </p:sp>
      <p:sp>
        <p:nvSpPr>
          <p:cNvPr id="2" name="">
            <a:extLst xmlns:a="http://schemas.openxmlformats.org/drawingml/2006/main">
              <a:ext uri="{FF2B5EF4-FFF2-40B4-BE49-F238E27FC236}">
                <a16:creationId xmlns:a16="http://schemas.microsoft.com/office/drawing/2014/main" id="{4939A961-7C09-4959-A3B2-C8BE7026C0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AB2D9AB-CC11-4A9C-B52C-FA64709D222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04AD1FE5-C6FA-450D-B11F-31514443E29D}"/>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専門的な理解を使うこと</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支え方と荷重位置を変えた観察を説明</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力と回転のつり合い、断面の内力を計算</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高校「情報Ⅰ」への題材提案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モデル・位置データ・計算結果の検証</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8597D0E0-8FC7-46BA-95BA-0F3B7578C3F6}"/>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現行の教育課程との対応と、本講義からの授業提案を区別する。</a:t>
            </a:r>
          </a:p>
        </p:txBody>
      </p:sp>
      <p:sp>
        <p:nvSpPr>
          <p:cNvPr id="6" name="">
            <a:extLst xmlns:a="http://schemas.openxmlformats.org/drawingml/2006/main">
              <a:ext uri="{FF2B5EF4-FFF2-40B4-BE49-F238E27FC236}">
                <a16:creationId xmlns:a16="http://schemas.microsoft.com/office/drawing/2014/main" id="{E80A7787-C743-47B6-AB1C-9B988A641CDD}"/>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49</a:t>
            </a:r>
          </a:p>
        </p:txBody>
      </p:sp>
    </p:spTree>
    <p:extLst>
      <p:ext uri="{BB962C8B-B14F-4D97-AF65-F5344CB8AC3E}">
        <p14:creationId xmlns:p14="http://schemas.microsoft.com/office/powerpoint/2010/main" val="206237177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92B859-DBEF-47CC-9AFA-9A6E2F21A4E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力のつり合いだけでは足りない</a:t>
            </a:r>
          </a:p>
        </p:txBody>
      </p:sp>
      <p:sp>
        <p:nvSpPr>
          <p:cNvPr id="2" name="">
            <a:extLst xmlns:a="http://schemas.openxmlformats.org/drawingml/2006/main">
              <a:ext uri="{FF2B5EF4-FFF2-40B4-BE49-F238E27FC236}">
                <a16:creationId xmlns:a16="http://schemas.microsoft.com/office/drawing/2014/main" id="{A8B9FB9E-94E8-47B6-A9E0-1B609402237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551B9E7-4DF0-45B7-B761-1333C0B479D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1E5666FA-8885-40EE-890B-1B20F5BDABA7}"/>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L=1.20 m、Aから0.40 mに300 N。AIの答えはR_A=120 N、R_B=180 Nだった。力の合計とAまわりのモーメントを検算し、訂正する。</a:t>
            </a:r>
          </a:p>
        </p:txBody>
      </p:sp>
      <p:sp>
        <p:nvSpPr>
          <p:cNvPr id="5" name="">
            <a:extLst xmlns:a="http://schemas.openxmlformats.org/drawingml/2006/main">
              <a:ext uri="{FF2B5EF4-FFF2-40B4-BE49-F238E27FC236}">
                <a16:creationId xmlns:a16="http://schemas.microsoft.com/office/drawing/2014/main" id="{B1CD35A4-55C4-49F6-9070-0BBC2649757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2152D54-5509-49BF-AC4B-527FDA12AF9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65A935E-CD73-477F-B0C9-96889425810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49</a:t>
            </a:r>
          </a:p>
        </p:txBody>
      </p:sp>
    </p:spTree>
    <p:extLst>
      <p:ext uri="{BB962C8B-B14F-4D97-AF65-F5344CB8AC3E}">
        <p14:creationId xmlns:p14="http://schemas.microsoft.com/office/powerpoint/2010/main" val="174726533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EE54E6-0702-4DE0-A4FC-A85BA196AC4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解説：力のつり合いだけでは足りない</a:t>
            </a:r>
          </a:p>
        </p:txBody>
      </p:sp>
      <p:sp>
        <p:nvSpPr>
          <p:cNvPr id="2" name="">
            <a:extLst xmlns:a="http://schemas.openxmlformats.org/drawingml/2006/main">
              <a:ext uri="{FF2B5EF4-FFF2-40B4-BE49-F238E27FC236}">
                <a16:creationId xmlns:a16="http://schemas.microsoft.com/office/drawing/2014/main" id="{B1B240C0-2499-44B4-B8C8-7401234EA1C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DB53AED-1416-46FF-88BF-D401B604112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372CD7A-AB04-4AFB-8715-9D11F73125E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力：120+180−300=0</a:t>
            </a:r>
          </a:p>
        </p:txBody>
      </p:sp>
      <p:sp>
        <p:nvSpPr>
          <p:cNvPr id="5" name="">
            <a:extLst xmlns:a="http://schemas.openxmlformats.org/drawingml/2006/main">
              <a:ext uri="{FF2B5EF4-FFF2-40B4-BE49-F238E27FC236}">
                <a16:creationId xmlns:a16="http://schemas.microsoft.com/office/drawing/2014/main" id="{36295EA1-C549-43CC-A6D3-12A6855D5E42}"/>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Aまわり：180×1.20−300×0.40=96 N·m</a:t>
            </a:r>
          </a:p>
        </p:txBody>
      </p:sp>
      <p:sp>
        <p:nvSpPr>
          <p:cNvPr id="6" name="">
            <a:extLst xmlns:a="http://schemas.openxmlformats.org/drawingml/2006/main">
              <a:ext uri="{FF2B5EF4-FFF2-40B4-BE49-F238E27FC236}">
                <a16:creationId xmlns:a16="http://schemas.microsoft.com/office/drawing/2014/main" id="{AC8F7544-0048-4297-B52C-C80F8E010DFA}"/>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回転のつり合いを満たしていない</a:t>
            </a:r>
          </a:p>
        </p:txBody>
      </p:sp>
      <p:sp>
        <p:nvSpPr>
          <p:cNvPr id="7" name="">
            <a:extLst xmlns:a="http://schemas.openxmlformats.org/drawingml/2006/main">
              <a:ext uri="{FF2B5EF4-FFF2-40B4-BE49-F238E27FC236}">
                <a16:creationId xmlns:a16="http://schemas.microsoft.com/office/drawing/2014/main" id="{C639669A-F350-4B6A-991B-3617A66066D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正しくは R_A=200 N、R_B=100 N</a:t>
            </a:r>
          </a:p>
        </p:txBody>
      </p:sp>
      <p:sp>
        <p:nvSpPr>
          <p:cNvPr id="8" name="">
            <a:extLst xmlns:a="http://schemas.openxmlformats.org/drawingml/2006/main">
              <a:ext uri="{FF2B5EF4-FFF2-40B4-BE49-F238E27FC236}">
                <a16:creationId xmlns:a16="http://schemas.microsoft.com/office/drawing/2014/main" id="{4EB65C25-DD17-42EA-A933-F04C1029A7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本編の参照スライド：9・11・14</a:t>
            </a:r>
          </a:p>
        </p:txBody>
      </p:sp>
      <p:sp>
        <p:nvSpPr>
          <p:cNvPr id="9" name="">
            <a:extLst xmlns:a="http://schemas.openxmlformats.org/drawingml/2006/main">
              <a:ext uri="{FF2B5EF4-FFF2-40B4-BE49-F238E27FC236}">
                <a16:creationId xmlns:a16="http://schemas.microsoft.com/office/drawing/2014/main" id="{FC960EFB-9221-4EB3-98D8-FD37786EA65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49</a:t>
            </a:r>
          </a:p>
        </p:txBody>
      </p:sp>
    </p:spTree>
    <p:extLst>
      <p:ext uri="{BB962C8B-B14F-4D97-AF65-F5344CB8AC3E}">
        <p14:creationId xmlns:p14="http://schemas.microsoft.com/office/powerpoint/2010/main" val="63033946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D2036F-491D-46E4-83F9-1D10781D84D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荷重点を動かした比較</a:t>
            </a:r>
          </a:p>
        </p:txBody>
      </p:sp>
      <p:sp>
        <p:nvSpPr>
          <p:cNvPr id="2" name="">
            <a:extLst xmlns:a="http://schemas.openxmlformats.org/drawingml/2006/main">
              <a:ext uri="{FF2B5EF4-FFF2-40B4-BE49-F238E27FC236}">
                <a16:creationId xmlns:a16="http://schemas.microsoft.com/office/drawing/2014/main" id="{D52F1D77-0BD9-4870-B757-391DDFB125A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FD8880-95D1-4429-9D36-80E52FA1D06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19812D8-7B2F-458A-B8AC-C6499A33C1EB}"/>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単純支持、L=1.20 m、P=400 N。荷重点aをAから0.30 mと0.60 mにした各場合の反力と最大Mを求める。自重を省く。</a:t>
            </a:r>
          </a:p>
        </p:txBody>
      </p:sp>
      <p:sp>
        <p:nvSpPr>
          <p:cNvPr id="5" name="">
            <a:extLst xmlns:a="http://schemas.openxmlformats.org/drawingml/2006/main">
              <a:ext uri="{FF2B5EF4-FFF2-40B4-BE49-F238E27FC236}">
                <a16:creationId xmlns:a16="http://schemas.microsoft.com/office/drawing/2014/main" id="{4A702410-0503-4A74-8FB6-30DBB961C494}"/>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74B18FE-063E-4BDE-AE3D-63259FE5B47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BC6B083D-F0AC-4A02-BBA6-FA5A6713D90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49</a:t>
            </a:r>
          </a:p>
        </p:txBody>
      </p:sp>
    </p:spTree>
    <p:extLst>
      <p:ext uri="{BB962C8B-B14F-4D97-AF65-F5344CB8AC3E}">
        <p14:creationId xmlns:p14="http://schemas.microsoft.com/office/powerpoint/2010/main" val="4448744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919FF13-7470-44EA-9F84-C1E2C9C0AB9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解説：荷重点を動かした比較</a:t>
            </a:r>
          </a:p>
        </p:txBody>
      </p:sp>
      <p:sp>
        <p:nvSpPr>
          <p:cNvPr id="2" name="">
            <a:extLst xmlns:a="http://schemas.openxmlformats.org/drawingml/2006/main">
              <a:ext uri="{FF2B5EF4-FFF2-40B4-BE49-F238E27FC236}">
                <a16:creationId xmlns:a16="http://schemas.microsoft.com/office/drawing/2014/main" id="{B49A4C15-6543-490A-9CA3-CE8C6CE85E5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16D6983-C9B1-4F57-BFC4-F1145F0A2C8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25B2F89E-6029-4079-ADBF-6D05323273D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a=0.30 m：R_A=300 N、R_B=100 N</a:t>
            </a:r>
          </a:p>
        </p:txBody>
      </p:sp>
      <p:sp>
        <p:nvSpPr>
          <p:cNvPr id="5" name="">
            <a:extLst xmlns:a="http://schemas.openxmlformats.org/drawingml/2006/main">
              <a:ext uri="{FF2B5EF4-FFF2-40B4-BE49-F238E27FC236}">
                <a16:creationId xmlns:a16="http://schemas.microsoft.com/office/drawing/2014/main" id="{E4871A18-B11F-4D6C-966A-A0B813ADC18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最大M=300×0.30=90 N·m</a:t>
            </a:r>
          </a:p>
        </p:txBody>
      </p:sp>
      <p:sp>
        <p:nvSpPr>
          <p:cNvPr id="6" name="">
            <a:extLst xmlns:a="http://schemas.openxmlformats.org/drawingml/2006/main">
              <a:ext uri="{FF2B5EF4-FFF2-40B4-BE49-F238E27FC236}">
                <a16:creationId xmlns:a16="http://schemas.microsoft.com/office/drawing/2014/main" id="{2F278C7D-EB9E-4A22-A172-3EFADEA1DF9E}"/>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a=0.60 m：反力は各200 N、最大M=120 N·m</a:t>
            </a:r>
          </a:p>
        </p:txBody>
      </p:sp>
      <p:sp>
        <p:nvSpPr>
          <p:cNvPr id="7" name="">
            <a:extLst xmlns:a="http://schemas.openxmlformats.org/drawingml/2006/main">
              <a:ext uri="{FF2B5EF4-FFF2-40B4-BE49-F238E27FC236}">
                <a16:creationId xmlns:a16="http://schemas.microsoft.com/office/drawing/2014/main" id="{C9FB2B9C-69F7-45F9-B3F1-87A430F6931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荷重位置を含む条件で比較する</a:t>
            </a:r>
          </a:p>
        </p:txBody>
      </p:sp>
      <p:sp>
        <p:nvSpPr>
          <p:cNvPr id="8" name="">
            <a:extLst xmlns:a="http://schemas.openxmlformats.org/drawingml/2006/main">
              <a:ext uri="{FF2B5EF4-FFF2-40B4-BE49-F238E27FC236}">
                <a16:creationId xmlns:a16="http://schemas.microsoft.com/office/drawing/2014/main" id="{F669BB26-D08E-41B8-BBDB-064D3073D1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本編の参照スライド：14・28・29</a:t>
            </a:r>
          </a:p>
        </p:txBody>
      </p:sp>
      <p:sp>
        <p:nvSpPr>
          <p:cNvPr id="9" name="">
            <a:extLst xmlns:a="http://schemas.openxmlformats.org/drawingml/2006/main">
              <a:ext uri="{FF2B5EF4-FFF2-40B4-BE49-F238E27FC236}">
                <a16:creationId xmlns:a16="http://schemas.microsoft.com/office/drawing/2014/main" id="{F2E8F747-555B-4D01-AFA1-9FDCC13ED99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49</a:t>
            </a:r>
          </a:p>
        </p:txBody>
      </p:sp>
    </p:spTree>
    <p:extLst>
      <p:ext uri="{BB962C8B-B14F-4D97-AF65-F5344CB8AC3E}">
        <p14:creationId xmlns:p14="http://schemas.microsoft.com/office/powerpoint/2010/main" val="57241810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3F4FBA-9E61-498C-A21C-30A1D700311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同じ総荷重と、異なる分布</a:t>
            </a:r>
          </a:p>
        </p:txBody>
      </p:sp>
      <p:sp>
        <p:nvSpPr>
          <p:cNvPr id="2" name="">
            <a:extLst xmlns:a="http://schemas.openxmlformats.org/drawingml/2006/main">
              <a:ext uri="{FF2B5EF4-FFF2-40B4-BE49-F238E27FC236}">
                <a16:creationId xmlns:a16="http://schemas.microsoft.com/office/drawing/2014/main" id="{F442D883-9509-4E55-BDC6-C05FE49AD66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F02D055-015E-49E7-86BB-1D5AC542F04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6749B0E-C5BA-48D9-B34B-3746B9973C16}"/>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L=1.60 m、総荷重320 Nを、①全長への等分布、②中央集中で載せる。反力と最大Mを比較し、合力が同じでも結果が違う理由を説明する。</a:t>
            </a:r>
          </a:p>
        </p:txBody>
      </p:sp>
      <p:sp>
        <p:nvSpPr>
          <p:cNvPr id="5" name="">
            <a:extLst xmlns:a="http://schemas.openxmlformats.org/drawingml/2006/main">
              <a:ext uri="{FF2B5EF4-FFF2-40B4-BE49-F238E27FC236}">
                <a16:creationId xmlns:a16="http://schemas.microsoft.com/office/drawing/2014/main" id="{47F99C9B-2FD2-47A2-A23C-BC88CA34826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03959C3-98DA-4656-9BEE-642F303EEF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E7E74341-350F-438D-80EB-5C0955FEFBE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49</a:t>
            </a:r>
          </a:p>
        </p:txBody>
      </p:sp>
    </p:spTree>
    <p:extLst>
      <p:ext uri="{BB962C8B-B14F-4D97-AF65-F5344CB8AC3E}">
        <p14:creationId xmlns:p14="http://schemas.microsoft.com/office/powerpoint/2010/main" val="109129880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47EFD4-18A6-4099-9D3C-21C40565B2D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解説：同じ総荷重と、異なる分布</a:t>
            </a:r>
          </a:p>
        </p:txBody>
      </p:sp>
      <p:sp>
        <p:nvSpPr>
          <p:cNvPr id="2" name="">
            <a:extLst xmlns:a="http://schemas.openxmlformats.org/drawingml/2006/main">
              <a:ext uri="{FF2B5EF4-FFF2-40B4-BE49-F238E27FC236}">
                <a16:creationId xmlns:a16="http://schemas.microsoft.com/office/drawing/2014/main" id="{71709BE0-3B82-4D97-B2A9-080982853F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4F36E7C-F9EC-4596-AAA6-0E1ADA5F93C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B641D6EC-D4EA-4225-BAAC-E260634FC7C2}"/>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どちらも反力は各160 N</a:t>
            </a:r>
          </a:p>
        </p:txBody>
      </p:sp>
      <p:sp>
        <p:nvSpPr>
          <p:cNvPr id="5" name="">
            <a:extLst xmlns:a="http://schemas.openxmlformats.org/drawingml/2006/main">
              <a:ext uri="{FF2B5EF4-FFF2-40B4-BE49-F238E27FC236}">
                <a16:creationId xmlns:a16="http://schemas.microsoft.com/office/drawing/2014/main" id="{92F1E754-FD84-4A91-8A90-F78692D17614}"/>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等分布：w=200 N/m、最大M=64 N·m</a:t>
            </a:r>
          </a:p>
        </p:txBody>
      </p:sp>
      <p:sp>
        <p:nvSpPr>
          <p:cNvPr id="6" name="">
            <a:extLst xmlns:a="http://schemas.openxmlformats.org/drawingml/2006/main">
              <a:ext uri="{FF2B5EF4-FFF2-40B4-BE49-F238E27FC236}">
                <a16:creationId xmlns:a16="http://schemas.microsoft.com/office/drawing/2014/main" id="{E16B9BE2-7288-427C-81DA-4994494D9D1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中央集中：最大M=128 N·m</a:t>
            </a:r>
          </a:p>
        </p:txBody>
      </p:sp>
      <p:sp>
        <p:nvSpPr>
          <p:cNvPr id="7" name="">
            <a:extLst xmlns:a="http://schemas.openxmlformats.org/drawingml/2006/main">
              <a:ext uri="{FF2B5EF4-FFF2-40B4-BE49-F238E27FC236}">
                <a16:creationId xmlns:a16="http://schemas.microsoft.com/office/drawing/2014/main" id="{84770DE1-B968-45D4-AB88-35F1BE9CBBA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切断面の左右に含まれる荷重が異なる</a:t>
            </a:r>
          </a:p>
        </p:txBody>
      </p:sp>
      <p:sp>
        <p:nvSpPr>
          <p:cNvPr id="8" name="">
            <a:extLst xmlns:a="http://schemas.openxmlformats.org/drawingml/2006/main">
              <a:ext uri="{FF2B5EF4-FFF2-40B4-BE49-F238E27FC236}">
                <a16:creationId xmlns:a16="http://schemas.microsoft.com/office/drawing/2014/main" id="{27927972-1785-4BBD-83A7-5624B20C5E4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本編の参照スライド：35・36・38・39</a:t>
            </a:r>
          </a:p>
        </p:txBody>
      </p:sp>
      <p:sp>
        <p:nvSpPr>
          <p:cNvPr id="9" name="">
            <a:extLst xmlns:a="http://schemas.openxmlformats.org/drawingml/2006/main">
              <a:ext uri="{FF2B5EF4-FFF2-40B4-BE49-F238E27FC236}">
                <a16:creationId xmlns:a16="http://schemas.microsoft.com/office/drawing/2014/main" id="{EB569758-1AFC-4F75-BB3E-57E243781EB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49</a:t>
            </a:r>
          </a:p>
        </p:txBody>
      </p:sp>
    </p:spTree>
    <p:extLst>
      <p:ext uri="{BB962C8B-B14F-4D97-AF65-F5344CB8AC3E}">
        <p14:creationId xmlns:p14="http://schemas.microsoft.com/office/powerpoint/2010/main" val="94051678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74B57-CA98-49E4-A2AE-5BFF5449F2A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表の最大値と、連続モデルの最大値</a:t>
            </a:r>
          </a:p>
        </p:txBody>
      </p:sp>
      <p:sp>
        <p:nvSpPr>
          <p:cNvPr id="2" name="">
            <a:extLst xmlns:a="http://schemas.openxmlformats.org/drawingml/2006/main">
              <a:ext uri="{FF2B5EF4-FFF2-40B4-BE49-F238E27FC236}">
                <a16:creationId xmlns:a16="http://schemas.microsoft.com/office/drawing/2014/main" id="{C2D3AEF6-FAFB-405F-AE06-1602B410DB8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7A3B13C-F8B1-45B8-BED5-9E8C2DC0A98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B72F2BB8-EEBC-46D1-B7DA-D5286D215264}"/>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L=1 m、w=400 N/mの単純支持。x=0,0.2,0.4,0.6,0.8,1.0 mでM=0,32,48,48,32,0 N·m。AIが「最大M=48」とした。表の最大とモデル全体の最大を区別する。</a:t>
            </a:r>
          </a:p>
        </p:txBody>
      </p:sp>
      <p:sp>
        <p:nvSpPr>
          <p:cNvPr id="5" name="">
            <a:extLst xmlns:a="http://schemas.openxmlformats.org/drawingml/2006/main">
              <a:ext uri="{FF2B5EF4-FFF2-40B4-BE49-F238E27FC236}">
                <a16:creationId xmlns:a16="http://schemas.microsoft.com/office/drawing/2014/main" id="{9EE8B15B-FD2A-4B80-BADC-617B78117AA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6230D9BF-C1F6-4E97-9319-D7998127CC0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2616F15B-85CB-4A8C-ABD1-4FB8C91C83D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49</a:t>
            </a:r>
          </a:p>
        </p:txBody>
      </p:sp>
    </p:spTree>
    <p:extLst>
      <p:ext uri="{BB962C8B-B14F-4D97-AF65-F5344CB8AC3E}">
        <p14:creationId xmlns:p14="http://schemas.microsoft.com/office/powerpoint/2010/main" val="13610928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8FBA7-FB9F-479E-BEBF-323098D3BA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解説：表の最大値と、連続モデルの最大値</a:t>
            </a:r>
          </a:p>
        </p:txBody>
      </p:sp>
      <p:sp>
        <p:nvSpPr>
          <p:cNvPr id="2" name="">
            <a:extLst xmlns:a="http://schemas.openxmlformats.org/drawingml/2006/main">
              <a:ext uri="{FF2B5EF4-FFF2-40B4-BE49-F238E27FC236}">
                <a16:creationId xmlns:a16="http://schemas.microsoft.com/office/drawing/2014/main" id="{2D715BEF-F5A8-4C98-BB57-B0ECB3DD429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75F9055-90E1-4D7F-BD20-0D5B144CE11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B68EBF0C-CBD3-4703-B80B-0D6016BA626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表に含まれる最大値は48 N·m</a:t>
            </a:r>
          </a:p>
        </p:txBody>
      </p:sp>
      <p:sp>
        <p:nvSpPr>
          <p:cNvPr id="5" name="">
            <a:extLst xmlns:a="http://schemas.openxmlformats.org/drawingml/2006/main">
              <a:ext uri="{FF2B5EF4-FFF2-40B4-BE49-F238E27FC236}">
                <a16:creationId xmlns:a16="http://schemas.microsoft.com/office/drawing/2014/main" id="{0413FD93-3287-44E3-BFAD-70FBD8FBAF39}"/>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連続モデルでは V=200−400x</a:t>
            </a:r>
          </a:p>
        </p:txBody>
      </p:sp>
      <p:sp>
        <p:nvSpPr>
          <p:cNvPr id="6" name="">
            <a:extLst xmlns:a="http://schemas.openxmlformats.org/drawingml/2006/main">
              <a:ext uri="{FF2B5EF4-FFF2-40B4-BE49-F238E27FC236}">
                <a16:creationId xmlns:a16="http://schemas.microsoft.com/office/drawing/2014/main" id="{38030EE5-192C-4317-9BFE-96482203492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V=0のx=0.50 mでM=50 N·m</a:t>
            </a:r>
          </a:p>
        </p:txBody>
      </p:sp>
      <p:sp>
        <p:nvSpPr>
          <p:cNvPr id="7" name="">
            <a:extLst xmlns:a="http://schemas.openxmlformats.org/drawingml/2006/main">
              <a:ext uri="{FF2B5EF4-FFF2-40B4-BE49-F238E27FC236}">
                <a16:creationId xmlns:a16="http://schemas.microsoft.com/office/drawing/2014/main" id="{F6417C37-9E49-4C62-A25F-F3D8B69DD58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点の間隔と、求める量の範囲を確認する</a:t>
            </a:r>
          </a:p>
        </p:txBody>
      </p:sp>
      <p:sp>
        <p:nvSpPr>
          <p:cNvPr id="8" name="">
            <a:extLst xmlns:a="http://schemas.openxmlformats.org/drawingml/2006/main">
              <a:ext uri="{FF2B5EF4-FFF2-40B4-BE49-F238E27FC236}">
                <a16:creationId xmlns:a16="http://schemas.microsoft.com/office/drawing/2014/main" id="{7AF083B7-3F62-400D-AD38-8B227D66DD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本編の参照スライド：26・35・36・39</a:t>
            </a:r>
          </a:p>
        </p:txBody>
      </p:sp>
      <p:sp>
        <p:nvSpPr>
          <p:cNvPr id="9" name="">
            <a:extLst xmlns:a="http://schemas.openxmlformats.org/drawingml/2006/main">
              <a:ext uri="{FF2B5EF4-FFF2-40B4-BE49-F238E27FC236}">
                <a16:creationId xmlns:a16="http://schemas.microsoft.com/office/drawing/2014/main" id="{12DE62E7-AEEC-4958-B7DB-16295FE6486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49</a:t>
            </a:r>
          </a:p>
        </p:txBody>
      </p:sp>
    </p:spTree>
    <p:extLst>
      <p:ext uri="{BB962C8B-B14F-4D97-AF65-F5344CB8AC3E}">
        <p14:creationId xmlns:p14="http://schemas.microsoft.com/office/powerpoint/2010/main" val="122395569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42832F-9400-4F29-ABC7-B2B9033DC7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出口確認：対象と条件を説明する</a:t>
            </a:r>
          </a:p>
        </p:txBody>
      </p:sp>
      <p:sp>
        <p:nvSpPr>
          <p:cNvPr id="2" name="">
            <a:extLst xmlns:a="http://schemas.openxmlformats.org/drawingml/2006/main">
              <a:ext uri="{FF2B5EF4-FFF2-40B4-BE49-F238E27FC236}">
                <a16:creationId xmlns:a16="http://schemas.microsoft.com/office/drawing/2014/main" id="{A5C0C666-E534-49E3-8197-832C347D3D7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0519ACB-5E24-450C-9AE9-97913331D2C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反力と内力を区別する</a:t>
            </a:r>
          </a:p>
        </p:txBody>
      </p:sp>
      <p:sp>
        <p:nvSpPr>
          <p:cNvPr id="4" name="">
            <a:extLst xmlns:a="http://schemas.openxmlformats.org/drawingml/2006/main">
              <a:ext uri="{FF2B5EF4-FFF2-40B4-BE49-F238E27FC236}">
                <a16:creationId xmlns:a16="http://schemas.microsoft.com/office/drawing/2014/main" id="{438BFEDA-378F-41F0-8EC0-DD9EF61D179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荷重点の左右で式が変わる理由</a:t>
            </a:r>
          </a:p>
        </p:txBody>
      </p:sp>
      <p:sp>
        <p:nvSpPr>
          <p:cNvPr id="5" name="">
            <a:extLst xmlns:a="http://schemas.openxmlformats.org/drawingml/2006/main">
              <a:ext uri="{FF2B5EF4-FFF2-40B4-BE49-F238E27FC236}">
                <a16:creationId xmlns:a16="http://schemas.microsoft.com/office/drawing/2014/main" id="{7C65B324-634E-470E-8648-045DD7A3027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分布荷重の全体と部分を区別する</a:t>
            </a:r>
          </a:p>
        </p:txBody>
      </p:sp>
      <p:sp>
        <p:nvSpPr>
          <p:cNvPr id="6" name="">
            <a:extLst xmlns:a="http://schemas.openxmlformats.org/drawingml/2006/main">
              <a:ext uri="{FF2B5EF4-FFF2-40B4-BE49-F238E27FC236}">
                <a16:creationId xmlns:a16="http://schemas.microsoft.com/office/drawing/2014/main" id="{406CFADC-F89D-4238-BDE4-409EE26A70B8}"/>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120秒／必要に応じて一時停止</a:t>
            </a:r>
          </a:p>
        </p:txBody>
      </p:sp>
      <p:sp>
        <p:nvSpPr>
          <p:cNvPr id="7" name="">
            <a:extLst xmlns:a="http://schemas.openxmlformats.org/drawingml/2006/main">
              <a:ext uri="{FF2B5EF4-FFF2-40B4-BE49-F238E27FC236}">
                <a16:creationId xmlns:a16="http://schemas.microsoft.com/office/drawing/2014/main" id="{04E92DD5-4FD4-4DF2-8CA6-5A3384B217A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308AD912-FFCF-4471-B57D-22CBBC2C7A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49</a:t>
            </a:r>
          </a:p>
        </p:txBody>
      </p:sp>
    </p:spTree>
    <p:extLst>
      <p:ext uri="{BB962C8B-B14F-4D97-AF65-F5344CB8AC3E}">
        <p14:creationId xmlns:p14="http://schemas.microsoft.com/office/powerpoint/2010/main" val="19709718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2026-10-31T01:02:20.8830000Z</dcterms:created>
  <dcterms:modified xsi:type="dcterms:W3CDTF">2026-10-31T01:02:20.8830000Z</dcterms:modified>
</coreProperties>
</file>