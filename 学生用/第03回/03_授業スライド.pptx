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slides/charts/chart5.xml" ContentType="application/vnd.openxmlformats-officedocument.drawingml.chart+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90a8b3a8750404d" /><Relationship Type="http://schemas.openxmlformats.org/officeDocument/2006/relationships/extended-properties" Target="/docProps/app.xml" Id="R2d5cff8c6f5b41c8" /><Relationship Type="http://schemas.openxmlformats.org/officeDocument/2006/relationships/officeDocument" Target="/ppt/presentation.xml" Id="Rb91f60f6e4e944ba" /></Relationships>
</file>

<file path=ppt/presentation.xml><?xml version="1.0" encoding="utf-8"?>
<p:presentation xmlns:p="http://schemas.openxmlformats.org/presentationml/2006/main">
  <p:sldMasterIdLst>
    <p:sldMasterId xmlns:r="http://schemas.openxmlformats.org/officeDocument/2006/relationships" id="2147483648" r:id="Re1938cd1b36f488a"/>
  </p:sldMasterIdLst>
  <p:notesMasterIdLst>
    <p:notesMasterId xmlns:r="http://schemas.openxmlformats.org/officeDocument/2006/relationships" r:id="Rd0f4735d585f4f8f"/>
  </p:notesMasterIdLst>
  <p:sldIdLst>
    <p:sldId xmlns:r="http://schemas.openxmlformats.org/officeDocument/2006/relationships" id="256" r:id="Rfe8ef1a2ed0d481a"/>
    <p:sldId xmlns:r="http://schemas.openxmlformats.org/officeDocument/2006/relationships" id="257" r:id="R54accaf1b3c944bd"/>
    <p:sldId xmlns:r="http://schemas.openxmlformats.org/officeDocument/2006/relationships" id="258" r:id="Re41b72fe8cf04fbd"/>
    <p:sldId xmlns:r="http://schemas.openxmlformats.org/officeDocument/2006/relationships" id="259" r:id="Rc4d7c017ae3d4cc3"/>
    <p:sldId xmlns:r="http://schemas.openxmlformats.org/officeDocument/2006/relationships" id="260" r:id="R0417b1f0a6924433"/>
    <p:sldId xmlns:r="http://schemas.openxmlformats.org/officeDocument/2006/relationships" id="261" r:id="Rf947eb67dc6d4fe7"/>
    <p:sldId xmlns:r="http://schemas.openxmlformats.org/officeDocument/2006/relationships" id="262" r:id="Ra6580ed39ff641a5"/>
    <p:sldId xmlns:r="http://schemas.openxmlformats.org/officeDocument/2006/relationships" id="263" r:id="Rc57fb74809d5494c"/>
    <p:sldId xmlns:r="http://schemas.openxmlformats.org/officeDocument/2006/relationships" id="264" r:id="Rd609681d89b54894"/>
    <p:sldId xmlns:r="http://schemas.openxmlformats.org/officeDocument/2006/relationships" id="265" r:id="R2d40cce6565c4bd1"/>
    <p:sldId xmlns:r="http://schemas.openxmlformats.org/officeDocument/2006/relationships" id="266" r:id="R56692175f22d488e"/>
    <p:sldId xmlns:r="http://schemas.openxmlformats.org/officeDocument/2006/relationships" id="267" r:id="Rc7ce1d472fcd4325"/>
    <p:sldId xmlns:r="http://schemas.openxmlformats.org/officeDocument/2006/relationships" id="268" r:id="R84a7dcafdb2946bf"/>
    <p:sldId xmlns:r="http://schemas.openxmlformats.org/officeDocument/2006/relationships" id="269" r:id="R7481574d0abb4205"/>
    <p:sldId xmlns:r="http://schemas.openxmlformats.org/officeDocument/2006/relationships" id="270" r:id="R903a559dbdaf4f70"/>
    <p:sldId xmlns:r="http://schemas.openxmlformats.org/officeDocument/2006/relationships" id="271" r:id="Re4299f59727447fe"/>
    <p:sldId xmlns:r="http://schemas.openxmlformats.org/officeDocument/2006/relationships" id="272" r:id="R099b29d3eb0f4d35"/>
    <p:sldId xmlns:r="http://schemas.openxmlformats.org/officeDocument/2006/relationships" id="273" r:id="Rbf1fce14e7b24c9b"/>
    <p:sldId xmlns:r="http://schemas.openxmlformats.org/officeDocument/2006/relationships" id="274" r:id="R6f856d52c83d43f7"/>
    <p:sldId xmlns:r="http://schemas.openxmlformats.org/officeDocument/2006/relationships" id="275" r:id="Rbce79cc7334948e8"/>
    <p:sldId xmlns:r="http://schemas.openxmlformats.org/officeDocument/2006/relationships" id="276" r:id="Rbe6ad3eb22444909"/>
    <p:sldId xmlns:r="http://schemas.openxmlformats.org/officeDocument/2006/relationships" id="277" r:id="Re18dcaa24dab4343"/>
    <p:sldId xmlns:r="http://schemas.openxmlformats.org/officeDocument/2006/relationships" id="278" r:id="R0c598e62319047f9"/>
    <p:sldId xmlns:r="http://schemas.openxmlformats.org/officeDocument/2006/relationships" id="279" r:id="R6f773b1ed4944026"/>
    <p:sldId xmlns:r="http://schemas.openxmlformats.org/officeDocument/2006/relationships" id="280" r:id="R473ada20bb2f45f9"/>
    <p:sldId xmlns:r="http://schemas.openxmlformats.org/officeDocument/2006/relationships" id="281" r:id="Re022927344814312"/>
    <p:sldId xmlns:r="http://schemas.openxmlformats.org/officeDocument/2006/relationships" id="282" r:id="Rf3987c18ae8744d6"/>
    <p:sldId xmlns:r="http://schemas.openxmlformats.org/officeDocument/2006/relationships" id="283" r:id="R5a2368dcc6974581"/>
    <p:sldId xmlns:r="http://schemas.openxmlformats.org/officeDocument/2006/relationships" id="284" r:id="R4a3f985cb13547af"/>
    <p:sldId xmlns:r="http://schemas.openxmlformats.org/officeDocument/2006/relationships" id="285" r:id="R40b3178fb83d4282"/>
    <p:sldId xmlns:r="http://schemas.openxmlformats.org/officeDocument/2006/relationships" id="286" r:id="R98ab55b7a3284312"/>
    <p:sldId xmlns:r="http://schemas.openxmlformats.org/officeDocument/2006/relationships" id="287" r:id="R69bca53cf0434617"/>
    <p:sldId xmlns:r="http://schemas.openxmlformats.org/officeDocument/2006/relationships" id="288" r:id="Rde44e1327cc44c73"/>
    <p:sldId xmlns:r="http://schemas.openxmlformats.org/officeDocument/2006/relationships" id="289" r:id="R3a0cdc46c32640ac"/>
    <p:sldId xmlns:r="http://schemas.openxmlformats.org/officeDocument/2006/relationships" id="290" r:id="R9bab756d0db54fec"/>
    <p:sldId xmlns:r="http://schemas.openxmlformats.org/officeDocument/2006/relationships" id="291" r:id="Rfe3f35f08af24534"/>
    <p:sldId xmlns:r="http://schemas.openxmlformats.org/officeDocument/2006/relationships" id="292" r:id="R33dcced235bb49e9"/>
    <p:sldId xmlns:r="http://schemas.openxmlformats.org/officeDocument/2006/relationships" id="293" r:id="Rd9ebf65e0e1c42a0"/>
    <p:sldId xmlns:r="http://schemas.openxmlformats.org/officeDocument/2006/relationships" id="294" r:id="R0412aa2e1dc740ee"/>
    <p:sldId xmlns:r="http://schemas.openxmlformats.org/officeDocument/2006/relationships" id="295" r:id="R79d644f3531e4abf"/>
    <p:sldId xmlns:r="http://schemas.openxmlformats.org/officeDocument/2006/relationships" id="296" r:id="R929eb6b60d584563"/>
    <p:sldId xmlns:r="http://schemas.openxmlformats.org/officeDocument/2006/relationships" id="297" r:id="R7e670ad8410648a0"/>
    <p:sldId xmlns:r="http://schemas.openxmlformats.org/officeDocument/2006/relationships" id="298" r:id="Rb406aa1a45cd44a8"/>
    <p:sldId xmlns:r="http://schemas.openxmlformats.org/officeDocument/2006/relationships" id="299" r:id="R25ce7d5d447b4605"/>
    <p:sldId xmlns:r="http://schemas.openxmlformats.org/officeDocument/2006/relationships" id="300" r:id="R57ca85ee83954cec"/>
    <p:sldId xmlns:r="http://schemas.openxmlformats.org/officeDocument/2006/relationships" id="301" r:id="Radeb803ec1fe4250"/>
    <p:sldId xmlns:r="http://schemas.openxmlformats.org/officeDocument/2006/relationships" id="302" r:id="R13b715cca58e4a95"/>
    <p:sldId xmlns:r="http://schemas.openxmlformats.org/officeDocument/2006/relationships" id="303" r:id="Rac8a45d9a77142bf"/>
    <p:sldId xmlns:r="http://schemas.openxmlformats.org/officeDocument/2006/relationships" id="304" r:id="R13cdfe63af6941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96d3dbe3574eac" /><Relationship Type="http://schemas.openxmlformats.org/officeDocument/2006/relationships/slideMaster" Target="/ppt/slideMasters/slideMaster1.xml" Id="Re1938cd1b36f488a" /><Relationship Type="http://schemas.openxmlformats.org/officeDocument/2006/relationships/notesMaster" Target="/ppt/notesMasters/notesMaster1.xml" Id="Rd0f4735d585f4f8f" /><Relationship Type="http://schemas.openxmlformats.org/officeDocument/2006/relationships/presProps" Target="/ppt/presProps.xml" Id="R5d584cc766a942b0" /><Relationship Type="http://schemas.openxmlformats.org/officeDocument/2006/relationships/tableStyles" Target="/ppt/tableStyles.xml" Id="R13d3942dcfa042ed" /><Relationship Type="http://schemas.openxmlformats.org/officeDocument/2006/relationships/slide" Target="/ppt/slides/slide1.xml" Id="Rfe8ef1a2ed0d481a" /><Relationship Type="http://schemas.openxmlformats.org/officeDocument/2006/relationships/slide" Target="/ppt/slides/slide2.xml" Id="R54accaf1b3c944bd" /><Relationship Type="http://schemas.openxmlformats.org/officeDocument/2006/relationships/slide" Target="/ppt/slides/slide3.xml" Id="Re41b72fe8cf04fbd" /><Relationship Type="http://schemas.openxmlformats.org/officeDocument/2006/relationships/slide" Target="/ppt/slides/slide4.xml" Id="Rc4d7c017ae3d4cc3" /><Relationship Type="http://schemas.openxmlformats.org/officeDocument/2006/relationships/slide" Target="/ppt/slides/slide5.xml" Id="R0417b1f0a6924433" /><Relationship Type="http://schemas.openxmlformats.org/officeDocument/2006/relationships/slide" Target="/ppt/slides/slide6.xml" Id="Rf947eb67dc6d4fe7" /><Relationship Type="http://schemas.openxmlformats.org/officeDocument/2006/relationships/slide" Target="/ppt/slides/slide7.xml" Id="Ra6580ed39ff641a5" /><Relationship Type="http://schemas.openxmlformats.org/officeDocument/2006/relationships/slide" Target="/ppt/slides/slide8.xml" Id="Rc57fb74809d5494c" /><Relationship Type="http://schemas.openxmlformats.org/officeDocument/2006/relationships/slide" Target="/ppt/slides/slide9.xml" Id="Rd609681d89b54894" /><Relationship Type="http://schemas.openxmlformats.org/officeDocument/2006/relationships/slide" Target="/ppt/slides/slide10.xml" Id="R2d40cce6565c4bd1" /><Relationship Type="http://schemas.openxmlformats.org/officeDocument/2006/relationships/slide" Target="/ppt/slides/slide11.xml" Id="R56692175f22d488e" /><Relationship Type="http://schemas.openxmlformats.org/officeDocument/2006/relationships/slide" Target="/ppt/slides/slide12.xml" Id="Rc7ce1d472fcd4325" /><Relationship Type="http://schemas.openxmlformats.org/officeDocument/2006/relationships/slide" Target="/ppt/slides/slide13.xml" Id="R84a7dcafdb2946bf" /><Relationship Type="http://schemas.openxmlformats.org/officeDocument/2006/relationships/slide" Target="/ppt/slides/slide14.xml" Id="R7481574d0abb4205" /><Relationship Type="http://schemas.openxmlformats.org/officeDocument/2006/relationships/slide" Target="/ppt/slides/slide15.xml" Id="R903a559dbdaf4f70" /><Relationship Type="http://schemas.openxmlformats.org/officeDocument/2006/relationships/slide" Target="/ppt/slides/slide16.xml" Id="Re4299f59727447fe" /><Relationship Type="http://schemas.openxmlformats.org/officeDocument/2006/relationships/slide" Target="/ppt/slides/slide17.xml" Id="R099b29d3eb0f4d35" /><Relationship Type="http://schemas.openxmlformats.org/officeDocument/2006/relationships/slide" Target="/ppt/slides/slide18.xml" Id="Rbf1fce14e7b24c9b" /><Relationship Type="http://schemas.openxmlformats.org/officeDocument/2006/relationships/slide" Target="/ppt/slides/slide19.xml" Id="R6f856d52c83d43f7" /><Relationship Type="http://schemas.openxmlformats.org/officeDocument/2006/relationships/slide" Target="/ppt/slides/slide20.xml" Id="Rbce79cc7334948e8" /><Relationship Type="http://schemas.openxmlformats.org/officeDocument/2006/relationships/slide" Target="/ppt/slides/slide21.xml" Id="Rbe6ad3eb22444909" /><Relationship Type="http://schemas.openxmlformats.org/officeDocument/2006/relationships/slide" Target="/ppt/slides/slide22.xml" Id="Re18dcaa24dab4343" /><Relationship Type="http://schemas.openxmlformats.org/officeDocument/2006/relationships/slide" Target="/ppt/slides/slide23.xml" Id="R0c598e62319047f9" /><Relationship Type="http://schemas.openxmlformats.org/officeDocument/2006/relationships/slide" Target="/ppt/slides/slide24.xml" Id="R6f773b1ed4944026" /><Relationship Type="http://schemas.openxmlformats.org/officeDocument/2006/relationships/slide" Target="/ppt/slides/slide25.xml" Id="R473ada20bb2f45f9" /><Relationship Type="http://schemas.openxmlformats.org/officeDocument/2006/relationships/slide" Target="/ppt/slides/slide26.xml" Id="Re022927344814312" /><Relationship Type="http://schemas.openxmlformats.org/officeDocument/2006/relationships/slide" Target="/ppt/slides/slide27.xml" Id="Rf3987c18ae8744d6" /><Relationship Type="http://schemas.openxmlformats.org/officeDocument/2006/relationships/slide" Target="/ppt/slides/slide28.xml" Id="R5a2368dcc6974581" /><Relationship Type="http://schemas.openxmlformats.org/officeDocument/2006/relationships/slide" Target="/ppt/slides/slide29.xml" Id="R4a3f985cb13547af" /><Relationship Type="http://schemas.openxmlformats.org/officeDocument/2006/relationships/slide" Target="/ppt/slides/slide30.xml" Id="R40b3178fb83d4282" /><Relationship Type="http://schemas.openxmlformats.org/officeDocument/2006/relationships/slide" Target="/ppt/slides/slide31.xml" Id="R98ab55b7a3284312" /><Relationship Type="http://schemas.openxmlformats.org/officeDocument/2006/relationships/slide" Target="/ppt/slides/slide32.xml" Id="R69bca53cf0434617" /><Relationship Type="http://schemas.openxmlformats.org/officeDocument/2006/relationships/slide" Target="/ppt/slides/slide33.xml" Id="Rde44e1327cc44c73" /><Relationship Type="http://schemas.openxmlformats.org/officeDocument/2006/relationships/slide" Target="/ppt/slides/slide34.xml" Id="R3a0cdc46c32640ac" /><Relationship Type="http://schemas.openxmlformats.org/officeDocument/2006/relationships/slide" Target="/ppt/slides/slide35.xml" Id="R9bab756d0db54fec" /><Relationship Type="http://schemas.openxmlformats.org/officeDocument/2006/relationships/slide" Target="/ppt/slides/slide36.xml" Id="Rfe3f35f08af24534" /><Relationship Type="http://schemas.openxmlformats.org/officeDocument/2006/relationships/slide" Target="/ppt/slides/slide37.xml" Id="R33dcced235bb49e9" /><Relationship Type="http://schemas.openxmlformats.org/officeDocument/2006/relationships/slide" Target="/ppt/slides/slide38.xml" Id="Rd9ebf65e0e1c42a0" /><Relationship Type="http://schemas.openxmlformats.org/officeDocument/2006/relationships/slide" Target="/ppt/slides/slide39.xml" Id="R0412aa2e1dc740ee" /><Relationship Type="http://schemas.openxmlformats.org/officeDocument/2006/relationships/slide" Target="/ppt/slides/slide40.xml" Id="R79d644f3531e4abf" /><Relationship Type="http://schemas.openxmlformats.org/officeDocument/2006/relationships/slide" Target="/ppt/slides/slide41.xml" Id="R929eb6b60d584563" /><Relationship Type="http://schemas.openxmlformats.org/officeDocument/2006/relationships/slide" Target="/ppt/slides/slide42.xml" Id="R7e670ad8410648a0" /><Relationship Type="http://schemas.openxmlformats.org/officeDocument/2006/relationships/slide" Target="/ppt/slides/slide43.xml" Id="Rb406aa1a45cd44a8" /><Relationship Type="http://schemas.openxmlformats.org/officeDocument/2006/relationships/slide" Target="/ppt/slides/slide44.xml" Id="R25ce7d5d447b4605" /><Relationship Type="http://schemas.openxmlformats.org/officeDocument/2006/relationships/slide" Target="/ppt/slides/slide45.xml" Id="R57ca85ee83954cec" /><Relationship Type="http://schemas.openxmlformats.org/officeDocument/2006/relationships/slide" Target="/ppt/slides/slide46.xml" Id="Radeb803ec1fe4250" /><Relationship Type="http://schemas.openxmlformats.org/officeDocument/2006/relationships/slide" Target="/ppt/slides/slide47.xml" Id="R13b715cca58e4a95" /><Relationship Type="http://schemas.openxmlformats.org/officeDocument/2006/relationships/slide" Target="/ppt/slides/slide48.xml" Id="Rac8a45d9a77142bf" /><Relationship Type="http://schemas.openxmlformats.org/officeDocument/2006/relationships/slide" Target="/ppt/slides/slide49.xml" Id="R13cdfe63af6941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4e9692bc9d46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4978166826456b" /><Relationship Type="http://schemas.openxmlformats.org/officeDocument/2006/relationships/notesMaster" Target="/ppt/notesMasters/notesMaster1.xml" Id="R729a1619827047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3bfff5469a4464" /><Relationship Type="http://schemas.openxmlformats.org/officeDocument/2006/relationships/notesMaster" Target="/ppt/notesMasters/notesMaster1.xml" Id="R5004dfb22a5a48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b98f6b716345e3" /><Relationship Type="http://schemas.openxmlformats.org/officeDocument/2006/relationships/notesMaster" Target="/ppt/notesMasters/notesMaster1.xml" Id="Rb28e07627ee745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d7d54f792d465f" /><Relationship Type="http://schemas.openxmlformats.org/officeDocument/2006/relationships/notesMaster" Target="/ppt/notesMasters/notesMaster1.xml" Id="R8f3ed99ef68644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f7642279984aa8" /><Relationship Type="http://schemas.openxmlformats.org/officeDocument/2006/relationships/notesMaster" Target="/ppt/notesMasters/notesMaster1.xml" Id="R9a1d6e1c3d174e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dfe66d370a466e" /><Relationship Type="http://schemas.openxmlformats.org/officeDocument/2006/relationships/notesMaster" Target="/ppt/notesMasters/notesMaster1.xml" Id="Rd27be98a7cf944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c61d7049174087" /><Relationship Type="http://schemas.openxmlformats.org/officeDocument/2006/relationships/notesMaster" Target="/ppt/notesMasters/notesMaster1.xml" Id="Rdbdf29bb074844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939f4147574a54" /><Relationship Type="http://schemas.openxmlformats.org/officeDocument/2006/relationships/notesMaster" Target="/ppt/notesMasters/notesMaster1.xml" Id="R254822637a6149e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3f0a0358574c0f" /><Relationship Type="http://schemas.openxmlformats.org/officeDocument/2006/relationships/notesMaster" Target="/ppt/notesMasters/notesMaster1.xml" Id="R940f7c60aa8042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3aa3138f5cc4e48" /><Relationship Type="http://schemas.openxmlformats.org/officeDocument/2006/relationships/notesMaster" Target="/ppt/notesMasters/notesMaster1.xml" Id="R3e8890dac7544f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c22e3c159154680" /><Relationship Type="http://schemas.openxmlformats.org/officeDocument/2006/relationships/notesMaster" Target="/ppt/notesMasters/notesMaster1.xml" Id="Rb39095995ecd49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ce37acf2ad143b0" /><Relationship Type="http://schemas.openxmlformats.org/officeDocument/2006/relationships/notesMaster" Target="/ppt/notesMasters/notesMaster1.xml" Id="R1f84484ff3d544b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c68ca67b64e418a" /><Relationship Type="http://schemas.openxmlformats.org/officeDocument/2006/relationships/notesMaster" Target="/ppt/notesMasters/notesMaster1.xml" Id="R0bf0004f26974aa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d163a969c224961" /><Relationship Type="http://schemas.openxmlformats.org/officeDocument/2006/relationships/notesMaster" Target="/ppt/notesMasters/notesMaster1.xml" Id="R95159ab1d33149f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15a53c6283c46d2" /><Relationship Type="http://schemas.openxmlformats.org/officeDocument/2006/relationships/notesMaster" Target="/ppt/notesMasters/notesMaster1.xml" Id="R146e19ad00f54ea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1aa30ddc8f740b7" /><Relationship Type="http://schemas.openxmlformats.org/officeDocument/2006/relationships/notesMaster" Target="/ppt/notesMasters/notesMaster1.xml" Id="R31becf7a34eb410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196e89172fd4b17" /><Relationship Type="http://schemas.openxmlformats.org/officeDocument/2006/relationships/notesMaster" Target="/ppt/notesMasters/notesMaster1.xml" Id="R7db3eaa21b9b4ba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95968bcb2a646ee" /><Relationship Type="http://schemas.openxmlformats.org/officeDocument/2006/relationships/notesMaster" Target="/ppt/notesMasters/notesMaster1.xml" Id="Rb881e83090c74d5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950baccabb74550" /><Relationship Type="http://schemas.openxmlformats.org/officeDocument/2006/relationships/notesMaster" Target="/ppt/notesMasters/notesMaster1.xml" Id="Re9260769e10c4b8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8b57540e4874804" /><Relationship Type="http://schemas.openxmlformats.org/officeDocument/2006/relationships/notesMaster" Target="/ppt/notesMasters/notesMaster1.xml" Id="R3fc5bb6eef20474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76d25521d44467a" /><Relationship Type="http://schemas.openxmlformats.org/officeDocument/2006/relationships/notesMaster" Target="/ppt/notesMasters/notesMaster1.xml" Id="R578c0ab2da3b485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eddbaadf36f4409" /><Relationship Type="http://schemas.openxmlformats.org/officeDocument/2006/relationships/notesMaster" Target="/ppt/notesMasters/notesMaster1.xml" Id="R8c19118c8ccb422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964e2bfe7c143a9" /><Relationship Type="http://schemas.openxmlformats.org/officeDocument/2006/relationships/notesMaster" Target="/ppt/notesMasters/notesMaster1.xml" Id="Ra04308caee87483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01002468683471f" /><Relationship Type="http://schemas.openxmlformats.org/officeDocument/2006/relationships/notesMaster" Target="/ppt/notesMasters/notesMaster1.xml" Id="R18b237c8b3f445a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8ff7b9856304100" /><Relationship Type="http://schemas.openxmlformats.org/officeDocument/2006/relationships/notesMaster" Target="/ppt/notesMasters/notesMaster1.xml" Id="Ra3d577bb76ba4d1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f14e211683a4d4c" /><Relationship Type="http://schemas.openxmlformats.org/officeDocument/2006/relationships/notesMaster" Target="/ppt/notesMasters/notesMaster1.xml" Id="R9991dfef0ab64d4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692853d76794e74" /><Relationship Type="http://schemas.openxmlformats.org/officeDocument/2006/relationships/notesMaster" Target="/ppt/notesMasters/notesMaster1.xml" Id="R3340e4abd654409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b2fdada97f744a8" /><Relationship Type="http://schemas.openxmlformats.org/officeDocument/2006/relationships/notesMaster" Target="/ppt/notesMasters/notesMaster1.xml" Id="R8225ae1a10c349f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62732e6f8bd499b" /><Relationship Type="http://schemas.openxmlformats.org/officeDocument/2006/relationships/notesMaster" Target="/ppt/notesMasters/notesMaster1.xml" Id="R72d8d5f1e36b4ba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a6901e9f50a4996" /><Relationship Type="http://schemas.openxmlformats.org/officeDocument/2006/relationships/notesMaster" Target="/ppt/notesMasters/notesMaster1.xml" Id="R47c440f12e3b4b6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6618fa6292d4e25" /><Relationship Type="http://schemas.openxmlformats.org/officeDocument/2006/relationships/notesMaster" Target="/ppt/notesMasters/notesMaster1.xml" Id="R116436130c2e4bc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19c2d7cac324fca" /><Relationship Type="http://schemas.openxmlformats.org/officeDocument/2006/relationships/notesMaster" Target="/ppt/notesMasters/notesMaster1.xml" Id="R4703a29dd50240a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001ca129c5d4666" /><Relationship Type="http://schemas.openxmlformats.org/officeDocument/2006/relationships/notesMaster" Target="/ppt/notesMasters/notesMaster1.xml" Id="R4ea6c63671f54d7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78e00200a8a4729" /><Relationship Type="http://schemas.openxmlformats.org/officeDocument/2006/relationships/notesMaster" Target="/ppt/notesMasters/notesMaster1.xml" Id="R8e86b1fda06f4e0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2159a6fe89b4f0f" /><Relationship Type="http://schemas.openxmlformats.org/officeDocument/2006/relationships/notesMaster" Target="/ppt/notesMasters/notesMaster1.xml" Id="R8d50cb5076cc46e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cfb1cf0479341ef" /><Relationship Type="http://schemas.openxmlformats.org/officeDocument/2006/relationships/notesMaster" Target="/ppt/notesMasters/notesMaster1.xml" Id="R917ed30878b546b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b22b7469c424d5b" /><Relationship Type="http://schemas.openxmlformats.org/officeDocument/2006/relationships/notesMaster" Target="/ppt/notesMasters/notesMaster1.xml" Id="R1dea86db78a7449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6e736ce3a6f4253" /><Relationship Type="http://schemas.openxmlformats.org/officeDocument/2006/relationships/notesMaster" Target="/ppt/notesMasters/notesMaster1.xml" Id="R3861e94fe9fc49a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3cd9c757465421f" /><Relationship Type="http://schemas.openxmlformats.org/officeDocument/2006/relationships/notesMaster" Target="/ppt/notesMasters/notesMaster1.xml" Id="R3339c69586cb476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b7d88babdc34c91" /><Relationship Type="http://schemas.openxmlformats.org/officeDocument/2006/relationships/notesMaster" Target="/ppt/notesMasters/notesMaster1.xml" Id="Ra38db0873a184b9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267fe425b3c493d" /><Relationship Type="http://schemas.openxmlformats.org/officeDocument/2006/relationships/notesMaster" Target="/ppt/notesMasters/notesMaster1.xml" Id="R695825a6a084465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db541efc9774717" /><Relationship Type="http://schemas.openxmlformats.org/officeDocument/2006/relationships/notesMaster" Target="/ppt/notesMasters/notesMaster1.xml" Id="Ra6ba25c2cb84453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be1c9f8ce6e4d32" /><Relationship Type="http://schemas.openxmlformats.org/officeDocument/2006/relationships/notesMaster" Target="/ppt/notesMasters/notesMaster1.xml" Id="Rca5814b807ec4d8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077d75a40be460c" /><Relationship Type="http://schemas.openxmlformats.org/officeDocument/2006/relationships/notesMaster" Target="/ppt/notesMasters/notesMaster1.xml" Id="R2f0fa9f901ce4fd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4e00435b5a8474e" /><Relationship Type="http://schemas.openxmlformats.org/officeDocument/2006/relationships/notesMaster" Target="/ppt/notesMasters/notesMaster1.xml" Id="R104ea92cd817440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00f27e0e3e34d06" /><Relationship Type="http://schemas.openxmlformats.org/officeDocument/2006/relationships/notesMaster" Target="/ppt/notesMasters/notesMaster1.xml" Id="R810d94194786449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08353463f294786" /><Relationship Type="http://schemas.openxmlformats.org/officeDocument/2006/relationships/notesMaster" Target="/ppt/notesMasters/notesMaster1.xml" Id="R66a140a836dc4ee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d15f20b03954e3a" /><Relationship Type="http://schemas.openxmlformats.org/officeDocument/2006/relationships/notesMaster" Target="/ppt/notesMasters/notesMaster1.xml" Id="R789eb148e4d647b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4cae7413b354405" /><Relationship Type="http://schemas.openxmlformats.org/officeDocument/2006/relationships/notesMaster" Target="/ppt/notesMasters/notesMaster1.xml" Id="Ra77b0d482be342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はりをモデルにし、外力図から反力、切断面のせん断力と曲げモーメントへ進みます。中央・偏心・片持ち・等分布の順に条件を変え、図と式の対応を確かめます。つり合いと面積を起点に、微分・積分とのつながりも確認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到達点を確認します。はりをモデルにし、外力図から反力、切断面のせん断力と曲げモーメントへ進みます。中央・偏心・片持ち・等分布の順に条件を変え、図と式の対応を確かめます。つり合いと面積を起点に、微分・積分とのつながりも確認します。</a:t>
            </a:r>
          </a:p>
          <a:p xmlns:a="http://schemas.openxmlformats.org/drawingml/2006/main">
            <a:r>
              <a:t>途中の演習は自己確認用です。図と途中式をノートに残し、解説を聞く前に考える時間を取ります。正式な提出課題の締切や配点は別の指示に従ってください。</a:t>
            </a:r>
          </a:p>
          <a:p xmlns:a="http://schemas.openxmlformats.org/drawingml/2006/main">
            <a:r>
              <a:t>中学校の製作でも、どこで支え、どこへ力が加わるかを理解しなければ、形の効果を正確に比べられません。高校工業ではこれを力やモーメントの式で扱います。大学では、対象を切り出す操作と、図・式・グラフの関係を一つの体系として学び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棚板を、計算できるはりとして取り出します。二点で支えた長さ、中央の荷重、支え方を図にします。実物のねじや面接触を全て表すのではなく、今回必要な働きを理想化しています。モデルの条件を先に書き、あとから式へ代入します。自重や複雑な接合を省いたなら、その結果を条件の違う実物の安全へ直接読み替えないようにします。第1回の比較条件を、外力図という形へ具体化していきます。</a:t>
            </a:r>
          </a:p>
          <a:p xmlns:a="http://schemas.openxmlformats.org/drawingml/2006/main">
            <a:r>
              <a:t>実物をはりとして考えるときは、残す特徴と省く特徴を決めています。板の幅や接合の細部を省いても、何を知りたいかに対して支え方と荷重位置を残します。計算結果が実物と違った場合は、計算の手順だけでなく、この置き換えに戻って検討する必要があります。モデルの選択が結論を左右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棚板の写真が一枚あっても、そのままで反力の計算はできません。どこからどこまでを板として取り出し、荷物をどこに作用する力とし、接合をどのような支持に置き換えるかを決める必要があります。この判断には、実物の特徴と力学の概念の両方が必要です。中学校で棚や支柱を扱う場合も、製作品の形を見るだけで十分な説明になるわけではありません。大学では、対象を決める自由物体図という操作を、力と回転のつり合いの式と結び付けて学びます。モデルに残した情報が変われば、計算結果も変わります。例えば両端で回転を許す支持と、端の回転まで止める支持では、同じ板と荷重でも同じ内力分布にはなりません。計算ソフトやAIの出力を評価する際も、入力した長さや数値の確認に加え、どの支持を選んだかを確かめます。式の正しさと、その式が表すモデルの選択を分けて点検することが、専門的な理解の重要な部分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力のモーメントは、ある点の周りに回そうとする作用です。大きさは力に、回転の中心から力の作用線までの垂直距離を掛けます。力を加えた点までの斜めの長さを、いつでもそのまま使えるわけではありません。図では作用線を延ばし、中心から垂直に測った距離を示しています。ドアの取っ手やレンチでも、どこを中心とし、どの向きに力を加えるかを確かめれば、同じ考え方が使えます。</a:t>
            </a:r>
          </a:p>
          <a:p xmlns:a="http://schemas.openxmlformats.org/drawingml/2006/main">
            <a:r>
              <a:t>力を加えた点までの距離が同じでも、力の向きが変われば回す作用は変わります。作用線が回転中心を通る場合には垂直距離がゼロになり、その中心まわりのモーメントもゼロです。長い工具ならいつでも同じ倍率で有利になる、と形だけで説明せず、力の向きと作用線を描いて確かめ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ニュートンにメートルを掛けるとニュートンメートルです。二十ニュートンに〇・三メートルを掛ける例を、単位と一緒に確かめます。力だけ大きくても垂直距離が零なら、その点周りのモーメントは零です。また、同じ大きさでも回転の向きが反対なら符号を分けます。今回の外力のモーメントは反時計回りを正とします。単位が仕事と同じ次元でも、ここでは回す作用という異なる量を扱っています。</a:t>
            </a:r>
          </a:p>
          <a:p xmlns:a="http://schemas.openxmlformats.org/drawingml/2006/main">
            <a:r>
              <a:t>ニュートンメートルは力と長さを掛けた単位です。仕事やエネルギーにも同じ次元が現れますが、ここでは物体を回そうとする作用を表しています。数値と単位が同じ形でも、表している量の意味が同一とは限りません。図のどの点まわりの量かを添えて答えて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作用線までの垂直距離という考え方を、座標でも整理します。回転の中心を原点オーとし、力を加える点の座標を横〇・四、縦〇・三メートルとします。力は下向き二十ニュートンです。原点から点までの斜めの長さは〇・五メートルですが、下向きの力の作用線までの垂直距離は横方向の〇・四です。したがってモーメントの大きさは八ニュートンメートルになります。平面内の一般の力では、横座標と鉛直成分の積から、縦座標と水平成分の積を引くと、反時計回りを正としたモーメントが求められます。この例では鉛直成分が負の二十、水平成分がゼロなので、答えは負の八です。時計回りの作用という図の予想と一致します。この成分表示を知っていると、斜めの部材だから斜めの長さを掛ければよい、という誤解を説明できます。三次元の回転を扱うときの考え方にもつながりますが、この回では平面内の力と回転を一貫して扱い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支点が何を止めるかを確認します。ピン支点では水平と鉛直の移動を止め、回転は自由とします。ローラーでは図の鉛直の移動を止め、固定端では回転も止めます。そのため未知の反力の種類が変わります。支点の絵を単なる飾りとせず、どの動きに対して反力を描くかを考えてください。ここでは水平外力がないので、ピン支点の水平反力は零になりますが、一般にいつも零という意味ではありません。</a:t>
            </a:r>
          </a:p>
          <a:p xmlns:a="http://schemas.openxmlformats.org/drawingml/2006/main">
            <a:r>
              <a:t>支点の記号は、どの移動と回転を止めると仮定したかを示す約束です。実物のねじや接着を見ただけで理想的な固定端と決めることはできません。支持の変形や緩みを無視してよいかは、知りたい現象によります。ここでは平面内の理想的な支持に限定して、対応する反力を描き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解く順序を固定します。第一に対象を取り出し、外力と反力の向き、距離を描きます。第二に力のつり合いを書き、第三に支点などの周りのモーメントのつり合いを使います。求まった反力を力の式へ戻し、最後に別の点周りで検算します。未知の反力が二つなのに力の式一本だけでは、まだ決まりません。公式を探す前に、図と二種類のつり合いを対応させることが目標です。</a:t>
            </a:r>
          </a:p>
          <a:p xmlns:a="http://schemas.openxmlformats.org/drawingml/2006/main">
            <a:r>
              <a:t>未知の反力を仮定した向きに描くことと、その方向が最初から正しいと決めることは違います。計算が負になれば、仮定した方向と逆だったと解釈できます。ただし、床に置いただけの接触など、引っ張る反力を出せない条件もあります。式の答えが実際の支持の仕組みで実現できるかを確かめ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つり合いの式を立てれば、全ての構造が同じ手順だけで解けるのでしょうか。平面内の一つの物体について、水平力、鉛直力、モーメントのつり合いは、独立な三つの式になります。この回で扱うピンとローラーの単純支持では、ピン側に水平と鉛直の反力、ローラー側に鉛直の反力があり、未知数は通常三つです。支持が適切に配置されて安定している場合、この三つのつり合いから反力を求められます。鉛直の荷重だけなら、水平の反力はゼロです。では、ローラーをピンに変えて左右両方が水平移動を止めるとどうなるでしょうか。反力の未知数は四つになり、つり合いだけでは一般に全ての配分を決められません。別の点まわりのモーメントの式をもう一つ書けば、独立な式が四つに増えるというわけではありません。既に立てたつり合いから導ける式は、新しい独立な情報にはならないからです。こうした構造では、部材がどれだけ伸び、支点間の変位の条件をどう満たすかなど、変形と材料の関係を追加します。これが、次回のヤング率や断面の量を使う理解へつながります。今の段階では、未知数と独立な式を対応させ、つり合いだけで求められるモデルの範囲を確認してください。AIが式を多数並べた場合も、本当に独立な条件が増えたのかを調べます。式の本数の見た目だけで解けると判断しないことが重要です。このように学校の範囲を超えた理論まで知ることによって、どのモデルを例題へ選び、どこで追加の原理が必要かを理解でき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央の二百ニュートンを、両端で支える例です。反力を上向きと仮定し、二つの和が二百ニュートンになる式を書きます。次にA点周りで、Aの反力のモーメントが零になることを利用します。Bの反力に全長を掛けたものと、荷重にAからの距離を掛けたものをつり合わせます。求めたBの反力を力の式へ戻し、Aも求めます。中央荷重では各百ニュートンとなり、対称性は最後の検算にも使えます。</a:t>
            </a:r>
          </a:p>
          <a:p xmlns:a="http://schemas.openxmlformats.org/drawingml/2006/main">
            <a:r>
              <a:t>中央荷重で反力が等しいのは、今回の荷重と支持の対称性によります。いつでも二等分するという規則にはできません。先に力とモーメントの二式を立てておけば、荷重が中央から動いたときも同じ手順で解けます。暗記した値が使えなくなった状況で、原理へ戻れることが重要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度は荷重位置が偏ります。Aから〇・四メートル、Bまで〇・八メートル、荷重は三百ニュートンです。中央ではないので、反力を半分ずつとは決めません。四分間、空欄の式を埋め、どの点周りを考えたかを図へ書いてください。荷重から遠い支点の反力と、近い支点の反力がどうなりそうか、計算前の予想も残します。求めた後はB点周りでも確認します。</a:t>
            </a:r>
          </a:p>
          <a:p xmlns:a="http://schemas.openxmlformats.org/drawingml/2006/main">
            <a:r>
              <a:t>空欄を埋めるときは、式の一項ずつを図の力と距離へ対応させます。モーメントの式では全ての距離を同じ基準点から測ります。図の左からの距離と、荷重点からの距離を途中で混ぜないようにしてください。荷重が左へ近いので左の反力が大きいという予想も書き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ここで一分ほど休憩します。無理のない範囲で姿勢を変えましょう。再開したら、演習1の解答：力とモーメントを往復するへ進みます。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点周りの式からBの反力は百ニュートンです。力のつり合いへ戻すと、Aの反力は二百ニュートンになります。荷重点に近いAが多く受け持つという予想と一致します。B点周りではAの反力に全長を掛けたものと、荷重にBからの距離を掛けたものがつり合います。距離がどこからどこまでかを必ず図へ対応させましょう。反力の符号が負なら、最初に仮定した向きが逆だったと読みます。</a:t>
            </a:r>
          </a:p>
          <a:p xmlns:a="http://schemas.openxmlformats.org/drawingml/2006/main">
            <a:r>
              <a:t>反力の合計が荷重と等しいことだけでは、反力の配分は決まりません。二百と百のほかにも、百五十と百五十など多くの組合せが合計三百になります。モーメントのつり合いを使うことで、荷重位置と一致する配分を選べます。力のつり合いと回転のつり合いは、それぞれ独立した確認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長さ一・二メートルの単純支持ばりへ、三百ニュートンを載せる場合を続けます。荷重点を左支点からエーだけ離れた位置とすると、左支点まわりのつり合いから、右反力は荷重にエーを掛け、支点間距離で割った値になります。左反力は全荷重から右反力を引いて求められます。表の最初の行では位置が〇・二なので、右反力は五十、左反力は二百五十ニュートンです。荷重が中央へ近づくにつれて配分は変わり、中央では百五十ずつになります。全ての行で合計は三百ですが、配分には荷重位置の情報が必要です。表計算で位置を変えれば多くの点を計算できますが、まず左右に近づけた極端な場合を予想し、その方向へ変化するかを確認します。自動計算を使う前に関係式と変化の方向を理解すれば、入力した位置の単位や基準点の取り違えにも気付きやすくなります。なお、この表は荷重が二つの支点の間にある範囲の例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次に、はりを途中で切り、左側だけを取り出します。その部分がつり合うために、切断面へせん断力と曲げモーメントを置きます。全体の反力を求めたときと同様、力とモーメントの順に考えます。切断面の位置をエックスとし、どこまでの荷重が左側に含まれるかを確認してください。内力は目で直接見えませんが、切り出した部分のつり合いから求めることができます。</a:t>
            </a:r>
          </a:p>
          <a:p xmlns:a="http://schemas.openxmlformats.org/drawingml/2006/main">
            <a:r>
              <a:t>切り出す場所を動かせば、切断面の内力も位置の関数として表せます。切断面の位置までに、どの外力が含まれるかを毎回確認します。全体の反力を求めた図へ切断面を加え、選んだ片側だけを新しい対象としてください。反対側の外力を、理由なく同時に加えないように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符号の約束を図で定義します。左側部分の右切断面では、せん断力の正を下向き、内部の曲げモーメントの正を反時計回りとします。この正の曲げは上側圧縮、下側引張りの状態に対応します。教科書によって矢印や線図の上下の流儀が違うため、記号だけを比べず、この切断面の定義から照合します。外力を加算するときの上下や回転の正と、内力の記号の定義を混同しないようにしてください。</a:t>
            </a:r>
          </a:p>
          <a:p xmlns:a="http://schemas.openxmlformats.org/drawingml/2006/main">
            <a:r>
              <a:t>符号は計算と図を対応させるための約束です。別の教科書の図で上下が逆に描かれていても、定義が違う可能性があります。本資料では示した切断面の正方向を一貫して使います。外力のモーメントの符号と、断面内力として定義した曲げモーメントの符号も、そのまま同一視しないで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せん断力図と曲げモーメント図は、位置ごとの値を並べたものです。横軸は、はりに沿った位置です。せん断力はニュートン、曲げモーメントはニュートンメートルで読みます。線図の高さは、はりの変形した形そのものではありません。各位置で切断面を考えて得た値を、同じ横軸へ載せています。荷重点や支点の位置を上下の図でそろえることが、対応を読むために重要です。</a:t>
            </a:r>
          </a:p>
          <a:p xmlns:a="http://schemas.openxmlformats.org/drawingml/2006/main">
            <a:r>
              <a:t>線図の横軸は時間ではなく、はり上の位置です。ある瞬間に物体がその線の形に動いているという図ではありません。横軸の同じ位置をたどると、その断面のせん断力と曲げモーメントを読めます。グラフの線の形を読めることには、何をどの軸へ表したかの理解が必要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央荷重の左側で切ると、左反力と切断面のせん断力をつり合わせます。左反力は百ニュートンなので、せん断力は正の百ニュートンです。中央荷重を越えた右側で切ると、左反力に加えて下向き二百ニュートンが左部分へ含まれます。せん断力は負の百ニュートンになります。集中荷重の位置で値が跳び、位置に応じて含める外力が変わることを、図と式の両方で確認します。</a:t>
            </a:r>
          </a:p>
          <a:p xmlns:a="http://schemas.openxmlformats.org/drawingml/2006/main">
            <a:r>
              <a:t>荷重点より左では、切り出した部分に中央の荷重が含まれません。右まで切り出せば荷重が含まれるので、力のつり合いの式が変わります。この対象に含まれる力の違いが、線図の段差を生みます。単に荷重点だから縦に線を引くと覚えるより、段差の大きさと力の大きさを対応させて考え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曲げモーメントも左部分のつり合いから求めます。中央より左では、左反力に距離エックスを掛けたものです。右では、中央荷重の作用も加え、荷重点から切断面までの距離を使います。結果は左右で一次式となり、中央で連続します。最大値は中央で六十ニュートンメートルです。式へ両端の位置を代入して零になるか、中央の左右の式が一致するかを検算します。線図だけを暗記せず、切断面の位置で式が変わる理由を説明してください。</a:t>
            </a:r>
          </a:p>
          <a:p xmlns:a="http://schemas.openxmlformats.org/drawingml/2006/main">
            <a:r>
              <a:t>切断面まわりのモーメントでは、中央荷重から切断面までの距離が、位置から〇・六を引いた値になります。右側の区間でも、位置そのものの原点は左支点のままです。二つの区間の式へ荷重点の位置を入れると同じ値になることと、両端でゼロになることを確認して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はり、せん断力図、曲げモーメント図を縦にそろえました。同じ位置に指を置いて、上から下へ読みます。荷重点でせん断力は跳び、曲げモーメントはそこで折れ曲がります。この例には集中モーメントはなく、曲げモーメントの値自体が跳んだわけではありません。線図を別々の絵として覚えるより、どの外力が含まれる位置かを対応させます。単位と符号もその都度確かめてください。</a:t>
            </a:r>
          </a:p>
          <a:p xmlns:a="http://schemas.openxmlformats.org/drawingml/2006/main">
            <a:r>
              <a:t>縦の補助線で同じ位置を結ぶと、せん断力が一定でも曲げモーメントが位置によって変わることが見えます。正のせん断力が続く区間では曲げモーメントは増え、負の区間では減ります。値の最大位置を考える準備として、二つのグラフを別々の暗記対象にしないことが大切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線図を数値データとして保存するときにも、現象の意味を理解する必要があります。中央に二百ニュートンを載せた長さ一・二メートルの例で、荷重点の近くを細かく見ます。せん断力は直前に正の百、直後に負の百となり、理想的な集中荷重の位置で段差を持ちます。一方、曲げモーメントは直前と直後で同じ六十ニュートンメートルにつながります。この表をグラフ作成ソフトへ入力し、全ての点を滑らかな曲線で結ぶと、せん断力の段差を誤って描く可能性があります。見栄えのよい曲線が、物理的に適切な表現とは限りません。集中荷重の左右を区別し、不連続を示す描き方を選びます。また、横軸の数値を文字の項目として等間隔に並べると、実際の位置の間隔も失われます。AIにグラフの説明を依頼する場合も、せん断力の段差と曲げモーメントの連続を、それぞれのつり合いの意味に照らして点検して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ここで一分ほど休憩します。無理のない範囲で姿勢を変えましょう。再開したら、演習2　中央荷重の SFD・BMD〔半自立〕へ進みます。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央荷重の大きさと全長を変えた演習です。対称性で見当は付けられますが、まず外力図とつり合いの式を書きます。四分間、反力、せん断力、曲げモーメント、最大値を順に求めてください。横軸の中央位置と全長を取り違えないようにします。最後に支点のモーメントが零になるか、荷重点で左右のモーメントの値がつながるかを確かめます。</a:t>
            </a:r>
          </a:p>
          <a:p xmlns:a="http://schemas.openxmlformats.org/drawingml/2006/main">
            <a:r>
              <a:t>これまでの例題と長さと荷重が変わりましたが、手順は同じです。反力の数値だけを以前のものから写さず、全体のつり合いから求め直します。線図には位置、値、単位を付け、荷重の位置でどこが変わるかを説明します。式と図のどちらかだけでは、計算の意味を十分に点検できません。</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反力は各二百ニュートンです。中央までの距離は〇・八メートルなので、最大の曲げモーメントは百六十ニュートンメートルです。せん断力は左側が正、右側が負の二百ニュートンになります。荷重だけでなく全長も変わったため、前の例と比べるときは両方の条件を確認します。線図の縦と横の量を区別し、モーメントの値をニュートンだけで書かないようにしましょう。</a:t>
            </a:r>
          </a:p>
          <a:p xmlns:a="http://schemas.openxmlformats.org/drawingml/2006/main">
            <a:r>
              <a:t>四百ニュートンの荷重が中央にあり、支点間が一・六メートルなので、反力は各二百ニュートンです。中央までの曲げモーメントの増加は二百に〇・八を掛けた百六十ニュートンメートルです。荷重が増えた効果と長さが増えた効果が両方入っていることを、最初の例題と比較して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せん断力図の符号付き面積で、曲げモーメントの変化を読む方法です。長方形の面積はニュートン掛けるメートルとなり、モーメントの単位になります。正の面積ではモーメントが増え、負の面積では減ります。今回は微分積分を使わず、長方形や三角形の面積として扱います。面積の絶対値だけを足すと符号が失われるので、横軸より上と下を区別してください。切断面のつり合いで求めた式と照合します。</a:t>
            </a:r>
          </a:p>
          <a:p xmlns:a="http://schemas.openxmlformats.org/drawingml/2006/main">
            <a:r>
              <a:t>面積と呼んでいますが、ここで掛けるのはせん断力の単位ニュートンと、位置の単位メートルです。答えは平方メートルではなくニュートンメートルになります。グラフの塗った面積が、どの量の変化を表すかを単位からも確かめます。この足し合わせは、積分の考え方へつながる具体例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符号付き面積の考え方を、大学で学ぶ微分と積分へつなげます。せん断力が一定なら、曲げモーメントの変化は、そのせん断力に区間の長さを掛けた値です。小さな区間ごとにこの変化を足し合わせると、せん断力が位置によって変わる場合も考えられます。区間を小さくしたときの曲げモーメントの変化率が、せん断力に対応します。逆に、せん断力の図の面積を足すことが曲げモーメントの変化になります。この資料の符号では、下向きの分布荷重がある区間でせん断力は右へ行くほど減り、その変化率は分布荷重の負の値になります。ここでは公式を先に覚えるのではなく、小さな部分のつり合いと線図の面積が同じ関係を表すことを理解します。集中荷重の点は左右を分けて扱い、そこを含む全範囲へ滑らかな微分関係をそのまま当てはめないようにします。学校の教材で線図を簡単に説明する場合にも、その背後にはこの連続した関係があ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ほど反力を求めた偏心荷重のはりで、線図を作ります。反力はAが二百ニュートン、Bが百ニュートンです。四分間、荷重点の左右でせん断力と曲げモーメントを求め、最大値の位置を示してください。中央荷重の経験だけで、最大値を全長の中央に置かないようにします。荷重点の左右で、せん断力の符号がどう変わるかも読みます。</a:t>
            </a:r>
          </a:p>
          <a:p xmlns:a="http://schemas.openxmlformats.org/drawingml/2006/main">
            <a:r>
              <a:t>最大値がいつも中央に現れると決めるのは、対称な例題を一般化した誤りです。反力を計算し直し、荷重点の前後でせん断力の符号がどう変わるかを見ます。中央という見た目に頼らず、曲げモーメントが増える区間と減る区間をつなげて最大位置を判断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荷重点まではモーメントが増え、その先では減ります。最大はAから〇・四メートルの荷重点で、八十ニュートンメートルです。集中荷重点のせん断力は不連続なので、そこにせん断力零の点があるから最大、と説明してはいけません。左右で正から負へ変わることと、モーメントが連続につながることを組み合わせます。せん断力図の正負の面積がそれぞれ八十で相殺され、終端のモーメントが零になることも確認できます。</a:t>
            </a:r>
          </a:p>
          <a:p xmlns:a="http://schemas.openxmlformats.org/drawingml/2006/main">
            <a:r>
              <a:t>今回は荷重点でせん断力が正から負へ切り替わり、その位置で曲げモーメントが最大になります。左右の区間の符号付き面積は、それぞれ正の八十と負の八十ニュートンメートルです。最初と最後の値が対応することを利用すると、線図の高さや区間長の誤りも点検でき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片持ちばりでは、固定端が移動だけでなく回転も止めます。そのため、鉛直反力に加えて、固定端の外部の反力モーメントを描きます。先端の百ニュートンに長さ〇・八メートルを掛けると、固定端に必要な反力モーメントの大きさは八十ニュートンメートルです。これと、切断した内部に生じる曲げモーメントは、作用する対象が異なります。二つを同じ矢印として扱わず、全体の図と切断図を分けて考えます。</a:t>
            </a:r>
          </a:p>
          <a:p xmlns:a="http://schemas.openxmlformats.org/drawingml/2006/main">
            <a:r>
              <a:t>固定端では、鉛直方向の反力だけでなく回転を止める反力モーメントも現れます。固定端が回転を止めるという仮定を描かなければ、荷重の回す作用とのつり合いを表せません。一方、断面内力としてのモーメントは切断面の約束で符号を付けるため、外力の値と符号を分けて書き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固定端から位置エックスで切り、左部分のつり合いを考えます。せん断力は一定ですが、内部の曲げモーメントは固定端付近で負、自由端で零になります。外部の固定端モーメントが反時計回りだから、内部のモーメントもそのまま正になるとは限りません。符号は定義した切断面の矢印で決まります。最大の絶対値が固定端直近にあることを、式と線図から確かめます。</a:t>
            </a:r>
          </a:p>
          <a:p xmlns:a="http://schemas.openxmlformats.org/drawingml/2006/main">
            <a:r>
              <a:t>片持ちばりでは、自由端に近づくほど荷重の作用線までの距離が短くなり、曲げモーメントの絶対値が小さくなります。線図が負の側にあるからといって、作用が存在しないのではありません。大きさを比較する場合は絶対値、曲げる向きを説明する場合は符号というように、目的に応じて読み分け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ここで一分ほど休憩します。無理のない範囲で姿勢を変えましょう。再開したら、演習4　片持ちばり〔自分で図を立てる〕へ進みます。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端荷重百二十ニュートン、長さ〇・五メートルの片持ちばりです。四分間、まず固定端の反力と反力モーメントを含む外力図を描いてください。次に、せん断力と内部のモーメントを求め、絶対値が最大になる位置を示します。計算式だけを先に書くと、固定端の回転を止める作用を忘れやすくなります。全体の図と切断した図を二つ描いて、どの量を求めているかを明確にします。</a:t>
            </a:r>
          </a:p>
          <a:p xmlns:a="http://schemas.openxmlformats.org/drawingml/2006/main">
            <a:r>
              <a:t>今度は自分で対象と座標を決めてから式を立てます。固定端からの位置か、自由端からの距離かを先に記録してください。どちらを選んでも一貫していれば同じ物理的な結果が得られます。別の解答の式の見た目が違う場合は、座標と符号の定義をそろえてから比較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固定端の鉛直反力は百二十ニュートン、外部の反力モーメントは反時計回り六十ニュートンメートルです。定義した符号で、内部のモーメントは固定端直近で負の六十、自由端で零になります。最大の絶対値は六十です。外部と内部のモーメントの符号が違っても、つり合いを満たすなら矛盾ではありません。図で作用する面と対象を確かめて説明してください。</a:t>
            </a:r>
          </a:p>
          <a:p xmlns:a="http://schemas.openxmlformats.org/drawingml/2006/main">
            <a:r>
              <a:t>外部の反力モーメントは反時計回り六十ニュートンメートル、固定端直近の内部の曲げモーメントは、本資料の定義で負の六十です。求める対象を外力から断面へ変えたことを図で示します。最後に自由端で内部モーメントがゼロとなることも確かめ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等分布荷重は、長さ当たりの力で表します。全体の反力を求めるときは、分布荷重の長方形の面積から合力を求め、その中央へ作用させます。ただし、この一つの集中荷重への置換を、内部のモーメントの計算へ無条件に使えるわけではありません。途中で切った場合は、そこまでの長さに載る荷重だけを取り出す必要があります。全体と部分で、考える分布の範囲が違うことを先に押さえます。</a:t>
            </a:r>
          </a:p>
          <a:p xmlns:a="http://schemas.openxmlformats.org/drawingml/2006/main">
            <a:r>
              <a:t>一メートル当たりの荷重と、全体の荷重は別の量です。荷重の強さを長さで掛けて初めて総荷重になります。全体の反力を求めるときの合力への置き換えは便利ですが、切断面の左右に分かれる荷重の分布まで同じになるわけではありません。何を保存した置き換えかが重要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側を長さエックスで切ると、その部分の合力は荷重密度掛けるエックスで、作用点はその部分の中央です。力のつり合いからせん断力は位置の一次式、モーメントは二次式になります。そのためせん断力図は直線、モーメント図は放物線です。微積分を使わなくても、長方形の面積と重心位置から式を立てられます。図で全長の半分と、切った部分の半分を取り違えないようにしてください。</a:t>
            </a:r>
          </a:p>
          <a:p xmlns:a="http://schemas.openxmlformats.org/drawingml/2006/main">
            <a:r>
              <a:t>途中までの部分を考えるときは、その長さに含まれる分布荷重だけを合力へ置き換えます。長さが位置とともに変わるので、合力の大きさも作用点も変わります。これをつり合いの式へ入れると、せん断力は位置の一次式、曲げモーメントは二次式になります。線図の形を、式が生じた理由から説明でき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分布荷重のモデルをコンピュータで計算すると、連続した位置の値を、有限個の点で扱うことがあります。長さ一メートル、下向き等分布荷重四百ニュートン毎メートルの例で、位置を〇・二メートル刻みに選びます。中央の〇・五は、この刻みでは表に含まれません。〇・四と〇・六の曲げモーメントはどちらも四十八ですが、モデルの式を中央で計算すると五十ニュートンメートルです。表の最大値が四十八であることは正しくても、はり全体の最大値が四十八だとはいえません。何を対象とした最大値かを区別します。刻みを細かくする方法に加え、せん断力がゼロとなる位置を式から調べる方法も使えます。AIが表だけを読んで最大値を答えたときは、表に含まれる点の最大か、連続した対象全体の最大かを確認します。データを多く計算することと、対象の性質を理解することを一緒に進める必要があ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長さ一メートル、荷重密度四百ニュートン毎メートルの例です。全荷重、反力、中央のモーメントを求め、同じ四百ニュートンを中央へ集中させた場合と比べます。四分間、全体の合力で同じになる量と、内部の計算で異なる量を分けて書きましょう。力のつり合いが同じだから、内部のモーメントも同じだと結論しないことが、この演習の中心です。</a:t>
            </a:r>
          </a:p>
          <a:p xmlns:a="http://schemas.openxmlformats.org/drawingml/2006/main">
            <a:r>
              <a:t>同じ総荷重でも、途中の断面を切り出したときに含まれる荷重が違えば、断面力の分布は変わります。全体のデータを一つの代表値へまとめる操作では、残る情報と失われる情報を確かめます。この例は、平均や合計だけから内部の分布を推定できないことを考える題材にもな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等分布の合力は四百ニュートン、反力は各二百ニュートンです。中央までのせん断力図の三角形の面積から、最大モーメントは五十ニュートンメートルになります。中央集中荷重では、同じ区間が長方形となり百ニュートンメートルです。反力は一致しても、切断した部分へ含まれる荷重の位置と量が異なります。合力へ置き換える操作が、どの対象のつり合いのためかを説明してください。</a:t>
            </a:r>
          </a:p>
          <a:p xmlns:a="http://schemas.openxmlformats.org/drawingml/2006/main">
            <a:r>
              <a:t>両方の反力が同じことは、最大の曲げモーメントが同じことを意味しません。分布荷重では、中央までのせん断力図は三角形となり、その面積は同じ高さと幅の長方形の半分です。この幾何学的な違いが、最大値の二倍の違いに対応しています。グラフの面積と式の両方で説明して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校や高校で扱う内容を、簡単な内容だから専門の理解は少なくてよいと捉えることはできません。支え方を変えると変形が変わるという観察の説明にも、どの運動を止め、どの力とモーメントが生じるかを理解する必要があります。大学では、学校で示す範囲の背後まで学び、つり合いから線図の関係を導き、モデルを変えた場合にも考えられるようにします。高校工業の機械設計では、これらは力と材料の強さを扱う学習に直接つながります。情報Ⅰへの題材提案では、実物を目的に応じたモデルへ置き換え、位置ごとの値をデータ化し、計算の結果を検証する活動に使えます。情報科でこのはりの公式を一律に学ぶという意味ではなく、モデルが何を残し、何を省いたかを考える教材例です。教員採用試験の準備でも、数値を求める技能と、誤った図や説明を診断する理解を結び付けます。AIの図や式に対しても、境界条件、つり合い、単位といった専門的な根拠で点検できることを目指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自己確認の問題です。L=1.20 m、Aから0.40 mに300 N。AIの答えはR_A=120 N、R_B=180 Nだった。力の合計とAまわりのモーメントを検算し、訂正する。図、途中式、条件と判断の理由を記録します。必要なら本編へ戻り、自分の説明を作ってから解説へ進んでください。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つの反力を足すと三百ニュートンなので、鉛直力のつり合いだけは満たしています。しかし、左支点まわりで、右反力のモーメントは二百十六、荷重のモーメントは逆向きの百二十ニュートンメートルです。差の九十六が残るので、回転のつり合いを満たしていません。正しくは、右反力に一・二を掛けた値が三百に〇・四を掛けた値に等しくなるので、右が百、左が二百ニュートンです。AIの回答を評価するとき、もっともらしい合計になっていることだけで終えないようにします。別の点まわりのモーメントでも確認すれば、基準点や距離の取り違えを見つけられます。単位の合う答えであっても、複数の条件を全て満たすかを点検する必要があ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自己確認の問題です。単純支持、L=1.20 m、P=400 N。荷重点aをAから0.30 mと0.60 mにした各場合の反力と最大Mを求める。自重を省く。図、途中式、条件と判断の理由を記録します。必要なら本編へ戻り、自分の説明を作ってから解説へ進んでください。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位置が〇・三メートルの場合、右反力は四百に〇・三を掛け、一・二で割って百ニュートンです。左は三百となり、最大の曲げモーメントは荷重点で九十ニュートンメートルになります。中央の〇・六なら反力は二百ずつで、最大は百二十です。全荷重が同じでも、位置を変えれば最大値は変わります。一般式で書けば、荷重と、位置エーと、長さからエーを引いた値を掛け、支点間距離で割ったものが荷重点のモーメントです。位置についての二次式として見ると、中央で最大となることも確認できます。この結果は支点間に一つの集中荷重があるモデルでの比較です。別の荷重分布や支持にも、そのまま中央が最大という結論を広げないで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自己確認の問題です。L=1.60 m、総荷重320 Nを、①全長への等分布、②中央集中で載せる。反力と最大Mを比較し、合力が同じでも結果が違う理由を説明する。図、途中式、条件と判断の理由を記録します。必要なら本編へ戻り、自分の説明を作ってから解説へ進んで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総荷重とその中心位置が共通なので、全体の反力はどちらも百六十ニュートンずつです。等分布では、一メートル当たり二百ニュートンになります。最大モーメントは、荷重強さと長さの二乗を掛けて八で割り、六十四ニュートンメートルです。中央集中なら総荷重と長さを掛けて四で割り、百二十八です。全体の反力を求めるための合力置換と、内部の断面力を求めるための荷重分布の扱いを区別します。途中の断面から左側だけを取り出したとき、等分布ではその区間に一部の荷重が含まれますが、中央集中では中央より左に荷重がありません。この違いが、せん断力図の傾きとモーメント図の形へ現れます。合計や平均が一致しても、対象の内部の分布までは決まらないことを具体的に説明して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自己確認の問題です。L=1 m、w=400 N/mの単純支持。x=0,0.2,0.4,0.6,0.8,1.0 mでM=0,32,48,48,32,0 N·m。AIが「最大M=48」とした。表の最大とモデル全体の最大を区別する。図、途中式、条件と判断の理由を記録します。必要なら本編へ戻り、自分の説明を作ってから解説へ進んでください。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与えられた六点の表の中では、最大は四十八ニュートンメートルです。一方、連続したはり全体については、せん断力がゼロになる位置を確認します。二百から四百に位置を掛けた値を引いたものがゼロになるので、位置は〇・五メートルです。この位置をモーメントの式へ入れると五十になります。AIの回答が表の最大値の説明なら正しいですが、はり全体の最大値だと断定したなら範囲が足りません。計算点の間を調べる方法や、最大となる条件を原理から求める方法を追加します。小さな刻みを選んでも、必ず正確な最大位置を含むとは限らないことにも注意します。データから答える問いでは、何の範囲の最大を求めているかを明確にして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とめです。全体を取り出して反力を求め、切断した部分からせん断力と曲げモーメントを求めました。集中荷重点では含まれる外力が変わります。分布荷重では、全体の合力と、切断部分の合力を分けました。二分間、この三点のうち一つを図と言葉で説明してください。次回は求めたモーメントと断面の形から、応力とたわみを比較します。</a:t>
            </a:r>
          </a:p>
          <a:p xmlns:a="http://schemas.openxmlformats.org/drawingml/2006/main">
            <a:r>
              <a:t>モデルの選択、対象の切り出し、つり合い、線図の読み方が一続きの操作になったかを確認します。式を一つ覚えたことより、条件が変わったときにどこから立て直すかを説明できることが重要です。学校で示す説明の背後を理解するためにも、反力と内力、合力と分布を区別して記録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cea935ea8e4c1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951b1ed68b949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81766b9a7c4b2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558de542129442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6c45447b22e44f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07fa7f02c8346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C7C26-445A-4D2B-B3C7-396867FB0B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B5D4EA-C627-40D7-9758-804A643458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CE61B8-28BB-4702-9732-28A9987ACF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7F6E55-8690-47ED-864F-706BBEC8A7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069715-EF7B-4A71-8465-B50E0902B8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716BFF-F3DE-4802-9F20-2B36975A44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A92231-EE06-4908-81FE-DF5B092187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9D9F0F-98C8-41E8-B65D-12F25AED7F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15E71F-154A-4B4C-BE61-9E87652713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3A76AE-530B-471B-A6D0-E3B5D8D7B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21b485deea4430" /><Relationship Type="http://schemas.openxmlformats.org/officeDocument/2006/relationships/slideLayout" Target="/ppt/slideLayouts/slideLayout1.xml" Id="Re3fe53b1af8040ad" /><Relationship Type="http://schemas.openxmlformats.org/officeDocument/2006/relationships/slideLayout" Target="/ppt/slideLayouts/slideLayout2.xml" Id="R251ff35fd925491b" /><Relationship Type="http://schemas.openxmlformats.org/officeDocument/2006/relationships/slideLayout" Target="/ppt/slideLayouts/slideLayout3.xml" Id="R3c1406dcceb44b45" /><Relationship Type="http://schemas.openxmlformats.org/officeDocument/2006/relationships/slideLayout" Target="/ppt/slideLayouts/slideLayout4.xml" Id="R0860d45c7f924e35" /><Relationship Type="http://schemas.openxmlformats.org/officeDocument/2006/relationships/slideLayout" Target="/ppt/slideLayouts/slideLayout5.xml" Id="Rc3906e133c8545aa" /><Relationship Type="http://schemas.openxmlformats.org/officeDocument/2006/relationships/slideLayout" Target="/ppt/slideLayouts/slideLayout6.xml" Id="R155147e551cd48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fe53b1af8040ad"/>
    <p:sldLayoutId xmlns:r="http://schemas.openxmlformats.org/officeDocument/2006/relationships" id="2147483650" r:id="R251ff35fd925491b"/>
    <p:sldLayoutId xmlns:r="http://schemas.openxmlformats.org/officeDocument/2006/relationships" id="2147483651" r:id="R3c1406dcceb44b45"/>
    <p:sldLayoutId xmlns:r="http://schemas.openxmlformats.org/officeDocument/2006/relationships" id="2147483652" r:id="R0860d45c7f924e35"/>
    <p:sldLayoutId xmlns:r="http://schemas.openxmlformats.org/officeDocument/2006/relationships" id="2147483653" r:id="Rc3906e133c8545aa"/>
    <p:sldLayoutId xmlns:r="http://schemas.openxmlformats.org/officeDocument/2006/relationships" id="2147483654" r:id="R155147e551cd48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ecedcb9def742ea" /><Relationship Type="http://schemas.openxmlformats.org/officeDocument/2006/relationships/notesSlide" Target="/ppt/notesSlides/notesSlide1.xml" Id="R52859e0a93ea4d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84a6aa544d14adb" /><Relationship Type="http://schemas.openxmlformats.org/officeDocument/2006/relationships/notesSlide" Target="/ppt/notesSlides/notesSlide2.xml" Id="R7ec0497a1f2c41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3c938fa16824967" /><Relationship Type="http://schemas.openxmlformats.org/officeDocument/2006/relationships/notesSlide" Target="/ppt/notesSlides/notesSlide3.xml" Id="R9d1bbca83a0b46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077bcef4236405d" /><Relationship Type="http://schemas.openxmlformats.org/officeDocument/2006/relationships/notesSlide" Target="/ppt/notesSlides/notesSlide4.xml" Id="R592d1455b53c41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e6741bceb604b8e" /><Relationship Type="http://schemas.openxmlformats.org/officeDocument/2006/relationships/notesSlide" Target="/ppt/notesSlides/notesSlide5.xml" Id="R7b4785beef5644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ce42e01cc924f52" /><Relationship Type="http://schemas.openxmlformats.org/officeDocument/2006/relationships/notesSlide" Target="/ppt/notesSlides/notesSlide6.xml" Id="R7589507fd7d344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90f96c4f9c445db" /><Relationship Type="http://schemas.openxmlformats.org/officeDocument/2006/relationships/notesSlide" Target="/ppt/notesSlides/notesSlide7.xml" Id="R4478e9b2a74548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64ae96eead44a68" /><Relationship Type="http://schemas.openxmlformats.org/officeDocument/2006/relationships/notesSlide" Target="/ppt/notesSlides/notesSlide8.xml" Id="R845e6462546643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e531e6a297849d6" /><Relationship Type="http://schemas.openxmlformats.org/officeDocument/2006/relationships/notesSlide" Target="/ppt/notesSlides/notesSlide9.xml" Id="R28d2f01089b848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2e97af88645440b" /><Relationship Type="http://schemas.openxmlformats.org/officeDocument/2006/relationships/notesSlide" Target="/ppt/notesSlides/notesSlide10.xml" Id="Re27033b25ac544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692d07776aa4b02" /><Relationship Type="http://schemas.openxmlformats.org/officeDocument/2006/relationships/notesSlide" Target="/ppt/notesSlides/notesSlide11.xml" Id="R363538794c404f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c396e7b1c7b4a73" /><Relationship Type="http://schemas.openxmlformats.org/officeDocument/2006/relationships/notesSlide" Target="/ppt/notesSlides/notesSlide12.xml" Id="R053b8bf9f5ca42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abda300e6e44bc3" /><Relationship Type="http://schemas.openxmlformats.org/officeDocument/2006/relationships/notesSlide" Target="/ppt/notesSlides/notesSlide13.xml" Id="R51ca5445114146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dc355da78c24482" /><Relationship Type="http://schemas.openxmlformats.org/officeDocument/2006/relationships/notesSlide" Target="/ppt/notesSlides/notesSlide14.xml" Id="Rc4eef8082c644ea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08b4a63697c486e" /><Relationship Type="http://schemas.openxmlformats.org/officeDocument/2006/relationships/notesSlide" Target="/ppt/notesSlides/notesSlide15.xml" Id="R7526cfd90b94457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19e1301e48c4f3e" /><Relationship Type="http://schemas.openxmlformats.org/officeDocument/2006/relationships/notesSlide" Target="/ppt/notesSlides/notesSlide16.xml" Id="R94c3fe848fef457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faeeeead3044874" /><Relationship Type="http://schemas.openxmlformats.org/officeDocument/2006/relationships/notesSlide" Target="/ppt/notesSlides/notesSlide17.xml" Id="Rf694ad509ab1430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1c3ab831b174dc9" /><Relationship Type="http://schemas.openxmlformats.org/officeDocument/2006/relationships/notesSlide" Target="/ppt/notesSlides/notesSlide18.xml" Id="Rfa98ce5af13b4c4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2241fc35a444192" /><Relationship Type="http://schemas.openxmlformats.org/officeDocument/2006/relationships/chart" Target="/ppt/slides/charts/chart1.xml" Id="Rd35369ac9a864e4c" /><Relationship Type="http://schemas.openxmlformats.org/officeDocument/2006/relationships/notesSlide" Target="/ppt/notesSlides/notesSlide19.xml" Id="R11e3aed6b07e448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5dba4ce9bbc4e6a" /><Relationship Type="http://schemas.openxmlformats.org/officeDocument/2006/relationships/chart" Target="/ppt/slides/charts/chart2.xml" Id="R8733b6917eff480c" /><Relationship Type="http://schemas.openxmlformats.org/officeDocument/2006/relationships/notesSlide" Target="/ppt/notesSlides/notesSlide20.xml" Id="Rb5c14c869c824c5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3d283d1439542b3" /><Relationship Type="http://schemas.openxmlformats.org/officeDocument/2006/relationships/notesSlide" Target="/ppt/notesSlides/notesSlide21.xml" Id="Raedb93a06a254f3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9984dd898ee4055" /><Relationship Type="http://schemas.openxmlformats.org/officeDocument/2006/relationships/notesSlide" Target="/ppt/notesSlides/notesSlide22.xml" Id="Rb4cec18255d0442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cc6a8abfe4442f1" /><Relationship Type="http://schemas.openxmlformats.org/officeDocument/2006/relationships/notesSlide" Target="/ppt/notesSlides/notesSlide23.xml" Id="R9584f942c24c4bb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ce85ea41f964f62" /><Relationship Type="http://schemas.openxmlformats.org/officeDocument/2006/relationships/notesSlide" Target="/ppt/notesSlides/notesSlide24.xml" Id="Re46698dccf89416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84437dd21af4831" /><Relationship Type="http://schemas.openxmlformats.org/officeDocument/2006/relationships/notesSlide" Target="/ppt/notesSlides/notesSlide25.xml" Id="R381dc5e58cd04dd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c9fabb284ef4e6e" /><Relationship Type="http://schemas.openxmlformats.org/officeDocument/2006/relationships/notesSlide" Target="/ppt/notesSlides/notesSlide26.xml" Id="R5c347549499046e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a0e2475a9ac42be" /><Relationship Type="http://schemas.openxmlformats.org/officeDocument/2006/relationships/notesSlide" Target="/ppt/notesSlides/notesSlide27.xml" Id="R576e8e38c29345d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f4879a6ae6c4ba2" /><Relationship Type="http://schemas.openxmlformats.org/officeDocument/2006/relationships/notesSlide" Target="/ppt/notesSlides/notesSlide28.xml" Id="R181008b6682b4a7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5aa76770b2df4695" /><Relationship Type="http://schemas.openxmlformats.org/officeDocument/2006/relationships/notesSlide" Target="/ppt/notesSlides/notesSlide29.xml" Id="R896d63bfb75c485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88d0ec0096f412b" /><Relationship Type="http://schemas.openxmlformats.org/officeDocument/2006/relationships/notesSlide" Target="/ppt/notesSlides/notesSlide30.xml" Id="R826b2e01465742b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ad22dd48b5145fd" /><Relationship Type="http://schemas.openxmlformats.org/officeDocument/2006/relationships/notesSlide" Target="/ppt/notesSlides/notesSlide31.xml" Id="Rb2d1ccfefb3c4a9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bb79fe9a8184859" /><Relationship Type="http://schemas.openxmlformats.org/officeDocument/2006/relationships/notesSlide" Target="/ppt/notesSlides/notesSlide32.xml" Id="Rd656a3f80f6643b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684d2522f1748fe" /><Relationship Type="http://schemas.openxmlformats.org/officeDocument/2006/relationships/notesSlide" Target="/ppt/notesSlides/notesSlide33.xml" Id="R0f4c456f79004ee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33b0070b5148406a" /><Relationship Type="http://schemas.openxmlformats.org/officeDocument/2006/relationships/notesSlide" Target="/ppt/notesSlides/notesSlide34.xml" Id="R5791c1a9669d44a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b5f348b7c44453e" /><Relationship Type="http://schemas.openxmlformats.org/officeDocument/2006/relationships/notesSlide" Target="/ppt/notesSlides/notesSlide35.xml" Id="R2b908675212a441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683844d297ae4497" /><Relationship Type="http://schemas.openxmlformats.org/officeDocument/2006/relationships/chart" Target="/ppt/slides/charts/chart3.xml" Id="R571f55fa723947a1" /><Relationship Type="http://schemas.openxmlformats.org/officeDocument/2006/relationships/chart" Target="/ppt/slides/charts/chart4.xml" Id="Rcb9ff7715e7c44dd" /><Relationship Type="http://schemas.openxmlformats.org/officeDocument/2006/relationships/notesSlide" Target="/ppt/notesSlides/notesSlide36.xml" Id="R37b0205d62b0491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e73bf988b7d4a35" /><Relationship Type="http://schemas.openxmlformats.org/officeDocument/2006/relationships/notesSlide" Target="/ppt/notesSlides/notesSlide37.xml" Id="R07155eab6dd9468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7ea8fac17dd74dbf" /><Relationship Type="http://schemas.openxmlformats.org/officeDocument/2006/relationships/notesSlide" Target="/ppt/notesSlides/notesSlide38.xml" Id="Rdf8f196b30df471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22bec76cf9944c42" /><Relationship Type="http://schemas.openxmlformats.org/officeDocument/2006/relationships/chart" Target="/ppt/slides/charts/chart5.xml" Id="R7b12e1ad4008416a" /><Relationship Type="http://schemas.openxmlformats.org/officeDocument/2006/relationships/notesSlide" Target="/ppt/notesSlides/notesSlide39.xml" Id="R6933d8416f8c42c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a45779ae9cc84c0b" /><Relationship Type="http://schemas.openxmlformats.org/officeDocument/2006/relationships/notesSlide" Target="/ppt/notesSlides/notesSlide40.xml" Id="R320cb52e3af844a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b8fc58b0d1f84c05" /><Relationship Type="http://schemas.openxmlformats.org/officeDocument/2006/relationships/notesSlide" Target="/ppt/notesSlides/notesSlide41.xml" Id="Rdab8df3010ce43f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026f7eb891044825" /><Relationship Type="http://schemas.openxmlformats.org/officeDocument/2006/relationships/notesSlide" Target="/ppt/notesSlides/notesSlide42.xml" Id="R16f4f7d5d4e945e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47d336983ded4638" /><Relationship Type="http://schemas.openxmlformats.org/officeDocument/2006/relationships/notesSlide" Target="/ppt/notesSlides/notesSlide43.xml" Id="R48c0e176ce2045d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961942bff66c4e61" /><Relationship Type="http://schemas.openxmlformats.org/officeDocument/2006/relationships/notesSlide" Target="/ppt/notesSlides/notesSlide44.xml" Id="R2738fb64065047b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3dd25b2368514f9e" /><Relationship Type="http://schemas.openxmlformats.org/officeDocument/2006/relationships/notesSlide" Target="/ppt/notesSlides/notesSlide45.xml" Id="R32a5315e9f42460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84c30bb5dbae40a8" /><Relationship Type="http://schemas.openxmlformats.org/officeDocument/2006/relationships/notesSlide" Target="/ppt/notesSlides/notesSlide46.xml" Id="R9c575ddea9204f89"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a6d8e90c2319479c" /><Relationship Type="http://schemas.openxmlformats.org/officeDocument/2006/relationships/notesSlide" Target="/ppt/notesSlides/notesSlide47.xml" Id="R99453a4572094b3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8879a32fe3284a2b" /><Relationship Type="http://schemas.openxmlformats.org/officeDocument/2006/relationships/notesSlide" Target="/ppt/notesSlides/notesSlide48.xml" Id="Rd36e07f21f0a407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aba89017df904f51" /><Relationship Type="http://schemas.openxmlformats.org/officeDocument/2006/relationships/notesSlide" Target="/ppt/notesSlides/notesSlide49.xml" Id="R21b8627c6f9849c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V(x)</c:v>
          </c:tx>
          <c:spPr>
            <a:ln xmlns:a="http://schemas.openxmlformats.org/drawingml/2006/main" w="28575">
              <a:solidFill>
                <a:srgbClr val="7655A5"/>
              </a:solidFill>
            </a:ln>
          </c:spPr>
          <c:marker>
            <c:symbol val="circle"/>
            <c:size val="3"/>
            <c:spPr>
              <a:solidFill xmlns:a="http://schemas.openxmlformats.org/drawingml/2006/main">
                <a:srgbClr val="7655A5"/>
              </a:solidFill>
            </c:spPr>
          </c:marker>
          <c:xVal>
            <c:numRef>
              <c:f>'Chart Data'!$A$2:$A$7</c:f>
              <c:numCache>
                <c:formatCode>General</c:formatCode>
                <c:ptCount val="6"/>
                <c:pt idx="0">
                  <c:v>0</c:v>
                </c:pt>
                <c:pt idx="1">
                  <c:v>0</c:v>
                </c:pt>
                <c:pt idx="2">
                  <c:v>0.6</c:v>
                </c:pt>
                <c:pt idx="3">
                  <c:v>0.6</c:v>
                </c:pt>
                <c:pt idx="4">
                  <c:v>1.2</c:v>
                </c:pt>
                <c:pt idx="5">
                  <c:v>1.2</c:v>
                </c:pt>
              </c:numCache>
            </c:numRef>
          </c:xVal>
          <c:yVal>
            <c:numRef>
              <c:f>'Chart Data'!$B$2:$B$7</c:f>
              <c:numCache>
                <c:formatCode>0</c:formatCode>
                <c:ptCount val="6"/>
                <c:pt idx="0">
                  <c:v>0</c:v>
                </c:pt>
                <c:pt idx="1">
                  <c:v>100</c:v>
                </c:pt>
                <c:pt idx="2">
                  <c:v>100</c:v>
                </c:pt>
                <c:pt idx="3">
                  <c:v>-100</c:v>
                </c:pt>
                <c:pt idx="4">
                  <c:v>-100</c:v>
                </c:pt>
                <c:pt idx="5">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100"/>
        </c:scaling>
        <c:delete val="0"/>
        <c:axPos val="l"/>
        <c:majorGridlines>
          <c:spPr>
            <a:ln xmlns:a="http://schemas.openxmlformats.org/drawingml/2006/main" w="9525">
              <a:solidFill>
                <a:srgbClr val="D8E1E7"/>
              </a:solidFill>
            </a:ln>
          </c:spPr>
        </c:majorGridlines>
        <c:title>
          <c:tx>
            <c:rich>
              <a:bodyPr xmlns:a="http://schemas.openxmlformats.org/drawingml/2006/main"/>
              <a:lstStyle xmlns:a="http://schemas.openxmlformats.org/drawingml/2006/main"/>
              <a:p xmlns:a="http://schemas.openxmlformats.org/drawingml/2006/main">
                <a:r>
                  <a:rPr>
                    <a:latin typeface="Yu Gothic"/>
                    <a:ea typeface="Yu Gothic"/>
                    <a:cs typeface="Yu Gothic"/>
                  </a:rPr>
                  <a:t>V / N</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Yu Gothic"/>
                <a:ea typeface="Yu Gothic"/>
                <a:cs typeface="Yu Gothic"/>
              </a:defRPr>
            </a:pPr>
          </a:p>
        </c:txPr>
        <c:crossAx val="48650112"/>
        <c:majorUnit val="100"/>
      </c:valAx>
      <c:valAx>
        <c:axId val="48650112"/>
        <c:scaling>
          <c:orientation val="minMax"/>
          <c:max val="1.2"/>
          <c:min val="0"/>
        </c:scaling>
        <c:delete val="0"/>
        <c:axPos val="b"/>
        <c:title>
          <c:tx>
            <c:rich>
              <a:bodyPr xmlns:a="http://schemas.openxmlformats.org/drawingml/2006/main"/>
              <a:lstStyle xmlns:a="http://schemas.openxmlformats.org/drawingml/2006/main"/>
              <a:p xmlns:a="http://schemas.openxmlformats.org/drawingml/2006/main">
                <a:r>
                  <a:rPr>
                    <a:latin typeface="Yu Gothic"/>
                    <a:ea typeface="Yu Gothic"/>
                    <a:cs typeface="Yu Gothic"/>
                  </a:rPr>
                  <a:t>x / m</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0.00"/>
        <c:majorTickMark val="none"/>
        <c:minorTickMark val="none"/>
        <c:tickLblPos val="low"/>
        <c:spPr>
          <a:ln xmlns:a="http://schemas.openxmlformats.org/drawingml/2006/main" w="9525">
            <a:solidFill>
              <a:srgbClr val="71818B"/>
            </a:solidFill>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Yu Gothic"/>
                <a:ea typeface="Yu Gothic"/>
                <a:cs typeface="Yu Gothic"/>
              </a:defRPr>
            </a:pPr>
          </a:p>
        </c:txPr>
        <c:crossAx val="48672768"/>
        <c:majorUnit val="0.6"/>
      </c:valAx>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varyColors val="0"/>
        <c:ser>
          <c:idx val="0"/>
          <c:order val="0"/>
          <c:tx>
            <c:v>M(x)</c:v>
          </c:tx>
          <c:spPr>
            <a:ln xmlns:a="http://schemas.openxmlformats.org/drawingml/2006/main" w="28575">
              <a:solidFill>
                <a:srgbClr val="2876A8"/>
              </a:solidFill>
            </a:ln>
          </c:spPr>
          <c:marker>
            <c:symbol val="circle"/>
            <c:size val="3"/>
            <c:spPr>
              <a:solidFill xmlns:a="http://schemas.openxmlformats.org/drawingml/2006/main">
                <a:srgbClr val="2876A8"/>
              </a:solidFill>
            </c:spPr>
          </c:marker>
          <c:xVal>
            <c:numRef>
              <c:f>'Chart Data'!$A$2:$A$4</c:f>
              <c:numCache>
                <c:formatCode>General</c:formatCode>
                <c:ptCount val="3"/>
                <c:pt idx="0">
                  <c:v>0</c:v>
                </c:pt>
                <c:pt idx="1">
                  <c:v>0.6</c:v>
                </c:pt>
                <c:pt idx="2">
                  <c:v>1.2</c:v>
                </c:pt>
              </c:numCache>
            </c:numRef>
          </c:xVal>
          <c:yVal>
            <c:numRef>
              <c:f>'Chart Data'!$B$2:$B$4</c:f>
              <c:numCache>
                <c:formatCode>0</c:formatCode>
                <c:ptCount val="3"/>
                <c:pt idx="0">
                  <c:v>0</c:v>
                </c:pt>
                <c:pt idx="1">
                  <c:v>60</c:v>
                </c:pt>
                <c:pt idx="2">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0"/>
        </c:scaling>
        <c:delete val="0"/>
        <c:axPos val="l"/>
        <c:majorGridlines>
          <c:spPr>
            <a:ln xmlns:a="http://schemas.openxmlformats.org/drawingml/2006/main" w="9525">
              <a:solidFill>
                <a:srgbClr val="D8E1E7"/>
              </a:solidFill>
            </a:ln>
          </c:spPr>
        </c:majorGridlines>
        <c:title>
          <c:tx>
            <c:rich>
              <a:bodyPr xmlns:a="http://schemas.openxmlformats.org/drawingml/2006/main"/>
              <a:lstStyle xmlns:a="http://schemas.openxmlformats.org/drawingml/2006/main"/>
              <a:p xmlns:a="http://schemas.openxmlformats.org/drawingml/2006/main">
                <a:r>
                  <a:rPr>
                    <a:latin typeface="Yu Gothic"/>
                    <a:ea typeface="Yu Gothic"/>
                    <a:cs typeface="Yu Gothic"/>
                  </a:rPr>
                  <a:t>M / N·m</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Yu Gothic"/>
                <a:ea typeface="Yu Gothic"/>
                <a:cs typeface="Yu Gothic"/>
              </a:defRPr>
            </a:pPr>
          </a:p>
        </c:txPr>
        <c:crossAx val="48650112"/>
        <c:majorUnit val="30"/>
      </c:valAx>
      <c:valAx>
        <c:axId val="48650112"/>
        <c:scaling>
          <c:orientation val="minMax"/>
          <c:max val="1.2"/>
          <c:min val="0"/>
        </c:scaling>
        <c:delete val="0"/>
        <c:axPos val="b"/>
        <c:title>
          <c:tx>
            <c:rich>
              <a:bodyPr xmlns:a="http://schemas.openxmlformats.org/drawingml/2006/main"/>
              <a:lstStyle xmlns:a="http://schemas.openxmlformats.org/drawingml/2006/main"/>
              <a:p xmlns:a="http://schemas.openxmlformats.org/drawingml/2006/main">
                <a:r>
                  <a:rPr>
                    <a:latin typeface="Yu Gothic"/>
                    <a:ea typeface="Yu Gothic"/>
                    <a:cs typeface="Yu Gothic"/>
                  </a:rPr>
                  <a:t>x / m</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0.00"/>
        <c:majorTickMark val="none"/>
        <c:minorTickMark val="none"/>
        <c:tickLblPos val="low"/>
        <c:spPr>
          <a:ln xmlns:a="http://schemas.openxmlformats.org/drawingml/2006/main" w="9525">
            <a:solidFill>
              <a:srgbClr val="71818B"/>
            </a:solidFill>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Yu Gothic"/>
                <a:ea typeface="Yu Gothic"/>
                <a:cs typeface="Yu Gothic"/>
              </a:defRPr>
            </a:pPr>
          </a:p>
        </c:txPr>
        <c:crossAx val="48672768"/>
        <c:majorUnit val="0.6"/>
      </c:valAx>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varyColors val="0"/>
        <c:ser>
          <c:idx val="0"/>
          <c:order val="0"/>
          <c:tx>
            <c:v>V(x)</c:v>
          </c:tx>
          <c:spPr>
            <a:ln xmlns:a="http://schemas.openxmlformats.org/drawingml/2006/main" w="28575">
              <a:solidFill>
                <a:srgbClr val="7655A5"/>
              </a:solidFill>
            </a:ln>
          </c:spPr>
          <c:marker>
            <c:symbol val="circle"/>
            <c:size val="3"/>
            <c:spPr>
              <a:solidFill xmlns:a="http://schemas.openxmlformats.org/drawingml/2006/main">
                <a:srgbClr val="7655A5"/>
              </a:solidFill>
            </c:spPr>
          </c:marker>
          <c:xVal>
            <c:numRef>
              <c:f>'Chart Data'!$A$2:$A$3</c:f>
              <c:numCache>
                <c:formatCode>General</c:formatCode>
                <c:ptCount val="2"/>
                <c:pt idx="0">
                  <c:v>0</c:v>
                </c:pt>
                <c:pt idx="1">
                  <c:v>1</c:v>
                </c:pt>
              </c:numCache>
            </c:numRef>
          </c:xVal>
          <c:yVal>
            <c:numRef>
              <c:f>'Chart Data'!$B$2:$B$3</c:f>
              <c:numCache>
                <c:formatCode>0</c:formatCode>
                <c:ptCount val="2"/>
                <c:pt idx="0">
                  <c:v>200</c:v>
                </c:pt>
                <c:pt idx="1">
                  <c:v>-200</c:v>
                </c:pt>
              </c:numCache>
            </c:numRef>
          </c:yVal>
          <c:smooth val="0"/>
        </c:ser>
        <c:dLbls>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200"/>
          <c:min val="-200"/>
        </c:scaling>
        <c:delete val="0"/>
        <c:axPos val="l"/>
        <c:majorGridlines>
          <c:spPr>
            <a:ln xmlns:a="http://schemas.openxmlformats.org/drawingml/2006/main" w="9525">
              <a:solidFill>
                <a:srgbClr val="D8E1E7"/>
              </a:solidFill>
            </a:ln>
          </c:spPr>
        </c:majorGridlines>
        <c:title>
          <c:tx>
            <c:rich>
              <a:bodyPr xmlns:a="http://schemas.openxmlformats.org/drawingml/2006/main"/>
              <a:lstStyle xmlns:a="http://schemas.openxmlformats.org/drawingml/2006/main"/>
              <a:p xmlns:a="http://schemas.openxmlformats.org/drawingml/2006/main">
                <a:r>
                  <a:rPr>
                    <a:latin typeface="Yu Gothic"/>
                    <a:ea typeface="Yu Gothic"/>
                    <a:cs typeface="Yu Gothic"/>
                  </a:rPr>
                  <a:t>V / N</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Yu Gothic"/>
                <a:ea typeface="Yu Gothic"/>
                <a:cs typeface="Yu Gothic"/>
              </a:defRPr>
            </a:pPr>
          </a:p>
        </c:txPr>
        <c:crossAx val="48650112"/>
        <c:majorUnit val="200"/>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Yu Gothic"/>
                    <a:ea typeface="Yu Gothic"/>
                    <a:cs typeface="Yu Gothic"/>
                  </a:rPr>
                  <a:t>x / m</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0.00"/>
        <c:majorTickMark val="none"/>
        <c:minorTickMark val="none"/>
        <c:tickLblPos val="low"/>
        <c:spPr>
          <a:ln xmlns:a="http://schemas.openxmlformats.org/drawingml/2006/main" w="9525">
            <a:solidFill>
              <a:srgbClr val="71818B"/>
            </a:solidFill>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Yu Gothic"/>
                <a:ea typeface="Yu Gothic"/>
                <a:cs typeface="Yu Gothic"/>
              </a:defRPr>
            </a:pPr>
          </a:p>
        </c:txPr>
        <c:crossAx val="48672768"/>
        <c:majorUnit val="0.5"/>
      </c:valAx>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varyColors val="0"/>
        <c:ser>
          <c:idx val="0"/>
          <c:order val="0"/>
          <c:tx>
            <c:v>M(x)</c:v>
          </c:tx>
          <c:spPr>
            <a:ln xmlns:a="http://schemas.openxmlformats.org/drawingml/2006/main" w="28575">
              <a:solidFill>
                <a:srgbClr val="2876A8"/>
              </a:solidFill>
            </a:ln>
          </c:spPr>
          <c:marker>
            <c:symbol val="circle"/>
            <c:size val="3"/>
            <c:spPr>
              <a:solidFill xmlns:a="http://schemas.openxmlformats.org/drawingml/2006/main">
                <a:srgbClr val="2876A8"/>
              </a:solidFill>
            </c:spPr>
          </c:marker>
          <c:xVal>
            <c:numRef>
              <c:f>'Chart Data'!$A$2:$A$42</c:f>
              <c:numCache>
                <c:formatCode>General</c:formatCode>
                <c:ptCount val="41"/>
                <c:pt idx="0">
                  <c:v>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pt idx="21">
                  <c:v>0.525</c:v>
                </c:pt>
                <c:pt idx="22">
                  <c:v>0.55</c:v>
                </c:pt>
                <c:pt idx="23">
                  <c:v>0.575</c:v>
                </c:pt>
                <c:pt idx="24">
                  <c:v>0.6</c:v>
                </c:pt>
                <c:pt idx="25">
                  <c:v>0.625</c:v>
                </c:pt>
                <c:pt idx="26">
                  <c:v>0.65</c:v>
                </c:pt>
                <c:pt idx="27">
                  <c:v>0.675</c:v>
                </c:pt>
                <c:pt idx="28">
                  <c:v>0.7</c:v>
                </c:pt>
                <c:pt idx="29">
                  <c:v>0.725</c:v>
                </c:pt>
                <c:pt idx="30">
                  <c:v>0.75</c:v>
                </c:pt>
                <c:pt idx="31">
                  <c:v>0.775</c:v>
                </c:pt>
                <c:pt idx="32">
                  <c:v>0.8</c:v>
                </c:pt>
                <c:pt idx="33">
                  <c:v>0.825</c:v>
                </c:pt>
                <c:pt idx="34">
                  <c:v>0.85</c:v>
                </c:pt>
                <c:pt idx="35">
                  <c:v>0.875</c:v>
                </c:pt>
                <c:pt idx="36">
                  <c:v>0.9</c:v>
                </c:pt>
                <c:pt idx="37">
                  <c:v>0.925</c:v>
                </c:pt>
                <c:pt idx="38">
                  <c:v>0.95</c:v>
                </c:pt>
                <c:pt idx="39">
                  <c:v>0.975</c:v>
                </c:pt>
                <c:pt idx="40">
                  <c:v>1</c:v>
                </c:pt>
              </c:numCache>
            </c:numRef>
          </c:xVal>
          <c:yVal>
            <c:numRef>
              <c:f>'Chart Data'!$B$2:$B$42</c:f>
              <c:numCache>
                <c:formatCode>0</c:formatCode>
                <c:ptCount val="41"/>
                <c:pt idx="0">
                  <c:v>0</c:v>
                </c:pt>
                <c:pt idx="1">
                  <c:v>4.875</c:v>
                </c:pt>
                <c:pt idx="2">
                  <c:v>9.5</c:v>
                </c:pt>
                <c:pt idx="3">
                  <c:v>13.875</c:v>
                </c:pt>
                <c:pt idx="4">
                  <c:v>18</c:v>
                </c:pt>
                <c:pt idx="5">
                  <c:v>21.875</c:v>
                </c:pt>
                <c:pt idx="6">
                  <c:v>25.5</c:v>
                </c:pt>
                <c:pt idx="7">
                  <c:v>28.875</c:v>
                </c:pt>
                <c:pt idx="8">
                  <c:v>32</c:v>
                </c:pt>
                <c:pt idx="9">
                  <c:v>34.875</c:v>
                </c:pt>
                <c:pt idx="10">
                  <c:v>37.5</c:v>
                </c:pt>
                <c:pt idx="11">
                  <c:v>39.875</c:v>
                </c:pt>
                <c:pt idx="12">
                  <c:v>42</c:v>
                </c:pt>
                <c:pt idx="13">
                  <c:v>43.875</c:v>
                </c:pt>
                <c:pt idx="14">
                  <c:v>45.5</c:v>
                </c:pt>
                <c:pt idx="15">
                  <c:v>46.875</c:v>
                </c:pt>
                <c:pt idx="16">
                  <c:v>48</c:v>
                </c:pt>
                <c:pt idx="17">
                  <c:v>48.875</c:v>
                </c:pt>
                <c:pt idx="18">
                  <c:v>49.5</c:v>
                </c:pt>
                <c:pt idx="19">
                  <c:v>49.875</c:v>
                </c:pt>
                <c:pt idx="20">
                  <c:v>50</c:v>
                </c:pt>
                <c:pt idx="21">
                  <c:v>49.875</c:v>
                </c:pt>
                <c:pt idx="22">
                  <c:v>49.5</c:v>
                </c:pt>
                <c:pt idx="23">
                  <c:v>48.875</c:v>
                </c:pt>
                <c:pt idx="24">
                  <c:v>48</c:v>
                </c:pt>
                <c:pt idx="25">
                  <c:v>46.875</c:v>
                </c:pt>
                <c:pt idx="26">
                  <c:v>45.5</c:v>
                </c:pt>
                <c:pt idx="27">
                  <c:v>43.875</c:v>
                </c:pt>
                <c:pt idx="28">
                  <c:v>42</c:v>
                </c:pt>
                <c:pt idx="29">
                  <c:v>39.875</c:v>
                </c:pt>
                <c:pt idx="30">
                  <c:v>37.5</c:v>
                </c:pt>
                <c:pt idx="31">
                  <c:v>34.875</c:v>
                </c:pt>
                <c:pt idx="32">
                  <c:v>32</c:v>
                </c:pt>
                <c:pt idx="33">
                  <c:v>28.875</c:v>
                </c:pt>
                <c:pt idx="34">
                  <c:v>25.5</c:v>
                </c:pt>
                <c:pt idx="35">
                  <c:v>21.875</c:v>
                </c:pt>
                <c:pt idx="36">
                  <c:v>18</c:v>
                </c:pt>
                <c:pt idx="37">
                  <c:v>13.875</c:v>
                </c:pt>
                <c:pt idx="38">
                  <c:v>9.5</c:v>
                </c:pt>
                <c:pt idx="39">
                  <c:v>4.875</c:v>
                </c:pt>
                <c:pt idx="40">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D8E1E7"/>
              </a:solidFill>
            </a:ln>
          </c:spPr>
        </c:majorGridlines>
        <c:title>
          <c:tx>
            <c:rich>
              <a:bodyPr xmlns:a="http://schemas.openxmlformats.org/drawingml/2006/main"/>
              <a:lstStyle xmlns:a="http://schemas.openxmlformats.org/drawingml/2006/main"/>
              <a:p xmlns:a="http://schemas.openxmlformats.org/drawingml/2006/main">
                <a:r>
                  <a:rPr>
                    <a:latin typeface="Yu Gothic"/>
                    <a:ea typeface="Yu Gothic"/>
                    <a:cs typeface="Yu Gothic"/>
                  </a:rPr>
                  <a:t>M / N·m</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Yu Gothic"/>
                <a:ea typeface="Yu Gothic"/>
                <a:cs typeface="Yu Gothic"/>
              </a:defRPr>
            </a:pPr>
          </a:p>
        </c:txPr>
        <c:crossAx val="48650112"/>
        <c:majorUnit val="25"/>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Yu Gothic"/>
                    <a:ea typeface="Yu Gothic"/>
                    <a:cs typeface="Yu Gothic"/>
                  </a:rPr>
                  <a:t>x / m</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0.00"/>
        <c:majorTickMark val="none"/>
        <c:minorTickMark val="none"/>
        <c:tickLblPos val="low"/>
        <c:spPr>
          <a:ln xmlns:a="http://schemas.openxmlformats.org/drawingml/2006/main" w="9525">
            <a:solidFill>
              <a:srgbClr val="71818B"/>
            </a:solidFill>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Yu Gothic"/>
                <a:ea typeface="Yu Gothic"/>
                <a:cs typeface="Yu Gothic"/>
              </a:defRPr>
            </a:pPr>
          </a:p>
        </c:txPr>
        <c:crossAx val="48672768"/>
        <c:majorUnit val="0.5"/>
      </c:valAx>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varyColors val="0"/>
        <c:ser>
          <c:idx val="0"/>
          <c:order val="0"/>
          <c:tx>
            <c:v>等分布荷重</c:v>
          </c:tx>
          <c:spPr>
            <a:ln xmlns:a="http://schemas.openxmlformats.org/drawingml/2006/main" w="28575">
              <a:solidFill>
                <a:srgbClr val="2876A8"/>
              </a:solidFill>
            </a:ln>
          </c:spPr>
          <c:marker>
            <c:symbol val="circle"/>
            <c:size val="3"/>
            <c:spPr>
              <a:solidFill xmlns:a="http://schemas.openxmlformats.org/drawingml/2006/main">
                <a:srgbClr val="2876A8"/>
              </a:solidFill>
            </c:spPr>
          </c:marker>
          <c:xVal>
            <c:numRef>
              <c:f>'Chart Data'!$A$2:$A$42</c:f>
              <c:numCache>
                <c:formatCode>General</c:formatCode>
                <c:ptCount val="41"/>
                <c:pt idx="0">
                  <c:v>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pt idx="21">
                  <c:v>0.525</c:v>
                </c:pt>
                <c:pt idx="22">
                  <c:v>0.55</c:v>
                </c:pt>
                <c:pt idx="23">
                  <c:v>0.575</c:v>
                </c:pt>
                <c:pt idx="24">
                  <c:v>0.6</c:v>
                </c:pt>
                <c:pt idx="25">
                  <c:v>0.625</c:v>
                </c:pt>
                <c:pt idx="26">
                  <c:v>0.65</c:v>
                </c:pt>
                <c:pt idx="27">
                  <c:v>0.675</c:v>
                </c:pt>
                <c:pt idx="28">
                  <c:v>0.7</c:v>
                </c:pt>
                <c:pt idx="29">
                  <c:v>0.725</c:v>
                </c:pt>
                <c:pt idx="30">
                  <c:v>0.75</c:v>
                </c:pt>
                <c:pt idx="31">
                  <c:v>0.775</c:v>
                </c:pt>
                <c:pt idx="32">
                  <c:v>0.8</c:v>
                </c:pt>
                <c:pt idx="33">
                  <c:v>0.825</c:v>
                </c:pt>
                <c:pt idx="34">
                  <c:v>0.85</c:v>
                </c:pt>
                <c:pt idx="35">
                  <c:v>0.875</c:v>
                </c:pt>
                <c:pt idx="36">
                  <c:v>0.9</c:v>
                </c:pt>
                <c:pt idx="37">
                  <c:v>0.925</c:v>
                </c:pt>
                <c:pt idx="38">
                  <c:v>0.95</c:v>
                </c:pt>
                <c:pt idx="39">
                  <c:v>0.975</c:v>
                </c:pt>
                <c:pt idx="40">
                  <c:v>1</c:v>
                </c:pt>
              </c:numCache>
            </c:numRef>
          </c:xVal>
          <c:yVal>
            <c:numRef>
              <c:f>'Chart Data'!$B$2:$B$42</c:f>
              <c:numCache>
                <c:formatCode>0</c:formatCode>
                <c:ptCount val="41"/>
                <c:pt idx="0">
                  <c:v>0</c:v>
                </c:pt>
                <c:pt idx="1">
                  <c:v>4.875</c:v>
                </c:pt>
                <c:pt idx="2">
                  <c:v>9.5</c:v>
                </c:pt>
                <c:pt idx="3">
                  <c:v>13.875</c:v>
                </c:pt>
                <c:pt idx="4">
                  <c:v>18</c:v>
                </c:pt>
                <c:pt idx="5">
                  <c:v>21.875</c:v>
                </c:pt>
                <c:pt idx="6">
                  <c:v>25.5</c:v>
                </c:pt>
                <c:pt idx="7">
                  <c:v>28.875</c:v>
                </c:pt>
                <c:pt idx="8">
                  <c:v>32</c:v>
                </c:pt>
                <c:pt idx="9">
                  <c:v>34.875</c:v>
                </c:pt>
                <c:pt idx="10">
                  <c:v>37.5</c:v>
                </c:pt>
                <c:pt idx="11">
                  <c:v>39.875</c:v>
                </c:pt>
                <c:pt idx="12">
                  <c:v>42</c:v>
                </c:pt>
                <c:pt idx="13">
                  <c:v>43.875</c:v>
                </c:pt>
                <c:pt idx="14">
                  <c:v>45.5</c:v>
                </c:pt>
                <c:pt idx="15">
                  <c:v>46.875</c:v>
                </c:pt>
                <c:pt idx="16">
                  <c:v>48</c:v>
                </c:pt>
                <c:pt idx="17">
                  <c:v>48.875</c:v>
                </c:pt>
                <c:pt idx="18">
                  <c:v>49.5</c:v>
                </c:pt>
                <c:pt idx="19">
                  <c:v>49.875</c:v>
                </c:pt>
                <c:pt idx="20">
                  <c:v>50</c:v>
                </c:pt>
                <c:pt idx="21">
                  <c:v>49.875</c:v>
                </c:pt>
                <c:pt idx="22">
                  <c:v>49.5</c:v>
                </c:pt>
                <c:pt idx="23">
                  <c:v>48.875</c:v>
                </c:pt>
                <c:pt idx="24">
                  <c:v>48</c:v>
                </c:pt>
                <c:pt idx="25">
                  <c:v>46.875</c:v>
                </c:pt>
                <c:pt idx="26">
                  <c:v>45.5</c:v>
                </c:pt>
                <c:pt idx="27">
                  <c:v>43.875</c:v>
                </c:pt>
                <c:pt idx="28">
                  <c:v>42</c:v>
                </c:pt>
                <c:pt idx="29">
                  <c:v>39.875</c:v>
                </c:pt>
                <c:pt idx="30">
                  <c:v>37.5</c:v>
                </c:pt>
                <c:pt idx="31">
                  <c:v>34.875</c:v>
                </c:pt>
                <c:pt idx="32">
                  <c:v>32</c:v>
                </c:pt>
                <c:pt idx="33">
                  <c:v>28.875</c:v>
                </c:pt>
                <c:pt idx="34">
                  <c:v>25.5</c:v>
                </c:pt>
                <c:pt idx="35">
                  <c:v>21.875</c:v>
                </c:pt>
                <c:pt idx="36">
                  <c:v>18</c:v>
                </c:pt>
                <c:pt idx="37">
                  <c:v>13.875</c:v>
                </c:pt>
                <c:pt idx="38">
                  <c:v>9.5</c:v>
                </c:pt>
                <c:pt idx="39">
                  <c:v>4.875</c:v>
                </c:pt>
                <c:pt idx="40">
                  <c:v>0</c:v>
                </c:pt>
              </c:numCache>
            </c:numRef>
          </c:yVal>
          <c:smooth val="0"/>
        </c:ser>
        <c:ser>
          <c:idx val="1"/>
          <c:order val="1"/>
          <c:tx>
            <c:v>中央集中荷重</c:v>
          </c:tx>
          <c:spPr>
            <a:ln xmlns:a="http://schemas.openxmlformats.org/drawingml/2006/main" w="28575">
              <a:solidFill>
                <a:srgbClr val="AD8760"/>
              </a:solidFill>
            </a:ln>
          </c:spPr>
          <c:marker>
            <c:symbol val="circle"/>
            <c:size val="3"/>
            <c:spPr>
              <a:solidFill xmlns:a="http://schemas.openxmlformats.org/drawingml/2006/main">
                <a:srgbClr val="AD8760"/>
              </a:solidFill>
            </c:spPr>
          </c:marker>
          <c:xVal>
            <c:numRef>
              <c:f>'Chart Data'!$C$2:$C$42</c:f>
              <c:numCache>
                <c:formatCode>General</c:formatCode>
                <c:ptCount val="41"/>
                <c:pt idx="0">
                  <c:v>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pt idx="21">
                  <c:v>0.525</c:v>
                </c:pt>
                <c:pt idx="22">
                  <c:v>0.55</c:v>
                </c:pt>
                <c:pt idx="23">
                  <c:v>0.575</c:v>
                </c:pt>
                <c:pt idx="24">
                  <c:v>0.6</c:v>
                </c:pt>
                <c:pt idx="25">
                  <c:v>0.625</c:v>
                </c:pt>
                <c:pt idx="26">
                  <c:v>0.65</c:v>
                </c:pt>
                <c:pt idx="27">
                  <c:v>0.675</c:v>
                </c:pt>
                <c:pt idx="28">
                  <c:v>0.7</c:v>
                </c:pt>
                <c:pt idx="29">
                  <c:v>0.725</c:v>
                </c:pt>
                <c:pt idx="30">
                  <c:v>0.75</c:v>
                </c:pt>
                <c:pt idx="31">
                  <c:v>0.775</c:v>
                </c:pt>
                <c:pt idx="32">
                  <c:v>0.8</c:v>
                </c:pt>
                <c:pt idx="33">
                  <c:v>0.825</c:v>
                </c:pt>
                <c:pt idx="34">
                  <c:v>0.85</c:v>
                </c:pt>
                <c:pt idx="35">
                  <c:v>0.875</c:v>
                </c:pt>
                <c:pt idx="36">
                  <c:v>0.9</c:v>
                </c:pt>
                <c:pt idx="37">
                  <c:v>0.925</c:v>
                </c:pt>
                <c:pt idx="38">
                  <c:v>0.95</c:v>
                </c:pt>
                <c:pt idx="39">
                  <c:v>0.975</c:v>
                </c:pt>
                <c:pt idx="40">
                  <c:v>1</c:v>
                </c:pt>
              </c:numCache>
            </c:numRef>
          </c:xVal>
          <c:yVal>
            <c:numRef>
              <c:f>'Chart Data'!$D$2:$D$42</c:f>
              <c:numCache>
                <c:formatCode>0</c:formatCode>
                <c:ptCount val="4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95</c:v>
                </c:pt>
                <c:pt idx="22">
                  <c:v>90</c:v>
                </c:pt>
                <c:pt idx="23">
                  <c:v>85</c:v>
                </c:pt>
                <c:pt idx="24">
                  <c:v>80</c:v>
                </c:pt>
                <c:pt idx="25">
                  <c:v>75</c:v>
                </c:pt>
                <c:pt idx="26">
                  <c:v>70</c:v>
                </c:pt>
                <c:pt idx="27">
                  <c:v>65</c:v>
                </c:pt>
                <c:pt idx="28">
                  <c:v>60</c:v>
                </c:pt>
                <c:pt idx="29">
                  <c:v>55</c:v>
                </c:pt>
                <c:pt idx="30">
                  <c:v>50</c:v>
                </c:pt>
                <c:pt idx="31">
                  <c:v>45</c:v>
                </c:pt>
                <c:pt idx="32">
                  <c:v>40</c:v>
                </c:pt>
                <c:pt idx="33">
                  <c:v>35</c:v>
                </c:pt>
                <c:pt idx="34">
                  <c:v>30</c:v>
                </c:pt>
                <c:pt idx="35">
                  <c:v>25</c:v>
                </c:pt>
                <c:pt idx="36">
                  <c:v>20</c:v>
                </c:pt>
                <c:pt idx="37">
                  <c:v>15</c:v>
                </c:pt>
                <c:pt idx="38">
                  <c:v>10</c:v>
                </c:pt>
                <c:pt idx="39">
                  <c:v>5</c:v>
                </c:pt>
                <c:pt idx="40">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D8E1E7"/>
              </a:solidFill>
            </a:ln>
          </c:spPr>
        </c:majorGridlines>
        <c:title>
          <c:tx>
            <c:rich>
              <a:bodyPr xmlns:a="http://schemas.openxmlformats.org/drawingml/2006/main"/>
              <a:lstStyle xmlns:a="http://schemas.openxmlformats.org/drawingml/2006/main"/>
              <a:p xmlns:a="http://schemas.openxmlformats.org/drawingml/2006/main">
                <a:r>
                  <a:rPr>
                    <a:latin typeface="Yu Gothic"/>
                    <a:ea typeface="Yu Gothic"/>
                    <a:cs typeface="Yu Gothic"/>
                  </a:rPr>
                  <a:t>M / N·m</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Yu Gothic"/>
                <a:ea typeface="Yu Gothic"/>
                <a:cs typeface="Yu Gothic"/>
              </a:defRPr>
            </a:pPr>
          </a:p>
        </c:txPr>
        <c:crossAx val="48650112"/>
        <c:majorUnit val="50"/>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Yu Gothic"/>
                    <a:ea typeface="Yu Gothic"/>
                    <a:cs typeface="Yu Gothic"/>
                  </a:rPr>
                  <a:t>x / m</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0.00"/>
        <c:majorTickMark val="none"/>
        <c:minorTickMark val="none"/>
        <c:tickLblPos val="low"/>
        <c:spPr>
          <a:ln xmlns:a="http://schemas.openxmlformats.org/drawingml/2006/main" w="9525">
            <a:solidFill>
              <a:srgbClr val="71818B"/>
            </a:solidFill>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Yu Gothic"/>
                <a:ea typeface="Yu Gothic"/>
                <a:cs typeface="Yu Gothic"/>
              </a:defRPr>
            </a:pPr>
          </a:p>
        </c:txPr>
        <c:crossAx val="48672768"/>
        <c:majorUnit val="0.5"/>
      </c:valAx>
    </c:plotArea>
    <c:legend>
      <c:legendPos val="t"/>
      <c:overlay val="0"/>
      <c:txPr>
        <a:bodyPr xmlns:a="http://schemas.openxmlformats.org/drawingml/2006/main" anchorCtr="1"/>
        <a:lstStyle xmlns:a="http://schemas.openxmlformats.org/drawingml/2006/main"/>
        <a:p xmlns:a="http://schemas.openxmlformats.org/drawingml/2006/main">
          <a:pPr>
            <a:defRPr sz="1650">
              <a:latin typeface="Yu Gothic"/>
              <a:ea typeface="Yu Gothic"/>
              <a:cs typeface="Yu Gothic"/>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37949E-7BCC-4A7F-826C-1111C102D224}"/>
              </a:ext>
            </a:extLst>
          </p:cNvPr>
          <p:cNvSpPr>
            <a:spLocks xmlns:a="http://schemas.openxmlformats.org/drawingml/2006/main" noGrp="1"/>
          </p:cNvSpPr>
          <p:nvPr/>
        </p:nvSpPr>
        <p:spPr>
          <a:xfrm xmlns:a="http://schemas.openxmlformats.org/drawingml/2006/main">
            <a:off x="742950" y="7048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A6C9B"/>
                </a:solidFill>
                <a:latin typeface="Yu Gothic"/>
                <a:ea typeface="Yu Gothic"/>
                <a:cs typeface="Yu Gothic"/>
              </a:defRPr>
            </a:defPPr>
            <a:lvl1pPr>
              <a:buNone/>
              <a:defRPr sz="2250" b="1">
                <a:solidFill>
                  <a:srgbClr val="2A6C9B"/>
                </a:solidFill>
                <a:latin typeface="Yu Gothic"/>
                <a:ea typeface="Yu Gothic"/>
                <a:cs typeface="Yu Gothic"/>
              </a:defRPr>
            </a:lvl1pPr>
            <a:lvl2pPr>
              <a:buNone/>
              <a:defRPr sz="2250" b="1">
                <a:solidFill>
                  <a:srgbClr val="2A6C9B"/>
                </a:solidFill>
                <a:latin typeface="Yu Gothic"/>
                <a:ea typeface="Yu Gothic"/>
                <a:cs typeface="Yu Gothic"/>
              </a:defRPr>
            </a:lvl2pPr>
            <a:lvl3pPr>
              <a:buNone/>
              <a:defRPr sz="2250" b="1">
                <a:solidFill>
                  <a:srgbClr val="2A6C9B"/>
                </a:solidFill>
                <a:latin typeface="Yu Gothic"/>
                <a:ea typeface="Yu Gothic"/>
                <a:cs typeface="Yu Gothic"/>
              </a:defRPr>
            </a:lvl3pPr>
            <a:lvl4pPr>
              <a:buNone/>
              <a:defRPr sz="2250" b="1">
                <a:solidFill>
                  <a:srgbClr val="2A6C9B"/>
                </a:solidFill>
                <a:latin typeface="Yu Gothic"/>
                <a:ea typeface="Yu Gothic"/>
                <a:cs typeface="Yu Gothic"/>
              </a:defRPr>
            </a:lvl4pPr>
            <a:lvl5pPr>
              <a:buNone/>
              <a:defRPr sz="2250" b="1">
                <a:solidFill>
                  <a:srgbClr val="2A6C9B"/>
                </a:solidFill>
                <a:latin typeface="Yu Gothic"/>
                <a:ea typeface="Yu Gothic"/>
                <a:cs typeface="Yu Gothic"/>
              </a:defRPr>
            </a:lvl5pPr>
            <a:lvl6pPr>
              <a:buNone/>
              <a:defRPr sz="2250" b="1">
                <a:solidFill>
                  <a:srgbClr val="2A6C9B"/>
                </a:solidFill>
                <a:latin typeface="Yu Gothic"/>
                <a:ea typeface="Yu Gothic"/>
                <a:cs typeface="Yu Gothic"/>
              </a:defRPr>
            </a:lvl6pPr>
            <a:lvl7pPr>
              <a:buNone/>
              <a:defRPr sz="2250" b="1">
                <a:solidFill>
                  <a:srgbClr val="2A6C9B"/>
                </a:solidFill>
                <a:latin typeface="Yu Gothic"/>
                <a:ea typeface="Yu Gothic"/>
                <a:cs typeface="Yu Gothic"/>
              </a:defRPr>
            </a:lvl7pPr>
            <a:lvl8pPr>
              <a:buNone/>
              <a:defRPr sz="2250" b="1">
                <a:solidFill>
                  <a:srgbClr val="2A6C9B"/>
                </a:solidFill>
                <a:latin typeface="Yu Gothic"/>
                <a:ea typeface="Yu Gothic"/>
                <a:cs typeface="Yu Gothic"/>
              </a:defRPr>
            </a:lvl8pPr>
            <a:lvl9pPr>
              <a:buNone/>
              <a:defRPr sz="2250" b="1">
                <a:solidFill>
                  <a:srgbClr val="2A6C9B"/>
                </a:solidFill>
                <a:latin typeface="Yu Gothic"/>
                <a:ea typeface="Yu Gothic"/>
                <a:cs typeface="Yu Gothic"/>
              </a:defRPr>
            </a:lvl9pPr>
          </a:lstStyle>
          <a:p xmlns:a="http://schemas.openxmlformats.org/drawingml/2006/main">
            <a:pPr>
              <a:buNone/>
              <a:defRPr sz="2250" b="1">
                <a:solidFill>
                  <a:srgbClr val="2A6C9B"/>
                </a:solidFill>
                <a:latin typeface="Yu Gothic"/>
                <a:ea typeface="Yu Gothic"/>
                <a:cs typeface="Yu Gothic"/>
              </a:defRPr>
            </a:pPr>
            <a:r>
              <a:rPr sz="2250" b="1">
                <a:solidFill>
                  <a:srgbClr val="2A6C9B"/>
                </a:solidFill>
                <a:latin typeface="Yu Gothic"/>
                <a:ea typeface="Yu Gothic"/>
                <a:cs typeface="Yu Gothic"/>
              </a:rPr>
              <a:t>工業材料概論　第3回</a:t>
            </a:r>
          </a:p>
        </p:txBody>
      </p:sp>
      <p:sp>
        <p:nvSpPr>
          <p:cNvPr id="2" name="">
            <a:extLst xmlns:a="http://schemas.openxmlformats.org/drawingml/2006/main">
              <a:ext uri="{FF2B5EF4-FFF2-40B4-BE49-F238E27FC236}">
                <a16:creationId xmlns:a16="http://schemas.microsoft.com/office/drawing/2014/main" id="{D151ECBD-63F0-43CF-98BA-A756C62FB0C2}"/>
              </a:ext>
            </a:extLst>
          </p:cNvPr>
          <p:cNvSpPr>
            <a:spLocks xmlns:a="http://schemas.openxmlformats.org/drawingml/2006/main" noGrp="1"/>
          </p:cNvSpPr>
          <p:nvPr/>
        </p:nvSpPr>
        <p:spPr>
          <a:xfrm xmlns:a="http://schemas.openxmlformats.org/drawingml/2006/main">
            <a:off x="742950" y="180975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750" b="1">
                <a:solidFill>
                  <a:srgbClr val="193B59"/>
                </a:solidFill>
                <a:latin typeface="Yu Gothic"/>
                <a:ea typeface="Yu Gothic"/>
                <a:cs typeface="Yu Gothic"/>
              </a:defRPr>
            </a:defPPr>
            <a:lvl1pPr>
              <a:buNone/>
              <a:defRPr sz="3750" b="1">
                <a:solidFill>
                  <a:srgbClr val="193B59"/>
                </a:solidFill>
                <a:latin typeface="Yu Gothic"/>
                <a:ea typeface="Yu Gothic"/>
                <a:cs typeface="Yu Gothic"/>
              </a:defRPr>
            </a:lvl1pPr>
            <a:lvl2pPr>
              <a:buNone/>
              <a:defRPr sz="3750" b="1">
                <a:solidFill>
                  <a:srgbClr val="193B59"/>
                </a:solidFill>
                <a:latin typeface="Yu Gothic"/>
                <a:ea typeface="Yu Gothic"/>
                <a:cs typeface="Yu Gothic"/>
              </a:defRPr>
            </a:lvl2pPr>
            <a:lvl3pPr>
              <a:buNone/>
              <a:defRPr sz="3750" b="1">
                <a:solidFill>
                  <a:srgbClr val="193B59"/>
                </a:solidFill>
                <a:latin typeface="Yu Gothic"/>
                <a:ea typeface="Yu Gothic"/>
                <a:cs typeface="Yu Gothic"/>
              </a:defRPr>
            </a:lvl3pPr>
            <a:lvl4pPr>
              <a:buNone/>
              <a:defRPr sz="3750" b="1">
                <a:solidFill>
                  <a:srgbClr val="193B59"/>
                </a:solidFill>
                <a:latin typeface="Yu Gothic"/>
                <a:ea typeface="Yu Gothic"/>
                <a:cs typeface="Yu Gothic"/>
              </a:defRPr>
            </a:lvl4pPr>
            <a:lvl5pPr>
              <a:buNone/>
              <a:defRPr sz="3750" b="1">
                <a:solidFill>
                  <a:srgbClr val="193B59"/>
                </a:solidFill>
                <a:latin typeface="Yu Gothic"/>
                <a:ea typeface="Yu Gothic"/>
                <a:cs typeface="Yu Gothic"/>
              </a:defRPr>
            </a:lvl5pPr>
            <a:lvl6pPr>
              <a:buNone/>
              <a:defRPr sz="3750" b="1">
                <a:solidFill>
                  <a:srgbClr val="193B59"/>
                </a:solidFill>
                <a:latin typeface="Yu Gothic"/>
                <a:ea typeface="Yu Gothic"/>
                <a:cs typeface="Yu Gothic"/>
              </a:defRPr>
            </a:lvl6pPr>
            <a:lvl7pPr>
              <a:buNone/>
              <a:defRPr sz="3750" b="1">
                <a:solidFill>
                  <a:srgbClr val="193B59"/>
                </a:solidFill>
                <a:latin typeface="Yu Gothic"/>
                <a:ea typeface="Yu Gothic"/>
                <a:cs typeface="Yu Gothic"/>
              </a:defRPr>
            </a:lvl7pPr>
            <a:lvl8pPr>
              <a:buNone/>
              <a:defRPr sz="3750" b="1">
                <a:solidFill>
                  <a:srgbClr val="193B59"/>
                </a:solidFill>
                <a:latin typeface="Yu Gothic"/>
                <a:ea typeface="Yu Gothic"/>
                <a:cs typeface="Yu Gothic"/>
              </a:defRPr>
            </a:lvl8pPr>
            <a:lvl9pPr>
              <a:buNone/>
              <a:defRPr sz="3750" b="1">
                <a:solidFill>
                  <a:srgbClr val="193B59"/>
                </a:solidFill>
                <a:latin typeface="Yu Gothic"/>
                <a:ea typeface="Yu Gothic"/>
                <a:cs typeface="Yu Gothic"/>
              </a:defRPr>
            </a:lvl9pPr>
          </a:lstStyle>
          <a:p xmlns:a="http://schemas.openxmlformats.org/drawingml/2006/main">
            <a:pPr>
              <a:buNone/>
              <a:defRPr sz="3750" b="1">
                <a:solidFill>
                  <a:srgbClr val="193B59"/>
                </a:solidFill>
                <a:latin typeface="Yu Gothic"/>
                <a:ea typeface="Yu Gothic"/>
                <a:cs typeface="Yu Gothic"/>
              </a:defRPr>
            </a:pPr>
            <a:r>
              <a:rPr sz="3750" b="1">
                <a:solidFill>
                  <a:srgbClr val="193B59"/>
                </a:solidFill>
                <a:latin typeface="Yu Gothic"/>
                <a:ea typeface="Yu Gothic"/>
                <a:cs typeface="Yu Gothic"/>
              </a:rPr>
              <a:t>力とモーメントのつり合い</a:t>
            </a:r>
          </a:p>
        </p:txBody>
      </p:sp>
      <p:sp>
        <p:nvSpPr>
          <p:cNvPr id="3" name="">
            <a:extLst xmlns:a="http://schemas.openxmlformats.org/drawingml/2006/main">
              <a:ext uri="{FF2B5EF4-FFF2-40B4-BE49-F238E27FC236}">
                <a16:creationId xmlns:a16="http://schemas.microsoft.com/office/drawing/2014/main" id="{8EFC1BC9-284D-4A8A-BBB3-CBE3047370FC}"/>
              </a:ext>
            </a:extLst>
          </p:cNvPr>
          <p:cNvSpPr>
            <a:spLocks xmlns:a="http://schemas.openxmlformats.org/drawingml/2006/main" noGrp="1"/>
          </p:cNvSpPr>
          <p:nvPr/>
        </p:nvSpPr>
        <p:spPr>
          <a:xfrm xmlns:a="http://schemas.openxmlformats.org/drawingml/2006/main">
            <a:off x="809625" y="376237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43845"/>
                </a:solidFill>
                <a:latin typeface="Yu Gothic"/>
                <a:ea typeface="Yu Gothic"/>
                <a:cs typeface="Yu Gothic"/>
              </a:defRPr>
            </a:defPPr>
            <a:lvl1pPr>
              <a:buNone/>
              <a:defRPr sz="2250" b="0">
                <a:solidFill>
                  <a:srgbClr val="243845"/>
                </a:solidFill>
                <a:latin typeface="Yu Gothic"/>
                <a:ea typeface="Yu Gothic"/>
                <a:cs typeface="Yu Gothic"/>
              </a:defRPr>
            </a:lvl1pPr>
            <a:lvl2pPr>
              <a:buNone/>
              <a:defRPr sz="2250" b="0">
                <a:solidFill>
                  <a:srgbClr val="243845"/>
                </a:solidFill>
                <a:latin typeface="Yu Gothic"/>
                <a:ea typeface="Yu Gothic"/>
                <a:cs typeface="Yu Gothic"/>
              </a:defRPr>
            </a:lvl2pPr>
            <a:lvl3pPr>
              <a:buNone/>
              <a:defRPr sz="2250" b="0">
                <a:solidFill>
                  <a:srgbClr val="243845"/>
                </a:solidFill>
                <a:latin typeface="Yu Gothic"/>
                <a:ea typeface="Yu Gothic"/>
                <a:cs typeface="Yu Gothic"/>
              </a:defRPr>
            </a:lvl3pPr>
            <a:lvl4pPr>
              <a:buNone/>
              <a:defRPr sz="2250" b="0">
                <a:solidFill>
                  <a:srgbClr val="243845"/>
                </a:solidFill>
                <a:latin typeface="Yu Gothic"/>
                <a:ea typeface="Yu Gothic"/>
                <a:cs typeface="Yu Gothic"/>
              </a:defRPr>
            </a:lvl4pPr>
            <a:lvl5pPr>
              <a:buNone/>
              <a:defRPr sz="2250" b="0">
                <a:solidFill>
                  <a:srgbClr val="243845"/>
                </a:solidFill>
                <a:latin typeface="Yu Gothic"/>
                <a:ea typeface="Yu Gothic"/>
                <a:cs typeface="Yu Gothic"/>
              </a:defRPr>
            </a:lvl5pPr>
            <a:lvl6pPr>
              <a:buNone/>
              <a:defRPr sz="2250" b="0">
                <a:solidFill>
                  <a:srgbClr val="243845"/>
                </a:solidFill>
                <a:latin typeface="Yu Gothic"/>
                <a:ea typeface="Yu Gothic"/>
                <a:cs typeface="Yu Gothic"/>
              </a:defRPr>
            </a:lvl6pPr>
            <a:lvl7pPr>
              <a:buNone/>
              <a:defRPr sz="2250" b="0">
                <a:solidFill>
                  <a:srgbClr val="243845"/>
                </a:solidFill>
                <a:latin typeface="Yu Gothic"/>
                <a:ea typeface="Yu Gothic"/>
                <a:cs typeface="Yu Gothic"/>
              </a:defRPr>
            </a:lvl7pPr>
            <a:lvl8pPr>
              <a:buNone/>
              <a:defRPr sz="2250" b="0">
                <a:solidFill>
                  <a:srgbClr val="243845"/>
                </a:solidFill>
                <a:latin typeface="Yu Gothic"/>
                <a:ea typeface="Yu Gothic"/>
                <a:cs typeface="Yu Gothic"/>
              </a:defRPr>
            </a:lvl8pPr>
            <a:lvl9pPr>
              <a:buNone/>
              <a:defRPr sz="2250" b="0">
                <a:solidFill>
                  <a:srgbClr val="243845"/>
                </a:solidFill>
                <a:latin typeface="Yu Gothic"/>
                <a:ea typeface="Yu Gothic"/>
                <a:cs typeface="Yu Gothic"/>
              </a:defRPr>
            </a:lvl9pPr>
          </a:lstStyle>
          <a:p xmlns:a="http://schemas.openxmlformats.org/drawingml/2006/main">
            <a:pPr>
              <a:buNone/>
              <a:defRPr sz="2250" b="0">
                <a:solidFill>
                  <a:srgbClr val="243845"/>
                </a:solidFill>
                <a:latin typeface="Yu Gothic"/>
                <a:ea typeface="Yu Gothic"/>
                <a:cs typeface="Yu Gothic"/>
              </a:defRPr>
            </a:pPr>
            <a:r>
              <a:rPr sz="2250" b="0">
                <a:solidFill>
                  <a:srgbClr val="243845"/>
                </a:solidFill>
                <a:latin typeface="Yu Gothic"/>
                <a:ea typeface="Yu Gothic"/>
                <a:cs typeface="Yu Gothic"/>
              </a:rPr>
              <a:t>図・式・単位をつないで説明する</a:t>
            </a:r>
          </a:p>
        </p:txBody>
      </p:sp>
      <p:sp>
        <p:nvSpPr>
          <p:cNvPr id="4" name="">
            <a:extLst xmlns:a="http://schemas.openxmlformats.org/drawingml/2006/main">
              <a:ext uri="{FF2B5EF4-FFF2-40B4-BE49-F238E27FC236}">
                <a16:creationId xmlns:a16="http://schemas.microsoft.com/office/drawing/2014/main" id="{3AF9BDC7-5267-4272-BB4C-46BA96B6AC74}"/>
              </a:ext>
            </a:extLst>
          </p:cNvPr>
          <p:cNvSpPr>
            <a:spLocks xmlns:a="http://schemas.openxmlformats.org/drawingml/2006/main" noGrp="1"/>
          </p:cNvSpPr>
          <p:nvPr/>
        </p:nvSpPr>
        <p:spPr>
          <a:xfrm xmlns:a="http://schemas.openxmlformats.org/drawingml/2006/main">
            <a:off x="809625" y="52387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43845"/>
                </a:solidFill>
                <a:latin typeface="Yu Gothic"/>
                <a:ea typeface="Yu Gothic"/>
                <a:cs typeface="Yu Gothic"/>
              </a:defRPr>
            </a:defPPr>
            <a:lvl1pPr>
              <a:buNone/>
              <a:defRPr sz="2025" b="0">
                <a:solidFill>
                  <a:srgbClr val="243845"/>
                </a:solidFill>
                <a:latin typeface="Yu Gothic"/>
                <a:ea typeface="Yu Gothic"/>
                <a:cs typeface="Yu Gothic"/>
              </a:defRPr>
            </a:lvl1pPr>
            <a:lvl2pPr>
              <a:buNone/>
              <a:defRPr sz="2025" b="0">
                <a:solidFill>
                  <a:srgbClr val="243845"/>
                </a:solidFill>
                <a:latin typeface="Yu Gothic"/>
                <a:ea typeface="Yu Gothic"/>
                <a:cs typeface="Yu Gothic"/>
              </a:defRPr>
            </a:lvl2pPr>
            <a:lvl3pPr>
              <a:buNone/>
              <a:defRPr sz="2025" b="0">
                <a:solidFill>
                  <a:srgbClr val="243845"/>
                </a:solidFill>
                <a:latin typeface="Yu Gothic"/>
                <a:ea typeface="Yu Gothic"/>
                <a:cs typeface="Yu Gothic"/>
              </a:defRPr>
            </a:lvl3pPr>
            <a:lvl4pPr>
              <a:buNone/>
              <a:defRPr sz="2025" b="0">
                <a:solidFill>
                  <a:srgbClr val="243845"/>
                </a:solidFill>
                <a:latin typeface="Yu Gothic"/>
                <a:ea typeface="Yu Gothic"/>
                <a:cs typeface="Yu Gothic"/>
              </a:defRPr>
            </a:lvl4pPr>
            <a:lvl5pPr>
              <a:buNone/>
              <a:defRPr sz="2025" b="0">
                <a:solidFill>
                  <a:srgbClr val="243845"/>
                </a:solidFill>
                <a:latin typeface="Yu Gothic"/>
                <a:ea typeface="Yu Gothic"/>
                <a:cs typeface="Yu Gothic"/>
              </a:defRPr>
            </a:lvl5pPr>
            <a:lvl6pPr>
              <a:buNone/>
              <a:defRPr sz="2025" b="0">
                <a:solidFill>
                  <a:srgbClr val="243845"/>
                </a:solidFill>
                <a:latin typeface="Yu Gothic"/>
                <a:ea typeface="Yu Gothic"/>
                <a:cs typeface="Yu Gothic"/>
              </a:defRPr>
            </a:lvl6pPr>
            <a:lvl7pPr>
              <a:buNone/>
              <a:defRPr sz="2025" b="0">
                <a:solidFill>
                  <a:srgbClr val="243845"/>
                </a:solidFill>
                <a:latin typeface="Yu Gothic"/>
                <a:ea typeface="Yu Gothic"/>
                <a:cs typeface="Yu Gothic"/>
              </a:defRPr>
            </a:lvl7pPr>
            <a:lvl8pPr>
              <a:buNone/>
              <a:defRPr sz="2025" b="0">
                <a:solidFill>
                  <a:srgbClr val="243845"/>
                </a:solidFill>
                <a:latin typeface="Yu Gothic"/>
                <a:ea typeface="Yu Gothic"/>
                <a:cs typeface="Yu Gothic"/>
              </a:defRPr>
            </a:lvl8pPr>
            <a:lvl9pPr>
              <a:buNone/>
              <a:defRPr sz="2025" b="0">
                <a:solidFill>
                  <a:srgbClr val="243845"/>
                </a:solidFill>
                <a:latin typeface="Yu Gothic"/>
                <a:ea typeface="Yu Gothic"/>
                <a:cs typeface="Yu Gothic"/>
              </a:defRPr>
            </a:lvl9pPr>
          </a:lstStyle>
          <a:p xmlns:a="http://schemas.openxmlformats.org/drawingml/2006/main">
            <a:pPr>
              <a:buNone/>
              <a:defRPr sz="2025" b="0">
                <a:solidFill>
                  <a:srgbClr val="243845"/>
                </a:solidFill>
                <a:latin typeface="Yu Gothic"/>
                <a:ea typeface="Yu Gothic"/>
                <a:cs typeface="Yu Gothic"/>
              </a:defRPr>
            </a:pPr>
            <a:r>
              <a:rPr sz="2025" b="0">
                <a:solidFill>
                  <a:srgbClr val="243845"/>
                </a:solidFill>
                <a:latin typeface="Yu Gothic"/>
                <a:ea typeface="Yu Gothic"/>
                <a:cs typeface="Yu Gothic"/>
              </a:rPr>
              <a:t>米延 仁志</a:t>
            </a:r>
          </a:p>
        </p:txBody>
      </p:sp>
      <p:sp>
        <p:nvSpPr>
          <p:cNvPr id="5" name="">
            <a:extLst xmlns:a="http://schemas.openxmlformats.org/drawingml/2006/main">
              <a:ext uri="{FF2B5EF4-FFF2-40B4-BE49-F238E27FC236}">
                <a16:creationId xmlns:a16="http://schemas.microsoft.com/office/drawing/2014/main" id="{33038543-6BC1-4368-BE67-73A00A0C5FB8}"/>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sp>
        <p:nvSpPr>
          <p:cNvPr id="6" name="">
            <a:extLst xmlns:a="http://schemas.openxmlformats.org/drawingml/2006/main">
              <a:ext uri="{FF2B5EF4-FFF2-40B4-BE49-F238E27FC236}">
                <a16:creationId xmlns:a16="http://schemas.microsoft.com/office/drawing/2014/main" id="{AF42EF1C-DE44-4AB5-BB4D-C08A6F43C326}"/>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 / 49</a:t>
            </a:r>
          </a:p>
        </p:txBody>
      </p:sp>
    </p:spTree>
    <p:extLst>
      <p:ext uri="{BB962C8B-B14F-4D97-AF65-F5344CB8AC3E}">
        <p14:creationId xmlns:p14="http://schemas.microsoft.com/office/powerpoint/2010/main" val="20277417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8D0790-87DE-4E71-9D96-A002C2D23B1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今回の到達点</a:t>
            </a:r>
          </a:p>
        </p:txBody>
      </p:sp>
      <p:sp>
        <p:nvSpPr>
          <p:cNvPr id="2" name="">
            <a:extLst xmlns:a="http://schemas.openxmlformats.org/drawingml/2006/main">
              <a:ext uri="{FF2B5EF4-FFF2-40B4-BE49-F238E27FC236}">
                <a16:creationId xmlns:a16="http://schemas.microsoft.com/office/drawing/2014/main" id="{A0276075-8F10-4A3F-90E5-D05C1621C93D}"/>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F2E5F133-F854-4D4D-904C-0E30BFF135D4}"/>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43845"/>
                </a:solidFill>
                <a:latin typeface="Yu Gothic"/>
                <a:ea typeface="Yu Gothic"/>
                <a:cs typeface="Yu Gothic"/>
              </a:defRPr>
            </a:defPPr>
            <a:lvl1pPr>
              <a:buNone/>
              <a:defRPr sz="2325" b="1">
                <a:solidFill>
                  <a:srgbClr val="243845"/>
                </a:solidFill>
                <a:latin typeface="Yu Gothic"/>
                <a:ea typeface="Yu Gothic"/>
                <a:cs typeface="Yu Gothic"/>
              </a:defRPr>
            </a:lvl1pPr>
            <a:lvl2pPr>
              <a:buNone/>
              <a:defRPr sz="2325" b="1">
                <a:solidFill>
                  <a:srgbClr val="243845"/>
                </a:solidFill>
                <a:latin typeface="Yu Gothic"/>
                <a:ea typeface="Yu Gothic"/>
                <a:cs typeface="Yu Gothic"/>
              </a:defRPr>
            </a:lvl2pPr>
            <a:lvl3pPr>
              <a:buNone/>
              <a:defRPr sz="2325" b="1">
                <a:solidFill>
                  <a:srgbClr val="243845"/>
                </a:solidFill>
                <a:latin typeface="Yu Gothic"/>
                <a:ea typeface="Yu Gothic"/>
                <a:cs typeface="Yu Gothic"/>
              </a:defRPr>
            </a:lvl3pPr>
            <a:lvl4pPr>
              <a:buNone/>
              <a:defRPr sz="2325" b="1">
                <a:solidFill>
                  <a:srgbClr val="243845"/>
                </a:solidFill>
                <a:latin typeface="Yu Gothic"/>
                <a:ea typeface="Yu Gothic"/>
                <a:cs typeface="Yu Gothic"/>
              </a:defRPr>
            </a:lvl4pPr>
            <a:lvl5pPr>
              <a:buNone/>
              <a:defRPr sz="2325" b="1">
                <a:solidFill>
                  <a:srgbClr val="243845"/>
                </a:solidFill>
                <a:latin typeface="Yu Gothic"/>
                <a:ea typeface="Yu Gothic"/>
                <a:cs typeface="Yu Gothic"/>
              </a:defRPr>
            </a:lvl5pPr>
            <a:lvl6pPr>
              <a:buNone/>
              <a:defRPr sz="2325" b="1">
                <a:solidFill>
                  <a:srgbClr val="243845"/>
                </a:solidFill>
                <a:latin typeface="Yu Gothic"/>
                <a:ea typeface="Yu Gothic"/>
                <a:cs typeface="Yu Gothic"/>
              </a:defRPr>
            </a:lvl6pPr>
            <a:lvl7pPr>
              <a:buNone/>
              <a:defRPr sz="2325" b="1">
                <a:solidFill>
                  <a:srgbClr val="243845"/>
                </a:solidFill>
                <a:latin typeface="Yu Gothic"/>
                <a:ea typeface="Yu Gothic"/>
                <a:cs typeface="Yu Gothic"/>
              </a:defRPr>
            </a:lvl7pPr>
            <a:lvl8pPr>
              <a:buNone/>
              <a:defRPr sz="2325" b="1">
                <a:solidFill>
                  <a:srgbClr val="243845"/>
                </a:solidFill>
                <a:latin typeface="Yu Gothic"/>
                <a:ea typeface="Yu Gothic"/>
                <a:cs typeface="Yu Gothic"/>
              </a:defRPr>
            </a:lvl8pPr>
            <a:lvl9pPr>
              <a:buNone/>
              <a:defRPr sz="2325" b="1">
                <a:solidFill>
                  <a:srgbClr val="243845"/>
                </a:solidFill>
                <a:latin typeface="Yu Gothic"/>
                <a:ea typeface="Yu Gothic"/>
                <a:cs typeface="Yu Gothic"/>
              </a:defRPr>
            </a:lvl9pPr>
          </a:lstStyle>
          <a:p xmlns:a="http://schemas.openxmlformats.org/drawingml/2006/main">
            <a:pPr>
              <a:buNone/>
              <a:defRPr sz="2325" b="1">
                <a:solidFill>
                  <a:srgbClr val="243845"/>
                </a:solidFill>
                <a:latin typeface="Yu Gothic"/>
                <a:ea typeface="Yu Gothic"/>
                <a:cs typeface="Yu Gothic"/>
              </a:defRPr>
            </a:pPr>
            <a:r>
              <a:rPr sz="2325" b="1">
                <a:solidFill>
                  <a:srgbClr val="243845"/>
                </a:solidFill>
                <a:latin typeface="Yu Gothic"/>
                <a:ea typeface="Yu Gothic"/>
                <a:cs typeface="Yu Gothic"/>
              </a:rPr>
              <a:t>作用線までの垂直距離でモーメントを求める</a:t>
            </a:r>
          </a:p>
        </p:txBody>
      </p:sp>
      <p:sp>
        <p:nvSpPr>
          <p:cNvPr id="4" name="">
            <a:extLst xmlns:a="http://schemas.openxmlformats.org/drawingml/2006/main">
              <a:ext uri="{FF2B5EF4-FFF2-40B4-BE49-F238E27FC236}">
                <a16:creationId xmlns:a16="http://schemas.microsoft.com/office/drawing/2014/main" id="{13C65B77-CBD4-4299-875A-84CF139D6DAD}"/>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反力を力・モーメントの二つの式で求める</a:t>
            </a:r>
          </a:p>
        </p:txBody>
      </p:sp>
      <p:sp>
        <p:nvSpPr>
          <p:cNvPr id="5" name="">
            <a:extLst xmlns:a="http://schemas.openxmlformats.org/drawingml/2006/main">
              <a:ext uri="{FF2B5EF4-FFF2-40B4-BE49-F238E27FC236}">
                <a16:creationId xmlns:a16="http://schemas.microsoft.com/office/drawing/2014/main" id="{C43CC521-C2A9-4EA6-97A0-FC8440ACB160}"/>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切断面からSFD・BMDを作る</a:t>
            </a:r>
          </a:p>
        </p:txBody>
      </p:sp>
      <p:sp>
        <p:nvSpPr>
          <p:cNvPr id="6" name="">
            <a:extLst xmlns:a="http://schemas.openxmlformats.org/drawingml/2006/main">
              <a:ext uri="{FF2B5EF4-FFF2-40B4-BE49-F238E27FC236}">
                <a16:creationId xmlns:a16="http://schemas.microsoft.com/office/drawing/2014/main" id="{212E23CB-EFDB-4F19-804D-E2802587C8CD}"/>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合力置換の適用範囲を説明する</a:t>
            </a:r>
          </a:p>
        </p:txBody>
      </p:sp>
      <p:sp>
        <p:nvSpPr>
          <p:cNvPr id="7" name="">
            <a:extLst xmlns:a="http://schemas.openxmlformats.org/drawingml/2006/main">
              <a:ext uri="{FF2B5EF4-FFF2-40B4-BE49-F238E27FC236}">
                <a16:creationId xmlns:a16="http://schemas.microsoft.com/office/drawing/2014/main" id="{DDFEBA3F-51E7-4F44-9110-DC9DB4B537E8}"/>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sp>
        <p:nvSpPr>
          <p:cNvPr id="8" name="">
            <a:extLst xmlns:a="http://schemas.openxmlformats.org/drawingml/2006/main">
              <a:ext uri="{FF2B5EF4-FFF2-40B4-BE49-F238E27FC236}">
                <a16:creationId xmlns:a16="http://schemas.microsoft.com/office/drawing/2014/main" id="{0AE3D472-0EC4-407E-847A-0256E0D8C4EF}"/>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 / 49</a:t>
            </a:r>
          </a:p>
        </p:txBody>
      </p:sp>
    </p:spTree>
    <p:extLst>
      <p:ext uri="{BB962C8B-B14F-4D97-AF65-F5344CB8AC3E}">
        <p14:creationId xmlns:p14="http://schemas.microsoft.com/office/powerpoint/2010/main" val="15396389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0B43EA0-EAF3-49A7-9A29-403091F05BC7}"/>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実物を、計算できる「はり」にする</a:t>
            </a:r>
          </a:p>
        </p:txBody>
      </p:sp>
      <p:cxnSp>
        <p:nvCxnSpPr>
          <p:cNvPr id="2" name="">
            <a:extLst xmlns:a="http://schemas.openxmlformats.org/drawingml/2006/main">
              <a:ext uri="{FF2B5EF4-FFF2-40B4-BE49-F238E27FC236}">
                <a16:creationId xmlns:a16="http://schemas.microsoft.com/office/drawing/2014/main" id="{CB551D8B-F966-4350-B716-18EC0D039945}"/>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1F27D3DD-6D0E-4BF9-B2BA-EAF51D31EA3B}"/>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B125CF25-5223-4B8D-AC4C-6A41C61BB881}"/>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 / 49</a:t>
            </a:r>
          </a:p>
        </p:txBody>
      </p:sp>
      <p:sp>
        <p:nvSpPr>
          <p:cNvPr id="28" name="">
            <a:extLst xmlns:a="http://schemas.openxmlformats.org/drawingml/2006/main">
              <a:ext uri="{FF2B5EF4-FFF2-40B4-BE49-F238E27FC236}">
                <a16:creationId xmlns:a16="http://schemas.microsoft.com/office/drawing/2014/main" id="{AC48AAC7-AB7F-40CD-A5A0-C6C3253A4AC2}"/>
              </a:ext>
            </a:extLst>
          </p:cNvPr>
          <p:cNvSpPr>
            <a:spLocks xmlns:a="http://schemas.openxmlformats.org/drawingml/2006/main" noGrp="1"/>
          </p:cNvSpPr>
          <p:nvPr/>
        </p:nvSpPr>
        <p:spPr>
          <a:xfrm xmlns:a="http://schemas.openxmlformats.org/drawingml/2006/main">
            <a:off x="1714500" y="2857500"/>
            <a:ext cx="762000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9" name="">
            <a:extLst xmlns:a="http://schemas.openxmlformats.org/drawingml/2006/main">
              <a:ext uri="{FF2B5EF4-FFF2-40B4-BE49-F238E27FC236}">
                <a16:creationId xmlns:a16="http://schemas.microsoft.com/office/drawing/2014/main" id="{74DBA617-647A-416B-B711-6353128B34A1}"/>
              </a:ext>
            </a:extLst>
          </p:cNvPr>
          <p:cNvSpPr>
            <a:spLocks xmlns:a="http://schemas.openxmlformats.org/drawingml/2006/main" noGrp="1"/>
          </p:cNvSpPr>
          <p:nvPr/>
        </p:nvSpPr>
        <p:spPr>
          <a:xfrm xmlns:a="http://schemas.openxmlformats.org/drawingml/2006/main">
            <a:off x="1552575" y="302895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30" name="">
            <a:extLst xmlns:a="http://schemas.openxmlformats.org/drawingml/2006/main">
              <a:ext uri="{FF2B5EF4-FFF2-40B4-BE49-F238E27FC236}">
                <a16:creationId xmlns:a16="http://schemas.microsoft.com/office/drawing/2014/main" id="{9100EB7F-6EB3-49B9-9B68-C7BBD1D22CC4}"/>
              </a:ext>
            </a:extLst>
          </p:cNvPr>
          <p:cNvSpPr>
            <a:spLocks xmlns:a="http://schemas.openxmlformats.org/drawingml/2006/main" noGrp="1"/>
          </p:cNvSpPr>
          <p:nvPr/>
        </p:nvSpPr>
        <p:spPr>
          <a:xfrm xmlns:a="http://schemas.openxmlformats.org/drawingml/2006/main">
            <a:off x="1438275" y="332422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31" name="">
            <a:extLst xmlns:a="http://schemas.openxmlformats.org/drawingml/2006/main">
              <a:ext uri="{FF2B5EF4-FFF2-40B4-BE49-F238E27FC236}">
                <a16:creationId xmlns:a16="http://schemas.microsoft.com/office/drawing/2014/main" id="{E00E34F8-FCE4-4726-AE58-FF7228B7B94C}"/>
              </a:ext>
            </a:extLst>
          </p:cNvPr>
          <p:cNvSpPr>
            <a:spLocks xmlns:a="http://schemas.openxmlformats.org/drawingml/2006/main" noGrp="1"/>
          </p:cNvSpPr>
          <p:nvPr/>
        </p:nvSpPr>
        <p:spPr>
          <a:xfrm xmlns:a="http://schemas.openxmlformats.org/drawingml/2006/main">
            <a:off x="9172575" y="302895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32" name="">
            <a:extLst xmlns:a="http://schemas.openxmlformats.org/drawingml/2006/main">
              <a:ext uri="{FF2B5EF4-FFF2-40B4-BE49-F238E27FC236}">
                <a16:creationId xmlns:a16="http://schemas.microsoft.com/office/drawing/2014/main" id="{D61B5A22-D5F8-4BE9-94E9-54ABD1DF6DA8}"/>
              </a:ext>
            </a:extLst>
          </p:cNvPr>
          <p:cNvSpPr>
            <a:spLocks xmlns:a="http://schemas.openxmlformats.org/drawingml/2006/main" noGrp="1"/>
          </p:cNvSpPr>
          <p:nvPr/>
        </p:nvSpPr>
        <p:spPr>
          <a:xfrm xmlns:a="http://schemas.openxmlformats.org/drawingml/2006/main">
            <a:off x="9210675" y="32861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33" name="">
            <a:extLst xmlns:a="http://schemas.openxmlformats.org/drawingml/2006/main">
              <a:ext uri="{FF2B5EF4-FFF2-40B4-BE49-F238E27FC236}">
                <a16:creationId xmlns:a16="http://schemas.microsoft.com/office/drawing/2014/main" id="{13BBD6BF-71A5-4913-8880-F7AE8D407CBC}"/>
              </a:ext>
            </a:extLst>
          </p:cNvPr>
          <p:cNvSpPr>
            <a:spLocks xmlns:a="http://schemas.openxmlformats.org/drawingml/2006/main" noGrp="1"/>
          </p:cNvSpPr>
          <p:nvPr/>
        </p:nvSpPr>
        <p:spPr>
          <a:xfrm xmlns:a="http://schemas.openxmlformats.org/drawingml/2006/main">
            <a:off x="9363075" y="32861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34" name="">
            <a:extLst xmlns:a="http://schemas.openxmlformats.org/drawingml/2006/main">
              <a:ext uri="{FF2B5EF4-FFF2-40B4-BE49-F238E27FC236}">
                <a16:creationId xmlns:a16="http://schemas.microsoft.com/office/drawing/2014/main" id="{978E8914-34DB-4BD1-91F0-E6A813EB9625}"/>
              </a:ext>
            </a:extLst>
          </p:cNvPr>
          <p:cNvSpPr>
            <a:spLocks xmlns:a="http://schemas.openxmlformats.org/drawingml/2006/main" noGrp="1"/>
          </p:cNvSpPr>
          <p:nvPr/>
        </p:nvSpPr>
        <p:spPr>
          <a:xfrm xmlns:a="http://schemas.openxmlformats.org/drawingml/2006/main">
            <a:off x="9058275" y="340042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35" name="">
            <a:extLst xmlns:a="http://schemas.openxmlformats.org/drawingml/2006/main">
              <a:ext uri="{FF2B5EF4-FFF2-40B4-BE49-F238E27FC236}">
                <a16:creationId xmlns:a16="http://schemas.microsoft.com/office/drawing/2014/main" id="{6864E5C3-60A2-4991-9494-BEAD7CFF7246}"/>
              </a:ext>
            </a:extLst>
          </p:cNvPr>
          <p:cNvSpPr>
            <a:spLocks xmlns:a="http://schemas.openxmlformats.org/drawingml/2006/main" noGrp="1"/>
          </p:cNvSpPr>
          <p:nvPr/>
        </p:nvSpPr>
        <p:spPr>
          <a:xfrm xmlns:a="http://schemas.openxmlformats.org/drawingml/2006/main">
            <a:off x="5524500" y="2238375"/>
            <a:ext cx="9525" cy="581025"/>
          </a:xfrm>
          <a:custGeom xmlns:a="http://schemas.openxmlformats.org/drawingml/2006/main">
            <a:pathLst>
              <a:path w="9525" h="581025">
                <a:moveTo>
                  <a:pt x="0" y="0"/>
                </a:moveTo>
                <a:lnTo>
                  <a:pt x="0" y="581025"/>
                </a:lnTo>
              </a:path>
            </a:pathLst>
          </a:custGeom>
          <a:noFill xmlns:a="http://schemas.openxmlformats.org/drawingml/2006/main"/>
          <a:ln xmlns:a="http://schemas.openxmlformats.org/drawingml/2006/main" w="28575">
            <a:solidFill>
              <a:srgbClr val="C4483C"/>
            </a:solidFill>
          </a:ln>
        </p:spPr>
      </p:sp>
      <p:sp>
        <p:nvSpPr>
          <p:cNvPr id="36" name="">
            <a:extLst xmlns:a="http://schemas.openxmlformats.org/drawingml/2006/main">
              <a:ext uri="{FF2B5EF4-FFF2-40B4-BE49-F238E27FC236}">
                <a16:creationId xmlns:a16="http://schemas.microsoft.com/office/drawing/2014/main" id="{AA1F3AF6-6BFF-44B6-AE19-EB5B21D0E3AA}"/>
              </a:ext>
            </a:extLst>
          </p:cNvPr>
          <p:cNvSpPr>
            <a:spLocks xmlns:a="http://schemas.openxmlformats.org/drawingml/2006/main" noGrp="1"/>
          </p:cNvSpPr>
          <p:nvPr/>
        </p:nvSpPr>
        <p:spPr>
          <a:xfrm xmlns:a="http://schemas.openxmlformats.org/drawingml/2006/main">
            <a:off x="5484495" y="2724150"/>
            <a:ext cx="80010" cy="95250"/>
          </a:xfrm>
          <a:custGeom xmlns:a="http://schemas.openxmlformats.org/drawingml/2006/main">
            <a:pathLst>
              <a:path w="80010" h="95250">
                <a:moveTo>
                  <a:pt x="40005" y="95250"/>
                </a:moveTo>
                <a:lnTo>
                  <a:pt x="80010"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7" name="">
            <a:extLst xmlns:a="http://schemas.openxmlformats.org/drawingml/2006/main">
              <a:ext uri="{FF2B5EF4-FFF2-40B4-BE49-F238E27FC236}">
                <a16:creationId xmlns:a16="http://schemas.microsoft.com/office/drawing/2014/main" id="{7A32BCE9-843D-44D4-8BCF-36727423FED0}"/>
              </a:ext>
            </a:extLst>
          </p:cNvPr>
          <p:cNvSpPr>
            <a:spLocks xmlns:a="http://schemas.openxmlformats.org/drawingml/2006/main" noGrp="1"/>
          </p:cNvSpPr>
          <p:nvPr/>
        </p:nvSpPr>
        <p:spPr>
          <a:xfrm xmlns:a="http://schemas.openxmlformats.org/drawingml/2006/main">
            <a:off x="4905375" y="1762125"/>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200 N</a:t>
            </a:r>
          </a:p>
        </p:txBody>
      </p:sp>
      <p:sp>
        <p:nvSpPr>
          <p:cNvPr id="38" name="">
            <a:extLst xmlns:a="http://schemas.openxmlformats.org/drawingml/2006/main">
              <a:ext uri="{FF2B5EF4-FFF2-40B4-BE49-F238E27FC236}">
                <a16:creationId xmlns:a16="http://schemas.microsoft.com/office/drawing/2014/main" id="{6A8672FA-818D-49CA-BDBA-2678EB40657D}"/>
              </a:ext>
            </a:extLst>
          </p:cNvPr>
          <p:cNvSpPr>
            <a:spLocks xmlns:a="http://schemas.openxmlformats.org/drawingml/2006/main" noGrp="1"/>
          </p:cNvSpPr>
          <p:nvPr/>
        </p:nvSpPr>
        <p:spPr>
          <a:xfrm xmlns:a="http://schemas.openxmlformats.org/drawingml/2006/main">
            <a:off x="1095375" y="3152775"/>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A</a:t>
            </a:r>
          </a:p>
        </p:txBody>
      </p:sp>
      <p:sp>
        <p:nvSpPr>
          <p:cNvPr id="39" name="">
            <a:extLst xmlns:a="http://schemas.openxmlformats.org/drawingml/2006/main">
              <a:ext uri="{FF2B5EF4-FFF2-40B4-BE49-F238E27FC236}">
                <a16:creationId xmlns:a16="http://schemas.microsoft.com/office/drawing/2014/main" id="{B669B06C-3C7D-4E46-BE18-0CA7EF06E80F}"/>
              </a:ext>
            </a:extLst>
          </p:cNvPr>
          <p:cNvSpPr>
            <a:spLocks xmlns:a="http://schemas.openxmlformats.org/drawingml/2006/main" noGrp="1"/>
          </p:cNvSpPr>
          <p:nvPr/>
        </p:nvSpPr>
        <p:spPr>
          <a:xfrm xmlns:a="http://schemas.openxmlformats.org/drawingml/2006/main">
            <a:off x="9648825" y="3219450"/>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buNone/>
              <a:defRPr sz="1800" b="1">
                <a:solidFill>
                  <a:srgbClr val="2876A8"/>
                </a:solidFill>
                <a:latin typeface="Yu Gothic"/>
                <a:ea typeface="Yu Gothic"/>
                <a:cs typeface="Yu Gothic"/>
              </a:defRPr>
            </a:lvl1pPr>
            <a:lvl2pPr>
              <a:buNone/>
              <a:defRPr sz="1800" b="1">
                <a:solidFill>
                  <a:srgbClr val="2876A8"/>
                </a:solidFill>
                <a:latin typeface="Yu Gothic"/>
                <a:ea typeface="Yu Gothic"/>
                <a:cs typeface="Yu Gothic"/>
              </a:defRPr>
            </a:lvl2pPr>
            <a:lvl3pPr>
              <a:buNone/>
              <a:defRPr sz="1800" b="1">
                <a:solidFill>
                  <a:srgbClr val="2876A8"/>
                </a:solidFill>
                <a:latin typeface="Yu Gothic"/>
                <a:ea typeface="Yu Gothic"/>
                <a:cs typeface="Yu Gothic"/>
              </a:defRPr>
            </a:lvl3pPr>
            <a:lvl4pPr>
              <a:buNone/>
              <a:defRPr sz="1800" b="1">
                <a:solidFill>
                  <a:srgbClr val="2876A8"/>
                </a:solidFill>
                <a:latin typeface="Yu Gothic"/>
                <a:ea typeface="Yu Gothic"/>
                <a:cs typeface="Yu Gothic"/>
              </a:defRPr>
            </a:lvl4pPr>
            <a:lvl5pPr>
              <a:buNone/>
              <a:defRPr sz="1800" b="1">
                <a:solidFill>
                  <a:srgbClr val="2876A8"/>
                </a:solidFill>
                <a:latin typeface="Yu Gothic"/>
                <a:ea typeface="Yu Gothic"/>
                <a:cs typeface="Yu Gothic"/>
              </a:defRPr>
            </a:lvl5pPr>
            <a:lvl6pPr>
              <a:buNone/>
              <a:defRPr sz="1800" b="1">
                <a:solidFill>
                  <a:srgbClr val="2876A8"/>
                </a:solidFill>
                <a:latin typeface="Yu Gothic"/>
                <a:ea typeface="Yu Gothic"/>
                <a:cs typeface="Yu Gothic"/>
              </a:defRPr>
            </a:lvl6pPr>
            <a:lvl7pPr>
              <a:buNone/>
              <a:defRPr sz="1800" b="1">
                <a:solidFill>
                  <a:srgbClr val="2876A8"/>
                </a:solidFill>
                <a:latin typeface="Yu Gothic"/>
                <a:ea typeface="Yu Gothic"/>
                <a:cs typeface="Yu Gothic"/>
              </a:defRPr>
            </a:lvl7pPr>
            <a:lvl8pPr>
              <a:buNone/>
              <a:defRPr sz="1800" b="1">
                <a:solidFill>
                  <a:srgbClr val="2876A8"/>
                </a:solidFill>
                <a:latin typeface="Yu Gothic"/>
                <a:ea typeface="Yu Gothic"/>
                <a:cs typeface="Yu Gothic"/>
              </a:defRPr>
            </a:lvl8pPr>
            <a:lvl9pPr>
              <a:buNone/>
              <a:defRPr sz="1800" b="1">
                <a:solidFill>
                  <a:srgbClr val="2876A8"/>
                </a:solidFill>
                <a:latin typeface="Yu Gothic"/>
                <a:ea typeface="Yu Gothic"/>
                <a:cs typeface="Yu Gothic"/>
              </a:defRPr>
            </a:lvl9pPr>
          </a:lstStyle>
          <a:p xmlns:a="http://schemas.openxmlformats.org/drawingml/2006/main">
            <a:pPr>
              <a:buNone/>
              <a:defRPr sz="1800" b="1">
                <a:solidFill>
                  <a:srgbClr val="2876A8"/>
                </a:solidFill>
                <a:latin typeface="Yu Gothic"/>
                <a:ea typeface="Yu Gothic"/>
                <a:cs typeface="Yu Gothic"/>
              </a:defRPr>
            </a:pPr>
            <a:r>
              <a:rPr sz="1800" b="1">
                <a:solidFill>
                  <a:srgbClr val="2876A8"/>
                </a:solidFill>
                <a:latin typeface="Yu Gothic"/>
                <a:ea typeface="Yu Gothic"/>
                <a:cs typeface="Yu Gothic"/>
              </a:rPr>
              <a:t>B</a:t>
            </a:r>
          </a:p>
        </p:txBody>
      </p:sp>
      <p:sp>
        <p:nvSpPr>
          <p:cNvPr id="40" name="">
            <a:extLst xmlns:a="http://schemas.openxmlformats.org/drawingml/2006/main">
              <a:ext uri="{FF2B5EF4-FFF2-40B4-BE49-F238E27FC236}">
                <a16:creationId xmlns:a16="http://schemas.microsoft.com/office/drawing/2014/main" id="{1602CDFB-7E5E-483D-BFB2-A675492A8E65}"/>
              </a:ext>
            </a:extLst>
          </p:cNvPr>
          <p:cNvSpPr>
            <a:spLocks xmlns:a="http://schemas.openxmlformats.org/drawingml/2006/main" noGrp="1"/>
          </p:cNvSpPr>
          <p:nvPr/>
        </p:nvSpPr>
        <p:spPr>
          <a:xfrm xmlns:a="http://schemas.openxmlformats.org/drawingml/2006/main">
            <a:off x="1714500" y="4095750"/>
            <a:ext cx="3810000" cy="9525"/>
          </a:xfrm>
          <a:custGeom xmlns:a="http://schemas.openxmlformats.org/drawingml/2006/main">
            <a:pathLst>
              <a:path w="3810000" h="9525">
                <a:moveTo>
                  <a:pt x="0" y="0"/>
                </a:moveTo>
                <a:lnTo>
                  <a:pt x="3810000" y="0"/>
                </a:lnTo>
              </a:path>
            </a:pathLst>
          </a:custGeom>
          <a:noFill xmlns:a="http://schemas.openxmlformats.org/drawingml/2006/main"/>
          <a:ln xmlns:a="http://schemas.openxmlformats.org/drawingml/2006/main" w="13335">
            <a:solidFill>
              <a:srgbClr val="71818B"/>
            </a:solidFill>
          </a:ln>
        </p:spPr>
      </p:sp>
      <p:sp>
        <p:nvSpPr>
          <p:cNvPr id="41" name="">
            <a:extLst xmlns:a="http://schemas.openxmlformats.org/drawingml/2006/main">
              <a:ext uri="{FF2B5EF4-FFF2-40B4-BE49-F238E27FC236}">
                <a16:creationId xmlns:a16="http://schemas.microsoft.com/office/drawing/2014/main" id="{CC2C100A-E68D-47BA-BAC6-0E97AE8C51E4}"/>
              </a:ext>
            </a:extLst>
          </p:cNvPr>
          <p:cNvSpPr>
            <a:spLocks xmlns:a="http://schemas.openxmlformats.org/drawingml/2006/main" noGrp="1"/>
          </p:cNvSpPr>
          <p:nvPr/>
        </p:nvSpPr>
        <p:spPr>
          <a:xfrm xmlns:a="http://schemas.openxmlformats.org/drawingml/2006/main">
            <a:off x="5457825" y="4067747"/>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42" name="">
            <a:extLst xmlns:a="http://schemas.openxmlformats.org/drawingml/2006/main">
              <a:ext uri="{FF2B5EF4-FFF2-40B4-BE49-F238E27FC236}">
                <a16:creationId xmlns:a16="http://schemas.microsoft.com/office/drawing/2014/main" id="{A6723C04-C488-4647-B14C-500C5208860B}"/>
              </a:ext>
            </a:extLst>
          </p:cNvPr>
          <p:cNvSpPr>
            <a:spLocks xmlns:a="http://schemas.openxmlformats.org/drawingml/2006/main" noGrp="1"/>
          </p:cNvSpPr>
          <p:nvPr/>
        </p:nvSpPr>
        <p:spPr>
          <a:xfrm xmlns:a="http://schemas.openxmlformats.org/drawingml/2006/main">
            <a:off x="1714500" y="4095750"/>
            <a:ext cx="3810000" cy="9525"/>
          </a:xfrm>
          <a:custGeom xmlns:a="http://schemas.openxmlformats.org/drawingml/2006/main">
            <a:pathLst>
              <a:path w="3810000" h="9525">
                <a:moveTo>
                  <a:pt x="3810000" y="0"/>
                </a:moveTo>
                <a:lnTo>
                  <a:pt x="0" y="0"/>
                </a:lnTo>
              </a:path>
            </a:pathLst>
          </a:custGeom>
          <a:noFill xmlns:a="http://schemas.openxmlformats.org/drawingml/2006/main"/>
          <a:ln xmlns:a="http://schemas.openxmlformats.org/drawingml/2006/main" w="13335">
            <a:solidFill>
              <a:srgbClr val="71818B"/>
            </a:solidFill>
          </a:ln>
        </p:spPr>
      </p:sp>
      <p:sp>
        <p:nvSpPr>
          <p:cNvPr id="43" name="">
            <a:extLst xmlns:a="http://schemas.openxmlformats.org/drawingml/2006/main">
              <a:ext uri="{FF2B5EF4-FFF2-40B4-BE49-F238E27FC236}">
                <a16:creationId xmlns:a16="http://schemas.microsoft.com/office/drawing/2014/main" id="{FE2FF197-6222-4B6D-812B-E587CF052D07}"/>
              </a:ext>
            </a:extLst>
          </p:cNvPr>
          <p:cNvSpPr>
            <a:spLocks xmlns:a="http://schemas.openxmlformats.org/drawingml/2006/main" noGrp="1"/>
          </p:cNvSpPr>
          <p:nvPr/>
        </p:nvSpPr>
        <p:spPr>
          <a:xfrm xmlns:a="http://schemas.openxmlformats.org/drawingml/2006/main">
            <a:off x="1714500" y="4067747"/>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44" name="">
            <a:extLst xmlns:a="http://schemas.openxmlformats.org/drawingml/2006/main">
              <a:ext uri="{FF2B5EF4-FFF2-40B4-BE49-F238E27FC236}">
                <a16:creationId xmlns:a16="http://schemas.microsoft.com/office/drawing/2014/main" id="{9F69967B-9920-4295-949C-147A073B971A}"/>
              </a:ext>
            </a:extLst>
          </p:cNvPr>
          <p:cNvSpPr>
            <a:spLocks xmlns:a="http://schemas.openxmlformats.org/drawingml/2006/main" noGrp="1"/>
          </p:cNvSpPr>
          <p:nvPr/>
        </p:nvSpPr>
        <p:spPr>
          <a:xfrm xmlns:a="http://schemas.openxmlformats.org/drawingml/2006/main">
            <a:off x="1714500" y="4143375"/>
            <a:ext cx="381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71818B"/>
                </a:solidFill>
                <a:latin typeface="Yu Gothic"/>
                <a:ea typeface="Yu Gothic"/>
                <a:cs typeface="Yu Gothic"/>
              </a:defRPr>
            </a:defPPr>
            <a:lvl1pPr algn="ctr">
              <a:buNone/>
              <a:defRPr sz="1725" b="0">
                <a:solidFill>
                  <a:srgbClr val="71818B"/>
                </a:solidFill>
                <a:latin typeface="Yu Gothic"/>
                <a:ea typeface="Yu Gothic"/>
                <a:cs typeface="Yu Gothic"/>
              </a:defRPr>
            </a:lvl1pPr>
            <a:lvl2pPr algn="ctr">
              <a:buNone/>
              <a:defRPr sz="1725" b="0">
                <a:solidFill>
                  <a:srgbClr val="71818B"/>
                </a:solidFill>
                <a:latin typeface="Yu Gothic"/>
                <a:ea typeface="Yu Gothic"/>
                <a:cs typeface="Yu Gothic"/>
              </a:defRPr>
            </a:lvl2pPr>
            <a:lvl3pPr algn="ctr">
              <a:buNone/>
              <a:defRPr sz="1725" b="0">
                <a:solidFill>
                  <a:srgbClr val="71818B"/>
                </a:solidFill>
                <a:latin typeface="Yu Gothic"/>
                <a:ea typeface="Yu Gothic"/>
                <a:cs typeface="Yu Gothic"/>
              </a:defRPr>
            </a:lvl3pPr>
            <a:lvl4pPr algn="ctr">
              <a:buNone/>
              <a:defRPr sz="1725" b="0">
                <a:solidFill>
                  <a:srgbClr val="71818B"/>
                </a:solidFill>
                <a:latin typeface="Yu Gothic"/>
                <a:ea typeface="Yu Gothic"/>
                <a:cs typeface="Yu Gothic"/>
              </a:defRPr>
            </a:lvl4pPr>
            <a:lvl5pPr algn="ctr">
              <a:buNone/>
              <a:defRPr sz="1725" b="0">
                <a:solidFill>
                  <a:srgbClr val="71818B"/>
                </a:solidFill>
                <a:latin typeface="Yu Gothic"/>
                <a:ea typeface="Yu Gothic"/>
                <a:cs typeface="Yu Gothic"/>
              </a:defRPr>
            </a:lvl5pPr>
            <a:lvl6pPr algn="ctr">
              <a:buNone/>
              <a:defRPr sz="1725" b="0">
                <a:solidFill>
                  <a:srgbClr val="71818B"/>
                </a:solidFill>
                <a:latin typeface="Yu Gothic"/>
                <a:ea typeface="Yu Gothic"/>
                <a:cs typeface="Yu Gothic"/>
              </a:defRPr>
            </a:lvl6pPr>
            <a:lvl7pPr algn="ctr">
              <a:buNone/>
              <a:defRPr sz="1725" b="0">
                <a:solidFill>
                  <a:srgbClr val="71818B"/>
                </a:solidFill>
                <a:latin typeface="Yu Gothic"/>
                <a:ea typeface="Yu Gothic"/>
                <a:cs typeface="Yu Gothic"/>
              </a:defRPr>
            </a:lvl7pPr>
            <a:lvl8pPr algn="ctr">
              <a:buNone/>
              <a:defRPr sz="1725" b="0">
                <a:solidFill>
                  <a:srgbClr val="71818B"/>
                </a:solidFill>
                <a:latin typeface="Yu Gothic"/>
                <a:ea typeface="Yu Gothic"/>
                <a:cs typeface="Yu Gothic"/>
              </a:defRPr>
            </a:lvl8pPr>
            <a:lvl9pPr algn="ctr">
              <a:buNone/>
              <a:defRPr sz="1725" b="0">
                <a:solidFill>
                  <a:srgbClr val="71818B"/>
                </a:solidFill>
                <a:latin typeface="Yu Gothic"/>
                <a:ea typeface="Yu Gothic"/>
                <a:cs typeface="Yu Gothic"/>
              </a:defRPr>
            </a:lvl9pPr>
          </a:lstStyle>
          <a:p xmlns:a="http://schemas.openxmlformats.org/drawingml/2006/main">
            <a:pPr algn="ctr">
              <a:buNone/>
              <a:defRPr sz="1725" b="0">
                <a:solidFill>
                  <a:srgbClr val="71818B"/>
                </a:solidFill>
                <a:latin typeface="Yu Gothic"/>
                <a:ea typeface="Yu Gothic"/>
                <a:cs typeface="Yu Gothic"/>
              </a:defRPr>
            </a:pPr>
            <a:r>
              <a:rPr sz="1725" b="0">
                <a:solidFill>
                  <a:srgbClr val="71818B"/>
                </a:solidFill>
                <a:latin typeface="Yu Gothic"/>
                <a:ea typeface="Yu Gothic"/>
                <a:cs typeface="Yu Gothic"/>
              </a:rPr>
              <a:t>0.60 m</a:t>
            </a:r>
          </a:p>
        </p:txBody>
      </p:sp>
      <p:sp>
        <p:nvSpPr>
          <p:cNvPr id="45" name="">
            <a:extLst xmlns:a="http://schemas.openxmlformats.org/drawingml/2006/main">
              <a:ext uri="{FF2B5EF4-FFF2-40B4-BE49-F238E27FC236}">
                <a16:creationId xmlns:a16="http://schemas.microsoft.com/office/drawing/2014/main" id="{0FAB3484-1B37-4C28-AB7D-A4397B015554}"/>
              </a:ext>
            </a:extLst>
          </p:cNvPr>
          <p:cNvSpPr>
            <a:spLocks xmlns:a="http://schemas.openxmlformats.org/drawingml/2006/main" noGrp="1"/>
          </p:cNvSpPr>
          <p:nvPr/>
        </p:nvSpPr>
        <p:spPr>
          <a:xfrm xmlns:a="http://schemas.openxmlformats.org/drawingml/2006/main">
            <a:off x="5524500" y="4095750"/>
            <a:ext cx="3810000" cy="9525"/>
          </a:xfrm>
          <a:custGeom xmlns:a="http://schemas.openxmlformats.org/drawingml/2006/main">
            <a:pathLst>
              <a:path w="3810000" h="9525">
                <a:moveTo>
                  <a:pt x="0" y="0"/>
                </a:moveTo>
                <a:lnTo>
                  <a:pt x="3810000" y="0"/>
                </a:lnTo>
              </a:path>
            </a:pathLst>
          </a:custGeom>
          <a:noFill xmlns:a="http://schemas.openxmlformats.org/drawingml/2006/main"/>
          <a:ln xmlns:a="http://schemas.openxmlformats.org/drawingml/2006/main" w="13335">
            <a:solidFill>
              <a:srgbClr val="71818B"/>
            </a:solidFill>
          </a:ln>
        </p:spPr>
      </p:sp>
      <p:sp>
        <p:nvSpPr>
          <p:cNvPr id="46" name="">
            <a:extLst xmlns:a="http://schemas.openxmlformats.org/drawingml/2006/main">
              <a:ext uri="{FF2B5EF4-FFF2-40B4-BE49-F238E27FC236}">
                <a16:creationId xmlns:a16="http://schemas.microsoft.com/office/drawing/2014/main" id="{06DA003F-BA23-405C-AA8B-BD70F4D39C2C}"/>
              </a:ext>
            </a:extLst>
          </p:cNvPr>
          <p:cNvSpPr>
            <a:spLocks xmlns:a="http://schemas.openxmlformats.org/drawingml/2006/main" noGrp="1"/>
          </p:cNvSpPr>
          <p:nvPr/>
        </p:nvSpPr>
        <p:spPr>
          <a:xfrm xmlns:a="http://schemas.openxmlformats.org/drawingml/2006/main">
            <a:off x="9267825" y="4067747"/>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47" name="">
            <a:extLst xmlns:a="http://schemas.openxmlformats.org/drawingml/2006/main">
              <a:ext uri="{FF2B5EF4-FFF2-40B4-BE49-F238E27FC236}">
                <a16:creationId xmlns:a16="http://schemas.microsoft.com/office/drawing/2014/main" id="{07D8B049-D3EC-4798-B17B-A912B272DFFB}"/>
              </a:ext>
            </a:extLst>
          </p:cNvPr>
          <p:cNvSpPr>
            <a:spLocks xmlns:a="http://schemas.openxmlformats.org/drawingml/2006/main" noGrp="1"/>
          </p:cNvSpPr>
          <p:nvPr/>
        </p:nvSpPr>
        <p:spPr>
          <a:xfrm xmlns:a="http://schemas.openxmlformats.org/drawingml/2006/main">
            <a:off x="5524500" y="4095750"/>
            <a:ext cx="3810000" cy="9525"/>
          </a:xfrm>
          <a:custGeom xmlns:a="http://schemas.openxmlformats.org/drawingml/2006/main">
            <a:pathLst>
              <a:path w="3810000" h="9525">
                <a:moveTo>
                  <a:pt x="3810000" y="0"/>
                </a:moveTo>
                <a:lnTo>
                  <a:pt x="0" y="0"/>
                </a:lnTo>
              </a:path>
            </a:pathLst>
          </a:custGeom>
          <a:noFill xmlns:a="http://schemas.openxmlformats.org/drawingml/2006/main"/>
          <a:ln xmlns:a="http://schemas.openxmlformats.org/drawingml/2006/main" w="13335">
            <a:solidFill>
              <a:srgbClr val="71818B"/>
            </a:solidFill>
          </a:ln>
        </p:spPr>
      </p:sp>
      <p:sp>
        <p:nvSpPr>
          <p:cNvPr id="48" name="">
            <a:extLst xmlns:a="http://schemas.openxmlformats.org/drawingml/2006/main">
              <a:ext uri="{FF2B5EF4-FFF2-40B4-BE49-F238E27FC236}">
                <a16:creationId xmlns:a16="http://schemas.microsoft.com/office/drawing/2014/main" id="{110E2BD6-4233-4DC1-AEB8-40586709DBA0}"/>
              </a:ext>
            </a:extLst>
          </p:cNvPr>
          <p:cNvSpPr>
            <a:spLocks xmlns:a="http://schemas.openxmlformats.org/drawingml/2006/main" noGrp="1"/>
          </p:cNvSpPr>
          <p:nvPr/>
        </p:nvSpPr>
        <p:spPr>
          <a:xfrm xmlns:a="http://schemas.openxmlformats.org/drawingml/2006/main">
            <a:off x="5524500" y="4067747"/>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49" name="">
            <a:extLst xmlns:a="http://schemas.openxmlformats.org/drawingml/2006/main">
              <a:ext uri="{FF2B5EF4-FFF2-40B4-BE49-F238E27FC236}">
                <a16:creationId xmlns:a16="http://schemas.microsoft.com/office/drawing/2014/main" id="{40E59F80-3664-404B-9393-DA808A7C021F}"/>
              </a:ext>
            </a:extLst>
          </p:cNvPr>
          <p:cNvSpPr>
            <a:spLocks xmlns:a="http://schemas.openxmlformats.org/drawingml/2006/main" noGrp="1"/>
          </p:cNvSpPr>
          <p:nvPr/>
        </p:nvSpPr>
        <p:spPr>
          <a:xfrm xmlns:a="http://schemas.openxmlformats.org/drawingml/2006/main">
            <a:off x="5524500" y="4143375"/>
            <a:ext cx="381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71818B"/>
                </a:solidFill>
                <a:latin typeface="Yu Gothic"/>
                <a:ea typeface="Yu Gothic"/>
                <a:cs typeface="Yu Gothic"/>
              </a:defRPr>
            </a:defPPr>
            <a:lvl1pPr algn="ctr">
              <a:buNone/>
              <a:defRPr sz="1725" b="0">
                <a:solidFill>
                  <a:srgbClr val="71818B"/>
                </a:solidFill>
                <a:latin typeface="Yu Gothic"/>
                <a:ea typeface="Yu Gothic"/>
                <a:cs typeface="Yu Gothic"/>
              </a:defRPr>
            </a:lvl1pPr>
            <a:lvl2pPr algn="ctr">
              <a:buNone/>
              <a:defRPr sz="1725" b="0">
                <a:solidFill>
                  <a:srgbClr val="71818B"/>
                </a:solidFill>
                <a:latin typeface="Yu Gothic"/>
                <a:ea typeface="Yu Gothic"/>
                <a:cs typeface="Yu Gothic"/>
              </a:defRPr>
            </a:lvl2pPr>
            <a:lvl3pPr algn="ctr">
              <a:buNone/>
              <a:defRPr sz="1725" b="0">
                <a:solidFill>
                  <a:srgbClr val="71818B"/>
                </a:solidFill>
                <a:latin typeface="Yu Gothic"/>
                <a:ea typeface="Yu Gothic"/>
                <a:cs typeface="Yu Gothic"/>
              </a:defRPr>
            </a:lvl3pPr>
            <a:lvl4pPr algn="ctr">
              <a:buNone/>
              <a:defRPr sz="1725" b="0">
                <a:solidFill>
                  <a:srgbClr val="71818B"/>
                </a:solidFill>
                <a:latin typeface="Yu Gothic"/>
                <a:ea typeface="Yu Gothic"/>
                <a:cs typeface="Yu Gothic"/>
              </a:defRPr>
            </a:lvl4pPr>
            <a:lvl5pPr algn="ctr">
              <a:buNone/>
              <a:defRPr sz="1725" b="0">
                <a:solidFill>
                  <a:srgbClr val="71818B"/>
                </a:solidFill>
                <a:latin typeface="Yu Gothic"/>
                <a:ea typeface="Yu Gothic"/>
                <a:cs typeface="Yu Gothic"/>
              </a:defRPr>
            </a:lvl5pPr>
            <a:lvl6pPr algn="ctr">
              <a:buNone/>
              <a:defRPr sz="1725" b="0">
                <a:solidFill>
                  <a:srgbClr val="71818B"/>
                </a:solidFill>
                <a:latin typeface="Yu Gothic"/>
                <a:ea typeface="Yu Gothic"/>
                <a:cs typeface="Yu Gothic"/>
              </a:defRPr>
            </a:lvl6pPr>
            <a:lvl7pPr algn="ctr">
              <a:buNone/>
              <a:defRPr sz="1725" b="0">
                <a:solidFill>
                  <a:srgbClr val="71818B"/>
                </a:solidFill>
                <a:latin typeface="Yu Gothic"/>
                <a:ea typeface="Yu Gothic"/>
                <a:cs typeface="Yu Gothic"/>
              </a:defRPr>
            </a:lvl7pPr>
            <a:lvl8pPr algn="ctr">
              <a:buNone/>
              <a:defRPr sz="1725" b="0">
                <a:solidFill>
                  <a:srgbClr val="71818B"/>
                </a:solidFill>
                <a:latin typeface="Yu Gothic"/>
                <a:ea typeface="Yu Gothic"/>
                <a:cs typeface="Yu Gothic"/>
              </a:defRPr>
            </a:lvl8pPr>
            <a:lvl9pPr algn="ctr">
              <a:buNone/>
              <a:defRPr sz="1725" b="0">
                <a:solidFill>
                  <a:srgbClr val="71818B"/>
                </a:solidFill>
                <a:latin typeface="Yu Gothic"/>
                <a:ea typeface="Yu Gothic"/>
                <a:cs typeface="Yu Gothic"/>
              </a:defRPr>
            </a:lvl9pPr>
          </a:lstStyle>
          <a:p xmlns:a="http://schemas.openxmlformats.org/drawingml/2006/main">
            <a:pPr algn="ctr">
              <a:buNone/>
              <a:defRPr sz="1725" b="0">
                <a:solidFill>
                  <a:srgbClr val="71818B"/>
                </a:solidFill>
                <a:latin typeface="Yu Gothic"/>
                <a:ea typeface="Yu Gothic"/>
                <a:cs typeface="Yu Gothic"/>
              </a:defRPr>
            </a:pPr>
            <a:r>
              <a:rPr sz="1725" b="0">
                <a:solidFill>
                  <a:srgbClr val="71818B"/>
                </a:solidFill>
                <a:latin typeface="Yu Gothic"/>
                <a:ea typeface="Yu Gothic"/>
                <a:cs typeface="Yu Gothic"/>
              </a:rPr>
              <a:t>0.60 m</a:t>
            </a:r>
          </a:p>
        </p:txBody>
      </p:sp>
      <p:sp>
        <p:nvSpPr>
          <p:cNvPr id="50" name="">
            <a:extLst xmlns:a="http://schemas.openxmlformats.org/drawingml/2006/main">
              <a:ext uri="{FF2B5EF4-FFF2-40B4-BE49-F238E27FC236}">
                <a16:creationId xmlns:a16="http://schemas.microsoft.com/office/drawing/2014/main" id="{A87FA2BD-6636-4270-A6B6-39BF758401E8}"/>
              </a:ext>
            </a:extLst>
          </p:cNvPr>
          <p:cNvSpPr>
            <a:spLocks xmlns:a="http://schemas.openxmlformats.org/drawingml/2006/main" noGrp="1"/>
          </p:cNvSpPr>
          <p:nvPr/>
        </p:nvSpPr>
        <p:spPr>
          <a:xfrm xmlns:a="http://schemas.openxmlformats.org/drawingml/2006/main">
            <a:off x="809625" y="152400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棚板を取り出した計算モデル</a:t>
            </a:r>
          </a:p>
        </p:txBody>
      </p:sp>
      <p:sp>
        <p:nvSpPr>
          <p:cNvPr id="51" name="">
            <a:extLst xmlns:a="http://schemas.openxmlformats.org/drawingml/2006/main">
              <a:ext uri="{FF2B5EF4-FFF2-40B4-BE49-F238E27FC236}">
                <a16:creationId xmlns:a16="http://schemas.microsoft.com/office/drawing/2014/main" id="{28C08F9D-ECEF-4C37-856D-66E297638C07}"/>
              </a:ext>
            </a:extLst>
          </p:cNvPr>
          <p:cNvSpPr>
            <a:spLocks xmlns:a="http://schemas.openxmlformats.org/drawingml/2006/main" noGrp="1"/>
          </p:cNvSpPr>
          <p:nvPr/>
        </p:nvSpPr>
        <p:spPr>
          <a:xfrm xmlns:a="http://schemas.openxmlformats.org/drawingml/2006/main">
            <a:off x="809625" y="47148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支え方：Aはピン、Bはローラー</a:t>
            </a:r>
          </a:p>
        </p:txBody>
      </p:sp>
      <p:sp>
        <p:nvSpPr>
          <p:cNvPr id="52" name="">
            <a:extLst xmlns:a="http://schemas.openxmlformats.org/drawingml/2006/main">
              <a:ext uri="{FF2B5EF4-FFF2-40B4-BE49-F238E27FC236}">
                <a16:creationId xmlns:a16="http://schemas.microsoft.com/office/drawing/2014/main" id="{98F074F4-2CC5-462C-9938-FC662F9C0657}"/>
              </a:ext>
            </a:extLst>
          </p:cNvPr>
          <p:cNvSpPr>
            <a:spLocks xmlns:a="http://schemas.openxmlformats.org/drawingml/2006/main" noGrp="1"/>
          </p:cNvSpPr>
          <p:nvPr/>
        </p:nvSpPr>
        <p:spPr>
          <a:xfrm xmlns:a="http://schemas.openxmlformats.org/drawingml/2006/main">
            <a:off x="809625" y="51911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鉛直荷重のみ。はりの自重はここでは無視する</a:t>
            </a:r>
          </a:p>
        </p:txBody>
      </p:sp>
      <p:sp>
        <p:nvSpPr>
          <p:cNvPr id="53" name="">
            <a:extLst xmlns:a="http://schemas.openxmlformats.org/drawingml/2006/main">
              <a:ext uri="{FF2B5EF4-FFF2-40B4-BE49-F238E27FC236}">
                <a16:creationId xmlns:a16="http://schemas.microsoft.com/office/drawing/2014/main" id="{FF6F8EF9-C3BF-4D2F-8A89-41EA879AC626}"/>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支え方・荷重の位置・長さを先に決める。同じ板でも条件が変われば内部の力が変わる。</a:t>
            </a:r>
          </a:p>
        </p:txBody>
      </p:sp>
    </p:spTree>
    <p:extLst>
      <p:ext uri="{BB962C8B-B14F-4D97-AF65-F5344CB8AC3E}">
        <p14:creationId xmlns:p14="http://schemas.microsoft.com/office/powerpoint/2010/main" val="15743412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450290-A48B-4CCC-A999-97DCE0F0DE28}"/>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実物・モデル・計算結果の関係</a:t>
            </a:r>
          </a:p>
        </p:txBody>
      </p:sp>
      <p:sp>
        <p:nvSpPr>
          <p:cNvPr id="2" name="">
            <a:extLst xmlns:a="http://schemas.openxmlformats.org/drawingml/2006/main">
              <a:ext uri="{FF2B5EF4-FFF2-40B4-BE49-F238E27FC236}">
                <a16:creationId xmlns:a16="http://schemas.microsoft.com/office/drawing/2014/main" id="{71424492-98D7-4850-A580-AE0481BEE6AB}"/>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35786741-4CFC-46E8-9284-1ABFD0746FC4}"/>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graphicFrame>
        <p:nvGraphicFramePr>
          <p:cNvPr id="4" name="">
            <a:extLst xmlns:a="http://schemas.openxmlformats.org/drawingml/2006/main">
              <a:ext uri="{FF2B5EF4-FFF2-40B4-BE49-F238E27FC236}">
                <a16:creationId xmlns:a16="http://schemas.microsoft.com/office/drawing/2014/main" id="{F7F44181-A44A-4E05-9D00-823723A069D7}"/>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429000"/>
                <a:gridCol w="7334250"/>
              </a:tblGrid>
              <a:tr h="695325">
                <a:tc>
                  <a:txBody>
                    <a:bodyPr lIns="85725" tIns="85725" rIns="85725" bIns="85725"/>
                    <a:lstStyle/>
                    <a:p>
                      <a:r>
                        <a:rPr sz="2175" b="1">
                          <a:solidFill>
                            <a:srgbClr val="FFFFFF"/>
                          </a:solidFill>
                          <a:latin typeface="Yu Gothic"/>
                          <a:ea typeface="Yu Gothic"/>
                          <a:cs typeface="Yu Gothic"/>
                        </a:rPr>
                        <a:t>段階</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この回で確認すること</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実物</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棚板、荷物、支えと接合</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モデル</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支点間距離、荷重位置、支持の種類</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計算</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全体の反力と、各断面の内力</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照合</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計算手順と、モデルの仮定を点検</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B4EC159-7C2E-4D4E-B56D-301C15B2646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モデルは目的に応じた理想化。数値の一致だけで仮定の妥当性は決まらない。</a:t>
            </a:r>
          </a:p>
        </p:txBody>
      </p:sp>
      <p:sp>
        <p:nvSpPr>
          <p:cNvPr id="6" name="">
            <a:extLst xmlns:a="http://schemas.openxmlformats.org/drawingml/2006/main">
              <a:ext uri="{FF2B5EF4-FFF2-40B4-BE49-F238E27FC236}">
                <a16:creationId xmlns:a16="http://schemas.microsoft.com/office/drawing/2014/main" id="{A14052C4-B8ED-477A-B52B-50B60A9A7463}"/>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 / 49</a:t>
            </a:r>
          </a:p>
        </p:txBody>
      </p:sp>
    </p:spTree>
    <p:extLst>
      <p:ext uri="{BB962C8B-B14F-4D97-AF65-F5344CB8AC3E}">
        <p14:creationId xmlns:p14="http://schemas.microsoft.com/office/powerpoint/2010/main" val="14149269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CE0D895-B86E-40CF-A0EA-C5F1AA03C08F}"/>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力のモーメント：回そうとする作用</a:t>
            </a:r>
          </a:p>
        </p:txBody>
      </p:sp>
      <p:cxnSp>
        <p:nvCxnSpPr>
          <p:cNvPr id="2" name="">
            <a:extLst xmlns:a="http://schemas.openxmlformats.org/drawingml/2006/main">
              <a:ext uri="{FF2B5EF4-FFF2-40B4-BE49-F238E27FC236}">
                <a16:creationId xmlns:a16="http://schemas.microsoft.com/office/drawing/2014/main" id="{114202E3-3BE9-4894-9382-C184AF8A3332}"/>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BD59B198-87B1-42C8-85CF-8F45F5EA1064}"/>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582D29B8-9EFC-45E3-96B0-A960F6DD5145}"/>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5 / 49</a:t>
            </a:r>
          </a:p>
        </p:txBody>
      </p:sp>
      <p:sp>
        <p:nvSpPr>
          <p:cNvPr id="20" name="">
            <a:extLst xmlns:a="http://schemas.openxmlformats.org/drawingml/2006/main">
              <a:ext uri="{FF2B5EF4-FFF2-40B4-BE49-F238E27FC236}">
                <a16:creationId xmlns:a16="http://schemas.microsoft.com/office/drawing/2014/main" id="{91C2CA11-64F6-450B-9EA1-407DD44A1CCF}"/>
              </a:ext>
            </a:extLst>
          </p:cNvPr>
          <p:cNvSpPr>
            <a:spLocks xmlns:a="http://schemas.openxmlformats.org/drawingml/2006/main" noGrp="1"/>
          </p:cNvSpPr>
          <p:nvPr/>
        </p:nvSpPr>
        <p:spPr>
          <a:xfrm xmlns:a="http://schemas.openxmlformats.org/drawingml/2006/main">
            <a:off x="809625" y="15716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263D4D"/>
                </a:solidFill>
                <a:latin typeface="Yu Gothic"/>
                <a:ea typeface="Yu Gothic"/>
                <a:cs typeface="Yu Gothic"/>
              </a:defRPr>
            </a:defPPr>
            <a:lvl1pPr>
              <a:buNone/>
              <a:defRPr sz="3000" b="1">
                <a:solidFill>
                  <a:srgbClr val="263D4D"/>
                </a:solidFill>
                <a:latin typeface="Yu Gothic"/>
                <a:ea typeface="Yu Gothic"/>
                <a:cs typeface="Yu Gothic"/>
              </a:defRPr>
            </a:lvl1pPr>
            <a:lvl2pPr>
              <a:buNone/>
              <a:defRPr sz="3000" b="1">
                <a:solidFill>
                  <a:srgbClr val="263D4D"/>
                </a:solidFill>
                <a:latin typeface="Yu Gothic"/>
                <a:ea typeface="Yu Gothic"/>
                <a:cs typeface="Yu Gothic"/>
              </a:defRPr>
            </a:lvl2pPr>
            <a:lvl3pPr>
              <a:buNone/>
              <a:defRPr sz="3000" b="1">
                <a:solidFill>
                  <a:srgbClr val="263D4D"/>
                </a:solidFill>
                <a:latin typeface="Yu Gothic"/>
                <a:ea typeface="Yu Gothic"/>
                <a:cs typeface="Yu Gothic"/>
              </a:defRPr>
            </a:lvl3pPr>
            <a:lvl4pPr>
              <a:buNone/>
              <a:defRPr sz="3000" b="1">
                <a:solidFill>
                  <a:srgbClr val="263D4D"/>
                </a:solidFill>
                <a:latin typeface="Yu Gothic"/>
                <a:ea typeface="Yu Gothic"/>
                <a:cs typeface="Yu Gothic"/>
              </a:defRPr>
            </a:lvl4pPr>
            <a:lvl5pPr>
              <a:buNone/>
              <a:defRPr sz="3000" b="1">
                <a:solidFill>
                  <a:srgbClr val="263D4D"/>
                </a:solidFill>
                <a:latin typeface="Yu Gothic"/>
                <a:ea typeface="Yu Gothic"/>
                <a:cs typeface="Yu Gothic"/>
              </a:defRPr>
            </a:lvl5pPr>
            <a:lvl6pPr>
              <a:buNone/>
              <a:defRPr sz="3000" b="1">
                <a:solidFill>
                  <a:srgbClr val="263D4D"/>
                </a:solidFill>
                <a:latin typeface="Yu Gothic"/>
                <a:ea typeface="Yu Gothic"/>
                <a:cs typeface="Yu Gothic"/>
              </a:defRPr>
            </a:lvl6pPr>
            <a:lvl7pPr>
              <a:buNone/>
              <a:defRPr sz="3000" b="1">
                <a:solidFill>
                  <a:srgbClr val="263D4D"/>
                </a:solidFill>
                <a:latin typeface="Yu Gothic"/>
                <a:ea typeface="Yu Gothic"/>
                <a:cs typeface="Yu Gothic"/>
              </a:defRPr>
            </a:lvl7pPr>
            <a:lvl8pPr>
              <a:buNone/>
              <a:defRPr sz="3000" b="1">
                <a:solidFill>
                  <a:srgbClr val="263D4D"/>
                </a:solidFill>
                <a:latin typeface="Yu Gothic"/>
                <a:ea typeface="Yu Gothic"/>
                <a:cs typeface="Yu Gothic"/>
              </a:defRPr>
            </a:lvl8pPr>
            <a:lvl9pPr>
              <a:buNone/>
              <a:defRPr sz="3000" b="1">
                <a:solidFill>
                  <a:srgbClr val="263D4D"/>
                </a:solidFill>
                <a:latin typeface="Yu Gothic"/>
                <a:ea typeface="Yu Gothic"/>
                <a:cs typeface="Yu Gothic"/>
              </a:defRPr>
            </a:lvl9pPr>
          </a:lstStyle>
          <a:p xmlns:a="http://schemas.openxmlformats.org/drawingml/2006/main">
            <a:pPr>
              <a:buNone/>
              <a:defRPr sz="3000" b="1">
                <a:solidFill>
                  <a:srgbClr val="263D4D"/>
                </a:solidFill>
                <a:latin typeface="Yu Gothic"/>
                <a:ea typeface="Yu Gothic"/>
                <a:cs typeface="Yu Gothic"/>
              </a:defRPr>
            </a:pPr>
            <a:r>
              <a:rPr sz="3000" b="1">
                <a:solidFill>
                  <a:srgbClr val="263D4D"/>
                </a:solidFill>
                <a:latin typeface="Yu Gothic"/>
                <a:ea typeface="Yu Gothic"/>
                <a:cs typeface="Yu Gothic"/>
              </a:rPr>
              <a:t>モーメントの大きさ = F × d</a:t>
            </a:r>
          </a:p>
        </p:txBody>
      </p:sp>
      <p:sp>
        <p:nvSpPr>
          <p:cNvPr id="21" name="">
            <a:extLst xmlns:a="http://schemas.openxmlformats.org/drawingml/2006/main">
              <a:ext uri="{FF2B5EF4-FFF2-40B4-BE49-F238E27FC236}">
                <a16:creationId xmlns:a16="http://schemas.microsoft.com/office/drawing/2014/main" id="{B4D5C1B0-563F-4FDA-9111-7C01CD5C4488}"/>
              </a:ext>
            </a:extLst>
          </p:cNvPr>
          <p:cNvSpPr>
            <a:spLocks xmlns:a="http://schemas.openxmlformats.org/drawingml/2006/main" noGrp="1"/>
          </p:cNvSpPr>
          <p:nvPr/>
        </p:nvSpPr>
        <p:spPr>
          <a:xfrm xmlns:a="http://schemas.openxmlformats.org/drawingml/2006/main">
            <a:off x="1714500" y="2714625"/>
            <a:ext cx="4381500" cy="1619250"/>
          </a:xfrm>
          <a:custGeom xmlns:a="http://schemas.openxmlformats.org/drawingml/2006/main">
            <a:pathLst>
              <a:path w="4381500" h="1619250">
                <a:moveTo>
                  <a:pt x="0" y="1619250"/>
                </a:moveTo>
                <a:lnTo>
                  <a:pt x="4381500" y="0"/>
                </a:lnTo>
              </a:path>
            </a:pathLst>
          </a:custGeom>
          <a:noFill xmlns:a="http://schemas.openxmlformats.org/drawingml/2006/main"/>
          <a:ln xmlns:a="http://schemas.openxmlformats.org/drawingml/2006/main" w="161925">
            <a:solidFill>
              <a:srgbClr val="71818B"/>
            </a:solidFill>
          </a:ln>
        </p:spPr>
      </p:sp>
      <p:sp>
        <p:nvSpPr>
          <p:cNvPr id="22" name="">
            <a:extLst xmlns:a="http://schemas.openxmlformats.org/drawingml/2006/main">
              <a:ext uri="{FF2B5EF4-FFF2-40B4-BE49-F238E27FC236}">
                <a16:creationId xmlns:a16="http://schemas.microsoft.com/office/drawing/2014/main" id="{136B2F62-E686-49A2-9EFA-7E0D2B89E8B8}"/>
              </a:ext>
            </a:extLst>
          </p:cNvPr>
          <p:cNvSpPr>
            <a:spLocks xmlns:a="http://schemas.openxmlformats.org/drawingml/2006/main" noGrp="1"/>
          </p:cNvSpPr>
          <p:nvPr/>
        </p:nvSpPr>
        <p:spPr>
          <a:xfrm xmlns:a="http://schemas.openxmlformats.org/drawingml/2006/main">
            <a:off x="1628775" y="4248150"/>
            <a:ext cx="171450" cy="171450"/>
          </a:xfrm>
          <a:prstGeom xmlns:a="http://schemas.openxmlformats.org/drawingml/2006/main" prst="ellipse">
            <a:avLst/>
          </a:prstGeom>
          <a:solidFill xmlns:a="http://schemas.openxmlformats.org/drawingml/2006/main">
            <a:srgbClr val="193B59"/>
          </a:solidFill>
          <a:ln xmlns:a="http://schemas.openxmlformats.org/drawingml/2006/main" w="19050">
            <a:solidFill>
              <a:srgbClr val="193B59"/>
            </a:solidFill>
          </a:ln>
        </p:spPr>
      </p:sp>
      <p:sp>
        <p:nvSpPr>
          <p:cNvPr id="23" name="">
            <a:extLst xmlns:a="http://schemas.openxmlformats.org/drawingml/2006/main">
              <a:ext uri="{FF2B5EF4-FFF2-40B4-BE49-F238E27FC236}">
                <a16:creationId xmlns:a16="http://schemas.microsoft.com/office/drawing/2014/main" id="{BB19223B-8245-4502-ACBE-F8A0F9A6CE24}"/>
              </a:ext>
            </a:extLst>
          </p:cNvPr>
          <p:cNvSpPr>
            <a:spLocks xmlns:a="http://schemas.openxmlformats.org/drawingml/2006/main" noGrp="1"/>
          </p:cNvSpPr>
          <p:nvPr/>
        </p:nvSpPr>
        <p:spPr>
          <a:xfrm xmlns:a="http://schemas.openxmlformats.org/drawingml/2006/main">
            <a:off x="6096000" y="2238375"/>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24" name="">
            <a:extLst xmlns:a="http://schemas.openxmlformats.org/drawingml/2006/main">
              <a:ext uri="{FF2B5EF4-FFF2-40B4-BE49-F238E27FC236}">
                <a16:creationId xmlns:a16="http://schemas.microsoft.com/office/drawing/2014/main" id="{926069B0-0A09-4E56-AD01-09233142C238}"/>
              </a:ext>
            </a:extLst>
          </p:cNvPr>
          <p:cNvSpPr>
            <a:spLocks xmlns:a="http://schemas.openxmlformats.org/drawingml/2006/main" noGrp="1"/>
          </p:cNvSpPr>
          <p:nvPr/>
        </p:nvSpPr>
        <p:spPr>
          <a:xfrm xmlns:a="http://schemas.openxmlformats.org/drawingml/2006/main">
            <a:off x="6096000" y="2366755"/>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25" name="">
            <a:extLst xmlns:a="http://schemas.openxmlformats.org/drawingml/2006/main">
              <a:ext uri="{FF2B5EF4-FFF2-40B4-BE49-F238E27FC236}">
                <a16:creationId xmlns:a16="http://schemas.microsoft.com/office/drawing/2014/main" id="{AC82B0F2-5D6B-4F1D-B3FB-55850F62A27B}"/>
              </a:ext>
            </a:extLst>
          </p:cNvPr>
          <p:cNvSpPr>
            <a:spLocks xmlns:a="http://schemas.openxmlformats.org/drawingml/2006/main" noGrp="1"/>
          </p:cNvSpPr>
          <p:nvPr/>
        </p:nvSpPr>
        <p:spPr>
          <a:xfrm xmlns:a="http://schemas.openxmlformats.org/drawingml/2006/main">
            <a:off x="6096000" y="2495136"/>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26" name="">
            <a:extLst xmlns:a="http://schemas.openxmlformats.org/drawingml/2006/main">
              <a:ext uri="{FF2B5EF4-FFF2-40B4-BE49-F238E27FC236}">
                <a16:creationId xmlns:a16="http://schemas.microsoft.com/office/drawing/2014/main" id="{4EF93550-5648-4DD2-B228-5878F22C0013}"/>
              </a:ext>
            </a:extLst>
          </p:cNvPr>
          <p:cNvSpPr>
            <a:spLocks xmlns:a="http://schemas.openxmlformats.org/drawingml/2006/main" noGrp="1"/>
          </p:cNvSpPr>
          <p:nvPr/>
        </p:nvSpPr>
        <p:spPr>
          <a:xfrm xmlns:a="http://schemas.openxmlformats.org/drawingml/2006/main">
            <a:off x="6096000" y="2623516"/>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27" name="">
            <a:extLst xmlns:a="http://schemas.openxmlformats.org/drawingml/2006/main">
              <a:ext uri="{FF2B5EF4-FFF2-40B4-BE49-F238E27FC236}">
                <a16:creationId xmlns:a16="http://schemas.microsoft.com/office/drawing/2014/main" id="{D72C7158-1726-4408-B4FB-6A663F982AA8}"/>
              </a:ext>
            </a:extLst>
          </p:cNvPr>
          <p:cNvSpPr>
            <a:spLocks xmlns:a="http://schemas.openxmlformats.org/drawingml/2006/main" noGrp="1"/>
          </p:cNvSpPr>
          <p:nvPr/>
        </p:nvSpPr>
        <p:spPr>
          <a:xfrm xmlns:a="http://schemas.openxmlformats.org/drawingml/2006/main">
            <a:off x="6096000" y="2751897"/>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28" name="">
            <a:extLst xmlns:a="http://schemas.openxmlformats.org/drawingml/2006/main">
              <a:ext uri="{FF2B5EF4-FFF2-40B4-BE49-F238E27FC236}">
                <a16:creationId xmlns:a16="http://schemas.microsoft.com/office/drawing/2014/main" id="{97D3EE89-8A62-40F0-894C-20780542FB2B}"/>
              </a:ext>
            </a:extLst>
          </p:cNvPr>
          <p:cNvSpPr>
            <a:spLocks xmlns:a="http://schemas.openxmlformats.org/drawingml/2006/main" noGrp="1"/>
          </p:cNvSpPr>
          <p:nvPr/>
        </p:nvSpPr>
        <p:spPr>
          <a:xfrm xmlns:a="http://schemas.openxmlformats.org/drawingml/2006/main">
            <a:off x="6096000" y="2880277"/>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29" name="">
            <a:extLst xmlns:a="http://schemas.openxmlformats.org/drawingml/2006/main">
              <a:ext uri="{FF2B5EF4-FFF2-40B4-BE49-F238E27FC236}">
                <a16:creationId xmlns:a16="http://schemas.microsoft.com/office/drawing/2014/main" id="{2F786DC7-FC78-4752-BB35-A7BD537394BB}"/>
              </a:ext>
            </a:extLst>
          </p:cNvPr>
          <p:cNvSpPr>
            <a:spLocks xmlns:a="http://schemas.openxmlformats.org/drawingml/2006/main" noGrp="1"/>
          </p:cNvSpPr>
          <p:nvPr/>
        </p:nvSpPr>
        <p:spPr>
          <a:xfrm xmlns:a="http://schemas.openxmlformats.org/drawingml/2006/main">
            <a:off x="6096000" y="3008658"/>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30" name="">
            <a:extLst xmlns:a="http://schemas.openxmlformats.org/drawingml/2006/main">
              <a:ext uri="{FF2B5EF4-FFF2-40B4-BE49-F238E27FC236}">
                <a16:creationId xmlns:a16="http://schemas.microsoft.com/office/drawing/2014/main" id="{C4B678C1-3DD7-48EC-BF69-72E3B62020DE}"/>
              </a:ext>
            </a:extLst>
          </p:cNvPr>
          <p:cNvSpPr>
            <a:spLocks xmlns:a="http://schemas.openxmlformats.org/drawingml/2006/main" noGrp="1"/>
          </p:cNvSpPr>
          <p:nvPr/>
        </p:nvSpPr>
        <p:spPr>
          <a:xfrm xmlns:a="http://schemas.openxmlformats.org/drawingml/2006/main">
            <a:off x="6096000" y="3137038"/>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31" name="">
            <a:extLst xmlns:a="http://schemas.openxmlformats.org/drawingml/2006/main">
              <a:ext uri="{FF2B5EF4-FFF2-40B4-BE49-F238E27FC236}">
                <a16:creationId xmlns:a16="http://schemas.microsoft.com/office/drawing/2014/main" id="{1748EE4A-DAB4-4BCA-8D11-AF4EADAEFF00}"/>
              </a:ext>
            </a:extLst>
          </p:cNvPr>
          <p:cNvSpPr>
            <a:spLocks xmlns:a="http://schemas.openxmlformats.org/drawingml/2006/main" noGrp="1"/>
          </p:cNvSpPr>
          <p:nvPr/>
        </p:nvSpPr>
        <p:spPr>
          <a:xfrm xmlns:a="http://schemas.openxmlformats.org/drawingml/2006/main">
            <a:off x="6096000" y="3265418"/>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32" name="">
            <a:extLst xmlns:a="http://schemas.openxmlformats.org/drawingml/2006/main">
              <a:ext uri="{FF2B5EF4-FFF2-40B4-BE49-F238E27FC236}">
                <a16:creationId xmlns:a16="http://schemas.microsoft.com/office/drawing/2014/main" id="{C7FCBF3B-14B2-4E8A-8167-6C858BB211B4}"/>
              </a:ext>
            </a:extLst>
          </p:cNvPr>
          <p:cNvSpPr>
            <a:spLocks xmlns:a="http://schemas.openxmlformats.org/drawingml/2006/main" noGrp="1"/>
          </p:cNvSpPr>
          <p:nvPr/>
        </p:nvSpPr>
        <p:spPr>
          <a:xfrm xmlns:a="http://schemas.openxmlformats.org/drawingml/2006/main">
            <a:off x="6096000" y="3393799"/>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33" name="">
            <a:extLst xmlns:a="http://schemas.openxmlformats.org/drawingml/2006/main">
              <a:ext uri="{FF2B5EF4-FFF2-40B4-BE49-F238E27FC236}">
                <a16:creationId xmlns:a16="http://schemas.microsoft.com/office/drawing/2014/main" id="{5908B1DD-9DC1-4CF9-9E29-A4BAC3C86FA8}"/>
              </a:ext>
            </a:extLst>
          </p:cNvPr>
          <p:cNvSpPr>
            <a:spLocks xmlns:a="http://schemas.openxmlformats.org/drawingml/2006/main" noGrp="1"/>
          </p:cNvSpPr>
          <p:nvPr/>
        </p:nvSpPr>
        <p:spPr>
          <a:xfrm xmlns:a="http://schemas.openxmlformats.org/drawingml/2006/main">
            <a:off x="6096000" y="3522179"/>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34" name="">
            <a:extLst xmlns:a="http://schemas.openxmlformats.org/drawingml/2006/main">
              <a:ext uri="{FF2B5EF4-FFF2-40B4-BE49-F238E27FC236}">
                <a16:creationId xmlns:a16="http://schemas.microsoft.com/office/drawing/2014/main" id="{E6CAE809-7BAE-4843-8DA5-8AACEB12EC6E}"/>
              </a:ext>
            </a:extLst>
          </p:cNvPr>
          <p:cNvSpPr>
            <a:spLocks xmlns:a="http://schemas.openxmlformats.org/drawingml/2006/main" noGrp="1"/>
          </p:cNvSpPr>
          <p:nvPr/>
        </p:nvSpPr>
        <p:spPr>
          <a:xfrm xmlns:a="http://schemas.openxmlformats.org/drawingml/2006/main">
            <a:off x="6096000" y="3650560"/>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35" name="">
            <a:extLst xmlns:a="http://schemas.openxmlformats.org/drawingml/2006/main">
              <a:ext uri="{FF2B5EF4-FFF2-40B4-BE49-F238E27FC236}">
                <a16:creationId xmlns:a16="http://schemas.microsoft.com/office/drawing/2014/main" id="{A731ED11-1B19-4DC4-87D7-AEBE4BD27E4E}"/>
              </a:ext>
            </a:extLst>
          </p:cNvPr>
          <p:cNvSpPr>
            <a:spLocks xmlns:a="http://schemas.openxmlformats.org/drawingml/2006/main" noGrp="1"/>
          </p:cNvSpPr>
          <p:nvPr/>
        </p:nvSpPr>
        <p:spPr>
          <a:xfrm xmlns:a="http://schemas.openxmlformats.org/drawingml/2006/main">
            <a:off x="6096000" y="3778940"/>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36" name="">
            <a:extLst xmlns:a="http://schemas.openxmlformats.org/drawingml/2006/main">
              <a:ext uri="{FF2B5EF4-FFF2-40B4-BE49-F238E27FC236}">
                <a16:creationId xmlns:a16="http://schemas.microsoft.com/office/drawing/2014/main" id="{DAC20CEB-6F81-4D74-8988-310F81383CEF}"/>
              </a:ext>
            </a:extLst>
          </p:cNvPr>
          <p:cNvSpPr>
            <a:spLocks xmlns:a="http://schemas.openxmlformats.org/drawingml/2006/main" noGrp="1"/>
          </p:cNvSpPr>
          <p:nvPr/>
        </p:nvSpPr>
        <p:spPr>
          <a:xfrm xmlns:a="http://schemas.openxmlformats.org/drawingml/2006/main">
            <a:off x="6096000" y="3907321"/>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37" name="">
            <a:extLst xmlns:a="http://schemas.openxmlformats.org/drawingml/2006/main">
              <a:ext uri="{FF2B5EF4-FFF2-40B4-BE49-F238E27FC236}">
                <a16:creationId xmlns:a16="http://schemas.microsoft.com/office/drawing/2014/main" id="{E1553060-454D-4DBF-A99D-16DA8943126F}"/>
              </a:ext>
            </a:extLst>
          </p:cNvPr>
          <p:cNvSpPr>
            <a:spLocks xmlns:a="http://schemas.openxmlformats.org/drawingml/2006/main" noGrp="1"/>
          </p:cNvSpPr>
          <p:nvPr/>
        </p:nvSpPr>
        <p:spPr>
          <a:xfrm xmlns:a="http://schemas.openxmlformats.org/drawingml/2006/main">
            <a:off x="6096000" y="4035701"/>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38" name="">
            <a:extLst xmlns:a="http://schemas.openxmlformats.org/drawingml/2006/main">
              <a:ext uri="{FF2B5EF4-FFF2-40B4-BE49-F238E27FC236}">
                <a16:creationId xmlns:a16="http://schemas.microsoft.com/office/drawing/2014/main" id="{139FBB53-ECD0-405D-9146-C5FA028B335A}"/>
              </a:ext>
            </a:extLst>
          </p:cNvPr>
          <p:cNvSpPr>
            <a:spLocks xmlns:a="http://schemas.openxmlformats.org/drawingml/2006/main" noGrp="1"/>
          </p:cNvSpPr>
          <p:nvPr/>
        </p:nvSpPr>
        <p:spPr>
          <a:xfrm xmlns:a="http://schemas.openxmlformats.org/drawingml/2006/main">
            <a:off x="6096000" y="4164082"/>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39" name="">
            <a:extLst xmlns:a="http://schemas.openxmlformats.org/drawingml/2006/main">
              <a:ext uri="{FF2B5EF4-FFF2-40B4-BE49-F238E27FC236}">
                <a16:creationId xmlns:a16="http://schemas.microsoft.com/office/drawing/2014/main" id="{F42D2541-1D6E-45F1-9268-0E07A14BCCD5}"/>
              </a:ext>
            </a:extLst>
          </p:cNvPr>
          <p:cNvSpPr>
            <a:spLocks xmlns:a="http://schemas.openxmlformats.org/drawingml/2006/main" noGrp="1"/>
          </p:cNvSpPr>
          <p:nvPr/>
        </p:nvSpPr>
        <p:spPr>
          <a:xfrm xmlns:a="http://schemas.openxmlformats.org/drawingml/2006/main">
            <a:off x="6096000" y="4292462"/>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40" name="">
            <a:extLst xmlns:a="http://schemas.openxmlformats.org/drawingml/2006/main">
              <a:ext uri="{FF2B5EF4-FFF2-40B4-BE49-F238E27FC236}">
                <a16:creationId xmlns:a16="http://schemas.microsoft.com/office/drawing/2014/main" id="{800FEB44-C14A-45BE-8002-90F651A529BB}"/>
              </a:ext>
            </a:extLst>
          </p:cNvPr>
          <p:cNvSpPr>
            <a:spLocks xmlns:a="http://schemas.openxmlformats.org/drawingml/2006/main" noGrp="1"/>
          </p:cNvSpPr>
          <p:nvPr/>
        </p:nvSpPr>
        <p:spPr>
          <a:xfrm xmlns:a="http://schemas.openxmlformats.org/drawingml/2006/main">
            <a:off x="6096000" y="4420842"/>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41" name="">
            <a:extLst xmlns:a="http://schemas.openxmlformats.org/drawingml/2006/main">
              <a:ext uri="{FF2B5EF4-FFF2-40B4-BE49-F238E27FC236}">
                <a16:creationId xmlns:a16="http://schemas.microsoft.com/office/drawing/2014/main" id="{C43CC27F-F0F3-4E9E-BE97-E3CBD0F7D033}"/>
              </a:ext>
            </a:extLst>
          </p:cNvPr>
          <p:cNvSpPr>
            <a:spLocks xmlns:a="http://schemas.openxmlformats.org/drawingml/2006/main" noGrp="1"/>
          </p:cNvSpPr>
          <p:nvPr/>
        </p:nvSpPr>
        <p:spPr>
          <a:xfrm xmlns:a="http://schemas.openxmlformats.org/drawingml/2006/main">
            <a:off x="6096000" y="4549223"/>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42" name="">
            <a:extLst xmlns:a="http://schemas.openxmlformats.org/drawingml/2006/main">
              <a:ext uri="{FF2B5EF4-FFF2-40B4-BE49-F238E27FC236}">
                <a16:creationId xmlns:a16="http://schemas.microsoft.com/office/drawing/2014/main" id="{3A5DACA3-8414-46B3-AFFF-36B566C47933}"/>
              </a:ext>
            </a:extLst>
          </p:cNvPr>
          <p:cNvSpPr>
            <a:spLocks xmlns:a="http://schemas.openxmlformats.org/drawingml/2006/main" noGrp="1"/>
          </p:cNvSpPr>
          <p:nvPr/>
        </p:nvSpPr>
        <p:spPr>
          <a:xfrm xmlns:a="http://schemas.openxmlformats.org/drawingml/2006/main">
            <a:off x="6096000" y="4677603"/>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43" name="">
            <a:extLst xmlns:a="http://schemas.openxmlformats.org/drawingml/2006/main">
              <a:ext uri="{FF2B5EF4-FFF2-40B4-BE49-F238E27FC236}">
                <a16:creationId xmlns:a16="http://schemas.microsoft.com/office/drawing/2014/main" id="{1AE26BD6-6431-404D-8DD3-899275218AC8}"/>
              </a:ext>
            </a:extLst>
          </p:cNvPr>
          <p:cNvSpPr>
            <a:spLocks xmlns:a="http://schemas.openxmlformats.org/drawingml/2006/main" noGrp="1"/>
          </p:cNvSpPr>
          <p:nvPr/>
        </p:nvSpPr>
        <p:spPr>
          <a:xfrm xmlns:a="http://schemas.openxmlformats.org/drawingml/2006/main">
            <a:off x="6096000" y="4805984"/>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44" name="">
            <a:extLst xmlns:a="http://schemas.openxmlformats.org/drawingml/2006/main">
              <a:ext uri="{FF2B5EF4-FFF2-40B4-BE49-F238E27FC236}">
                <a16:creationId xmlns:a16="http://schemas.microsoft.com/office/drawing/2014/main" id="{9C622A83-8962-42BB-BF74-2A9C2CC6FA79}"/>
              </a:ext>
            </a:extLst>
          </p:cNvPr>
          <p:cNvSpPr>
            <a:spLocks xmlns:a="http://schemas.openxmlformats.org/drawingml/2006/main" noGrp="1"/>
          </p:cNvSpPr>
          <p:nvPr/>
        </p:nvSpPr>
        <p:spPr>
          <a:xfrm xmlns:a="http://schemas.openxmlformats.org/drawingml/2006/main">
            <a:off x="6096000" y="4934364"/>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45" name="">
            <a:extLst xmlns:a="http://schemas.openxmlformats.org/drawingml/2006/main">
              <a:ext uri="{FF2B5EF4-FFF2-40B4-BE49-F238E27FC236}">
                <a16:creationId xmlns:a16="http://schemas.microsoft.com/office/drawing/2014/main" id="{10F880F5-736E-4856-9167-22654D151F92}"/>
              </a:ext>
            </a:extLst>
          </p:cNvPr>
          <p:cNvSpPr>
            <a:spLocks xmlns:a="http://schemas.openxmlformats.org/drawingml/2006/main" noGrp="1"/>
          </p:cNvSpPr>
          <p:nvPr/>
        </p:nvSpPr>
        <p:spPr>
          <a:xfrm xmlns:a="http://schemas.openxmlformats.org/drawingml/2006/main">
            <a:off x="6096000" y="5062745"/>
            <a:ext cx="9525" cy="70609"/>
          </a:xfrm>
          <a:custGeom xmlns:a="http://schemas.openxmlformats.org/drawingml/2006/main">
            <a:pathLst>
              <a:path w="9525" h="70609">
                <a:moveTo>
                  <a:pt x="0" y="0"/>
                </a:moveTo>
                <a:lnTo>
                  <a:pt x="0" y="70609"/>
                </a:lnTo>
              </a:path>
            </a:pathLst>
          </a:custGeom>
          <a:noFill xmlns:a="http://schemas.openxmlformats.org/drawingml/2006/main"/>
          <a:ln xmlns:a="http://schemas.openxmlformats.org/drawingml/2006/main" w="11430">
            <a:solidFill>
              <a:srgbClr val="C4483C"/>
            </a:solidFill>
          </a:ln>
        </p:spPr>
      </p:sp>
      <p:sp>
        <p:nvSpPr>
          <p:cNvPr id="46" name="">
            <a:extLst xmlns:a="http://schemas.openxmlformats.org/drawingml/2006/main">
              <a:ext uri="{FF2B5EF4-FFF2-40B4-BE49-F238E27FC236}">
                <a16:creationId xmlns:a16="http://schemas.microsoft.com/office/drawing/2014/main" id="{1C949841-917B-4FDB-8AE7-6D029DC3AF28}"/>
              </a:ext>
            </a:extLst>
          </p:cNvPr>
          <p:cNvSpPr>
            <a:spLocks xmlns:a="http://schemas.openxmlformats.org/drawingml/2006/main" noGrp="1"/>
          </p:cNvSpPr>
          <p:nvPr/>
        </p:nvSpPr>
        <p:spPr>
          <a:xfrm xmlns:a="http://schemas.openxmlformats.org/drawingml/2006/main">
            <a:off x="6096000" y="2571750"/>
            <a:ext cx="9525" cy="1285875"/>
          </a:xfrm>
          <a:custGeom xmlns:a="http://schemas.openxmlformats.org/drawingml/2006/main">
            <a:pathLst>
              <a:path w="9525" h="1285875">
                <a:moveTo>
                  <a:pt x="0" y="0"/>
                </a:moveTo>
                <a:lnTo>
                  <a:pt x="0" y="1285875"/>
                </a:lnTo>
              </a:path>
            </a:pathLst>
          </a:custGeom>
          <a:noFill xmlns:a="http://schemas.openxmlformats.org/drawingml/2006/main"/>
          <a:ln xmlns:a="http://schemas.openxmlformats.org/drawingml/2006/main" w="38100">
            <a:solidFill>
              <a:srgbClr val="C4483C"/>
            </a:solidFill>
          </a:ln>
        </p:spPr>
      </p:sp>
      <p:sp>
        <p:nvSpPr>
          <p:cNvPr id="47" name="">
            <a:extLst xmlns:a="http://schemas.openxmlformats.org/drawingml/2006/main">
              <a:ext uri="{FF2B5EF4-FFF2-40B4-BE49-F238E27FC236}">
                <a16:creationId xmlns:a16="http://schemas.microsoft.com/office/drawing/2014/main" id="{F51B9C85-0A6B-4DCE-939E-E41BF8A9A3F9}"/>
              </a:ext>
            </a:extLst>
          </p:cNvPr>
          <p:cNvSpPr>
            <a:spLocks xmlns:a="http://schemas.openxmlformats.org/drawingml/2006/main" noGrp="1"/>
          </p:cNvSpPr>
          <p:nvPr/>
        </p:nvSpPr>
        <p:spPr>
          <a:xfrm xmlns:a="http://schemas.openxmlformats.org/drawingml/2006/main">
            <a:off x="6047994" y="374332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48" name="">
            <a:extLst xmlns:a="http://schemas.openxmlformats.org/drawingml/2006/main">
              <a:ext uri="{FF2B5EF4-FFF2-40B4-BE49-F238E27FC236}">
                <a16:creationId xmlns:a16="http://schemas.microsoft.com/office/drawing/2014/main" id="{42C6E650-FBE7-4C3F-8828-38528BEF2BFD}"/>
              </a:ext>
            </a:extLst>
          </p:cNvPr>
          <p:cNvSpPr>
            <a:spLocks xmlns:a="http://schemas.openxmlformats.org/drawingml/2006/main" noGrp="1"/>
          </p:cNvSpPr>
          <p:nvPr/>
        </p:nvSpPr>
        <p:spPr>
          <a:xfrm xmlns:a="http://schemas.openxmlformats.org/drawingml/2006/main">
            <a:off x="6381750" y="314325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1">
                <a:solidFill>
                  <a:srgbClr val="C4483C"/>
                </a:solidFill>
                <a:latin typeface="Yu Gothic"/>
                <a:ea typeface="Yu Gothic"/>
                <a:cs typeface="Yu Gothic"/>
              </a:defRPr>
            </a:defPPr>
            <a:lvl1pPr>
              <a:buNone/>
              <a:defRPr sz="2550" b="1">
                <a:solidFill>
                  <a:srgbClr val="C4483C"/>
                </a:solidFill>
                <a:latin typeface="Yu Gothic"/>
                <a:ea typeface="Yu Gothic"/>
                <a:cs typeface="Yu Gothic"/>
              </a:defRPr>
            </a:lvl1pPr>
            <a:lvl2pPr>
              <a:buNone/>
              <a:defRPr sz="2550" b="1">
                <a:solidFill>
                  <a:srgbClr val="C4483C"/>
                </a:solidFill>
                <a:latin typeface="Yu Gothic"/>
                <a:ea typeface="Yu Gothic"/>
                <a:cs typeface="Yu Gothic"/>
              </a:defRPr>
            </a:lvl2pPr>
            <a:lvl3pPr>
              <a:buNone/>
              <a:defRPr sz="2550" b="1">
                <a:solidFill>
                  <a:srgbClr val="C4483C"/>
                </a:solidFill>
                <a:latin typeface="Yu Gothic"/>
                <a:ea typeface="Yu Gothic"/>
                <a:cs typeface="Yu Gothic"/>
              </a:defRPr>
            </a:lvl3pPr>
            <a:lvl4pPr>
              <a:buNone/>
              <a:defRPr sz="2550" b="1">
                <a:solidFill>
                  <a:srgbClr val="C4483C"/>
                </a:solidFill>
                <a:latin typeface="Yu Gothic"/>
                <a:ea typeface="Yu Gothic"/>
                <a:cs typeface="Yu Gothic"/>
              </a:defRPr>
            </a:lvl4pPr>
            <a:lvl5pPr>
              <a:buNone/>
              <a:defRPr sz="2550" b="1">
                <a:solidFill>
                  <a:srgbClr val="C4483C"/>
                </a:solidFill>
                <a:latin typeface="Yu Gothic"/>
                <a:ea typeface="Yu Gothic"/>
                <a:cs typeface="Yu Gothic"/>
              </a:defRPr>
            </a:lvl5pPr>
            <a:lvl6pPr>
              <a:buNone/>
              <a:defRPr sz="2550" b="1">
                <a:solidFill>
                  <a:srgbClr val="C4483C"/>
                </a:solidFill>
                <a:latin typeface="Yu Gothic"/>
                <a:ea typeface="Yu Gothic"/>
                <a:cs typeface="Yu Gothic"/>
              </a:defRPr>
            </a:lvl6pPr>
            <a:lvl7pPr>
              <a:buNone/>
              <a:defRPr sz="2550" b="1">
                <a:solidFill>
                  <a:srgbClr val="C4483C"/>
                </a:solidFill>
                <a:latin typeface="Yu Gothic"/>
                <a:ea typeface="Yu Gothic"/>
                <a:cs typeface="Yu Gothic"/>
              </a:defRPr>
            </a:lvl7pPr>
            <a:lvl8pPr>
              <a:buNone/>
              <a:defRPr sz="2550" b="1">
                <a:solidFill>
                  <a:srgbClr val="C4483C"/>
                </a:solidFill>
                <a:latin typeface="Yu Gothic"/>
                <a:ea typeface="Yu Gothic"/>
                <a:cs typeface="Yu Gothic"/>
              </a:defRPr>
            </a:lvl8pPr>
            <a:lvl9pPr>
              <a:buNone/>
              <a:defRPr sz="2550" b="1">
                <a:solidFill>
                  <a:srgbClr val="C4483C"/>
                </a:solidFill>
                <a:latin typeface="Yu Gothic"/>
                <a:ea typeface="Yu Gothic"/>
                <a:cs typeface="Yu Gothic"/>
              </a:defRPr>
            </a:lvl9pPr>
          </a:lstStyle>
          <a:p xmlns:a="http://schemas.openxmlformats.org/drawingml/2006/main">
            <a:pPr>
              <a:buNone/>
              <a:defRPr sz="2550" b="1">
                <a:solidFill>
                  <a:srgbClr val="C4483C"/>
                </a:solidFill>
                <a:latin typeface="Yu Gothic"/>
                <a:ea typeface="Yu Gothic"/>
                <a:cs typeface="Yu Gothic"/>
              </a:defRPr>
            </a:pPr>
            <a:r>
              <a:rPr sz="2550" b="1">
                <a:solidFill>
                  <a:srgbClr val="C4483C"/>
                </a:solidFill>
                <a:latin typeface="Yu Gothic"/>
                <a:ea typeface="Yu Gothic"/>
                <a:cs typeface="Yu Gothic"/>
              </a:rPr>
              <a:t>F</a:t>
            </a:r>
          </a:p>
        </p:txBody>
      </p:sp>
      <p:sp>
        <p:nvSpPr>
          <p:cNvPr id="49" name="">
            <a:extLst xmlns:a="http://schemas.openxmlformats.org/drawingml/2006/main">
              <a:ext uri="{FF2B5EF4-FFF2-40B4-BE49-F238E27FC236}">
                <a16:creationId xmlns:a16="http://schemas.microsoft.com/office/drawing/2014/main" id="{6D6E1567-FD09-4292-8AF7-10BFE71D59D9}"/>
              </a:ext>
            </a:extLst>
          </p:cNvPr>
          <p:cNvSpPr>
            <a:spLocks xmlns:a="http://schemas.openxmlformats.org/drawingml/2006/main" noGrp="1"/>
          </p:cNvSpPr>
          <p:nvPr/>
        </p:nvSpPr>
        <p:spPr>
          <a:xfrm xmlns:a="http://schemas.openxmlformats.org/drawingml/2006/main">
            <a:off x="5191125" y="5095875"/>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C4483C"/>
                </a:solidFill>
                <a:latin typeface="Yu Gothic"/>
                <a:ea typeface="Yu Gothic"/>
                <a:cs typeface="Yu Gothic"/>
              </a:defRPr>
            </a:defPPr>
            <a:lvl1pPr>
              <a:buNone/>
              <a:defRPr sz="1800" b="0">
                <a:solidFill>
                  <a:srgbClr val="C4483C"/>
                </a:solidFill>
                <a:latin typeface="Yu Gothic"/>
                <a:ea typeface="Yu Gothic"/>
                <a:cs typeface="Yu Gothic"/>
              </a:defRPr>
            </a:lvl1pPr>
            <a:lvl2pPr>
              <a:buNone/>
              <a:defRPr sz="1800" b="0">
                <a:solidFill>
                  <a:srgbClr val="C4483C"/>
                </a:solidFill>
                <a:latin typeface="Yu Gothic"/>
                <a:ea typeface="Yu Gothic"/>
                <a:cs typeface="Yu Gothic"/>
              </a:defRPr>
            </a:lvl2pPr>
            <a:lvl3pPr>
              <a:buNone/>
              <a:defRPr sz="1800" b="0">
                <a:solidFill>
                  <a:srgbClr val="C4483C"/>
                </a:solidFill>
                <a:latin typeface="Yu Gothic"/>
                <a:ea typeface="Yu Gothic"/>
                <a:cs typeface="Yu Gothic"/>
              </a:defRPr>
            </a:lvl3pPr>
            <a:lvl4pPr>
              <a:buNone/>
              <a:defRPr sz="1800" b="0">
                <a:solidFill>
                  <a:srgbClr val="C4483C"/>
                </a:solidFill>
                <a:latin typeface="Yu Gothic"/>
                <a:ea typeface="Yu Gothic"/>
                <a:cs typeface="Yu Gothic"/>
              </a:defRPr>
            </a:lvl4pPr>
            <a:lvl5pPr>
              <a:buNone/>
              <a:defRPr sz="1800" b="0">
                <a:solidFill>
                  <a:srgbClr val="C4483C"/>
                </a:solidFill>
                <a:latin typeface="Yu Gothic"/>
                <a:ea typeface="Yu Gothic"/>
                <a:cs typeface="Yu Gothic"/>
              </a:defRPr>
            </a:lvl5pPr>
            <a:lvl6pPr>
              <a:buNone/>
              <a:defRPr sz="1800" b="0">
                <a:solidFill>
                  <a:srgbClr val="C4483C"/>
                </a:solidFill>
                <a:latin typeface="Yu Gothic"/>
                <a:ea typeface="Yu Gothic"/>
                <a:cs typeface="Yu Gothic"/>
              </a:defRPr>
            </a:lvl6pPr>
            <a:lvl7pPr>
              <a:buNone/>
              <a:defRPr sz="1800" b="0">
                <a:solidFill>
                  <a:srgbClr val="C4483C"/>
                </a:solidFill>
                <a:latin typeface="Yu Gothic"/>
                <a:ea typeface="Yu Gothic"/>
                <a:cs typeface="Yu Gothic"/>
              </a:defRPr>
            </a:lvl7pPr>
            <a:lvl8pPr>
              <a:buNone/>
              <a:defRPr sz="1800" b="0">
                <a:solidFill>
                  <a:srgbClr val="C4483C"/>
                </a:solidFill>
                <a:latin typeface="Yu Gothic"/>
                <a:ea typeface="Yu Gothic"/>
                <a:cs typeface="Yu Gothic"/>
              </a:defRPr>
            </a:lvl8pPr>
            <a:lvl9pPr>
              <a:buNone/>
              <a:defRPr sz="1800" b="0">
                <a:solidFill>
                  <a:srgbClr val="C4483C"/>
                </a:solidFill>
                <a:latin typeface="Yu Gothic"/>
                <a:ea typeface="Yu Gothic"/>
                <a:cs typeface="Yu Gothic"/>
              </a:defRPr>
            </a:lvl9pPr>
          </a:lstStyle>
          <a:p xmlns:a="http://schemas.openxmlformats.org/drawingml/2006/main">
            <a:pPr>
              <a:buNone/>
              <a:defRPr sz="1800" b="0">
                <a:solidFill>
                  <a:srgbClr val="C4483C"/>
                </a:solidFill>
                <a:latin typeface="Yu Gothic"/>
                <a:ea typeface="Yu Gothic"/>
                <a:cs typeface="Yu Gothic"/>
              </a:defRPr>
            </a:pPr>
            <a:r>
              <a:rPr sz="1800" b="0">
                <a:solidFill>
                  <a:srgbClr val="C4483C"/>
                </a:solidFill>
                <a:latin typeface="Yu Gothic"/>
                <a:ea typeface="Yu Gothic"/>
                <a:cs typeface="Yu Gothic"/>
              </a:rPr>
              <a:t>力の作用線</a:t>
            </a:r>
          </a:p>
        </p:txBody>
      </p:sp>
      <p:sp>
        <p:nvSpPr>
          <p:cNvPr id="50" name="">
            <a:extLst xmlns:a="http://schemas.openxmlformats.org/drawingml/2006/main">
              <a:ext uri="{FF2B5EF4-FFF2-40B4-BE49-F238E27FC236}">
                <a16:creationId xmlns:a16="http://schemas.microsoft.com/office/drawing/2014/main" id="{E9C02723-8BC5-4221-A862-70107F0487B2}"/>
              </a:ext>
            </a:extLst>
          </p:cNvPr>
          <p:cNvSpPr>
            <a:spLocks xmlns:a="http://schemas.openxmlformats.org/drawingml/2006/main" noGrp="1"/>
          </p:cNvSpPr>
          <p:nvPr/>
        </p:nvSpPr>
        <p:spPr>
          <a:xfrm xmlns:a="http://schemas.openxmlformats.org/drawingml/2006/main">
            <a:off x="1714500" y="4333875"/>
            <a:ext cx="4381500" cy="9525"/>
          </a:xfrm>
          <a:custGeom xmlns:a="http://schemas.openxmlformats.org/drawingml/2006/main">
            <a:pathLst>
              <a:path w="4381500" h="9525">
                <a:moveTo>
                  <a:pt x="0" y="0"/>
                </a:moveTo>
                <a:lnTo>
                  <a:pt x="4381500" y="0"/>
                </a:lnTo>
              </a:path>
            </a:pathLst>
          </a:custGeom>
          <a:noFill xmlns:a="http://schemas.openxmlformats.org/drawingml/2006/main"/>
          <a:ln xmlns:a="http://schemas.openxmlformats.org/drawingml/2006/main" w="13335">
            <a:solidFill>
              <a:srgbClr val="2876A8"/>
            </a:solidFill>
          </a:ln>
        </p:spPr>
      </p:sp>
      <p:sp>
        <p:nvSpPr>
          <p:cNvPr id="51" name="">
            <a:extLst xmlns:a="http://schemas.openxmlformats.org/drawingml/2006/main">
              <a:ext uri="{FF2B5EF4-FFF2-40B4-BE49-F238E27FC236}">
                <a16:creationId xmlns:a16="http://schemas.microsoft.com/office/drawing/2014/main" id="{D933DF98-4A3C-4668-AEC7-D9BD62288D48}"/>
              </a:ext>
            </a:extLst>
          </p:cNvPr>
          <p:cNvSpPr>
            <a:spLocks xmlns:a="http://schemas.openxmlformats.org/drawingml/2006/main" noGrp="1"/>
          </p:cNvSpPr>
          <p:nvPr/>
        </p:nvSpPr>
        <p:spPr>
          <a:xfrm xmlns:a="http://schemas.openxmlformats.org/drawingml/2006/main">
            <a:off x="6029325" y="4305872"/>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2876A8"/>
          </a:solidFill>
          <a:ln xmlns:a="http://schemas.openxmlformats.org/drawingml/2006/main" w="4763">
            <a:solidFill>
              <a:srgbClr val="2876A8"/>
            </a:solidFill>
          </a:ln>
        </p:spPr>
      </p:sp>
      <p:sp>
        <p:nvSpPr>
          <p:cNvPr id="52" name="">
            <a:extLst xmlns:a="http://schemas.openxmlformats.org/drawingml/2006/main">
              <a:ext uri="{FF2B5EF4-FFF2-40B4-BE49-F238E27FC236}">
                <a16:creationId xmlns:a16="http://schemas.microsoft.com/office/drawing/2014/main" id="{634AE885-45E9-4E1A-A836-62EF56593F8A}"/>
              </a:ext>
            </a:extLst>
          </p:cNvPr>
          <p:cNvSpPr>
            <a:spLocks xmlns:a="http://schemas.openxmlformats.org/drawingml/2006/main" noGrp="1"/>
          </p:cNvSpPr>
          <p:nvPr/>
        </p:nvSpPr>
        <p:spPr>
          <a:xfrm xmlns:a="http://schemas.openxmlformats.org/drawingml/2006/main">
            <a:off x="1714500" y="4333875"/>
            <a:ext cx="4381500" cy="9525"/>
          </a:xfrm>
          <a:custGeom xmlns:a="http://schemas.openxmlformats.org/drawingml/2006/main">
            <a:pathLst>
              <a:path w="4381500" h="9525">
                <a:moveTo>
                  <a:pt x="4381500" y="0"/>
                </a:moveTo>
                <a:lnTo>
                  <a:pt x="0" y="0"/>
                </a:lnTo>
              </a:path>
            </a:pathLst>
          </a:custGeom>
          <a:noFill xmlns:a="http://schemas.openxmlformats.org/drawingml/2006/main"/>
          <a:ln xmlns:a="http://schemas.openxmlformats.org/drawingml/2006/main" w="13335">
            <a:solidFill>
              <a:srgbClr val="2876A8"/>
            </a:solidFill>
          </a:ln>
        </p:spPr>
      </p:sp>
      <p:sp>
        <p:nvSpPr>
          <p:cNvPr id="53" name="">
            <a:extLst xmlns:a="http://schemas.openxmlformats.org/drawingml/2006/main">
              <a:ext uri="{FF2B5EF4-FFF2-40B4-BE49-F238E27FC236}">
                <a16:creationId xmlns:a16="http://schemas.microsoft.com/office/drawing/2014/main" id="{4F4E6D00-A8B0-4269-8C7F-B93E55776603}"/>
              </a:ext>
            </a:extLst>
          </p:cNvPr>
          <p:cNvSpPr>
            <a:spLocks xmlns:a="http://schemas.openxmlformats.org/drawingml/2006/main" noGrp="1"/>
          </p:cNvSpPr>
          <p:nvPr/>
        </p:nvSpPr>
        <p:spPr>
          <a:xfrm xmlns:a="http://schemas.openxmlformats.org/drawingml/2006/main">
            <a:off x="1714500" y="4305872"/>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2876A8"/>
          </a:solidFill>
          <a:ln xmlns:a="http://schemas.openxmlformats.org/drawingml/2006/main" w="4763">
            <a:solidFill>
              <a:srgbClr val="2876A8"/>
            </a:solidFill>
          </a:ln>
        </p:spPr>
      </p:sp>
      <p:sp>
        <p:nvSpPr>
          <p:cNvPr id="54" name="">
            <a:extLst xmlns:a="http://schemas.openxmlformats.org/drawingml/2006/main">
              <a:ext uri="{FF2B5EF4-FFF2-40B4-BE49-F238E27FC236}">
                <a16:creationId xmlns:a16="http://schemas.microsoft.com/office/drawing/2014/main" id="{CC46C173-7AA6-4FA5-AD92-6686F9845A9F}"/>
              </a:ext>
            </a:extLst>
          </p:cNvPr>
          <p:cNvSpPr>
            <a:spLocks xmlns:a="http://schemas.openxmlformats.org/drawingml/2006/main" noGrp="1"/>
          </p:cNvSpPr>
          <p:nvPr/>
        </p:nvSpPr>
        <p:spPr>
          <a:xfrm xmlns:a="http://schemas.openxmlformats.org/drawingml/2006/main">
            <a:off x="1714500" y="43815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0">
                <a:solidFill>
                  <a:srgbClr val="2876A8"/>
                </a:solidFill>
                <a:latin typeface="Yu Gothic"/>
                <a:ea typeface="Yu Gothic"/>
                <a:cs typeface="Yu Gothic"/>
              </a:defRPr>
            </a:defPPr>
            <a:lvl1pPr algn="ctr">
              <a:buNone/>
              <a:defRPr sz="2325" b="0">
                <a:solidFill>
                  <a:srgbClr val="2876A8"/>
                </a:solidFill>
                <a:latin typeface="Yu Gothic"/>
                <a:ea typeface="Yu Gothic"/>
                <a:cs typeface="Yu Gothic"/>
              </a:defRPr>
            </a:lvl1pPr>
            <a:lvl2pPr algn="ctr">
              <a:buNone/>
              <a:defRPr sz="2325" b="0">
                <a:solidFill>
                  <a:srgbClr val="2876A8"/>
                </a:solidFill>
                <a:latin typeface="Yu Gothic"/>
                <a:ea typeface="Yu Gothic"/>
                <a:cs typeface="Yu Gothic"/>
              </a:defRPr>
            </a:lvl2pPr>
            <a:lvl3pPr algn="ctr">
              <a:buNone/>
              <a:defRPr sz="2325" b="0">
                <a:solidFill>
                  <a:srgbClr val="2876A8"/>
                </a:solidFill>
                <a:latin typeface="Yu Gothic"/>
                <a:ea typeface="Yu Gothic"/>
                <a:cs typeface="Yu Gothic"/>
              </a:defRPr>
            </a:lvl3pPr>
            <a:lvl4pPr algn="ctr">
              <a:buNone/>
              <a:defRPr sz="2325" b="0">
                <a:solidFill>
                  <a:srgbClr val="2876A8"/>
                </a:solidFill>
                <a:latin typeface="Yu Gothic"/>
                <a:ea typeface="Yu Gothic"/>
                <a:cs typeface="Yu Gothic"/>
              </a:defRPr>
            </a:lvl4pPr>
            <a:lvl5pPr algn="ctr">
              <a:buNone/>
              <a:defRPr sz="2325" b="0">
                <a:solidFill>
                  <a:srgbClr val="2876A8"/>
                </a:solidFill>
                <a:latin typeface="Yu Gothic"/>
                <a:ea typeface="Yu Gothic"/>
                <a:cs typeface="Yu Gothic"/>
              </a:defRPr>
            </a:lvl5pPr>
            <a:lvl6pPr algn="ctr">
              <a:buNone/>
              <a:defRPr sz="2325" b="0">
                <a:solidFill>
                  <a:srgbClr val="2876A8"/>
                </a:solidFill>
                <a:latin typeface="Yu Gothic"/>
                <a:ea typeface="Yu Gothic"/>
                <a:cs typeface="Yu Gothic"/>
              </a:defRPr>
            </a:lvl6pPr>
            <a:lvl7pPr algn="ctr">
              <a:buNone/>
              <a:defRPr sz="2325" b="0">
                <a:solidFill>
                  <a:srgbClr val="2876A8"/>
                </a:solidFill>
                <a:latin typeface="Yu Gothic"/>
                <a:ea typeface="Yu Gothic"/>
                <a:cs typeface="Yu Gothic"/>
              </a:defRPr>
            </a:lvl7pPr>
            <a:lvl8pPr algn="ctr">
              <a:buNone/>
              <a:defRPr sz="2325" b="0">
                <a:solidFill>
                  <a:srgbClr val="2876A8"/>
                </a:solidFill>
                <a:latin typeface="Yu Gothic"/>
                <a:ea typeface="Yu Gothic"/>
                <a:cs typeface="Yu Gothic"/>
              </a:defRPr>
            </a:lvl8pPr>
            <a:lvl9pPr algn="ctr">
              <a:buNone/>
              <a:defRPr sz="2325" b="0">
                <a:solidFill>
                  <a:srgbClr val="2876A8"/>
                </a:solidFill>
                <a:latin typeface="Yu Gothic"/>
                <a:ea typeface="Yu Gothic"/>
                <a:cs typeface="Yu Gothic"/>
              </a:defRPr>
            </a:lvl9pPr>
          </a:lstStyle>
          <a:p xmlns:a="http://schemas.openxmlformats.org/drawingml/2006/main">
            <a:pPr algn="ctr">
              <a:buNone/>
              <a:defRPr sz="2325" b="0">
                <a:solidFill>
                  <a:srgbClr val="2876A8"/>
                </a:solidFill>
                <a:latin typeface="Yu Gothic"/>
                <a:ea typeface="Yu Gothic"/>
                <a:cs typeface="Yu Gothic"/>
              </a:defRPr>
            </a:pPr>
            <a:r>
              <a:rPr sz="2325" b="0">
                <a:solidFill>
                  <a:srgbClr val="2876A8"/>
                </a:solidFill>
                <a:latin typeface="Yu Gothic"/>
                <a:ea typeface="Yu Gothic"/>
                <a:cs typeface="Yu Gothic"/>
              </a:rPr>
              <a:t>d</a:t>
            </a:r>
          </a:p>
        </p:txBody>
      </p:sp>
      <p:sp>
        <p:nvSpPr>
          <p:cNvPr id="55" name="">
            <a:extLst xmlns:a="http://schemas.openxmlformats.org/drawingml/2006/main">
              <a:ext uri="{FF2B5EF4-FFF2-40B4-BE49-F238E27FC236}">
                <a16:creationId xmlns:a16="http://schemas.microsoft.com/office/drawing/2014/main" id="{BF8039F3-FAF6-4FE8-B7AA-820201988C8F}"/>
              </a:ext>
            </a:extLst>
          </p:cNvPr>
          <p:cNvSpPr>
            <a:spLocks xmlns:a="http://schemas.openxmlformats.org/drawingml/2006/main" noGrp="1"/>
          </p:cNvSpPr>
          <p:nvPr/>
        </p:nvSpPr>
        <p:spPr>
          <a:xfrm xmlns:a="http://schemas.openxmlformats.org/drawingml/2006/main">
            <a:off x="5924550" y="4162425"/>
            <a:ext cx="171450" cy="171450"/>
          </a:xfrm>
          <a:custGeom xmlns:a="http://schemas.openxmlformats.org/drawingml/2006/main">
            <a:pathLst>
              <a:path w="171450" h="171450">
                <a:moveTo>
                  <a:pt x="0" y="171450"/>
                </a:moveTo>
                <a:lnTo>
                  <a:pt x="0" y="0"/>
                </a:lnTo>
                <a:lnTo>
                  <a:pt x="171450" y="0"/>
                </a:lnTo>
              </a:path>
            </a:pathLst>
          </a:custGeom>
          <a:noFill xmlns:a="http://schemas.openxmlformats.org/drawingml/2006/main"/>
          <a:ln xmlns:a="http://schemas.openxmlformats.org/drawingml/2006/main" w="19050">
            <a:solidFill>
              <a:srgbClr val="2876A8"/>
            </a:solidFill>
          </a:ln>
        </p:spPr>
      </p:sp>
      <p:sp>
        <p:nvSpPr>
          <p:cNvPr id="56" name="">
            <a:extLst xmlns:a="http://schemas.openxmlformats.org/drawingml/2006/main">
              <a:ext uri="{FF2B5EF4-FFF2-40B4-BE49-F238E27FC236}">
                <a16:creationId xmlns:a16="http://schemas.microsoft.com/office/drawing/2014/main" id="{6EAA4AD7-AFEC-41F3-8A02-B411F290D574}"/>
              </a:ext>
            </a:extLst>
          </p:cNvPr>
          <p:cNvSpPr>
            <a:spLocks xmlns:a="http://schemas.openxmlformats.org/drawingml/2006/main" noGrp="1"/>
          </p:cNvSpPr>
          <p:nvPr/>
        </p:nvSpPr>
        <p:spPr>
          <a:xfrm xmlns:a="http://schemas.openxmlformats.org/drawingml/2006/main">
            <a:off x="809625" y="46196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回転の中心 O</a:t>
            </a:r>
          </a:p>
        </p:txBody>
      </p:sp>
      <p:sp>
        <p:nvSpPr>
          <p:cNvPr id="57" name="">
            <a:extLst xmlns:a="http://schemas.openxmlformats.org/drawingml/2006/main">
              <a:ext uri="{FF2B5EF4-FFF2-40B4-BE49-F238E27FC236}">
                <a16:creationId xmlns:a16="http://schemas.microsoft.com/office/drawing/2014/main" id="{294DDCCC-5C29-42E8-9059-D08DF54BD25F}"/>
              </a:ext>
            </a:extLst>
          </p:cNvPr>
          <p:cNvSpPr>
            <a:spLocks xmlns:a="http://schemas.openxmlformats.org/drawingml/2006/main" noGrp="1"/>
          </p:cNvSpPr>
          <p:nvPr/>
        </p:nvSpPr>
        <p:spPr>
          <a:xfrm xmlns:a="http://schemas.openxmlformats.org/drawingml/2006/main">
            <a:off x="2238375" y="2714625"/>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71818B"/>
                </a:solidFill>
                <a:latin typeface="Yu Gothic"/>
                <a:ea typeface="Yu Gothic"/>
                <a:cs typeface="Yu Gothic"/>
              </a:defRPr>
            </a:defPPr>
            <a:lvl1pPr>
              <a:buNone/>
              <a:defRPr sz="1875" b="0">
                <a:solidFill>
                  <a:srgbClr val="71818B"/>
                </a:solidFill>
                <a:latin typeface="Yu Gothic"/>
                <a:ea typeface="Yu Gothic"/>
                <a:cs typeface="Yu Gothic"/>
              </a:defRPr>
            </a:lvl1pPr>
            <a:lvl2pPr>
              <a:buNone/>
              <a:defRPr sz="1875" b="0">
                <a:solidFill>
                  <a:srgbClr val="71818B"/>
                </a:solidFill>
                <a:latin typeface="Yu Gothic"/>
                <a:ea typeface="Yu Gothic"/>
                <a:cs typeface="Yu Gothic"/>
              </a:defRPr>
            </a:lvl2pPr>
            <a:lvl3pPr>
              <a:buNone/>
              <a:defRPr sz="1875" b="0">
                <a:solidFill>
                  <a:srgbClr val="71818B"/>
                </a:solidFill>
                <a:latin typeface="Yu Gothic"/>
                <a:ea typeface="Yu Gothic"/>
                <a:cs typeface="Yu Gothic"/>
              </a:defRPr>
            </a:lvl3pPr>
            <a:lvl4pPr>
              <a:buNone/>
              <a:defRPr sz="1875" b="0">
                <a:solidFill>
                  <a:srgbClr val="71818B"/>
                </a:solidFill>
                <a:latin typeface="Yu Gothic"/>
                <a:ea typeface="Yu Gothic"/>
                <a:cs typeface="Yu Gothic"/>
              </a:defRPr>
            </a:lvl4pPr>
            <a:lvl5pPr>
              <a:buNone/>
              <a:defRPr sz="1875" b="0">
                <a:solidFill>
                  <a:srgbClr val="71818B"/>
                </a:solidFill>
                <a:latin typeface="Yu Gothic"/>
                <a:ea typeface="Yu Gothic"/>
                <a:cs typeface="Yu Gothic"/>
              </a:defRPr>
            </a:lvl5pPr>
            <a:lvl6pPr>
              <a:buNone/>
              <a:defRPr sz="1875" b="0">
                <a:solidFill>
                  <a:srgbClr val="71818B"/>
                </a:solidFill>
                <a:latin typeface="Yu Gothic"/>
                <a:ea typeface="Yu Gothic"/>
                <a:cs typeface="Yu Gothic"/>
              </a:defRPr>
            </a:lvl6pPr>
            <a:lvl7pPr>
              <a:buNone/>
              <a:defRPr sz="1875" b="0">
                <a:solidFill>
                  <a:srgbClr val="71818B"/>
                </a:solidFill>
                <a:latin typeface="Yu Gothic"/>
                <a:ea typeface="Yu Gothic"/>
                <a:cs typeface="Yu Gothic"/>
              </a:defRPr>
            </a:lvl7pPr>
            <a:lvl8pPr>
              <a:buNone/>
              <a:defRPr sz="1875" b="0">
                <a:solidFill>
                  <a:srgbClr val="71818B"/>
                </a:solidFill>
                <a:latin typeface="Yu Gothic"/>
                <a:ea typeface="Yu Gothic"/>
                <a:cs typeface="Yu Gothic"/>
              </a:defRPr>
            </a:lvl8pPr>
            <a:lvl9pPr>
              <a:buNone/>
              <a:defRPr sz="1875" b="0">
                <a:solidFill>
                  <a:srgbClr val="71818B"/>
                </a:solidFill>
                <a:latin typeface="Yu Gothic"/>
                <a:ea typeface="Yu Gothic"/>
                <a:cs typeface="Yu Gothic"/>
              </a:defRPr>
            </a:lvl9pPr>
          </a:lstStyle>
          <a:p xmlns:a="http://schemas.openxmlformats.org/drawingml/2006/main">
            <a:pPr>
              <a:buNone/>
              <a:defRPr sz="1875" b="0">
                <a:solidFill>
                  <a:srgbClr val="71818B"/>
                </a:solidFill>
                <a:latin typeface="Yu Gothic"/>
                <a:ea typeface="Yu Gothic"/>
                <a:cs typeface="Yu Gothic"/>
              </a:defRPr>
            </a:pPr>
            <a:r>
              <a:rPr sz="1875" b="0">
                <a:solidFill>
                  <a:srgbClr val="71818B"/>
                </a:solidFill>
                <a:latin typeface="Yu Gothic"/>
                <a:ea typeface="Yu Gothic"/>
                <a:cs typeface="Yu Gothic"/>
              </a:rPr>
              <a:t>部材の斜めの長さ</a:t>
            </a:r>
          </a:p>
        </p:txBody>
      </p:sp>
      <p:sp>
        <p:nvSpPr>
          <p:cNvPr id="58" name="">
            <a:extLst xmlns:a="http://schemas.openxmlformats.org/drawingml/2006/main">
              <a:ext uri="{FF2B5EF4-FFF2-40B4-BE49-F238E27FC236}">
                <a16:creationId xmlns:a16="http://schemas.microsoft.com/office/drawing/2014/main" id="{C8542656-2C6D-40EE-868B-2BCAEF6B5834}"/>
              </a:ext>
            </a:extLst>
          </p:cNvPr>
          <p:cNvSpPr>
            <a:spLocks xmlns:a="http://schemas.openxmlformats.org/drawingml/2006/main" noGrp="1"/>
          </p:cNvSpPr>
          <p:nvPr/>
        </p:nvSpPr>
        <p:spPr>
          <a:xfrm xmlns:a="http://schemas.openxmlformats.org/drawingml/2006/main">
            <a:off x="7858125" y="2667000"/>
            <a:ext cx="3667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d は O から作用線までの</a:t>
            </a:r>
          </a:p>
        </p:txBody>
      </p:sp>
      <p:sp>
        <p:nvSpPr>
          <p:cNvPr id="59" name="">
            <a:extLst xmlns:a="http://schemas.openxmlformats.org/drawingml/2006/main">
              <a:ext uri="{FF2B5EF4-FFF2-40B4-BE49-F238E27FC236}">
                <a16:creationId xmlns:a16="http://schemas.microsoft.com/office/drawing/2014/main" id="{DA81B22B-3FF6-4D63-A068-A34A892CBF27}"/>
              </a:ext>
            </a:extLst>
          </p:cNvPr>
          <p:cNvSpPr>
            <a:spLocks xmlns:a="http://schemas.openxmlformats.org/drawingml/2006/main" noGrp="1"/>
          </p:cNvSpPr>
          <p:nvPr/>
        </p:nvSpPr>
        <p:spPr>
          <a:xfrm xmlns:a="http://schemas.openxmlformats.org/drawingml/2006/main">
            <a:off x="7858125" y="3238500"/>
            <a:ext cx="3667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876A8"/>
                </a:solidFill>
                <a:latin typeface="Yu Gothic"/>
                <a:ea typeface="Yu Gothic"/>
                <a:cs typeface="Yu Gothic"/>
              </a:defRPr>
            </a:defPPr>
            <a:lvl1pPr>
              <a:buNone/>
              <a:defRPr sz="2400" b="1">
                <a:solidFill>
                  <a:srgbClr val="2876A8"/>
                </a:solidFill>
                <a:latin typeface="Yu Gothic"/>
                <a:ea typeface="Yu Gothic"/>
                <a:cs typeface="Yu Gothic"/>
              </a:defRPr>
            </a:lvl1pPr>
            <a:lvl2pPr>
              <a:buNone/>
              <a:defRPr sz="2400" b="1">
                <a:solidFill>
                  <a:srgbClr val="2876A8"/>
                </a:solidFill>
                <a:latin typeface="Yu Gothic"/>
                <a:ea typeface="Yu Gothic"/>
                <a:cs typeface="Yu Gothic"/>
              </a:defRPr>
            </a:lvl2pPr>
            <a:lvl3pPr>
              <a:buNone/>
              <a:defRPr sz="2400" b="1">
                <a:solidFill>
                  <a:srgbClr val="2876A8"/>
                </a:solidFill>
                <a:latin typeface="Yu Gothic"/>
                <a:ea typeface="Yu Gothic"/>
                <a:cs typeface="Yu Gothic"/>
              </a:defRPr>
            </a:lvl3pPr>
            <a:lvl4pPr>
              <a:buNone/>
              <a:defRPr sz="2400" b="1">
                <a:solidFill>
                  <a:srgbClr val="2876A8"/>
                </a:solidFill>
                <a:latin typeface="Yu Gothic"/>
                <a:ea typeface="Yu Gothic"/>
                <a:cs typeface="Yu Gothic"/>
              </a:defRPr>
            </a:lvl4pPr>
            <a:lvl5pPr>
              <a:buNone/>
              <a:defRPr sz="2400" b="1">
                <a:solidFill>
                  <a:srgbClr val="2876A8"/>
                </a:solidFill>
                <a:latin typeface="Yu Gothic"/>
                <a:ea typeface="Yu Gothic"/>
                <a:cs typeface="Yu Gothic"/>
              </a:defRPr>
            </a:lvl5pPr>
            <a:lvl6pPr>
              <a:buNone/>
              <a:defRPr sz="2400" b="1">
                <a:solidFill>
                  <a:srgbClr val="2876A8"/>
                </a:solidFill>
                <a:latin typeface="Yu Gothic"/>
                <a:ea typeface="Yu Gothic"/>
                <a:cs typeface="Yu Gothic"/>
              </a:defRPr>
            </a:lvl6pPr>
            <a:lvl7pPr>
              <a:buNone/>
              <a:defRPr sz="2400" b="1">
                <a:solidFill>
                  <a:srgbClr val="2876A8"/>
                </a:solidFill>
                <a:latin typeface="Yu Gothic"/>
                <a:ea typeface="Yu Gothic"/>
                <a:cs typeface="Yu Gothic"/>
              </a:defRPr>
            </a:lvl7pPr>
            <a:lvl8pPr>
              <a:buNone/>
              <a:defRPr sz="2400" b="1">
                <a:solidFill>
                  <a:srgbClr val="2876A8"/>
                </a:solidFill>
                <a:latin typeface="Yu Gothic"/>
                <a:ea typeface="Yu Gothic"/>
                <a:cs typeface="Yu Gothic"/>
              </a:defRPr>
            </a:lvl8pPr>
            <a:lvl9pPr>
              <a:buNone/>
              <a:defRPr sz="2400" b="1">
                <a:solidFill>
                  <a:srgbClr val="2876A8"/>
                </a:solidFill>
                <a:latin typeface="Yu Gothic"/>
                <a:ea typeface="Yu Gothic"/>
                <a:cs typeface="Yu Gothic"/>
              </a:defRPr>
            </a:lvl9pPr>
          </a:lstStyle>
          <a:p xmlns:a="http://schemas.openxmlformats.org/drawingml/2006/main">
            <a:pPr>
              <a:buNone/>
              <a:defRPr sz="2400" b="1">
                <a:solidFill>
                  <a:srgbClr val="2876A8"/>
                </a:solidFill>
                <a:latin typeface="Yu Gothic"/>
                <a:ea typeface="Yu Gothic"/>
                <a:cs typeface="Yu Gothic"/>
              </a:defRPr>
            </a:pPr>
            <a:r>
              <a:rPr sz="2400" b="1">
                <a:solidFill>
                  <a:srgbClr val="2876A8"/>
                </a:solidFill>
                <a:latin typeface="Yu Gothic"/>
                <a:ea typeface="Yu Gothic"/>
                <a:cs typeface="Yu Gothic"/>
              </a:rPr>
              <a:t>垂直な距離</a:t>
            </a:r>
          </a:p>
        </p:txBody>
      </p:sp>
      <p:sp>
        <p:nvSpPr>
          <p:cNvPr id="60" name="">
            <a:extLst xmlns:a="http://schemas.openxmlformats.org/drawingml/2006/main">
              <a:ext uri="{FF2B5EF4-FFF2-40B4-BE49-F238E27FC236}">
                <a16:creationId xmlns:a16="http://schemas.microsoft.com/office/drawing/2014/main" id="{51B99C69-D00B-447F-9D91-1236C5376A18}"/>
              </a:ext>
            </a:extLst>
          </p:cNvPr>
          <p:cNvSpPr>
            <a:spLocks xmlns:a="http://schemas.openxmlformats.org/drawingml/2006/main" noGrp="1"/>
          </p:cNvSpPr>
          <p:nvPr/>
        </p:nvSpPr>
        <p:spPr>
          <a:xfrm xmlns:a="http://schemas.openxmlformats.org/drawingml/2006/main">
            <a:off x="7887557" y="4273172"/>
            <a:ext cx="799190" cy="746289"/>
          </a:xfrm>
          <a:custGeom xmlns:a="http://schemas.openxmlformats.org/drawingml/2006/main">
            <a:pathLst>
              <a:path w="799190" h="746289">
                <a:moveTo>
                  <a:pt x="599218" y="0"/>
                </a:moveTo>
                <a:lnTo>
                  <a:pt x="647889" y="33100"/>
                </a:lnTo>
                <a:lnTo>
                  <a:pt x="691176" y="72982"/>
                </a:lnTo>
                <a:lnTo>
                  <a:pt x="728142" y="118785"/>
                </a:lnTo>
                <a:lnTo>
                  <a:pt x="757987" y="169516"/>
                </a:lnTo>
                <a:lnTo>
                  <a:pt x="780066" y="224077"/>
                </a:lnTo>
                <a:lnTo>
                  <a:pt x="793900" y="281287"/>
                </a:lnTo>
                <a:lnTo>
                  <a:pt x="799190" y="339908"/>
                </a:lnTo>
                <a:lnTo>
                  <a:pt x="795821" y="398670"/>
                </a:lnTo>
                <a:lnTo>
                  <a:pt x="783866" y="456303"/>
                </a:lnTo>
                <a:lnTo>
                  <a:pt x="763585" y="511557"/>
                </a:lnTo>
                <a:lnTo>
                  <a:pt x="735415" y="563237"/>
                </a:lnTo>
                <a:lnTo>
                  <a:pt x="699967" y="610225"/>
                </a:lnTo>
                <a:lnTo>
                  <a:pt x="658008" y="651502"/>
                </a:lnTo>
                <a:lnTo>
                  <a:pt x="610447" y="686177"/>
                </a:lnTo>
                <a:lnTo>
                  <a:pt x="558313" y="713497"/>
                </a:lnTo>
                <a:lnTo>
                  <a:pt x="502734" y="732872"/>
                </a:lnTo>
                <a:lnTo>
                  <a:pt x="444914" y="743882"/>
                </a:lnTo>
                <a:lnTo>
                  <a:pt x="386104" y="746289"/>
                </a:lnTo>
                <a:lnTo>
                  <a:pt x="327578" y="740041"/>
                </a:lnTo>
                <a:lnTo>
                  <a:pt x="270602" y="725273"/>
                </a:lnTo>
                <a:lnTo>
                  <a:pt x="216409" y="702304"/>
                </a:lnTo>
                <a:lnTo>
                  <a:pt x="166173" y="671633"/>
                </a:lnTo>
                <a:lnTo>
                  <a:pt x="120982" y="633922"/>
                </a:lnTo>
                <a:lnTo>
                  <a:pt x="81812" y="589988"/>
                </a:lnTo>
                <a:lnTo>
                  <a:pt x="49514" y="540783"/>
                </a:lnTo>
                <a:lnTo>
                  <a:pt x="24784" y="487371"/>
                </a:lnTo>
                <a:lnTo>
                  <a:pt x="8160" y="430909"/>
                </a:lnTo>
                <a:lnTo>
                  <a:pt x="0" y="372618"/>
                </a:lnTo>
                <a:lnTo>
                  <a:pt x="482" y="313761"/>
                </a:lnTo>
                <a:lnTo>
                  <a:pt x="9594" y="255612"/>
                </a:lnTo>
                <a:lnTo>
                  <a:pt x="27140" y="199429"/>
                </a:lnTo>
                <a:lnTo>
                  <a:pt x="52740" y="146428"/>
                </a:lnTo>
              </a:path>
            </a:pathLst>
          </a:custGeom>
          <a:noFill xmlns:a="http://schemas.openxmlformats.org/drawingml/2006/main"/>
          <a:ln xmlns:a="http://schemas.openxmlformats.org/drawingml/2006/main" w="28575">
            <a:solidFill>
              <a:srgbClr val="C4483C"/>
            </a:solidFill>
          </a:ln>
        </p:spPr>
      </p:sp>
      <p:sp>
        <p:nvSpPr>
          <p:cNvPr id="61" name="">
            <a:extLst xmlns:a="http://schemas.openxmlformats.org/drawingml/2006/main">
              <a:ext uri="{FF2B5EF4-FFF2-40B4-BE49-F238E27FC236}">
                <a16:creationId xmlns:a16="http://schemas.microsoft.com/office/drawing/2014/main" id="{6647FAF5-85EA-40A0-9076-DC96A49B78CC}"/>
              </a:ext>
            </a:extLst>
          </p:cNvPr>
          <p:cNvSpPr>
            <a:spLocks xmlns:a="http://schemas.openxmlformats.org/drawingml/2006/main" noGrp="1"/>
          </p:cNvSpPr>
          <p:nvPr/>
        </p:nvSpPr>
        <p:spPr>
          <a:xfrm xmlns:a="http://schemas.openxmlformats.org/drawingml/2006/main">
            <a:off x="7914697" y="4419600"/>
            <a:ext cx="25600" cy="53000"/>
          </a:xfrm>
          <a:custGeom xmlns:a="http://schemas.openxmlformats.org/drawingml/2006/main">
            <a:pathLst>
              <a:path w="25600" h="53000">
                <a:moveTo>
                  <a:pt x="0" y="53000"/>
                </a:moveTo>
                <a:lnTo>
                  <a:pt x="25600" y="0"/>
                </a:lnTo>
              </a:path>
            </a:pathLst>
          </a:custGeom>
          <a:noFill xmlns:a="http://schemas.openxmlformats.org/drawingml/2006/main"/>
          <a:ln xmlns:a="http://schemas.openxmlformats.org/drawingml/2006/main" w="28575">
            <a:solidFill>
              <a:srgbClr val="C4483C"/>
            </a:solidFill>
          </a:ln>
        </p:spPr>
      </p:sp>
      <p:sp>
        <p:nvSpPr>
          <p:cNvPr id="62" name="">
            <a:extLst xmlns:a="http://schemas.openxmlformats.org/drawingml/2006/main">
              <a:ext uri="{FF2B5EF4-FFF2-40B4-BE49-F238E27FC236}">
                <a16:creationId xmlns:a16="http://schemas.microsoft.com/office/drawing/2014/main" id="{FFD30016-8700-4F81-8A1F-979D9C943415}"/>
              </a:ext>
            </a:extLst>
          </p:cNvPr>
          <p:cNvSpPr>
            <a:spLocks xmlns:a="http://schemas.openxmlformats.org/drawingml/2006/main" noGrp="1"/>
          </p:cNvSpPr>
          <p:nvPr/>
        </p:nvSpPr>
        <p:spPr>
          <a:xfrm xmlns:a="http://schemas.openxmlformats.org/drawingml/2006/main">
            <a:off x="7862846" y="4419600"/>
            <a:ext cx="77451" cy="103169"/>
          </a:xfrm>
          <a:custGeom xmlns:a="http://schemas.openxmlformats.org/drawingml/2006/main">
            <a:pathLst>
              <a:path w="77451" h="103169">
                <a:moveTo>
                  <a:pt x="77451" y="0"/>
                </a:moveTo>
                <a:lnTo>
                  <a:pt x="0" y="68369"/>
                </a:lnTo>
                <a:lnTo>
                  <a:pt x="72046" y="103169"/>
                </a:lnTo>
                <a:close/>
              </a:path>
            </a:pathLst>
          </a:custGeom>
          <a:solidFill xmlns:a="http://schemas.openxmlformats.org/drawingml/2006/main">
            <a:srgbClr val="C4483C"/>
          </a:solidFill>
          <a:ln xmlns:a="http://schemas.openxmlformats.org/drawingml/2006/main" w="4763">
            <a:solidFill>
              <a:srgbClr val="C4483C"/>
            </a:solidFill>
          </a:ln>
        </p:spPr>
      </p:sp>
      <p:sp>
        <p:nvSpPr>
          <p:cNvPr id="63" name="">
            <a:extLst xmlns:a="http://schemas.openxmlformats.org/drawingml/2006/main">
              <a:ext uri="{FF2B5EF4-FFF2-40B4-BE49-F238E27FC236}">
                <a16:creationId xmlns:a16="http://schemas.microsoft.com/office/drawing/2014/main" id="{BF1EFB7E-C832-45E7-8591-C2139440BF7B}"/>
              </a:ext>
            </a:extLst>
          </p:cNvPr>
          <p:cNvSpPr>
            <a:spLocks xmlns:a="http://schemas.openxmlformats.org/drawingml/2006/main" noGrp="1"/>
          </p:cNvSpPr>
          <p:nvPr/>
        </p:nvSpPr>
        <p:spPr>
          <a:xfrm xmlns:a="http://schemas.openxmlformats.org/drawingml/2006/main">
            <a:off x="8953500" y="4381500"/>
            <a:ext cx="242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C4483C"/>
                </a:solidFill>
                <a:latin typeface="Yu Gothic"/>
                <a:ea typeface="Yu Gothic"/>
                <a:cs typeface="Yu Gothic"/>
              </a:defRPr>
            </a:defPPr>
            <a:lvl1pPr>
              <a:buNone/>
              <a:defRPr sz="2175" b="1">
                <a:solidFill>
                  <a:srgbClr val="C4483C"/>
                </a:solidFill>
                <a:latin typeface="Yu Gothic"/>
                <a:ea typeface="Yu Gothic"/>
                <a:cs typeface="Yu Gothic"/>
              </a:defRPr>
            </a:lvl1pPr>
            <a:lvl2pPr>
              <a:buNone/>
              <a:defRPr sz="2175" b="1">
                <a:solidFill>
                  <a:srgbClr val="C4483C"/>
                </a:solidFill>
                <a:latin typeface="Yu Gothic"/>
                <a:ea typeface="Yu Gothic"/>
                <a:cs typeface="Yu Gothic"/>
              </a:defRPr>
            </a:lvl2pPr>
            <a:lvl3pPr>
              <a:buNone/>
              <a:defRPr sz="2175" b="1">
                <a:solidFill>
                  <a:srgbClr val="C4483C"/>
                </a:solidFill>
                <a:latin typeface="Yu Gothic"/>
                <a:ea typeface="Yu Gothic"/>
                <a:cs typeface="Yu Gothic"/>
              </a:defRPr>
            </a:lvl3pPr>
            <a:lvl4pPr>
              <a:buNone/>
              <a:defRPr sz="2175" b="1">
                <a:solidFill>
                  <a:srgbClr val="C4483C"/>
                </a:solidFill>
                <a:latin typeface="Yu Gothic"/>
                <a:ea typeface="Yu Gothic"/>
                <a:cs typeface="Yu Gothic"/>
              </a:defRPr>
            </a:lvl4pPr>
            <a:lvl5pPr>
              <a:buNone/>
              <a:defRPr sz="2175" b="1">
                <a:solidFill>
                  <a:srgbClr val="C4483C"/>
                </a:solidFill>
                <a:latin typeface="Yu Gothic"/>
                <a:ea typeface="Yu Gothic"/>
                <a:cs typeface="Yu Gothic"/>
              </a:defRPr>
            </a:lvl5pPr>
            <a:lvl6pPr>
              <a:buNone/>
              <a:defRPr sz="2175" b="1">
                <a:solidFill>
                  <a:srgbClr val="C4483C"/>
                </a:solidFill>
                <a:latin typeface="Yu Gothic"/>
                <a:ea typeface="Yu Gothic"/>
                <a:cs typeface="Yu Gothic"/>
              </a:defRPr>
            </a:lvl6pPr>
            <a:lvl7pPr>
              <a:buNone/>
              <a:defRPr sz="2175" b="1">
                <a:solidFill>
                  <a:srgbClr val="C4483C"/>
                </a:solidFill>
                <a:latin typeface="Yu Gothic"/>
                <a:ea typeface="Yu Gothic"/>
                <a:cs typeface="Yu Gothic"/>
              </a:defRPr>
            </a:lvl7pPr>
            <a:lvl8pPr>
              <a:buNone/>
              <a:defRPr sz="2175" b="1">
                <a:solidFill>
                  <a:srgbClr val="C4483C"/>
                </a:solidFill>
                <a:latin typeface="Yu Gothic"/>
                <a:ea typeface="Yu Gothic"/>
                <a:cs typeface="Yu Gothic"/>
              </a:defRPr>
            </a:lvl8pPr>
            <a:lvl9pPr>
              <a:buNone/>
              <a:defRPr sz="2175" b="1">
                <a:solidFill>
                  <a:srgbClr val="C4483C"/>
                </a:solidFill>
                <a:latin typeface="Yu Gothic"/>
                <a:ea typeface="Yu Gothic"/>
                <a:cs typeface="Yu Gothic"/>
              </a:defRPr>
            </a:lvl9pPr>
          </a:lstStyle>
          <a:p xmlns:a="http://schemas.openxmlformats.org/drawingml/2006/main">
            <a:pPr>
              <a:buNone/>
              <a:defRPr sz="2175" b="1">
                <a:solidFill>
                  <a:srgbClr val="C4483C"/>
                </a:solidFill>
                <a:latin typeface="Yu Gothic"/>
                <a:ea typeface="Yu Gothic"/>
                <a:cs typeface="Yu Gothic"/>
              </a:defRPr>
            </a:pPr>
            <a:r>
              <a:rPr sz="2175" b="1">
                <a:solidFill>
                  <a:srgbClr val="C4483C"/>
                </a:solidFill>
                <a:latin typeface="Yu Gothic"/>
                <a:ea typeface="Yu Gothic"/>
                <a:cs typeface="Yu Gothic"/>
              </a:rPr>
              <a:t>時計回り</a:t>
            </a:r>
          </a:p>
        </p:txBody>
      </p:sp>
      <p:sp>
        <p:nvSpPr>
          <p:cNvPr id="64" name="">
            <a:extLst xmlns:a="http://schemas.openxmlformats.org/drawingml/2006/main">
              <a:ext uri="{FF2B5EF4-FFF2-40B4-BE49-F238E27FC236}">
                <a16:creationId xmlns:a16="http://schemas.microsoft.com/office/drawing/2014/main" id="{F043CD58-1C1E-4B7C-A469-C5538C5F460F}"/>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図の直角の位置を確かめる。d は、力を加えた点までの斜めの長さとは限らない。</a:t>
            </a:r>
          </a:p>
        </p:txBody>
      </p:sp>
    </p:spTree>
    <p:extLst>
      <p:ext uri="{BB962C8B-B14F-4D97-AF65-F5344CB8AC3E}">
        <p14:creationId xmlns:p14="http://schemas.microsoft.com/office/powerpoint/2010/main" val="59758916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35337D-3A36-4729-BD3A-FBFA62D88529}"/>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モーメントの大きさと単位</a:t>
            </a:r>
          </a:p>
        </p:txBody>
      </p:sp>
      <p:cxnSp>
        <p:nvCxnSpPr>
          <p:cNvPr id="2" name="">
            <a:extLst xmlns:a="http://schemas.openxmlformats.org/drawingml/2006/main">
              <a:ext uri="{FF2B5EF4-FFF2-40B4-BE49-F238E27FC236}">
                <a16:creationId xmlns:a16="http://schemas.microsoft.com/office/drawing/2014/main" id="{E94236F5-FBE9-4715-9779-D013C6150348}"/>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9C703B7D-4F8C-4866-888A-7F81DAE15931}"/>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E0D4DF66-DB7C-425D-8D8D-6D90A40D005A}"/>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6 / 49</a:t>
            </a:r>
          </a:p>
        </p:txBody>
      </p:sp>
      <p:graphicFrame>
        <p:nvGraphicFramePr>
          <p:cNvPr id="9" name="">
            <a:extLst xmlns:a="http://schemas.openxmlformats.org/drawingml/2006/main">
              <a:ext uri="{FF2B5EF4-FFF2-40B4-BE49-F238E27FC236}">
                <a16:creationId xmlns:a16="http://schemas.microsoft.com/office/drawing/2014/main" id="{4C294641-B333-49BE-9C31-3A23FF169F3D}"/>
              </a:ext>
            </a:extLst>
          </p:cNvPr>
          <p:cNvGraphicFramePr/>
          <p:nvPr/>
        </p:nvGraphicFramePr>
        <p:xfrm>
          <a:off xmlns:a="http://schemas.openxmlformats.org/drawingml/2006/main" x="714375" y="1762125"/>
          <a:ext xmlns:a="http://schemas.openxmlformats.org/drawingml/2006/main" cx="6286500" cy="2190750"/>
        </p:xfrm>
        <a:graphic xmlns:a="http://schemas.openxmlformats.org/drawingml/2006/main">
          <a:graphicData uri="http://schemas.openxmlformats.org/drawingml/2006/table">
            <a:tbl>
              <a:tblPr/>
              <a:tblGrid>
                <a:gridCol w="1571625"/>
                <a:gridCol w="2095500"/>
                <a:gridCol w="2619375"/>
              </a:tblGrid>
              <a:tr h="730250">
                <a:tc>
                  <a:txBody>
                    <a:bodyPr lIns="85725" tIns="85725" rIns="85725" bIns="85725"/>
                    <a:lstStyle/>
                    <a:p>
                      <a:r>
                        <a:rPr sz="1875" b="1">
                          <a:solidFill>
                            <a:srgbClr val="FFFFFF"/>
                          </a:solidFill>
                          <a:latin typeface="Yu Gothic"/>
                          <a:ea typeface="Yu Gothic"/>
                          <a:cs typeface="Yu Gothic"/>
                        </a:rPr>
                        <a:t>力 F</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垂直距離 d</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モーメント</a:t>
                      </a:r>
                    </a:p>
                  </a:txBody>
                  <a:tcPr marL="91440" marR="91440" marT="45720" marB="45720">
                    <a:solidFill>
                      <a:srgbClr val="193B59"/>
                    </a:solidFill>
                  </a:tcPr>
                </a:tc>
              </a:tr>
              <a:tr h="730250">
                <a:tc>
                  <a:txBody>
                    <a:bodyPr lIns="85725" tIns="85725" rIns="85725" bIns="85725"/>
                    <a:lstStyle/>
                    <a:p>
                      <a:r>
                        <a:rPr sz="1875" b="0">
                          <a:solidFill>
                            <a:srgbClr val="263D4D"/>
                          </a:solidFill>
                          <a:latin typeface="Yu Gothic"/>
                          <a:ea typeface="Yu Gothic"/>
                          <a:cs typeface="Yu Gothic"/>
                        </a:rPr>
                        <a:t>20 N</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0.30 m</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6.0 N·m</a:t>
                      </a:r>
                    </a:p>
                  </a:txBody>
                  <a:tcPr marL="91440" marR="91440" marT="45720" marB="45720">
                    <a:solidFill>
                      <a:srgbClr val="E8F0F4"/>
                    </a:solidFill>
                  </a:tcPr>
                </a:tc>
              </a:tr>
              <a:tr h="730250">
                <a:tc>
                  <a:txBody>
                    <a:bodyPr lIns="85725" tIns="85725" rIns="85725" bIns="85725"/>
                    <a:lstStyle/>
                    <a:p>
                      <a:r>
                        <a:rPr sz="1875" b="0">
                          <a:solidFill>
                            <a:srgbClr val="263D4D"/>
                          </a:solidFill>
                          <a:latin typeface="Yu Gothic"/>
                          <a:ea typeface="Yu Gothic"/>
                          <a:cs typeface="Yu Gothic"/>
                        </a:rPr>
                        <a:t>20 N</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0.60 m</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12 N·m</a:t>
                      </a:r>
                    </a:p>
                  </a:txBody>
                  <a:tcPr marL="91440" marR="91440" marT="45720" marB="45720">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2A73E0EE-FAF9-4603-86B6-62D2F8CAC177}"/>
              </a:ext>
            </a:extLst>
          </p:cNvPr>
          <p:cNvSpPr>
            <a:spLocks xmlns:a="http://schemas.openxmlformats.org/drawingml/2006/main" noGrp="1"/>
          </p:cNvSpPr>
          <p:nvPr/>
        </p:nvSpPr>
        <p:spPr>
          <a:xfrm xmlns:a="http://schemas.openxmlformats.org/drawingml/2006/main">
            <a:off x="7858125" y="2476500"/>
            <a:ext cx="1285875" cy="9525"/>
          </a:xfrm>
          <a:custGeom xmlns:a="http://schemas.openxmlformats.org/drawingml/2006/main">
            <a:pathLst>
              <a:path w="1285875" h="9525">
                <a:moveTo>
                  <a:pt x="0" y="0"/>
                </a:moveTo>
                <a:lnTo>
                  <a:pt x="1285875" y="0"/>
                </a:lnTo>
              </a:path>
            </a:pathLst>
          </a:custGeom>
          <a:noFill xmlns:a="http://schemas.openxmlformats.org/drawingml/2006/main"/>
          <a:ln xmlns:a="http://schemas.openxmlformats.org/drawingml/2006/main" w="95250">
            <a:solidFill>
              <a:srgbClr val="71818B"/>
            </a:solidFill>
          </a:ln>
        </p:spPr>
      </p:sp>
      <p:sp>
        <p:nvSpPr>
          <p:cNvPr id="11" name="">
            <a:extLst xmlns:a="http://schemas.openxmlformats.org/drawingml/2006/main">
              <a:ext uri="{FF2B5EF4-FFF2-40B4-BE49-F238E27FC236}">
                <a16:creationId xmlns:a16="http://schemas.microsoft.com/office/drawing/2014/main" id="{8E5FA5D7-9555-4E33-A3AD-D2429F201120}"/>
              </a:ext>
            </a:extLst>
          </p:cNvPr>
          <p:cNvSpPr>
            <a:spLocks xmlns:a="http://schemas.openxmlformats.org/drawingml/2006/main" noGrp="1"/>
          </p:cNvSpPr>
          <p:nvPr/>
        </p:nvSpPr>
        <p:spPr>
          <a:xfrm xmlns:a="http://schemas.openxmlformats.org/drawingml/2006/main">
            <a:off x="7800975" y="2419350"/>
            <a:ext cx="114300" cy="114300"/>
          </a:xfrm>
          <a:prstGeom xmlns:a="http://schemas.openxmlformats.org/drawingml/2006/main" prst="ellipse">
            <a:avLst/>
          </a:prstGeom>
          <a:solidFill xmlns:a="http://schemas.openxmlformats.org/drawingml/2006/main">
            <a:srgbClr val="193B59"/>
          </a:solidFill>
          <a:ln xmlns:a="http://schemas.openxmlformats.org/drawingml/2006/main" w="19050">
            <a:solidFill>
              <a:srgbClr val="193B59"/>
            </a:solidFill>
          </a:ln>
        </p:spPr>
      </p:sp>
      <p:sp>
        <p:nvSpPr>
          <p:cNvPr id="12" name="">
            <a:extLst xmlns:a="http://schemas.openxmlformats.org/drawingml/2006/main">
              <a:ext uri="{FF2B5EF4-FFF2-40B4-BE49-F238E27FC236}">
                <a16:creationId xmlns:a16="http://schemas.microsoft.com/office/drawing/2014/main" id="{7C0B5E6A-C47D-48C3-BE40-DD94F10084A9}"/>
              </a:ext>
            </a:extLst>
          </p:cNvPr>
          <p:cNvSpPr>
            <a:spLocks xmlns:a="http://schemas.openxmlformats.org/drawingml/2006/main" noGrp="1"/>
          </p:cNvSpPr>
          <p:nvPr/>
        </p:nvSpPr>
        <p:spPr>
          <a:xfrm xmlns:a="http://schemas.openxmlformats.org/drawingml/2006/main">
            <a:off x="9144000" y="1809750"/>
            <a:ext cx="9525" cy="609600"/>
          </a:xfrm>
          <a:custGeom xmlns:a="http://schemas.openxmlformats.org/drawingml/2006/main">
            <a:pathLst>
              <a:path w="9525" h="609600">
                <a:moveTo>
                  <a:pt x="0" y="0"/>
                </a:moveTo>
                <a:lnTo>
                  <a:pt x="0" y="609600"/>
                </a:lnTo>
              </a:path>
            </a:pathLst>
          </a:custGeom>
          <a:noFill xmlns:a="http://schemas.openxmlformats.org/drawingml/2006/main"/>
          <a:ln xmlns:a="http://schemas.openxmlformats.org/drawingml/2006/main" w="28575">
            <a:solidFill>
              <a:srgbClr val="C4483C"/>
            </a:solidFill>
          </a:ln>
        </p:spPr>
      </p:sp>
      <p:sp>
        <p:nvSpPr>
          <p:cNvPr id="13" name="">
            <a:extLst xmlns:a="http://schemas.openxmlformats.org/drawingml/2006/main">
              <a:ext uri="{FF2B5EF4-FFF2-40B4-BE49-F238E27FC236}">
                <a16:creationId xmlns:a16="http://schemas.microsoft.com/office/drawing/2014/main" id="{369B51CD-99D9-4002-A3BD-EC310E64BABC}"/>
              </a:ext>
            </a:extLst>
          </p:cNvPr>
          <p:cNvSpPr>
            <a:spLocks xmlns:a="http://schemas.openxmlformats.org/drawingml/2006/main" noGrp="1"/>
          </p:cNvSpPr>
          <p:nvPr/>
        </p:nvSpPr>
        <p:spPr>
          <a:xfrm xmlns:a="http://schemas.openxmlformats.org/drawingml/2006/main">
            <a:off x="9095994" y="23050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14" name="">
            <a:extLst xmlns:a="http://schemas.openxmlformats.org/drawingml/2006/main">
              <a:ext uri="{FF2B5EF4-FFF2-40B4-BE49-F238E27FC236}">
                <a16:creationId xmlns:a16="http://schemas.microsoft.com/office/drawing/2014/main" id="{AD54A96C-9A82-4E59-88B2-F704C217F770}"/>
              </a:ext>
            </a:extLst>
          </p:cNvPr>
          <p:cNvSpPr>
            <a:spLocks xmlns:a="http://schemas.openxmlformats.org/drawingml/2006/main" noGrp="1"/>
          </p:cNvSpPr>
          <p:nvPr/>
        </p:nvSpPr>
        <p:spPr>
          <a:xfrm xmlns:a="http://schemas.openxmlformats.org/drawingml/2006/main">
            <a:off x="8524875" y="1371600"/>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C4483C"/>
                </a:solidFill>
                <a:latin typeface="Yu Gothic"/>
                <a:ea typeface="Yu Gothic"/>
                <a:cs typeface="Yu Gothic"/>
              </a:defRPr>
            </a:defPPr>
            <a:lvl1pPr>
              <a:buNone/>
              <a:defRPr sz="1950" b="1">
                <a:solidFill>
                  <a:srgbClr val="C4483C"/>
                </a:solidFill>
                <a:latin typeface="Yu Gothic"/>
                <a:ea typeface="Yu Gothic"/>
                <a:cs typeface="Yu Gothic"/>
              </a:defRPr>
            </a:lvl1pPr>
            <a:lvl2pPr>
              <a:buNone/>
              <a:defRPr sz="1950" b="1">
                <a:solidFill>
                  <a:srgbClr val="C4483C"/>
                </a:solidFill>
                <a:latin typeface="Yu Gothic"/>
                <a:ea typeface="Yu Gothic"/>
                <a:cs typeface="Yu Gothic"/>
              </a:defRPr>
            </a:lvl2pPr>
            <a:lvl3pPr>
              <a:buNone/>
              <a:defRPr sz="1950" b="1">
                <a:solidFill>
                  <a:srgbClr val="C4483C"/>
                </a:solidFill>
                <a:latin typeface="Yu Gothic"/>
                <a:ea typeface="Yu Gothic"/>
                <a:cs typeface="Yu Gothic"/>
              </a:defRPr>
            </a:lvl3pPr>
            <a:lvl4pPr>
              <a:buNone/>
              <a:defRPr sz="1950" b="1">
                <a:solidFill>
                  <a:srgbClr val="C4483C"/>
                </a:solidFill>
                <a:latin typeface="Yu Gothic"/>
                <a:ea typeface="Yu Gothic"/>
                <a:cs typeface="Yu Gothic"/>
              </a:defRPr>
            </a:lvl4pPr>
            <a:lvl5pPr>
              <a:buNone/>
              <a:defRPr sz="1950" b="1">
                <a:solidFill>
                  <a:srgbClr val="C4483C"/>
                </a:solidFill>
                <a:latin typeface="Yu Gothic"/>
                <a:ea typeface="Yu Gothic"/>
                <a:cs typeface="Yu Gothic"/>
              </a:defRPr>
            </a:lvl5pPr>
            <a:lvl6pPr>
              <a:buNone/>
              <a:defRPr sz="1950" b="1">
                <a:solidFill>
                  <a:srgbClr val="C4483C"/>
                </a:solidFill>
                <a:latin typeface="Yu Gothic"/>
                <a:ea typeface="Yu Gothic"/>
                <a:cs typeface="Yu Gothic"/>
              </a:defRPr>
            </a:lvl6pPr>
            <a:lvl7pPr>
              <a:buNone/>
              <a:defRPr sz="1950" b="1">
                <a:solidFill>
                  <a:srgbClr val="C4483C"/>
                </a:solidFill>
                <a:latin typeface="Yu Gothic"/>
                <a:ea typeface="Yu Gothic"/>
                <a:cs typeface="Yu Gothic"/>
              </a:defRPr>
            </a:lvl7pPr>
            <a:lvl8pPr>
              <a:buNone/>
              <a:defRPr sz="1950" b="1">
                <a:solidFill>
                  <a:srgbClr val="C4483C"/>
                </a:solidFill>
                <a:latin typeface="Yu Gothic"/>
                <a:ea typeface="Yu Gothic"/>
                <a:cs typeface="Yu Gothic"/>
              </a:defRPr>
            </a:lvl8pPr>
            <a:lvl9pPr>
              <a:buNone/>
              <a:defRPr sz="1950" b="1">
                <a:solidFill>
                  <a:srgbClr val="C4483C"/>
                </a:solidFill>
                <a:latin typeface="Yu Gothic"/>
                <a:ea typeface="Yu Gothic"/>
                <a:cs typeface="Yu Gothic"/>
              </a:defRPr>
            </a:lvl9pPr>
          </a:lstStyle>
          <a:p xmlns:a="http://schemas.openxmlformats.org/drawingml/2006/main">
            <a:pPr>
              <a:buNone/>
              <a:defRPr sz="1950" b="1">
                <a:solidFill>
                  <a:srgbClr val="C4483C"/>
                </a:solidFill>
                <a:latin typeface="Yu Gothic"/>
                <a:ea typeface="Yu Gothic"/>
                <a:cs typeface="Yu Gothic"/>
              </a:defRPr>
            </a:pPr>
            <a:r>
              <a:rPr sz="1950" b="1">
                <a:solidFill>
                  <a:srgbClr val="C4483C"/>
                </a:solidFill>
                <a:latin typeface="Yu Gothic"/>
                <a:ea typeface="Yu Gothic"/>
                <a:cs typeface="Yu Gothic"/>
              </a:rPr>
              <a:t>20 N</a:t>
            </a:r>
          </a:p>
        </p:txBody>
      </p:sp>
      <p:sp>
        <p:nvSpPr>
          <p:cNvPr id="15" name="">
            <a:extLst xmlns:a="http://schemas.openxmlformats.org/drawingml/2006/main">
              <a:ext uri="{FF2B5EF4-FFF2-40B4-BE49-F238E27FC236}">
                <a16:creationId xmlns:a16="http://schemas.microsoft.com/office/drawing/2014/main" id="{8AB20C83-A80D-4DE5-8316-929FC4745110}"/>
              </a:ext>
            </a:extLst>
          </p:cNvPr>
          <p:cNvSpPr>
            <a:spLocks xmlns:a="http://schemas.openxmlformats.org/drawingml/2006/main" noGrp="1"/>
          </p:cNvSpPr>
          <p:nvPr/>
        </p:nvSpPr>
        <p:spPr>
          <a:xfrm xmlns:a="http://schemas.openxmlformats.org/drawingml/2006/main">
            <a:off x="7858125" y="2714625"/>
            <a:ext cx="1285875" cy="9525"/>
          </a:xfrm>
          <a:custGeom xmlns:a="http://schemas.openxmlformats.org/drawingml/2006/main">
            <a:pathLst>
              <a:path w="1285875" h="9525">
                <a:moveTo>
                  <a:pt x="0" y="0"/>
                </a:moveTo>
                <a:lnTo>
                  <a:pt x="1285875" y="0"/>
                </a:lnTo>
              </a:path>
            </a:pathLst>
          </a:custGeom>
          <a:noFill xmlns:a="http://schemas.openxmlformats.org/drawingml/2006/main"/>
          <a:ln xmlns:a="http://schemas.openxmlformats.org/drawingml/2006/main" w="13335">
            <a:solidFill>
              <a:srgbClr val="2876A8"/>
            </a:solidFill>
          </a:ln>
        </p:spPr>
      </p:sp>
      <p:sp>
        <p:nvSpPr>
          <p:cNvPr id="16" name="">
            <a:extLst xmlns:a="http://schemas.openxmlformats.org/drawingml/2006/main">
              <a:ext uri="{FF2B5EF4-FFF2-40B4-BE49-F238E27FC236}">
                <a16:creationId xmlns:a16="http://schemas.microsoft.com/office/drawing/2014/main" id="{D5D975B0-3326-478B-8DE6-7B786B3072BA}"/>
              </a:ext>
            </a:extLst>
          </p:cNvPr>
          <p:cNvSpPr>
            <a:spLocks xmlns:a="http://schemas.openxmlformats.org/drawingml/2006/main" noGrp="1"/>
          </p:cNvSpPr>
          <p:nvPr/>
        </p:nvSpPr>
        <p:spPr>
          <a:xfrm xmlns:a="http://schemas.openxmlformats.org/drawingml/2006/main">
            <a:off x="9077325" y="2686622"/>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2876A8"/>
          </a:solidFill>
          <a:ln xmlns:a="http://schemas.openxmlformats.org/drawingml/2006/main" w="4763">
            <a:solidFill>
              <a:srgbClr val="2876A8"/>
            </a:solidFill>
          </a:ln>
        </p:spPr>
      </p:sp>
      <p:sp>
        <p:nvSpPr>
          <p:cNvPr id="17" name="">
            <a:extLst xmlns:a="http://schemas.openxmlformats.org/drawingml/2006/main">
              <a:ext uri="{FF2B5EF4-FFF2-40B4-BE49-F238E27FC236}">
                <a16:creationId xmlns:a16="http://schemas.microsoft.com/office/drawing/2014/main" id="{6EB8F22C-9D18-4C82-B488-6AE5729C345A}"/>
              </a:ext>
            </a:extLst>
          </p:cNvPr>
          <p:cNvSpPr>
            <a:spLocks xmlns:a="http://schemas.openxmlformats.org/drawingml/2006/main" noGrp="1"/>
          </p:cNvSpPr>
          <p:nvPr/>
        </p:nvSpPr>
        <p:spPr>
          <a:xfrm xmlns:a="http://schemas.openxmlformats.org/drawingml/2006/main">
            <a:off x="7858125" y="2714625"/>
            <a:ext cx="1285875" cy="9525"/>
          </a:xfrm>
          <a:custGeom xmlns:a="http://schemas.openxmlformats.org/drawingml/2006/main">
            <a:pathLst>
              <a:path w="1285875" h="9525">
                <a:moveTo>
                  <a:pt x="1285875" y="0"/>
                </a:moveTo>
                <a:lnTo>
                  <a:pt x="0" y="0"/>
                </a:lnTo>
              </a:path>
            </a:pathLst>
          </a:custGeom>
          <a:noFill xmlns:a="http://schemas.openxmlformats.org/drawingml/2006/main"/>
          <a:ln xmlns:a="http://schemas.openxmlformats.org/drawingml/2006/main" w="13335">
            <a:solidFill>
              <a:srgbClr val="2876A8"/>
            </a:solidFill>
          </a:ln>
        </p:spPr>
      </p:sp>
      <p:sp>
        <p:nvSpPr>
          <p:cNvPr id="18" name="">
            <a:extLst xmlns:a="http://schemas.openxmlformats.org/drawingml/2006/main">
              <a:ext uri="{FF2B5EF4-FFF2-40B4-BE49-F238E27FC236}">
                <a16:creationId xmlns:a16="http://schemas.microsoft.com/office/drawing/2014/main" id="{EB7FB4D4-80B5-4CEC-B6F8-4982B246227B}"/>
              </a:ext>
            </a:extLst>
          </p:cNvPr>
          <p:cNvSpPr>
            <a:spLocks xmlns:a="http://schemas.openxmlformats.org/drawingml/2006/main" noGrp="1"/>
          </p:cNvSpPr>
          <p:nvPr/>
        </p:nvSpPr>
        <p:spPr>
          <a:xfrm xmlns:a="http://schemas.openxmlformats.org/drawingml/2006/main">
            <a:off x="7858125" y="2686622"/>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2876A8"/>
          </a:solidFill>
          <a:ln xmlns:a="http://schemas.openxmlformats.org/drawingml/2006/main" w="4763">
            <a:solidFill>
              <a:srgbClr val="2876A8"/>
            </a:solidFill>
          </a:ln>
        </p:spPr>
      </p:sp>
      <p:sp>
        <p:nvSpPr>
          <p:cNvPr id="19" name="">
            <a:extLst xmlns:a="http://schemas.openxmlformats.org/drawingml/2006/main">
              <a:ext uri="{FF2B5EF4-FFF2-40B4-BE49-F238E27FC236}">
                <a16:creationId xmlns:a16="http://schemas.microsoft.com/office/drawing/2014/main" id="{562BDA29-843B-4E76-BBC9-D992144D52E4}"/>
              </a:ext>
            </a:extLst>
          </p:cNvPr>
          <p:cNvSpPr>
            <a:spLocks xmlns:a="http://schemas.openxmlformats.org/drawingml/2006/main" noGrp="1"/>
          </p:cNvSpPr>
          <p:nvPr/>
        </p:nvSpPr>
        <p:spPr>
          <a:xfrm xmlns:a="http://schemas.openxmlformats.org/drawingml/2006/main">
            <a:off x="7858125" y="2762250"/>
            <a:ext cx="128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2876A8"/>
                </a:solidFill>
                <a:latin typeface="Yu Gothic"/>
                <a:ea typeface="Yu Gothic"/>
                <a:cs typeface="Yu Gothic"/>
              </a:defRPr>
            </a:defPPr>
            <a:lvl1pPr algn="ctr">
              <a:buNone/>
              <a:defRPr sz="1650" b="0">
                <a:solidFill>
                  <a:srgbClr val="2876A8"/>
                </a:solidFill>
                <a:latin typeface="Yu Gothic"/>
                <a:ea typeface="Yu Gothic"/>
                <a:cs typeface="Yu Gothic"/>
              </a:defRPr>
            </a:lvl1pPr>
            <a:lvl2pPr algn="ctr">
              <a:buNone/>
              <a:defRPr sz="1650" b="0">
                <a:solidFill>
                  <a:srgbClr val="2876A8"/>
                </a:solidFill>
                <a:latin typeface="Yu Gothic"/>
                <a:ea typeface="Yu Gothic"/>
                <a:cs typeface="Yu Gothic"/>
              </a:defRPr>
            </a:lvl2pPr>
            <a:lvl3pPr algn="ctr">
              <a:buNone/>
              <a:defRPr sz="1650" b="0">
                <a:solidFill>
                  <a:srgbClr val="2876A8"/>
                </a:solidFill>
                <a:latin typeface="Yu Gothic"/>
                <a:ea typeface="Yu Gothic"/>
                <a:cs typeface="Yu Gothic"/>
              </a:defRPr>
            </a:lvl3pPr>
            <a:lvl4pPr algn="ctr">
              <a:buNone/>
              <a:defRPr sz="1650" b="0">
                <a:solidFill>
                  <a:srgbClr val="2876A8"/>
                </a:solidFill>
                <a:latin typeface="Yu Gothic"/>
                <a:ea typeface="Yu Gothic"/>
                <a:cs typeface="Yu Gothic"/>
              </a:defRPr>
            </a:lvl4pPr>
            <a:lvl5pPr algn="ctr">
              <a:buNone/>
              <a:defRPr sz="1650" b="0">
                <a:solidFill>
                  <a:srgbClr val="2876A8"/>
                </a:solidFill>
                <a:latin typeface="Yu Gothic"/>
                <a:ea typeface="Yu Gothic"/>
                <a:cs typeface="Yu Gothic"/>
              </a:defRPr>
            </a:lvl5pPr>
            <a:lvl6pPr algn="ctr">
              <a:buNone/>
              <a:defRPr sz="1650" b="0">
                <a:solidFill>
                  <a:srgbClr val="2876A8"/>
                </a:solidFill>
                <a:latin typeface="Yu Gothic"/>
                <a:ea typeface="Yu Gothic"/>
                <a:cs typeface="Yu Gothic"/>
              </a:defRPr>
            </a:lvl6pPr>
            <a:lvl7pPr algn="ctr">
              <a:buNone/>
              <a:defRPr sz="1650" b="0">
                <a:solidFill>
                  <a:srgbClr val="2876A8"/>
                </a:solidFill>
                <a:latin typeface="Yu Gothic"/>
                <a:ea typeface="Yu Gothic"/>
                <a:cs typeface="Yu Gothic"/>
              </a:defRPr>
            </a:lvl7pPr>
            <a:lvl8pPr algn="ctr">
              <a:buNone/>
              <a:defRPr sz="1650" b="0">
                <a:solidFill>
                  <a:srgbClr val="2876A8"/>
                </a:solidFill>
                <a:latin typeface="Yu Gothic"/>
                <a:ea typeface="Yu Gothic"/>
                <a:cs typeface="Yu Gothic"/>
              </a:defRPr>
            </a:lvl8pPr>
            <a:lvl9pPr algn="ctr">
              <a:buNone/>
              <a:defRPr sz="1650" b="0">
                <a:solidFill>
                  <a:srgbClr val="2876A8"/>
                </a:solidFill>
                <a:latin typeface="Yu Gothic"/>
                <a:ea typeface="Yu Gothic"/>
                <a:cs typeface="Yu Gothic"/>
              </a:defRPr>
            </a:lvl9pPr>
          </a:lstStyle>
          <a:p xmlns:a="http://schemas.openxmlformats.org/drawingml/2006/main">
            <a:pPr algn="ctr">
              <a:buNone/>
              <a:defRPr sz="1650" b="0">
                <a:solidFill>
                  <a:srgbClr val="2876A8"/>
                </a:solidFill>
                <a:latin typeface="Yu Gothic"/>
                <a:ea typeface="Yu Gothic"/>
                <a:cs typeface="Yu Gothic"/>
              </a:defRPr>
            </a:pPr>
            <a:r>
              <a:rPr sz="1650" b="0">
                <a:solidFill>
                  <a:srgbClr val="2876A8"/>
                </a:solidFill>
                <a:latin typeface="Yu Gothic"/>
                <a:ea typeface="Yu Gothic"/>
                <a:cs typeface="Yu Gothic"/>
              </a:rPr>
              <a:t>0.30 m</a:t>
            </a:r>
          </a:p>
        </p:txBody>
      </p:sp>
      <p:sp>
        <p:nvSpPr>
          <p:cNvPr id="20" name="">
            <a:extLst xmlns:a="http://schemas.openxmlformats.org/drawingml/2006/main">
              <a:ext uri="{FF2B5EF4-FFF2-40B4-BE49-F238E27FC236}">
                <a16:creationId xmlns:a16="http://schemas.microsoft.com/office/drawing/2014/main" id="{628E3ABF-B053-458E-83E6-83E4148E4735}"/>
              </a:ext>
            </a:extLst>
          </p:cNvPr>
          <p:cNvSpPr>
            <a:spLocks xmlns:a="http://schemas.openxmlformats.org/drawingml/2006/main" noGrp="1"/>
          </p:cNvSpPr>
          <p:nvPr/>
        </p:nvSpPr>
        <p:spPr>
          <a:xfrm xmlns:a="http://schemas.openxmlformats.org/drawingml/2006/main">
            <a:off x="7858125" y="4000500"/>
            <a:ext cx="2571750" cy="9525"/>
          </a:xfrm>
          <a:custGeom xmlns:a="http://schemas.openxmlformats.org/drawingml/2006/main">
            <a:pathLst>
              <a:path w="2571750" h="9525">
                <a:moveTo>
                  <a:pt x="0" y="0"/>
                </a:moveTo>
                <a:lnTo>
                  <a:pt x="2571750" y="0"/>
                </a:lnTo>
              </a:path>
            </a:pathLst>
          </a:custGeom>
          <a:noFill xmlns:a="http://schemas.openxmlformats.org/drawingml/2006/main"/>
          <a:ln xmlns:a="http://schemas.openxmlformats.org/drawingml/2006/main" w="95250">
            <a:solidFill>
              <a:srgbClr val="71818B"/>
            </a:solidFill>
          </a:ln>
        </p:spPr>
      </p:sp>
      <p:sp>
        <p:nvSpPr>
          <p:cNvPr id="21" name="">
            <a:extLst xmlns:a="http://schemas.openxmlformats.org/drawingml/2006/main">
              <a:ext uri="{FF2B5EF4-FFF2-40B4-BE49-F238E27FC236}">
                <a16:creationId xmlns:a16="http://schemas.microsoft.com/office/drawing/2014/main" id="{8F15E5BA-D151-4332-9432-59D582CD19CD}"/>
              </a:ext>
            </a:extLst>
          </p:cNvPr>
          <p:cNvSpPr>
            <a:spLocks xmlns:a="http://schemas.openxmlformats.org/drawingml/2006/main" noGrp="1"/>
          </p:cNvSpPr>
          <p:nvPr/>
        </p:nvSpPr>
        <p:spPr>
          <a:xfrm xmlns:a="http://schemas.openxmlformats.org/drawingml/2006/main">
            <a:off x="7800975" y="3943350"/>
            <a:ext cx="114300" cy="114300"/>
          </a:xfrm>
          <a:prstGeom xmlns:a="http://schemas.openxmlformats.org/drawingml/2006/main" prst="ellipse">
            <a:avLst/>
          </a:prstGeom>
          <a:solidFill xmlns:a="http://schemas.openxmlformats.org/drawingml/2006/main">
            <a:srgbClr val="193B59"/>
          </a:solidFill>
          <a:ln xmlns:a="http://schemas.openxmlformats.org/drawingml/2006/main" w="19050">
            <a:solidFill>
              <a:srgbClr val="193B59"/>
            </a:solidFill>
          </a:ln>
        </p:spPr>
      </p:sp>
      <p:sp>
        <p:nvSpPr>
          <p:cNvPr id="22" name="">
            <a:extLst xmlns:a="http://schemas.openxmlformats.org/drawingml/2006/main">
              <a:ext uri="{FF2B5EF4-FFF2-40B4-BE49-F238E27FC236}">
                <a16:creationId xmlns:a16="http://schemas.microsoft.com/office/drawing/2014/main" id="{58565251-73AC-413E-B694-620CF90ABCC8}"/>
              </a:ext>
            </a:extLst>
          </p:cNvPr>
          <p:cNvSpPr>
            <a:spLocks xmlns:a="http://schemas.openxmlformats.org/drawingml/2006/main" noGrp="1"/>
          </p:cNvSpPr>
          <p:nvPr/>
        </p:nvSpPr>
        <p:spPr>
          <a:xfrm xmlns:a="http://schemas.openxmlformats.org/drawingml/2006/main">
            <a:off x="10429875" y="3333750"/>
            <a:ext cx="9525" cy="609600"/>
          </a:xfrm>
          <a:custGeom xmlns:a="http://schemas.openxmlformats.org/drawingml/2006/main">
            <a:pathLst>
              <a:path w="9525" h="609600">
                <a:moveTo>
                  <a:pt x="0" y="0"/>
                </a:moveTo>
                <a:lnTo>
                  <a:pt x="0" y="609600"/>
                </a:lnTo>
              </a:path>
            </a:pathLst>
          </a:custGeom>
          <a:noFill xmlns:a="http://schemas.openxmlformats.org/drawingml/2006/main"/>
          <a:ln xmlns:a="http://schemas.openxmlformats.org/drawingml/2006/main" w="28575">
            <a:solidFill>
              <a:srgbClr val="C4483C"/>
            </a:solidFill>
          </a:ln>
        </p:spPr>
      </p:sp>
      <p:sp>
        <p:nvSpPr>
          <p:cNvPr id="23" name="">
            <a:extLst xmlns:a="http://schemas.openxmlformats.org/drawingml/2006/main">
              <a:ext uri="{FF2B5EF4-FFF2-40B4-BE49-F238E27FC236}">
                <a16:creationId xmlns:a16="http://schemas.microsoft.com/office/drawing/2014/main" id="{0781C6F4-3961-4F49-B78A-BCDC3CCA4812}"/>
              </a:ext>
            </a:extLst>
          </p:cNvPr>
          <p:cNvSpPr>
            <a:spLocks xmlns:a="http://schemas.openxmlformats.org/drawingml/2006/main" noGrp="1"/>
          </p:cNvSpPr>
          <p:nvPr/>
        </p:nvSpPr>
        <p:spPr>
          <a:xfrm xmlns:a="http://schemas.openxmlformats.org/drawingml/2006/main">
            <a:off x="10381869" y="38290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4" name="">
            <a:extLst xmlns:a="http://schemas.openxmlformats.org/drawingml/2006/main">
              <a:ext uri="{FF2B5EF4-FFF2-40B4-BE49-F238E27FC236}">
                <a16:creationId xmlns:a16="http://schemas.microsoft.com/office/drawing/2014/main" id="{32BE9304-03CD-4F0C-AEBB-77C1BF4A9F39}"/>
              </a:ext>
            </a:extLst>
          </p:cNvPr>
          <p:cNvSpPr>
            <a:spLocks xmlns:a="http://schemas.openxmlformats.org/drawingml/2006/main" noGrp="1"/>
          </p:cNvSpPr>
          <p:nvPr/>
        </p:nvSpPr>
        <p:spPr>
          <a:xfrm xmlns:a="http://schemas.openxmlformats.org/drawingml/2006/main">
            <a:off x="9810750" y="2895600"/>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C4483C"/>
                </a:solidFill>
                <a:latin typeface="Yu Gothic"/>
                <a:ea typeface="Yu Gothic"/>
                <a:cs typeface="Yu Gothic"/>
              </a:defRPr>
            </a:defPPr>
            <a:lvl1pPr>
              <a:buNone/>
              <a:defRPr sz="1950" b="1">
                <a:solidFill>
                  <a:srgbClr val="C4483C"/>
                </a:solidFill>
                <a:latin typeface="Yu Gothic"/>
                <a:ea typeface="Yu Gothic"/>
                <a:cs typeface="Yu Gothic"/>
              </a:defRPr>
            </a:lvl1pPr>
            <a:lvl2pPr>
              <a:buNone/>
              <a:defRPr sz="1950" b="1">
                <a:solidFill>
                  <a:srgbClr val="C4483C"/>
                </a:solidFill>
                <a:latin typeface="Yu Gothic"/>
                <a:ea typeface="Yu Gothic"/>
                <a:cs typeface="Yu Gothic"/>
              </a:defRPr>
            </a:lvl2pPr>
            <a:lvl3pPr>
              <a:buNone/>
              <a:defRPr sz="1950" b="1">
                <a:solidFill>
                  <a:srgbClr val="C4483C"/>
                </a:solidFill>
                <a:latin typeface="Yu Gothic"/>
                <a:ea typeface="Yu Gothic"/>
                <a:cs typeface="Yu Gothic"/>
              </a:defRPr>
            </a:lvl3pPr>
            <a:lvl4pPr>
              <a:buNone/>
              <a:defRPr sz="1950" b="1">
                <a:solidFill>
                  <a:srgbClr val="C4483C"/>
                </a:solidFill>
                <a:latin typeface="Yu Gothic"/>
                <a:ea typeface="Yu Gothic"/>
                <a:cs typeface="Yu Gothic"/>
              </a:defRPr>
            </a:lvl4pPr>
            <a:lvl5pPr>
              <a:buNone/>
              <a:defRPr sz="1950" b="1">
                <a:solidFill>
                  <a:srgbClr val="C4483C"/>
                </a:solidFill>
                <a:latin typeface="Yu Gothic"/>
                <a:ea typeface="Yu Gothic"/>
                <a:cs typeface="Yu Gothic"/>
              </a:defRPr>
            </a:lvl5pPr>
            <a:lvl6pPr>
              <a:buNone/>
              <a:defRPr sz="1950" b="1">
                <a:solidFill>
                  <a:srgbClr val="C4483C"/>
                </a:solidFill>
                <a:latin typeface="Yu Gothic"/>
                <a:ea typeface="Yu Gothic"/>
                <a:cs typeface="Yu Gothic"/>
              </a:defRPr>
            </a:lvl6pPr>
            <a:lvl7pPr>
              <a:buNone/>
              <a:defRPr sz="1950" b="1">
                <a:solidFill>
                  <a:srgbClr val="C4483C"/>
                </a:solidFill>
                <a:latin typeface="Yu Gothic"/>
                <a:ea typeface="Yu Gothic"/>
                <a:cs typeface="Yu Gothic"/>
              </a:defRPr>
            </a:lvl7pPr>
            <a:lvl8pPr>
              <a:buNone/>
              <a:defRPr sz="1950" b="1">
                <a:solidFill>
                  <a:srgbClr val="C4483C"/>
                </a:solidFill>
                <a:latin typeface="Yu Gothic"/>
                <a:ea typeface="Yu Gothic"/>
                <a:cs typeface="Yu Gothic"/>
              </a:defRPr>
            </a:lvl8pPr>
            <a:lvl9pPr>
              <a:buNone/>
              <a:defRPr sz="1950" b="1">
                <a:solidFill>
                  <a:srgbClr val="C4483C"/>
                </a:solidFill>
                <a:latin typeface="Yu Gothic"/>
                <a:ea typeface="Yu Gothic"/>
                <a:cs typeface="Yu Gothic"/>
              </a:defRPr>
            </a:lvl9pPr>
          </a:lstStyle>
          <a:p xmlns:a="http://schemas.openxmlformats.org/drawingml/2006/main">
            <a:pPr>
              <a:buNone/>
              <a:defRPr sz="1950" b="1">
                <a:solidFill>
                  <a:srgbClr val="C4483C"/>
                </a:solidFill>
                <a:latin typeface="Yu Gothic"/>
                <a:ea typeface="Yu Gothic"/>
                <a:cs typeface="Yu Gothic"/>
              </a:defRPr>
            </a:pPr>
            <a:r>
              <a:rPr sz="1950" b="1">
                <a:solidFill>
                  <a:srgbClr val="C4483C"/>
                </a:solidFill>
                <a:latin typeface="Yu Gothic"/>
                <a:ea typeface="Yu Gothic"/>
                <a:cs typeface="Yu Gothic"/>
              </a:rPr>
              <a:t>20 N</a:t>
            </a:r>
          </a:p>
        </p:txBody>
      </p:sp>
      <p:sp>
        <p:nvSpPr>
          <p:cNvPr id="25" name="">
            <a:extLst xmlns:a="http://schemas.openxmlformats.org/drawingml/2006/main">
              <a:ext uri="{FF2B5EF4-FFF2-40B4-BE49-F238E27FC236}">
                <a16:creationId xmlns:a16="http://schemas.microsoft.com/office/drawing/2014/main" id="{37CE4C24-EB8A-49EE-8D1E-3FD14EBE8370}"/>
              </a:ext>
            </a:extLst>
          </p:cNvPr>
          <p:cNvSpPr>
            <a:spLocks xmlns:a="http://schemas.openxmlformats.org/drawingml/2006/main" noGrp="1"/>
          </p:cNvSpPr>
          <p:nvPr/>
        </p:nvSpPr>
        <p:spPr>
          <a:xfrm xmlns:a="http://schemas.openxmlformats.org/drawingml/2006/main">
            <a:off x="7858125" y="4238625"/>
            <a:ext cx="2571750" cy="9525"/>
          </a:xfrm>
          <a:custGeom xmlns:a="http://schemas.openxmlformats.org/drawingml/2006/main">
            <a:pathLst>
              <a:path w="2571750" h="9525">
                <a:moveTo>
                  <a:pt x="0" y="0"/>
                </a:moveTo>
                <a:lnTo>
                  <a:pt x="2571750" y="0"/>
                </a:lnTo>
              </a:path>
            </a:pathLst>
          </a:custGeom>
          <a:noFill xmlns:a="http://schemas.openxmlformats.org/drawingml/2006/main"/>
          <a:ln xmlns:a="http://schemas.openxmlformats.org/drawingml/2006/main" w="13335">
            <a:solidFill>
              <a:srgbClr val="2876A8"/>
            </a:solidFill>
          </a:ln>
        </p:spPr>
      </p:sp>
      <p:sp>
        <p:nvSpPr>
          <p:cNvPr id="26" name="">
            <a:extLst xmlns:a="http://schemas.openxmlformats.org/drawingml/2006/main">
              <a:ext uri="{FF2B5EF4-FFF2-40B4-BE49-F238E27FC236}">
                <a16:creationId xmlns:a16="http://schemas.microsoft.com/office/drawing/2014/main" id="{FE116258-6F78-43DC-8CB7-09E5BEDBB47F}"/>
              </a:ext>
            </a:extLst>
          </p:cNvPr>
          <p:cNvSpPr>
            <a:spLocks xmlns:a="http://schemas.openxmlformats.org/drawingml/2006/main" noGrp="1"/>
          </p:cNvSpPr>
          <p:nvPr/>
        </p:nvSpPr>
        <p:spPr>
          <a:xfrm xmlns:a="http://schemas.openxmlformats.org/drawingml/2006/main">
            <a:off x="10363200" y="4210622"/>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2876A8"/>
          </a:solidFill>
          <a:ln xmlns:a="http://schemas.openxmlformats.org/drawingml/2006/main" w="4763">
            <a:solidFill>
              <a:srgbClr val="2876A8"/>
            </a:solidFill>
          </a:ln>
        </p:spPr>
      </p:sp>
      <p:sp>
        <p:nvSpPr>
          <p:cNvPr id="27" name="">
            <a:extLst xmlns:a="http://schemas.openxmlformats.org/drawingml/2006/main">
              <a:ext uri="{FF2B5EF4-FFF2-40B4-BE49-F238E27FC236}">
                <a16:creationId xmlns:a16="http://schemas.microsoft.com/office/drawing/2014/main" id="{2D534266-474D-44FE-90F1-683225FF5ECA}"/>
              </a:ext>
            </a:extLst>
          </p:cNvPr>
          <p:cNvSpPr>
            <a:spLocks xmlns:a="http://schemas.openxmlformats.org/drawingml/2006/main" noGrp="1"/>
          </p:cNvSpPr>
          <p:nvPr/>
        </p:nvSpPr>
        <p:spPr>
          <a:xfrm xmlns:a="http://schemas.openxmlformats.org/drawingml/2006/main">
            <a:off x="7858125" y="4238625"/>
            <a:ext cx="2571750" cy="9525"/>
          </a:xfrm>
          <a:custGeom xmlns:a="http://schemas.openxmlformats.org/drawingml/2006/main">
            <a:pathLst>
              <a:path w="2571750" h="9525">
                <a:moveTo>
                  <a:pt x="2571750" y="0"/>
                </a:moveTo>
                <a:lnTo>
                  <a:pt x="0" y="0"/>
                </a:lnTo>
              </a:path>
            </a:pathLst>
          </a:custGeom>
          <a:noFill xmlns:a="http://schemas.openxmlformats.org/drawingml/2006/main"/>
          <a:ln xmlns:a="http://schemas.openxmlformats.org/drawingml/2006/main" w="13335">
            <a:solidFill>
              <a:srgbClr val="2876A8"/>
            </a:solidFill>
          </a:ln>
        </p:spPr>
      </p:sp>
      <p:sp>
        <p:nvSpPr>
          <p:cNvPr id="28" name="">
            <a:extLst xmlns:a="http://schemas.openxmlformats.org/drawingml/2006/main">
              <a:ext uri="{FF2B5EF4-FFF2-40B4-BE49-F238E27FC236}">
                <a16:creationId xmlns:a16="http://schemas.microsoft.com/office/drawing/2014/main" id="{8CEC614E-2065-4F1F-BDCE-FBD48EB6A09B}"/>
              </a:ext>
            </a:extLst>
          </p:cNvPr>
          <p:cNvSpPr>
            <a:spLocks xmlns:a="http://schemas.openxmlformats.org/drawingml/2006/main" noGrp="1"/>
          </p:cNvSpPr>
          <p:nvPr/>
        </p:nvSpPr>
        <p:spPr>
          <a:xfrm xmlns:a="http://schemas.openxmlformats.org/drawingml/2006/main">
            <a:off x="7858125" y="4210622"/>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2876A8"/>
          </a:solidFill>
          <a:ln xmlns:a="http://schemas.openxmlformats.org/drawingml/2006/main" w="4763">
            <a:solidFill>
              <a:srgbClr val="2876A8"/>
            </a:solidFill>
          </a:ln>
        </p:spPr>
      </p:sp>
      <p:sp>
        <p:nvSpPr>
          <p:cNvPr id="29" name="">
            <a:extLst xmlns:a="http://schemas.openxmlformats.org/drawingml/2006/main">
              <a:ext uri="{FF2B5EF4-FFF2-40B4-BE49-F238E27FC236}">
                <a16:creationId xmlns:a16="http://schemas.microsoft.com/office/drawing/2014/main" id="{8EDADF98-EAF8-427B-BBCF-48D8A8D0193B}"/>
              </a:ext>
            </a:extLst>
          </p:cNvPr>
          <p:cNvSpPr>
            <a:spLocks xmlns:a="http://schemas.openxmlformats.org/drawingml/2006/main" noGrp="1"/>
          </p:cNvSpPr>
          <p:nvPr/>
        </p:nvSpPr>
        <p:spPr>
          <a:xfrm xmlns:a="http://schemas.openxmlformats.org/drawingml/2006/main">
            <a:off x="7858125" y="4286250"/>
            <a:ext cx="257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2876A8"/>
                </a:solidFill>
                <a:latin typeface="Yu Gothic"/>
                <a:ea typeface="Yu Gothic"/>
                <a:cs typeface="Yu Gothic"/>
              </a:defRPr>
            </a:defPPr>
            <a:lvl1pPr algn="ctr">
              <a:buNone/>
              <a:defRPr sz="1650" b="0">
                <a:solidFill>
                  <a:srgbClr val="2876A8"/>
                </a:solidFill>
                <a:latin typeface="Yu Gothic"/>
                <a:ea typeface="Yu Gothic"/>
                <a:cs typeface="Yu Gothic"/>
              </a:defRPr>
            </a:lvl1pPr>
            <a:lvl2pPr algn="ctr">
              <a:buNone/>
              <a:defRPr sz="1650" b="0">
                <a:solidFill>
                  <a:srgbClr val="2876A8"/>
                </a:solidFill>
                <a:latin typeface="Yu Gothic"/>
                <a:ea typeface="Yu Gothic"/>
                <a:cs typeface="Yu Gothic"/>
              </a:defRPr>
            </a:lvl2pPr>
            <a:lvl3pPr algn="ctr">
              <a:buNone/>
              <a:defRPr sz="1650" b="0">
                <a:solidFill>
                  <a:srgbClr val="2876A8"/>
                </a:solidFill>
                <a:latin typeface="Yu Gothic"/>
                <a:ea typeface="Yu Gothic"/>
                <a:cs typeface="Yu Gothic"/>
              </a:defRPr>
            </a:lvl3pPr>
            <a:lvl4pPr algn="ctr">
              <a:buNone/>
              <a:defRPr sz="1650" b="0">
                <a:solidFill>
                  <a:srgbClr val="2876A8"/>
                </a:solidFill>
                <a:latin typeface="Yu Gothic"/>
                <a:ea typeface="Yu Gothic"/>
                <a:cs typeface="Yu Gothic"/>
              </a:defRPr>
            </a:lvl4pPr>
            <a:lvl5pPr algn="ctr">
              <a:buNone/>
              <a:defRPr sz="1650" b="0">
                <a:solidFill>
                  <a:srgbClr val="2876A8"/>
                </a:solidFill>
                <a:latin typeface="Yu Gothic"/>
                <a:ea typeface="Yu Gothic"/>
                <a:cs typeface="Yu Gothic"/>
              </a:defRPr>
            </a:lvl5pPr>
            <a:lvl6pPr algn="ctr">
              <a:buNone/>
              <a:defRPr sz="1650" b="0">
                <a:solidFill>
                  <a:srgbClr val="2876A8"/>
                </a:solidFill>
                <a:latin typeface="Yu Gothic"/>
                <a:ea typeface="Yu Gothic"/>
                <a:cs typeface="Yu Gothic"/>
              </a:defRPr>
            </a:lvl6pPr>
            <a:lvl7pPr algn="ctr">
              <a:buNone/>
              <a:defRPr sz="1650" b="0">
                <a:solidFill>
                  <a:srgbClr val="2876A8"/>
                </a:solidFill>
                <a:latin typeface="Yu Gothic"/>
                <a:ea typeface="Yu Gothic"/>
                <a:cs typeface="Yu Gothic"/>
              </a:defRPr>
            </a:lvl7pPr>
            <a:lvl8pPr algn="ctr">
              <a:buNone/>
              <a:defRPr sz="1650" b="0">
                <a:solidFill>
                  <a:srgbClr val="2876A8"/>
                </a:solidFill>
                <a:latin typeface="Yu Gothic"/>
                <a:ea typeface="Yu Gothic"/>
                <a:cs typeface="Yu Gothic"/>
              </a:defRPr>
            </a:lvl8pPr>
            <a:lvl9pPr algn="ctr">
              <a:buNone/>
              <a:defRPr sz="1650" b="0">
                <a:solidFill>
                  <a:srgbClr val="2876A8"/>
                </a:solidFill>
                <a:latin typeface="Yu Gothic"/>
                <a:ea typeface="Yu Gothic"/>
                <a:cs typeface="Yu Gothic"/>
              </a:defRPr>
            </a:lvl9pPr>
          </a:lstStyle>
          <a:p xmlns:a="http://schemas.openxmlformats.org/drawingml/2006/main">
            <a:pPr algn="ctr">
              <a:buNone/>
              <a:defRPr sz="1650" b="0">
                <a:solidFill>
                  <a:srgbClr val="2876A8"/>
                </a:solidFill>
                <a:latin typeface="Yu Gothic"/>
                <a:ea typeface="Yu Gothic"/>
                <a:cs typeface="Yu Gothic"/>
              </a:defRPr>
            </a:pPr>
            <a:r>
              <a:rPr sz="1650" b="0">
                <a:solidFill>
                  <a:srgbClr val="2876A8"/>
                </a:solidFill>
                <a:latin typeface="Yu Gothic"/>
                <a:ea typeface="Yu Gothic"/>
                <a:cs typeface="Yu Gothic"/>
              </a:rPr>
              <a:t>0.60 m</a:t>
            </a:r>
          </a:p>
        </p:txBody>
      </p:sp>
      <p:sp>
        <p:nvSpPr>
          <p:cNvPr id="30" name="">
            <a:extLst xmlns:a="http://schemas.openxmlformats.org/drawingml/2006/main">
              <a:ext uri="{FF2B5EF4-FFF2-40B4-BE49-F238E27FC236}">
                <a16:creationId xmlns:a16="http://schemas.microsoft.com/office/drawing/2014/main" id="{67CE03F2-9C70-4CD6-B5C9-0D54B3C2D6A6}"/>
              </a:ext>
            </a:extLst>
          </p:cNvPr>
          <p:cNvSpPr>
            <a:spLocks xmlns:a="http://schemas.openxmlformats.org/drawingml/2006/main" noGrp="1"/>
          </p:cNvSpPr>
          <p:nvPr/>
        </p:nvSpPr>
        <p:spPr>
          <a:xfrm xmlns:a="http://schemas.openxmlformats.org/drawingml/2006/main">
            <a:off x="809625" y="47625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263D4D"/>
                </a:solidFill>
                <a:latin typeface="Yu Gothic"/>
                <a:ea typeface="Yu Gothic"/>
                <a:cs typeface="Yu Gothic"/>
              </a:defRPr>
            </a:defPPr>
            <a:lvl1pPr>
              <a:buNone/>
              <a:defRPr sz="3150" b="1">
                <a:solidFill>
                  <a:srgbClr val="263D4D"/>
                </a:solidFill>
                <a:latin typeface="Yu Gothic"/>
                <a:ea typeface="Yu Gothic"/>
                <a:cs typeface="Yu Gothic"/>
              </a:defRPr>
            </a:lvl1pPr>
            <a:lvl2pPr>
              <a:buNone/>
              <a:defRPr sz="3150" b="1">
                <a:solidFill>
                  <a:srgbClr val="263D4D"/>
                </a:solidFill>
                <a:latin typeface="Yu Gothic"/>
                <a:ea typeface="Yu Gothic"/>
                <a:cs typeface="Yu Gothic"/>
              </a:defRPr>
            </a:lvl2pPr>
            <a:lvl3pPr>
              <a:buNone/>
              <a:defRPr sz="3150" b="1">
                <a:solidFill>
                  <a:srgbClr val="263D4D"/>
                </a:solidFill>
                <a:latin typeface="Yu Gothic"/>
                <a:ea typeface="Yu Gothic"/>
                <a:cs typeface="Yu Gothic"/>
              </a:defRPr>
            </a:lvl3pPr>
            <a:lvl4pPr>
              <a:buNone/>
              <a:defRPr sz="3150" b="1">
                <a:solidFill>
                  <a:srgbClr val="263D4D"/>
                </a:solidFill>
                <a:latin typeface="Yu Gothic"/>
                <a:ea typeface="Yu Gothic"/>
                <a:cs typeface="Yu Gothic"/>
              </a:defRPr>
            </a:lvl4pPr>
            <a:lvl5pPr>
              <a:buNone/>
              <a:defRPr sz="3150" b="1">
                <a:solidFill>
                  <a:srgbClr val="263D4D"/>
                </a:solidFill>
                <a:latin typeface="Yu Gothic"/>
                <a:ea typeface="Yu Gothic"/>
                <a:cs typeface="Yu Gothic"/>
              </a:defRPr>
            </a:lvl5pPr>
            <a:lvl6pPr>
              <a:buNone/>
              <a:defRPr sz="3150" b="1">
                <a:solidFill>
                  <a:srgbClr val="263D4D"/>
                </a:solidFill>
                <a:latin typeface="Yu Gothic"/>
                <a:ea typeface="Yu Gothic"/>
                <a:cs typeface="Yu Gothic"/>
              </a:defRPr>
            </a:lvl6pPr>
            <a:lvl7pPr>
              <a:buNone/>
              <a:defRPr sz="3150" b="1">
                <a:solidFill>
                  <a:srgbClr val="263D4D"/>
                </a:solidFill>
                <a:latin typeface="Yu Gothic"/>
                <a:ea typeface="Yu Gothic"/>
                <a:cs typeface="Yu Gothic"/>
              </a:defRPr>
            </a:lvl7pPr>
            <a:lvl8pPr>
              <a:buNone/>
              <a:defRPr sz="3150" b="1">
                <a:solidFill>
                  <a:srgbClr val="263D4D"/>
                </a:solidFill>
                <a:latin typeface="Yu Gothic"/>
                <a:ea typeface="Yu Gothic"/>
                <a:cs typeface="Yu Gothic"/>
              </a:defRPr>
            </a:lvl8pPr>
            <a:lvl9pPr>
              <a:buNone/>
              <a:defRPr sz="3150" b="1">
                <a:solidFill>
                  <a:srgbClr val="263D4D"/>
                </a:solidFill>
                <a:latin typeface="Yu Gothic"/>
                <a:ea typeface="Yu Gothic"/>
                <a:cs typeface="Yu Gothic"/>
              </a:defRPr>
            </a:lvl9pPr>
          </a:lstStyle>
          <a:p xmlns:a="http://schemas.openxmlformats.org/drawingml/2006/main">
            <a:pPr>
              <a:buNone/>
              <a:defRPr sz="3150" b="1">
                <a:solidFill>
                  <a:srgbClr val="263D4D"/>
                </a:solidFill>
                <a:latin typeface="Yu Gothic"/>
                <a:ea typeface="Yu Gothic"/>
                <a:cs typeface="Yu Gothic"/>
              </a:defRPr>
            </a:pPr>
            <a:r>
              <a:rPr sz="3150" b="1">
                <a:solidFill>
                  <a:srgbClr val="263D4D"/>
                </a:solidFill>
                <a:latin typeface="Yu Gothic"/>
                <a:ea typeface="Yu Gothic"/>
                <a:cs typeface="Yu Gothic"/>
              </a:rPr>
              <a:t>1 N·m = 1,000 N·mm</a:t>
            </a:r>
          </a:p>
        </p:txBody>
      </p:sp>
      <p:sp>
        <p:nvSpPr>
          <p:cNvPr id="31" name="">
            <a:extLst xmlns:a="http://schemas.openxmlformats.org/drawingml/2006/main">
              <a:ext uri="{FF2B5EF4-FFF2-40B4-BE49-F238E27FC236}">
                <a16:creationId xmlns:a16="http://schemas.microsoft.com/office/drawing/2014/main" id="{7634935D-A302-4718-98E8-03AB1105C0CF}"/>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同じ力なら、垂直距離が2倍になるとモーメントの大きさも2倍になる。</a:t>
            </a:r>
          </a:p>
        </p:txBody>
      </p:sp>
    </p:spTree>
    <p:extLst>
      <p:ext uri="{BB962C8B-B14F-4D97-AF65-F5344CB8AC3E}">
        <p14:creationId xmlns:p14="http://schemas.microsoft.com/office/powerpoint/2010/main" val="11096674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18B63F-762D-428F-A50E-74E0FF279BB8}"/>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モーメントを座標と力の成分で表す</a:t>
            </a:r>
          </a:p>
        </p:txBody>
      </p:sp>
      <p:sp>
        <p:nvSpPr>
          <p:cNvPr id="2" name="">
            <a:extLst xmlns:a="http://schemas.openxmlformats.org/drawingml/2006/main">
              <a:ext uri="{FF2B5EF4-FFF2-40B4-BE49-F238E27FC236}">
                <a16:creationId xmlns:a16="http://schemas.microsoft.com/office/drawing/2014/main" id="{43C57F8B-0354-42A7-B760-B54752DA5D15}"/>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B70F41EC-3D23-454A-A16B-684552CDD33E}"/>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graphicFrame>
        <p:nvGraphicFramePr>
          <p:cNvPr id="4" name="">
            <a:extLst xmlns:a="http://schemas.openxmlformats.org/drawingml/2006/main">
              <a:ext uri="{FF2B5EF4-FFF2-40B4-BE49-F238E27FC236}">
                <a16:creationId xmlns:a16="http://schemas.microsoft.com/office/drawing/2014/main" id="{0BECC5E8-0022-4C03-AE6E-B78C654AC30A}"/>
              </a:ext>
            </a:extLst>
          </p:cNvPr>
          <p:cNvGraphicFramePr/>
          <p:nvPr/>
        </p:nvGraphicFramePr>
        <p:xfrm>
          <a:off xmlns:a="http://schemas.openxmlformats.org/drawingml/2006/main" x="714375" y="1809750"/>
          <a:ext xmlns:a="http://schemas.openxmlformats.org/drawingml/2006/main" cx="10763250" cy="2971800"/>
        </p:xfrm>
        <a:graphic xmlns:a="http://schemas.openxmlformats.org/drawingml/2006/main">
          <a:graphicData uri="http://schemas.openxmlformats.org/drawingml/2006/table">
            <a:tbl>
              <a:tblPr/>
              <a:tblGrid>
                <a:gridCol w="3429000"/>
                <a:gridCol w="7334250"/>
              </a:tblGrid>
              <a:tr h="742950">
                <a:tc>
                  <a:txBody>
                    <a:bodyPr lIns="85725" tIns="85725" rIns="85725" bIns="85725"/>
                    <a:lstStyle/>
                    <a:p>
                      <a:r>
                        <a:rPr sz="2175" b="1">
                          <a:solidFill>
                            <a:srgbClr val="FFFFFF"/>
                          </a:solidFill>
                          <a:latin typeface="Yu Gothic"/>
                          <a:ea typeface="Yu Gothic"/>
                          <a:cs typeface="Yu Gothic"/>
                        </a:rPr>
                        <a:t>量</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平面内の例</a:t>
                      </a:r>
                    </a:p>
                  </a:txBody>
                  <a:tcPr marL="91440" marR="91440" marT="45720" marB="45720">
                    <a:solidFill>
                      <a:srgbClr val="193B59"/>
                    </a:solidFill>
                  </a:tcPr>
                </a:tc>
              </a:tr>
              <a:tr h="742950">
                <a:tc>
                  <a:txBody>
                    <a:bodyPr lIns="85725" tIns="85725" rIns="85725" bIns="85725"/>
                    <a:lstStyle/>
                    <a:p>
                      <a:r>
                        <a:rPr sz="2175" b="0">
                          <a:solidFill>
                            <a:srgbClr val="263D4D"/>
                          </a:solidFill>
                          <a:latin typeface="Yu Gothic"/>
                          <a:ea typeface="Yu Gothic"/>
                          <a:cs typeface="Yu Gothic"/>
                        </a:rPr>
                        <a:t>作用点</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Oから x=0.40 m、y=0.30 m</a:t>
                      </a:r>
                    </a:p>
                  </a:txBody>
                  <a:tcPr marL="91440" marR="91440" marT="45720" marB="45720">
                    <a:solidFill>
                      <a:srgbClr val="E8F0F4"/>
                    </a:solidFill>
                  </a:tcPr>
                </a:tc>
              </a:tr>
              <a:tr h="742950">
                <a:tc>
                  <a:txBody>
                    <a:bodyPr lIns="85725" tIns="85725" rIns="85725" bIns="85725"/>
                    <a:lstStyle/>
                    <a:p>
                      <a:r>
                        <a:rPr sz="2175" b="0">
                          <a:solidFill>
                            <a:srgbClr val="263D4D"/>
                          </a:solidFill>
                          <a:latin typeface="Yu Gothic"/>
                          <a:ea typeface="Yu Gothic"/>
                          <a:cs typeface="Yu Gothic"/>
                        </a:rPr>
                        <a:t>力の成分</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Fₓ=0 N、Fᵧ=−20 N</a:t>
                      </a:r>
                    </a:p>
                  </a:txBody>
                  <a:tcPr marL="91440" marR="91440" marT="45720" marB="45720">
                    <a:solidFill>
                      <a:srgbClr val="FFFFFF"/>
                    </a:solidFill>
                  </a:tcPr>
                </a:tc>
              </a:tr>
              <a:tr h="742950">
                <a:tc>
                  <a:txBody>
                    <a:bodyPr lIns="85725" tIns="85725" rIns="85725" bIns="85725"/>
                    <a:lstStyle/>
                    <a:p>
                      <a:r>
                        <a:rPr sz="2175" b="0">
                          <a:solidFill>
                            <a:srgbClr val="263D4D"/>
                          </a:solidFill>
                          <a:latin typeface="Yu Gothic"/>
                          <a:ea typeface="Yu Gothic"/>
                          <a:cs typeface="Yu Gothic"/>
                        </a:rPr>
                        <a:t>Oまわり</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M_z=xFᵧ−yFₓ=−8.0 N·m</a:t>
                      </a:r>
                    </a:p>
                  </a:txBody>
                  <a:tcPr marL="91440" marR="91440" marT="45720" marB="45720">
                    <a:solidFill>
                      <a:srgbClr val="E8F0F4"/>
                    </a:solidFill>
                  </a:tcPr>
                </a:tc>
              </a:tr>
            </a:tbl>
          </a:graphicData>
        </a:graphic>
      </p:graphicFrame>
      <p:sp>
        <p:nvSpPr>
          <p:cNvPr id="5" name="">
            <a:extLst xmlns:a="http://schemas.openxmlformats.org/drawingml/2006/main">
              <a:ext uri="{FF2B5EF4-FFF2-40B4-BE49-F238E27FC236}">
                <a16:creationId xmlns:a16="http://schemas.microsoft.com/office/drawing/2014/main" id="{70AAEA9E-A502-4572-8911-74C9B51FBAF4}"/>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反時計回りを正。斜めの部材長0.50 mと、垂直距離0.40 mを区別する。</a:t>
            </a:r>
          </a:p>
        </p:txBody>
      </p:sp>
      <p:sp>
        <p:nvSpPr>
          <p:cNvPr id="6" name="">
            <a:extLst xmlns:a="http://schemas.openxmlformats.org/drawingml/2006/main">
              <a:ext uri="{FF2B5EF4-FFF2-40B4-BE49-F238E27FC236}">
                <a16:creationId xmlns:a16="http://schemas.microsoft.com/office/drawing/2014/main" id="{1B04DAC0-020E-4482-977A-2669E11BC716}"/>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7 / 49</a:t>
            </a:r>
          </a:p>
        </p:txBody>
      </p:sp>
    </p:spTree>
    <p:extLst>
      <p:ext uri="{BB962C8B-B14F-4D97-AF65-F5344CB8AC3E}">
        <p14:creationId xmlns:p14="http://schemas.microsoft.com/office/powerpoint/2010/main" val="11969674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8647BFF-FB36-48E2-8680-12C8B5DFF3C5}"/>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支点は、どの動きを止めるか</a:t>
            </a:r>
          </a:p>
        </p:txBody>
      </p:sp>
      <p:cxnSp>
        <p:nvCxnSpPr>
          <p:cNvPr id="2" name="">
            <a:extLst xmlns:a="http://schemas.openxmlformats.org/drawingml/2006/main">
              <a:ext uri="{FF2B5EF4-FFF2-40B4-BE49-F238E27FC236}">
                <a16:creationId xmlns:a16="http://schemas.microsoft.com/office/drawing/2014/main" id="{516A3F50-0FB7-4A5C-AE35-9620DD5164D3}"/>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69A6480F-B964-483A-9D4E-0FD6AB003A67}"/>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DA7E3C75-6215-4E5D-BA29-3B03DD8B5191}"/>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8 / 49</a:t>
            </a:r>
          </a:p>
        </p:txBody>
      </p:sp>
      <p:sp>
        <p:nvSpPr>
          <p:cNvPr id="32" name="">
            <a:extLst xmlns:a="http://schemas.openxmlformats.org/drawingml/2006/main">
              <a:ext uri="{FF2B5EF4-FFF2-40B4-BE49-F238E27FC236}">
                <a16:creationId xmlns:a16="http://schemas.microsoft.com/office/drawing/2014/main" id="{BF729EEC-ADFA-48ED-9D94-04DB0EB23B33}"/>
              </a:ext>
            </a:extLst>
          </p:cNvPr>
          <p:cNvSpPr>
            <a:spLocks xmlns:a="http://schemas.openxmlformats.org/drawingml/2006/main" noGrp="1"/>
          </p:cNvSpPr>
          <p:nvPr/>
        </p:nvSpPr>
        <p:spPr>
          <a:xfrm xmlns:a="http://schemas.openxmlformats.org/drawingml/2006/main">
            <a:off x="857250" y="15716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ピン支点</a:t>
            </a:r>
          </a:p>
        </p:txBody>
      </p:sp>
      <p:sp>
        <p:nvSpPr>
          <p:cNvPr id="33" name="">
            <a:extLst xmlns:a="http://schemas.openxmlformats.org/drawingml/2006/main">
              <a:ext uri="{FF2B5EF4-FFF2-40B4-BE49-F238E27FC236}">
                <a16:creationId xmlns:a16="http://schemas.microsoft.com/office/drawing/2014/main" id="{3D29BB03-0E23-4FDC-8423-642495CE3191}"/>
              </a:ext>
            </a:extLst>
          </p:cNvPr>
          <p:cNvSpPr>
            <a:spLocks xmlns:a="http://schemas.openxmlformats.org/drawingml/2006/main" noGrp="1"/>
          </p:cNvSpPr>
          <p:nvPr/>
        </p:nvSpPr>
        <p:spPr>
          <a:xfrm xmlns:a="http://schemas.openxmlformats.org/drawingml/2006/main">
            <a:off x="1190625" y="2476500"/>
            <a:ext cx="238125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34" name="">
            <a:extLst xmlns:a="http://schemas.openxmlformats.org/drawingml/2006/main">
              <a:ext uri="{FF2B5EF4-FFF2-40B4-BE49-F238E27FC236}">
                <a16:creationId xmlns:a16="http://schemas.microsoft.com/office/drawing/2014/main" id="{1082125A-8212-47B2-BC6A-8C4D6C503D58}"/>
              </a:ext>
            </a:extLst>
          </p:cNvPr>
          <p:cNvSpPr>
            <a:spLocks xmlns:a="http://schemas.openxmlformats.org/drawingml/2006/main" noGrp="1"/>
          </p:cNvSpPr>
          <p:nvPr/>
        </p:nvSpPr>
        <p:spPr>
          <a:xfrm xmlns:a="http://schemas.openxmlformats.org/drawingml/2006/main">
            <a:off x="2219325" y="264795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35" name="">
            <a:extLst xmlns:a="http://schemas.openxmlformats.org/drawingml/2006/main">
              <a:ext uri="{FF2B5EF4-FFF2-40B4-BE49-F238E27FC236}">
                <a16:creationId xmlns:a16="http://schemas.microsoft.com/office/drawing/2014/main" id="{19F1E324-2B85-4228-9B72-C4A47381EED1}"/>
              </a:ext>
            </a:extLst>
          </p:cNvPr>
          <p:cNvSpPr>
            <a:spLocks xmlns:a="http://schemas.openxmlformats.org/drawingml/2006/main" noGrp="1"/>
          </p:cNvSpPr>
          <p:nvPr/>
        </p:nvSpPr>
        <p:spPr>
          <a:xfrm xmlns:a="http://schemas.openxmlformats.org/drawingml/2006/main">
            <a:off x="2105025" y="294322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36" name="">
            <a:extLst xmlns:a="http://schemas.openxmlformats.org/drawingml/2006/main">
              <a:ext uri="{FF2B5EF4-FFF2-40B4-BE49-F238E27FC236}">
                <a16:creationId xmlns:a16="http://schemas.microsoft.com/office/drawing/2014/main" id="{D7C5DB84-7288-4669-BDEF-7B2E451E392F}"/>
              </a:ext>
            </a:extLst>
          </p:cNvPr>
          <p:cNvSpPr>
            <a:spLocks xmlns:a="http://schemas.openxmlformats.org/drawingml/2006/main" noGrp="1"/>
          </p:cNvSpPr>
          <p:nvPr/>
        </p:nvSpPr>
        <p:spPr>
          <a:xfrm xmlns:a="http://schemas.openxmlformats.org/drawingml/2006/main">
            <a:off x="2343150" y="3724275"/>
            <a:ext cx="76200" cy="76200"/>
          </a:xfrm>
          <a:prstGeom xmlns:a="http://schemas.openxmlformats.org/drawingml/2006/main" prst="ellipse">
            <a:avLst/>
          </a:prstGeom>
          <a:solidFill xmlns:a="http://schemas.openxmlformats.org/drawingml/2006/main">
            <a:srgbClr val="71818B"/>
          </a:solidFill>
          <a:ln xmlns:a="http://schemas.openxmlformats.org/drawingml/2006/main" w="19050">
            <a:solidFill>
              <a:srgbClr val="71818B"/>
            </a:solidFill>
          </a:ln>
        </p:spPr>
      </p:sp>
      <p:sp>
        <p:nvSpPr>
          <p:cNvPr id="37" name="">
            <a:extLst xmlns:a="http://schemas.openxmlformats.org/drawingml/2006/main">
              <a:ext uri="{FF2B5EF4-FFF2-40B4-BE49-F238E27FC236}">
                <a16:creationId xmlns:a16="http://schemas.microsoft.com/office/drawing/2014/main" id="{79FA45C2-AE3D-4566-8738-7D0F5C2635A1}"/>
              </a:ext>
            </a:extLst>
          </p:cNvPr>
          <p:cNvSpPr>
            <a:spLocks xmlns:a="http://schemas.openxmlformats.org/drawingml/2006/main" noGrp="1"/>
          </p:cNvSpPr>
          <p:nvPr/>
        </p:nvSpPr>
        <p:spPr>
          <a:xfrm xmlns:a="http://schemas.openxmlformats.org/drawingml/2006/main">
            <a:off x="2381250" y="3762375"/>
            <a:ext cx="9525" cy="619125"/>
          </a:xfrm>
          <a:custGeom xmlns:a="http://schemas.openxmlformats.org/drawingml/2006/main">
            <a:pathLst>
              <a:path w="9525" h="619125">
                <a:moveTo>
                  <a:pt x="0" y="619125"/>
                </a:moveTo>
                <a:lnTo>
                  <a:pt x="0" y="0"/>
                </a:lnTo>
              </a:path>
            </a:pathLst>
          </a:custGeom>
          <a:noFill xmlns:a="http://schemas.openxmlformats.org/drawingml/2006/main"/>
          <a:ln xmlns:a="http://schemas.openxmlformats.org/drawingml/2006/main" w="28575">
            <a:solidFill>
              <a:srgbClr val="2876A8"/>
            </a:solidFill>
          </a:ln>
        </p:spPr>
      </p:sp>
      <p:sp>
        <p:nvSpPr>
          <p:cNvPr id="38" name="">
            <a:extLst xmlns:a="http://schemas.openxmlformats.org/drawingml/2006/main">
              <a:ext uri="{FF2B5EF4-FFF2-40B4-BE49-F238E27FC236}">
                <a16:creationId xmlns:a16="http://schemas.microsoft.com/office/drawing/2014/main" id="{1BAAF887-6A04-47AA-BD74-4D1B1ADD2477}"/>
              </a:ext>
            </a:extLst>
          </p:cNvPr>
          <p:cNvSpPr>
            <a:spLocks xmlns:a="http://schemas.openxmlformats.org/drawingml/2006/main" noGrp="1"/>
          </p:cNvSpPr>
          <p:nvPr/>
        </p:nvSpPr>
        <p:spPr>
          <a:xfrm xmlns:a="http://schemas.openxmlformats.org/drawingml/2006/main">
            <a:off x="2333244" y="3762375"/>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2876A8"/>
          </a:solidFill>
          <a:ln xmlns:a="http://schemas.openxmlformats.org/drawingml/2006/main" w="4763">
            <a:solidFill>
              <a:srgbClr val="2876A8"/>
            </a:solidFill>
          </a:ln>
        </p:spPr>
      </p:sp>
      <p:sp>
        <p:nvSpPr>
          <p:cNvPr id="39" name="">
            <a:extLst xmlns:a="http://schemas.openxmlformats.org/drawingml/2006/main">
              <a:ext uri="{FF2B5EF4-FFF2-40B4-BE49-F238E27FC236}">
                <a16:creationId xmlns:a16="http://schemas.microsoft.com/office/drawing/2014/main" id="{C5612B22-7F66-4970-97A7-9165D545CEC5}"/>
              </a:ext>
            </a:extLst>
          </p:cNvPr>
          <p:cNvSpPr>
            <a:spLocks xmlns:a="http://schemas.openxmlformats.org/drawingml/2006/main" noGrp="1"/>
          </p:cNvSpPr>
          <p:nvPr/>
        </p:nvSpPr>
        <p:spPr>
          <a:xfrm xmlns:a="http://schemas.openxmlformats.org/drawingml/2006/main">
            <a:off x="2514600" y="3933825"/>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Ry</a:t>
            </a:r>
          </a:p>
        </p:txBody>
      </p:sp>
      <p:sp>
        <p:nvSpPr>
          <p:cNvPr id="40" name="">
            <a:extLst xmlns:a="http://schemas.openxmlformats.org/drawingml/2006/main">
              <a:ext uri="{FF2B5EF4-FFF2-40B4-BE49-F238E27FC236}">
                <a16:creationId xmlns:a16="http://schemas.microsoft.com/office/drawing/2014/main" id="{0A81A332-D112-4619-8C46-AA8F95A6C9B9}"/>
              </a:ext>
            </a:extLst>
          </p:cNvPr>
          <p:cNvSpPr>
            <a:spLocks xmlns:a="http://schemas.openxmlformats.org/drawingml/2006/main" noGrp="1"/>
          </p:cNvSpPr>
          <p:nvPr/>
        </p:nvSpPr>
        <p:spPr>
          <a:xfrm xmlns:a="http://schemas.openxmlformats.org/drawingml/2006/main">
            <a:off x="1666875" y="3762375"/>
            <a:ext cx="714375" cy="9525"/>
          </a:xfrm>
          <a:custGeom xmlns:a="http://schemas.openxmlformats.org/drawingml/2006/main">
            <a:pathLst>
              <a:path w="714375" h="9525">
                <a:moveTo>
                  <a:pt x="0" y="0"/>
                </a:moveTo>
                <a:lnTo>
                  <a:pt x="714375" y="0"/>
                </a:lnTo>
              </a:path>
            </a:pathLst>
          </a:custGeom>
          <a:noFill xmlns:a="http://schemas.openxmlformats.org/drawingml/2006/main"/>
          <a:ln xmlns:a="http://schemas.openxmlformats.org/drawingml/2006/main" w="28575">
            <a:solidFill>
              <a:srgbClr val="2876A8"/>
            </a:solidFill>
          </a:ln>
        </p:spPr>
      </p:sp>
      <p:sp>
        <p:nvSpPr>
          <p:cNvPr id="41" name="">
            <a:extLst xmlns:a="http://schemas.openxmlformats.org/drawingml/2006/main">
              <a:ext uri="{FF2B5EF4-FFF2-40B4-BE49-F238E27FC236}">
                <a16:creationId xmlns:a16="http://schemas.microsoft.com/office/drawing/2014/main" id="{A6DBF09F-4749-4DA3-80CD-C83BBBE5F825}"/>
              </a:ext>
            </a:extLst>
          </p:cNvPr>
          <p:cNvSpPr>
            <a:spLocks xmlns:a="http://schemas.openxmlformats.org/drawingml/2006/main" noGrp="1"/>
          </p:cNvSpPr>
          <p:nvPr/>
        </p:nvSpPr>
        <p:spPr>
          <a:xfrm xmlns:a="http://schemas.openxmlformats.org/drawingml/2006/main">
            <a:off x="2266950" y="371436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2876A8"/>
          </a:solidFill>
          <a:ln xmlns:a="http://schemas.openxmlformats.org/drawingml/2006/main" w="4763">
            <a:solidFill>
              <a:srgbClr val="2876A8"/>
            </a:solidFill>
          </a:ln>
        </p:spPr>
      </p:sp>
      <p:sp>
        <p:nvSpPr>
          <p:cNvPr id="42" name="">
            <a:extLst xmlns:a="http://schemas.openxmlformats.org/drawingml/2006/main">
              <a:ext uri="{FF2B5EF4-FFF2-40B4-BE49-F238E27FC236}">
                <a16:creationId xmlns:a16="http://schemas.microsoft.com/office/drawing/2014/main" id="{4FAB54EB-D5D8-4404-96E1-55908E013447}"/>
              </a:ext>
            </a:extLst>
          </p:cNvPr>
          <p:cNvSpPr>
            <a:spLocks xmlns:a="http://schemas.openxmlformats.org/drawingml/2006/main" noGrp="1"/>
          </p:cNvSpPr>
          <p:nvPr/>
        </p:nvSpPr>
        <p:spPr>
          <a:xfrm xmlns:a="http://schemas.openxmlformats.org/drawingml/2006/main">
            <a:off x="1571625" y="3333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Rx</a:t>
            </a:r>
          </a:p>
        </p:txBody>
      </p:sp>
      <p:sp>
        <p:nvSpPr>
          <p:cNvPr id="43" name="">
            <a:extLst xmlns:a="http://schemas.openxmlformats.org/drawingml/2006/main">
              <a:ext uri="{FF2B5EF4-FFF2-40B4-BE49-F238E27FC236}">
                <a16:creationId xmlns:a16="http://schemas.microsoft.com/office/drawing/2014/main" id="{9ABAF2EB-AEEA-4EDE-A869-2556AAA7BC5D}"/>
              </a:ext>
            </a:extLst>
          </p:cNvPr>
          <p:cNvSpPr>
            <a:spLocks xmlns:a="http://schemas.openxmlformats.org/drawingml/2006/main" noGrp="1"/>
          </p:cNvSpPr>
          <p:nvPr/>
        </p:nvSpPr>
        <p:spPr>
          <a:xfrm xmlns:a="http://schemas.openxmlformats.org/drawingml/2006/main">
            <a:off x="857250" y="461962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水平・鉛直の移動を止める</a:t>
            </a:r>
          </a:p>
        </p:txBody>
      </p:sp>
      <p:sp>
        <p:nvSpPr>
          <p:cNvPr id="44" name="">
            <a:extLst xmlns:a="http://schemas.openxmlformats.org/drawingml/2006/main">
              <a:ext uri="{FF2B5EF4-FFF2-40B4-BE49-F238E27FC236}">
                <a16:creationId xmlns:a16="http://schemas.microsoft.com/office/drawing/2014/main" id="{338A4429-68E5-424E-BC57-41CBA0354085}"/>
              </a:ext>
            </a:extLst>
          </p:cNvPr>
          <p:cNvSpPr>
            <a:spLocks xmlns:a="http://schemas.openxmlformats.org/drawingml/2006/main" noGrp="1"/>
          </p:cNvSpPr>
          <p:nvPr/>
        </p:nvSpPr>
        <p:spPr>
          <a:xfrm xmlns:a="http://schemas.openxmlformats.org/drawingml/2006/main">
            <a:off x="857250" y="50482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回転は自由</a:t>
            </a:r>
          </a:p>
        </p:txBody>
      </p:sp>
      <p:sp>
        <p:nvSpPr>
          <p:cNvPr id="45" name="">
            <a:extLst xmlns:a="http://schemas.openxmlformats.org/drawingml/2006/main">
              <a:ext uri="{FF2B5EF4-FFF2-40B4-BE49-F238E27FC236}">
                <a16:creationId xmlns:a16="http://schemas.microsoft.com/office/drawing/2014/main" id="{4CB63953-EB95-425C-A299-0F7E311CE04E}"/>
              </a:ext>
            </a:extLst>
          </p:cNvPr>
          <p:cNvSpPr>
            <a:spLocks xmlns:a="http://schemas.openxmlformats.org/drawingml/2006/main" noGrp="1"/>
          </p:cNvSpPr>
          <p:nvPr/>
        </p:nvSpPr>
        <p:spPr>
          <a:xfrm xmlns:a="http://schemas.openxmlformats.org/drawingml/2006/main">
            <a:off x="4572000" y="15716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ローラー支点</a:t>
            </a:r>
          </a:p>
        </p:txBody>
      </p:sp>
      <p:sp>
        <p:nvSpPr>
          <p:cNvPr id="46" name="">
            <a:extLst xmlns:a="http://schemas.openxmlformats.org/drawingml/2006/main">
              <a:ext uri="{FF2B5EF4-FFF2-40B4-BE49-F238E27FC236}">
                <a16:creationId xmlns:a16="http://schemas.microsoft.com/office/drawing/2014/main" id="{09550092-7D98-4A85-B5BB-AB814B25C53D}"/>
              </a:ext>
            </a:extLst>
          </p:cNvPr>
          <p:cNvSpPr>
            <a:spLocks xmlns:a="http://schemas.openxmlformats.org/drawingml/2006/main" noGrp="1"/>
          </p:cNvSpPr>
          <p:nvPr/>
        </p:nvSpPr>
        <p:spPr>
          <a:xfrm xmlns:a="http://schemas.openxmlformats.org/drawingml/2006/main">
            <a:off x="4905375" y="2476500"/>
            <a:ext cx="238125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47" name="">
            <a:extLst xmlns:a="http://schemas.openxmlformats.org/drawingml/2006/main">
              <a:ext uri="{FF2B5EF4-FFF2-40B4-BE49-F238E27FC236}">
                <a16:creationId xmlns:a16="http://schemas.microsoft.com/office/drawing/2014/main" id="{F139C30B-DCCE-43D1-BD03-CA2CF0B49C49}"/>
              </a:ext>
            </a:extLst>
          </p:cNvPr>
          <p:cNvSpPr>
            <a:spLocks xmlns:a="http://schemas.openxmlformats.org/drawingml/2006/main" noGrp="1"/>
          </p:cNvSpPr>
          <p:nvPr/>
        </p:nvSpPr>
        <p:spPr>
          <a:xfrm xmlns:a="http://schemas.openxmlformats.org/drawingml/2006/main">
            <a:off x="5934075" y="264795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48" name="">
            <a:extLst xmlns:a="http://schemas.openxmlformats.org/drawingml/2006/main">
              <a:ext uri="{FF2B5EF4-FFF2-40B4-BE49-F238E27FC236}">
                <a16:creationId xmlns:a16="http://schemas.microsoft.com/office/drawing/2014/main" id="{11E4CE29-2F3B-4476-A75D-9EC1D762EC19}"/>
              </a:ext>
            </a:extLst>
          </p:cNvPr>
          <p:cNvSpPr>
            <a:spLocks xmlns:a="http://schemas.openxmlformats.org/drawingml/2006/main" noGrp="1"/>
          </p:cNvSpPr>
          <p:nvPr/>
        </p:nvSpPr>
        <p:spPr>
          <a:xfrm xmlns:a="http://schemas.openxmlformats.org/drawingml/2006/main">
            <a:off x="5972175" y="29051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49" name="">
            <a:extLst xmlns:a="http://schemas.openxmlformats.org/drawingml/2006/main">
              <a:ext uri="{FF2B5EF4-FFF2-40B4-BE49-F238E27FC236}">
                <a16:creationId xmlns:a16="http://schemas.microsoft.com/office/drawing/2014/main" id="{DACA2DED-9408-403F-95A4-134D3F6C5873}"/>
              </a:ext>
            </a:extLst>
          </p:cNvPr>
          <p:cNvSpPr>
            <a:spLocks xmlns:a="http://schemas.openxmlformats.org/drawingml/2006/main" noGrp="1"/>
          </p:cNvSpPr>
          <p:nvPr/>
        </p:nvSpPr>
        <p:spPr>
          <a:xfrm xmlns:a="http://schemas.openxmlformats.org/drawingml/2006/main">
            <a:off x="6124575" y="29051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50" name="">
            <a:extLst xmlns:a="http://schemas.openxmlformats.org/drawingml/2006/main">
              <a:ext uri="{FF2B5EF4-FFF2-40B4-BE49-F238E27FC236}">
                <a16:creationId xmlns:a16="http://schemas.microsoft.com/office/drawing/2014/main" id="{63B9FA07-ACE6-42BF-8856-731B7FEAFD43}"/>
              </a:ext>
            </a:extLst>
          </p:cNvPr>
          <p:cNvSpPr>
            <a:spLocks xmlns:a="http://schemas.openxmlformats.org/drawingml/2006/main" noGrp="1"/>
          </p:cNvSpPr>
          <p:nvPr/>
        </p:nvSpPr>
        <p:spPr>
          <a:xfrm xmlns:a="http://schemas.openxmlformats.org/drawingml/2006/main">
            <a:off x="5819775" y="301942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51" name="">
            <a:extLst xmlns:a="http://schemas.openxmlformats.org/drawingml/2006/main">
              <a:ext uri="{FF2B5EF4-FFF2-40B4-BE49-F238E27FC236}">
                <a16:creationId xmlns:a16="http://schemas.microsoft.com/office/drawing/2014/main" id="{13F40F2D-AAF2-463B-A588-8E690EE94E72}"/>
              </a:ext>
            </a:extLst>
          </p:cNvPr>
          <p:cNvSpPr>
            <a:spLocks xmlns:a="http://schemas.openxmlformats.org/drawingml/2006/main" noGrp="1"/>
          </p:cNvSpPr>
          <p:nvPr/>
        </p:nvSpPr>
        <p:spPr>
          <a:xfrm xmlns:a="http://schemas.openxmlformats.org/drawingml/2006/main">
            <a:off x="6057900" y="3724275"/>
            <a:ext cx="76200" cy="76200"/>
          </a:xfrm>
          <a:prstGeom xmlns:a="http://schemas.openxmlformats.org/drawingml/2006/main" prst="ellipse">
            <a:avLst/>
          </a:prstGeom>
          <a:solidFill xmlns:a="http://schemas.openxmlformats.org/drawingml/2006/main">
            <a:srgbClr val="71818B"/>
          </a:solidFill>
          <a:ln xmlns:a="http://schemas.openxmlformats.org/drawingml/2006/main" w="19050">
            <a:solidFill>
              <a:srgbClr val="71818B"/>
            </a:solidFill>
          </a:ln>
        </p:spPr>
      </p:sp>
      <p:sp>
        <p:nvSpPr>
          <p:cNvPr id="52" name="">
            <a:extLst xmlns:a="http://schemas.openxmlformats.org/drawingml/2006/main">
              <a:ext uri="{FF2B5EF4-FFF2-40B4-BE49-F238E27FC236}">
                <a16:creationId xmlns:a16="http://schemas.microsoft.com/office/drawing/2014/main" id="{EF66AF6D-5039-4D39-9E87-15B8461A9B31}"/>
              </a:ext>
            </a:extLst>
          </p:cNvPr>
          <p:cNvSpPr>
            <a:spLocks xmlns:a="http://schemas.openxmlformats.org/drawingml/2006/main" noGrp="1"/>
          </p:cNvSpPr>
          <p:nvPr/>
        </p:nvSpPr>
        <p:spPr>
          <a:xfrm xmlns:a="http://schemas.openxmlformats.org/drawingml/2006/main">
            <a:off x="6096000" y="3762375"/>
            <a:ext cx="9525" cy="619125"/>
          </a:xfrm>
          <a:custGeom xmlns:a="http://schemas.openxmlformats.org/drawingml/2006/main">
            <a:pathLst>
              <a:path w="9525" h="619125">
                <a:moveTo>
                  <a:pt x="0" y="619125"/>
                </a:moveTo>
                <a:lnTo>
                  <a:pt x="0" y="0"/>
                </a:lnTo>
              </a:path>
            </a:pathLst>
          </a:custGeom>
          <a:noFill xmlns:a="http://schemas.openxmlformats.org/drawingml/2006/main"/>
          <a:ln xmlns:a="http://schemas.openxmlformats.org/drawingml/2006/main" w="28575">
            <a:solidFill>
              <a:srgbClr val="2876A8"/>
            </a:solidFill>
          </a:ln>
        </p:spPr>
      </p:sp>
      <p:sp>
        <p:nvSpPr>
          <p:cNvPr id="53" name="">
            <a:extLst xmlns:a="http://schemas.openxmlformats.org/drawingml/2006/main">
              <a:ext uri="{FF2B5EF4-FFF2-40B4-BE49-F238E27FC236}">
                <a16:creationId xmlns:a16="http://schemas.microsoft.com/office/drawing/2014/main" id="{3EAF9AC8-C18A-4B31-A596-A3C5777551F4}"/>
              </a:ext>
            </a:extLst>
          </p:cNvPr>
          <p:cNvSpPr>
            <a:spLocks xmlns:a="http://schemas.openxmlformats.org/drawingml/2006/main" noGrp="1"/>
          </p:cNvSpPr>
          <p:nvPr/>
        </p:nvSpPr>
        <p:spPr>
          <a:xfrm xmlns:a="http://schemas.openxmlformats.org/drawingml/2006/main">
            <a:off x="6047994" y="3762375"/>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2876A8"/>
          </a:solidFill>
          <a:ln xmlns:a="http://schemas.openxmlformats.org/drawingml/2006/main" w="4763">
            <a:solidFill>
              <a:srgbClr val="2876A8"/>
            </a:solidFill>
          </a:ln>
        </p:spPr>
      </p:sp>
      <p:sp>
        <p:nvSpPr>
          <p:cNvPr id="54" name="">
            <a:extLst xmlns:a="http://schemas.openxmlformats.org/drawingml/2006/main">
              <a:ext uri="{FF2B5EF4-FFF2-40B4-BE49-F238E27FC236}">
                <a16:creationId xmlns:a16="http://schemas.microsoft.com/office/drawing/2014/main" id="{B70C05F6-3E52-448B-BAA4-FA78A889C35A}"/>
              </a:ext>
            </a:extLst>
          </p:cNvPr>
          <p:cNvSpPr>
            <a:spLocks xmlns:a="http://schemas.openxmlformats.org/drawingml/2006/main" noGrp="1"/>
          </p:cNvSpPr>
          <p:nvPr/>
        </p:nvSpPr>
        <p:spPr>
          <a:xfrm xmlns:a="http://schemas.openxmlformats.org/drawingml/2006/main">
            <a:off x="6229350" y="3933825"/>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Ry</a:t>
            </a:r>
          </a:p>
        </p:txBody>
      </p:sp>
      <p:sp>
        <p:nvSpPr>
          <p:cNvPr id="55" name="">
            <a:extLst xmlns:a="http://schemas.openxmlformats.org/drawingml/2006/main">
              <a:ext uri="{FF2B5EF4-FFF2-40B4-BE49-F238E27FC236}">
                <a16:creationId xmlns:a16="http://schemas.microsoft.com/office/drawing/2014/main" id="{045BB492-1817-44FE-8820-69CD33FEB484}"/>
              </a:ext>
            </a:extLst>
          </p:cNvPr>
          <p:cNvSpPr>
            <a:spLocks xmlns:a="http://schemas.openxmlformats.org/drawingml/2006/main" noGrp="1"/>
          </p:cNvSpPr>
          <p:nvPr/>
        </p:nvSpPr>
        <p:spPr>
          <a:xfrm xmlns:a="http://schemas.openxmlformats.org/drawingml/2006/main">
            <a:off x="4572000" y="461962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鉛直の移動を止める</a:t>
            </a:r>
          </a:p>
        </p:txBody>
      </p:sp>
      <p:sp>
        <p:nvSpPr>
          <p:cNvPr id="56" name="">
            <a:extLst xmlns:a="http://schemas.openxmlformats.org/drawingml/2006/main">
              <a:ext uri="{FF2B5EF4-FFF2-40B4-BE49-F238E27FC236}">
                <a16:creationId xmlns:a16="http://schemas.microsoft.com/office/drawing/2014/main" id="{EA3E185A-4662-42F3-949C-D9511824FA18}"/>
              </a:ext>
            </a:extLst>
          </p:cNvPr>
          <p:cNvSpPr>
            <a:spLocks xmlns:a="http://schemas.openxmlformats.org/drawingml/2006/main" noGrp="1"/>
          </p:cNvSpPr>
          <p:nvPr/>
        </p:nvSpPr>
        <p:spPr>
          <a:xfrm xmlns:a="http://schemas.openxmlformats.org/drawingml/2006/main">
            <a:off x="4572000" y="50482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水平移動・回転は自由</a:t>
            </a:r>
          </a:p>
        </p:txBody>
      </p:sp>
      <p:sp>
        <p:nvSpPr>
          <p:cNvPr id="57" name="">
            <a:extLst xmlns:a="http://schemas.openxmlformats.org/drawingml/2006/main">
              <a:ext uri="{FF2B5EF4-FFF2-40B4-BE49-F238E27FC236}">
                <a16:creationId xmlns:a16="http://schemas.microsoft.com/office/drawing/2014/main" id="{C21C0CA2-6A93-4352-94DA-0F69925E9FAE}"/>
              </a:ext>
            </a:extLst>
          </p:cNvPr>
          <p:cNvSpPr>
            <a:spLocks xmlns:a="http://schemas.openxmlformats.org/drawingml/2006/main" noGrp="1"/>
          </p:cNvSpPr>
          <p:nvPr/>
        </p:nvSpPr>
        <p:spPr>
          <a:xfrm xmlns:a="http://schemas.openxmlformats.org/drawingml/2006/main">
            <a:off x="8286750" y="15716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固定端</a:t>
            </a:r>
          </a:p>
        </p:txBody>
      </p:sp>
      <p:sp>
        <p:nvSpPr>
          <p:cNvPr id="58" name="">
            <a:extLst xmlns:a="http://schemas.openxmlformats.org/drawingml/2006/main">
              <a:ext uri="{FF2B5EF4-FFF2-40B4-BE49-F238E27FC236}">
                <a16:creationId xmlns:a16="http://schemas.microsoft.com/office/drawing/2014/main" id="{27D6950A-3D43-47D5-9D28-A9D4243EB8FD}"/>
              </a:ext>
            </a:extLst>
          </p:cNvPr>
          <p:cNvSpPr>
            <a:spLocks xmlns:a="http://schemas.openxmlformats.org/drawingml/2006/main" noGrp="1"/>
          </p:cNvSpPr>
          <p:nvPr/>
        </p:nvSpPr>
        <p:spPr>
          <a:xfrm xmlns:a="http://schemas.openxmlformats.org/drawingml/2006/main">
            <a:off x="8620125" y="2476500"/>
            <a:ext cx="238125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59" name="">
            <a:extLst xmlns:a="http://schemas.openxmlformats.org/drawingml/2006/main">
              <a:ext uri="{FF2B5EF4-FFF2-40B4-BE49-F238E27FC236}">
                <a16:creationId xmlns:a16="http://schemas.microsoft.com/office/drawing/2014/main" id="{91DCBBCC-FFB5-4B95-B4F8-72C05A312527}"/>
              </a:ext>
            </a:extLst>
          </p:cNvPr>
          <p:cNvSpPr>
            <a:spLocks xmlns:a="http://schemas.openxmlformats.org/drawingml/2006/main" noGrp="1"/>
          </p:cNvSpPr>
          <p:nvPr/>
        </p:nvSpPr>
        <p:spPr>
          <a:xfrm xmlns:a="http://schemas.openxmlformats.org/drawingml/2006/main">
            <a:off x="8401050" y="2109788"/>
            <a:ext cx="219075" cy="904875"/>
          </a:xfrm>
          <a:prstGeom xmlns:a="http://schemas.openxmlformats.org/drawingml/2006/main" prst="rect">
            <a:avLst/>
          </a:prstGeom>
          <a:solidFill xmlns:a="http://schemas.openxmlformats.org/drawingml/2006/main">
            <a:srgbClr val="D8E3EB"/>
          </a:solidFill>
          <a:ln xmlns:a="http://schemas.openxmlformats.org/drawingml/2006/main" w="16193">
            <a:solidFill>
              <a:srgbClr val="71818B"/>
            </a:solidFill>
          </a:ln>
        </p:spPr>
      </p:sp>
      <p:sp>
        <p:nvSpPr>
          <p:cNvPr id="60" name="">
            <a:extLst xmlns:a="http://schemas.openxmlformats.org/drawingml/2006/main">
              <a:ext uri="{FF2B5EF4-FFF2-40B4-BE49-F238E27FC236}">
                <a16:creationId xmlns:a16="http://schemas.microsoft.com/office/drawing/2014/main" id="{02443C08-865F-4FB4-87C9-050C66A68A10}"/>
              </a:ext>
            </a:extLst>
          </p:cNvPr>
          <p:cNvSpPr>
            <a:spLocks xmlns:a="http://schemas.openxmlformats.org/drawingml/2006/main" noGrp="1"/>
          </p:cNvSpPr>
          <p:nvPr/>
        </p:nvSpPr>
        <p:spPr>
          <a:xfrm xmlns:a="http://schemas.openxmlformats.org/drawingml/2006/main">
            <a:off x="8258175" y="2109788"/>
            <a:ext cx="142875" cy="133350"/>
          </a:xfrm>
          <a:custGeom xmlns:a="http://schemas.openxmlformats.org/drawingml/2006/main">
            <a:pathLst>
              <a:path w="142875" h="133350">
                <a:moveTo>
                  <a:pt x="142875" y="0"/>
                </a:moveTo>
                <a:lnTo>
                  <a:pt x="0" y="133350"/>
                </a:lnTo>
              </a:path>
            </a:pathLst>
          </a:custGeom>
          <a:noFill xmlns:a="http://schemas.openxmlformats.org/drawingml/2006/main"/>
          <a:ln xmlns:a="http://schemas.openxmlformats.org/drawingml/2006/main" w="14288">
            <a:solidFill>
              <a:srgbClr val="71818B"/>
            </a:solidFill>
          </a:ln>
        </p:spPr>
      </p:sp>
      <p:sp>
        <p:nvSpPr>
          <p:cNvPr id="61" name="">
            <a:extLst xmlns:a="http://schemas.openxmlformats.org/drawingml/2006/main">
              <a:ext uri="{FF2B5EF4-FFF2-40B4-BE49-F238E27FC236}">
                <a16:creationId xmlns:a16="http://schemas.microsoft.com/office/drawing/2014/main" id="{8B3EA3A4-829B-4DE4-ACB0-B863C604A5CE}"/>
              </a:ext>
            </a:extLst>
          </p:cNvPr>
          <p:cNvSpPr>
            <a:spLocks xmlns:a="http://schemas.openxmlformats.org/drawingml/2006/main" noGrp="1"/>
          </p:cNvSpPr>
          <p:nvPr/>
        </p:nvSpPr>
        <p:spPr>
          <a:xfrm xmlns:a="http://schemas.openxmlformats.org/drawingml/2006/main">
            <a:off x="8258175" y="2262188"/>
            <a:ext cx="142875" cy="133350"/>
          </a:xfrm>
          <a:custGeom xmlns:a="http://schemas.openxmlformats.org/drawingml/2006/main">
            <a:pathLst>
              <a:path w="142875" h="133350">
                <a:moveTo>
                  <a:pt x="142875" y="0"/>
                </a:moveTo>
                <a:lnTo>
                  <a:pt x="0" y="133350"/>
                </a:lnTo>
              </a:path>
            </a:pathLst>
          </a:custGeom>
          <a:noFill xmlns:a="http://schemas.openxmlformats.org/drawingml/2006/main"/>
          <a:ln xmlns:a="http://schemas.openxmlformats.org/drawingml/2006/main" w="14288">
            <a:solidFill>
              <a:srgbClr val="71818B"/>
            </a:solidFill>
          </a:ln>
        </p:spPr>
      </p:sp>
      <p:sp>
        <p:nvSpPr>
          <p:cNvPr id="62" name="">
            <a:extLst xmlns:a="http://schemas.openxmlformats.org/drawingml/2006/main">
              <a:ext uri="{FF2B5EF4-FFF2-40B4-BE49-F238E27FC236}">
                <a16:creationId xmlns:a16="http://schemas.microsoft.com/office/drawing/2014/main" id="{52348EC6-662D-405E-8BF4-6919AD13AF74}"/>
              </a:ext>
            </a:extLst>
          </p:cNvPr>
          <p:cNvSpPr>
            <a:spLocks xmlns:a="http://schemas.openxmlformats.org/drawingml/2006/main" noGrp="1"/>
          </p:cNvSpPr>
          <p:nvPr/>
        </p:nvSpPr>
        <p:spPr>
          <a:xfrm xmlns:a="http://schemas.openxmlformats.org/drawingml/2006/main">
            <a:off x="8258175" y="2414588"/>
            <a:ext cx="142875" cy="133350"/>
          </a:xfrm>
          <a:custGeom xmlns:a="http://schemas.openxmlformats.org/drawingml/2006/main">
            <a:pathLst>
              <a:path w="142875" h="133350">
                <a:moveTo>
                  <a:pt x="142875" y="0"/>
                </a:moveTo>
                <a:lnTo>
                  <a:pt x="0" y="133350"/>
                </a:lnTo>
              </a:path>
            </a:pathLst>
          </a:custGeom>
          <a:noFill xmlns:a="http://schemas.openxmlformats.org/drawingml/2006/main"/>
          <a:ln xmlns:a="http://schemas.openxmlformats.org/drawingml/2006/main" w="14288">
            <a:solidFill>
              <a:srgbClr val="71818B"/>
            </a:solidFill>
          </a:ln>
        </p:spPr>
      </p:sp>
      <p:sp>
        <p:nvSpPr>
          <p:cNvPr id="63" name="">
            <a:extLst xmlns:a="http://schemas.openxmlformats.org/drawingml/2006/main">
              <a:ext uri="{FF2B5EF4-FFF2-40B4-BE49-F238E27FC236}">
                <a16:creationId xmlns:a16="http://schemas.microsoft.com/office/drawing/2014/main" id="{3352CD98-D589-47AF-8E2B-B8A7334EDC95}"/>
              </a:ext>
            </a:extLst>
          </p:cNvPr>
          <p:cNvSpPr>
            <a:spLocks xmlns:a="http://schemas.openxmlformats.org/drawingml/2006/main" noGrp="1"/>
          </p:cNvSpPr>
          <p:nvPr/>
        </p:nvSpPr>
        <p:spPr>
          <a:xfrm xmlns:a="http://schemas.openxmlformats.org/drawingml/2006/main">
            <a:off x="8258175" y="2566988"/>
            <a:ext cx="142875" cy="133350"/>
          </a:xfrm>
          <a:custGeom xmlns:a="http://schemas.openxmlformats.org/drawingml/2006/main">
            <a:pathLst>
              <a:path w="142875" h="133350">
                <a:moveTo>
                  <a:pt x="142875" y="0"/>
                </a:moveTo>
                <a:lnTo>
                  <a:pt x="0" y="133350"/>
                </a:lnTo>
              </a:path>
            </a:pathLst>
          </a:custGeom>
          <a:noFill xmlns:a="http://schemas.openxmlformats.org/drawingml/2006/main"/>
          <a:ln xmlns:a="http://schemas.openxmlformats.org/drawingml/2006/main" w="14288">
            <a:solidFill>
              <a:srgbClr val="71818B"/>
            </a:solidFill>
          </a:ln>
        </p:spPr>
      </p:sp>
      <p:sp>
        <p:nvSpPr>
          <p:cNvPr id="64" name="">
            <a:extLst xmlns:a="http://schemas.openxmlformats.org/drawingml/2006/main">
              <a:ext uri="{FF2B5EF4-FFF2-40B4-BE49-F238E27FC236}">
                <a16:creationId xmlns:a16="http://schemas.microsoft.com/office/drawing/2014/main" id="{822EF133-15D5-4693-9197-EEB3B8757C4E}"/>
              </a:ext>
            </a:extLst>
          </p:cNvPr>
          <p:cNvSpPr>
            <a:spLocks xmlns:a="http://schemas.openxmlformats.org/drawingml/2006/main" noGrp="1"/>
          </p:cNvSpPr>
          <p:nvPr/>
        </p:nvSpPr>
        <p:spPr>
          <a:xfrm xmlns:a="http://schemas.openxmlformats.org/drawingml/2006/main">
            <a:off x="8258175" y="2719388"/>
            <a:ext cx="142875" cy="133350"/>
          </a:xfrm>
          <a:custGeom xmlns:a="http://schemas.openxmlformats.org/drawingml/2006/main">
            <a:pathLst>
              <a:path w="142875" h="133350">
                <a:moveTo>
                  <a:pt x="142875" y="0"/>
                </a:moveTo>
                <a:lnTo>
                  <a:pt x="0" y="133350"/>
                </a:lnTo>
              </a:path>
            </a:pathLst>
          </a:custGeom>
          <a:noFill xmlns:a="http://schemas.openxmlformats.org/drawingml/2006/main"/>
          <a:ln xmlns:a="http://schemas.openxmlformats.org/drawingml/2006/main" w="14288">
            <a:solidFill>
              <a:srgbClr val="71818B"/>
            </a:solidFill>
          </a:ln>
        </p:spPr>
      </p:sp>
      <p:sp>
        <p:nvSpPr>
          <p:cNvPr id="65" name="">
            <a:extLst xmlns:a="http://schemas.openxmlformats.org/drawingml/2006/main">
              <a:ext uri="{FF2B5EF4-FFF2-40B4-BE49-F238E27FC236}">
                <a16:creationId xmlns:a16="http://schemas.microsoft.com/office/drawing/2014/main" id="{4A727E81-4CDA-4C3A-8DAB-3262DF4142B2}"/>
              </a:ext>
            </a:extLst>
          </p:cNvPr>
          <p:cNvSpPr>
            <a:spLocks xmlns:a="http://schemas.openxmlformats.org/drawingml/2006/main" noGrp="1"/>
          </p:cNvSpPr>
          <p:nvPr/>
        </p:nvSpPr>
        <p:spPr>
          <a:xfrm xmlns:a="http://schemas.openxmlformats.org/drawingml/2006/main">
            <a:off x="8258175" y="2871788"/>
            <a:ext cx="142875" cy="133350"/>
          </a:xfrm>
          <a:custGeom xmlns:a="http://schemas.openxmlformats.org/drawingml/2006/main">
            <a:pathLst>
              <a:path w="142875" h="133350">
                <a:moveTo>
                  <a:pt x="142875" y="0"/>
                </a:moveTo>
                <a:lnTo>
                  <a:pt x="0" y="133350"/>
                </a:lnTo>
              </a:path>
            </a:pathLst>
          </a:custGeom>
          <a:noFill xmlns:a="http://schemas.openxmlformats.org/drawingml/2006/main"/>
          <a:ln xmlns:a="http://schemas.openxmlformats.org/drawingml/2006/main" w="14288">
            <a:solidFill>
              <a:srgbClr val="71818B"/>
            </a:solidFill>
          </a:ln>
        </p:spPr>
      </p:sp>
      <p:sp>
        <p:nvSpPr>
          <p:cNvPr id="66" name="">
            <a:extLst xmlns:a="http://schemas.openxmlformats.org/drawingml/2006/main">
              <a:ext uri="{FF2B5EF4-FFF2-40B4-BE49-F238E27FC236}">
                <a16:creationId xmlns:a16="http://schemas.microsoft.com/office/drawing/2014/main" id="{83001067-90D2-4317-8AFE-49FE256A4394}"/>
              </a:ext>
            </a:extLst>
          </p:cNvPr>
          <p:cNvSpPr>
            <a:spLocks xmlns:a="http://schemas.openxmlformats.org/drawingml/2006/main" noGrp="1"/>
          </p:cNvSpPr>
          <p:nvPr/>
        </p:nvSpPr>
        <p:spPr>
          <a:xfrm xmlns:a="http://schemas.openxmlformats.org/drawingml/2006/main">
            <a:off x="9772650" y="3724275"/>
            <a:ext cx="76200" cy="76200"/>
          </a:xfrm>
          <a:prstGeom xmlns:a="http://schemas.openxmlformats.org/drawingml/2006/main" prst="ellipse">
            <a:avLst/>
          </a:prstGeom>
          <a:solidFill xmlns:a="http://schemas.openxmlformats.org/drawingml/2006/main">
            <a:srgbClr val="71818B"/>
          </a:solidFill>
          <a:ln xmlns:a="http://schemas.openxmlformats.org/drawingml/2006/main" w="19050">
            <a:solidFill>
              <a:srgbClr val="71818B"/>
            </a:solidFill>
          </a:ln>
        </p:spPr>
      </p:sp>
      <p:sp>
        <p:nvSpPr>
          <p:cNvPr id="67" name="">
            <a:extLst xmlns:a="http://schemas.openxmlformats.org/drawingml/2006/main">
              <a:ext uri="{FF2B5EF4-FFF2-40B4-BE49-F238E27FC236}">
                <a16:creationId xmlns:a16="http://schemas.microsoft.com/office/drawing/2014/main" id="{9DA66F39-882D-42F6-9DC3-59DA89A73B52}"/>
              </a:ext>
            </a:extLst>
          </p:cNvPr>
          <p:cNvSpPr>
            <a:spLocks xmlns:a="http://schemas.openxmlformats.org/drawingml/2006/main" noGrp="1"/>
          </p:cNvSpPr>
          <p:nvPr/>
        </p:nvSpPr>
        <p:spPr>
          <a:xfrm xmlns:a="http://schemas.openxmlformats.org/drawingml/2006/main">
            <a:off x="9810750" y="3762375"/>
            <a:ext cx="9525" cy="619125"/>
          </a:xfrm>
          <a:custGeom xmlns:a="http://schemas.openxmlformats.org/drawingml/2006/main">
            <a:pathLst>
              <a:path w="9525" h="619125">
                <a:moveTo>
                  <a:pt x="0" y="619125"/>
                </a:moveTo>
                <a:lnTo>
                  <a:pt x="0" y="0"/>
                </a:lnTo>
              </a:path>
            </a:pathLst>
          </a:custGeom>
          <a:noFill xmlns:a="http://schemas.openxmlformats.org/drawingml/2006/main"/>
          <a:ln xmlns:a="http://schemas.openxmlformats.org/drawingml/2006/main" w="28575">
            <a:solidFill>
              <a:srgbClr val="2876A8"/>
            </a:solidFill>
          </a:ln>
        </p:spPr>
      </p:sp>
      <p:sp>
        <p:nvSpPr>
          <p:cNvPr id="68" name="">
            <a:extLst xmlns:a="http://schemas.openxmlformats.org/drawingml/2006/main">
              <a:ext uri="{FF2B5EF4-FFF2-40B4-BE49-F238E27FC236}">
                <a16:creationId xmlns:a16="http://schemas.microsoft.com/office/drawing/2014/main" id="{9EC35A5D-0908-46BF-84BC-024F8FE6D4BE}"/>
              </a:ext>
            </a:extLst>
          </p:cNvPr>
          <p:cNvSpPr>
            <a:spLocks xmlns:a="http://schemas.openxmlformats.org/drawingml/2006/main" noGrp="1"/>
          </p:cNvSpPr>
          <p:nvPr/>
        </p:nvSpPr>
        <p:spPr>
          <a:xfrm xmlns:a="http://schemas.openxmlformats.org/drawingml/2006/main">
            <a:off x="9762744" y="3762375"/>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2876A8"/>
          </a:solidFill>
          <a:ln xmlns:a="http://schemas.openxmlformats.org/drawingml/2006/main" w="4763">
            <a:solidFill>
              <a:srgbClr val="2876A8"/>
            </a:solidFill>
          </a:ln>
        </p:spPr>
      </p:sp>
      <p:sp>
        <p:nvSpPr>
          <p:cNvPr id="69" name="">
            <a:extLst xmlns:a="http://schemas.openxmlformats.org/drawingml/2006/main">
              <a:ext uri="{FF2B5EF4-FFF2-40B4-BE49-F238E27FC236}">
                <a16:creationId xmlns:a16="http://schemas.microsoft.com/office/drawing/2014/main" id="{68C6F4AE-6705-4565-89ED-48197A954C40}"/>
              </a:ext>
            </a:extLst>
          </p:cNvPr>
          <p:cNvSpPr>
            <a:spLocks xmlns:a="http://schemas.openxmlformats.org/drawingml/2006/main" noGrp="1"/>
          </p:cNvSpPr>
          <p:nvPr/>
        </p:nvSpPr>
        <p:spPr>
          <a:xfrm xmlns:a="http://schemas.openxmlformats.org/drawingml/2006/main">
            <a:off x="9944100" y="3933825"/>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Ry</a:t>
            </a:r>
          </a:p>
        </p:txBody>
      </p:sp>
      <p:sp>
        <p:nvSpPr>
          <p:cNvPr id="70" name="">
            <a:extLst xmlns:a="http://schemas.openxmlformats.org/drawingml/2006/main">
              <a:ext uri="{FF2B5EF4-FFF2-40B4-BE49-F238E27FC236}">
                <a16:creationId xmlns:a16="http://schemas.microsoft.com/office/drawing/2014/main" id="{AFD002DC-AAA8-4C8A-AD95-57EBEB58A5B4}"/>
              </a:ext>
            </a:extLst>
          </p:cNvPr>
          <p:cNvSpPr>
            <a:spLocks xmlns:a="http://schemas.openxmlformats.org/drawingml/2006/main" noGrp="1"/>
          </p:cNvSpPr>
          <p:nvPr/>
        </p:nvSpPr>
        <p:spPr>
          <a:xfrm xmlns:a="http://schemas.openxmlformats.org/drawingml/2006/main">
            <a:off x="9096375" y="3762375"/>
            <a:ext cx="714375" cy="9525"/>
          </a:xfrm>
          <a:custGeom xmlns:a="http://schemas.openxmlformats.org/drawingml/2006/main">
            <a:pathLst>
              <a:path w="714375" h="9525">
                <a:moveTo>
                  <a:pt x="0" y="0"/>
                </a:moveTo>
                <a:lnTo>
                  <a:pt x="714375" y="0"/>
                </a:lnTo>
              </a:path>
            </a:pathLst>
          </a:custGeom>
          <a:noFill xmlns:a="http://schemas.openxmlformats.org/drawingml/2006/main"/>
          <a:ln xmlns:a="http://schemas.openxmlformats.org/drawingml/2006/main" w="28575">
            <a:solidFill>
              <a:srgbClr val="2876A8"/>
            </a:solidFill>
          </a:ln>
        </p:spPr>
      </p:sp>
      <p:sp>
        <p:nvSpPr>
          <p:cNvPr id="71" name="">
            <a:extLst xmlns:a="http://schemas.openxmlformats.org/drawingml/2006/main">
              <a:ext uri="{FF2B5EF4-FFF2-40B4-BE49-F238E27FC236}">
                <a16:creationId xmlns:a16="http://schemas.microsoft.com/office/drawing/2014/main" id="{5B39DC97-5005-4798-B580-4CC9C0F12865}"/>
              </a:ext>
            </a:extLst>
          </p:cNvPr>
          <p:cNvSpPr>
            <a:spLocks xmlns:a="http://schemas.openxmlformats.org/drawingml/2006/main" noGrp="1"/>
          </p:cNvSpPr>
          <p:nvPr/>
        </p:nvSpPr>
        <p:spPr>
          <a:xfrm xmlns:a="http://schemas.openxmlformats.org/drawingml/2006/main">
            <a:off x="9696450" y="371436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2876A8"/>
          </a:solidFill>
          <a:ln xmlns:a="http://schemas.openxmlformats.org/drawingml/2006/main" w="4763">
            <a:solidFill>
              <a:srgbClr val="2876A8"/>
            </a:solidFill>
          </a:ln>
        </p:spPr>
      </p:sp>
      <p:sp>
        <p:nvSpPr>
          <p:cNvPr id="72" name="">
            <a:extLst xmlns:a="http://schemas.openxmlformats.org/drawingml/2006/main">
              <a:ext uri="{FF2B5EF4-FFF2-40B4-BE49-F238E27FC236}">
                <a16:creationId xmlns:a16="http://schemas.microsoft.com/office/drawing/2014/main" id="{F7A98E37-C6A7-4817-9123-038D83EF4DD6}"/>
              </a:ext>
            </a:extLst>
          </p:cNvPr>
          <p:cNvSpPr>
            <a:spLocks xmlns:a="http://schemas.openxmlformats.org/drawingml/2006/main" noGrp="1"/>
          </p:cNvSpPr>
          <p:nvPr/>
        </p:nvSpPr>
        <p:spPr>
          <a:xfrm xmlns:a="http://schemas.openxmlformats.org/drawingml/2006/main">
            <a:off x="9001125" y="3333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Rx</a:t>
            </a:r>
          </a:p>
        </p:txBody>
      </p:sp>
      <p:sp>
        <p:nvSpPr>
          <p:cNvPr id="73" name="">
            <a:extLst xmlns:a="http://schemas.openxmlformats.org/drawingml/2006/main">
              <a:ext uri="{FF2B5EF4-FFF2-40B4-BE49-F238E27FC236}">
                <a16:creationId xmlns:a16="http://schemas.microsoft.com/office/drawing/2014/main" id="{FEE7C663-4FF8-4707-A1B1-7D83370348D7}"/>
              </a:ext>
            </a:extLst>
          </p:cNvPr>
          <p:cNvSpPr>
            <a:spLocks xmlns:a="http://schemas.openxmlformats.org/drawingml/2006/main" noGrp="1"/>
          </p:cNvSpPr>
          <p:nvPr/>
        </p:nvSpPr>
        <p:spPr>
          <a:xfrm xmlns:a="http://schemas.openxmlformats.org/drawingml/2006/main">
            <a:off x="10335237" y="3476778"/>
            <a:ext cx="570850" cy="533064"/>
          </a:xfrm>
          <a:custGeom xmlns:a="http://schemas.openxmlformats.org/drawingml/2006/main">
            <a:pathLst>
              <a:path w="570850" h="533064">
                <a:moveTo>
                  <a:pt x="428013" y="533064"/>
                </a:moveTo>
                <a:lnTo>
                  <a:pt x="462778" y="509421"/>
                </a:lnTo>
                <a:lnTo>
                  <a:pt x="493697" y="480934"/>
                </a:lnTo>
                <a:lnTo>
                  <a:pt x="520101" y="448217"/>
                </a:lnTo>
                <a:lnTo>
                  <a:pt x="541420" y="411981"/>
                </a:lnTo>
                <a:lnTo>
                  <a:pt x="557190" y="373009"/>
                </a:lnTo>
                <a:lnTo>
                  <a:pt x="567072" y="332144"/>
                </a:lnTo>
                <a:lnTo>
                  <a:pt x="570850" y="290272"/>
                </a:lnTo>
                <a:lnTo>
                  <a:pt x="568444" y="248299"/>
                </a:lnTo>
                <a:lnTo>
                  <a:pt x="559904" y="207133"/>
                </a:lnTo>
                <a:lnTo>
                  <a:pt x="545418" y="167666"/>
                </a:lnTo>
                <a:lnTo>
                  <a:pt x="525296" y="130751"/>
                </a:lnTo>
                <a:lnTo>
                  <a:pt x="499976" y="97189"/>
                </a:lnTo>
                <a:lnTo>
                  <a:pt x="470006" y="67705"/>
                </a:lnTo>
                <a:lnTo>
                  <a:pt x="436034" y="42937"/>
                </a:lnTo>
                <a:lnTo>
                  <a:pt x="398795" y="23423"/>
                </a:lnTo>
                <a:lnTo>
                  <a:pt x="359096" y="9584"/>
                </a:lnTo>
                <a:lnTo>
                  <a:pt x="317796" y="1719"/>
                </a:lnTo>
                <a:lnTo>
                  <a:pt x="275789" y="0"/>
                </a:lnTo>
                <a:lnTo>
                  <a:pt x="233984" y="4463"/>
                </a:lnTo>
                <a:lnTo>
                  <a:pt x="193287" y="15012"/>
                </a:lnTo>
                <a:lnTo>
                  <a:pt x="154578" y="31418"/>
                </a:lnTo>
                <a:lnTo>
                  <a:pt x="118695" y="53326"/>
                </a:lnTo>
                <a:lnTo>
                  <a:pt x="86415" y="80262"/>
                </a:lnTo>
                <a:lnTo>
                  <a:pt x="58437" y="111643"/>
                </a:lnTo>
                <a:lnTo>
                  <a:pt x="35367" y="146790"/>
                </a:lnTo>
                <a:lnTo>
                  <a:pt x="17703" y="184942"/>
                </a:lnTo>
                <a:lnTo>
                  <a:pt x="5828" y="225272"/>
                </a:lnTo>
                <a:lnTo>
                  <a:pt x="0" y="266908"/>
                </a:lnTo>
                <a:lnTo>
                  <a:pt x="344" y="308949"/>
                </a:lnTo>
                <a:lnTo>
                  <a:pt x="6853" y="350484"/>
                </a:lnTo>
                <a:lnTo>
                  <a:pt x="19386" y="390615"/>
                </a:lnTo>
                <a:lnTo>
                  <a:pt x="37671" y="428472"/>
                </a:lnTo>
              </a:path>
            </a:pathLst>
          </a:custGeom>
          <a:noFill xmlns:a="http://schemas.openxmlformats.org/drawingml/2006/main"/>
          <a:ln xmlns:a="http://schemas.openxmlformats.org/drawingml/2006/main" w="28575">
            <a:solidFill>
              <a:srgbClr val="2876A8"/>
            </a:solidFill>
          </a:ln>
        </p:spPr>
      </p:sp>
      <p:sp>
        <p:nvSpPr>
          <p:cNvPr id="74" name="">
            <a:extLst xmlns:a="http://schemas.openxmlformats.org/drawingml/2006/main">
              <a:ext uri="{FF2B5EF4-FFF2-40B4-BE49-F238E27FC236}">
                <a16:creationId xmlns:a16="http://schemas.microsoft.com/office/drawing/2014/main" id="{000DAE39-3528-4512-88B2-19544784D7C8}"/>
              </a:ext>
            </a:extLst>
          </p:cNvPr>
          <p:cNvSpPr>
            <a:spLocks xmlns:a="http://schemas.openxmlformats.org/drawingml/2006/main" noGrp="1"/>
          </p:cNvSpPr>
          <p:nvPr/>
        </p:nvSpPr>
        <p:spPr>
          <a:xfrm xmlns:a="http://schemas.openxmlformats.org/drawingml/2006/main">
            <a:off x="10354623" y="3867393"/>
            <a:ext cx="18286" cy="37857"/>
          </a:xfrm>
          <a:custGeom xmlns:a="http://schemas.openxmlformats.org/drawingml/2006/main">
            <a:pathLst>
              <a:path w="18286" h="37857">
                <a:moveTo>
                  <a:pt x="0" y="0"/>
                </a:moveTo>
                <a:lnTo>
                  <a:pt x="18286" y="37857"/>
                </a:lnTo>
              </a:path>
            </a:pathLst>
          </a:custGeom>
          <a:noFill xmlns:a="http://schemas.openxmlformats.org/drawingml/2006/main"/>
          <a:ln xmlns:a="http://schemas.openxmlformats.org/drawingml/2006/main" w="28575">
            <a:solidFill>
              <a:srgbClr val="2876A8"/>
            </a:solidFill>
          </a:ln>
        </p:spPr>
      </p:sp>
      <p:sp>
        <p:nvSpPr>
          <p:cNvPr id="75" name="">
            <a:extLst xmlns:a="http://schemas.openxmlformats.org/drawingml/2006/main">
              <a:ext uri="{FF2B5EF4-FFF2-40B4-BE49-F238E27FC236}">
                <a16:creationId xmlns:a16="http://schemas.microsoft.com/office/drawing/2014/main" id="{3837F3BF-7801-4D04-8E24-847899FD1C7C}"/>
              </a:ext>
            </a:extLst>
          </p:cNvPr>
          <p:cNvSpPr>
            <a:spLocks xmlns:a="http://schemas.openxmlformats.org/drawingml/2006/main" noGrp="1"/>
          </p:cNvSpPr>
          <p:nvPr/>
        </p:nvSpPr>
        <p:spPr>
          <a:xfrm xmlns:a="http://schemas.openxmlformats.org/drawingml/2006/main">
            <a:off x="10295458" y="3802081"/>
            <a:ext cx="77451" cy="103169"/>
          </a:xfrm>
          <a:custGeom xmlns:a="http://schemas.openxmlformats.org/drawingml/2006/main">
            <a:pathLst>
              <a:path w="77451" h="103169">
                <a:moveTo>
                  <a:pt x="77451" y="103169"/>
                </a:moveTo>
                <a:lnTo>
                  <a:pt x="72046" y="0"/>
                </a:lnTo>
                <a:lnTo>
                  <a:pt x="0" y="34799"/>
                </a:lnTo>
                <a:close/>
              </a:path>
            </a:pathLst>
          </a:custGeom>
          <a:solidFill xmlns:a="http://schemas.openxmlformats.org/drawingml/2006/main">
            <a:srgbClr val="2876A8"/>
          </a:solidFill>
          <a:ln xmlns:a="http://schemas.openxmlformats.org/drawingml/2006/main" w="4763">
            <a:solidFill>
              <a:srgbClr val="2876A8"/>
            </a:solidFill>
          </a:ln>
        </p:spPr>
      </p:sp>
      <p:sp>
        <p:nvSpPr>
          <p:cNvPr id="76" name="">
            <a:extLst xmlns:a="http://schemas.openxmlformats.org/drawingml/2006/main">
              <a:ext uri="{FF2B5EF4-FFF2-40B4-BE49-F238E27FC236}">
                <a16:creationId xmlns:a16="http://schemas.microsoft.com/office/drawing/2014/main" id="{BC7A1B58-A0F7-490E-B720-4F76EB1C8EEA}"/>
              </a:ext>
            </a:extLst>
          </p:cNvPr>
          <p:cNvSpPr>
            <a:spLocks xmlns:a="http://schemas.openxmlformats.org/drawingml/2006/main" noGrp="1"/>
          </p:cNvSpPr>
          <p:nvPr/>
        </p:nvSpPr>
        <p:spPr>
          <a:xfrm xmlns:a="http://schemas.openxmlformats.org/drawingml/2006/main">
            <a:off x="11068050" y="3648075"/>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buNone/>
              <a:defRPr sz="1800" b="1">
                <a:solidFill>
                  <a:srgbClr val="2876A8"/>
                </a:solidFill>
                <a:latin typeface="Yu Gothic"/>
                <a:ea typeface="Yu Gothic"/>
                <a:cs typeface="Yu Gothic"/>
              </a:defRPr>
            </a:lvl1pPr>
            <a:lvl2pPr>
              <a:buNone/>
              <a:defRPr sz="1800" b="1">
                <a:solidFill>
                  <a:srgbClr val="2876A8"/>
                </a:solidFill>
                <a:latin typeface="Yu Gothic"/>
                <a:ea typeface="Yu Gothic"/>
                <a:cs typeface="Yu Gothic"/>
              </a:defRPr>
            </a:lvl2pPr>
            <a:lvl3pPr>
              <a:buNone/>
              <a:defRPr sz="1800" b="1">
                <a:solidFill>
                  <a:srgbClr val="2876A8"/>
                </a:solidFill>
                <a:latin typeface="Yu Gothic"/>
                <a:ea typeface="Yu Gothic"/>
                <a:cs typeface="Yu Gothic"/>
              </a:defRPr>
            </a:lvl3pPr>
            <a:lvl4pPr>
              <a:buNone/>
              <a:defRPr sz="1800" b="1">
                <a:solidFill>
                  <a:srgbClr val="2876A8"/>
                </a:solidFill>
                <a:latin typeface="Yu Gothic"/>
                <a:ea typeface="Yu Gothic"/>
                <a:cs typeface="Yu Gothic"/>
              </a:defRPr>
            </a:lvl4pPr>
            <a:lvl5pPr>
              <a:buNone/>
              <a:defRPr sz="1800" b="1">
                <a:solidFill>
                  <a:srgbClr val="2876A8"/>
                </a:solidFill>
                <a:latin typeface="Yu Gothic"/>
                <a:ea typeface="Yu Gothic"/>
                <a:cs typeface="Yu Gothic"/>
              </a:defRPr>
            </a:lvl5pPr>
            <a:lvl6pPr>
              <a:buNone/>
              <a:defRPr sz="1800" b="1">
                <a:solidFill>
                  <a:srgbClr val="2876A8"/>
                </a:solidFill>
                <a:latin typeface="Yu Gothic"/>
                <a:ea typeface="Yu Gothic"/>
                <a:cs typeface="Yu Gothic"/>
              </a:defRPr>
            </a:lvl6pPr>
            <a:lvl7pPr>
              <a:buNone/>
              <a:defRPr sz="1800" b="1">
                <a:solidFill>
                  <a:srgbClr val="2876A8"/>
                </a:solidFill>
                <a:latin typeface="Yu Gothic"/>
                <a:ea typeface="Yu Gothic"/>
                <a:cs typeface="Yu Gothic"/>
              </a:defRPr>
            </a:lvl7pPr>
            <a:lvl8pPr>
              <a:buNone/>
              <a:defRPr sz="1800" b="1">
                <a:solidFill>
                  <a:srgbClr val="2876A8"/>
                </a:solidFill>
                <a:latin typeface="Yu Gothic"/>
                <a:ea typeface="Yu Gothic"/>
                <a:cs typeface="Yu Gothic"/>
              </a:defRPr>
            </a:lvl8pPr>
            <a:lvl9pPr>
              <a:buNone/>
              <a:defRPr sz="1800" b="1">
                <a:solidFill>
                  <a:srgbClr val="2876A8"/>
                </a:solidFill>
                <a:latin typeface="Yu Gothic"/>
                <a:ea typeface="Yu Gothic"/>
                <a:cs typeface="Yu Gothic"/>
              </a:defRPr>
            </a:lvl9pPr>
          </a:lstStyle>
          <a:p xmlns:a="http://schemas.openxmlformats.org/drawingml/2006/main">
            <a:pPr>
              <a:buNone/>
              <a:defRPr sz="1800" b="1">
                <a:solidFill>
                  <a:srgbClr val="2876A8"/>
                </a:solidFill>
                <a:latin typeface="Yu Gothic"/>
                <a:ea typeface="Yu Gothic"/>
                <a:cs typeface="Yu Gothic"/>
              </a:defRPr>
            </a:pPr>
            <a:r>
              <a:rPr sz="1800" b="1">
                <a:solidFill>
                  <a:srgbClr val="2876A8"/>
                </a:solidFill>
                <a:latin typeface="Yu Gothic"/>
                <a:ea typeface="Yu Gothic"/>
                <a:cs typeface="Yu Gothic"/>
              </a:rPr>
              <a:t>MA</a:t>
            </a:r>
          </a:p>
        </p:txBody>
      </p:sp>
      <p:sp>
        <p:nvSpPr>
          <p:cNvPr id="77" name="">
            <a:extLst xmlns:a="http://schemas.openxmlformats.org/drawingml/2006/main">
              <a:ext uri="{FF2B5EF4-FFF2-40B4-BE49-F238E27FC236}">
                <a16:creationId xmlns:a16="http://schemas.microsoft.com/office/drawing/2014/main" id="{2799FB50-321D-4F74-A7D5-742375C46309}"/>
              </a:ext>
            </a:extLst>
          </p:cNvPr>
          <p:cNvSpPr>
            <a:spLocks xmlns:a="http://schemas.openxmlformats.org/drawingml/2006/main" noGrp="1"/>
          </p:cNvSpPr>
          <p:nvPr/>
        </p:nvSpPr>
        <p:spPr>
          <a:xfrm xmlns:a="http://schemas.openxmlformats.org/drawingml/2006/main">
            <a:off x="8286750" y="461962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水平・鉛直の移動と</a:t>
            </a:r>
          </a:p>
        </p:txBody>
      </p:sp>
      <p:sp>
        <p:nvSpPr>
          <p:cNvPr id="78" name="">
            <a:extLst xmlns:a="http://schemas.openxmlformats.org/drawingml/2006/main">
              <a:ext uri="{FF2B5EF4-FFF2-40B4-BE49-F238E27FC236}">
                <a16:creationId xmlns:a16="http://schemas.microsoft.com/office/drawing/2014/main" id="{F35F5A13-F6FC-493E-A00C-3BE5D17D185F}"/>
              </a:ext>
            </a:extLst>
          </p:cNvPr>
          <p:cNvSpPr>
            <a:spLocks xmlns:a="http://schemas.openxmlformats.org/drawingml/2006/main" noGrp="1"/>
          </p:cNvSpPr>
          <p:nvPr/>
        </p:nvSpPr>
        <p:spPr>
          <a:xfrm xmlns:a="http://schemas.openxmlformats.org/drawingml/2006/main">
            <a:off x="8286750" y="50482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回転を止める</a:t>
            </a:r>
          </a:p>
        </p:txBody>
      </p:sp>
      <p:sp>
        <p:nvSpPr>
          <p:cNvPr id="79" name="">
            <a:extLst xmlns:a="http://schemas.openxmlformats.org/drawingml/2006/main">
              <a:ext uri="{FF2B5EF4-FFF2-40B4-BE49-F238E27FC236}">
                <a16:creationId xmlns:a16="http://schemas.microsoft.com/office/drawing/2014/main" id="{0A86BEDF-8A0A-4D87-B105-2B8D6754E92B}"/>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下段は支点を外したときの反力の種類。平面内、ローラーは水平な支持面として理想化する。</a:t>
            </a:r>
          </a:p>
        </p:txBody>
      </p:sp>
    </p:spTree>
    <p:extLst>
      <p:ext uri="{BB962C8B-B14F-4D97-AF65-F5344CB8AC3E}">
        <p14:creationId xmlns:p14="http://schemas.microsoft.com/office/powerpoint/2010/main" val="131047510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D5D4D5-C1DC-4304-B1FD-B800B7A68B93}"/>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つり合いを考える、5つの手順</a:t>
            </a:r>
          </a:p>
        </p:txBody>
      </p:sp>
      <p:cxnSp>
        <p:nvCxnSpPr>
          <p:cNvPr id="2" name="">
            <a:extLst xmlns:a="http://schemas.openxmlformats.org/drawingml/2006/main">
              <a:ext uri="{FF2B5EF4-FFF2-40B4-BE49-F238E27FC236}">
                <a16:creationId xmlns:a16="http://schemas.microsoft.com/office/drawing/2014/main" id="{03667AD9-6C6F-41F1-9878-D23645CF903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E9539F53-7119-4F07-9F60-E7BF5FFE9917}"/>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FD1B7500-F86F-4927-A17D-633C5F7150A7}"/>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9 / 49</a:t>
            </a:r>
          </a:p>
        </p:txBody>
      </p:sp>
      <p:sp>
        <p:nvSpPr>
          <p:cNvPr id="5" name="">
            <a:extLst xmlns:a="http://schemas.openxmlformats.org/drawingml/2006/main">
              <a:ext uri="{FF2B5EF4-FFF2-40B4-BE49-F238E27FC236}">
                <a16:creationId xmlns:a16="http://schemas.microsoft.com/office/drawing/2014/main" id="{991ADE33-89B7-4E10-8C38-AF00C37C09F2}"/>
              </a:ext>
            </a:extLst>
          </p:cNvPr>
          <p:cNvSpPr>
            <a:spLocks xmlns:a="http://schemas.openxmlformats.org/drawingml/2006/main" noGrp="1"/>
          </p:cNvSpPr>
          <p:nvPr/>
        </p:nvSpPr>
        <p:spPr>
          <a:xfrm xmlns:a="http://schemas.openxmlformats.org/drawingml/2006/main">
            <a:off x="685800" y="15430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xmlns:a="http://schemas.openxmlformats.org/drawingml/2006/main">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対象を取り出し、荷重・反力・距離を描く</a:t>
            </a:r>
          </a:p>
        </p:txBody>
      </p:sp>
      <p:sp>
        <p:nvSpPr>
          <p:cNvPr id="6" name="">
            <a:extLst xmlns:a="http://schemas.openxmlformats.org/drawingml/2006/main">
              <a:ext uri="{FF2B5EF4-FFF2-40B4-BE49-F238E27FC236}">
                <a16:creationId xmlns:a16="http://schemas.microsoft.com/office/drawing/2014/main" id="{F3DE2E62-EDDC-4D4F-8698-8E001FC26DB2}"/>
              </a:ext>
            </a:extLst>
          </p:cNvPr>
          <p:cNvSpPr>
            <a:spLocks xmlns:a="http://schemas.openxmlformats.org/drawingml/2006/main" noGrp="1"/>
          </p:cNvSpPr>
          <p:nvPr/>
        </p:nvSpPr>
        <p:spPr>
          <a:xfrm xmlns:a="http://schemas.openxmlformats.org/drawingml/2006/main">
            <a:off x="685800" y="23050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xmlns:a="http://schemas.openxmlformats.org/drawingml/2006/main">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力のつり合いを書く：上向き − 下向き = 0</a:t>
            </a:r>
          </a:p>
        </p:txBody>
      </p:sp>
      <p:sp>
        <p:nvSpPr>
          <p:cNvPr id="7" name="">
            <a:extLst xmlns:a="http://schemas.openxmlformats.org/drawingml/2006/main">
              <a:ext uri="{FF2B5EF4-FFF2-40B4-BE49-F238E27FC236}">
                <a16:creationId xmlns:a16="http://schemas.microsoft.com/office/drawing/2014/main" id="{038B952A-DD17-4697-B1C9-785A648E85AA}"/>
              </a:ext>
            </a:extLst>
          </p:cNvPr>
          <p:cNvSpPr>
            <a:spLocks xmlns:a="http://schemas.openxmlformats.org/drawingml/2006/main" noGrp="1"/>
          </p:cNvSpPr>
          <p:nvPr/>
        </p:nvSpPr>
        <p:spPr>
          <a:xfrm xmlns:a="http://schemas.openxmlformats.org/drawingml/2006/main">
            <a:off x="685800" y="30670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xmlns:a="http://schemas.openxmlformats.org/drawingml/2006/main">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③ 支点まわりのモーメントをそろえて、一方の反力を求める</a:t>
            </a:r>
          </a:p>
        </p:txBody>
      </p:sp>
      <p:sp>
        <p:nvSpPr>
          <p:cNvPr id="8" name="">
            <a:extLst xmlns:a="http://schemas.openxmlformats.org/drawingml/2006/main">
              <a:ext uri="{FF2B5EF4-FFF2-40B4-BE49-F238E27FC236}">
                <a16:creationId xmlns:a16="http://schemas.microsoft.com/office/drawing/2014/main" id="{30E1E25A-1972-4D4F-8254-2AF876C80140}"/>
              </a:ext>
            </a:extLst>
          </p:cNvPr>
          <p:cNvSpPr>
            <a:spLocks xmlns:a="http://schemas.openxmlformats.org/drawingml/2006/main" noGrp="1"/>
          </p:cNvSpPr>
          <p:nvPr/>
        </p:nvSpPr>
        <p:spPr>
          <a:xfrm xmlns:a="http://schemas.openxmlformats.org/drawingml/2006/main">
            <a:off x="685800" y="38290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xmlns:a="http://schemas.openxmlformats.org/drawingml/2006/main">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④ 力のつり合いに戻り、もう一方の反力を求める</a:t>
            </a:r>
          </a:p>
        </p:txBody>
      </p:sp>
      <p:sp>
        <p:nvSpPr>
          <p:cNvPr id="9" name="">
            <a:extLst xmlns:a="http://schemas.openxmlformats.org/drawingml/2006/main">
              <a:ext uri="{FF2B5EF4-FFF2-40B4-BE49-F238E27FC236}">
                <a16:creationId xmlns:a16="http://schemas.microsoft.com/office/drawing/2014/main" id="{2AD4AD7F-333C-497A-8958-8A0D05284AAF}"/>
              </a:ext>
            </a:extLst>
          </p:cNvPr>
          <p:cNvSpPr>
            <a:spLocks xmlns:a="http://schemas.openxmlformats.org/drawingml/2006/main" noGrp="1"/>
          </p:cNvSpPr>
          <p:nvPr/>
        </p:nvSpPr>
        <p:spPr>
          <a:xfrm xmlns:a="http://schemas.openxmlformats.org/drawingml/2006/main">
            <a:off x="685800" y="45910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xmlns:a="http://schemas.openxmlformats.org/drawingml/2006/main">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⑤ 力の合計と、別の点まわりのモーメントで検算</a:t>
            </a:r>
          </a:p>
        </p:txBody>
      </p:sp>
      <p:sp>
        <p:nvSpPr>
          <p:cNvPr id="10" name="">
            <a:extLst xmlns:a="http://schemas.openxmlformats.org/drawingml/2006/main">
              <a:ext uri="{FF2B5EF4-FFF2-40B4-BE49-F238E27FC236}">
                <a16:creationId xmlns:a16="http://schemas.microsoft.com/office/drawing/2014/main" id="{71DB2473-1982-4F03-8E82-A2B9C7A7F1B5}"/>
              </a:ext>
            </a:extLst>
          </p:cNvPr>
          <p:cNvSpPr>
            <a:spLocks xmlns:a="http://schemas.openxmlformats.org/drawingml/2006/main" noGrp="1"/>
          </p:cNvSpPr>
          <p:nvPr/>
        </p:nvSpPr>
        <p:spPr>
          <a:xfrm xmlns:a="http://schemas.openxmlformats.org/drawingml/2006/main">
            <a:off x="685800" y="57721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符号：外力は上向き＋、外力モーメントは反時計回り＋</a:t>
            </a:r>
          </a:p>
        </p:txBody>
      </p:sp>
    </p:spTree>
    <p:extLst>
      <p:ext uri="{BB962C8B-B14F-4D97-AF65-F5344CB8AC3E}">
        <p14:creationId xmlns:p14="http://schemas.microsoft.com/office/powerpoint/2010/main" val="151983300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347221-F867-456F-A390-64414DEA380A}"/>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つり合いの式だけで、いつ解けるか</a:t>
            </a:r>
          </a:p>
        </p:txBody>
      </p:sp>
      <p:sp>
        <p:nvSpPr>
          <p:cNvPr id="2" name="">
            <a:extLst xmlns:a="http://schemas.openxmlformats.org/drawingml/2006/main">
              <a:ext uri="{FF2B5EF4-FFF2-40B4-BE49-F238E27FC236}">
                <a16:creationId xmlns:a16="http://schemas.microsoft.com/office/drawing/2014/main" id="{829CFF5F-2AC0-411B-8C7F-3149A2BE58A2}"/>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8F2A0350-C035-4750-B9B0-3D911740C81C}"/>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graphicFrame>
        <p:nvGraphicFramePr>
          <p:cNvPr id="4" name="">
            <a:extLst xmlns:a="http://schemas.openxmlformats.org/drawingml/2006/main">
              <a:ext uri="{FF2B5EF4-FFF2-40B4-BE49-F238E27FC236}">
                <a16:creationId xmlns:a16="http://schemas.microsoft.com/office/drawing/2014/main" id="{BF99B359-605A-42F6-BD9B-2AC6D77DE285}"/>
              </a:ext>
            </a:extLst>
          </p:cNvPr>
          <p:cNvGraphicFramePr/>
          <p:nvPr/>
        </p:nvGraphicFramePr>
        <p:xfrm>
          <a:off xmlns:a="http://schemas.openxmlformats.org/drawingml/2006/main" x="714375" y="1809750"/>
          <a:ext xmlns:a="http://schemas.openxmlformats.org/drawingml/2006/main" cx="10763250" cy="2971800"/>
        </p:xfrm>
        <a:graphic xmlns:a="http://schemas.openxmlformats.org/drawingml/2006/main">
          <a:graphicData uri="http://schemas.openxmlformats.org/drawingml/2006/table">
            <a:tbl>
              <a:tblPr/>
              <a:tblGrid>
                <a:gridCol w="3429000"/>
                <a:gridCol w="7334250"/>
              </a:tblGrid>
              <a:tr h="742950">
                <a:tc>
                  <a:txBody>
                    <a:bodyPr lIns="85725" tIns="85725" rIns="85725" bIns="85725"/>
                    <a:lstStyle/>
                    <a:p>
                      <a:r>
                        <a:rPr sz="2175" b="1">
                          <a:solidFill>
                            <a:srgbClr val="FFFFFF"/>
                          </a:solidFill>
                          <a:latin typeface="Yu Gothic"/>
                          <a:ea typeface="Yu Gothic"/>
                          <a:cs typeface="Yu Gothic"/>
                        </a:rPr>
                        <a:t>平面内の静力学</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式と未知数を対応させる</a:t>
                      </a:r>
                    </a:p>
                  </a:txBody>
                  <a:tcPr marL="91440" marR="91440" marT="45720" marB="45720">
                    <a:solidFill>
                      <a:srgbClr val="193B59"/>
                    </a:solidFill>
                  </a:tcPr>
                </a:tc>
              </a:tr>
              <a:tr h="742950">
                <a:tc>
                  <a:txBody>
                    <a:bodyPr lIns="85725" tIns="85725" rIns="85725" bIns="85725"/>
                    <a:lstStyle/>
                    <a:p>
                      <a:r>
                        <a:rPr sz="2175" b="0">
                          <a:solidFill>
                            <a:srgbClr val="263D4D"/>
                          </a:solidFill>
                          <a:latin typeface="Yu Gothic"/>
                          <a:ea typeface="Yu Gothic"/>
                          <a:cs typeface="Yu Gothic"/>
                        </a:rPr>
                        <a:t>独立なつり合いの式</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ΣFₓ=0、ΣFᵧ=0、ΣM=0</a:t>
                      </a:r>
                    </a:p>
                  </a:txBody>
                  <a:tcPr marL="91440" marR="91440" marT="45720" marB="45720">
                    <a:solidFill>
                      <a:srgbClr val="E8F0F4"/>
                    </a:solidFill>
                  </a:tcPr>
                </a:tc>
              </a:tr>
              <a:tr h="742950">
                <a:tc>
                  <a:txBody>
                    <a:bodyPr lIns="85725" tIns="85725" rIns="85725" bIns="85725"/>
                    <a:lstStyle/>
                    <a:p>
                      <a:r>
                        <a:rPr sz="2175" b="0">
                          <a:solidFill>
                            <a:srgbClr val="263D4D"/>
                          </a:solidFill>
                          <a:latin typeface="Yu Gothic"/>
                          <a:ea typeface="Yu Gothic"/>
                          <a:cs typeface="Yu Gothic"/>
                        </a:rPr>
                        <a:t>ピンとローラーの単純支持</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通常は反力の未知数3つ</a:t>
                      </a:r>
                    </a:p>
                  </a:txBody>
                  <a:tcPr marL="91440" marR="91440" marT="45720" marB="45720">
                    <a:solidFill>
                      <a:srgbClr val="FFFFFF"/>
                    </a:solidFill>
                  </a:tcPr>
                </a:tc>
              </a:tr>
              <a:tr h="742950">
                <a:tc>
                  <a:txBody>
                    <a:bodyPr lIns="85725" tIns="85725" rIns="85725" bIns="85725"/>
                    <a:lstStyle/>
                    <a:p>
                      <a:r>
                        <a:rPr sz="2175" b="0">
                          <a:solidFill>
                            <a:srgbClr val="263D4D"/>
                          </a:solidFill>
                          <a:latin typeface="Yu Gothic"/>
                          <a:ea typeface="Yu Gothic"/>
                          <a:cs typeface="Yu Gothic"/>
                        </a:rPr>
                        <a:t>両端をピンに変更した場合</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反力は4つ。変形等の情報も必要</a:t>
                      </a:r>
                    </a:p>
                  </a:txBody>
                  <a:tcPr marL="91440" marR="91440" marT="45720" marB="45720">
                    <a:solidFill>
                      <a:srgbClr val="E8F0F4"/>
                    </a:solidFill>
                  </a:tcPr>
                </a:tc>
              </a:tr>
            </a:tbl>
          </a:graphicData>
        </a:graphic>
      </p:graphicFrame>
      <p:sp>
        <p:nvSpPr>
          <p:cNvPr id="5" name="">
            <a:extLst xmlns:a="http://schemas.openxmlformats.org/drawingml/2006/main">
              <a:ext uri="{FF2B5EF4-FFF2-40B4-BE49-F238E27FC236}">
                <a16:creationId xmlns:a16="http://schemas.microsoft.com/office/drawing/2014/main" id="{12F844CD-6D18-4387-97A2-55DBD2D07B67}"/>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支持の安定性も確認する。本回の計算演習は静定の基本モデルを扱う。</a:t>
            </a:r>
          </a:p>
        </p:txBody>
      </p:sp>
      <p:sp>
        <p:nvSpPr>
          <p:cNvPr id="6" name="">
            <a:extLst xmlns:a="http://schemas.openxmlformats.org/drawingml/2006/main">
              <a:ext uri="{FF2B5EF4-FFF2-40B4-BE49-F238E27FC236}">
                <a16:creationId xmlns:a16="http://schemas.microsoft.com/office/drawing/2014/main" id="{F05F922C-4EBC-459F-8190-2E2D25358614}"/>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10 / 49</a:t>
            </a:r>
          </a:p>
        </p:txBody>
      </p:sp>
    </p:spTree>
    <p:extLst>
      <p:ext uri="{BB962C8B-B14F-4D97-AF65-F5344CB8AC3E}">
        <p14:creationId xmlns:p14="http://schemas.microsoft.com/office/powerpoint/2010/main" val="1376079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2EDA37B-D90F-464C-BA30-9FEF73CADD87}"/>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例題：中央荷重の反力を、順に求める</a:t>
            </a:r>
          </a:p>
        </p:txBody>
      </p:sp>
      <p:cxnSp>
        <p:nvCxnSpPr>
          <p:cNvPr id="2" name="">
            <a:extLst xmlns:a="http://schemas.openxmlformats.org/drawingml/2006/main">
              <a:ext uri="{FF2B5EF4-FFF2-40B4-BE49-F238E27FC236}">
                <a16:creationId xmlns:a16="http://schemas.microsoft.com/office/drawing/2014/main" id="{97A6C5AE-0795-4BE3-AA02-DF65A2E7E764}"/>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129C89CD-8BE5-4160-93F9-A119F7D42539}"/>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A47F371A-1EF1-4BE9-8A63-1F24E14AE2F0}"/>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11 / 49</a:t>
            </a:r>
          </a:p>
        </p:txBody>
      </p:sp>
      <p:sp>
        <p:nvSpPr>
          <p:cNvPr id="29" name="">
            <a:extLst xmlns:a="http://schemas.openxmlformats.org/drawingml/2006/main">
              <a:ext uri="{FF2B5EF4-FFF2-40B4-BE49-F238E27FC236}">
                <a16:creationId xmlns:a16="http://schemas.microsoft.com/office/drawing/2014/main" id="{B43E784C-CEC1-47F7-ACEE-708EDC4E110C}"/>
              </a:ext>
            </a:extLst>
          </p:cNvPr>
          <p:cNvSpPr>
            <a:spLocks xmlns:a="http://schemas.openxmlformats.org/drawingml/2006/main" noGrp="1"/>
          </p:cNvSpPr>
          <p:nvPr/>
        </p:nvSpPr>
        <p:spPr>
          <a:xfrm xmlns:a="http://schemas.openxmlformats.org/drawingml/2006/main">
            <a:off x="1619250" y="2667000"/>
            <a:ext cx="590550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30" name="">
            <a:extLst xmlns:a="http://schemas.openxmlformats.org/drawingml/2006/main">
              <a:ext uri="{FF2B5EF4-FFF2-40B4-BE49-F238E27FC236}">
                <a16:creationId xmlns:a16="http://schemas.microsoft.com/office/drawing/2014/main" id="{ECEF2E95-0B7F-4D2C-BF3F-F7FA5F8EA63E}"/>
              </a:ext>
            </a:extLst>
          </p:cNvPr>
          <p:cNvSpPr>
            <a:spLocks xmlns:a="http://schemas.openxmlformats.org/drawingml/2006/main" noGrp="1"/>
          </p:cNvSpPr>
          <p:nvPr/>
        </p:nvSpPr>
        <p:spPr>
          <a:xfrm xmlns:a="http://schemas.openxmlformats.org/drawingml/2006/main">
            <a:off x="1457325" y="283845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31" name="">
            <a:extLst xmlns:a="http://schemas.openxmlformats.org/drawingml/2006/main">
              <a:ext uri="{FF2B5EF4-FFF2-40B4-BE49-F238E27FC236}">
                <a16:creationId xmlns:a16="http://schemas.microsoft.com/office/drawing/2014/main" id="{7BA34177-53F8-48FF-830F-B7351BA001AA}"/>
              </a:ext>
            </a:extLst>
          </p:cNvPr>
          <p:cNvSpPr>
            <a:spLocks xmlns:a="http://schemas.openxmlformats.org/drawingml/2006/main" noGrp="1"/>
          </p:cNvSpPr>
          <p:nvPr/>
        </p:nvSpPr>
        <p:spPr>
          <a:xfrm xmlns:a="http://schemas.openxmlformats.org/drawingml/2006/main">
            <a:off x="1343025" y="313372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32" name="">
            <a:extLst xmlns:a="http://schemas.openxmlformats.org/drawingml/2006/main">
              <a:ext uri="{FF2B5EF4-FFF2-40B4-BE49-F238E27FC236}">
                <a16:creationId xmlns:a16="http://schemas.microsoft.com/office/drawing/2014/main" id="{3F7A97B6-450C-4774-9959-41C42350CCB1}"/>
              </a:ext>
            </a:extLst>
          </p:cNvPr>
          <p:cNvSpPr>
            <a:spLocks xmlns:a="http://schemas.openxmlformats.org/drawingml/2006/main" noGrp="1"/>
          </p:cNvSpPr>
          <p:nvPr/>
        </p:nvSpPr>
        <p:spPr>
          <a:xfrm xmlns:a="http://schemas.openxmlformats.org/drawingml/2006/main">
            <a:off x="7362825" y="283845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33" name="">
            <a:extLst xmlns:a="http://schemas.openxmlformats.org/drawingml/2006/main">
              <a:ext uri="{FF2B5EF4-FFF2-40B4-BE49-F238E27FC236}">
                <a16:creationId xmlns:a16="http://schemas.microsoft.com/office/drawing/2014/main" id="{BD6F9F87-3F05-4AB7-A43A-AAEFDE85503C}"/>
              </a:ext>
            </a:extLst>
          </p:cNvPr>
          <p:cNvSpPr>
            <a:spLocks xmlns:a="http://schemas.openxmlformats.org/drawingml/2006/main" noGrp="1"/>
          </p:cNvSpPr>
          <p:nvPr/>
        </p:nvSpPr>
        <p:spPr>
          <a:xfrm xmlns:a="http://schemas.openxmlformats.org/drawingml/2006/main">
            <a:off x="7400925"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34" name="">
            <a:extLst xmlns:a="http://schemas.openxmlformats.org/drawingml/2006/main">
              <a:ext uri="{FF2B5EF4-FFF2-40B4-BE49-F238E27FC236}">
                <a16:creationId xmlns:a16="http://schemas.microsoft.com/office/drawing/2014/main" id="{86576C05-7E69-438E-9C47-DB155CECBFC1}"/>
              </a:ext>
            </a:extLst>
          </p:cNvPr>
          <p:cNvSpPr>
            <a:spLocks xmlns:a="http://schemas.openxmlformats.org/drawingml/2006/main" noGrp="1"/>
          </p:cNvSpPr>
          <p:nvPr/>
        </p:nvSpPr>
        <p:spPr>
          <a:xfrm xmlns:a="http://schemas.openxmlformats.org/drawingml/2006/main">
            <a:off x="7553325"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35" name="">
            <a:extLst xmlns:a="http://schemas.openxmlformats.org/drawingml/2006/main">
              <a:ext uri="{FF2B5EF4-FFF2-40B4-BE49-F238E27FC236}">
                <a16:creationId xmlns:a16="http://schemas.microsoft.com/office/drawing/2014/main" id="{3031CF95-89A5-4A98-918B-10F5B1867B00}"/>
              </a:ext>
            </a:extLst>
          </p:cNvPr>
          <p:cNvSpPr>
            <a:spLocks xmlns:a="http://schemas.openxmlformats.org/drawingml/2006/main" noGrp="1"/>
          </p:cNvSpPr>
          <p:nvPr/>
        </p:nvSpPr>
        <p:spPr>
          <a:xfrm xmlns:a="http://schemas.openxmlformats.org/drawingml/2006/main">
            <a:off x="7248525" y="320992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36" name="">
            <a:extLst xmlns:a="http://schemas.openxmlformats.org/drawingml/2006/main">
              <a:ext uri="{FF2B5EF4-FFF2-40B4-BE49-F238E27FC236}">
                <a16:creationId xmlns:a16="http://schemas.microsoft.com/office/drawing/2014/main" id="{D3AA55D5-BFCF-4E8C-A029-7A93CFF078C9}"/>
              </a:ext>
            </a:extLst>
          </p:cNvPr>
          <p:cNvSpPr>
            <a:spLocks xmlns:a="http://schemas.openxmlformats.org/drawingml/2006/main" noGrp="1"/>
          </p:cNvSpPr>
          <p:nvPr/>
        </p:nvSpPr>
        <p:spPr>
          <a:xfrm xmlns:a="http://schemas.openxmlformats.org/drawingml/2006/main">
            <a:off x="4572000" y="2047875"/>
            <a:ext cx="9525" cy="581025"/>
          </a:xfrm>
          <a:custGeom xmlns:a="http://schemas.openxmlformats.org/drawingml/2006/main">
            <a:pathLst>
              <a:path w="9525" h="581025">
                <a:moveTo>
                  <a:pt x="0" y="0"/>
                </a:moveTo>
                <a:lnTo>
                  <a:pt x="0" y="581025"/>
                </a:lnTo>
              </a:path>
            </a:pathLst>
          </a:custGeom>
          <a:noFill xmlns:a="http://schemas.openxmlformats.org/drawingml/2006/main"/>
          <a:ln xmlns:a="http://schemas.openxmlformats.org/drawingml/2006/main" w="28575">
            <a:solidFill>
              <a:srgbClr val="C4483C"/>
            </a:solidFill>
          </a:ln>
        </p:spPr>
      </p:sp>
      <p:sp>
        <p:nvSpPr>
          <p:cNvPr id="37" name="">
            <a:extLst xmlns:a="http://schemas.openxmlformats.org/drawingml/2006/main">
              <a:ext uri="{FF2B5EF4-FFF2-40B4-BE49-F238E27FC236}">
                <a16:creationId xmlns:a16="http://schemas.microsoft.com/office/drawing/2014/main" id="{1626B788-73F1-406F-B405-05EB80F3DC14}"/>
              </a:ext>
            </a:extLst>
          </p:cNvPr>
          <p:cNvSpPr>
            <a:spLocks xmlns:a="http://schemas.openxmlformats.org/drawingml/2006/main" noGrp="1"/>
          </p:cNvSpPr>
          <p:nvPr/>
        </p:nvSpPr>
        <p:spPr>
          <a:xfrm xmlns:a="http://schemas.openxmlformats.org/drawingml/2006/main">
            <a:off x="4531995" y="2533650"/>
            <a:ext cx="80010" cy="95250"/>
          </a:xfrm>
          <a:custGeom xmlns:a="http://schemas.openxmlformats.org/drawingml/2006/main">
            <a:pathLst>
              <a:path w="80010" h="95250">
                <a:moveTo>
                  <a:pt x="40005" y="95250"/>
                </a:moveTo>
                <a:lnTo>
                  <a:pt x="80010"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8" name="">
            <a:extLst xmlns:a="http://schemas.openxmlformats.org/drawingml/2006/main">
              <a:ext uri="{FF2B5EF4-FFF2-40B4-BE49-F238E27FC236}">
                <a16:creationId xmlns:a16="http://schemas.microsoft.com/office/drawing/2014/main" id="{34571320-180B-43B1-9682-B74ABF643C65}"/>
              </a:ext>
            </a:extLst>
          </p:cNvPr>
          <p:cNvSpPr>
            <a:spLocks xmlns:a="http://schemas.openxmlformats.org/drawingml/2006/main" noGrp="1"/>
          </p:cNvSpPr>
          <p:nvPr/>
        </p:nvSpPr>
        <p:spPr>
          <a:xfrm xmlns:a="http://schemas.openxmlformats.org/drawingml/2006/main">
            <a:off x="3952875" y="1571625"/>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200 N</a:t>
            </a:r>
          </a:p>
        </p:txBody>
      </p:sp>
      <p:sp>
        <p:nvSpPr>
          <p:cNvPr id="39" name="">
            <a:extLst xmlns:a="http://schemas.openxmlformats.org/drawingml/2006/main">
              <a:ext uri="{FF2B5EF4-FFF2-40B4-BE49-F238E27FC236}">
                <a16:creationId xmlns:a16="http://schemas.microsoft.com/office/drawing/2014/main" id="{897C0941-E22F-48A7-B8CB-E4B512394372}"/>
              </a:ext>
            </a:extLst>
          </p:cNvPr>
          <p:cNvSpPr>
            <a:spLocks xmlns:a="http://schemas.openxmlformats.org/drawingml/2006/main" noGrp="1"/>
          </p:cNvSpPr>
          <p:nvPr/>
        </p:nvSpPr>
        <p:spPr>
          <a:xfrm xmlns:a="http://schemas.openxmlformats.org/drawingml/2006/main">
            <a:off x="1000125" y="2962275"/>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A</a:t>
            </a:r>
          </a:p>
        </p:txBody>
      </p:sp>
      <p:sp>
        <p:nvSpPr>
          <p:cNvPr id="40" name="">
            <a:extLst xmlns:a="http://schemas.openxmlformats.org/drawingml/2006/main">
              <a:ext uri="{FF2B5EF4-FFF2-40B4-BE49-F238E27FC236}">
                <a16:creationId xmlns:a16="http://schemas.microsoft.com/office/drawing/2014/main" id="{99570401-21B9-4F4D-97AA-DF8133040588}"/>
              </a:ext>
            </a:extLst>
          </p:cNvPr>
          <p:cNvSpPr>
            <a:spLocks xmlns:a="http://schemas.openxmlformats.org/drawingml/2006/main" noGrp="1"/>
          </p:cNvSpPr>
          <p:nvPr/>
        </p:nvSpPr>
        <p:spPr>
          <a:xfrm xmlns:a="http://schemas.openxmlformats.org/drawingml/2006/main">
            <a:off x="7839075" y="3028950"/>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buNone/>
              <a:defRPr sz="1800" b="1">
                <a:solidFill>
                  <a:srgbClr val="2876A8"/>
                </a:solidFill>
                <a:latin typeface="Yu Gothic"/>
                <a:ea typeface="Yu Gothic"/>
                <a:cs typeface="Yu Gothic"/>
              </a:defRPr>
            </a:lvl1pPr>
            <a:lvl2pPr>
              <a:buNone/>
              <a:defRPr sz="1800" b="1">
                <a:solidFill>
                  <a:srgbClr val="2876A8"/>
                </a:solidFill>
                <a:latin typeface="Yu Gothic"/>
                <a:ea typeface="Yu Gothic"/>
                <a:cs typeface="Yu Gothic"/>
              </a:defRPr>
            </a:lvl2pPr>
            <a:lvl3pPr>
              <a:buNone/>
              <a:defRPr sz="1800" b="1">
                <a:solidFill>
                  <a:srgbClr val="2876A8"/>
                </a:solidFill>
                <a:latin typeface="Yu Gothic"/>
                <a:ea typeface="Yu Gothic"/>
                <a:cs typeface="Yu Gothic"/>
              </a:defRPr>
            </a:lvl3pPr>
            <a:lvl4pPr>
              <a:buNone/>
              <a:defRPr sz="1800" b="1">
                <a:solidFill>
                  <a:srgbClr val="2876A8"/>
                </a:solidFill>
                <a:latin typeface="Yu Gothic"/>
                <a:ea typeface="Yu Gothic"/>
                <a:cs typeface="Yu Gothic"/>
              </a:defRPr>
            </a:lvl4pPr>
            <a:lvl5pPr>
              <a:buNone/>
              <a:defRPr sz="1800" b="1">
                <a:solidFill>
                  <a:srgbClr val="2876A8"/>
                </a:solidFill>
                <a:latin typeface="Yu Gothic"/>
                <a:ea typeface="Yu Gothic"/>
                <a:cs typeface="Yu Gothic"/>
              </a:defRPr>
            </a:lvl5pPr>
            <a:lvl6pPr>
              <a:buNone/>
              <a:defRPr sz="1800" b="1">
                <a:solidFill>
                  <a:srgbClr val="2876A8"/>
                </a:solidFill>
                <a:latin typeface="Yu Gothic"/>
                <a:ea typeface="Yu Gothic"/>
                <a:cs typeface="Yu Gothic"/>
              </a:defRPr>
            </a:lvl6pPr>
            <a:lvl7pPr>
              <a:buNone/>
              <a:defRPr sz="1800" b="1">
                <a:solidFill>
                  <a:srgbClr val="2876A8"/>
                </a:solidFill>
                <a:latin typeface="Yu Gothic"/>
                <a:ea typeface="Yu Gothic"/>
                <a:cs typeface="Yu Gothic"/>
              </a:defRPr>
            </a:lvl7pPr>
            <a:lvl8pPr>
              <a:buNone/>
              <a:defRPr sz="1800" b="1">
                <a:solidFill>
                  <a:srgbClr val="2876A8"/>
                </a:solidFill>
                <a:latin typeface="Yu Gothic"/>
                <a:ea typeface="Yu Gothic"/>
                <a:cs typeface="Yu Gothic"/>
              </a:defRPr>
            </a:lvl8pPr>
            <a:lvl9pPr>
              <a:buNone/>
              <a:defRPr sz="1800" b="1">
                <a:solidFill>
                  <a:srgbClr val="2876A8"/>
                </a:solidFill>
                <a:latin typeface="Yu Gothic"/>
                <a:ea typeface="Yu Gothic"/>
                <a:cs typeface="Yu Gothic"/>
              </a:defRPr>
            </a:lvl9pPr>
          </a:lstStyle>
          <a:p xmlns:a="http://schemas.openxmlformats.org/drawingml/2006/main">
            <a:pPr>
              <a:buNone/>
              <a:defRPr sz="1800" b="1">
                <a:solidFill>
                  <a:srgbClr val="2876A8"/>
                </a:solidFill>
                <a:latin typeface="Yu Gothic"/>
                <a:ea typeface="Yu Gothic"/>
                <a:cs typeface="Yu Gothic"/>
              </a:defRPr>
            </a:pPr>
            <a:r>
              <a:rPr sz="1800" b="1">
                <a:solidFill>
                  <a:srgbClr val="2876A8"/>
                </a:solidFill>
                <a:latin typeface="Yu Gothic"/>
                <a:ea typeface="Yu Gothic"/>
                <a:cs typeface="Yu Gothic"/>
              </a:rPr>
              <a:t>B</a:t>
            </a:r>
          </a:p>
        </p:txBody>
      </p:sp>
      <p:sp>
        <p:nvSpPr>
          <p:cNvPr id="41" name="">
            <a:extLst xmlns:a="http://schemas.openxmlformats.org/drawingml/2006/main">
              <a:ext uri="{FF2B5EF4-FFF2-40B4-BE49-F238E27FC236}">
                <a16:creationId xmlns:a16="http://schemas.microsoft.com/office/drawing/2014/main" id="{B3A07215-D420-458C-8329-E53B48536599}"/>
              </a:ext>
            </a:extLst>
          </p:cNvPr>
          <p:cNvSpPr>
            <a:spLocks xmlns:a="http://schemas.openxmlformats.org/drawingml/2006/main" noGrp="1"/>
          </p:cNvSpPr>
          <p:nvPr/>
        </p:nvSpPr>
        <p:spPr>
          <a:xfrm xmlns:a="http://schemas.openxmlformats.org/drawingml/2006/main">
            <a:off x="1619250" y="2876550"/>
            <a:ext cx="9525" cy="790575"/>
          </a:xfrm>
          <a:custGeom xmlns:a="http://schemas.openxmlformats.org/drawingml/2006/main">
            <a:pathLst>
              <a:path w="9525" h="790575">
                <a:moveTo>
                  <a:pt x="0" y="790575"/>
                </a:moveTo>
                <a:lnTo>
                  <a:pt x="0" y="0"/>
                </a:lnTo>
              </a:path>
            </a:pathLst>
          </a:custGeom>
          <a:noFill xmlns:a="http://schemas.openxmlformats.org/drawingml/2006/main"/>
          <a:ln xmlns:a="http://schemas.openxmlformats.org/drawingml/2006/main" w="28575">
            <a:solidFill>
              <a:srgbClr val="2876A8"/>
            </a:solidFill>
          </a:ln>
        </p:spPr>
      </p:sp>
      <p:sp>
        <p:nvSpPr>
          <p:cNvPr id="42" name="">
            <a:extLst xmlns:a="http://schemas.openxmlformats.org/drawingml/2006/main">
              <a:ext uri="{FF2B5EF4-FFF2-40B4-BE49-F238E27FC236}">
                <a16:creationId xmlns:a16="http://schemas.microsoft.com/office/drawing/2014/main" id="{8CD0D589-AF6E-4901-A804-8070CA7EDEE5}"/>
              </a:ext>
            </a:extLst>
          </p:cNvPr>
          <p:cNvSpPr>
            <a:spLocks xmlns:a="http://schemas.openxmlformats.org/drawingml/2006/main" noGrp="1"/>
          </p:cNvSpPr>
          <p:nvPr/>
        </p:nvSpPr>
        <p:spPr>
          <a:xfrm xmlns:a="http://schemas.openxmlformats.org/drawingml/2006/main">
            <a:off x="1579245" y="2876550"/>
            <a:ext cx="80010" cy="95250"/>
          </a:xfrm>
          <a:custGeom xmlns:a="http://schemas.openxmlformats.org/drawingml/2006/main">
            <a:pathLst>
              <a:path w="80010" h="95250">
                <a:moveTo>
                  <a:pt x="40005" y="0"/>
                </a:moveTo>
                <a:lnTo>
                  <a:pt x="0" y="95250"/>
                </a:lnTo>
                <a:lnTo>
                  <a:pt x="80010" y="95250"/>
                </a:lnTo>
                <a:close/>
              </a:path>
            </a:pathLst>
          </a:custGeom>
          <a:solidFill xmlns:a="http://schemas.openxmlformats.org/drawingml/2006/main">
            <a:srgbClr val="2876A8"/>
          </a:solidFill>
          <a:ln xmlns:a="http://schemas.openxmlformats.org/drawingml/2006/main" w="4763">
            <a:solidFill>
              <a:srgbClr val="2876A8"/>
            </a:solidFill>
          </a:ln>
        </p:spPr>
      </p:sp>
      <p:sp>
        <p:nvSpPr>
          <p:cNvPr id="43" name="">
            <a:extLst xmlns:a="http://schemas.openxmlformats.org/drawingml/2006/main">
              <a:ext uri="{FF2B5EF4-FFF2-40B4-BE49-F238E27FC236}">
                <a16:creationId xmlns:a16="http://schemas.microsoft.com/office/drawing/2014/main" id="{3F56193B-C42D-4F61-855C-020667D15855}"/>
              </a:ext>
            </a:extLst>
          </p:cNvPr>
          <p:cNvSpPr>
            <a:spLocks xmlns:a="http://schemas.openxmlformats.org/drawingml/2006/main" noGrp="1"/>
          </p:cNvSpPr>
          <p:nvPr/>
        </p:nvSpPr>
        <p:spPr>
          <a:xfrm xmlns:a="http://schemas.openxmlformats.org/drawingml/2006/main">
            <a:off x="809625" y="3629025"/>
            <a:ext cx="1666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RA</a:t>
            </a:r>
          </a:p>
        </p:txBody>
      </p:sp>
      <p:sp>
        <p:nvSpPr>
          <p:cNvPr id="44" name="">
            <a:extLst xmlns:a="http://schemas.openxmlformats.org/drawingml/2006/main">
              <a:ext uri="{FF2B5EF4-FFF2-40B4-BE49-F238E27FC236}">
                <a16:creationId xmlns:a16="http://schemas.microsoft.com/office/drawing/2014/main" id="{4418C744-5A14-4A0A-AA1B-49D89F0F651C}"/>
              </a:ext>
            </a:extLst>
          </p:cNvPr>
          <p:cNvSpPr>
            <a:spLocks xmlns:a="http://schemas.openxmlformats.org/drawingml/2006/main" noGrp="1"/>
          </p:cNvSpPr>
          <p:nvPr/>
        </p:nvSpPr>
        <p:spPr>
          <a:xfrm xmlns:a="http://schemas.openxmlformats.org/drawingml/2006/main">
            <a:off x="7524750" y="2876550"/>
            <a:ext cx="9525" cy="790575"/>
          </a:xfrm>
          <a:custGeom xmlns:a="http://schemas.openxmlformats.org/drawingml/2006/main">
            <a:pathLst>
              <a:path w="9525" h="790575">
                <a:moveTo>
                  <a:pt x="0" y="790575"/>
                </a:moveTo>
                <a:lnTo>
                  <a:pt x="0" y="0"/>
                </a:lnTo>
              </a:path>
            </a:pathLst>
          </a:custGeom>
          <a:noFill xmlns:a="http://schemas.openxmlformats.org/drawingml/2006/main"/>
          <a:ln xmlns:a="http://schemas.openxmlformats.org/drawingml/2006/main" w="28575">
            <a:solidFill>
              <a:srgbClr val="2876A8"/>
            </a:solidFill>
          </a:ln>
        </p:spPr>
      </p:sp>
      <p:sp>
        <p:nvSpPr>
          <p:cNvPr id="45" name="">
            <a:extLst xmlns:a="http://schemas.openxmlformats.org/drawingml/2006/main">
              <a:ext uri="{FF2B5EF4-FFF2-40B4-BE49-F238E27FC236}">
                <a16:creationId xmlns:a16="http://schemas.microsoft.com/office/drawing/2014/main" id="{1992B77A-480E-46C0-89D3-4B07285D01B6}"/>
              </a:ext>
            </a:extLst>
          </p:cNvPr>
          <p:cNvSpPr>
            <a:spLocks xmlns:a="http://schemas.openxmlformats.org/drawingml/2006/main" noGrp="1"/>
          </p:cNvSpPr>
          <p:nvPr/>
        </p:nvSpPr>
        <p:spPr>
          <a:xfrm xmlns:a="http://schemas.openxmlformats.org/drawingml/2006/main">
            <a:off x="7484745" y="2876550"/>
            <a:ext cx="80010" cy="95250"/>
          </a:xfrm>
          <a:custGeom xmlns:a="http://schemas.openxmlformats.org/drawingml/2006/main">
            <a:pathLst>
              <a:path w="80010" h="95250">
                <a:moveTo>
                  <a:pt x="40005" y="0"/>
                </a:moveTo>
                <a:lnTo>
                  <a:pt x="0" y="95250"/>
                </a:lnTo>
                <a:lnTo>
                  <a:pt x="80010" y="95250"/>
                </a:lnTo>
                <a:close/>
              </a:path>
            </a:pathLst>
          </a:custGeom>
          <a:solidFill xmlns:a="http://schemas.openxmlformats.org/drawingml/2006/main">
            <a:srgbClr val="2876A8"/>
          </a:solidFill>
          <a:ln xmlns:a="http://schemas.openxmlformats.org/drawingml/2006/main" w="4763">
            <a:solidFill>
              <a:srgbClr val="2876A8"/>
            </a:solidFill>
          </a:ln>
        </p:spPr>
      </p:sp>
      <p:sp>
        <p:nvSpPr>
          <p:cNvPr id="46" name="">
            <a:extLst xmlns:a="http://schemas.openxmlformats.org/drawingml/2006/main">
              <a:ext uri="{FF2B5EF4-FFF2-40B4-BE49-F238E27FC236}">
                <a16:creationId xmlns:a16="http://schemas.microsoft.com/office/drawing/2014/main" id="{D67CF4E6-FFE8-4A81-B34C-3D01309988A3}"/>
              </a:ext>
            </a:extLst>
          </p:cNvPr>
          <p:cNvSpPr>
            <a:spLocks xmlns:a="http://schemas.openxmlformats.org/drawingml/2006/main" noGrp="1"/>
          </p:cNvSpPr>
          <p:nvPr/>
        </p:nvSpPr>
        <p:spPr>
          <a:xfrm xmlns:a="http://schemas.openxmlformats.org/drawingml/2006/main">
            <a:off x="6810375" y="3629025"/>
            <a:ext cx="1666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RB</a:t>
            </a:r>
          </a:p>
        </p:txBody>
      </p:sp>
      <p:sp>
        <p:nvSpPr>
          <p:cNvPr id="47" name="">
            <a:extLst xmlns:a="http://schemas.openxmlformats.org/drawingml/2006/main">
              <a:ext uri="{FF2B5EF4-FFF2-40B4-BE49-F238E27FC236}">
                <a16:creationId xmlns:a16="http://schemas.microsoft.com/office/drawing/2014/main" id="{F508FB2C-2BAF-4D30-8B54-776DAEE7C617}"/>
              </a:ext>
            </a:extLst>
          </p:cNvPr>
          <p:cNvSpPr>
            <a:spLocks xmlns:a="http://schemas.openxmlformats.org/drawingml/2006/main" noGrp="1"/>
          </p:cNvSpPr>
          <p:nvPr/>
        </p:nvSpPr>
        <p:spPr>
          <a:xfrm xmlns:a="http://schemas.openxmlformats.org/drawingml/2006/main">
            <a:off x="1619250" y="4238625"/>
            <a:ext cx="2952750" cy="9525"/>
          </a:xfrm>
          <a:custGeom xmlns:a="http://schemas.openxmlformats.org/drawingml/2006/main">
            <a:pathLst>
              <a:path w="2952750" h="9525">
                <a:moveTo>
                  <a:pt x="0" y="0"/>
                </a:moveTo>
                <a:lnTo>
                  <a:pt x="2952750" y="0"/>
                </a:lnTo>
              </a:path>
            </a:pathLst>
          </a:custGeom>
          <a:noFill xmlns:a="http://schemas.openxmlformats.org/drawingml/2006/main"/>
          <a:ln xmlns:a="http://schemas.openxmlformats.org/drawingml/2006/main" w="13335">
            <a:solidFill>
              <a:srgbClr val="C4483C"/>
            </a:solidFill>
          </a:ln>
        </p:spPr>
      </p:sp>
      <p:sp>
        <p:nvSpPr>
          <p:cNvPr id="48" name="">
            <a:extLst xmlns:a="http://schemas.openxmlformats.org/drawingml/2006/main">
              <a:ext uri="{FF2B5EF4-FFF2-40B4-BE49-F238E27FC236}">
                <a16:creationId xmlns:a16="http://schemas.microsoft.com/office/drawing/2014/main" id="{323BFAD2-252F-43FF-8ED0-EA4339548C55}"/>
              </a:ext>
            </a:extLst>
          </p:cNvPr>
          <p:cNvSpPr>
            <a:spLocks xmlns:a="http://schemas.openxmlformats.org/drawingml/2006/main" noGrp="1"/>
          </p:cNvSpPr>
          <p:nvPr/>
        </p:nvSpPr>
        <p:spPr>
          <a:xfrm xmlns:a="http://schemas.openxmlformats.org/drawingml/2006/main">
            <a:off x="4505325" y="4210622"/>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C4483C"/>
          </a:solidFill>
          <a:ln xmlns:a="http://schemas.openxmlformats.org/drawingml/2006/main" w="4763">
            <a:solidFill>
              <a:srgbClr val="C4483C"/>
            </a:solidFill>
          </a:ln>
        </p:spPr>
      </p:sp>
      <p:sp>
        <p:nvSpPr>
          <p:cNvPr id="49" name="">
            <a:extLst xmlns:a="http://schemas.openxmlformats.org/drawingml/2006/main">
              <a:ext uri="{FF2B5EF4-FFF2-40B4-BE49-F238E27FC236}">
                <a16:creationId xmlns:a16="http://schemas.microsoft.com/office/drawing/2014/main" id="{67B54B85-8DDB-4614-9405-C7FC33889448}"/>
              </a:ext>
            </a:extLst>
          </p:cNvPr>
          <p:cNvSpPr>
            <a:spLocks xmlns:a="http://schemas.openxmlformats.org/drawingml/2006/main" noGrp="1"/>
          </p:cNvSpPr>
          <p:nvPr/>
        </p:nvSpPr>
        <p:spPr>
          <a:xfrm xmlns:a="http://schemas.openxmlformats.org/drawingml/2006/main">
            <a:off x="1619250" y="4238625"/>
            <a:ext cx="2952750" cy="9525"/>
          </a:xfrm>
          <a:custGeom xmlns:a="http://schemas.openxmlformats.org/drawingml/2006/main">
            <a:pathLst>
              <a:path w="2952750" h="9525">
                <a:moveTo>
                  <a:pt x="2952750" y="0"/>
                </a:moveTo>
                <a:lnTo>
                  <a:pt x="0" y="0"/>
                </a:lnTo>
              </a:path>
            </a:pathLst>
          </a:custGeom>
          <a:noFill xmlns:a="http://schemas.openxmlformats.org/drawingml/2006/main"/>
          <a:ln xmlns:a="http://schemas.openxmlformats.org/drawingml/2006/main" w="13335">
            <a:solidFill>
              <a:srgbClr val="C4483C"/>
            </a:solidFill>
          </a:ln>
        </p:spPr>
      </p:sp>
      <p:sp>
        <p:nvSpPr>
          <p:cNvPr id="50" name="">
            <a:extLst xmlns:a="http://schemas.openxmlformats.org/drawingml/2006/main">
              <a:ext uri="{FF2B5EF4-FFF2-40B4-BE49-F238E27FC236}">
                <a16:creationId xmlns:a16="http://schemas.microsoft.com/office/drawing/2014/main" id="{1F5BBF6E-73E2-4D2A-89FA-8666FFA4C41C}"/>
              </a:ext>
            </a:extLst>
          </p:cNvPr>
          <p:cNvSpPr>
            <a:spLocks xmlns:a="http://schemas.openxmlformats.org/drawingml/2006/main" noGrp="1"/>
          </p:cNvSpPr>
          <p:nvPr/>
        </p:nvSpPr>
        <p:spPr>
          <a:xfrm xmlns:a="http://schemas.openxmlformats.org/drawingml/2006/main">
            <a:off x="1619250" y="4210622"/>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C4483C"/>
          </a:solidFill>
          <a:ln xmlns:a="http://schemas.openxmlformats.org/drawingml/2006/main" w="4763">
            <a:solidFill>
              <a:srgbClr val="C4483C"/>
            </a:solidFill>
          </a:ln>
        </p:spPr>
      </p:sp>
      <p:sp>
        <p:nvSpPr>
          <p:cNvPr id="51" name="">
            <a:extLst xmlns:a="http://schemas.openxmlformats.org/drawingml/2006/main">
              <a:ext uri="{FF2B5EF4-FFF2-40B4-BE49-F238E27FC236}">
                <a16:creationId xmlns:a16="http://schemas.microsoft.com/office/drawing/2014/main" id="{6FCC6D22-EBB5-403F-84BB-844F0B7D8D61}"/>
              </a:ext>
            </a:extLst>
          </p:cNvPr>
          <p:cNvSpPr>
            <a:spLocks xmlns:a="http://schemas.openxmlformats.org/drawingml/2006/main" noGrp="1"/>
          </p:cNvSpPr>
          <p:nvPr/>
        </p:nvSpPr>
        <p:spPr>
          <a:xfrm xmlns:a="http://schemas.openxmlformats.org/drawingml/2006/main">
            <a:off x="1619250" y="42862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C4483C"/>
                </a:solidFill>
                <a:latin typeface="Yu Gothic"/>
                <a:ea typeface="Yu Gothic"/>
                <a:cs typeface="Yu Gothic"/>
              </a:defRPr>
            </a:defPPr>
            <a:lvl1pPr algn="ctr">
              <a:buNone/>
              <a:defRPr sz="1725" b="0">
                <a:solidFill>
                  <a:srgbClr val="C4483C"/>
                </a:solidFill>
                <a:latin typeface="Yu Gothic"/>
                <a:ea typeface="Yu Gothic"/>
                <a:cs typeface="Yu Gothic"/>
              </a:defRPr>
            </a:lvl1pPr>
            <a:lvl2pPr algn="ctr">
              <a:buNone/>
              <a:defRPr sz="1725" b="0">
                <a:solidFill>
                  <a:srgbClr val="C4483C"/>
                </a:solidFill>
                <a:latin typeface="Yu Gothic"/>
                <a:ea typeface="Yu Gothic"/>
                <a:cs typeface="Yu Gothic"/>
              </a:defRPr>
            </a:lvl2pPr>
            <a:lvl3pPr algn="ctr">
              <a:buNone/>
              <a:defRPr sz="1725" b="0">
                <a:solidFill>
                  <a:srgbClr val="C4483C"/>
                </a:solidFill>
                <a:latin typeface="Yu Gothic"/>
                <a:ea typeface="Yu Gothic"/>
                <a:cs typeface="Yu Gothic"/>
              </a:defRPr>
            </a:lvl3pPr>
            <a:lvl4pPr algn="ctr">
              <a:buNone/>
              <a:defRPr sz="1725" b="0">
                <a:solidFill>
                  <a:srgbClr val="C4483C"/>
                </a:solidFill>
                <a:latin typeface="Yu Gothic"/>
                <a:ea typeface="Yu Gothic"/>
                <a:cs typeface="Yu Gothic"/>
              </a:defRPr>
            </a:lvl4pPr>
            <a:lvl5pPr algn="ctr">
              <a:buNone/>
              <a:defRPr sz="1725" b="0">
                <a:solidFill>
                  <a:srgbClr val="C4483C"/>
                </a:solidFill>
                <a:latin typeface="Yu Gothic"/>
                <a:ea typeface="Yu Gothic"/>
                <a:cs typeface="Yu Gothic"/>
              </a:defRPr>
            </a:lvl5pPr>
            <a:lvl6pPr algn="ctr">
              <a:buNone/>
              <a:defRPr sz="1725" b="0">
                <a:solidFill>
                  <a:srgbClr val="C4483C"/>
                </a:solidFill>
                <a:latin typeface="Yu Gothic"/>
                <a:ea typeface="Yu Gothic"/>
                <a:cs typeface="Yu Gothic"/>
              </a:defRPr>
            </a:lvl6pPr>
            <a:lvl7pPr algn="ctr">
              <a:buNone/>
              <a:defRPr sz="1725" b="0">
                <a:solidFill>
                  <a:srgbClr val="C4483C"/>
                </a:solidFill>
                <a:latin typeface="Yu Gothic"/>
                <a:ea typeface="Yu Gothic"/>
                <a:cs typeface="Yu Gothic"/>
              </a:defRPr>
            </a:lvl7pPr>
            <a:lvl8pPr algn="ctr">
              <a:buNone/>
              <a:defRPr sz="1725" b="0">
                <a:solidFill>
                  <a:srgbClr val="C4483C"/>
                </a:solidFill>
                <a:latin typeface="Yu Gothic"/>
                <a:ea typeface="Yu Gothic"/>
                <a:cs typeface="Yu Gothic"/>
              </a:defRPr>
            </a:lvl8pPr>
            <a:lvl9pPr algn="ctr">
              <a:buNone/>
              <a:defRPr sz="1725" b="0">
                <a:solidFill>
                  <a:srgbClr val="C4483C"/>
                </a:solidFill>
                <a:latin typeface="Yu Gothic"/>
                <a:ea typeface="Yu Gothic"/>
                <a:cs typeface="Yu Gothic"/>
              </a:defRPr>
            </a:lvl9pPr>
          </a:lstStyle>
          <a:p xmlns:a="http://schemas.openxmlformats.org/drawingml/2006/main">
            <a:pPr algn="ctr">
              <a:buNone/>
              <a:defRPr sz="1725" b="0">
                <a:solidFill>
                  <a:srgbClr val="C4483C"/>
                </a:solidFill>
                <a:latin typeface="Yu Gothic"/>
                <a:ea typeface="Yu Gothic"/>
                <a:cs typeface="Yu Gothic"/>
              </a:defRPr>
            </a:pPr>
            <a:r>
              <a:rPr sz="1725" b="0">
                <a:solidFill>
                  <a:srgbClr val="C4483C"/>
                </a:solidFill>
                <a:latin typeface="Yu Gothic"/>
                <a:ea typeface="Yu Gothic"/>
                <a:cs typeface="Yu Gothic"/>
              </a:rPr>
              <a:t>0.60 m</a:t>
            </a:r>
          </a:p>
        </p:txBody>
      </p:sp>
      <p:sp>
        <p:nvSpPr>
          <p:cNvPr id="52" name="">
            <a:extLst xmlns:a="http://schemas.openxmlformats.org/drawingml/2006/main">
              <a:ext uri="{FF2B5EF4-FFF2-40B4-BE49-F238E27FC236}">
                <a16:creationId xmlns:a16="http://schemas.microsoft.com/office/drawing/2014/main" id="{AC85F680-49E1-47F9-9C5B-1F43002E074C}"/>
              </a:ext>
            </a:extLst>
          </p:cNvPr>
          <p:cNvSpPr>
            <a:spLocks xmlns:a="http://schemas.openxmlformats.org/drawingml/2006/main" noGrp="1"/>
          </p:cNvSpPr>
          <p:nvPr/>
        </p:nvSpPr>
        <p:spPr>
          <a:xfrm xmlns:a="http://schemas.openxmlformats.org/drawingml/2006/main">
            <a:off x="4572000" y="4238625"/>
            <a:ext cx="2952750" cy="9525"/>
          </a:xfrm>
          <a:custGeom xmlns:a="http://schemas.openxmlformats.org/drawingml/2006/main">
            <a:pathLst>
              <a:path w="2952750" h="9525">
                <a:moveTo>
                  <a:pt x="0" y="0"/>
                </a:moveTo>
                <a:lnTo>
                  <a:pt x="2952750" y="0"/>
                </a:lnTo>
              </a:path>
            </a:pathLst>
          </a:custGeom>
          <a:noFill xmlns:a="http://schemas.openxmlformats.org/drawingml/2006/main"/>
          <a:ln xmlns:a="http://schemas.openxmlformats.org/drawingml/2006/main" w="13335">
            <a:solidFill>
              <a:srgbClr val="71818B"/>
            </a:solidFill>
          </a:ln>
        </p:spPr>
      </p:sp>
      <p:sp>
        <p:nvSpPr>
          <p:cNvPr id="53" name="">
            <a:extLst xmlns:a="http://schemas.openxmlformats.org/drawingml/2006/main">
              <a:ext uri="{FF2B5EF4-FFF2-40B4-BE49-F238E27FC236}">
                <a16:creationId xmlns:a16="http://schemas.microsoft.com/office/drawing/2014/main" id="{B6721B97-CE24-4D39-9B82-36CC2BEBB209}"/>
              </a:ext>
            </a:extLst>
          </p:cNvPr>
          <p:cNvSpPr>
            <a:spLocks xmlns:a="http://schemas.openxmlformats.org/drawingml/2006/main" noGrp="1"/>
          </p:cNvSpPr>
          <p:nvPr/>
        </p:nvSpPr>
        <p:spPr>
          <a:xfrm xmlns:a="http://schemas.openxmlformats.org/drawingml/2006/main">
            <a:off x="7458075" y="4210622"/>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54" name="">
            <a:extLst xmlns:a="http://schemas.openxmlformats.org/drawingml/2006/main">
              <a:ext uri="{FF2B5EF4-FFF2-40B4-BE49-F238E27FC236}">
                <a16:creationId xmlns:a16="http://schemas.microsoft.com/office/drawing/2014/main" id="{B52B4F81-A9CC-445F-9B9B-96D238268F9C}"/>
              </a:ext>
            </a:extLst>
          </p:cNvPr>
          <p:cNvSpPr>
            <a:spLocks xmlns:a="http://schemas.openxmlformats.org/drawingml/2006/main" noGrp="1"/>
          </p:cNvSpPr>
          <p:nvPr/>
        </p:nvSpPr>
        <p:spPr>
          <a:xfrm xmlns:a="http://schemas.openxmlformats.org/drawingml/2006/main">
            <a:off x="4572000" y="4238625"/>
            <a:ext cx="2952750" cy="9525"/>
          </a:xfrm>
          <a:custGeom xmlns:a="http://schemas.openxmlformats.org/drawingml/2006/main">
            <a:pathLst>
              <a:path w="2952750" h="9525">
                <a:moveTo>
                  <a:pt x="2952750" y="0"/>
                </a:moveTo>
                <a:lnTo>
                  <a:pt x="0" y="0"/>
                </a:lnTo>
              </a:path>
            </a:pathLst>
          </a:custGeom>
          <a:noFill xmlns:a="http://schemas.openxmlformats.org/drawingml/2006/main"/>
          <a:ln xmlns:a="http://schemas.openxmlformats.org/drawingml/2006/main" w="13335">
            <a:solidFill>
              <a:srgbClr val="71818B"/>
            </a:solidFill>
          </a:ln>
        </p:spPr>
      </p:sp>
      <p:sp>
        <p:nvSpPr>
          <p:cNvPr id="55" name="">
            <a:extLst xmlns:a="http://schemas.openxmlformats.org/drawingml/2006/main">
              <a:ext uri="{FF2B5EF4-FFF2-40B4-BE49-F238E27FC236}">
                <a16:creationId xmlns:a16="http://schemas.microsoft.com/office/drawing/2014/main" id="{97292F34-1D47-4904-8792-62B8859E4E21}"/>
              </a:ext>
            </a:extLst>
          </p:cNvPr>
          <p:cNvSpPr>
            <a:spLocks xmlns:a="http://schemas.openxmlformats.org/drawingml/2006/main" noGrp="1"/>
          </p:cNvSpPr>
          <p:nvPr/>
        </p:nvSpPr>
        <p:spPr>
          <a:xfrm xmlns:a="http://schemas.openxmlformats.org/drawingml/2006/main">
            <a:off x="4572000" y="4210622"/>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56" name="">
            <a:extLst xmlns:a="http://schemas.openxmlformats.org/drawingml/2006/main">
              <a:ext uri="{FF2B5EF4-FFF2-40B4-BE49-F238E27FC236}">
                <a16:creationId xmlns:a16="http://schemas.microsoft.com/office/drawing/2014/main" id="{9B72A3B5-8979-4B23-A1E1-E481974DB999}"/>
              </a:ext>
            </a:extLst>
          </p:cNvPr>
          <p:cNvSpPr>
            <a:spLocks xmlns:a="http://schemas.openxmlformats.org/drawingml/2006/main" noGrp="1"/>
          </p:cNvSpPr>
          <p:nvPr/>
        </p:nvSpPr>
        <p:spPr>
          <a:xfrm xmlns:a="http://schemas.openxmlformats.org/drawingml/2006/main">
            <a:off x="4572000" y="42862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71818B"/>
                </a:solidFill>
                <a:latin typeface="Yu Gothic"/>
                <a:ea typeface="Yu Gothic"/>
                <a:cs typeface="Yu Gothic"/>
              </a:defRPr>
            </a:defPPr>
            <a:lvl1pPr algn="ctr">
              <a:buNone/>
              <a:defRPr sz="1725" b="0">
                <a:solidFill>
                  <a:srgbClr val="71818B"/>
                </a:solidFill>
                <a:latin typeface="Yu Gothic"/>
                <a:ea typeface="Yu Gothic"/>
                <a:cs typeface="Yu Gothic"/>
              </a:defRPr>
            </a:lvl1pPr>
            <a:lvl2pPr algn="ctr">
              <a:buNone/>
              <a:defRPr sz="1725" b="0">
                <a:solidFill>
                  <a:srgbClr val="71818B"/>
                </a:solidFill>
                <a:latin typeface="Yu Gothic"/>
                <a:ea typeface="Yu Gothic"/>
                <a:cs typeface="Yu Gothic"/>
              </a:defRPr>
            </a:lvl2pPr>
            <a:lvl3pPr algn="ctr">
              <a:buNone/>
              <a:defRPr sz="1725" b="0">
                <a:solidFill>
                  <a:srgbClr val="71818B"/>
                </a:solidFill>
                <a:latin typeface="Yu Gothic"/>
                <a:ea typeface="Yu Gothic"/>
                <a:cs typeface="Yu Gothic"/>
              </a:defRPr>
            </a:lvl3pPr>
            <a:lvl4pPr algn="ctr">
              <a:buNone/>
              <a:defRPr sz="1725" b="0">
                <a:solidFill>
                  <a:srgbClr val="71818B"/>
                </a:solidFill>
                <a:latin typeface="Yu Gothic"/>
                <a:ea typeface="Yu Gothic"/>
                <a:cs typeface="Yu Gothic"/>
              </a:defRPr>
            </a:lvl4pPr>
            <a:lvl5pPr algn="ctr">
              <a:buNone/>
              <a:defRPr sz="1725" b="0">
                <a:solidFill>
                  <a:srgbClr val="71818B"/>
                </a:solidFill>
                <a:latin typeface="Yu Gothic"/>
                <a:ea typeface="Yu Gothic"/>
                <a:cs typeface="Yu Gothic"/>
              </a:defRPr>
            </a:lvl5pPr>
            <a:lvl6pPr algn="ctr">
              <a:buNone/>
              <a:defRPr sz="1725" b="0">
                <a:solidFill>
                  <a:srgbClr val="71818B"/>
                </a:solidFill>
                <a:latin typeface="Yu Gothic"/>
                <a:ea typeface="Yu Gothic"/>
                <a:cs typeface="Yu Gothic"/>
              </a:defRPr>
            </a:lvl6pPr>
            <a:lvl7pPr algn="ctr">
              <a:buNone/>
              <a:defRPr sz="1725" b="0">
                <a:solidFill>
                  <a:srgbClr val="71818B"/>
                </a:solidFill>
                <a:latin typeface="Yu Gothic"/>
                <a:ea typeface="Yu Gothic"/>
                <a:cs typeface="Yu Gothic"/>
              </a:defRPr>
            </a:lvl7pPr>
            <a:lvl8pPr algn="ctr">
              <a:buNone/>
              <a:defRPr sz="1725" b="0">
                <a:solidFill>
                  <a:srgbClr val="71818B"/>
                </a:solidFill>
                <a:latin typeface="Yu Gothic"/>
                <a:ea typeface="Yu Gothic"/>
                <a:cs typeface="Yu Gothic"/>
              </a:defRPr>
            </a:lvl8pPr>
            <a:lvl9pPr algn="ctr">
              <a:buNone/>
              <a:defRPr sz="1725" b="0">
                <a:solidFill>
                  <a:srgbClr val="71818B"/>
                </a:solidFill>
                <a:latin typeface="Yu Gothic"/>
                <a:ea typeface="Yu Gothic"/>
                <a:cs typeface="Yu Gothic"/>
              </a:defRPr>
            </a:lvl9pPr>
          </a:lstStyle>
          <a:p xmlns:a="http://schemas.openxmlformats.org/drawingml/2006/main">
            <a:pPr algn="ctr">
              <a:buNone/>
              <a:defRPr sz="1725" b="0">
                <a:solidFill>
                  <a:srgbClr val="71818B"/>
                </a:solidFill>
                <a:latin typeface="Yu Gothic"/>
                <a:ea typeface="Yu Gothic"/>
                <a:cs typeface="Yu Gothic"/>
              </a:defRPr>
            </a:pPr>
            <a:r>
              <a:rPr sz="1725" b="0">
                <a:solidFill>
                  <a:srgbClr val="71818B"/>
                </a:solidFill>
                <a:latin typeface="Yu Gothic"/>
                <a:ea typeface="Yu Gothic"/>
                <a:cs typeface="Yu Gothic"/>
              </a:rPr>
              <a:t>0.60 m</a:t>
            </a:r>
          </a:p>
        </p:txBody>
      </p:sp>
      <p:sp>
        <p:nvSpPr>
          <p:cNvPr id="57" name="">
            <a:extLst xmlns:a="http://schemas.openxmlformats.org/drawingml/2006/main">
              <a:ext uri="{FF2B5EF4-FFF2-40B4-BE49-F238E27FC236}">
                <a16:creationId xmlns:a16="http://schemas.microsoft.com/office/drawing/2014/main" id="{384ADC55-432B-4E89-9A55-B8BE96EA0FDE}"/>
              </a:ext>
            </a:extLst>
          </p:cNvPr>
          <p:cNvSpPr>
            <a:spLocks xmlns:a="http://schemas.openxmlformats.org/drawingml/2006/main" noGrp="1"/>
          </p:cNvSpPr>
          <p:nvPr/>
        </p:nvSpPr>
        <p:spPr>
          <a:xfrm xmlns:a="http://schemas.openxmlformats.org/drawingml/2006/main">
            <a:off x="8239125" y="16668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② 鉛直力のつり合い</a:t>
            </a:r>
          </a:p>
        </p:txBody>
      </p:sp>
      <p:sp>
        <p:nvSpPr>
          <p:cNvPr id="58" name="">
            <a:extLst xmlns:a="http://schemas.openxmlformats.org/drawingml/2006/main">
              <a:ext uri="{FF2B5EF4-FFF2-40B4-BE49-F238E27FC236}">
                <a16:creationId xmlns:a16="http://schemas.microsoft.com/office/drawing/2014/main" id="{7DC395AE-DD65-4DDB-8A03-C4382564200D}"/>
              </a:ext>
            </a:extLst>
          </p:cNvPr>
          <p:cNvSpPr>
            <a:spLocks xmlns:a="http://schemas.openxmlformats.org/drawingml/2006/main" noGrp="1"/>
          </p:cNvSpPr>
          <p:nvPr/>
        </p:nvSpPr>
        <p:spPr>
          <a:xfrm xmlns:a="http://schemas.openxmlformats.org/drawingml/2006/main">
            <a:off x="8239125" y="21431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RA + RB − 200 = 0</a:t>
            </a:r>
          </a:p>
        </p:txBody>
      </p:sp>
      <p:sp>
        <p:nvSpPr>
          <p:cNvPr id="59" name="">
            <a:extLst xmlns:a="http://schemas.openxmlformats.org/drawingml/2006/main">
              <a:ext uri="{FF2B5EF4-FFF2-40B4-BE49-F238E27FC236}">
                <a16:creationId xmlns:a16="http://schemas.microsoft.com/office/drawing/2014/main" id="{2A927618-7605-4290-9D58-A7BAA964B507}"/>
              </a:ext>
            </a:extLst>
          </p:cNvPr>
          <p:cNvSpPr>
            <a:spLocks xmlns:a="http://schemas.openxmlformats.org/drawingml/2006/main" noGrp="1"/>
          </p:cNvSpPr>
          <p:nvPr/>
        </p:nvSpPr>
        <p:spPr>
          <a:xfrm xmlns:a="http://schemas.openxmlformats.org/drawingml/2006/main">
            <a:off x="8239125" y="30003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③ Aまわりのつり合い</a:t>
            </a:r>
          </a:p>
        </p:txBody>
      </p:sp>
      <p:sp>
        <p:nvSpPr>
          <p:cNvPr id="60" name="">
            <a:extLst xmlns:a="http://schemas.openxmlformats.org/drawingml/2006/main">
              <a:ext uri="{FF2B5EF4-FFF2-40B4-BE49-F238E27FC236}">
                <a16:creationId xmlns:a16="http://schemas.microsoft.com/office/drawing/2014/main" id="{067F53BF-F7D4-44FC-9505-5BEFA054D28B}"/>
              </a:ext>
            </a:extLst>
          </p:cNvPr>
          <p:cNvSpPr>
            <a:spLocks xmlns:a="http://schemas.openxmlformats.org/drawingml/2006/main" noGrp="1"/>
          </p:cNvSpPr>
          <p:nvPr/>
        </p:nvSpPr>
        <p:spPr>
          <a:xfrm xmlns:a="http://schemas.openxmlformats.org/drawingml/2006/main">
            <a:off x="8239125" y="347662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1.2RB − 200×0.60 = 0</a:t>
            </a:r>
          </a:p>
        </p:txBody>
      </p:sp>
      <p:sp>
        <p:nvSpPr>
          <p:cNvPr id="61" name="">
            <a:extLst xmlns:a="http://schemas.openxmlformats.org/drawingml/2006/main">
              <a:ext uri="{FF2B5EF4-FFF2-40B4-BE49-F238E27FC236}">
                <a16:creationId xmlns:a16="http://schemas.microsoft.com/office/drawing/2014/main" id="{6602E061-3982-476F-B6AE-1F2162527F5C}"/>
              </a:ext>
            </a:extLst>
          </p:cNvPr>
          <p:cNvSpPr>
            <a:spLocks xmlns:a="http://schemas.openxmlformats.org/drawingml/2006/main" noGrp="1"/>
          </p:cNvSpPr>
          <p:nvPr/>
        </p:nvSpPr>
        <p:spPr>
          <a:xfrm xmlns:a="http://schemas.openxmlformats.org/drawingml/2006/main">
            <a:off x="8239125" y="4429125"/>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buNone/>
              <a:defRPr sz="2100" b="1">
                <a:solidFill>
                  <a:srgbClr val="2876A8"/>
                </a:solidFill>
                <a:latin typeface="Yu Gothic"/>
                <a:ea typeface="Yu Gothic"/>
                <a:cs typeface="Yu Gothic"/>
              </a:defRPr>
            </a:lvl1pPr>
            <a:lvl2pPr>
              <a:buNone/>
              <a:defRPr sz="2100" b="1">
                <a:solidFill>
                  <a:srgbClr val="2876A8"/>
                </a:solidFill>
                <a:latin typeface="Yu Gothic"/>
                <a:ea typeface="Yu Gothic"/>
                <a:cs typeface="Yu Gothic"/>
              </a:defRPr>
            </a:lvl2pPr>
            <a:lvl3pPr>
              <a:buNone/>
              <a:defRPr sz="2100" b="1">
                <a:solidFill>
                  <a:srgbClr val="2876A8"/>
                </a:solidFill>
                <a:latin typeface="Yu Gothic"/>
                <a:ea typeface="Yu Gothic"/>
                <a:cs typeface="Yu Gothic"/>
              </a:defRPr>
            </a:lvl3pPr>
            <a:lvl4pPr>
              <a:buNone/>
              <a:defRPr sz="2100" b="1">
                <a:solidFill>
                  <a:srgbClr val="2876A8"/>
                </a:solidFill>
                <a:latin typeface="Yu Gothic"/>
                <a:ea typeface="Yu Gothic"/>
                <a:cs typeface="Yu Gothic"/>
              </a:defRPr>
            </a:lvl4pPr>
            <a:lvl5pPr>
              <a:buNone/>
              <a:defRPr sz="2100" b="1">
                <a:solidFill>
                  <a:srgbClr val="2876A8"/>
                </a:solidFill>
                <a:latin typeface="Yu Gothic"/>
                <a:ea typeface="Yu Gothic"/>
                <a:cs typeface="Yu Gothic"/>
              </a:defRPr>
            </a:lvl5pPr>
            <a:lvl6pPr>
              <a:buNone/>
              <a:defRPr sz="2100" b="1">
                <a:solidFill>
                  <a:srgbClr val="2876A8"/>
                </a:solidFill>
                <a:latin typeface="Yu Gothic"/>
                <a:ea typeface="Yu Gothic"/>
                <a:cs typeface="Yu Gothic"/>
              </a:defRPr>
            </a:lvl6pPr>
            <a:lvl7pPr>
              <a:buNone/>
              <a:defRPr sz="2100" b="1">
                <a:solidFill>
                  <a:srgbClr val="2876A8"/>
                </a:solidFill>
                <a:latin typeface="Yu Gothic"/>
                <a:ea typeface="Yu Gothic"/>
                <a:cs typeface="Yu Gothic"/>
              </a:defRPr>
            </a:lvl7pPr>
            <a:lvl8pPr>
              <a:buNone/>
              <a:defRPr sz="2100" b="1">
                <a:solidFill>
                  <a:srgbClr val="2876A8"/>
                </a:solidFill>
                <a:latin typeface="Yu Gothic"/>
                <a:ea typeface="Yu Gothic"/>
                <a:cs typeface="Yu Gothic"/>
              </a:defRPr>
            </a:lvl8pPr>
            <a:lvl9pPr>
              <a:buNone/>
              <a:defRPr sz="2100" b="1">
                <a:solidFill>
                  <a:srgbClr val="2876A8"/>
                </a:solidFill>
                <a:latin typeface="Yu Gothic"/>
                <a:ea typeface="Yu Gothic"/>
                <a:cs typeface="Yu Gothic"/>
              </a:defRPr>
            </a:lvl9pPr>
          </a:lstStyle>
          <a:p xmlns:a="http://schemas.openxmlformats.org/drawingml/2006/main">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RB = 100 N</a:t>
            </a:r>
          </a:p>
          <a:p xmlns:a="http://schemas.openxmlformats.org/drawingml/2006/main">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RA = 100 N</a:t>
            </a:r>
          </a:p>
        </p:txBody>
      </p:sp>
      <p:sp>
        <p:nvSpPr>
          <p:cNvPr id="62" name="">
            <a:extLst xmlns:a="http://schemas.openxmlformats.org/drawingml/2006/main">
              <a:ext uri="{FF2B5EF4-FFF2-40B4-BE49-F238E27FC236}">
                <a16:creationId xmlns:a16="http://schemas.microsoft.com/office/drawing/2014/main" id="{B0013C7B-CC94-4D57-9DE0-5D02B6775C0D}"/>
              </a:ext>
            </a:extLst>
          </p:cNvPr>
          <p:cNvSpPr>
            <a:spLocks xmlns:a="http://schemas.openxmlformats.org/drawingml/2006/main" noGrp="1"/>
          </p:cNvSpPr>
          <p:nvPr/>
        </p:nvSpPr>
        <p:spPr>
          <a:xfrm xmlns:a="http://schemas.openxmlformats.org/drawingml/2006/main">
            <a:off x="809625" y="5095875"/>
            <a:ext cx="704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buNone/>
              <a:defRPr sz="1950" b="0">
                <a:solidFill>
                  <a:srgbClr val="263D4D"/>
                </a:solidFill>
                <a:latin typeface="Yu Gothic"/>
                <a:ea typeface="Yu Gothic"/>
                <a:cs typeface="Yu Gothic"/>
              </a:defRPr>
            </a:lvl1pPr>
            <a:lvl2pPr>
              <a:buNone/>
              <a:defRPr sz="1950" b="0">
                <a:solidFill>
                  <a:srgbClr val="263D4D"/>
                </a:solidFill>
                <a:latin typeface="Yu Gothic"/>
                <a:ea typeface="Yu Gothic"/>
                <a:cs typeface="Yu Gothic"/>
              </a:defRPr>
            </a:lvl2pPr>
            <a:lvl3pPr>
              <a:buNone/>
              <a:defRPr sz="1950" b="0">
                <a:solidFill>
                  <a:srgbClr val="263D4D"/>
                </a:solidFill>
                <a:latin typeface="Yu Gothic"/>
                <a:ea typeface="Yu Gothic"/>
                <a:cs typeface="Yu Gothic"/>
              </a:defRPr>
            </a:lvl3pPr>
            <a:lvl4pPr>
              <a:buNone/>
              <a:defRPr sz="1950" b="0">
                <a:solidFill>
                  <a:srgbClr val="263D4D"/>
                </a:solidFill>
                <a:latin typeface="Yu Gothic"/>
                <a:ea typeface="Yu Gothic"/>
                <a:cs typeface="Yu Gothic"/>
              </a:defRPr>
            </a:lvl4pPr>
            <a:lvl5pPr>
              <a:buNone/>
              <a:defRPr sz="1950" b="0">
                <a:solidFill>
                  <a:srgbClr val="263D4D"/>
                </a:solidFill>
                <a:latin typeface="Yu Gothic"/>
                <a:ea typeface="Yu Gothic"/>
                <a:cs typeface="Yu Gothic"/>
              </a:defRPr>
            </a:lvl5pPr>
            <a:lvl6pPr>
              <a:buNone/>
              <a:defRPr sz="1950" b="0">
                <a:solidFill>
                  <a:srgbClr val="263D4D"/>
                </a:solidFill>
                <a:latin typeface="Yu Gothic"/>
                <a:ea typeface="Yu Gothic"/>
                <a:cs typeface="Yu Gothic"/>
              </a:defRPr>
            </a:lvl6pPr>
            <a:lvl7pPr>
              <a:buNone/>
              <a:defRPr sz="1950" b="0">
                <a:solidFill>
                  <a:srgbClr val="263D4D"/>
                </a:solidFill>
                <a:latin typeface="Yu Gothic"/>
                <a:ea typeface="Yu Gothic"/>
                <a:cs typeface="Yu Gothic"/>
              </a:defRPr>
            </a:lvl7pPr>
            <a:lvl8pPr>
              <a:buNone/>
              <a:defRPr sz="1950" b="0">
                <a:solidFill>
                  <a:srgbClr val="263D4D"/>
                </a:solidFill>
                <a:latin typeface="Yu Gothic"/>
                <a:ea typeface="Yu Gothic"/>
                <a:cs typeface="Yu Gothic"/>
              </a:defRPr>
            </a:lvl8pPr>
            <a:lvl9pPr>
              <a:buNone/>
              <a:defRPr sz="1950" b="0">
                <a:solidFill>
                  <a:srgbClr val="263D4D"/>
                </a:solidFill>
                <a:latin typeface="Yu Gothic"/>
                <a:ea typeface="Yu Gothic"/>
                <a:cs typeface="Yu Gothic"/>
              </a:defRPr>
            </a:lvl9pPr>
          </a:lstStyle>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① 外力図の距離を、③の式の各項に対応させる。</a:t>
            </a:r>
          </a:p>
        </p:txBody>
      </p:sp>
      <p:sp>
        <p:nvSpPr>
          <p:cNvPr id="63" name="">
            <a:extLst xmlns:a="http://schemas.openxmlformats.org/drawingml/2006/main">
              <a:ext uri="{FF2B5EF4-FFF2-40B4-BE49-F238E27FC236}">
                <a16:creationId xmlns:a16="http://schemas.microsoft.com/office/drawing/2014/main" id="{BDEE9D8E-F086-4E85-A200-6C87A2C67F46}"/>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⑤ Bまわり：−100×1.2 + 200×0.60 = 0。反力の合計も200 N。</a:t>
            </a:r>
          </a:p>
        </p:txBody>
      </p:sp>
    </p:spTree>
    <p:extLst>
      <p:ext uri="{BB962C8B-B14F-4D97-AF65-F5344CB8AC3E}">
        <p14:creationId xmlns:p14="http://schemas.microsoft.com/office/powerpoint/2010/main" val="166708503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17FEA17-E312-4A4E-9794-AA4660391962}"/>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演習1　偏った荷重の反力〔手順付き〕</a:t>
            </a:r>
          </a:p>
        </p:txBody>
      </p:sp>
      <p:cxnSp>
        <p:nvCxnSpPr>
          <p:cNvPr id="2" name="">
            <a:extLst xmlns:a="http://schemas.openxmlformats.org/drawingml/2006/main">
              <a:ext uri="{FF2B5EF4-FFF2-40B4-BE49-F238E27FC236}">
                <a16:creationId xmlns:a16="http://schemas.microsoft.com/office/drawing/2014/main" id="{CE58F053-147F-49B4-A441-9B9F20E8422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580ADB31-B63B-4C1A-9946-9617BCA6F1E3}"/>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41A6B67F-3D6B-4EEF-BB4D-034CE221AB08}"/>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12 / 49</a:t>
            </a:r>
          </a:p>
        </p:txBody>
      </p:sp>
      <p:sp>
        <p:nvSpPr>
          <p:cNvPr id="26" name="">
            <a:extLst xmlns:a="http://schemas.openxmlformats.org/drawingml/2006/main">
              <a:ext uri="{FF2B5EF4-FFF2-40B4-BE49-F238E27FC236}">
                <a16:creationId xmlns:a16="http://schemas.microsoft.com/office/drawing/2014/main" id="{36975677-AC6F-477E-9DAC-7112948A1287}"/>
              </a:ext>
            </a:extLst>
          </p:cNvPr>
          <p:cNvSpPr>
            <a:spLocks xmlns:a="http://schemas.openxmlformats.org/drawingml/2006/main" noGrp="1"/>
          </p:cNvSpPr>
          <p:nvPr/>
        </p:nvSpPr>
        <p:spPr>
          <a:xfrm xmlns:a="http://schemas.openxmlformats.org/drawingml/2006/main">
            <a:off x="1619250" y="2667000"/>
            <a:ext cx="590550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7" name="">
            <a:extLst xmlns:a="http://schemas.openxmlformats.org/drawingml/2006/main">
              <a:ext uri="{FF2B5EF4-FFF2-40B4-BE49-F238E27FC236}">
                <a16:creationId xmlns:a16="http://schemas.microsoft.com/office/drawing/2014/main" id="{9830F9E2-9386-4604-99C9-69A42BD3950E}"/>
              </a:ext>
            </a:extLst>
          </p:cNvPr>
          <p:cNvSpPr>
            <a:spLocks xmlns:a="http://schemas.openxmlformats.org/drawingml/2006/main" noGrp="1"/>
          </p:cNvSpPr>
          <p:nvPr/>
        </p:nvSpPr>
        <p:spPr>
          <a:xfrm xmlns:a="http://schemas.openxmlformats.org/drawingml/2006/main">
            <a:off x="1457325" y="283845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28" name="">
            <a:extLst xmlns:a="http://schemas.openxmlformats.org/drawingml/2006/main">
              <a:ext uri="{FF2B5EF4-FFF2-40B4-BE49-F238E27FC236}">
                <a16:creationId xmlns:a16="http://schemas.microsoft.com/office/drawing/2014/main" id="{3C6BAEF6-280F-4786-9BEB-4B5E9B63B3EA}"/>
              </a:ext>
            </a:extLst>
          </p:cNvPr>
          <p:cNvSpPr>
            <a:spLocks xmlns:a="http://schemas.openxmlformats.org/drawingml/2006/main" noGrp="1"/>
          </p:cNvSpPr>
          <p:nvPr/>
        </p:nvSpPr>
        <p:spPr>
          <a:xfrm xmlns:a="http://schemas.openxmlformats.org/drawingml/2006/main">
            <a:off x="1343025" y="313372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29" name="">
            <a:extLst xmlns:a="http://schemas.openxmlformats.org/drawingml/2006/main">
              <a:ext uri="{FF2B5EF4-FFF2-40B4-BE49-F238E27FC236}">
                <a16:creationId xmlns:a16="http://schemas.microsoft.com/office/drawing/2014/main" id="{5C791058-F652-4456-B51E-BF233C3D5EBE}"/>
              </a:ext>
            </a:extLst>
          </p:cNvPr>
          <p:cNvSpPr>
            <a:spLocks xmlns:a="http://schemas.openxmlformats.org/drawingml/2006/main" noGrp="1"/>
          </p:cNvSpPr>
          <p:nvPr/>
        </p:nvSpPr>
        <p:spPr>
          <a:xfrm xmlns:a="http://schemas.openxmlformats.org/drawingml/2006/main">
            <a:off x="7362825" y="283845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30" name="">
            <a:extLst xmlns:a="http://schemas.openxmlformats.org/drawingml/2006/main">
              <a:ext uri="{FF2B5EF4-FFF2-40B4-BE49-F238E27FC236}">
                <a16:creationId xmlns:a16="http://schemas.microsoft.com/office/drawing/2014/main" id="{7B5A5688-425C-47FA-BEED-2E9626954C2F}"/>
              </a:ext>
            </a:extLst>
          </p:cNvPr>
          <p:cNvSpPr>
            <a:spLocks xmlns:a="http://schemas.openxmlformats.org/drawingml/2006/main" noGrp="1"/>
          </p:cNvSpPr>
          <p:nvPr/>
        </p:nvSpPr>
        <p:spPr>
          <a:xfrm xmlns:a="http://schemas.openxmlformats.org/drawingml/2006/main">
            <a:off x="7400925"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31" name="">
            <a:extLst xmlns:a="http://schemas.openxmlformats.org/drawingml/2006/main">
              <a:ext uri="{FF2B5EF4-FFF2-40B4-BE49-F238E27FC236}">
                <a16:creationId xmlns:a16="http://schemas.microsoft.com/office/drawing/2014/main" id="{68EC7F44-7AB8-4599-BA7D-7EC5E1CC41EC}"/>
              </a:ext>
            </a:extLst>
          </p:cNvPr>
          <p:cNvSpPr>
            <a:spLocks xmlns:a="http://schemas.openxmlformats.org/drawingml/2006/main" noGrp="1"/>
          </p:cNvSpPr>
          <p:nvPr/>
        </p:nvSpPr>
        <p:spPr>
          <a:xfrm xmlns:a="http://schemas.openxmlformats.org/drawingml/2006/main">
            <a:off x="7553325"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32" name="">
            <a:extLst xmlns:a="http://schemas.openxmlformats.org/drawingml/2006/main">
              <a:ext uri="{FF2B5EF4-FFF2-40B4-BE49-F238E27FC236}">
                <a16:creationId xmlns:a16="http://schemas.microsoft.com/office/drawing/2014/main" id="{E9360821-9C96-4C84-A62A-A0C046A6CA1F}"/>
              </a:ext>
            </a:extLst>
          </p:cNvPr>
          <p:cNvSpPr>
            <a:spLocks xmlns:a="http://schemas.openxmlformats.org/drawingml/2006/main" noGrp="1"/>
          </p:cNvSpPr>
          <p:nvPr/>
        </p:nvSpPr>
        <p:spPr>
          <a:xfrm xmlns:a="http://schemas.openxmlformats.org/drawingml/2006/main">
            <a:off x="7248525" y="320992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33" name="">
            <a:extLst xmlns:a="http://schemas.openxmlformats.org/drawingml/2006/main">
              <a:ext uri="{FF2B5EF4-FFF2-40B4-BE49-F238E27FC236}">
                <a16:creationId xmlns:a16="http://schemas.microsoft.com/office/drawing/2014/main" id="{8CEEE17B-0D96-4067-9C29-6405FF67A1C8}"/>
              </a:ext>
            </a:extLst>
          </p:cNvPr>
          <p:cNvSpPr>
            <a:spLocks xmlns:a="http://schemas.openxmlformats.org/drawingml/2006/main" noGrp="1"/>
          </p:cNvSpPr>
          <p:nvPr/>
        </p:nvSpPr>
        <p:spPr>
          <a:xfrm xmlns:a="http://schemas.openxmlformats.org/drawingml/2006/main">
            <a:off x="3587750" y="2047875"/>
            <a:ext cx="9525" cy="581025"/>
          </a:xfrm>
          <a:custGeom xmlns:a="http://schemas.openxmlformats.org/drawingml/2006/main">
            <a:pathLst>
              <a:path w="9525" h="581025">
                <a:moveTo>
                  <a:pt x="0" y="0"/>
                </a:moveTo>
                <a:lnTo>
                  <a:pt x="0" y="581025"/>
                </a:lnTo>
              </a:path>
            </a:pathLst>
          </a:custGeom>
          <a:noFill xmlns:a="http://schemas.openxmlformats.org/drawingml/2006/main"/>
          <a:ln xmlns:a="http://schemas.openxmlformats.org/drawingml/2006/main" w="28575">
            <a:solidFill>
              <a:srgbClr val="C4483C"/>
            </a:solidFill>
          </a:ln>
        </p:spPr>
      </p:sp>
      <p:sp>
        <p:nvSpPr>
          <p:cNvPr id="34" name="">
            <a:extLst xmlns:a="http://schemas.openxmlformats.org/drawingml/2006/main">
              <a:ext uri="{FF2B5EF4-FFF2-40B4-BE49-F238E27FC236}">
                <a16:creationId xmlns:a16="http://schemas.microsoft.com/office/drawing/2014/main" id="{BA31FB9D-07D0-4C0C-A734-98E2B6D15D50}"/>
              </a:ext>
            </a:extLst>
          </p:cNvPr>
          <p:cNvSpPr>
            <a:spLocks xmlns:a="http://schemas.openxmlformats.org/drawingml/2006/main" noGrp="1"/>
          </p:cNvSpPr>
          <p:nvPr/>
        </p:nvSpPr>
        <p:spPr>
          <a:xfrm xmlns:a="http://schemas.openxmlformats.org/drawingml/2006/main">
            <a:off x="3547745" y="2533650"/>
            <a:ext cx="80010" cy="95250"/>
          </a:xfrm>
          <a:custGeom xmlns:a="http://schemas.openxmlformats.org/drawingml/2006/main">
            <a:pathLst>
              <a:path w="80010" h="95250">
                <a:moveTo>
                  <a:pt x="40005" y="95250"/>
                </a:moveTo>
                <a:lnTo>
                  <a:pt x="80010"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5" name="">
            <a:extLst xmlns:a="http://schemas.openxmlformats.org/drawingml/2006/main">
              <a:ext uri="{FF2B5EF4-FFF2-40B4-BE49-F238E27FC236}">
                <a16:creationId xmlns:a16="http://schemas.microsoft.com/office/drawing/2014/main" id="{5A10D6D8-A74F-40B7-B05D-031D50093061}"/>
              </a:ext>
            </a:extLst>
          </p:cNvPr>
          <p:cNvSpPr>
            <a:spLocks xmlns:a="http://schemas.openxmlformats.org/drawingml/2006/main" noGrp="1"/>
          </p:cNvSpPr>
          <p:nvPr/>
        </p:nvSpPr>
        <p:spPr>
          <a:xfrm xmlns:a="http://schemas.openxmlformats.org/drawingml/2006/main">
            <a:off x="2968625" y="1571625"/>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300 N</a:t>
            </a:r>
          </a:p>
        </p:txBody>
      </p:sp>
      <p:sp>
        <p:nvSpPr>
          <p:cNvPr id="36" name="">
            <a:extLst xmlns:a="http://schemas.openxmlformats.org/drawingml/2006/main">
              <a:ext uri="{FF2B5EF4-FFF2-40B4-BE49-F238E27FC236}">
                <a16:creationId xmlns:a16="http://schemas.microsoft.com/office/drawing/2014/main" id="{4D4EC93A-2773-44E6-A501-86E9614AF306}"/>
              </a:ext>
            </a:extLst>
          </p:cNvPr>
          <p:cNvSpPr>
            <a:spLocks xmlns:a="http://schemas.openxmlformats.org/drawingml/2006/main" noGrp="1"/>
          </p:cNvSpPr>
          <p:nvPr/>
        </p:nvSpPr>
        <p:spPr>
          <a:xfrm xmlns:a="http://schemas.openxmlformats.org/drawingml/2006/main">
            <a:off x="1000125" y="2962275"/>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A</a:t>
            </a:r>
          </a:p>
        </p:txBody>
      </p:sp>
      <p:sp>
        <p:nvSpPr>
          <p:cNvPr id="37" name="">
            <a:extLst xmlns:a="http://schemas.openxmlformats.org/drawingml/2006/main">
              <a:ext uri="{FF2B5EF4-FFF2-40B4-BE49-F238E27FC236}">
                <a16:creationId xmlns:a16="http://schemas.microsoft.com/office/drawing/2014/main" id="{3D7BA36C-1CBC-411B-A2FB-B49DA67E431E}"/>
              </a:ext>
            </a:extLst>
          </p:cNvPr>
          <p:cNvSpPr>
            <a:spLocks xmlns:a="http://schemas.openxmlformats.org/drawingml/2006/main" noGrp="1"/>
          </p:cNvSpPr>
          <p:nvPr/>
        </p:nvSpPr>
        <p:spPr>
          <a:xfrm xmlns:a="http://schemas.openxmlformats.org/drawingml/2006/main">
            <a:off x="7839075" y="3028950"/>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buNone/>
              <a:defRPr sz="1800" b="1">
                <a:solidFill>
                  <a:srgbClr val="2876A8"/>
                </a:solidFill>
                <a:latin typeface="Yu Gothic"/>
                <a:ea typeface="Yu Gothic"/>
                <a:cs typeface="Yu Gothic"/>
              </a:defRPr>
            </a:lvl1pPr>
            <a:lvl2pPr>
              <a:buNone/>
              <a:defRPr sz="1800" b="1">
                <a:solidFill>
                  <a:srgbClr val="2876A8"/>
                </a:solidFill>
                <a:latin typeface="Yu Gothic"/>
                <a:ea typeface="Yu Gothic"/>
                <a:cs typeface="Yu Gothic"/>
              </a:defRPr>
            </a:lvl2pPr>
            <a:lvl3pPr>
              <a:buNone/>
              <a:defRPr sz="1800" b="1">
                <a:solidFill>
                  <a:srgbClr val="2876A8"/>
                </a:solidFill>
                <a:latin typeface="Yu Gothic"/>
                <a:ea typeface="Yu Gothic"/>
                <a:cs typeface="Yu Gothic"/>
              </a:defRPr>
            </a:lvl3pPr>
            <a:lvl4pPr>
              <a:buNone/>
              <a:defRPr sz="1800" b="1">
                <a:solidFill>
                  <a:srgbClr val="2876A8"/>
                </a:solidFill>
                <a:latin typeface="Yu Gothic"/>
                <a:ea typeface="Yu Gothic"/>
                <a:cs typeface="Yu Gothic"/>
              </a:defRPr>
            </a:lvl4pPr>
            <a:lvl5pPr>
              <a:buNone/>
              <a:defRPr sz="1800" b="1">
                <a:solidFill>
                  <a:srgbClr val="2876A8"/>
                </a:solidFill>
                <a:latin typeface="Yu Gothic"/>
                <a:ea typeface="Yu Gothic"/>
                <a:cs typeface="Yu Gothic"/>
              </a:defRPr>
            </a:lvl5pPr>
            <a:lvl6pPr>
              <a:buNone/>
              <a:defRPr sz="1800" b="1">
                <a:solidFill>
                  <a:srgbClr val="2876A8"/>
                </a:solidFill>
                <a:latin typeface="Yu Gothic"/>
                <a:ea typeface="Yu Gothic"/>
                <a:cs typeface="Yu Gothic"/>
              </a:defRPr>
            </a:lvl6pPr>
            <a:lvl7pPr>
              <a:buNone/>
              <a:defRPr sz="1800" b="1">
                <a:solidFill>
                  <a:srgbClr val="2876A8"/>
                </a:solidFill>
                <a:latin typeface="Yu Gothic"/>
                <a:ea typeface="Yu Gothic"/>
                <a:cs typeface="Yu Gothic"/>
              </a:defRPr>
            </a:lvl7pPr>
            <a:lvl8pPr>
              <a:buNone/>
              <a:defRPr sz="1800" b="1">
                <a:solidFill>
                  <a:srgbClr val="2876A8"/>
                </a:solidFill>
                <a:latin typeface="Yu Gothic"/>
                <a:ea typeface="Yu Gothic"/>
                <a:cs typeface="Yu Gothic"/>
              </a:defRPr>
            </a:lvl8pPr>
            <a:lvl9pPr>
              <a:buNone/>
              <a:defRPr sz="1800" b="1">
                <a:solidFill>
                  <a:srgbClr val="2876A8"/>
                </a:solidFill>
                <a:latin typeface="Yu Gothic"/>
                <a:ea typeface="Yu Gothic"/>
                <a:cs typeface="Yu Gothic"/>
              </a:defRPr>
            </a:lvl9pPr>
          </a:lstStyle>
          <a:p xmlns:a="http://schemas.openxmlformats.org/drawingml/2006/main">
            <a:pPr>
              <a:buNone/>
              <a:defRPr sz="1800" b="1">
                <a:solidFill>
                  <a:srgbClr val="2876A8"/>
                </a:solidFill>
                <a:latin typeface="Yu Gothic"/>
                <a:ea typeface="Yu Gothic"/>
                <a:cs typeface="Yu Gothic"/>
              </a:defRPr>
            </a:pPr>
            <a:r>
              <a:rPr sz="1800" b="1">
                <a:solidFill>
                  <a:srgbClr val="2876A8"/>
                </a:solidFill>
                <a:latin typeface="Yu Gothic"/>
                <a:ea typeface="Yu Gothic"/>
                <a:cs typeface="Yu Gothic"/>
              </a:rPr>
              <a:t>B</a:t>
            </a:r>
          </a:p>
        </p:txBody>
      </p:sp>
      <p:sp>
        <p:nvSpPr>
          <p:cNvPr id="38" name="">
            <a:extLst xmlns:a="http://schemas.openxmlformats.org/drawingml/2006/main">
              <a:ext uri="{FF2B5EF4-FFF2-40B4-BE49-F238E27FC236}">
                <a16:creationId xmlns:a16="http://schemas.microsoft.com/office/drawing/2014/main" id="{C5A8D49E-3D04-4A56-9A24-F6A14C7B7EB5}"/>
              </a:ext>
            </a:extLst>
          </p:cNvPr>
          <p:cNvSpPr>
            <a:spLocks xmlns:a="http://schemas.openxmlformats.org/drawingml/2006/main" noGrp="1"/>
          </p:cNvSpPr>
          <p:nvPr/>
        </p:nvSpPr>
        <p:spPr>
          <a:xfrm xmlns:a="http://schemas.openxmlformats.org/drawingml/2006/main">
            <a:off x="1619250" y="2876550"/>
            <a:ext cx="9525" cy="790575"/>
          </a:xfrm>
          <a:custGeom xmlns:a="http://schemas.openxmlformats.org/drawingml/2006/main">
            <a:pathLst>
              <a:path w="9525" h="790575">
                <a:moveTo>
                  <a:pt x="0" y="790575"/>
                </a:moveTo>
                <a:lnTo>
                  <a:pt x="0" y="0"/>
                </a:lnTo>
              </a:path>
            </a:pathLst>
          </a:custGeom>
          <a:noFill xmlns:a="http://schemas.openxmlformats.org/drawingml/2006/main"/>
          <a:ln xmlns:a="http://schemas.openxmlformats.org/drawingml/2006/main" w="28575">
            <a:solidFill>
              <a:srgbClr val="2876A8"/>
            </a:solidFill>
          </a:ln>
        </p:spPr>
      </p:sp>
      <p:sp>
        <p:nvSpPr>
          <p:cNvPr id="39" name="">
            <a:extLst xmlns:a="http://schemas.openxmlformats.org/drawingml/2006/main">
              <a:ext uri="{FF2B5EF4-FFF2-40B4-BE49-F238E27FC236}">
                <a16:creationId xmlns:a16="http://schemas.microsoft.com/office/drawing/2014/main" id="{0596B29F-D191-4420-A238-3A6C16722431}"/>
              </a:ext>
            </a:extLst>
          </p:cNvPr>
          <p:cNvSpPr>
            <a:spLocks xmlns:a="http://schemas.openxmlformats.org/drawingml/2006/main" noGrp="1"/>
          </p:cNvSpPr>
          <p:nvPr/>
        </p:nvSpPr>
        <p:spPr>
          <a:xfrm xmlns:a="http://schemas.openxmlformats.org/drawingml/2006/main">
            <a:off x="1579245" y="2876550"/>
            <a:ext cx="80010" cy="95250"/>
          </a:xfrm>
          <a:custGeom xmlns:a="http://schemas.openxmlformats.org/drawingml/2006/main">
            <a:pathLst>
              <a:path w="80010" h="95250">
                <a:moveTo>
                  <a:pt x="40005" y="0"/>
                </a:moveTo>
                <a:lnTo>
                  <a:pt x="0" y="95250"/>
                </a:lnTo>
                <a:lnTo>
                  <a:pt x="80010" y="95250"/>
                </a:lnTo>
                <a:close/>
              </a:path>
            </a:pathLst>
          </a:custGeom>
          <a:solidFill xmlns:a="http://schemas.openxmlformats.org/drawingml/2006/main">
            <a:srgbClr val="2876A8"/>
          </a:solidFill>
          <a:ln xmlns:a="http://schemas.openxmlformats.org/drawingml/2006/main" w="4763">
            <a:solidFill>
              <a:srgbClr val="2876A8"/>
            </a:solidFill>
          </a:ln>
        </p:spPr>
      </p:sp>
      <p:sp>
        <p:nvSpPr>
          <p:cNvPr id="40" name="">
            <a:extLst xmlns:a="http://schemas.openxmlformats.org/drawingml/2006/main">
              <a:ext uri="{FF2B5EF4-FFF2-40B4-BE49-F238E27FC236}">
                <a16:creationId xmlns:a16="http://schemas.microsoft.com/office/drawing/2014/main" id="{7EF94E3F-773E-4DE8-BD9F-EA16820C1024}"/>
              </a:ext>
            </a:extLst>
          </p:cNvPr>
          <p:cNvSpPr>
            <a:spLocks xmlns:a="http://schemas.openxmlformats.org/drawingml/2006/main" noGrp="1"/>
          </p:cNvSpPr>
          <p:nvPr/>
        </p:nvSpPr>
        <p:spPr>
          <a:xfrm xmlns:a="http://schemas.openxmlformats.org/drawingml/2006/main">
            <a:off x="809625" y="3629025"/>
            <a:ext cx="1666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RA</a:t>
            </a:r>
          </a:p>
        </p:txBody>
      </p:sp>
      <p:sp>
        <p:nvSpPr>
          <p:cNvPr id="41" name="">
            <a:extLst xmlns:a="http://schemas.openxmlformats.org/drawingml/2006/main">
              <a:ext uri="{FF2B5EF4-FFF2-40B4-BE49-F238E27FC236}">
                <a16:creationId xmlns:a16="http://schemas.microsoft.com/office/drawing/2014/main" id="{769B8058-E790-47FA-A9BD-40908983A7F6}"/>
              </a:ext>
            </a:extLst>
          </p:cNvPr>
          <p:cNvSpPr>
            <a:spLocks xmlns:a="http://schemas.openxmlformats.org/drawingml/2006/main" noGrp="1"/>
          </p:cNvSpPr>
          <p:nvPr/>
        </p:nvSpPr>
        <p:spPr>
          <a:xfrm xmlns:a="http://schemas.openxmlformats.org/drawingml/2006/main">
            <a:off x="7524750" y="2876550"/>
            <a:ext cx="9525" cy="790575"/>
          </a:xfrm>
          <a:custGeom xmlns:a="http://schemas.openxmlformats.org/drawingml/2006/main">
            <a:pathLst>
              <a:path w="9525" h="790575">
                <a:moveTo>
                  <a:pt x="0" y="790575"/>
                </a:moveTo>
                <a:lnTo>
                  <a:pt x="0" y="0"/>
                </a:lnTo>
              </a:path>
            </a:pathLst>
          </a:custGeom>
          <a:noFill xmlns:a="http://schemas.openxmlformats.org/drawingml/2006/main"/>
          <a:ln xmlns:a="http://schemas.openxmlformats.org/drawingml/2006/main" w="28575">
            <a:solidFill>
              <a:srgbClr val="2876A8"/>
            </a:solidFill>
          </a:ln>
        </p:spPr>
      </p:sp>
      <p:sp>
        <p:nvSpPr>
          <p:cNvPr id="42" name="">
            <a:extLst xmlns:a="http://schemas.openxmlformats.org/drawingml/2006/main">
              <a:ext uri="{FF2B5EF4-FFF2-40B4-BE49-F238E27FC236}">
                <a16:creationId xmlns:a16="http://schemas.microsoft.com/office/drawing/2014/main" id="{27E21465-5481-43D4-B062-A0D30623DA37}"/>
              </a:ext>
            </a:extLst>
          </p:cNvPr>
          <p:cNvSpPr>
            <a:spLocks xmlns:a="http://schemas.openxmlformats.org/drawingml/2006/main" noGrp="1"/>
          </p:cNvSpPr>
          <p:nvPr/>
        </p:nvSpPr>
        <p:spPr>
          <a:xfrm xmlns:a="http://schemas.openxmlformats.org/drawingml/2006/main">
            <a:off x="7484745" y="2876550"/>
            <a:ext cx="80010" cy="95250"/>
          </a:xfrm>
          <a:custGeom xmlns:a="http://schemas.openxmlformats.org/drawingml/2006/main">
            <a:pathLst>
              <a:path w="80010" h="95250">
                <a:moveTo>
                  <a:pt x="40005" y="0"/>
                </a:moveTo>
                <a:lnTo>
                  <a:pt x="0" y="95250"/>
                </a:lnTo>
                <a:lnTo>
                  <a:pt x="80010" y="95250"/>
                </a:lnTo>
                <a:close/>
              </a:path>
            </a:pathLst>
          </a:custGeom>
          <a:solidFill xmlns:a="http://schemas.openxmlformats.org/drawingml/2006/main">
            <a:srgbClr val="2876A8"/>
          </a:solidFill>
          <a:ln xmlns:a="http://schemas.openxmlformats.org/drawingml/2006/main" w="4763">
            <a:solidFill>
              <a:srgbClr val="2876A8"/>
            </a:solidFill>
          </a:ln>
        </p:spPr>
      </p:sp>
      <p:sp>
        <p:nvSpPr>
          <p:cNvPr id="43" name="">
            <a:extLst xmlns:a="http://schemas.openxmlformats.org/drawingml/2006/main">
              <a:ext uri="{FF2B5EF4-FFF2-40B4-BE49-F238E27FC236}">
                <a16:creationId xmlns:a16="http://schemas.microsoft.com/office/drawing/2014/main" id="{68830300-E1C5-40E7-A2E0-10851D85BBB4}"/>
              </a:ext>
            </a:extLst>
          </p:cNvPr>
          <p:cNvSpPr>
            <a:spLocks xmlns:a="http://schemas.openxmlformats.org/drawingml/2006/main" noGrp="1"/>
          </p:cNvSpPr>
          <p:nvPr/>
        </p:nvSpPr>
        <p:spPr>
          <a:xfrm xmlns:a="http://schemas.openxmlformats.org/drawingml/2006/main">
            <a:off x="6810375" y="3629025"/>
            <a:ext cx="1666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RB</a:t>
            </a:r>
          </a:p>
        </p:txBody>
      </p:sp>
      <p:sp>
        <p:nvSpPr>
          <p:cNvPr id="44" name="">
            <a:extLst xmlns:a="http://schemas.openxmlformats.org/drawingml/2006/main">
              <a:ext uri="{FF2B5EF4-FFF2-40B4-BE49-F238E27FC236}">
                <a16:creationId xmlns:a16="http://schemas.microsoft.com/office/drawing/2014/main" id="{C607CE4E-0FE7-4542-A6BC-B0920B2C7522}"/>
              </a:ext>
            </a:extLst>
          </p:cNvPr>
          <p:cNvSpPr>
            <a:spLocks xmlns:a="http://schemas.openxmlformats.org/drawingml/2006/main" noGrp="1"/>
          </p:cNvSpPr>
          <p:nvPr/>
        </p:nvSpPr>
        <p:spPr>
          <a:xfrm xmlns:a="http://schemas.openxmlformats.org/drawingml/2006/main">
            <a:off x="1619250" y="4238625"/>
            <a:ext cx="1968500" cy="9525"/>
          </a:xfrm>
          <a:custGeom xmlns:a="http://schemas.openxmlformats.org/drawingml/2006/main">
            <a:pathLst>
              <a:path w="1968500" h="9525">
                <a:moveTo>
                  <a:pt x="0" y="0"/>
                </a:moveTo>
                <a:lnTo>
                  <a:pt x="1968500" y="0"/>
                </a:lnTo>
              </a:path>
            </a:pathLst>
          </a:custGeom>
          <a:noFill xmlns:a="http://schemas.openxmlformats.org/drawingml/2006/main"/>
          <a:ln xmlns:a="http://schemas.openxmlformats.org/drawingml/2006/main" w="13335">
            <a:solidFill>
              <a:srgbClr val="C4483C"/>
            </a:solidFill>
          </a:ln>
        </p:spPr>
      </p:sp>
      <p:sp>
        <p:nvSpPr>
          <p:cNvPr id="45" name="">
            <a:extLst xmlns:a="http://schemas.openxmlformats.org/drawingml/2006/main">
              <a:ext uri="{FF2B5EF4-FFF2-40B4-BE49-F238E27FC236}">
                <a16:creationId xmlns:a16="http://schemas.microsoft.com/office/drawing/2014/main" id="{E8761C41-1D7C-4961-98A7-1D886A77CEB0}"/>
              </a:ext>
            </a:extLst>
          </p:cNvPr>
          <p:cNvSpPr>
            <a:spLocks xmlns:a="http://schemas.openxmlformats.org/drawingml/2006/main" noGrp="1"/>
          </p:cNvSpPr>
          <p:nvPr/>
        </p:nvSpPr>
        <p:spPr>
          <a:xfrm xmlns:a="http://schemas.openxmlformats.org/drawingml/2006/main">
            <a:off x="3521075" y="4210622"/>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C4483C"/>
          </a:solidFill>
          <a:ln xmlns:a="http://schemas.openxmlformats.org/drawingml/2006/main" w="4763">
            <a:solidFill>
              <a:srgbClr val="C4483C"/>
            </a:solidFill>
          </a:ln>
        </p:spPr>
      </p:sp>
      <p:sp>
        <p:nvSpPr>
          <p:cNvPr id="46" name="">
            <a:extLst xmlns:a="http://schemas.openxmlformats.org/drawingml/2006/main">
              <a:ext uri="{FF2B5EF4-FFF2-40B4-BE49-F238E27FC236}">
                <a16:creationId xmlns:a16="http://schemas.microsoft.com/office/drawing/2014/main" id="{A1DA14B4-4D19-4B80-B831-40AC68BAEA10}"/>
              </a:ext>
            </a:extLst>
          </p:cNvPr>
          <p:cNvSpPr>
            <a:spLocks xmlns:a="http://schemas.openxmlformats.org/drawingml/2006/main" noGrp="1"/>
          </p:cNvSpPr>
          <p:nvPr/>
        </p:nvSpPr>
        <p:spPr>
          <a:xfrm xmlns:a="http://schemas.openxmlformats.org/drawingml/2006/main">
            <a:off x="1619250" y="4238625"/>
            <a:ext cx="1968500" cy="9525"/>
          </a:xfrm>
          <a:custGeom xmlns:a="http://schemas.openxmlformats.org/drawingml/2006/main">
            <a:pathLst>
              <a:path w="1968500" h="9525">
                <a:moveTo>
                  <a:pt x="1968500" y="0"/>
                </a:moveTo>
                <a:lnTo>
                  <a:pt x="0" y="0"/>
                </a:lnTo>
              </a:path>
            </a:pathLst>
          </a:custGeom>
          <a:noFill xmlns:a="http://schemas.openxmlformats.org/drawingml/2006/main"/>
          <a:ln xmlns:a="http://schemas.openxmlformats.org/drawingml/2006/main" w="13335">
            <a:solidFill>
              <a:srgbClr val="C4483C"/>
            </a:solidFill>
          </a:ln>
        </p:spPr>
      </p:sp>
      <p:sp>
        <p:nvSpPr>
          <p:cNvPr id="47" name="">
            <a:extLst xmlns:a="http://schemas.openxmlformats.org/drawingml/2006/main">
              <a:ext uri="{FF2B5EF4-FFF2-40B4-BE49-F238E27FC236}">
                <a16:creationId xmlns:a16="http://schemas.microsoft.com/office/drawing/2014/main" id="{3FC73CEA-7C62-4F27-8504-CF4884847054}"/>
              </a:ext>
            </a:extLst>
          </p:cNvPr>
          <p:cNvSpPr>
            <a:spLocks xmlns:a="http://schemas.openxmlformats.org/drawingml/2006/main" noGrp="1"/>
          </p:cNvSpPr>
          <p:nvPr/>
        </p:nvSpPr>
        <p:spPr>
          <a:xfrm xmlns:a="http://schemas.openxmlformats.org/drawingml/2006/main">
            <a:off x="1619250" y="4210622"/>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C4483C"/>
          </a:solidFill>
          <a:ln xmlns:a="http://schemas.openxmlformats.org/drawingml/2006/main" w="4763">
            <a:solidFill>
              <a:srgbClr val="C4483C"/>
            </a:solidFill>
          </a:ln>
        </p:spPr>
      </p:sp>
      <p:sp>
        <p:nvSpPr>
          <p:cNvPr id="48" name="">
            <a:extLst xmlns:a="http://schemas.openxmlformats.org/drawingml/2006/main">
              <a:ext uri="{FF2B5EF4-FFF2-40B4-BE49-F238E27FC236}">
                <a16:creationId xmlns:a16="http://schemas.microsoft.com/office/drawing/2014/main" id="{2C97196F-C5E6-493E-9C2A-13DC91D7947A}"/>
              </a:ext>
            </a:extLst>
          </p:cNvPr>
          <p:cNvSpPr>
            <a:spLocks xmlns:a="http://schemas.openxmlformats.org/drawingml/2006/main" noGrp="1"/>
          </p:cNvSpPr>
          <p:nvPr/>
        </p:nvSpPr>
        <p:spPr>
          <a:xfrm xmlns:a="http://schemas.openxmlformats.org/drawingml/2006/main">
            <a:off x="1619250" y="4286250"/>
            <a:ext cx="196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C4483C"/>
                </a:solidFill>
                <a:latin typeface="Yu Gothic"/>
                <a:ea typeface="Yu Gothic"/>
                <a:cs typeface="Yu Gothic"/>
              </a:defRPr>
            </a:defPPr>
            <a:lvl1pPr algn="ctr">
              <a:buNone/>
              <a:defRPr sz="1725" b="0">
                <a:solidFill>
                  <a:srgbClr val="C4483C"/>
                </a:solidFill>
                <a:latin typeface="Yu Gothic"/>
                <a:ea typeface="Yu Gothic"/>
                <a:cs typeface="Yu Gothic"/>
              </a:defRPr>
            </a:lvl1pPr>
            <a:lvl2pPr algn="ctr">
              <a:buNone/>
              <a:defRPr sz="1725" b="0">
                <a:solidFill>
                  <a:srgbClr val="C4483C"/>
                </a:solidFill>
                <a:latin typeface="Yu Gothic"/>
                <a:ea typeface="Yu Gothic"/>
                <a:cs typeface="Yu Gothic"/>
              </a:defRPr>
            </a:lvl2pPr>
            <a:lvl3pPr algn="ctr">
              <a:buNone/>
              <a:defRPr sz="1725" b="0">
                <a:solidFill>
                  <a:srgbClr val="C4483C"/>
                </a:solidFill>
                <a:latin typeface="Yu Gothic"/>
                <a:ea typeface="Yu Gothic"/>
                <a:cs typeface="Yu Gothic"/>
              </a:defRPr>
            </a:lvl3pPr>
            <a:lvl4pPr algn="ctr">
              <a:buNone/>
              <a:defRPr sz="1725" b="0">
                <a:solidFill>
                  <a:srgbClr val="C4483C"/>
                </a:solidFill>
                <a:latin typeface="Yu Gothic"/>
                <a:ea typeface="Yu Gothic"/>
                <a:cs typeface="Yu Gothic"/>
              </a:defRPr>
            </a:lvl4pPr>
            <a:lvl5pPr algn="ctr">
              <a:buNone/>
              <a:defRPr sz="1725" b="0">
                <a:solidFill>
                  <a:srgbClr val="C4483C"/>
                </a:solidFill>
                <a:latin typeface="Yu Gothic"/>
                <a:ea typeface="Yu Gothic"/>
                <a:cs typeface="Yu Gothic"/>
              </a:defRPr>
            </a:lvl5pPr>
            <a:lvl6pPr algn="ctr">
              <a:buNone/>
              <a:defRPr sz="1725" b="0">
                <a:solidFill>
                  <a:srgbClr val="C4483C"/>
                </a:solidFill>
                <a:latin typeface="Yu Gothic"/>
                <a:ea typeface="Yu Gothic"/>
                <a:cs typeface="Yu Gothic"/>
              </a:defRPr>
            </a:lvl6pPr>
            <a:lvl7pPr algn="ctr">
              <a:buNone/>
              <a:defRPr sz="1725" b="0">
                <a:solidFill>
                  <a:srgbClr val="C4483C"/>
                </a:solidFill>
                <a:latin typeface="Yu Gothic"/>
                <a:ea typeface="Yu Gothic"/>
                <a:cs typeface="Yu Gothic"/>
              </a:defRPr>
            </a:lvl7pPr>
            <a:lvl8pPr algn="ctr">
              <a:buNone/>
              <a:defRPr sz="1725" b="0">
                <a:solidFill>
                  <a:srgbClr val="C4483C"/>
                </a:solidFill>
                <a:latin typeface="Yu Gothic"/>
                <a:ea typeface="Yu Gothic"/>
                <a:cs typeface="Yu Gothic"/>
              </a:defRPr>
            </a:lvl8pPr>
            <a:lvl9pPr algn="ctr">
              <a:buNone/>
              <a:defRPr sz="1725" b="0">
                <a:solidFill>
                  <a:srgbClr val="C4483C"/>
                </a:solidFill>
                <a:latin typeface="Yu Gothic"/>
                <a:ea typeface="Yu Gothic"/>
                <a:cs typeface="Yu Gothic"/>
              </a:defRPr>
            </a:lvl9pPr>
          </a:lstStyle>
          <a:p xmlns:a="http://schemas.openxmlformats.org/drawingml/2006/main">
            <a:pPr algn="ctr">
              <a:buNone/>
              <a:defRPr sz="1725" b="0">
                <a:solidFill>
                  <a:srgbClr val="C4483C"/>
                </a:solidFill>
                <a:latin typeface="Yu Gothic"/>
                <a:ea typeface="Yu Gothic"/>
                <a:cs typeface="Yu Gothic"/>
              </a:defRPr>
            </a:pPr>
            <a:r>
              <a:rPr sz="1725" b="0">
                <a:solidFill>
                  <a:srgbClr val="C4483C"/>
                </a:solidFill>
                <a:latin typeface="Yu Gothic"/>
                <a:ea typeface="Yu Gothic"/>
                <a:cs typeface="Yu Gothic"/>
              </a:rPr>
              <a:t>0.40 m</a:t>
            </a:r>
          </a:p>
        </p:txBody>
      </p:sp>
      <p:sp>
        <p:nvSpPr>
          <p:cNvPr id="49" name="">
            <a:extLst xmlns:a="http://schemas.openxmlformats.org/drawingml/2006/main">
              <a:ext uri="{FF2B5EF4-FFF2-40B4-BE49-F238E27FC236}">
                <a16:creationId xmlns:a16="http://schemas.microsoft.com/office/drawing/2014/main" id="{92756095-E12E-4912-9FCB-CFB953217334}"/>
              </a:ext>
            </a:extLst>
          </p:cNvPr>
          <p:cNvSpPr>
            <a:spLocks xmlns:a="http://schemas.openxmlformats.org/drawingml/2006/main" noGrp="1"/>
          </p:cNvSpPr>
          <p:nvPr/>
        </p:nvSpPr>
        <p:spPr>
          <a:xfrm xmlns:a="http://schemas.openxmlformats.org/drawingml/2006/main">
            <a:off x="3587750" y="4238625"/>
            <a:ext cx="3937000" cy="9525"/>
          </a:xfrm>
          <a:custGeom xmlns:a="http://schemas.openxmlformats.org/drawingml/2006/main">
            <a:pathLst>
              <a:path w="3937000" h="9525">
                <a:moveTo>
                  <a:pt x="0" y="0"/>
                </a:moveTo>
                <a:lnTo>
                  <a:pt x="3937000" y="0"/>
                </a:lnTo>
              </a:path>
            </a:pathLst>
          </a:custGeom>
          <a:noFill xmlns:a="http://schemas.openxmlformats.org/drawingml/2006/main"/>
          <a:ln xmlns:a="http://schemas.openxmlformats.org/drawingml/2006/main" w="13335">
            <a:solidFill>
              <a:srgbClr val="71818B"/>
            </a:solidFill>
          </a:ln>
        </p:spPr>
      </p:sp>
      <p:sp>
        <p:nvSpPr>
          <p:cNvPr id="50" name="">
            <a:extLst xmlns:a="http://schemas.openxmlformats.org/drawingml/2006/main">
              <a:ext uri="{FF2B5EF4-FFF2-40B4-BE49-F238E27FC236}">
                <a16:creationId xmlns:a16="http://schemas.microsoft.com/office/drawing/2014/main" id="{7C67B820-34BB-4644-BA1B-DA2EBE6EC4DB}"/>
              </a:ext>
            </a:extLst>
          </p:cNvPr>
          <p:cNvSpPr>
            <a:spLocks xmlns:a="http://schemas.openxmlformats.org/drawingml/2006/main" noGrp="1"/>
          </p:cNvSpPr>
          <p:nvPr/>
        </p:nvSpPr>
        <p:spPr>
          <a:xfrm xmlns:a="http://schemas.openxmlformats.org/drawingml/2006/main">
            <a:off x="7458075" y="4210622"/>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51" name="">
            <a:extLst xmlns:a="http://schemas.openxmlformats.org/drawingml/2006/main">
              <a:ext uri="{FF2B5EF4-FFF2-40B4-BE49-F238E27FC236}">
                <a16:creationId xmlns:a16="http://schemas.microsoft.com/office/drawing/2014/main" id="{D89B1B35-2895-469F-9ED8-0BA91420AD14}"/>
              </a:ext>
            </a:extLst>
          </p:cNvPr>
          <p:cNvSpPr>
            <a:spLocks xmlns:a="http://schemas.openxmlformats.org/drawingml/2006/main" noGrp="1"/>
          </p:cNvSpPr>
          <p:nvPr/>
        </p:nvSpPr>
        <p:spPr>
          <a:xfrm xmlns:a="http://schemas.openxmlformats.org/drawingml/2006/main">
            <a:off x="3587750" y="4238625"/>
            <a:ext cx="3937000" cy="9525"/>
          </a:xfrm>
          <a:custGeom xmlns:a="http://schemas.openxmlformats.org/drawingml/2006/main">
            <a:pathLst>
              <a:path w="3937000" h="9525">
                <a:moveTo>
                  <a:pt x="3937000" y="0"/>
                </a:moveTo>
                <a:lnTo>
                  <a:pt x="0" y="0"/>
                </a:lnTo>
              </a:path>
            </a:pathLst>
          </a:custGeom>
          <a:noFill xmlns:a="http://schemas.openxmlformats.org/drawingml/2006/main"/>
          <a:ln xmlns:a="http://schemas.openxmlformats.org/drawingml/2006/main" w="13335">
            <a:solidFill>
              <a:srgbClr val="71818B"/>
            </a:solidFill>
          </a:ln>
        </p:spPr>
      </p:sp>
      <p:sp>
        <p:nvSpPr>
          <p:cNvPr id="52" name="">
            <a:extLst xmlns:a="http://schemas.openxmlformats.org/drawingml/2006/main">
              <a:ext uri="{FF2B5EF4-FFF2-40B4-BE49-F238E27FC236}">
                <a16:creationId xmlns:a16="http://schemas.microsoft.com/office/drawing/2014/main" id="{9A2ADAE5-BEFD-4448-9253-34B7B713E787}"/>
              </a:ext>
            </a:extLst>
          </p:cNvPr>
          <p:cNvSpPr>
            <a:spLocks xmlns:a="http://schemas.openxmlformats.org/drawingml/2006/main" noGrp="1"/>
          </p:cNvSpPr>
          <p:nvPr/>
        </p:nvSpPr>
        <p:spPr>
          <a:xfrm xmlns:a="http://schemas.openxmlformats.org/drawingml/2006/main">
            <a:off x="3587750" y="4210622"/>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53" name="">
            <a:extLst xmlns:a="http://schemas.openxmlformats.org/drawingml/2006/main">
              <a:ext uri="{FF2B5EF4-FFF2-40B4-BE49-F238E27FC236}">
                <a16:creationId xmlns:a16="http://schemas.microsoft.com/office/drawing/2014/main" id="{8118C9F5-51C2-4F2D-8BF5-9D48E1432295}"/>
              </a:ext>
            </a:extLst>
          </p:cNvPr>
          <p:cNvSpPr>
            <a:spLocks xmlns:a="http://schemas.openxmlformats.org/drawingml/2006/main" noGrp="1"/>
          </p:cNvSpPr>
          <p:nvPr/>
        </p:nvSpPr>
        <p:spPr>
          <a:xfrm xmlns:a="http://schemas.openxmlformats.org/drawingml/2006/main">
            <a:off x="3587750" y="4286250"/>
            <a:ext cx="393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71818B"/>
                </a:solidFill>
                <a:latin typeface="Yu Gothic"/>
                <a:ea typeface="Yu Gothic"/>
                <a:cs typeface="Yu Gothic"/>
              </a:defRPr>
            </a:defPPr>
            <a:lvl1pPr algn="ctr">
              <a:buNone/>
              <a:defRPr sz="1725" b="0">
                <a:solidFill>
                  <a:srgbClr val="71818B"/>
                </a:solidFill>
                <a:latin typeface="Yu Gothic"/>
                <a:ea typeface="Yu Gothic"/>
                <a:cs typeface="Yu Gothic"/>
              </a:defRPr>
            </a:lvl1pPr>
            <a:lvl2pPr algn="ctr">
              <a:buNone/>
              <a:defRPr sz="1725" b="0">
                <a:solidFill>
                  <a:srgbClr val="71818B"/>
                </a:solidFill>
                <a:latin typeface="Yu Gothic"/>
                <a:ea typeface="Yu Gothic"/>
                <a:cs typeface="Yu Gothic"/>
              </a:defRPr>
            </a:lvl2pPr>
            <a:lvl3pPr algn="ctr">
              <a:buNone/>
              <a:defRPr sz="1725" b="0">
                <a:solidFill>
                  <a:srgbClr val="71818B"/>
                </a:solidFill>
                <a:latin typeface="Yu Gothic"/>
                <a:ea typeface="Yu Gothic"/>
                <a:cs typeface="Yu Gothic"/>
              </a:defRPr>
            </a:lvl3pPr>
            <a:lvl4pPr algn="ctr">
              <a:buNone/>
              <a:defRPr sz="1725" b="0">
                <a:solidFill>
                  <a:srgbClr val="71818B"/>
                </a:solidFill>
                <a:latin typeface="Yu Gothic"/>
                <a:ea typeface="Yu Gothic"/>
                <a:cs typeface="Yu Gothic"/>
              </a:defRPr>
            </a:lvl4pPr>
            <a:lvl5pPr algn="ctr">
              <a:buNone/>
              <a:defRPr sz="1725" b="0">
                <a:solidFill>
                  <a:srgbClr val="71818B"/>
                </a:solidFill>
                <a:latin typeface="Yu Gothic"/>
                <a:ea typeface="Yu Gothic"/>
                <a:cs typeface="Yu Gothic"/>
              </a:defRPr>
            </a:lvl5pPr>
            <a:lvl6pPr algn="ctr">
              <a:buNone/>
              <a:defRPr sz="1725" b="0">
                <a:solidFill>
                  <a:srgbClr val="71818B"/>
                </a:solidFill>
                <a:latin typeface="Yu Gothic"/>
                <a:ea typeface="Yu Gothic"/>
                <a:cs typeface="Yu Gothic"/>
              </a:defRPr>
            </a:lvl6pPr>
            <a:lvl7pPr algn="ctr">
              <a:buNone/>
              <a:defRPr sz="1725" b="0">
                <a:solidFill>
                  <a:srgbClr val="71818B"/>
                </a:solidFill>
                <a:latin typeface="Yu Gothic"/>
                <a:ea typeface="Yu Gothic"/>
                <a:cs typeface="Yu Gothic"/>
              </a:defRPr>
            </a:lvl7pPr>
            <a:lvl8pPr algn="ctr">
              <a:buNone/>
              <a:defRPr sz="1725" b="0">
                <a:solidFill>
                  <a:srgbClr val="71818B"/>
                </a:solidFill>
                <a:latin typeface="Yu Gothic"/>
                <a:ea typeface="Yu Gothic"/>
                <a:cs typeface="Yu Gothic"/>
              </a:defRPr>
            </a:lvl8pPr>
            <a:lvl9pPr algn="ctr">
              <a:buNone/>
              <a:defRPr sz="1725" b="0">
                <a:solidFill>
                  <a:srgbClr val="71818B"/>
                </a:solidFill>
                <a:latin typeface="Yu Gothic"/>
                <a:ea typeface="Yu Gothic"/>
                <a:cs typeface="Yu Gothic"/>
              </a:defRPr>
            </a:lvl9pPr>
          </a:lstStyle>
          <a:p xmlns:a="http://schemas.openxmlformats.org/drawingml/2006/main">
            <a:pPr algn="ctr">
              <a:buNone/>
              <a:defRPr sz="1725" b="0">
                <a:solidFill>
                  <a:srgbClr val="71818B"/>
                </a:solidFill>
                <a:latin typeface="Yu Gothic"/>
                <a:ea typeface="Yu Gothic"/>
                <a:cs typeface="Yu Gothic"/>
              </a:defRPr>
            </a:pPr>
            <a:r>
              <a:rPr sz="1725" b="0">
                <a:solidFill>
                  <a:srgbClr val="71818B"/>
                </a:solidFill>
                <a:latin typeface="Yu Gothic"/>
                <a:ea typeface="Yu Gothic"/>
                <a:cs typeface="Yu Gothic"/>
              </a:rPr>
              <a:t>0.80 m</a:t>
            </a:r>
          </a:p>
        </p:txBody>
      </p:sp>
      <p:sp>
        <p:nvSpPr>
          <p:cNvPr id="54" name="">
            <a:extLst xmlns:a="http://schemas.openxmlformats.org/drawingml/2006/main">
              <a:ext uri="{FF2B5EF4-FFF2-40B4-BE49-F238E27FC236}">
                <a16:creationId xmlns:a16="http://schemas.microsoft.com/office/drawing/2014/main" id="{EEAC65C9-696E-4F71-B196-734872B97B93}"/>
              </a:ext>
            </a:extLst>
          </p:cNvPr>
          <p:cNvSpPr>
            <a:spLocks xmlns:a="http://schemas.openxmlformats.org/drawingml/2006/main" noGrp="1"/>
          </p:cNvSpPr>
          <p:nvPr/>
        </p:nvSpPr>
        <p:spPr>
          <a:xfrm xmlns:a="http://schemas.openxmlformats.org/drawingml/2006/main">
            <a:off x="8239125" y="16668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② 鉛直力のつり合い</a:t>
            </a:r>
          </a:p>
        </p:txBody>
      </p:sp>
      <p:sp>
        <p:nvSpPr>
          <p:cNvPr id="55" name="">
            <a:extLst xmlns:a="http://schemas.openxmlformats.org/drawingml/2006/main">
              <a:ext uri="{FF2B5EF4-FFF2-40B4-BE49-F238E27FC236}">
                <a16:creationId xmlns:a16="http://schemas.microsoft.com/office/drawing/2014/main" id="{9699A25A-112B-41C4-90E5-E8B61CBCF29C}"/>
              </a:ext>
            </a:extLst>
          </p:cNvPr>
          <p:cNvSpPr>
            <a:spLocks xmlns:a="http://schemas.openxmlformats.org/drawingml/2006/main" noGrp="1"/>
          </p:cNvSpPr>
          <p:nvPr/>
        </p:nvSpPr>
        <p:spPr>
          <a:xfrm xmlns:a="http://schemas.openxmlformats.org/drawingml/2006/main">
            <a:off x="8239125" y="21431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RA + RB −（　）= 0</a:t>
            </a:r>
          </a:p>
        </p:txBody>
      </p:sp>
      <p:sp>
        <p:nvSpPr>
          <p:cNvPr id="56" name="">
            <a:extLst xmlns:a="http://schemas.openxmlformats.org/drawingml/2006/main">
              <a:ext uri="{FF2B5EF4-FFF2-40B4-BE49-F238E27FC236}">
                <a16:creationId xmlns:a16="http://schemas.microsoft.com/office/drawing/2014/main" id="{DA2742B0-9C29-4258-B351-E6B77E763BA0}"/>
              </a:ext>
            </a:extLst>
          </p:cNvPr>
          <p:cNvSpPr>
            <a:spLocks xmlns:a="http://schemas.openxmlformats.org/drawingml/2006/main" noGrp="1"/>
          </p:cNvSpPr>
          <p:nvPr/>
        </p:nvSpPr>
        <p:spPr>
          <a:xfrm xmlns:a="http://schemas.openxmlformats.org/drawingml/2006/main">
            <a:off x="8239125" y="30003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③ Aまわりのつり合い</a:t>
            </a:r>
          </a:p>
        </p:txBody>
      </p:sp>
      <p:sp>
        <p:nvSpPr>
          <p:cNvPr id="57" name="">
            <a:extLst xmlns:a="http://schemas.openxmlformats.org/drawingml/2006/main">
              <a:ext uri="{FF2B5EF4-FFF2-40B4-BE49-F238E27FC236}">
                <a16:creationId xmlns:a16="http://schemas.microsoft.com/office/drawing/2014/main" id="{D7B7B854-4197-4B5B-A18A-AEC2CF083E21}"/>
              </a:ext>
            </a:extLst>
          </p:cNvPr>
          <p:cNvSpPr>
            <a:spLocks xmlns:a="http://schemas.openxmlformats.org/drawingml/2006/main" noGrp="1"/>
          </p:cNvSpPr>
          <p:nvPr/>
        </p:nvSpPr>
        <p:spPr>
          <a:xfrm xmlns:a="http://schemas.openxmlformats.org/drawingml/2006/main">
            <a:off x="8239125" y="347662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　）RB −</a:t>
            </a:r>
          </a:p>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300×（　）= 0</a:t>
            </a:r>
          </a:p>
        </p:txBody>
      </p:sp>
      <p:sp>
        <p:nvSpPr>
          <p:cNvPr id="58" name="">
            <a:extLst xmlns:a="http://schemas.openxmlformats.org/drawingml/2006/main">
              <a:ext uri="{FF2B5EF4-FFF2-40B4-BE49-F238E27FC236}">
                <a16:creationId xmlns:a16="http://schemas.microsoft.com/office/drawing/2014/main" id="{A5B2C81D-153E-4B23-9C93-7863CB71C344}"/>
              </a:ext>
            </a:extLst>
          </p:cNvPr>
          <p:cNvSpPr>
            <a:spLocks xmlns:a="http://schemas.openxmlformats.org/drawingml/2006/main" noGrp="1"/>
          </p:cNvSpPr>
          <p:nvPr/>
        </p:nvSpPr>
        <p:spPr>
          <a:xfrm xmlns:a="http://schemas.openxmlformats.org/drawingml/2006/main">
            <a:off x="809625" y="5095875"/>
            <a:ext cx="704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buNone/>
              <a:defRPr sz="1950" b="0">
                <a:solidFill>
                  <a:srgbClr val="263D4D"/>
                </a:solidFill>
                <a:latin typeface="Yu Gothic"/>
                <a:ea typeface="Yu Gothic"/>
                <a:cs typeface="Yu Gothic"/>
              </a:defRPr>
            </a:lvl1pPr>
            <a:lvl2pPr>
              <a:buNone/>
              <a:defRPr sz="1950" b="0">
                <a:solidFill>
                  <a:srgbClr val="263D4D"/>
                </a:solidFill>
                <a:latin typeface="Yu Gothic"/>
                <a:ea typeface="Yu Gothic"/>
                <a:cs typeface="Yu Gothic"/>
              </a:defRPr>
            </a:lvl2pPr>
            <a:lvl3pPr>
              <a:buNone/>
              <a:defRPr sz="1950" b="0">
                <a:solidFill>
                  <a:srgbClr val="263D4D"/>
                </a:solidFill>
                <a:latin typeface="Yu Gothic"/>
                <a:ea typeface="Yu Gothic"/>
                <a:cs typeface="Yu Gothic"/>
              </a:defRPr>
            </a:lvl3pPr>
            <a:lvl4pPr>
              <a:buNone/>
              <a:defRPr sz="1950" b="0">
                <a:solidFill>
                  <a:srgbClr val="263D4D"/>
                </a:solidFill>
                <a:latin typeface="Yu Gothic"/>
                <a:ea typeface="Yu Gothic"/>
                <a:cs typeface="Yu Gothic"/>
              </a:defRPr>
            </a:lvl4pPr>
            <a:lvl5pPr>
              <a:buNone/>
              <a:defRPr sz="1950" b="0">
                <a:solidFill>
                  <a:srgbClr val="263D4D"/>
                </a:solidFill>
                <a:latin typeface="Yu Gothic"/>
                <a:ea typeface="Yu Gothic"/>
                <a:cs typeface="Yu Gothic"/>
              </a:defRPr>
            </a:lvl5pPr>
            <a:lvl6pPr>
              <a:buNone/>
              <a:defRPr sz="1950" b="0">
                <a:solidFill>
                  <a:srgbClr val="263D4D"/>
                </a:solidFill>
                <a:latin typeface="Yu Gothic"/>
                <a:ea typeface="Yu Gothic"/>
                <a:cs typeface="Yu Gothic"/>
              </a:defRPr>
            </a:lvl6pPr>
            <a:lvl7pPr>
              <a:buNone/>
              <a:defRPr sz="1950" b="0">
                <a:solidFill>
                  <a:srgbClr val="263D4D"/>
                </a:solidFill>
                <a:latin typeface="Yu Gothic"/>
                <a:ea typeface="Yu Gothic"/>
                <a:cs typeface="Yu Gothic"/>
              </a:defRPr>
            </a:lvl7pPr>
            <a:lvl8pPr>
              <a:buNone/>
              <a:defRPr sz="1950" b="0">
                <a:solidFill>
                  <a:srgbClr val="263D4D"/>
                </a:solidFill>
                <a:latin typeface="Yu Gothic"/>
                <a:ea typeface="Yu Gothic"/>
                <a:cs typeface="Yu Gothic"/>
              </a:defRPr>
            </a:lvl8pPr>
            <a:lvl9pPr>
              <a:buNone/>
              <a:defRPr sz="1950" b="0">
                <a:solidFill>
                  <a:srgbClr val="263D4D"/>
                </a:solidFill>
                <a:latin typeface="Yu Gothic"/>
                <a:ea typeface="Yu Gothic"/>
                <a:cs typeface="Yu Gothic"/>
              </a:defRPr>
            </a:lvl9pPr>
          </a:lstStyle>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④ RAを求める。⑤ Bまわりでも検算する。</a:t>
            </a:r>
          </a:p>
        </p:txBody>
      </p:sp>
      <p:sp>
        <p:nvSpPr>
          <p:cNvPr id="59" name="">
            <a:extLst xmlns:a="http://schemas.openxmlformats.org/drawingml/2006/main">
              <a:ext uri="{FF2B5EF4-FFF2-40B4-BE49-F238E27FC236}">
                <a16:creationId xmlns:a16="http://schemas.microsoft.com/office/drawing/2014/main" id="{AB703907-42D7-4B50-B8A5-F3993815A0BF}"/>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反力の向きは上向きと仮定。負の答えなら向きが逆。鉛直荷重のみなので水平反力は0。</a:t>
            </a:r>
          </a:p>
        </p:txBody>
      </p:sp>
    </p:spTree>
    <p:extLst>
      <p:ext uri="{BB962C8B-B14F-4D97-AF65-F5344CB8AC3E}">
        <p14:creationId xmlns:p14="http://schemas.microsoft.com/office/powerpoint/2010/main" val="161011527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1E6AD6-5D19-4319-AEDE-91878526572C}"/>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9FDC6FF0-1A37-439A-A3DB-E10DF72FF698}"/>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5DBA6875-8E91-49A5-9C17-A266D8E015A9}"/>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577DD65D-0A11-4AB8-878C-0AA0F333E256}"/>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F219421B-38DF-48FD-930B-E23872203FBD}"/>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再開後：演習1の解答：力とモーメントを往復する</a:t>
            </a:r>
          </a:p>
        </p:txBody>
      </p:sp>
      <p:sp>
        <p:nvSpPr>
          <p:cNvPr id="6" name="">
            <a:extLst xmlns:a="http://schemas.openxmlformats.org/drawingml/2006/main">
              <a:ext uri="{FF2B5EF4-FFF2-40B4-BE49-F238E27FC236}">
                <a16:creationId xmlns:a16="http://schemas.microsoft.com/office/drawing/2014/main" id="{EE997107-3A96-4947-B4C6-A7799E12ED7C}"/>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E1A94E31-6210-4A59-BB1C-F3EA8CE2042C}"/>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sp>
        <p:nvSpPr>
          <p:cNvPr id="8" name="">
            <a:extLst xmlns:a="http://schemas.openxmlformats.org/drawingml/2006/main">
              <a:ext uri="{FF2B5EF4-FFF2-40B4-BE49-F238E27FC236}">
                <a16:creationId xmlns:a16="http://schemas.microsoft.com/office/drawing/2014/main" id="{431BF69C-7A85-4B05-A074-29645BEFF81F}"/>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13 / 49</a:t>
            </a:r>
          </a:p>
        </p:txBody>
      </p:sp>
    </p:spTree>
    <p:extLst>
      <p:ext uri="{BB962C8B-B14F-4D97-AF65-F5344CB8AC3E}">
        <p14:creationId xmlns:p14="http://schemas.microsoft.com/office/powerpoint/2010/main" val="73977065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DAC4DE8-0F52-4003-9D18-6A6D9102225B}"/>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演習1の解答：力とモーメントを往復する</a:t>
            </a:r>
          </a:p>
        </p:txBody>
      </p:sp>
      <p:cxnSp>
        <p:nvCxnSpPr>
          <p:cNvPr id="2" name="">
            <a:extLst xmlns:a="http://schemas.openxmlformats.org/drawingml/2006/main">
              <a:ext uri="{FF2B5EF4-FFF2-40B4-BE49-F238E27FC236}">
                <a16:creationId xmlns:a16="http://schemas.microsoft.com/office/drawing/2014/main" id="{60739F17-1381-4AFF-A8E1-D34A933943D3}"/>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E3B30691-2F90-4F77-858A-A69BAF824B52}"/>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D2E96485-BB97-4DC4-AEBD-08EC44C70D86}"/>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14 / 49</a:t>
            </a:r>
          </a:p>
        </p:txBody>
      </p:sp>
      <p:sp>
        <p:nvSpPr>
          <p:cNvPr id="12" name="">
            <a:extLst xmlns:a="http://schemas.openxmlformats.org/drawingml/2006/main">
              <a:ext uri="{FF2B5EF4-FFF2-40B4-BE49-F238E27FC236}">
                <a16:creationId xmlns:a16="http://schemas.microsoft.com/office/drawing/2014/main" id="{5D5B8389-7328-4F4A-A6DB-3E0DA107E7E8}"/>
              </a:ext>
            </a:extLst>
          </p:cNvPr>
          <p:cNvSpPr>
            <a:spLocks xmlns:a="http://schemas.openxmlformats.org/drawingml/2006/main" noGrp="1"/>
          </p:cNvSpPr>
          <p:nvPr/>
        </p:nvSpPr>
        <p:spPr>
          <a:xfrm xmlns:a="http://schemas.openxmlformats.org/drawingml/2006/main">
            <a:off x="1619250" y="2667000"/>
            <a:ext cx="590550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3" name="">
            <a:extLst xmlns:a="http://schemas.openxmlformats.org/drawingml/2006/main">
              <a:ext uri="{FF2B5EF4-FFF2-40B4-BE49-F238E27FC236}">
                <a16:creationId xmlns:a16="http://schemas.microsoft.com/office/drawing/2014/main" id="{2AD4472D-AD70-4578-89E5-2C9ED35D2390}"/>
              </a:ext>
            </a:extLst>
          </p:cNvPr>
          <p:cNvSpPr>
            <a:spLocks xmlns:a="http://schemas.openxmlformats.org/drawingml/2006/main" noGrp="1"/>
          </p:cNvSpPr>
          <p:nvPr/>
        </p:nvSpPr>
        <p:spPr>
          <a:xfrm xmlns:a="http://schemas.openxmlformats.org/drawingml/2006/main">
            <a:off x="1457325" y="283845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14" name="">
            <a:extLst xmlns:a="http://schemas.openxmlformats.org/drawingml/2006/main">
              <a:ext uri="{FF2B5EF4-FFF2-40B4-BE49-F238E27FC236}">
                <a16:creationId xmlns:a16="http://schemas.microsoft.com/office/drawing/2014/main" id="{BCECA2B6-7834-4979-B99C-EEDD900FC3AC}"/>
              </a:ext>
            </a:extLst>
          </p:cNvPr>
          <p:cNvSpPr>
            <a:spLocks xmlns:a="http://schemas.openxmlformats.org/drawingml/2006/main" noGrp="1"/>
          </p:cNvSpPr>
          <p:nvPr/>
        </p:nvSpPr>
        <p:spPr>
          <a:xfrm xmlns:a="http://schemas.openxmlformats.org/drawingml/2006/main">
            <a:off x="1343025" y="313372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15" name="">
            <a:extLst xmlns:a="http://schemas.openxmlformats.org/drawingml/2006/main">
              <a:ext uri="{FF2B5EF4-FFF2-40B4-BE49-F238E27FC236}">
                <a16:creationId xmlns:a16="http://schemas.microsoft.com/office/drawing/2014/main" id="{CB91B205-2DCF-40E1-AFC1-B791DBB2D573}"/>
              </a:ext>
            </a:extLst>
          </p:cNvPr>
          <p:cNvSpPr>
            <a:spLocks xmlns:a="http://schemas.openxmlformats.org/drawingml/2006/main" noGrp="1"/>
          </p:cNvSpPr>
          <p:nvPr/>
        </p:nvSpPr>
        <p:spPr>
          <a:xfrm xmlns:a="http://schemas.openxmlformats.org/drawingml/2006/main">
            <a:off x="7362825" y="283845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16" name="">
            <a:extLst xmlns:a="http://schemas.openxmlformats.org/drawingml/2006/main">
              <a:ext uri="{FF2B5EF4-FFF2-40B4-BE49-F238E27FC236}">
                <a16:creationId xmlns:a16="http://schemas.microsoft.com/office/drawing/2014/main" id="{E4FFB005-2A0A-4EF4-BFD3-57E3E8170406}"/>
              </a:ext>
            </a:extLst>
          </p:cNvPr>
          <p:cNvSpPr>
            <a:spLocks xmlns:a="http://schemas.openxmlformats.org/drawingml/2006/main" noGrp="1"/>
          </p:cNvSpPr>
          <p:nvPr/>
        </p:nvSpPr>
        <p:spPr>
          <a:xfrm xmlns:a="http://schemas.openxmlformats.org/drawingml/2006/main">
            <a:off x="7400925"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17" name="">
            <a:extLst xmlns:a="http://schemas.openxmlformats.org/drawingml/2006/main">
              <a:ext uri="{FF2B5EF4-FFF2-40B4-BE49-F238E27FC236}">
                <a16:creationId xmlns:a16="http://schemas.microsoft.com/office/drawing/2014/main" id="{BC5BEA77-45DC-4714-82C4-751A8567ABD9}"/>
              </a:ext>
            </a:extLst>
          </p:cNvPr>
          <p:cNvSpPr>
            <a:spLocks xmlns:a="http://schemas.openxmlformats.org/drawingml/2006/main" noGrp="1"/>
          </p:cNvSpPr>
          <p:nvPr/>
        </p:nvSpPr>
        <p:spPr>
          <a:xfrm xmlns:a="http://schemas.openxmlformats.org/drawingml/2006/main">
            <a:off x="7553325"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18" name="">
            <a:extLst xmlns:a="http://schemas.openxmlformats.org/drawingml/2006/main">
              <a:ext uri="{FF2B5EF4-FFF2-40B4-BE49-F238E27FC236}">
                <a16:creationId xmlns:a16="http://schemas.microsoft.com/office/drawing/2014/main" id="{7FD0598E-AFA4-47AF-ABBF-B1B7B4896278}"/>
              </a:ext>
            </a:extLst>
          </p:cNvPr>
          <p:cNvSpPr>
            <a:spLocks xmlns:a="http://schemas.openxmlformats.org/drawingml/2006/main" noGrp="1"/>
          </p:cNvSpPr>
          <p:nvPr/>
        </p:nvSpPr>
        <p:spPr>
          <a:xfrm xmlns:a="http://schemas.openxmlformats.org/drawingml/2006/main">
            <a:off x="7248525" y="320992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19" name="">
            <a:extLst xmlns:a="http://schemas.openxmlformats.org/drawingml/2006/main">
              <a:ext uri="{FF2B5EF4-FFF2-40B4-BE49-F238E27FC236}">
                <a16:creationId xmlns:a16="http://schemas.microsoft.com/office/drawing/2014/main" id="{57987CC6-7C3A-432E-965D-4F04C0619404}"/>
              </a:ext>
            </a:extLst>
          </p:cNvPr>
          <p:cNvSpPr>
            <a:spLocks xmlns:a="http://schemas.openxmlformats.org/drawingml/2006/main" noGrp="1"/>
          </p:cNvSpPr>
          <p:nvPr/>
        </p:nvSpPr>
        <p:spPr>
          <a:xfrm xmlns:a="http://schemas.openxmlformats.org/drawingml/2006/main">
            <a:off x="3587750" y="2047875"/>
            <a:ext cx="9525" cy="581025"/>
          </a:xfrm>
          <a:custGeom xmlns:a="http://schemas.openxmlformats.org/drawingml/2006/main">
            <a:pathLst>
              <a:path w="9525" h="581025">
                <a:moveTo>
                  <a:pt x="0" y="0"/>
                </a:moveTo>
                <a:lnTo>
                  <a:pt x="0" y="581025"/>
                </a:lnTo>
              </a:path>
            </a:pathLst>
          </a:custGeom>
          <a:noFill xmlns:a="http://schemas.openxmlformats.org/drawingml/2006/main"/>
          <a:ln xmlns:a="http://schemas.openxmlformats.org/drawingml/2006/main" w="28575">
            <a:solidFill>
              <a:srgbClr val="C4483C"/>
            </a:solidFill>
          </a:ln>
        </p:spPr>
      </p:sp>
      <p:sp>
        <p:nvSpPr>
          <p:cNvPr id="20" name="">
            <a:extLst xmlns:a="http://schemas.openxmlformats.org/drawingml/2006/main">
              <a:ext uri="{FF2B5EF4-FFF2-40B4-BE49-F238E27FC236}">
                <a16:creationId xmlns:a16="http://schemas.microsoft.com/office/drawing/2014/main" id="{4A4B2C9E-994F-422A-8C26-C24ABBBC4383}"/>
              </a:ext>
            </a:extLst>
          </p:cNvPr>
          <p:cNvSpPr>
            <a:spLocks xmlns:a="http://schemas.openxmlformats.org/drawingml/2006/main" noGrp="1"/>
          </p:cNvSpPr>
          <p:nvPr/>
        </p:nvSpPr>
        <p:spPr>
          <a:xfrm xmlns:a="http://schemas.openxmlformats.org/drawingml/2006/main">
            <a:off x="3547745" y="2533650"/>
            <a:ext cx="80010" cy="95250"/>
          </a:xfrm>
          <a:custGeom xmlns:a="http://schemas.openxmlformats.org/drawingml/2006/main">
            <a:pathLst>
              <a:path w="80010" h="95250">
                <a:moveTo>
                  <a:pt x="40005" y="95250"/>
                </a:moveTo>
                <a:lnTo>
                  <a:pt x="80010"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1" name="">
            <a:extLst xmlns:a="http://schemas.openxmlformats.org/drawingml/2006/main">
              <a:ext uri="{FF2B5EF4-FFF2-40B4-BE49-F238E27FC236}">
                <a16:creationId xmlns:a16="http://schemas.microsoft.com/office/drawing/2014/main" id="{DA48A529-0848-4D0D-9FD0-3A6E744728BC}"/>
              </a:ext>
            </a:extLst>
          </p:cNvPr>
          <p:cNvSpPr>
            <a:spLocks xmlns:a="http://schemas.openxmlformats.org/drawingml/2006/main" noGrp="1"/>
          </p:cNvSpPr>
          <p:nvPr/>
        </p:nvSpPr>
        <p:spPr>
          <a:xfrm xmlns:a="http://schemas.openxmlformats.org/drawingml/2006/main">
            <a:off x="2968625" y="1571625"/>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300 N</a:t>
            </a:r>
          </a:p>
        </p:txBody>
      </p:sp>
      <p:sp>
        <p:nvSpPr>
          <p:cNvPr id="22" name="">
            <a:extLst xmlns:a="http://schemas.openxmlformats.org/drawingml/2006/main">
              <a:ext uri="{FF2B5EF4-FFF2-40B4-BE49-F238E27FC236}">
                <a16:creationId xmlns:a16="http://schemas.microsoft.com/office/drawing/2014/main" id="{CE69A824-CBDA-475D-B9C2-F9820BA4F971}"/>
              </a:ext>
            </a:extLst>
          </p:cNvPr>
          <p:cNvSpPr>
            <a:spLocks xmlns:a="http://schemas.openxmlformats.org/drawingml/2006/main" noGrp="1"/>
          </p:cNvSpPr>
          <p:nvPr/>
        </p:nvSpPr>
        <p:spPr>
          <a:xfrm xmlns:a="http://schemas.openxmlformats.org/drawingml/2006/main">
            <a:off x="1000125" y="2962275"/>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A</a:t>
            </a:r>
          </a:p>
        </p:txBody>
      </p:sp>
      <p:sp>
        <p:nvSpPr>
          <p:cNvPr id="23" name="">
            <a:extLst xmlns:a="http://schemas.openxmlformats.org/drawingml/2006/main">
              <a:ext uri="{FF2B5EF4-FFF2-40B4-BE49-F238E27FC236}">
                <a16:creationId xmlns:a16="http://schemas.microsoft.com/office/drawing/2014/main" id="{917EFA38-F68C-4E7A-8FF2-420338EB768B}"/>
              </a:ext>
            </a:extLst>
          </p:cNvPr>
          <p:cNvSpPr>
            <a:spLocks xmlns:a="http://schemas.openxmlformats.org/drawingml/2006/main" noGrp="1"/>
          </p:cNvSpPr>
          <p:nvPr/>
        </p:nvSpPr>
        <p:spPr>
          <a:xfrm xmlns:a="http://schemas.openxmlformats.org/drawingml/2006/main">
            <a:off x="7839075" y="3028950"/>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buNone/>
              <a:defRPr sz="1800" b="1">
                <a:solidFill>
                  <a:srgbClr val="2876A8"/>
                </a:solidFill>
                <a:latin typeface="Yu Gothic"/>
                <a:ea typeface="Yu Gothic"/>
                <a:cs typeface="Yu Gothic"/>
              </a:defRPr>
            </a:lvl1pPr>
            <a:lvl2pPr>
              <a:buNone/>
              <a:defRPr sz="1800" b="1">
                <a:solidFill>
                  <a:srgbClr val="2876A8"/>
                </a:solidFill>
                <a:latin typeface="Yu Gothic"/>
                <a:ea typeface="Yu Gothic"/>
                <a:cs typeface="Yu Gothic"/>
              </a:defRPr>
            </a:lvl2pPr>
            <a:lvl3pPr>
              <a:buNone/>
              <a:defRPr sz="1800" b="1">
                <a:solidFill>
                  <a:srgbClr val="2876A8"/>
                </a:solidFill>
                <a:latin typeface="Yu Gothic"/>
                <a:ea typeface="Yu Gothic"/>
                <a:cs typeface="Yu Gothic"/>
              </a:defRPr>
            </a:lvl3pPr>
            <a:lvl4pPr>
              <a:buNone/>
              <a:defRPr sz="1800" b="1">
                <a:solidFill>
                  <a:srgbClr val="2876A8"/>
                </a:solidFill>
                <a:latin typeface="Yu Gothic"/>
                <a:ea typeface="Yu Gothic"/>
                <a:cs typeface="Yu Gothic"/>
              </a:defRPr>
            </a:lvl4pPr>
            <a:lvl5pPr>
              <a:buNone/>
              <a:defRPr sz="1800" b="1">
                <a:solidFill>
                  <a:srgbClr val="2876A8"/>
                </a:solidFill>
                <a:latin typeface="Yu Gothic"/>
                <a:ea typeface="Yu Gothic"/>
                <a:cs typeface="Yu Gothic"/>
              </a:defRPr>
            </a:lvl5pPr>
            <a:lvl6pPr>
              <a:buNone/>
              <a:defRPr sz="1800" b="1">
                <a:solidFill>
                  <a:srgbClr val="2876A8"/>
                </a:solidFill>
                <a:latin typeface="Yu Gothic"/>
                <a:ea typeface="Yu Gothic"/>
                <a:cs typeface="Yu Gothic"/>
              </a:defRPr>
            </a:lvl6pPr>
            <a:lvl7pPr>
              <a:buNone/>
              <a:defRPr sz="1800" b="1">
                <a:solidFill>
                  <a:srgbClr val="2876A8"/>
                </a:solidFill>
                <a:latin typeface="Yu Gothic"/>
                <a:ea typeface="Yu Gothic"/>
                <a:cs typeface="Yu Gothic"/>
              </a:defRPr>
            </a:lvl7pPr>
            <a:lvl8pPr>
              <a:buNone/>
              <a:defRPr sz="1800" b="1">
                <a:solidFill>
                  <a:srgbClr val="2876A8"/>
                </a:solidFill>
                <a:latin typeface="Yu Gothic"/>
                <a:ea typeface="Yu Gothic"/>
                <a:cs typeface="Yu Gothic"/>
              </a:defRPr>
            </a:lvl8pPr>
            <a:lvl9pPr>
              <a:buNone/>
              <a:defRPr sz="1800" b="1">
                <a:solidFill>
                  <a:srgbClr val="2876A8"/>
                </a:solidFill>
                <a:latin typeface="Yu Gothic"/>
                <a:ea typeface="Yu Gothic"/>
                <a:cs typeface="Yu Gothic"/>
              </a:defRPr>
            </a:lvl9pPr>
          </a:lstStyle>
          <a:p xmlns:a="http://schemas.openxmlformats.org/drawingml/2006/main">
            <a:pPr>
              <a:buNone/>
              <a:defRPr sz="1800" b="1">
                <a:solidFill>
                  <a:srgbClr val="2876A8"/>
                </a:solidFill>
                <a:latin typeface="Yu Gothic"/>
                <a:ea typeface="Yu Gothic"/>
                <a:cs typeface="Yu Gothic"/>
              </a:defRPr>
            </a:pPr>
            <a:r>
              <a:rPr sz="1800" b="1">
                <a:solidFill>
                  <a:srgbClr val="2876A8"/>
                </a:solidFill>
                <a:latin typeface="Yu Gothic"/>
                <a:ea typeface="Yu Gothic"/>
                <a:cs typeface="Yu Gothic"/>
              </a:rPr>
              <a:t>B</a:t>
            </a:r>
          </a:p>
        </p:txBody>
      </p:sp>
      <p:sp>
        <p:nvSpPr>
          <p:cNvPr id="24" name="">
            <a:extLst xmlns:a="http://schemas.openxmlformats.org/drawingml/2006/main">
              <a:ext uri="{FF2B5EF4-FFF2-40B4-BE49-F238E27FC236}">
                <a16:creationId xmlns:a16="http://schemas.microsoft.com/office/drawing/2014/main" id="{6560163A-D58D-47D5-9A95-586430E28FED}"/>
              </a:ext>
            </a:extLst>
          </p:cNvPr>
          <p:cNvSpPr>
            <a:spLocks xmlns:a="http://schemas.openxmlformats.org/drawingml/2006/main" noGrp="1"/>
          </p:cNvSpPr>
          <p:nvPr/>
        </p:nvSpPr>
        <p:spPr>
          <a:xfrm xmlns:a="http://schemas.openxmlformats.org/drawingml/2006/main">
            <a:off x="1619250" y="2876550"/>
            <a:ext cx="9525" cy="790575"/>
          </a:xfrm>
          <a:custGeom xmlns:a="http://schemas.openxmlformats.org/drawingml/2006/main">
            <a:pathLst>
              <a:path w="9525" h="790575">
                <a:moveTo>
                  <a:pt x="0" y="790575"/>
                </a:moveTo>
                <a:lnTo>
                  <a:pt x="0" y="0"/>
                </a:lnTo>
              </a:path>
            </a:pathLst>
          </a:custGeom>
          <a:noFill xmlns:a="http://schemas.openxmlformats.org/drawingml/2006/main"/>
          <a:ln xmlns:a="http://schemas.openxmlformats.org/drawingml/2006/main" w="28575">
            <a:solidFill>
              <a:srgbClr val="2876A8"/>
            </a:solidFill>
          </a:ln>
        </p:spPr>
      </p:sp>
      <p:sp>
        <p:nvSpPr>
          <p:cNvPr id="25" name="">
            <a:extLst xmlns:a="http://schemas.openxmlformats.org/drawingml/2006/main">
              <a:ext uri="{FF2B5EF4-FFF2-40B4-BE49-F238E27FC236}">
                <a16:creationId xmlns:a16="http://schemas.microsoft.com/office/drawing/2014/main" id="{FB01F518-8D14-4F4A-9E00-FDA6B271BDF2}"/>
              </a:ext>
            </a:extLst>
          </p:cNvPr>
          <p:cNvSpPr>
            <a:spLocks xmlns:a="http://schemas.openxmlformats.org/drawingml/2006/main" noGrp="1"/>
          </p:cNvSpPr>
          <p:nvPr/>
        </p:nvSpPr>
        <p:spPr>
          <a:xfrm xmlns:a="http://schemas.openxmlformats.org/drawingml/2006/main">
            <a:off x="1579245" y="2876550"/>
            <a:ext cx="80010" cy="95250"/>
          </a:xfrm>
          <a:custGeom xmlns:a="http://schemas.openxmlformats.org/drawingml/2006/main">
            <a:pathLst>
              <a:path w="80010" h="95250">
                <a:moveTo>
                  <a:pt x="40005" y="0"/>
                </a:moveTo>
                <a:lnTo>
                  <a:pt x="0" y="95250"/>
                </a:lnTo>
                <a:lnTo>
                  <a:pt x="80010" y="95250"/>
                </a:lnTo>
                <a:close/>
              </a:path>
            </a:pathLst>
          </a:custGeom>
          <a:solidFill xmlns:a="http://schemas.openxmlformats.org/drawingml/2006/main">
            <a:srgbClr val="2876A8"/>
          </a:solidFill>
          <a:ln xmlns:a="http://schemas.openxmlformats.org/drawingml/2006/main" w="4763">
            <a:solidFill>
              <a:srgbClr val="2876A8"/>
            </a:solidFill>
          </a:ln>
        </p:spPr>
      </p:sp>
      <p:sp>
        <p:nvSpPr>
          <p:cNvPr id="26" name="">
            <a:extLst xmlns:a="http://schemas.openxmlformats.org/drawingml/2006/main">
              <a:ext uri="{FF2B5EF4-FFF2-40B4-BE49-F238E27FC236}">
                <a16:creationId xmlns:a16="http://schemas.microsoft.com/office/drawing/2014/main" id="{8D41D68E-5088-484A-924D-4C701BE7AE91}"/>
              </a:ext>
            </a:extLst>
          </p:cNvPr>
          <p:cNvSpPr>
            <a:spLocks xmlns:a="http://schemas.openxmlformats.org/drawingml/2006/main" noGrp="1"/>
          </p:cNvSpPr>
          <p:nvPr/>
        </p:nvSpPr>
        <p:spPr>
          <a:xfrm xmlns:a="http://schemas.openxmlformats.org/drawingml/2006/main">
            <a:off x="809625" y="3629025"/>
            <a:ext cx="1666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RA = 200 N</a:t>
            </a:r>
          </a:p>
        </p:txBody>
      </p:sp>
      <p:sp>
        <p:nvSpPr>
          <p:cNvPr id="27" name="">
            <a:extLst xmlns:a="http://schemas.openxmlformats.org/drawingml/2006/main">
              <a:ext uri="{FF2B5EF4-FFF2-40B4-BE49-F238E27FC236}">
                <a16:creationId xmlns:a16="http://schemas.microsoft.com/office/drawing/2014/main" id="{C5766F77-5F26-49C5-BD30-53C0A8D3F0CF}"/>
              </a:ext>
            </a:extLst>
          </p:cNvPr>
          <p:cNvSpPr>
            <a:spLocks xmlns:a="http://schemas.openxmlformats.org/drawingml/2006/main" noGrp="1"/>
          </p:cNvSpPr>
          <p:nvPr/>
        </p:nvSpPr>
        <p:spPr>
          <a:xfrm xmlns:a="http://schemas.openxmlformats.org/drawingml/2006/main">
            <a:off x="7524750" y="2876550"/>
            <a:ext cx="9525" cy="790575"/>
          </a:xfrm>
          <a:custGeom xmlns:a="http://schemas.openxmlformats.org/drawingml/2006/main">
            <a:pathLst>
              <a:path w="9525" h="790575">
                <a:moveTo>
                  <a:pt x="0" y="790575"/>
                </a:moveTo>
                <a:lnTo>
                  <a:pt x="0" y="0"/>
                </a:lnTo>
              </a:path>
            </a:pathLst>
          </a:custGeom>
          <a:noFill xmlns:a="http://schemas.openxmlformats.org/drawingml/2006/main"/>
          <a:ln xmlns:a="http://schemas.openxmlformats.org/drawingml/2006/main" w="28575">
            <a:solidFill>
              <a:srgbClr val="2876A8"/>
            </a:solidFill>
          </a:ln>
        </p:spPr>
      </p:sp>
      <p:sp>
        <p:nvSpPr>
          <p:cNvPr id="28" name="">
            <a:extLst xmlns:a="http://schemas.openxmlformats.org/drawingml/2006/main">
              <a:ext uri="{FF2B5EF4-FFF2-40B4-BE49-F238E27FC236}">
                <a16:creationId xmlns:a16="http://schemas.microsoft.com/office/drawing/2014/main" id="{E6FA881A-E849-4192-9ED9-053164851927}"/>
              </a:ext>
            </a:extLst>
          </p:cNvPr>
          <p:cNvSpPr>
            <a:spLocks xmlns:a="http://schemas.openxmlformats.org/drawingml/2006/main" noGrp="1"/>
          </p:cNvSpPr>
          <p:nvPr/>
        </p:nvSpPr>
        <p:spPr>
          <a:xfrm xmlns:a="http://schemas.openxmlformats.org/drawingml/2006/main">
            <a:off x="7484745" y="2876550"/>
            <a:ext cx="80010" cy="95250"/>
          </a:xfrm>
          <a:custGeom xmlns:a="http://schemas.openxmlformats.org/drawingml/2006/main">
            <a:pathLst>
              <a:path w="80010" h="95250">
                <a:moveTo>
                  <a:pt x="40005" y="0"/>
                </a:moveTo>
                <a:lnTo>
                  <a:pt x="0" y="95250"/>
                </a:lnTo>
                <a:lnTo>
                  <a:pt x="80010" y="95250"/>
                </a:lnTo>
                <a:close/>
              </a:path>
            </a:pathLst>
          </a:custGeom>
          <a:solidFill xmlns:a="http://schemas.openxmlformats.org/drawingml/2006/main">
            <a:srgbClr val="2876A8"/>
          </a:solidFill>
          <a:ln xmlns:a="http://schemas.openxmlformats.org/drawingml/2006/main" w="4763">
            <a:solidFill>
              <a:srgbClr val="2876A8"/>
            </a:solidFill>
          </a:ln>
        </p:spPr>
      </p:sp>
      <p:sp>
        <p:nvSpPr>
          <p:cNvPr id="29" name="">
            <a:extLst xmlns:a="http://schemas.openxmlformats.org/drawingml/2006/main">
              <a:ext uri="{FF2B5EF4-FFF2-40B4-BE49-F238E27FC236}">
                <a16:creationId xmlns:a16="http://schemas.microsoft.com/office/drawing/2014/main" id="{4F365798-D893-455F-80F9-2B62B8E9A1C5}"/>
              </a:ext>
            </a:extLst>
          </p:cNvPr>
          <p:cNvSpPr>
            <a:spLocks xmlns:a="http://schemas.openxmlformats.org/drawingml/2006/main" noGrp="1"/>
          </p:cNvSpPr>
          <p:nvPr/>
        </p:nvSpPr>
        <p:spPr>
          <a:xfrm xmlns:a="http://schemas.openxmlformats.org/drawingml/2006/main">
            <a:off x="6810375" y="3629025"/>
            <a:ext cx="1666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RB = 100 N</a:t>
            </a:r>
          </a:p>
        </p:txBody>
      </p:sp>
      <p:sp>
        <p:nvSpPr>
          <p:cNvPr id="30" name="">
            <a:extLst xmlns:a="http://schemas.openxmlformats.org/drawingml/2006/main">
              <a:ext uri="{FF2B5EF4-FFF2-40B4-BE49-F238E27FC236}">
                <a16:creationId xmlns:a16="http://schemas.microsoft.com/office/drawing/2014/main" id="{8D07F38E-5C23-4A6E-9E82-C3601C1ACF54}"/>
              </a:ext>
            </a:extLst>
          </p:cNvPr>
          <p:cNvSpPr>
            <a:spLocks xmlns:a="http://schemas.openxmlformats.org/drawingml/2006/main" noGrp="1"/>
          </p:cNvSpPr>
          <p:nvPr/>
        </p:nvSpPr>
        <p:spPr>
          <a:xfrm xmlns:a="http://schemas.openxmlformats.org/drawingml/2006/main">
            <a:off x="1619250" y="4238625"/>
            <a:ext cx="1968500" cy="9525"/>
          </a:xfrm>
          <a:custGeom xmlns:a="http://schemas.openxmlformats.org/drawingml/2006/main">
            <a:pathLst>
              <a:path w="1968500" h="9525">
                <a:moveTo>
                  <a:pt x="0" y="0"/>
                </a:moveTo>
                <a:lnTo>
                  <a:pt x="1968500" y="0"/>
                </a:lnTo>
              </a:path>
            </a:pathLst>
          </a:custGeom>
          <a:noFill xmlns:a="http://schemas.openxmlformats.org/drawingml/2006/main"/>
          <a:ln xmlns:a="http://schemas.openxmlformats.org/drawingml/2006/main" w="13335">
            <a:solidFill>
              <a:srgbClr val="C4483C"/>
            </a:solidFill>
          </a:ln>
        </p:spPr>
      </p:sp>
      <p:sp>
        <p:nvSpPr>
          <p:cNvPr id="31" name="">
            <a:extLst xmlns:a="http://schemas.openxmlformats.org/drawingml/2006/main">
              <a:ext uri="{FF2B5EF4-FFF2-40B4-BE49-F238E27FC236}">
                <a16:creationId xmlns:a16="http://schemas.microsoft.com/office/drawing/2014/main" id="{E464DF62-9C38-4762-A7DA-8628BF9B9CD1}"/>
              </a:ext>
            </a:extLst>
          </p:cNvPr>
          <p:cNvSpPr>
            <a:spLocks xmlns:a="http://schemas.openxmlformats.org/drawingml/2006/main" noGrp="1"/>
          </p:cNvSpPr>
          <p:nvPr/>
        </p:nvSpPr>
        <p:spPr>
          <a:xfrm xmlns:a="http://schemas.openxmlformats.org/drawingml/2006/main">
            <a:off x="3521075" y="4210622"/>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C4483C"/>
          </a:solidFill>
          <a:ln xmlns:a="http://schemas.openxmlformats.org/drawingml/2006/main" w="4763">
            <a:solidFill>
              <a:srgbClr val="C4483C"/>
            </a:solidFill>
          </a:ln>
        </p:spPr>
      </p:sp>
      <p:sp>
        <p:nvSpPr>
          <p:cNvPr id="32" name="">
            <a:extLst xmlns:a="http://schemas.openxmlformats.org/drawingml/2006/main">
              <a:ext uri="{FF2B5EF4-FFF2-40B4-BE49-F238E27FC236}">
                <a16:creationId xmlns:a16="http://schemas.microsoft.com/office/drawing/2014/main" id="{FFFCEF0C-87AE-4D34-8B6E-E9B1BB1B6CFF}"/>
              </a:ext>
            </a:extLst>
          </p:cNvPr>
          <p:cNvSpPr>
            <a:spLocks xmlns:a="http://schemas.openxmlformats.org/drawingml/2006/main" noGrp="1"/>
          </p:cNvSpPr>
          <p:nvPr/>
        </p:nvSpPr>
        <p:spPr>
          <a:xfrm xmlns:a="http://schemas.openxmlformats.org/drawingml/2006/main">
            <a:off x="1619250" y="4238625"/>
            <a:ext cx="1968500" cy="9525"/>
          </a:xfrm>
          <a:custGeom xmlns:a="http://schemas.openxmlformats.org/drawingml/2006/main">
            <a:pathLst>
              <a:path w="1968500" h="9525">
                <a:moveTo>
                  <a:pt x="1968500" y="0"/>
                </a:moveTo>
                <a:lnTo>
                  <a:pt x="0" y="0"/>
                </a:lnTo>
              </a:path>
            </a:pathLst>
          </a:custGeom>
          <a:noFill xmlns:a="http://schemas.openxmlformats.org/drawingml/2006/main"/>
          <a:ln xmlns:a="http://schemas.openxmlformats.org/drawingml/2006/main" w="13335">
            <a:solidFill>
              <a:srgbClr val="C4483C"/>
            </a:solidFill>
          </a:ln>
        </p:spPr>
      </p:sp>
      <p:sp>
        <p:nvSpPr>
          <p:cNvPr id="33" name="">
            <a:extLst xmlns:a="http://schemas.openxmlformats.org/drawingml/2006/main">
              <a:ext uri="{FF2B5EF4-FFF2-40B4-BE49-F238E27FC236}">
                <a16:creationId xmlns:a16="http://schemas.microsoft.com/office/drawing/2014/main" id="{29683455-CF40-44B7-B060-FF1E9648F0E7}"/>
              </a:ext>
            </a:extLst>
          </p:cNvPr>
          <p:cNvSpPr>
            <a:spLocks xmlns:a="http://schemas.openxmlformats.org/drawingml/2006/main" noGrp="1"/>
          </p:cNvSpPr>
          <p:nvPr/>
        </p:nvSpPr>
        <p:spPr>
          <a:xfrm xmlns:a="http://schemas.openxmlformats.org/drawingml/2006/main">
            <a:off x="1619250" y="4210622"/>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C4483C"/>
          </a:solidFill>
          <a:ln xmlns:a="http://schemas.openxmlformats.org/drawingml/2006/main" w="4763">
            <a:solidFill>
              <a:srgbClr val="C4483C"/>
            </a:solidFill>
          </a:ln>
        </p:spPr>
      </p:sp>
      <p:sp>
        <p:nvSpPr>
          <p:cNvPr id="34" name="">
            <a:extLst xmlns:a="http://schemas.openxmlformats.org/drawingml/2006/main">
              <a:ext uri="{FF2B5EF4-FFF2-40B4-BE49-F238E27FC236}">
                <a16:creationId xmlns:a16="http://schemas.microsoft.com/office/drawing/2014/main" id="{533FAC57-3E0C-4D2A-94C4-C532694BAF6E}"/>
              </a:ext>
            </a:extLst>
          </p:cNvPr>
          <p:cNvSpPr>
            <a:spLocks xmlns:a="http://schemas.openxmlformats.org/drawingml/2006/main" noGrp="1"/>
          </p:cNvSpPr>
          <p:nvPr/>
        </p:nvSpPr>
        <p:spPr>
          <a:xfrm xmlns:a="http://schemas.openxmlformats.org/drawingml/2006/main">
            <a:off x="1619250" y="4286250"/>
            <a:ext cx="196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C4483C"/>
                </a:solidFill>
                <a:latin typeface="Yu Gothic"/>
                <a:ea typeface="Yu Gothic"/>
                <a:cs typeface="Yu Gothic"/>
              </a:defRPr>
            </a:defPPr>
            <a:lvl1pPr algn="ctr">
              <a:buNone/>
              <a:defRPr sz="1725" b="0">
                <a:solidFill>
                  <a:srgbClr val="C4483C"/>
                </a:solidFill>
                <a:latin typeface="Yu Gothic"/>
                <a:ea typeface="Yu Gothic"/>
                <a:cs typeface="Yu Gothic"/>
              </a:defRPr>
            </a:lvl1pPr>
            <a:lvl2pPr algn="ctr">
              <a:buNone/>
              <a:defRPr sz="1725" b="0">
                <a:solidFill>
                  <a:srgbClr val="C4483C"/>
                </a:solidFill>
                <a:latin typeface="Yu Gothic"/>
                <a:ea typeface="Yu Gothic"/>
                <a:cs typeface="Yu Gothic"/>
              </a:defRPr>
            </a:lvl2pPr>
            <a:lvl3pPr algn="ctr">
              <a:buNone/>
              <a:defRPr sz="1725" b="0">
                <a:solidFill>
                  <a:srgbClr val="C4483C"/>
                </a:solidFill>
                <a:latin typeface="Yu Gothic"/>
                <a:ea typeface="Yu Gothic"/>
                <a:cs typeface="Yu Gothic"/>
              </a:defRPr>
            </a:lvl3pPr>
            <a:lvl4pPr algn="ctr">
              <a:buNone/>
              <a:defRPr sz="1725" b="0">
                <a:solidFill>
                  <a:srgbClr val="C4483C"/>
                </a:solidFill>
                <a:latin typeface="Yu Gothic"/>
                <a:ea typeface="Yu Gothic"/>
                <a:cs typeface="Yu Gothic"/>
              </a:defRPr>
            </a:lvl4pPr>
            <a:lvl5pPr algn="ctr">
              <a:buNone/>
              <a:defRPr sz="1725" b="0">
                <a:solidFill>
                  <a:srgbClr val="C4483C"/>
                </a:solidFill>
                <a:latin typeface="Yu Gothic"/>
                <a:ea typeface="Yu Gothic"/>
                <a:cs typeface="Yu Gothic"/>
              </a:defRPr>
            </a:lvl5pPr>
            <a:lvl6pPr algn="ctr">
              <a:buNone/>
              <a:defRPr sz="1725" b="0">
                <a:solidFill>
                  <a:srgbClr val="C4483C"/>
                </a:solidFill>
                <a:latin typeface="Yu Gothic"/>
                <a:ea typeface="Yu Gothic"/>
                <a:cs typeface="Yu Gothic"/>
              </a:defRPr>
            </a:lvl6pPr>
            <a:lvl7pPr algn="ctr">
              <a:buNone/>
              <a:defRPr sz="1725" b="0">
                <a:solidFill>
                  <a:srgbClr val="C4483C"/>
                </a:solidFill>
                <a:latin typeface="Yu Gothic"/>
                <a:ea typeface="Yu Gothic"/>
                <a:cs typeface="Yu Gothic"/>
              </a:defRPr>
            </a:lvl7pPr>
            <a:lvl8pPr algn="ctr">
              <a:buNone/>
              <a:defRPr sz="1725" b="0">
                <a:solidFill>
                  <a:srgbClr val="C4483C"/>
                </a:solidFill>
                <a:latin typeface="Yu Gothic"/>
                <a:ea typeface="Yu Gothic"/>
                <a:cs typeface="Yu Gothic"/>
              </a:defRPr>
            </a:lvl8pPr>
            <a:lvl9pPr algn="ctr">
              <a:buNone/>
              <a:defRPr sz="1725" b="0">
                <a:solidFill>
                  <a:srgbClr val="C4483C"/>
                </a:solidFill>
                <a:latin typeface="Yu Gothic"/>
                <a:ea typeface="Yu Gothic"/>
                <a:cs typeface="Yu Gothic"/>
              </a:defRPr>
            </a:lvl9pPr>
          </a:lstStyle>
          <a:p xmlns:a="http://schemas.openxmlformats.org/drawingml/2006/main">
            <a:pPr algn="ctr">
              <a:buNone/>
              <a:defRPr sz="1725" b="0">
                <a:solidFill>
                  <a:srgbClr val="C4483C"/>
                </a:solidFill>
                <a:latin typeface="Yu Gothic"/>
                <a:ea typeface="Yu Gothic"/>
                <a:cs typeface="Yu Gothic"/>
              </a:defRPr>
            </a:pPr>
            <a:r>
              <a:rPr sz="1725" b="0">
                <a:solidFill>
                  <a:srgbClr val="C4483C"/>
                </a:solidFill>
                <a:latin typeface="Yu Gothic"/>
                <a:ea typeface="Yu Gothic"/>
                <a:cs typeface="Yu Gothic"/>
              </a:rPr>
              <a:t>0.40 m</a:t>
            </a:r>
          </a:p>
        </p:txBody>
      </p:sp>
      <p:sp>
        <p:nvSpPr>
          <p:cNvPr id="35" name="">
            <a:extLst xmlns:a="http://schemas.openxmlformats.org/drawingml/2006/main">
              <a:ext uri="{FF2B5EF4-FFF2-40B4-BE49-F238E27FC236}">
                <a16:creationId xmlns:a16="http://schemas.microsoft.com/office/drawing/2014/main" id="{9046754A-2F31-4A17-9464-B46494376C2C}"/>
              </a:ext>
            </a:extLst>
          </p:cNvPr>
          <p:cNvSpPr>
            <a:spLocks xmlns:a="http://schemas.openxmlformats.org/drawingml/2006/main" noGrp="1"/>
          </p:cNvSpPr>
          <p:nvPr/>
        </p:nvSpPr>
        <p:spPr>
          <a:xfrm xmlns:a="http://schemas.openxmlformats.org/drawingml/2006/main">
            <a:off x="3587750" y="4238625"/>
            <a:ext cx="3937000" cy="9525"/>
          </a:xfrm>
          <a:custGeom xmlns:a="http://schemas.openxmlformats.org/drawingml/2006/main">
            <a:pathLst>
              <a:path w="3937000" h="9525">
                <a:moveTo>
                  <a:pt x="0" y="0"/>
                </a:moveTo>
                <a:lnTo>
                  <a:pt x="3937000" y="0"/>
                </a:lnTo>
              </a:path>
            </a:pathLst>
          </a:custGeom>
          <a:noFill xmlns:a="http://schemas.openxmlformats.org/drawingml/2006/main"/>
          <a:ln xmlns:a="http://schemas.openxmlformats.org/drawingml/2006/main" w="13335">
            <a:solidFill>
              <a:srgbClr val="71818B"/>
            </a:solidFill>
          </a:ln>
        </p:spPr>
      </p:sp>
      <p:sp>
        <p:nvSpPr>
          <p:cNvPr id="36" name="">
            <a:extLst xmlns:a="http://schemas.openxmlformats.org/drawingml/2006/main">
              <a:ext uri="{FF2B5EF4-FFF2-40B4-BE49-F238E27FC236}">
                <a16:creationId xmlns:a16="http://schemas.microsoft.com/office/drawing/2014/main" id="{62F22BEB-10F4-4372-9DF4-4DF2835FBE43}"/>
              </a:ext>
            </a:extLst>
          </p:cNvPr>
          <p:cNvSpPr>
            <a:spLocks xmlns:a="http://schemas.openxmlformats.org/drawingml/2006/main" noGrp="1"/>
          </p:cNvSpPr>
          <p:nvPr/>
        </p:nvSpPr>
        <p:spPr>
          <a:xfrm xmlns:a="http://schemas.openxmlformats.org/drawingml/2006/main">
            <a:off x="7458075" y="4210622"/>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37" name="">
            <a:extLst xmlns:a="http://schemas.openxmlformats.org/drawingml/2006/main">
              <a:ext uri="{FF2B5EF4-FFF2-40B4-BE49-F238E27FC236}">
                <a16:creationId xmlns:a16="http://schemas.microsoft.com/office/drawing/2014/main" id="{8A15B33C-9A3C-453D-BB04-2FEA5368DE08}"/>
              </a:ext>
            </a:extLst>
          </p:cNvPr>
          <p:cNvSpPr>
            <a:spLocks xmlns:a="http://schemas.openxmlformats.org/drawingml/2006/main" noGrp="1"/>
          </p:cNvSpPr>
          <p:nvPr/>
        </p:nvSpPr>
        <p:spPr>
          <a:xfrm xmlns:a="http://schemas.openxmlformats.org/drawingml/2006/main">
            <a:off x="3587750" y="4238625"/>
            <a:ext cx="3937000" cy="9525"/>
          </a:xfrm>
          <a:custGeom xmlns:a="http://schemas.openxmlformats.org/drawingml/2006/main">
            <a:pathLst>
              <a:path w="3937000" h="9525">
                <a:moveTo>
                  <a:pt x="3937000" y="0"/>
                </a:moveTo>
                <a:lnTo>
                  <a:pt x="0" y="0"/>
                </a:lnTo>
              </a:path>
            </a:pathLst>
          </a:custGeom>
          <a:noFill xmlns:a="http://schemas.openxmlformats.org/drawingml/2006/main"/>
          <a:ln xmlns:a="http://schemas.openxmlformats.org/drawingml/2006/main" w="13335">
            <a:solidFill>
              <a:srgbClr val="71818B"/>
            </a:solidFill>
          </a:ln>
        </p:spPr>
      </p:sp>
      <p:sp>
        <p:nvSpPr>
          <p:cNvPr id="38" name="">
            <a:extLst xmlns:a="http://schemas.openxmlformats.org/drawingml/2006/main">
              <a:ext uri="{FF2B5EF4-FFF2-40B4-BE49-F238E27FC236}">
                <a16:creationId xmlns:a16="http://schemas.microsoft.com/office/drawing/2014/main" id="{27281585-485B-4C53-A6B1-738E0B56539C}"/>
              </a:ext>
            </a:extLst>
          </p:cNvPr>
          <p:cNvSpPr>
            <a:spLocks xmlns:a="http://schemas.openxmlformats.org/drawingml/2006/main" noGrp="1"/>
          </p:cNvSpPr>
          <p:nvPr/>
        </p:nvSpPr>
        <p:spPr>
          <a:xfrm xmlns:a="http://schemas.openxmlformats.org/drawingml/2006/main">
            <a:off x="3587750" y="4210622"/>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39" name="">
            <a:extLst xmlns:a="http://schemas.openxmlformats.org/drawingml/2006/main">
              <a:ext uri="{FF2B5EF4-FFF2-40B4-BE49-F238E27FC236}">
                <a16:creationId xmlns:a16="http://schemas.microsoft.com/office/drawing/2014/main" id="{2FA992FB-3210-4AFB-A488-DD93C21B62DE}"/>
              </a:ext>
            </a:extLst>
          </p:cNvPr>
          <p:cNvSpPr>
            <a:spLocks xmlns:a="http://schemas.openxmlformats.org/drawingml/2006/main" noGrp="1"/>
          </p:cNvSpPr>
          <p:nvPr/>
        </p:nvSpPr>
        <p:spPr>
          <a:xfrm xmlns:a="http://schemas.openxmlformats.org/drawingml/2006/main">
            <a:off x="3587750" y="4286250"/>
            <a:ext cx="393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71818B"/>
                </a:solidFill>
                <a:latin typeface="Yu Gothic"/>
                <a:ea typeface="Yu Gothic"/>
                <a:cs typeface="Yu Gothic"/>
              </a:defRPr>
            </a:defPPr>
            <a:lvl1pPr algn="ctr">
              <a:buNone/>
              <a:defRPr sz="1725" b="0">
                <a:solidFill>
                  <a:srgbClr val="71818B"/>
                </a:solidFill>
                <a:latin typeface="Yu Gothic"/>
                <a:ea typeface="Yu Gothic"/>
                <a:cs typeface="Yu Gothic"/>
              </a:defRPr>
            </a:lvl1pPr>
            <a:lvl2pPr algn="ctr">
              <a:buNone/>
              <a:defRPr sz="1725" b="0">
                <a:solidFill>
                  <a:srgbClr val="71818B"/>
                </a:solidFill>
                <a:latin typeface="Yu Gothic"/>
                <a:ea typeface="Yu Gothic"/>
                <a:cs typeface="Yu Gothic"/>
              </a:defRPr>
            </a:lvl2pPr>
            <a:lvl3pPr algn="ctr">
              <a:buNone/>
              <a:defRPr sz="1725" b="0">
                <a:solidFill>
                  <a:srgbClr val="71818B"/>
                </a:solidFill>
                <a:latin typeface="Yu Gothic"/>
                <a:ea typeface="Yu Gothic"/>
                <a:cs typeface="Yu Gothic"/>
              </a:defRPr>
            </a:lvl3pPr>
            <a:lvl4pPr algn="ctr">
              <a:buNone/>
              <a:defRPr sz="1725" b="0">
                <a:solidFill>
                  <a:srgbClr val="71818B"/>
                </a:solidFill>
                <a:latin typeface="Yu Gothic"/>
                <a:ea typeface="Yu Gothic"/>
                <a:cs typeface="Yu Gothic"/>
              </a:defRPr>
            </a:lvl4pPr>
            <a:lvl5pPr algn="ctr">
              <a:buNone/>
              <a:defRPr sz="1725" b="0">
                <a:solidFill>
                  <a:srgbClr val="71818B"/>
                </a:solidFill>
                <a:latin typeface="Yu Gothic"/>
                <a:ea typeface="Yu Gothic"/>
                <a:cs typeface="Yu Gothic"/>
              </a:defRPr>
            </a:lvl5pPr>
            <a:lvl6pPr algn="ctr">
              <a:buNone/>
              <a:defRPr sz="1725" b="0">
                <a:solidFill>
                  <a:srgbClr val="71818B"/>
                </a:solidFill>
                <a:latin typeface="Yu Gothic"/>
                <a:ea typeface="Yu Gothic"/>
                <a:cs typeface="Yu Gothic"/>
              </a:defRPr>
            </a:lvl6pPr>
            <a:lvl7pPr algn="ctr">
              <a:buNone/>
              <a:defRPr sz="1725" b="0">
                <a:solidFill>
                  <a:srgbClr val="71818B"/>
                </a:solidFill>
                <a:latin typeface="Yu Gothic"/>
                <a:ea typeface="Yu Gothic"/>
                <a:cs typeface="Yu Gothic"/>
              </a:defRPr>
            </a:lvl7pPr>
            <a:lvl8pPr algn="ctr">
              <a:buNone/>
              <a:defRPr sz="1725" b="0">
                <a:solidFill>
                  <a:srgbClr val="71818B"/>
                </a:solidFill>
                <a:latin typeface="Yu Gothic"/>
                <a:ea typeface="Yu Gothic"/>
                <a:cs typeface="Yu Gothic"/>
              </a:defRPr>
            </a:lvl8pPr>
            <a:lvl9pPr algn="ctr">
              <a:buNone/>
              <a:defRPr sz="1725" b="0">
                <a:solidFill>
                  <a:srgbClr val="71818B"/>
                </a:solidFill>
                <a:latin typeface="Yu Gothic"/>
                <a:ea typeface="Yu Gothic"/>
                <a:cs typeface="Yu Gothic"/>
              </a:defRPr>
            </a:lvl9pPr>
          </a:lstStyle>
          <a:p xmlns:a="http://schemas.openxmlformats.org/drawingml/2006/main">
            <a:pPr algn="ctr">
              <a:buNone/>
              <a:defRPr sz="1725" b="0">
                <a:solidFill>
                  <a:srgbClr val="71818B"/>
                </a:solidFill>
                <a:latin typeface="Yu Gothic"/>
                <a:ea typeface="Yu Gothic"/>
                <a:cs typeface="Yu Gothic"/>
              </a:defRPr>
            </a:pPr>
            <a:r>
              <a:rPr sz="1725" b="0">
                <a:solidFill>
                  <a:srgbClr val="71818B"/>
                </a:solidFill>
                <a:latin typeface="Yu Gothic"/>
                <a:ea typeface="Yu Gothic"/>
                <a:cs typeface="Yu Gothic"/>
              </a:rPr>
              <a:t>0.80 m</a:t>
            </a:r>
          </a:p>
        </p:txBody>
      </p:sp>
      <p:sp>
        <p:nvSpPr>
          <p:cNvPr id="40" name="">
            <a:extLst xmlns:a="http://schemas.openxmlformats.org/drawingml/2006/main">
              <a:ext uri="{FF2B5EF4-FFF2-40B4-BE49-F238E27FC236}">
                <a16:creationId xmlns:a16="http://schemas.microsoft.com/office/drawing/2014/main" id="{4833464A-7344-4BED-AEE7-7E614ABF8C44}"/>
              </a:ext>
            </a:extLst>
          </p:cNvPr>
          <p:cNvSpPr>
            <a:spLocks xmlns:a="http://schemas.openxmlformats.org/drawingml/2006/main" noGrp="1"/>
          </p:cNvSpPr>
          <p:nvPr/>
        </p:nvSpPr>
        <p:spPr>
          <a:xfrm xmlns:a="http://schemas.openxmlformats.org/drawingml/2006/main">
            <a:off x="8239125" y="16668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② 鉛直力のつり合い</a:t>
            </a:r>
          </a:p>
        </p:txBody>
      </p:sp>
      <p:sp>
        <p:nvSpPr>
          <p:cNvPr id="41" name="">
            <a:extLst xmlns:a="http://schemas.openxmlformats.org/drawingml/2006/main">
              <a:ext uri="{FF2B5EF4-FFF2-40B4-BE49-F238E27FC236}">
                <a16:creationId xmlns:a16="http://schemas.microsoft.com/office/drawing/2014/main" id="{92B6D8CA-352C-469D-88F9-C1AAA6FAAD54}"/>
              </a:ext>
            </a:extLst>
          </p:cNvPr>
          <p:cNvSpPr>
            <a:spLocks xmlns:a="http://schemas.openxmlformats.org/drawingml/2006/main" noGrp="1"/>
          </p:cNvSpPr>
          <p:nvPr/>
        </p:nvSpPr>
        <p:spPr>
          <a:xfrm xmlns:a="http://schemas.openxmlformats.org/drawingml/2006/main">
            <a:off x="8239125" y="21431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RA + RB − 300 = 0</a:t>
            </a:r>
          </a:p>
        </p:txBody>
      </p:sp>
      <p:sp>
        <p:nvSpPr>
          <p:cNvPr id="42" name="">
            <a:extLst xmlns:a="http://schemas.openxmlformats.org/drawingml/2006/main">
              <a:ext uri="{FF2B5EF4-FFF2-40B4-BE49-F238E27FC236}">
                <a16:creationId xmlns:a16="http://schemas.microsoft.com/office/drawing/2014/main" id="{2AB6AE36-4978-473D-93E1-265278F5C421}"/>
              </a:ext>
            </a:extLst>
          </p:cNvPr>
          <p:cNvSpPr>
            <a:spLocks xmlns:a="http://schemas.openxmlformats.org/drawingml/2006/main" noGrp="1"/>
          </p:cNvSpPr>
          <p:nvPr/>
        </p:nvSpPr>
        <p:spPr>
          <a:xfrm xmlns:a="http://schemas.openxmlformats.org/drawingml/2006/main">
            <a:off x="8239125" y="30003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③ Aまわりのつり合い</a:t>
            </a:r>
          </a:p>
        </p:txBody>
      </p:sp>
      <p:sp>
        <p:nvSpPr>
          <p:cNvPr id="43" name="">
            <a:extLst xmlns:a="http://schemas.openxmlformats.org/drawingml/2006/main">
              <a:ext uri="{FF2B5EF4-FFF2-40B4-BE49-F238E27FC236}">
                <a16:creationId xmlns:a16="http://schemas.microsoft.com/office/drawing/2014/main" id="{6F496721-05F6-4A92-8DD0-A8395835E521}"/>
              </a:ext>
            </a:extLst>
          </p:cNvPr>
          <p:cNvSpPr>
            <a:spLocks xmlns:a="http://schemas.openxmlformats.org/drawingml/2006/main" noGrp="1"/>
          </p:cNvSpPr>
          <p:nvPr/>
        </p:nvSpPr>
        <p:spPr>
          <a:xfrm xmlns:a="http://schemas.openxmlformats.org/drawingml/2006/main">
            <a:off x="8239125" y="347662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1.2RB − 300×0.40 = 0</a:t>
            </a:r>
          </a:p>
        </p:txBody>
      </p:sp>
      <p:sp>
        <p:nvSpPr>
          <p:cNvPr id="44" name="">
            <a:extLst xmlns:a="http://schemas.openxmlformats.org/drawingml/2006/main">
              <a:ext uri="{FF2B5EF4-FFF2-40B4-BE49-F238E27FC236}">
                <a16:creationId xmlns:a16="http://schemas.microsoft.com/office/drawing/2014/main" id="{DA500EED-A3BA-44E6-ADE4-D2DCB19CB42C}"/>
              </a:ext>
            </a:extLst>
          </p:cNvPr>
          <p:cNvSpPr>
            <a:spLocks xmlns:a="http://schemas.openxmlformats.org/drawingml/2006/main" noGrp="1"/>
          </p:cNvSpPr>
          <p:nvPr/>
        </p:nvSpPr>
        <p:spPr>
          <a:xfrm xmlns:a="http://schemas.openxmlformats.org/drawingml/2006/main">
            <a:off x="8239125" y="4429125"/>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buNone/>
              <a:defRPr sz="2100" b="1">
                <a:solidFill>
                  <a:srgbClr val="2876A8"/>
                </a:solidFill>
                <a:latin typeface="Yu Gothic"/>
                <a:ea typeface="Yu Gothic"/>
                <a:cs typeface="Yu Gothic"/>
              </a:defRPr>
            </a:lvl1pPr>
            <a:lvl2pPr>
              <a:buNone/>
              <a:defRPr sz="2100" b="1">
                <a:solidFill>
                  <a:srgbClr val="2876A8"/>
                </a:solidFill>
                <a:latin typeface="Yu Gothic"/>
                <a:ea typeface="Yu Gothic"/>
                <a:cs typeface="Yu Gothic"/>
              </a:defRPr>
            </a:lvl2pPr>
            <a:lvl3pPr>
              <a:buNone/>
              <a:defRPr sz="2100" b="1">
                <a:solidFill>
                  <a:srgbClr val="2876A8"/>
                </a:solidFill>
                <a:latin typeface="Yu Gothic"/>
                <a:ea typeface="Yu Gothic"/>
                <a:cs typeface="Yu Gothic"/>
              </a:defRPr>
            </a:lvl3pPr>
            <a:lvl4pPr>
              <a:buNone/>
              <a:defRPr sz="2100" b="1">
                <a:solidFill>
                  <a:srgbClr val="2876A8"/>
                </a:solidFill>
                <a:latin typeface="Yu Gothic"/>
                <a:ea typeface="Yu Gothic"/>
                <a:cs typeface="Yu Gothic"/>
              </a:defRPr>
            </a:lvl4pPr>
            <a:lvl5pPr>
              <a:buNone/>
              <a:defRPr sz="2100" b="1">
                <a:solidFill>
                  <a:srgbClr val="2876A8"/>
                </a:solidFill>
                <a:latin typeface="Yu Gothic"/>
                <a:ea typeface="Yu Gothic"/>
                <a:cs typeface="Yu Gothic"/>
              </a:defRPr>
            </a:lvl5pPr>
            <a:lvl6pPr>
              <a:buNone/>
              <a:defRPr sz="2100" b="1">
                <a:solidFill>
                  <a:srgbClr val="2876A8"/>
                </a:solidFill>
                <a:latin typeface="Yu Gothic"/>
                <a:ea typeface="Yu Gothic"/>
                <a:cs typeface="Yu Gothic"/>
              </a:defRPr>
            </a:lvl6pPr>
            <a:lvl7pPr>
              <a:buNone/>
              <a:defRPr sz="2100" b="1">
                <a:solidFill>
                  <a:srgbClr val="2876A8"/>
                </a:solidFill>
                <a:latin typeface="Yu Gothic"/>
                <a:ea typeface="Yu Gothic"/>
                <a:cs typeface="Yu Gothic"/>
              </a:defRPr>
            </a:lvl7pPr>
            <a:lvl8pPr>
              <a:buNone/>
              <a:defRPr sz="2100" b="1">
                <a:solidFill>
                  <a:srgbClr val="2876A8"/>
                </a:solidFill>
                <a:latin typeface="Yu Gothic"/>
                <a:ea typeface="Yu Gothic"/>
                <a:cs typeface="Yu Gothic"/>
              </a:defRPr>
            </a:lvl8pPr>
            <a:lvl9pPr>
              <a:buNone/>
              <a:defRPr sz="2100" b="1">
                <a:solidFill>
                  <a:srgbClr val="2876A8"/>
                </a:solidFill>
                <a:latin typeface="Yu Gothic"/>
                <a:ea typeface="Yu Gothic"/>
                <a:cs typeface="Yu Gothic"/>
              </a:defRPr>
            </a:lvl9pPr>
          </a:lstStyle>
          <a:p xmlns:a="http://schemas.openxmlformats.org/drawingml/2006/main">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RB = 100 N</a:t>
            </a:r>
          </a:p>
          <a:p xmlns:a="http://schemas.openxmlformats.org/drawingml/2006/main">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RA = 200 N</a:t>
            </a:r>
          </a:p>
        </p:txBody>
      </p:sp>
      <p:sp>
        <p:nvSpPr>
          <p:cNvPr id="45" name="">
            <a:extLst xmlns:a="http://schemas.openxmlformats.org/drawingml/2006/main">
              <a:ext uri="{FF2B5EF4-FFF2-40B4-BE49-F238E27FC236}">
                <a16:creationId xmlns:a16="http://schemas.microsoft.com/office/drawing/2014/main" id="{C06D1F84-9BE8-439B-BE01-3CE17B6E13DB}"/>
              </a:ext>
            </a:extLst>
          </p:cNvPr>
          <p:cNvSpPr>
            <a:spLocks xmlns:a="http://schemas.openxmlformats.org/drawingml/2006/main" noGrp="1"/>
          </p:cNvSpPr>
          <p:nvPr/>
        </p:nvSpPr>
        <p:spPr>
          <a:xfrm xmlns:a="http://schemas.openxmlformats.org/drawingml/2006/main">
            <a:off x="809625" y="5095875"/>
            <a:ext cx="704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buNone/>
              <a:defRPr sz="1950" b="0">
                <a:solidFill>
                  <a:srgbClr val="263D4D"/>
                </a:solidFill>
                <a:latin typeface="Yu Gothic"/>
                <a:ea typeface="Yu Gothic"/>
                <a:cs typeface="Yu Gothic"/>
              </a:defRPr>
            </a:lvl1pPr>
            <a:lvl2pPr>
              <a:buNone/>
              <a:defRPr sz="1950" b="0">
                <a:solidFill>
                  <a:srgbClr val="263D4D"/>
                </a:solidFill>
                <a:latin typeface="Yu Gothic"/>
                <a:ea typeface="Yu Gothic"/>
                <a:cs typeface="Yu Gothic"/>
              </a:defRPr>
            </a:lvl2pPr>
            <a:lvl3pPr>
              <a:buNone/>
              <a:defRPr sz="1950" b="0">
                <a:solidFill>
                  <a:srgbClr val="263D4D"/>
                </a:solidFill>
                <a:latin typeface="Yu Gothic"/>
                <a:ea typeface="Yu Gothic"/>
                <a:cs typeface="Yu Gothic"/>
              </a:defRPr>
            </a:lvl3pPr>
            <a:lvl4pPr>
              <a:buNone/>
              <a:defRPr sz="1950" b="0">
                <a:solidFill>
                  <a:srgbClr val="263D4D"/>
                </a:solidFill>
                <a:latin typeface="Yu Gothic"/>
                <a:ea typeface="Yu Gothic"/>
                <a:cs typeface="Yu Gothic"/>
              </a:defRPr>
            </a:lvl4pPr>
            <a:lvl5pPr>
              <a:buNone/>
              <a:defRPr sz="1950" b="0">
                <a:solidFill>
                  <a:srgbClr val="263D4D"/>
                </a:solidFill>
                <a:latin typeface="Yu Gothic"/>
                <a:ea typeface="Yu Gothic"/>
                <a:cs typeface="Yu Gothic"/>
              </a:defRPr>
            </a:lvl5pPr>
            <a:lvl6pPr>
              <a:buNone/>
              <a:defRPr sz="1950" b="0">
                <a:solidFill>
                  <a:srgbClr val="263D4D"/>
                </a:solidFill>
                <a:latin typeface="Yu Gothic"/>
                <a:ea typeface="Yu Gothic"/>
                <a:cs typeface="Yu Gothic"/>
              </a:defRPr>
            </a:lvl6pPr>
            <a:lvl7pPr>
              <a:buNone/>
              <a:defRPr sz="1950" b="0">
                <a:solidFill>
                  <a:srgbClr val="263D4D"/>
                </a:solidFill>
                <a:latin typeface="Yu Gothic"/>
                <a:ea typeface="Yu Gothic"/>
                <a:cs typeface="Yu Gothic"/>
              </a:defRPr>
            </a:lvl7pPr>
            <a:lvl8pPr>
              <a:buNone/>
              <a:defRPr sz="1950" b="0">
                <a:solidFill>
                  <a:srgbClr val="263D4D"/>
                </a:solidFill>
                <a:latin typeface="Yu Gothic"/>
                <a:ea typeface="Yu Gothic"/>
                <a:cs typeface="Yu Gothic"/>
              </a:defRPr>
            </a:lvl8pPr>
            <a:lvl9pPr>
              <a:buNone/>
              <a:defRPr sz="1950" b="0">
                <a:solidFill>
                  <a:srgbClr val="263D4D"/>
                </a:solidFill>
                <a:latin typeface="Yu Gothic"/>
                <a:ea typeface="Yu Gothic"/>
                <a:cs typeface="Yu Gothic"/>
              </a:defRPr>
            </a:lvl9pPr>
          </a:lstStyle>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① 外力図の距離を、③の式の各項に対応させる。</a:t>
            </a:r>
          </a:p>
        </p:txBody>
      </p:sp>
      <p:sp>
        <p:nvSpPr>
          <p:cNvPr id="46" name="">
            <a:extLst xmlns:a="http://schemas.openxmlformats.org/drawingml/2006/main">
              <a:ext uri="{FF2B5EF4-FFF2-40B4-BE49-F238E27FC236}">
                <a16:creationId xmlns:a16="http://schemas.microsoft.com/office/drawing/2014/main" id="{77DD797E-5D71-4363-95B2-2A46E1A89057}"/>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⑤ Bまわり：−200×1.2 + 300×0.80 = 0。Aに近い荷重なのでAの反力が大きい。</a:t>
            </a:r>
          </a:p>
        </p:txBody>
      </p:sp>
    </p:spTree>
    <p:extLst>
      <p:ext uri="{BB962C8B-B14F-4D97-AF65-F5344CB8AC3E}">
        <p14:creationId xmlns:p14="http://schemas.microsoft.com/office/powerpoint/2010/main" val="119684658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112B3E-54DD-46A5-AD17-421444793BEF}"/>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荷重位置による反力の変化</a:t>
            </a:r>
          </a:p>
        </p:txBody>
      </p:sp>
      <p:sp>
        <p:nvSpPr>
          <p:cNvPr id="2" name="">
            <a:extLst xmlns:a="http://schemas.openxmlformats.org/drawingml/2006/main">
              <a:ext uri="{FF2B5EF4-FFF2-40B4-BE49-F238E27FC236}">
                <a16:creationId xmlns:a16="http://schemas.microsoft.com/office/drawing/2014/main" id="{351AE06F-1872-4CE1-85D8-D0EB75CB7956}"/>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B07D8009-C646-422F-851E-1A22C04E8315}"/>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graphicFrame>
        <p:nvGraphicFramePr>
          <p:cNvPr id="4" name="">
            <a:extLst xmlns:a="http://schemas.openxmlformats.org/drawingml/2006/main">
              <a:ext uri="{FF2B5EF4-FFF2-40B4-BE49-F238E27FC236}">
                <a16:creationId xmlns:a16="http://schemas.microsoft.com/office/drawing/2014/main" id="{80831E9B-5846-46E7-95C4-D588634B5BF0}"/>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143250"/>
                <a:gridCol w="3810000"/>
                <a:gridCol w="3810000"/>
              </a:tblGrid>
              <a:tr h="695325">
                <a:tc>
                  <a:txBody>
                    <a:bodyPr lIns="85725" tIns="85725" rIns="85725" bIns="85725"/>
                    <a:lstStyle/>
                    <a:p>
                      <a:r>
                        <a:rPr sz="2175" b="1">
                          <a:solidFill>
                            <a:srgbClr val="FFFFFF"/>
                          </a:solidFill>
                          <a:latin typeface="Yu Gothic"/>
                          <a:ea typeface="Yu Gothic"/>
                          <a:cs typeface="Yu Gothic"/>
                        </a:rPr>
                        <a:t>Aからの位置 a / m</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R_A / N</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R_B / N</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0.20</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250</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50</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0.40</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200</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100</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0.60</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150</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150</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0.80</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100</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200</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E282366-3626-41F4-BE21-D5F6E20F142D}"/>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L=1.20 m、P=300 N。R_B=Pa/L、R_A=P(L−a)/L。自重を省略。</a:t>
            </a:r>
          </a:p>
        </p:txBody>
      </p:sp>
      <p:sp>
        <p:nvSpPr>
          <p:cNvPr id="6" name="">
            <a:extLst xmlns:a="http://schemas.openxmlformats.org/drawingml/2006/main">
              <a:ext uri="{FF2B5EF4-FFF2-40B4-BE49-F238E27FC236}">
                <a16:creationId xmlns:a16="http://schemas.microsoft.com/office/drawing/2014/main" id="{7123A42A-2EA7-4A07-A3DB-327271749B3E}"/>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15 / 49</a:t>
            </a:r>
          </a:p>
        </p:txBody>
      </p:sp>
    </p:spTree>
    <p:extLst>
      <p:ext uri="{BB962C8B-B14F-4D97-AF65-F5344CB8AC3E}">
        <p14:creationId xmlns:p14="http://schemas.microsoft.com/office/powerpoint/2010/main" val="15898369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D485C03-1BC2-42F8-B359-009EFD7AA478}"/>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切って考える：同じ手順を断面にも使う</a:t>
            </a:r>
          </a:p>
        </p:txBody>
      </p:sp>
      <p:cxnSp>
        <p:nvCxnSpPr>
          <p:cNvPr id="2" name="">
            <a:extLst xmlns:a="http://schemas.openxmlformats.org/drawingml/2006/main">
              <a:ext uri="{FF2B5EF4-FFF2-40B4-BE49-F238E27FC236}">
                <a16:creationId xmlns:a16="http://schemas.microsoft.com/office/drawing/2014/main" id="{CC11AF70-A34B-4EF6-BA03-1FB41F6E077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909E5EF3-7B6E-4CFF-8ED4-F220378BDA51}"/>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A2337CD2-73E9-4AB2-9679-48C7F5FCC029}"/>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16 / 49</a:t>
            </a:r>
          </a:p>
        </p:txBody>
      </p:sp>
      <p:sp>
        <p:nvSpPr>
          <p:cNvPr id="26" name="">
            <a:extLst xmlns:a="http://schemas.openxmlformats.org/drawingml/2006/main">
              <a:ext uri="{FF2B5EF4-FFF2-40B4-BE49-F238E27FC236}">
                <a16:creationId xmlns:a16="http://schemas.microsoft.com/office/drawing/2014/main" id="{BE3C3DE4-2B59-4A81-A7F1-283DAE31E49C}"/>
              </a:ext>
            </a:extLst>
          </p:cNvPr>
          <p:cNvSpPr>
            <a:spLocks xmlns:a="http://schemas.openxmlformats.org/drawingml/2006/main" noGrp="1"/>
          </p:cNvSpPr>
          <p:nvPr/>
        </p:nvSpPr>
        <p:spPr>
          <a:xfrm xmlns:a="http://schemas.openxmlformats.org/drawingml/2006/main">
            <a:off x="809625" y="152400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全体の外力図</a:t>
            </a:r>
          </a:p>
        </p:txBody>
      </p:sp>
      <p:sp>
        <p:nvSpPr>
          <p:cNvPr id="27" name="">
            <a:extLst xmlns:a="http://schemas.openxmlformats.org/drawingml/2006/main">
              <a:ext uri="{FF2B5EF4-FFF2-40B4-BE49-F238E27FC236}">
                <a16:creationId xmlns:a16="http://schemas.microsoft.com/office/drawing/2014/main" id="{80181FC3-883F-4DBE-A80D-444E5F8DB200}"/>
              </a:ext>
            </a:extLst>
          </p:cNvPr>
          <p:cNvSpPr>
            <a:spLocks xmlns:a="http://schemas.openxmlformats.org/drawingml/2006/main" noGrp="1"/>
          </p:cNvSpPr>
          <p:nvPr/>
        </p:nvSpPr>
        <p:spPr>
          <a:xfrm xmlns:a="http://schemas.openxmlformats.org/drawingml/2006/main">
            <a:off x="1524000" y="2762250"/>
            <a:ext cx="809625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8" name="">
            <a:extLst xmlns:a="http://schemas.openxmlformats.org/drawingml/2006/main">
              <a:ext uri="{FF2B5EF4-FFF2-40B4-BE49-F238E27FC236}">
                <a16:creationId xmlns:a16="http://schemas.microsoft.com/office/drawing/2014/main" id="{F3AD5B36-77FE-47AD-80CC-725FBE79E5BE}"/>
              </a:ext>
            </a:extLst>
          </p:cNvPr>
          <p:cNvSpPr>
            <a:spLocks xmlns:a="http://schemas.openxmlformats.org/drawingml/2006/main" noGrp="1"/>
          </p:cNvSpPr>
          <p:nvPr/>
        </p:nvSpPr>
        <p:spPr>
          <a:xfrm xmlns:a="http://schemas.openxmlformats.org/drawingml/2006/main">
            <a:off x="1362075" y="29337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29" name="">
            <a:extLst xmlns:a="http://schemas.openxmlformats.org/drawingml/2006/main">
              <a:ext uri="{FF2B5EF4-FFF2-40B4-BE49-F238E27FC236}">
                <a16:creationId xmlns:a16="http://schemas.microsoft.com/office/drawing/2014/main" id="{9E709727-C872-4023-A71B-A08BCDEE25F6}"/>
              </a:ext>
            </a:extLst>
          </p:cNvPr>
          <p:cNvSpPr>
            <a:spLocks xmlns:a="http://schemas.openxmlformats.org/drawingml/2006/main" noGrp="1"/>
          </p:cNvSpPr>
          <p:nvPr/>
        </p:nvSpPr>
        <p:spPr>
          <a:xfrm xmlns:a="http://schemas.openxmlformats.org/drawingml/2006/main">
            <a:off x="1247775" y="32289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30" name="">
            <a:extLst xmlns:a="http://schemas.openxmlformats.org/drawingml/2006/main">
              <a:ext uri="{FF2B5EF4-FFF2-40B4-BE49-F238E27FC236}">
                <a16:creationId xmlns:a16="http://schemas.microsoft.com/office/drawing/2014/main" id="{28B60260-D4A8-4685-AE57-A271C98CF8FF}"/>
              </a:ext>
            </a:extLst>
          </p:cNvPr>
          <p:cNvSpPr>
            <a:spLocks xmlns:a="http://schemas.openxmlformats.org/drawingml/2006/main" noGrp="1"/>
          </p:cNvSpPr>
          <p:nvPr/>
        </p:nvSpPr>
        <p:spPr>
          <a:xfrm xmlns:a="http://schemas.openxmlformats.org/drawingml/2006/main">
            <a:off x="9458325" y="29337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31" name="">
            <a:extLst xmlns:a="http://schemas.openxmlformats.org/drawingml/2006/main">
              <a:ext uri="{FF2B5EF4-FFF2-40B4-BE49-F238E27FC236}">
                <a16:creationId xmlns:a16="http://schemas.microsoft.com/office/drawing/2014/main" id="{3B9BDE4E-A70D-4B1A-AA3E-78ECA2AE8E8A}"/>
              </a:ext>
            </a:extLst>
          </p:cNvPr>
          <p:cNvSpPr>
            <a:spLocks xmlns:a="http://schemas.openxmlformats.org/drawingml/2006/main" noGrp="1"/>
          </p:cNvSpPr>
          <p:nvPr/>
        </p:nvSpPr>
        <p:spPr>
          <a:xfrm xmlns:a="http://schemas.openxmlformats.org/drawingml/2006/main">
            <a:off x="9496425" y="31908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32" name="">
            <a:extLst xmlns:a="http://schemas.openxmlformats.org/drawingml/2006/main">
              <a:ext uri="{FF2B5EF4-FFF2-40B4-BE49-F238E27FC236}">
                <a16:creationId xmlns:a16="http://schemas.microsoft.com/office/drawing/2014/main" id="{CF18D748-F450-4A19-BA54-7CF949F53BE6}"/>
              </a:ext>
            </a:extLst>
          </p:cNvPr>
          <p:cNvSpPr>
            <a:spLocks xmlns:a="http://schemas.openxmlformats.org/drawingml/2006/main" noGrp="1"/>
          </p:cNvSpPr>
          <p:nvPr/>
        </p:nvSpPr>
        <p:spPr>
          <a:xfrm xmlns:a="http://schemas.openxmlformats.org/drawingml/2006/main">
            <a:off x="9648825" y="31908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33" name="">
            <a:extLst xmlns:a="http://schemas.openxmlformats.org/drawingml/2006/main">
              <a:ext uri="{FF2B5EF4-FFF2-40B4-BE49-F238E27FC236}">
                <a16:creationId xmlns:a16="http://schemas.microsoft.com/office/drawing/2014/main" id="{50F3AD8E-ED7A-48FF-AD67-84471B3E207A}"/>
              </a:ext>
            </a:extLst>
          </p:cNvPr>
          <p:cNvSpPr>
            <a:spLocks xmlns:a="http://schemas.openxmlformats.org/drawingml/2006/main" noGrp="1"/>
          </p:cNvSpPr>
          <p:nvPr/>
        </p:nvSpPr>
        <p:spPr>
          <a:xfrm xmlns:a="http://schemas.openxmlformats.org/drawingml/2006/main">
            <a:off x="9344025" y="33051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34" name="">
            <a:extLst xmlns:a="http://schemas.openxmlformats.org/drawingml/2006/main">
              <a:ext uri="{FF2B5EF4-FFF2-40B4-BE49-F238E27FC236}">
                <a16:creationId xmlns:a16="http://schemas.microsoft.com/office/drawing/2014/main" id="{2637F345-00F1-436D-8379-2A31A6E96C5A}"/>
              </a:ext>
            </a:extLst>
          </p:cNvPr>
          <p:cNvSpPr>
            <a:spLocks xmlns:a="http://schemas.openxmlformats.org/drawingml/2006/main" noGrp="1"/>
          </p:cNvSpPr>
          <p:nvPr/>
        </p:nvSpPr>
        <p:spPr>
          <a:xfrm xmlns:a="http://schemas.openxmlformats.org/drawingml/2006/main">
            <a:off x="5572125" y="2143125"/>
            <a:ext cx="9525" cy="581025"/>
          </a:xfrm>
          <a:custGeom xmlns:a="http://schemas.openxmlformats.org/drawingml/2006/main">
            <a:pathLst>
              <a:path w="9525" h="581025">
                <a:moveTo>
                  <a:pt x="0" y="0"/>
                </a:moveTo>
                <a:lnTo>
                  <a:pt x="0" y="581025"/>
                </a:lnTo>
              </a:path>
            </a:pathLst>
          </a:custGeom>
          <a:noFill xmlns:a="http://schemas.openxmlformats.org/drawingml/2006/main"/>
          <a:ln xmlns:a="http://schemas.openxmlformats.org/drawingml/2006/main" w="28575">
            <a:solidFill>
              <a:srgbClr val="C4483C"/>
            </a:solidFill>
          </a:ln>
        </p:spPr>
      </p:sp>
      <p:sp>
        <p:nvSpPr>
          <p:cNvPr id="35" name="">
            <a:extLst xmlns:a="http://schemas.openxmlformats.org/drawingml/2006/main">
              <a:ext uri="{FF2B5EF4-FFF2-40B4-BE49-F238E27FC236}">
                <a16:creationId xmlns:a16="http://schemas.microsoft.com/office/drawing/2014/main" id="{566C2AAC-F156-4A53-9825-5B52287B16FE}"/>
              </a:ext>
            </a:extLst>
          </p:cNvPr>
          <p:cNvSpPr>
            <a:spLocks xmlns:a="http://schemas.openxmlformats.org/drawingml/2006/main" noGrp="1"/>
          </p:cNvSpPr>
          <p:nvPr/>
        </p:nvSpPr>
        <p:spPr>
          <a:xfrm xmlns:a="http://schemas.openxmlformats.org/drawingml/2006/main">
            <a:off x="5532120" y="2628900"/>
            <a:ext cx="80010" cy="95250"/>
          </a:xfrm>
          <a:custGeom xmlns:a="http://schemas.openxmlformats.org/drawingml/2006/main">
            <a:pathLst>
              <a:path w="80010" h="95250">
                <a:moveTo>
                  <a:pt x="40005" y="95250"/>
                </a:moveTo>
                <a:lnTo>
                  <a:pt x="80010"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6" name="">
            <a:extLst xmlns:a="http://schemas.openxmlformats.org/drawingml/2006/main">
              <a:ext uri="{FF2B5EF4-FFF2-40B4-BE49-F238E27FC236}">
                <a16:creationId xmlns:a16="http://schemas.microsoft.com/office/drawing/2014/main" id="{D1159FCA-BFD6-472C-9B99-BF12AE79E499}"/>
              </a:ext>
            </a:extLst>
          </p:cNvPr>
          <p:cNvSpPr>
            <a:spLocks xmlns:a="http://schemas.openxmlformats.org/drawingml/2006/main" noGrp="1"/>
          </p:cNvSpPr>
          <p:nvPr/>
        </p:nvSpPr>
        <p:spPr>
          <a:xfrm xmlns:a="http://schemas.openxmlformats.org/drawingml/2006/main">
            <a:off x="4953000" y="1666875"/>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200 N</a:t>
            </a:r>
          </a:p>
        </p:txBody>
      </p:sp>
      <p:sp>
        <p:nvSpPr>
          <p:cNvPr id="37" name="">
            <a:extLst xmlns:a="http://schemas.openxmlformats.org/drawingml/2006/main">
              <a:ext uri="{FF2B5EF4-FFF2-40B4-BE49-F238E27FC236}">
                <a16:creationId xmlns:a16="http://schemas.microsoft.com/office/drawing/2014/main" id="{D0730FA9-977E-4260-B200-CA5A32E5C616}"/>
              </a:ext>
            </a:extLst>
          </p:cNvPr>
          <p:cNvSpPr>
            <a:spLocks xmlns:a="http://schemas.openxmlformats.org/drawingml/2006/main" noGrp="1"/>
          </p:cNvSpPr>
          <p:nvPr/>
        </p:nvSpPr>
        <p:spPr>
          <a:xfrm xmlns:a="http://schemas.openxmlformats.org/drawingml/2006/main">
            <a:off x="904875" y="3057525"/>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A</a:t>
            </a:r>
          </a:p>
        </p:txBody>
      </p:sp>
      <p:sp>
        <p:nvSpPr>
          <p:cNvPr id="38" name="">
            <a:extLst xmlns:a="http://schemas.openxmlformats.org/drawingml/2006/main">
              <a:ext uri="{FF2B5EF4-FFF2-40B4-BE49-F238E27FC236}">
                <a16:creationId xmlns:a16="http://schemas.microsoft.com/office/drawing/2014/main" id="{C212F0F6-53CB-47A1-BE73-8A40E03EF646}"/>
              </a:ext>
            </a:extLst>
          </p:cNvPr>
          <p:cNvSpPr>
            <a:spLocks xmlns:a="http://schemas.openxmlformats.org/drawingml/2006/main" noGrp="1"/>
          </p:cNvSpPr>
          <p:nvPr/>
        </p:nvSpPr>
        <p:spPr>
          <a:xfrm xmlns:a="http://schemas.openxmlformats.org/drawingml/2006/main">
            <a:off x="9934575" y="3124200"/>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buNone/>
              <a:defRPr sz="1800" b="1">
                <a:solidFill>
                  <a:srgbClr val="2876A8"/>
                </a:solidFill>
                <a:latin typeface="Yu Gothic"/>
                <a:ea typeface="Yu Gothic"/>
                <a:cs typeface="Yu Gothic"/>
              </a:defRPr>
            </a:lvl1pPr>
            <a:lvl2pPr>
              <a:buNone/>
              <a:defRPr sz="1800" b="1">
                <a:solidFill>
                  <a:srgbClr val="2876A8"/>
                </a:solidFill>
                <a:latin typeface="Yu Gothic"/>
                <a:ea typeface="Yu Gothic"/>
                <a:cs typeface="Yu Gothic"/>
              </a:defRPr>
            </a:lvl2pPr>
            <a:lvl3pPr>
              <a:buNone/>
              <a:defRPr sz="1800" b="1">
                <a:solidFill>
                  <a:srgbClr val="2876A8"/>
                </a:solidFill>
                <a:latin typeface="Yu Gothic"/>
                <a:ea typeface="Yu Gothic"/>
                <a:cs typeface="Yu Gothic"/>
              </a:defRPr>
            </a:lvl3pPr>
            <a:lvl4pPr>
              <a:buNone/>
              <a:defRPr sz="1800" b="1">
                <a:solidFill>
                  <a:srgbClr val="2876A8"/>
                </a:solidFill>
                <a:latin typeface="Yu Gothic"/>
                <a:ea typeface="Yu Gothic"/>
                <a:cs typeface="Yu Gothic"/>
              </a:defRPr>
            </a:lvl4pPr>
            <a:lvl5pPr>
              <a:buNone/>
              <a:defRPr sz="1800" b="1">
                <a:solidFill>
                  <a:srgbClr val="2876A8"/>
                </a:solidFill>
                <a:latin typeface="Yu Gothic"/>
                <a:ea typeface="Yu Gothic"/>
                <a:cs typeface="Yu Gothic"/>
              </a:defRPr>
            </a:lvl5pPr>
            <a:lvl6pPr>
              <a:buNone/>
              <a:defRPr sz="1800" b="1">
                <a:solidFill>
                  <a:srgbClr val="2876A8"/>
                </a:solidFill>
                <a:latin typeface="Yu Gothic"/>
                <a:ea typeface="Yu Gothic"/>
                <a:cs typeface="Yu Gothic"/>
              </a:defRPr>
            </a:lvl6pPr>
            <a:lvl7pPr>
              <a:buNone/>
              <a:defRPr sz="1800" b="1">
                <a:solidFill>
                  <a:srgbClr val="2876A8"/>
                </a:solidFill>
                <a:latin typeface="Yu Gothic"/>
                <a:ea typeface="Yu Gothic"/>
                <a:cs typeface="Yu Gothic"/>
              </a:defRPr>
            </a:lvl7pPr>
            <a:lvl8pPr>
              <a:buNone/>
              <a:defRPr sz="1800" b="1">
                <a:solidFill>
                  <a:srgbClr val="2876A8"/>
                </a:solidFill>
                <a:latin typeface="Yu Gothic"/>
                <a:ea typeface="Yu Gothic"/>
                <a:cs typeface="Yu Gothic"/>
              </a:defRPr>
            </a:lvl8pPr>
            <a:lvl9pPr>
              <a:buNone/>
              <a:defRPr sz="1800" b="1">
                <a:solidFill>
                  <a:srgbClr val="2876A8"/>
                </a:solidFill>
                <a:latin typeface="Yu Gothic"/>
                <a:ea typeface="Yu Gothic"/>
                <a:cs typeface="Yu Gothic"/>
              </a:defRPr>
            </a:lvl9pPr>
          </a:lstStyle>
          <a:p xmlns:a="http://schemas.openxmlformats.org/drawingml/2006/main">
            <a:pPr>
              <a:buNone/>
              <a:defRPr sz="1800" b="1">
                <a:solidFill>
                  <a:srgbClr val="2876A8"/>
                </a:solidFill>
                <a:latin typeface="Yu Gothic"/>
                <a:ea typeface="Yu Gothic"/>
                <a:cs typeface="Yu Gothic"/>
              </a:defRPr>
            </a:pPr>
            <a:r>
              <a:rPr sz="1800" b="1">
                <a:solidFill>
                  <a:srgbClr val="2876A8"/>
                </a:solidFill>
                <a:latin typeface="Yu Gothic"/>
                <a:ea typeface="Yu Gothic"/>
                <a:cs typeface="Yu Gothic"/>
              </a:rPr>
              <a:t>B</a:t>
            </a:r>
          </a:p>
        </p:txBody>
      </p:sp>
      <p:sp>
        <p:nvSpPr>
          <p:cNvPr id="39" name="">
            <a:extLst xmlns:a="http://schemas.openxmlformats.org/drawingml/2006/main">
              <a:ext uri="{FF2B5EF4-FFF2-40B4-BE49-F238E27FC236}">
                <a16:creationId xmlns:a16="http://schemas.microsoft.com/office/drawing/2014/main" id="{31B9E440-B3D4-4360-94E0-6A4F1FABF908}"/>
              </a:ext>
            </a:extLst>
          </p:cNvPr>
          <p:cNvSpPr>
            <a:spLocks xmlns:a="http://schemas.openxmlformats.org/drawingml/2006/main" noGrp="1"/>
          </p:cNvSpPr>
          <p:nvPr/>
        </p:nvSpPr>
        <p:spPr>
          <a:xfrm xmlns:a="http://schemas.openxmlformats.org/drawingml/2006/main">
            <a:off x="1524000" y="2971800"/>
            <a:ext cx="9525" cy="790575"/>
          </a:xfrm>
          <a:custGeom xmlns:a="http://schemas.openxmlformats.org/drawingml/2006/main">
            <a:pathLst>
              <a:path w="9525" h="790575">
                <a:moveTo>
                  <a:pt x="0" y="790575"/>
                </a:moveTo>
                <a:lnTo>
                  <a:pt x="0" y="0"/>
                </a:lnTo>
              </a:path>
            </a:pathLst>
          </a:custGeom>
          <a:noFill xmlns:a="http://schemas.openxmlformats.org/drawingml/2006/main"/>
          <a:ln xmlns:a="http://schemas.openxmlformats.org/drawingml/2006/main" w="28575">
            <a:solidFill>
              <a:srgbClr val="2876A8"/>
            </a:solidFill>
          </a:ln>
        </p:spPr>
      </p:sp>
      <p:sp>
        <p:nvSpPr>
          <p:cNvPr id="40" name="">
            <a:extLst xmlns:a="http://schemas.openxmlformats.org/drawingml/2006/main">
              <a:ext uri="{FF2B5EF4-FFF2-40B4-BE49-F238E27FC236}">
                <a16:creationId xmlns:a16="http://schemas.microsoft.com/office/drawing/2014/main" id="{C4DC664C-9E90-4D1E-BB60-9818BA5D124B}"/>
              </a:ext>
            </a:extLst>
          </p:cNvPr>
          <p:cNvSpPr>
            <a:spLocks xmlns:a="http://schemas.openxmlformats.org/drawingml/2006/main" noGrp="1"/>
          </p:cNvSpPr>
          <p:nvPr/>
        </p:nvSpPr>
        <p:spPr>
          <a:xfrm xmlns:a="http://schemas.openxmlformats.org/drawingml/2006/main">
            <a:off x="1483995" y="2971800"/>
            <a:ext cx="80010" cy="95250"/>
          </a:xfrm>
          <a:custGeom xmlns:a="http://schemas.openxmlformats.org/drawingml/2006/main">
            <a:pathLst>
              <a:path w="80010" h="95250">
                <a:moveTo>
                  <a:pt x="40005" y="0"/>
                </a:moveTo>
                <a:lnTo>
                  <a:pt x="0" y="95250"/>
                </a:lnTo>
                <a:lnTo>
                  <a:pt x="80010" y="95250"/>
                </a:lnTo>
                <a:close/>
              </a:path>
            </a:pathLst>
          </a:custGeom>
          <a:solidFill xmlns:a="http://schemas.openxmlformats.org/drawingml/2006/main">
            <a:srgbClr val="2876A8"/>
          </a:solidFill>
          <a:ln xmlns:a="http://schemas.openxmlformats.org/drawingml/2006/main" w="4763">
            <a:solidFill>
              <a:srgbClr val="2876A8"/>
            </a:solidFill>
          </a:ln>
        </p:spPr>
      </p:sp>
      <p:sp>
        <p:nvSpPr>
          <p:cNvPr id="41" name="">
            <a:extLst xmlns:a="http://schemas.openxmlformats.org/drawingml/2006/main">
              <a:ext uri="{FF2B5EF4-FFF2-40B4-BE49-F238E27FC236}">
                <a16:creationId xmlns:a16="http://schemas.microsoft.com/office/drawing/2014/main" id="{8486527B-0F42-4221-AFE9-DB2FFCD65E26}"/>
              </a:ext>
            </a:extLst>
          </p:cNvPr>
          <p:cNvSpPr>
            <a:spLocks xmlns:a="http://schemas.openxmlformats.org/drawingml/2006/main" noGrp="1"/>
          </p:cNvSpPr>
          <p:nvPr/>
        </p:nvSpPr>
        <p:spPr>
          <a:xfrm xmlns:a="http://schemas.openxmlformats.org/drawingml/2006/main">
            <a:off x="714375" y="3724275"/>
            <a:ext cx="1666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100 N</a:t>
            </a:r>
          </a:p>
        </p:txBody>
      </p:sp>
      <p:sp>
        <p:nvSpPr>
          <p:cNvPr id="42" name="">
            <a:extLst xmlns:a="http://schemas.openxmlformats.org/drawingml/2006/main">
              <a:ext uri="{FF2B5EF4-FFF2-40B4-BE49-F238E27FC236}">
                <a16:creationId xmlns:a16="http://schemas.microsoft.com/office/drawing/2014/main" id="{9C0ACA9A-403C-4AFE-BCE2-F851B5DFFEF8}"/>
              </a:ext>
            </a:extLst>
          </p:cNvPr>
          <p:cNvSpPr>
            <a:spLocks xmlns:a="http://schemas.openxmlformats.org/drawingml/2006/main" noGrp="1"/>
          </p:cNvSpPr>
          <p:nvPr/>
        </p:nvSpPr>
        <p:spPr>
          <a:xfrm xmlns:a="http://schemas.openxmlformats.org/drawingml/2006/main">
            <a:off x="9620250" y="2971800"/>
            <a:ext cx="9525" cy="790575"/>
          </a:xfrm>
          <a:custGeom xmlns:a="http://schemas.openxmlformats.org/drawingml/2006/main">
            <a:pathLst>
              <a:path w="9525" h="790575">
                <a:moveTo>
                  <a:pt x="0" y="790575"/>
                </a:moveTo>
                <a:lnTo>
                  <a:pt x="0" y="0"/>
                </a:lnTo>
              </a:path>
            </a:pathLst>
          </a:custGeom>
          <a:noFill xmlns:a="http://schemas.openxmlformats.org/drawingml/2006/main"/>
          <a:ln xmlns:a="http://schemas.openxmlformats.org/drawingml/2006/main" w="28575">
            <a:solidFill>
              <a:srgbClr val="2876A8"/>
            </a:solidFill>
          </a:ln>
        </p:spPr>
      </p:sp>
      <p:sp>
        <p:nvSpPr>
          <p:cNvPr id="43" name="">
            <a:extLst xmlns:a="http://schemas.openxmlformats.org/drawingml/2006/main">
              <a:ext uri="{FF2B5EF4-FFF2-40B4-BE49-F238E27FC236}">
                <a16:creationId xmlns:a16="http://schemas.microsoft.com/office/drawing/2014/main" id="{240AB892-B42C-47C3-8567-ECFCB6AB30B9}"/>
              </a:ext>
            </a:extLst>
          </p:cNvPr>
          <p:cNvSpPr>
            <a:spLocks xmlns:a="http://schemas.openxmlformats.org/drawingml/2006/main" noGrp="1"/>
          </p:cNvSpPr>
          <p:nvPr/>
        </p:nvSpPr>
        <p:spPr>
          <a:xfrm xmlns:a="http://schemas.openxmlformats.org/drawingml/2006/main">
            <a:off x="9580245" y="2971800"/>
            <a:ext cx="80010" cy="95250"/>
          </a:xfrm>
          <a:custGeom xmlns:a="http://schemas.openxmlformats.org/drawingml/2006/main">
            <a:pathLst>
              <a:path w="80010" h="95250">
                <a:moveTo>
                  <a:pt x="40005" y="0"/>
                </a:moveTo>
                <a:lnTo>
                  <a:pt x="0" y="95250"/>
                </a:lnTo>
                <a:lnTo>
                  <a:pt x="80010" y="95250"/>
                </a:lnTo>
                <a:close/>
              </a:path>
            </a:pathLst>
          </a:custGeom>
          <a:solidFill xmlns:a="http://schemas.openxmlformats.org/drawingml/2006/main">
            <a:srgbClr val="2876A8"/>
          </a:solidFill>
          <a:ln xmlns:a="http://schemas.openxmlformats.org/drawingml/2006/main" w="4763">
            <a:solidFill>
              <a:srgbClr val="2876A8"/>
            </a:solidFill>
          </a:ln>
        </p:spPr>
      </p:sp>
      <p:sp>
        <p:nvSpPr>
          <p:cNvPr id="44" name="">
            <a:extLst xmlns:a="http://schemas.openxmlformats.org/drawingml/2006/main">
              <a:ext uri="{FF2B5EF4-FFF2-40B4-BE49-F238E27FC236}">
                <a16:creationId xmlns:a16="http://schemas.microsoft.com/office/drawing/2014/main" id="{4FCE7D80-10E5-41CA-9E55-EFC2BFFE6918}"/>
              </a:ext>
            </a:extLst>
          </p:cNvPr>
          <p:cNvSpPr>
            <a:spLocks xmlns:a="http://schemas.openxmlformats.org/drawingml/2006/main" noGrp="1"/>
          </p:cNvSpPr>
          <p:nvPr/>
        </p:nvSpPr>
        <p:spPr>
          <a:xfrm xmlns:a="http://schemas.openxmlformats.org/drawingml/2006/main">
            <a:off x="8905875" y="3724275"/>
            <a:ext cx="1666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100 N</a:t>
            </a:r>
          </a:p>
        </p:txBody>
      </p:sp>
      <p:sp>
        <p:nvSpPr>
          <p:cNvPr id="45" name="">
            <a:extLst xmlns:a="http://schemas.openxmlformats.org/drawingml/2006/main">
              <a:ext uri="{FF2B5EF4-FFF2-40B4-BE49-F238E27FC236}">
                <a16:creationId xmlns:a16="http://schemas.microsoft.com/office/drawing/2014/main" id="{187C4428-8C91-42BF-8C77-7C083E3DB725}"/>
              </a:ext>
            </a:extLst>
          </p:cNvPr>
          <p:cNvSpPr>
            <a:spLocks xmlns:a="http://schemas.openxmlformats.org/drawingml/2006/main" noGrp="1"/>
          </p:cNvSpPr>
          <p:nvPr/>
        </p:nvSpPr>
        <p:spPr>
          <a:xfrm xmlns:a="http://schemas.openxmlformats.org/drawingml/2006/main">
            <a:off x="4524375" y="2286000"/>
            <a:ext cx="9525" cy="68759"/>
          </a:xfrm>
          <a:custGeom xmlns:a="http://schemas.openxmlformats.org/drawingml/2006/main">
            <a:pathLst>
              <a:path w="9525" h="68759">
                <a:moveTo>
                  <a:pt x="0" y="0"/>
                </a:moveTo>
                <a:lnTo>
                  <a:pt x="0" y="68759"/>
                </a:lnTo>
              </a:path>
            </a:pathLst>
          </a:custGeom>
          <a:noFill xmlns:a="http://schemas.openxmlformats.org/drawingml/2006/main"/>
          <a:ln xmlns:a="http://schemas.openxmlformats.org/drawingml/2006/main" w="11430">
            <a:solidFill>
              <a:srgbClr val="087E8B"/>
            </a:solidFill>
          </a:ln>
        </p:spPr>
      </p:sp>
      <p:sp>
        <p:nvSpPr>
          <p:cNvPr id="46" name="">
            <a:extLst xmlns:a="http://schemas.openxmlformats.org/drawingml/2006/main">
              <a:ext uri="{FF2B5EF4-FFF2-40B4-BE49-F238E27FC236}">
                <a16:creationId xmlns:a16="http://schemas.microsoft.com/office/drawing/2014/main" id="{B3889AFD-8D27-4D94-979B-6AEF92727696}"/>
              </a:ext>
            </a:extLst>
          </p:cNvPr>
          <p:cNvSpPr>
            <a:spLocks xmlns:a="http://schemas.openxmlformats.org/drawingml/2006/main" noGrp="1"/>
          </p:cNvSpPr>
          <p:nvPr/>
        </p:nvSpPr>
        <p:spPr>
          <a:xfrm xmlns:a="http://schemas.openxmlformats.org/drawingml/2006/main">
            <a:off x="4524375" y="2411016"/>
            <a:ext cx="9525" cy="68759"/>
          </a:xfrm>
          <a:custGeom xmlns:a="http://schemas.openxmlformats.org/drawingml/2006/main">
            <a:pathLst>
              <a:path w="9525" h="68759">
                <a:moveTo>
                  <a:pt x="0" y="0"/>
                </a:moveTo>
                <a:lnTo>
                  <a:pt x="0" y="68759"/>
                </a:lnTo>
              </a:path>
            </a:pathLst>
          </a:custGeom>
          <a:noFill xmlns:a="http://schemas.openxmlformats.org/drawingml/2006/main"/>
          <a:ln xmlns:a="http://schemas.openxmlformats.org/drawingml/2006/main" w="11430">
            <a:solidFill>
              <a:srgbClr val="087E8B"/>
            </a:solidFill>
          </a:ln>
        </p:spPr>
      </p:sp>
      <p:sp>
        <p:nvSpPr>
          <p:cNvPr id="47" name="">
            <a:extLst xmlns:a="http://schemas.openxmlformats.org/drawingml/2006/main">
              <a:ext uri="{FF2B5EF4-FFF2-40B4-BE49-F238E27FC236}">
                <a16:creationId xmlns:a16="http://schemas.microsoft.com/office/drawing/2014/main" id="{1BFCBC3C-91C2-4E44-ACF6-0E6E596CA35F}"/>
              </a:ext>
            </a:extLst>
          </p:cNvPr>
          <p:cNvSpPr>
            <a:spLocks xmlns:a="http://schemas.openxmlformats.org/drawingml/2006/main" noGrp="1"/>
          </p:cNvSpPr>
          <p:nvPr/>
        </p:nvSpPr>
        <p:spPr>
          <a:xfrm xmlns:a="http://schemas.openxmlformats.org/drawingml/2006/main">
            <a:off x="4524375" y="2536031"/>
            <a:ext cx="9525" cy="68759"/>
          </a:xfrm>
          <a:custGeom xmlns:a="http://schemas.openxmlformats.org/drawingml/2006/main">
            <a:pathLst>
              <a:path w="9525" h="68759">
                <a:moveTo>
                  <a:pt x="0" y="0"/>
                </a:moveTo>
                <a:lnTo>
                  <a:pt x="0" y="68759"/>
                </a:lnTo>
              </a:path>
            </a:pathLst>
          </a:custGeom>
          <a:noFill xmlns:a="http://schemas.openxmlformats.org/drawingml/2006/main"/>
          <a:ln xmlns:a="http://schemas.openxmlformats.org/drawingml/2006/main" w="11430">
            <a:solidFill>
              <a:srgbClr val="087E8B"/>
            </a:solidFill>
          </a:ln>
        </p:spPr>
      </p:sp>
      <p:sp>
        <p:nvSpPr>
          <p:cNvPr id="48" name="">
            <a:extLst xmlns:a="http://schemas.openxmlformats.org/drawingml/2006/main">
              <a:ext uri="{FF2B5EF4-FFF2-40B4-BE49-F238E27FC236}">
                <a16:creationId xmlns:a16="http://schemas.microsoft.com/office/drawing/2014/main" id="{6AB1B19A-4AD7-444E-8C34-1F5AC28D44DF}"/>
              </a:ext>
            </a:extLst>
          </p:cNvPr>
          <p:cNvSpPr>
            <a:spLocks xmlns:a="http://schemas.openxmlformats.org/drawingml/2006/main" noGrp="1"/>
          </p:cNvSpPr>
          <p:nvPr/>
        </p:nvSpPr>
        <p:spPr>
          <a:xfrm xmlns:a="http://schemas.openxmlformats.org/drawingml/2006/main">
            <a:off x="4524375" y="2661047"/>
            <a:ext cx="9525" cy="68759"/>
          </a:xfrm>
          <a:custGeom xmlns:a="http://schemas.openxmlformats.org/drawingml/2006/main">
            <a:pathLst>
              <a:path w="9525" h="68759">
                <a:moveTo>
                  <a:pt x="0" y="0"/>
                </a:moveTo>
                <a:lnTo>
                  <a:pt x="0" y="68759"/>
                </a:lnTo>
              </a:path>
            </a:pathLst>
          </a:custGeom>
          <a:noFill xmlns:a="http://schemas.openxmlformats.org/drawingml/2006/main"/>
          <a:ln xmlns:a="http://schemas.openxmlformats.org/drawingml/2006/main" w="11430">
            <a:solidFill>
              <a:srgbClr val="087E8B"/>
            </a:solidFill>
          </a:ln>
        </p:spPr>
      </p:sp>
      <p:sp>
        <p:nvSpPr>
          <p:cNvPr id="49" name="">
            <a:extLst xmlns:a="http://schemas.openxmlformats.org/drawingml/2006/main">
              <a:ext uri="{FF2B5EF4-FFF2-40B4-BE49-F238E27FC236}">
                <a16:creationId xmlns:a16="http://schemas.microsoft.com/office/drawing/2014/main" id="{E54331C6-1EA3-4201-95F3-0BBA1AA73115}"/>
              </a:ext>
            </a:extLst>
          </p:cNvPr>
          <p:cNvSpPr>
            <a:spLocks xmlns:a="http://schemas.openxmlformats.org/drawingml/2006/main" noGrp="1"/>
          </p:cNvSpPr>
          <p:nvPr/>
        </p:nvSpPr>
        <p:spPr>
          <a:xfrm xmlns:a="http://schemas.openxmlformats.org/drawingml/2006/main">
            <a:off x="4524375" y="2786063"/>
            <a:ext cx="9525" cy="68759"/>
          </a:xfrm>
          <a:custGeom xmlns:a="http://schemas.openxmlformats.org/drawingml/2006/main">
            <a:pathLst>
              <a:path w="9525" h="68759">
                <a:moveTo>
                  <a:pt x="0" y="0"/>
                </a:moveTo>
                <a:lnTo>
                  <a:pt x="0" y="68759"/>
                </a:lnTo>
              </a:path>
            </a:pathLst>
          </a:custGeom>
          <a:noFill xmlns:a="http://schemas.openxmlformats.org/drawingml/2006/main"/>
          <a:ln xmlns:a="http://schemas.openxmlformats.org/drawingml/2006/main" w="11430">
            <a:solidFill>
              <a:srgbClr val="087E8B"/>
            </a:solidFill>
          </a:ln>
        </p:spPr>
      </p:sp>
      <p:sp>
        <p:nvSpPr>
          <p:cNvPr id="50" name="">
            <a:extLst xmlns:a="http://schemas.openxmlformats.org/drawingml/2006/main">
              <a:ext uri="{FF2B5EF4-FFF2-40B4-BE49-F238E27FC236}">
                <a16:creationId xmlns:a16="http://schemas.microsoft.com/office/drawing/2014/main" id="{195B008C-F2C6-4DB9-909F-565EB4189E0D}"/>
              </a:ext>
            </a:extLst>
          </p:cNvPr>
          <p:cNvSpPr>
            <a:spLocks xmlns:a="http://schemas.openxmlformats.org/drawingml/2006/main" noGrp="1"/>
          </p:cNvSpPr>
          <p:nvPr/>
        </p:nvSpPr>
        <p:spPr>
          <a:xfrm xmlns:a="http://schemas.openxmlformats.org/drawingml/2006/main">
            <a:off x="4524375" y="2911078"/>
            <a:ext cx="9525" cy="68759"/>
          </a:xfrm>
          <a:custGeom xmlns:a="http://schemas.openxmlformats.org/drawingml/2006/main">
            <a:pathLst>
              <a:path w="9525" h="68759">
                <a:moveTo>
                  <a:pt x="0" y="0"/>
                </a:moveTo>
                <a:lnTo>
                  <a:pt x="0" y="68759"/>
                </a:lnTo>
              </a:path>
            </a:pathLst>
          </a:custGeom>
          <a:noFill xmlns:a="http://schemas.openxmlformats.org/drawingml/2006/main"/>
          <a:ln xmlns:a="http://schemas.openxmlformats.org/drawingml/2006/main" w="11430">
            <a:solidFill>
              <a:srgbClr val="087E8B"/>
            </a:solidFill>
          </a:ln>
        </p:spPr>
      </p:sp>
      <p:sp>
        <p:nvSpPr>
          <p:cNvPr id="51" name="">
            <a:extLst xmlns:a="http://schemas.openxmlformats.org/drawingml/2006/main">
              <a:ext uri="{FF2B5EF4-FFF2-40B4-BE49-F238E27FC236}">
                <a16:creationId xmlns:a16="http://schemas.microsoft.com/office/drawing/2014/main" id="{CAD7C3F1-8AD5-4AD4-B1E9-06E6E42F3F50}"/>
              </a:ext>
            </a:extLst>
          </p:cNvPr>
          <p:cNvSpPr>
            <a:spLocks xmlns:a="http://schemas.openxmlformats.org/drawingml/2006/main" noGrp="1"/>
          </p:cNvSpPr>
          <p:nvPr/>
        </p:nvSpPr>
        <p:spPr>
          <a:xfrm xmlns:a="http://schemas.openxmlformats.org/drawingml/2006/main">
            <a:off x="4524375" y="3036094"/>
            <a:ext cx="9525" cy="68759"/>
          </a:xfrm>
          <a:custGeom xmlns:a="http://schemas.openxmlformats.org/drawingml/2006/main">
            <a:pathLst>
              <a:path w="9525" h="68759">
                <a:moveTo>
                  <a:pt x="0" y="0"/>
                </a:moveTo>
                <a:lnTo>
                  <a:pt x="0" y="68759"/>
                </a:lnTo>
              </a:path>
            </a:pathLst>
          </a:custGeom>
          <a:noFill xmlns:a="http://schemas.openxmlformats.org/drawingml/2006/main"/>
          <a:ln xmlns:a="http://schemas.openxmlformats.org/drawingml/2006/main" w="11430">
            <a:solidFill>
              <a:srgbClr val="087E8B"/>
            </a:solidFill>
          </a:ln>
        </p:spPr>
      </p:sp>
      <p:sp>
        <p:nvSpPr>
          <p:cNvPr id="52" name="">
            <a:extLst xmlns:a="http://schemas.openxmlformats.org/drawingml/2006/main">
              <a:ext uri="{FF2B5EF4-FFF2-40B4-BE49-F238E27FC236}">
                <a16:creationId xmlns:a16="http://schemas.microsoft.com/office/drawing/2014/main" id="{54F9D923-3CA0-45E8-8EB1-7A164ECA6D60}"/>
              </a:ext>
            </a:extLst>
          </p:cNvPr>
          <p:cNvSpPr>
            <a:spLocks xmlns:a="http://schemas.openxmlformats.org/drawingml/2006/main" noGrp="1"/>
          </p:cNvSpPr>
          <p:nvPr/>
        </p:nvSpPr>
        <p:spPr>
          <a:xfrm xmlns:a="http://schemas.openxmlformats.org/drawingml/2006/main">
            <a:off x="4524375" y="3161109"/>
            <a:ext cx="9525" cy="68759"/>
          </a:xfrm>
          <a:custGeom xmlns:a="http://schemas.openxmlformats.org/drawingml/2006/main">
            <a:pathLst>
              <a:path w="9525" h="68759">
                <a:moveTo>
                  <a:pt x="0" y="0"/>
                </a:moveTo>
                <a:lnTo>
                  <a:pt x="0" y="68759"/>
                </a:lnTo>
              </a:path>
            </a:pathLst>
          </a:custGeom>
          <a:noFill xmlns:a="http://schemas.openxmlformats.org/drawingml/2006/main"/>
          <a:ln xmlns:a="http://schemas.openxmlformats.org/drawingml/2006/main" w="11430">
            <a:solidFill>
              <a:srgbClr val="087E8B"/>
            </a:solidFill>
          </a:ln>
        </p:spPr>
      </p:sp>
      <p:sp>
        <p:nvSpPr>
          <p:cNvPr id="53" name="">
            <a:extLst xmlns:a="http://schemas.openxmlformats.org/drawingml/2006/main">
              <a:ext uri="{FF2B5EF4-FFF2-40B4-BE49-F238E27FC236}">
                <a16:creationId xmlns:a16="http://schemas.microsoft.com/office/drawing/2014/main" id="{39D0E3AC-ED43-4295-AC98-E3DC1B2FA976}"/>
              </a:ext>
            </a:extLst>
          </p:cNvPr>
          <p:cNvSpPr>
            <a:spLocks xmlns:a="http://schemas.openxmlformats.org/drawingml/2006/main" noGrp="1"/>
          </p:cNvSpPr>
          <p:nvPr/>
        </p:nvSpPr>
        <p:spPr>
          <a:xfrm xmlns:a="http://schemas.openxmlformats.org/drawingml/2006/main">
            <a:off x="3238500" y="195262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087E8B"/>
                </a:solidFill>
                <a:latin typeface="Yu Gothic"/>
                <a:ea typeface="Yu Gothic"/>
                <a:cs typeface="Yu Gothic"/>
              </a:defRPr>
            </a:defPPr>
            <a:lvl1pPr>
              <a:buNone/>
              <a:defRPr sz="1800" b="1">
                <a:solidFill>
                  <a:srgbClr val="087E8B"/>
                </a:solidFill>
                <a:latin typeface="Yu Gothic"/>
                <a:ea typeface="Yu Gothic"/>
                <a:cs typeface="Yu Gothic"/>
              </a:defRPr>
            </a:lvl1pPr>
            <a:lvl2pPr>
              <a:buNone/>
              <a:defRPr sz="1800" b="1">
                <a:solidFill>
                  <a:srgbClr val="087E8B"/>
                </a:solidFill>
                <a:latin typeface="Yu Gothic"/>
                <a:ea typeface="Yu Gothic"/>
                <a:cs typeface="Yu Gothic"/>
              </a:defRPr>
            </a:lvl2pPr>
            <a:lvl3pPr>
              <a:buNone/>
              <a:defRPr sz="1800" b="1">
                <a:solidFill>
                  <a:srgbClr val="087E8B"/>
                </a:solidFill>
                <a:latin typeface="Yu Gothic"/>
                <a:ea typeface="Yu Gothic"/>
                <a:cs typeface="Yu Gothic"/>
              </a:defRPr>
            </a:lvl3pPr>
            <a:lvl4pPr>
              <a:buNone/>
              <a:defRPr sz="1800" b="1">
                <a:solidFill>
                  <a:srgbClr val="087E8B"/>
                </a:solidFill>
                <a:latin typeface="Yu Gothic"/>
                <a:ea typeface="Yu Gothic"/>
                <a:cs typeface="Yu Gothic"/>
              </a:defRPr>
            </a:lvl4pPr>
            <a:lvl5pPr>
              <a:buNone/>
              <a:defRPr sz="1800" b="1">
                <a:solidFill>
                  <a:srgbClr val="087E8B"/>
                </a:solidFill>
                <a:latin typeface="Yu Gothic"/>
                <a:ea typeface="Yu Gothic"/>
                <a:cs typeface="Yu Gothic"/>
              </a:defRPr>
            </a:lvl5pPr>
            <a:lvl6pPr>
              <a:buNone/>
              <a:defRPr sz="1800" b="1">
                <a:solidFill>
                  <a:srgbClr val="087E8B"/>
                </a:solidFill>
                <a:latin typeface="Yu Gothic"/>
                <a:ea typeface="Yu Gothic"/>
                <a:cs typeface="Yu Gothic"/>
              </a:defRPr>
            </a:lvl6pPr>
            <a:lvl7pPr>
              <a:buNone/>
              <a:defRPr sz="1800" b="1">
                <a:solidFill>
                  <a:srgbClr val="087E8B"/>
                </a:solidFill>
                <a:latin typeface="Yu Gothic"/>
                <a:ea typeface="Yu Gothic"/>
                <a:cs typeface="Yu Gothic"/>
              </a:defRPr>
            </a:lvl7pPr>
            <a:lvl8pPr>
              <a:buNone/>
              <a:defRPr sz="1800" b="1">
                <a:solidFill>
                  <a:srgbClr val="087E8B"/>
                </a:solidFill>
                <a:latin typeface="Yu Gothic"/>
                <a:ea typeface="Yu Gothic"/>
                <a:cs typeface="Yu Gothic"/>
              </a:defRPr>
            </a:lvl8pPr>
            <a:lvl9pPr>
              <a:buNone/>
              <a:defRPr sz="1800" b="1">
                <a:solidFill>
                  <a:srgbClr val="087E8B"/>
                </a:solidFill>
                <a:latin typeface="Yu Gothic"/>
                <a:ea typeface="Yu Gothic"/>
                <a:cs typeface="Yu Gothic"/>
              </a:defRPr>
            </a:lvl9pPr>
          </a:lstStyle>
          <a:p xmlns:a="http://schemas.openxmlformats.org/drawingml/2006/main">
            <a:pPr>
              <a:buNone/>
              <a:defRPr sz="1800" b="1">
                <a:solidFill>
                  <a:srgbClr val="087E8B"/>
                </a:solidFill>
                <a:latin typeface="Yu Gothic"/>
                <a:ea typeface="Yu Gothic"/>
                <a:cs typeface="Yu Gothic"/>
              </a:defRPr>
            </a:pPr>
            <a:r>
              <a:rPr sz="1800" b="1">
                <a:solidFill>
                  <a:srgbClr val="087E8B"/>
                </a:solidFill>
                <a:latin typeface="Yu Gothic"/>
                <a:ea typeface="Yu Gothic"/>
                <a:cs typeface="Yu Gothic"/>
              </a:rPr>
              <a:t>ここで切る</a:t>
            </a:r>
          </a:p>
        </p:txBody>
      </p:sp>
      <p:sp>
        <p:nvSpPr>
          <p:cNvPr id="54" name="">
            <a:extLst xmlns:a="http://schemas.openxmlformats.org/drawingml/2006/main">
              <a:ext uri="{FF2B5EF4-FFF2-40B4-BE49-F238E27FC236}">
                <a16:creationId xmlns:a16="http://schemas.microsoft.com/office/drawing/2014/main" id="{DCAD4B96-AEB3-414C-8AC5-97FFD6454AEA}"/>
              </a:ext>
            </a:extLst>
          </p:cNvPr>
          <p:cNvSpPr>
            <a:spLocks xmlns:a="http://schemas.openxmlformats.org/drawingml/2006/main" noGrp="1"/>
          </p:cNvSpPr>
          <p:nvPr/>
        </p:nvSpPr>
        <p:spPr>
          <a:xfrm xmlns:a="http://schemas.openxmlformats.org/drawingml/2006/main">
            <a:off x="809625" y="409575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左部分を取り出す</a:t>
            </a:r>
          </a:p>
        </p:txBody>
      </p:sp>
      <p:sp>
        <p:nvSpPr>
          <p:cNvPr id="55" name="">
            <a:extLst xmlns:a="http://schemas.openxmlformats.org/drawingml/2006/main">
              <a:ext uri="{FF2B5EF4-FFF2-40B4-BE49-F238E27FC236}">
                <a16:creationId xmlns:a16="http://schemas.microsoft.com/office/drawing/2014/main" id="{5E98BF83-6256-4303-BD7D-8AC588C1B169}"/>
              </a:ext>
            </a:extLst>
          </p:cNvPr>
          <p:cNvSpPr>
            <a:spLocks xmlns:a="http://schemas.openxmlformats.org/drawingml/2006/main" noGrp="1"/>
          </p:cNvSpPr>
          <p:nvPr/>
        </p:nvSpPr>
        <p:spPr>
          <a:xfrm xmlns:a="http://schemas.openxmlformats.org/drawingml/2006/main">
            <a:off x="1714500" y="4714875"/>
            <a:ext cx="2809875" cy="19050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56" name="">
            <a:extLst xmlns:a="http://schemas.openxmlformats.org/drawingml/2006/main">
              <a:ext uri="{FF2B5EF4-FFF2-40B4-BE49-F238E27FC236}">
                <a16:creationId xmlns:a16="http://schemas.microsoft.com/office/drawing/2014/main" id="{FF2DD5BB-F6E0-4C16-865A-30A011D5F82C}"/>
              </a:ext>
            </a:extLst>
          </p:cNvPr>
          <p:cNvSpPr>
            <a:spLocks xmlns:a="http://schemas.openxmlformats.org/drawingml/2006/main" noGrp="1"/>
          </p:cNvSpPr>
          <p:nvPr/>
        </p:nvSpPr>
        <p:spPr>
          <a:xfrm xmlns:a="http://schemas.openxmlformats.org/drawingml/2006/main">
            <a:off x="1714500" y="4943475"/>
            <a:ext cx="9525" cy="342900"/>
          </a:xfrm>
          <a:custGeom xmlns:a="http://schemas.openxmlformats.org/drawingml/2006/main">
            <a:pathLst>
              <a:path w="9525" h="342900">
                <a:moveTo>
                  <a:pt x="0" y="342900"/>
                </a:moveTo>
                <a:lnTo>
                  <a:pt x="0" y="0"/>
                </a:lnTo>
              </a:path>
            </a:pathLst>
          </a:custGeom>
          <a:noFill xmlns:a="http://schemas.openxmlformats.org/drawingml/2006/main"/>
          <a:ln xmlns:a="http://schemas.openxmlformats.org/drawingml/2006/main" w="28575">
            <a:solidFill>
              <a:srgbClr val="2876A8"/>
            </a:solidFill>
          </a:ln>
        </p:spPr>
      </p:sp>
      <p:sp>
        <p:nvSpPr>
          <p:cNvPr id="57" name="">
            <a:extLst xmlns:a="http://schemas.openxmlformats.org/drawingml/2006/main">
              <a:ext uri="{FF2B5EF4-FFF2-40B4-BE49-F238E27FC236}">
                <a16:creationId xmlns:a16="http://schemas.microsoft.com/office/drawing/2014/main" id="{2759F89F-B9A6-449F-8489-9E8A4B73C281}"/>
              </a:ext>
            </a:extLst>
          </p:cNvPr>
          <p:cNvSpPr>
            <a:spLocks xmlns:a="http://schemas.openxmlformats.org/drawingml/2006/main" noGrp="1"/>
          </p:cNvSpPr>
          <p:nvPr/>
        </p:nvSpPr>
        <p:spPr>
          <a:xfrm xmlns:a="http://schemas.openxmlformats.org/drawingml/2006/main">
            <a:off x="1666494" y="4943475"/>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2876A8"/>
          </a:solidFill>
          <a:ln xmlns:a="http://schemas.openxmlformats.org/drawingml/2006/main" w="4763">
            <a:solidFill>
              <a:srgbClr val="2876A8"/>
            </a:solidFill>
          </a:ln>
        </p:spPr>
      </p:sp>
      <p:sp>
        <p:nvSpPr>
          <p:cNvPr id="58" name="">
            <a:extLst xmlns:a="http://schemas.openxmlformats.org/drawingml/2006/main">
              <a:ext uri="{FF2B5EF4-FFF2-40B4-BE49-F238E27FC236}">
                <a16:creationId xmlns:a16="http://schemas.microsoft.com/office/drawing/2014/main" id="{5D87121F-AAB1-4B59-A5B0-3ED049AE2BBF}"/>
              </a:ext>
            </a:extLst>
          </p:cNvPr>
          <p:cNvSpPr>
            <a:spLocks xmlns:a="http://schemas.openxmlformats.org/drawingml/2006/main" noGrp="1"/>
          </p:cNvSpPr>
          <p:nvPr/>
        </p:nvSpPr>
        <p:spPr>
          <a:xfrm xmlns:a="http://schemas.openxmlformats.org/drawingml/2006/main">
            <a:off x="809625" y="4905375"/>
            <a:ext cx="123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buNone/>
              <a:defRPr sz="1800" b="1">
                <a:solidFill>
                  <a:srgbClr val="2876A8"/>
                </a:solidFill>
                <a:latin typeface="Yu Gothic"/>
                <a:ea typeface="Yu Gothic"/>
                <a:cs typeface="Yu Gothic"/>
              </a:defRPr>
            </a:lvl1pPr>
            <a:lvl2pPr>
              <a:buNone/>
              <a:defRPr sz="1800" b="1">
                <a:solidFill>
                  <a:srgbClr val="2876A8"/>
                </a:solidFill>
                <a:latin typeface="Yu Gothic"/>
                <a:ea typeface="Yu Gothic"/>
                <a:cs typeface="Yu Gothic"/>
              </a:defRPr>
            </a:lvl2pPr>
            <a:lvl3pPr>
              <a:buNone/>
              <a:defRPr sz="1800" b="1">
                <a:solidFill>
                  <a:srgbClr val="2876A8"/>
                </a:solidFill>
                <a:latin typeface="Yu Gothic"/>
                <a:ea typeface="Yu Gothic"/>
                <a:cs typeface="Yu Gothic"/>
              </a:defRPr>
            </a:lvl3pPr>
            <a:lvl4pPr>
              <a:buNone/>
              <a:defRPr sz="1800" b="1">
                <a:solidFill>
                  <a:srgbClr val="2876A8"/>
                </a:solidFill>
                <a:latin typeface="Yu Gothic"/>
                <a:ea typeface="Yu Gothic"/>
                <a:cs typeface="Yu Gothic"/>
              </a:defRPr>
            </a:lvl4pPr>
            <a:lvl5pPr>
              <a:buNone/>
              <a:defRPr sz="1800" b="1">
                <a:solidFill>
                  <a:srgbClr val="2876A8"/>
                </a:solidFill>
                <a:latin typeface="Yu Gothic"/>
                <a:ea typeface="Yu Gothic"/>
                <a:cs typeface="Yu Gothic"/>
              </a:defRPr>
            </a:lvl5pPr>
            <a:lvl6pPr>
              <a:buNone/>
              <a:defRPr sz="1800" b="1">
                <a:solidFill>
                  <a:srgbClr val="2876A8"/>
                </a:solidFill>
                <a:latin typeface="Yu Gothic"/>
                <a:ea typeface="Yu Gothic"/>
                <a:cs typeface="Yu Gothic"/>
              </a:defRPr>
            </a:lvl6pPr>
            <a:lvl7pPr>
              <a:buNone/>
              <a:defRPr sz="1800" b="1">
                <a:solidFill>
                  <a:srgbClr val="2876A8"/>
                </a:solidFill>
                <a:latin typeface="Yu Gothic"/>
                <a:ea typeface="Yu Gothic"/>
                <a:cs typeface="Yu Gothic"/>
              </a:defRPr>
            </a:lvl7pPr>
            <a:lvl8pPr>
              <a:buNone/>
              <a:defRPr sz="1800" b="1">
                <a:solidFill>
                  <a:srgbClr val="2876A8"/>
                </a:solidFill>
                <a:latin typeface="Yu Gothic"/>
                <a:ea typeface="Yu Gothic"/>
                <a:cs typeface="Yu Gothic"/>
              </a:defRPr>
            </a:lvl8pPr>
            <a:lvl9pPr>
              <a:buNone/>
              <a:defRPr sz="1800" b="1">
                <a:solidFill>
                  <a:srgbClr val="2876A8"/>
                </a:solidFill>
                <a:latin typeface="Yu Gothic"/>
                <a:ea typeface="Yu Gothic"/>
                <a:cs typeface="Yu Gothic"/>
              </a:defRPr>
            </a:lvl9pPr>
          </a:lstStyle>
          <a:p xmlns:a="http://schemas.openxmlformats.org/drawingml/2006/main">
            <a:pPr>
              <a:buNone/>
              <a:defRPr sz="1800" b="1">
                <a:solidFill>
                  <a:srgbClr val="2876A8"/>
                </a:solidFill>
                <a:latin typeface="Yu Gothic"/>
                <a:ea typeface="Yu Gothic"/>
                <a:cs typeface="Yu Gothic"/>
              </a:defRPr>
            </a:pPr>
            <a:r>
              <a:rPr sz="1800" b="1">
                <a:solidFill>
                  <a:srgbClr val="2876A8"/>
                </a:solidFill>
                <a:latin typeface="Yu Gothic"/>
                <a:ea typeface="Yu Gothic"/>
                <a:cs typeface="Yu Gothic"/>
              </a:rPr>
              <a:t>100 N</a:t>
            </a:r>
          </a:p>
        </p:txBody>
      </p:sp>
      <p:sp>
        <p:nvSpPr>
          <p:cNvPr id="59" name="">
            <a:extLst xmlns:a="http://schemas.openxmlformats.org/drawingml/2006/main">
              <a:ext uri="{FF2B5EF4-FFF2-40B4-BE49-F238E27FC236}">
                <a16:creationId xmlns:a16="http://schemas.microsoft.com/office/drawing/2014/main" id="{615D10C6-A860-4EBB-B3B3-EDA79A98E21E}"/>
              </a:ext>
            </a:extLst>
          </p:cNvPr>
          <p:cNvSpPr>
            <a:spLocks xmlns:a="http://schemas.openxmlformats.org/drawingml/2006/main" noGrp="1"/>
          </p:cNvSpPr>
          <p:nvPr/>
        </p:nvSpPr>
        <p:spPr>
          <a:xfrm xmlns:a="http://schemas.openxmlformats.org/drawingml/2006/main">
            <a:off x="4524375" y="4381500"/>
            <a:ext cx="9525" cy="66940"/>
          </a:xfrm>
          <a:custGeom xmlns:a="http://schemas.openxmlformats.org/drawingml/2006/main">
            <a:pathLst>
              <a:path w="9525" h="66940">
                <a:moveTo>
                  <a:pt x="0" y="0"/>
                </a:moveTo>
                <a:lnTo>
                  <a:pt x="0" y="66940"/>
                </a:lnTo>
              </a:path>
            </a:pathLst>
          </a:custGeom>
          <a:noFill xmlns:a="http://schemas.openxmlformats.org/drawingml/2006/main"/>
          <a:ln xmlns:a="http://schemas.openxmlformats.org/drawingml/2006/main" w="11430">
            <a:solidFill>
              <a:srgbClr val="087E8B"/>
            </a:solidFill>
          </a:ln>
        </p:spPr>
      </p:sp>
      <p:sp>
        <p:nvSpPr>
          <p:cNvPr id="60" name="">
            <a:extLst xmlns:a="http://schemas.openxmlformats.org/drawingml/2006/main">
              <a:ext uri="{FF2B5EF4-FFF2-40B4-BE49-F238E27FC236}">
                <a16:creationId xmlns:a16="http://schemas.microsoft.com/office/drawing/2014/main" id="{52D5CB0D-3E4B-4D41-948C-5D0F229CD430}"/>
              </a:ext>
            </a:extLst>
          </p:cNvPr>
          <p:cNvSpPr>
            <a:spLocks xmlns:a="http://schemas.openxmlformats.org/drawingml/2006/main" noGrp="1"/>
          </p:cNvSpPr>
          <p:nvPr/>
        </p:nvSpPr>
        <p:spPr>
          <a:xfrm xmlns:a="http://schemas.openxmlformats.org/drawingml/2006/main">
            <a:off x="4524375" y="4503208"/>
            <a:ext cx="9525" cy="66940"/>
          </a:xfrm>
          <a:custGeom xmlns:a="http://schemas.openxmlformats.org/drawingml/2006/main">
            <a:pathLst>
              <a:path w="9525" h="66940">
                <a:moveTo>
                  <a:pt x="0" y="0"/>
                </a:moveTo>
                <a:lnTo>
                  <a:pt x="0" y="66940"/>
                </a:lnTo>
              </a:path>
            </a:pathLst>
          </a:custGeom>
          <a:noFill xmlns:a="http://schemas.openxmlformats.org/drawingml/2006/main"/>
          <a:ln xmlns:a="http://schemas.openxmlformats.org/drawingml/2006/main" w="11430">
            <a:solidFill>
              <a:srgbClr val="087E8B"/>
            </a:solidFill>
          </a:ln>
        </p:spPr>
      </p:sp>
      <p:sp>
        <p:nvSpPr>
          <p:cNvPr id="61" name="">
            <a:extLst xmlns:a="http://schemas.openxmlformats.org/drawingml/2006/main">
              <a:ext uri="{FF2B5EF4-FFF2-40B4-BE49-F238E27FC236}">
                <a16:creationId xmlns:a16="http://schemas.microsoft.com/office/drawing/2014/main" id="{E739CB84-0CB8-48F4-91DB-0F53DEDB7697}"/>
              </a:ext>
            </a:extLst>
          </p:cNvPr>
          <p:cNvSpPr>
            <a:spLocks xmlns:a="http://schemas.openxmlformats.org/drawingml/2006/main" noGrp="1"/>
          </p:cNvSpPr>
          <p:nvPr/>
        </p:nvSpPr>
        <p:spPr>
          <a:xfrm xmlns:a="http://schemas.openxmlformats.org/drawingml/2006/main">
            <a:off x="4524375" y="4624917"/>
            <a:ext cx="9525" cy="66940"/>
          </a:xfrm>
          <a:custGeom xmlns:a="http://schemas.openxmlformats.org/drawingml/2006/main">
            <a:pathLst>
              <a:path w="9525" h="66940">
                <a:moveTo>
                  <a:pt x="0" y="0"/>
                </a:moveTo>
                <a:lnTo>
                  <a:pt x="0" y="66940"/>
                </a:lnTo>
              </a:path>
            </a:pathLst>
          </a:custGeom>
          <a:noFill xmlns:a="http://schemas.openxmlformats.org/drawingml/2006/main"/>
          <a:ln xmlns:a="http://schemas.openxmlformats.org/drawingml/2006/main" w="11430">
            <a:solidFill>
              <a:srgbClr val="087E8B"/>
            </a:solidFill>
          </a:ln>
        </p:spPr>
      </p:sp>
      <p:sp>
        <p:nvSpPr>
          <p:cNvPr id="62" name="">
            <a:extLst xmlns:a="http://schemas.openxmlformats.org/drawingml/2006/main">
              <a:ext uri="{FF2B5EF4-FFF2-40B4-BE49-F238E27FC236}">
                <a16:creationId xmlns:a16="http://schemas.microsoft.com/office/drawing/2014/main" id="{0BABCAD9-3EAD-4F23-BE95-5A92613991D4}"/>
              </a:ext>
            </a:extLst>
          </p:cNvPr>
          <p:cNvSpPr>
            <a:spLocks xmlns:a="http://schemas.openxmlformats.org/drawingml/2006/main" noGrp="1"/>
          </p:cNvSpPr>
          <p:nvPr/>
        </p:nvSpPr>
        <p:spPr>
          <a:xfrm xmlns:a="http://schemas.openxmlformats.org/drawingml/2006/main">
            <a:off x="4524375" y="4746625"/>
            <a:ext cx="9525" cy="66940"/>
          </a:xfrm>
          <a:custGeom xmlns:a="http://schemas.openxmlformats.org/drawingml/2006/main">
            <a:pathLst>
              <a:path w="9525" h="66940">
                <a:moveTo>
                  <a:pt x="0" y="0"/>
                </a:moveTo>
                <a:lnTo>
                  <a:pt x="0" y="66940"/>
                </a:lnTo>
              </a:path>
            </a:pathLst>
          </a:custGeom>
          <a:noFill xmlns:a="http://schemas.openxmlformats.org/drawingml/2006/main"/>
          <a:ln xmlns:a="http://schemas.openxmlformats.org/drawingml/2006/main" w="11430">
            <a:solidFill>
              <a:srgbClr val="087E8B"/>
            </a:solidFill>
          </a:ln>
        </p:spPr>
      </p:sp>
      <p:sp>
        <p:nvSpPr>
          <p:cNvPr id="63" name="">
            <a:extLst xmlns:a="http://schemas.openxmlformats.org/drawingml/2006/main">
              <a:ext uri="{FF2B5EF4-FFF2-40B4-BE49-F238E27FC236}">
                <a16:creationId xmlns:a16="http://schemas.microsoft.com/office/drawing/2014/main" id="{0D297ACC-7197-4122-B440-791787E43697}"/>
              </a:ext>
            </a:extLst>
          </p:cNvPr>
          <p:cNvSpPr>
            <a:spLocks xmlns:a="http://schemas.openxmlformats.org/drawingml/2006/main" noGrp="1"/>
          </p:cNvSpPr>
          <p:nvPr/>
        </p:nvSpPr>
        <p:spPr>
          <a:xfrm xmlns:a="http://schemas.openxmlformats.org/drawingml/2006/main">
            <a:off x="4524375" y="4868333"/>
            <a:ext cx="9525" cy="66940"/>
          </a:xfrm>
          <a:custGeom xmlns:a="http://schemas.openxmlformats.org/drawingml/2006/main">
            <a:pathLst>
              <a:path w="9525" h="66940">
                <a:moveTo>
                  <a:pt x="0" y="0"/>
                </a:moveTo>
                <a:lnTo>
                  <a:pt x="0" y="66940"/>
                </a:lnTo>
              </a:path>
            </a:pathLst>
          </a:custGeom>
          <a:noFill xmlns:a="http://schemas.openxmlformats.org/drawingml/2006/main"/>
          <a:ln xmlns:a="http://schemas.openxmlformats.org/drawingml/2006/main" w="11430">
            <a:solidFill>
              <a:srgbClr val="087E8B"/>
            </a:solidFill>
          </a:ln>
        </p:spPr>
      </p:sp>
      <p:sp>
        <p:nvSpPr>
          <p:cNvPr id="64" name="">
            <a:extLst xmlns:a="http://schemas.openxmlformats.org/drawingml/2006/main">
              <a:ext uri="{FF2B5EF4-FFF2-40B4-BE49-F238E27FC236}">
                <a16:creationId xmlns:a16="http://schemas.microsoft.com/office/drawing/2014/main" id="{C133DB30-92AC-45EF-8B13-5119DF993E75}"/>
              </a:ext>
            </a:extLst>
          </p:cNvPr>
          <p:cNvSpPr>
            <a:spLocks xmlns:a="http://schemas.openxmlformats.org/drawingml/2006/main" noGrp="1"/>
          </p:cNvSpPr>
          <p:nvPr/>
        </p:nvSpPr>
        <p:spPr>
          <a:xfrm xmlns:a="http://schemas.openxmlformats.org/drawingml/2006/main">
            <a:off x="4524375" y="4990042"/>
            <a:ext cx="9525" cy="66940"/>
          </a:xfrm>
          <a:custGeom xmlns:a="http://schemas.openxmlformats.org/drawingml/2006/main">
            <a:pathLst>
              <a:path w="9525" h="66940">
                <a:moveTo>
                  <a:pt x="0" y="0"/>
                </a:moveTo>
                <a:lnTo>
                  <a:pt x="0" y="66940"/>
                </a:lnTo>
              </a:path>
            </a:pathLst>
          </a:custGeom>
          <a:noFill xmlns:a="http://schemas.openxmlformats.org/drawingml/2006/main"/>
          <a:ln xmlns:a="http://schemas.openxmlformats.org/drawingml/2006/main" w="11430">
            <a:solidFill>
              <a:srgbClr val="087E8B"/>
            </a:solidFill>
          </a:ln>
        </p:spPr>
      </p:sp>
      <p:sp>
        <p:nvSpPr>
          <p:cNvPr id="65" name="">
            <a:extLst xmlns:a="http://schemas.openxmlformats.org/drawingml/2006/main">
              <a:ext uri="{FF2B5EF4-FFF2-40B4-BE49-F238E27FC236}">
                <a16:creationId xmlns:a16="http://schemas.microsoft.com/office/drawing/2014/main" id="{495F4316-5483-4F52-AB6A-AB2EBED4BBE7}"/>
              </a:ext>
            </a:extLst>
          </p:cNvPr>
          <p:cNvSpPr>
            <a:spLocks xmlns:a="http://schemas.openxmlformats.org/drawingml/2006/main" noGrp="1"/>
          </p:cNvSpPr>
          <p:nvPr/>
        </p:nvSpPr>
        <p:spPr>
          <a:xfrm xmlns:a="http://schemas.openxmlformats.org/drawingml/2006/main">
            <a:off x="4524375" y="5111750"/>
            <a:ext cx="9525" cy="66940"/>
          </a:xfrm>
          <a:custGeom xmlns:a="http://schemas.openxmlformats.org/drawingml/2006/main">
            <a:pathLst>
              <a:path w="9525" h="66940">
                <a:moveTo>
                  <a:pt x="0" y="0"/>
                </a:moveTo>
                <a:lnTo>
                  <a:pt x="0" y="66940"/>
                </a:lnTo>
              </a:path>
            </a:pathLst>
          </a:custGeom>
          <a:noFill xmlns:a="http://schemas.openxmlformats.org/drawingml/2006/main"/>
          <a:ln xmlns:a="http://schemas.openxmlformats.org/drawingml/2006/main" w="11430">
            <a:solidFill>
              <a:srgbClr val="087E8B"/>
            </a:solidFill>
          </a:ln>
        </p:spPr>
      </p:sp>
      <p:sp>
        <p:nvSpPr>
          <p:cNvPr id="66" name="">
            <a:extLst xmlns:a="http://schemas.openxmlformats.org/drawingml/2006/main">
              <a:ext uri="{FF2B5EF4-FFF2-40B4-BE49-F238E27FC236}">
                <a16:creationId xmlns:a16="http://schemas.microsoft.com/office/drawing/2014/main" id="{A596ECEC-62D3-406E-8B5D-158BB23A403F}"/>
              </a:ext>
            </a:extLst>
          </p:cNvPr>
          <p:cNvSpPr>
            <a:spLocks xmlns:a="http://schemas.openxmlformats.org/drawingml/2006/main" noGrp="1"/>
          </p:cNvSpPr>
          <p:nvPr/>
        </p:nvSpPr>
        <p:spPr>
          <a:xfrm xmlns:a="http://schemas.openxmlformats.org/drawingml/2006/main">
            <a:off x="4524375" y="5233458"/>
            <a:ext cx="9525" cy="66940"/>
          </a:xfrm>
          <a:custGeom xmlns:a="http://schemas.openxmlformats.org/drawingml/2006/main">
            <a:pathLst>
              <a:path w="9525" h="66940">
                <a:moveTo>
                  <a:pt x="0" y="0"/>
                </a:moveTo>
                <a:lnTo>
                  <a:pt x="0" y="66940"/>
                </a:lnTo>
              </a:path>
            </a:pathLst>
          </a:custGeom>
          <a:noFill xmlns:a="http://schemas.openxmlformats.org/drawingml/2006/main"/>
          <a:ln xmlns:a="http://schemas.openxmlformats.org/drawingml/2006/main" w="11430">
            <a:solidFill>
              <a:srgbClr val="087E8B"/>
            </a:solidFill>
          </a:ln>
        </p:spPr>
      </p:sp>
      <p:sp>
        <p:nvSpPr>
          <p:cNvPr id="67" name="">
            <a:extLst xmlns:a="http://schemas.openxmlformats.org/drawingml/2006/main">
              <a:ext uri="{FF2B5EF4-FFF2-40B4-BE49-F238E27FC236}">
                <a16:creationId xmlns:a16="http://schemas.microsoft.com/office/drawing/2014/main" id="{CD9214A1-7FF5-4F78-83F6-662A4F87B1AA}"/>
              </a:ext>
            </a:extLst>
          </p:cNvPr>
          <p:cNvSpPr>
            <a:spLocks xmlns:a="http://schemas.openxmlformats.org/drawingml/2006/main" noGrp="1"/>
          </p:cNvSpPr>
          <p:nvPr/>
        </p:nvSpPr>
        <p:spPr>
          <a:xfrm xmlns:a="http://schemas.openxmlformats.org/drawingml/2006/main">
            <a:off x="4524375" y="5355167"/>
            <a:ext cx="9525" cy="66940"/>
          </a:xfrm>
          <a:custGeom xmlns:a="http://schemas.openxmlformats.org/drawingml/2006/main">
            <a:pathLst>
              <a:path w="9525" h="66940">
                <a:moveTo>
                  <a:pt x="0" y="0"/>
                </a:moveTo>
                <a:lnTo>
                  <a:pt x="0" y="66940"/>
                </a:lnTo>
              </a:path>
            </a:pathLst>
          </a:custGeom>
          <a:noFill xmlns:a="http://schemas.openxmlformats.org/drawingml/2006/main"/>
          <a:ln xmlns:a="http://schemas.openxmlformats.org/drawingml/2006/main" w="11430">
            <a:solidFill>
              <a:srgbClr val="087E8B"/>
            </a:solidFill>
          </a:ln>
        </p:spPr>
      </p:sp>
      <p:sp>
        <p:nvSpPr>
          <p:cNvPr id="68" name="">
            <a:extLst xmlns:a="http://schemas.openxmlformats.org/drawingml/2006/main">
              <a:ext uri="{FF2B5EF4-FFF2-40B4-BE49-F238E27FC236}">
                <a16:creationId xmlns:a16="http://schemas.microsoft.com/office/drawing/2014/main" id="{FF1E29B8-0838-4694-A66F-10BC2521E659}"/>
              </a:ext>
            </a:extLst>
          </p:cNvPr>
          <p:cNvSpPr>
            <a:spLocks xmlns:a="http://schemas.openxmlformats.org/drawingml/2006/main" noGrp="1"/>
          </p:cNvSpPr>
          <p:nvPr/>
        </p:nvSpPr>
        <p:spPr>
          <a:xfrm xmlns:a="http://schemas.openxmlformats.org/drawingml/2006/main">
            <a:off x="4524375" y="4714875"/>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28575">
            <a:solidFill>
              <a:srgbClr val="7655A5"/>
            </a:solidFill>
          </a:ln>
        </p:spPr>
      </p:sp>
      <p:sp>
        <p:nvSpPr>
          <p:cNvPr id="69" name="">
            <a:extLst xmlns:a="http://schemas.openxmlformats.org/drawingml/2006/main">
              <a:ext uri="{FF2B5EF4-FFF2-40B4-BE49-F238E27FC236}">
                <a16:creationId xmlns:a16="http://schemas.microsoft.com/office/drawing/2014/main" id="{F74A05BE-AA50-4119-98C1-DA6242106ADF}"/>
              </a:ext>
            </a:extLst>
          </p:cNvPr>
          <p:cNvSpPr>
            <a:spLocks xmlns:a="http://schemas.openxmlformats.org/drawingml/2006/main" noGrp="1"/>
          </p:cNvSpPr>
          <p:nvPr/>
        </p:nvSpPr>
        <p:spPr>
          <a:xfrm xmlns:a="http://schemas.openxmlformats.org/drawingml/2006/main">
            <a:off x="4476369" y="517207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7655A5"/>
          </a:solidFill>
          <a:ln xmlns:a="http://schemas.openxmlformats.org/drawingml/2006/main" w="4763">
            <a:solidFill>
              <a:srgbClr val="7655A5"/>
            </a:solidFill>
          </a:ln>
        </p:spPr>
      </p:sp>
      <p:sp>
        <p:nvSpPr>
          <p:cNvPr id="70" name="">
            <a:extLst xmlns:a="http://schemas.openxmlformats.org/drawingml/2006/main">
              <a:ext uri="{FF2B5EF4-FFF2-40B4-BE49-F238E27FC236}">
                <a16:creationId xmlns:a16="http://schemas.microsoft.com/office/drawing/2014/main" id="{792D712D-C303-486C-BFA5-7EA4A8AC28E5}"/>
              </a:ext>
            </a:extLst>
          </p:cNvPr>
          <p:cNvSpPr>
            <a:spLocks xmlns:a="http://schemas.openxmlformats.org/drawingml/2006/main" noGrp="1"/>
          </p:cNvSpPr>
          <p:nvPr/>
        </p:nvSpPr>
        <p:spPr>
          <a:xfrm xmlns:a="http://schemas.openxmlformats.org/drawingml/2006/main">
            <a:off x="4714875" y="4981575"/>
            <a:ext cx="42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7655A5"/>
                </a:solidFill>
                <a:latin typeface="Yu Gothic"/>
                <a:ea typeface="Yu Gothic"/>
                <a:cs typeface="Yu Gothic"/>
              </a:defRPr>
            </a:defPPr>
            <a:lvl1pPr>
              <a:buNone/>
              <a:defRPr sz="2100" b="1">
                <a:solidFill>
                  <a:srgbClr val="7655A5"/>
                </a:solidFill>
                <a:latin typeface="Yu Gothic"/>
                <a:ea typeface="Yu Gothic"/>
                <a:cs typeface="Yu Gothic"/>
              </a:defRPr>
            </a:lvl1pPr>
            <a:lvl2pPr>
              <a:buNone/>
              <a:defRPr sz="2100" b="1">
                <a:solidFill>
                  <a:srgbClr val="7655A5"/>
                </a:solidFill>
                <a:latin typeface="Yu Gothic"/>
                <a:ea typeface="Yu Gothic"/>
                <a:cs typeface="Yu Gothic"/>
              </a:defRPr>
            </a:lvl2pPr>
            <a:lvl3pPr>
              <a:buNone/>
              <a:defRPr sz="2100" b="1">
                <a:solidFill>
                  <a:srgbClr val="7655A5"/>
                </a:solidFill>
                <a:latin typeface="Yu Gothic"/>
                <a:ea typeface="Yu Gothic"/>
                <a:cs typeface="Yu Gothic"/>
              </a:defRPr>
            </a:lvl3pPr>
            <a:lvl4pPr>
              <a:buNone/>
              <a:defRPr sz="2100" b="1">
                <a:solidFill>
                  <a:srgbClr val="7655A5"/>
                </a:solidFill>
                <a:latin typeface="Yu Gothic"/>
                <a:ea typeface="Yu Gothic"/>
                <a:cs typeface="Yu Gothic"/>
              </a:defRPr>
            </a:lvl4pPr>
            <a:lvl5pPr>
              <a:buNone/>
              <a:defRPr sz="2100" b="1">
                <a:solidFill>
                  <a:srgbClr val="7655A5"/>
                </a:solidFill>
                <a:latin typeface="Yu Gothic"/>
                <a:ea typeface="Yu Gothic"/>
                <a:cs typeface="Yu Gothic"/>
              </a:defRPr>
            </a:lvl5pPr>
            <a:lvl6pPr>
              <a:buNone/>
              <a:defRPr sz="2100" b="1">
                <a:solidFill>
                  <a:srgbClr val="7655A5"/>
                </a:solidFill>
                <a:latin typeface="Yu Gothic"/>
                <a:ea typeface="Yu Gothic"/>
                <a:cs typeface="Yu Gothic"/>
              </a:defRPr>
            </a:lvl6pPr>
            <a:lvl7pPr>
              <a:buNone/>
              <a:defRPr sz="2100" b="1">
                <a:solidFill>
                  <a:srgbClr val="7655A5"/>
                </a:solidFill>
                <a:latin typeface="Yu Gothic"/>
                <a:ea typeface="Yu Gothic"/>
                <a:cs typeface="Yu Gothic"/>
              </a:defRPr>
            </a:lvl7pPr>
            <a:lvl8pPr>
              <a:buNone/>
              <a:defRPr sz="2100" b="1">
                <a:solidFill>
                  <a:srgbClr val="7655A5"/>
                </a:solidFill>
                <a:latin typeface="Yu Gothic"/>
                <a:ea typeface="Yu Gothic"/>
                <a:cs typeface="Yu Gothic"/>
              </a:defRPr>
            </a:lvl8pPr>
            <a:lvl9pPr>
              <a:buNone/>
              <a:defRPr sz="2100" b="1">
                <a:solidFill>
                  <a:srgbClr val="7655A5"/>
                </a:solidFill>
                <a:latin typeface="Yu Gothic"/>
                <a:ea typeface="Yu Gothic"/>
                <a:cs typeface="Yu Gothic"/>
              </a:defRPr>
            </a:lvl9pPr>
          </a:lstStyle>
          <a:p xmlns:a="http://schemas.openxmlformats.org/drawingml/2006/main">
            <a:pPr>
              <a:buNone/>
              <a:defRPr sz="2100" b="1">
                <a:solidFill>
                  <a:srgbClr val="7655A5"/>
                </a:solidFill>
                <a:latin typeface="Yu Gothic"/>
                <a:ea typeface="Yu Gothic"/>
                <a:cs typeface="Yu Gothic"/>
              </a:defRPr>
            </a:pPr>
            <a:r>
              <a:rPr sz="2100" b="1">
                <a:solidFill>
                  <a:srgbClr val="7655A5"/>
                </a:solidFill>
                <a:latin typeface="Yu Gothic"/>
                <a:ea typeface="Yu Gothic"/>
                <a:cs typeface="Yu Gothic"/>
              </a:rPr>
              <a:t>V</a:t>
            </a:r>
          </a:p>
        </p:txBody>
      </p:sp>
      <p:sp>
        <p:nvSpPr>
          <p:cNvPr id="71" name="">
            <a:extLst xmlns:a="http://schemas.openxmlformats.org/drawingml/2006/main">
              <a:ext uri="{FF2B5EF4-FFF2-40B4-BE49-F238E27FC236}">
                <a16:creationId xmlns:a16="http://schemas.microsoft.com/office/drawing/2014/main" id="{F73F6C0C-51A7-409D-B7D4-F61842A06AB2}"/>
              </a:ext>
            </a:extLst>
          </p:cNvPr>
          <p:cNvSpPr>
            <a:spLocks xmlns:a="http://schemas.openxmlformats.org/drawingml/2006/main" noGrp="1"/>
          </p:cNvSpPr>
          <p:nvPr/>
        </p:nvSpPr>
        <p:spPr>
          <a:xfrm xmlns:a="http://schemas.openxmlformats.org/drawingml/2006/main">
            <a:off x="4839353" y="4505488"/>
            <a:ext cx="608907" cy="568601"/>
          </a:xfrm>
          <a:custGeom xmlns:a="http://schemas.openxmlformats.org/drawingml/2006/main">
            <a:pathLst>
              <a:path w="608907" h="568601">
                <a:moveTo>
                  <a:pt x="456547" y="568601"/>
                </a:moveTo>
                <a:lnTo>
                  <a:pt x="493630" y="543383"/>
                </a:lnTo>
                <a:lnTo>
                  <a:pt x="526610" y="512996"/>
                </a:lnTo>
                <a:lnTo>
                  <a:pt x="554775" y="478099"/>
                </a:lnTo>
                <a:lnTo>
                  <a:pt x="577514" y="439446"/>
                </a:lnTo>
                <a:lnTo>
                  <a:pt x="594336" y="397876"/>
                </a:lnTo>
                <a:lnTo>
                  <a:pt x="604876" y="354287"/>
                </a:lnTo>
                <a:lnTo>
                  <a:pt x="608907" y="309624"/>
                </a:lnTo>
                <a:lnTo>
                  <a:pt x="606340" y="264852"/>
                </a:lnTo>
                <a:lnTo>
                  <a:pt x="597231" y="220942"/>
                </a:lnTo>
                <a:lnTo>
                  <a:pt x="581779" y="178844"/>
                </a:lnTo>
                <a:lnTo>
                  <a:pt x="560316" y="139468"/>
                </a:lnTo>
                <a:lnTo>
                  <a:pt x="533308" y="103668"/>
                </a:lnTo>
                <a:lnTo>
                  <a:pt x="501340" y="72219"/>
                </a:lnTo>
                <a:lnTo>
                  <a:pt x="465102" y="45800"/>
                </a:lnTo>
                <a:lnTo>
                  <a:pt x="425381" y="24984"/>
                </a:lnTo>
                <a:lnTo>
                  <a:pt x="383035" y="10223"/>
                </a:lnTo>
                <a:lnTo>
                  <a:pt x="338982" y="1834"/>
                </a:lnTo>
                <a:lnTo>
                  <a:pt x="294175" y="0"/>
                </a:lnTo>
                <a:lnTo>
                  <a:pt x="249583" y="4761"/>
                </a:lnTo>
                <a:lnTo>
                  <a:pt x="206173" y="16013"/>
                </a:lnTo>
                <a:lnTo>
                  <a:pt x="164883" y="33512"/>
                </a:lnTo>
                <a:lnTo>
                  <a:pt x="126608" y="56881"/>
                </a:lnTo>
                <a:lnTo>
                  <a:pt x="92176" y="85613"/>
                </a:lnTo>
                <a:lnTo>
                  <a:pt x="62333" y="119086"/>
                </a:lnTo>
                <a:lnTo>
                  <a:pt x="37725" y="156576"/>
                </a:lnTo>
                <a:lnTo>
                  <a:pt x="18883" y="197271"/>
                </a:lnTo>
                <a:lnTo>
                  <a:pt x="6217" y="240290"/>
                </a:lnTo>
                <a:lnTo>
                  <a:pt x="0" y="284702"/>
                </a:lnTo>
                <a:lnTo>
                  <a:pt x="367" y="329545"/>
                </a:lnTo>
                <a:lnTo>
                  <a:pt x="7310" y="373850"/>
                </a:lnTo>
                <a:lnTo>
                  <a:pt x="20678" y="416656"/>
                </a:lnTo>
                <a:lnTo>
                  <a:pt x="40183" y="457037"/>
                </a:lnTo>
              </a:path>
            </a:pathLst>
          </a:custGeom>
          <a:noFill xmlns:a="http://schemas.openxmlformats.org/drawingml/2006/main"/>
          <a:ln xmlns:a="http://schemas.openxmlformats.org/drawingml/2006/main" w="28575">
            <a:solidFill>
              <a:srgbClr val="2876A8"/>
            </a:solidFill>
          </a:ln>
        </p:spPr>
      </p:sp>
      <p:sp>
        <p:nvSpPr>
          <p:cNvPr id="72" name="">
            <a:extLst xmlns:a="http://schemas.openxmlformats.org/drawingml/2006/main">
              <a:ext uri="{FF2B5EF4-FFF2-40B4-BE49-F238E27FC236}">
                <a16:creationId xmlns:a16="http://schemas.microsoft.com/office/drawing/2014/main" id="{DAD1DF54-15C3-436B-A980-CBBC3A428E8E}"/>
              </a:ext>
            </a:extLst>
          </p:cNvPr>
          <p:cNvSpPr>
            <a:spLocks xmlns:a="http://schemas.openxmlformats.org/drawingml/2006/main" noGrp="1"/>
          </p:cNvSpPr>
          <p:nvPr/>
        </p:nvSpPr>
        <p:spPr>
          <a:xfrm xmlns:a="http://schemas.openxmlformats.org/drawingml/2006/main">
            <a:off x="4860031" y="4922144"/>
            <a:ext cx="19505" cy="40381"/>
          </a:xfrm>
          <a:custGeom xmlns:a="http://schemas.openxmlformats.org/drawingml/2006/main">
            <a:pathLst>
              <a:path w="19505" h="40381">
                <a:moveTo>
                  <a:pt x="0" y="0"/>
                </a:moveTo>
                <a:lnTo>
                  <a:pt x="19505" y="40381"/>
                </a:lnTo>
              </a:path>
            </a:pathLst>
          </a:custGeom>
          <a:noFill xmlns:a="http://schemas.openxmlformats.org/drawingml/2006/main"/>
          <a:ln xmlns:a="http://schemas.openxmlformats.org/drawingml/2006/main" w="28575">
            <a:solidFill>
              <a:srgbClr val="2876A8"/>
            </a:solidFill>
          </a:ln>
        </p:spPr>
      </p:sp>
      <p:sp>
        <p:nvSpPr>
          <p:cNvPr id="73" name="">
            <a:extLst xmlns:a="http://schemas.openxmlformats.org/drawingml/2006/main">
              <a:ext uri="{FF2B5EF4-FFF2-40B4-BE49-F238E27FC236}">
                <a16:creationId xmlns:a16="http://schemas.microsoft.com/office/drawing/2014/main" id="{6A0345BF-7858-4A19-8F88-8221549CB4B3}"/>
              </a:ext>
            </a:extLst>
          </p:cNvPr>
          <p:cNvSpPr>
            <a:spLocks xmlns:a="http://schemas.openxmlformats.org/drawingml/2006/main" noGrp="1"/>
          </p:cNvSpPr>
          <p:nvPr/>
        </p:nvSpPr>
        <p:spPr>
          <a:xfrm xmlns:a="http://schemas.openxmlformats.org/drawingml/2006/main">
            <a:off x="4802085" y="4859356"/>
            <a:ext cx="77451" cy="103169"/>
          </a:xfrm>
          <a:custGeom xmlns:a="http://schemas.openxmlformats.org/drawingml/2006/main">
            <a:pathLst>
              <a:path w="77451" h="103169">
                <a:moveTo>
                  <a:pt x="77451" y="103169"/>
                </a:moveTo>
                <a:lnTo>
                  <a:pt x="72046" y="0"/>
                </a:lnTo>
                <a:lnTo>
                  <a:pt x="0" y="34799"/>
                </a:lnTo>
                <a:close/>
              </a:path>
            </a:pathLst>
          </a:custGeom>
          <a:solidFill xmlns:a="http://schemas.openxmlformats.org/drawingml/2006/main">
            <a:srgbClr val="2876A8"/>
          </a:solidFill>
          <a:ln xmlns:a="http://schemas.openxmlformats.org/drawingml/2006/main" w="4763">
            <a:solidFill>
              <a:srgbClr val="2876A8"/>
            </a:solidFill>
          </a:ln>
        </p:spPr>
      </p:sp>
      <p:sp>
        <p:nvSpPr>
          <p:cNvPr id="74" name="">
            <a:extLst xmlns:a="http://schemas.openxmlformats.org/drawingml/2006/main">
              <a:ext uri="{FF2B5EF4-FFF2-40B4-BE49-F238E27FC236}">
                <a16:creationId xmlns:a16="http://schemas.microsoft.com/office/drawing/2014/main" id="{7EEE4D6F-61F4-4439-BDFE-C3BCEFE8108D}"/>
              </a:ext>
            </a:extLst>
          </p:cNvPr>
          <p:cNvSpPr>
            <a:spLocks xmlns:a="http://schemas.openxmlformats.org/drawingml/2006/main" noGrp="1"/>
          </p:cNvSpPr>
          <p:nvPr/>
        </p:nvSpPr>
        <p:spPr>
          <a:xfrm xmlns:a="http://schemas.openxmlformats.org/drawingml/2006/main">
            <a:off x="5524500" y="45720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876A8"/>
                </a:solidFill>
                <a:latin typeface="Yu Gothic"/>
                <a:ea typeface="Yu Gothic"/>
                <a:cs typeface="Yu Gothic"/>
              </a:defRPr>
            </a:defPPr>
            <a:lvl1pPr>
              <a:buNone/>
              <a:defRPr sz="2175" b="1">
                <a:solidFill>
                  <a:srgbClr val="2876A8"/>
                </a:solidFill>
                <a:latin typeface="Yu Gothic"/>
                <a:ea typeface="Yu Gothic"/>
                <a:cs typeface="Yu Gothic"/>
              </a:defRPr>
            </a:lvl1pPr>
            <a:lvl2pPr>
              <a:buNone/>
              <a:defRPr sz="2175" b="1">
                <a:solidFill>
                  <a:srgbClr val="2876A8"/>
                </a:solidFill>
                <a:latin typeface="Yu Gothic"/>
                <a:ea typeface="Yu Gothic"/>
                <a:cs typeface="Yu Gothic"/>
              </a:defRPr>
            </a:lvl2pPr>
            <a:lvl3pPr>
              <a:buNone/>
              <a:defRPr sz="2175" b="1">
                <a:solidFill>
                  <a:srgbClr val="2876A8"/>
                </a:solidFill>
                <a:latin typeface="Yu Gothic"/>
                <a:ea typeface="Yu Gothic"/>
                <a:cs typeface="Yu Gothic"/>
              </a:defRPr>
            </a:lvl3pPr>
            <a:lvl4pPr>
              <a:buNone/>
              <a:defRPr sz="2175" b="1">
                <a:solidFill>
                  <a:srgbClr val="2876A8"/>
                </a:solidFill>
                <a:latin typeface="Yu Gothic"/>
                <a:ea typeface="Yu Gothic"/>
                <a:cs typeface="Yu Gothic"/>
              </a:defRPr>
            </a:lvl4pPr>
            <a:lvl5pPr>
              <a:buNone/>
              <a:defRPr sz="2175" b="1">
                <a:solidFill>
                  <a:srgbClr val="2876A8"/>
                </a:solidFill>
                <a:latin typeface="Yu Gothic"/>
                <a:ea typeface="Yu Gothic"/>
                <a:cs typeface="Yu Gothic"/>
              </a:defRPr>
            </a:lvl5pPr>
            <a:lvl6pPr>
              <a:buNone/>
              <a:defRPr sz="2175" b="1">
                <a:solidFill>
                  <a:srgbClr val="2876A8"/>
                </a:solidFill>
                <a:latin typeface="Yu Gothic"/>
                <a:ea typeface="Yu Gothic"/>
                <a:cs typeface="Yu Gothic"/>
              </a:defRPr>
            </a:lvl6pPr>
            <a:lvl7pPr>
              <a:buNone/>
              <a:defRPr sz="2175" b="1">
                <a:solidFill>
                  <a:srgbClr val="2876A8"/>
                </a:solidFill>
                <a:latin typeface="Yu Gothic"/>
                <a:ea typeface="Yu Gothic"/>
                <a:cs typeface="Yu Gothic"/>
              </a:defRPr>
            </a:lvl7pPr>
            <a:lvl8pPr>
              <a:buNone/>
              <a:defRPr sz="2175" b="1">
                <a:solidFill>
                  <a:srgbClr val="2876A8"/>
                </a:solidFill>
                <a:latin typeface="Yu Gothic"/>
                <a:ea typeface="Yu Gothic"/>
                <a:cs typeface="Yu Gothic"/>
              </a:defRPr>
            </a:lvl8pPr>
            <a:lvl9pPr>
              <a:buNone/>
              <a:defRPr sz="2175" b="1">
                <a:solidFill>
                  <a:srgbClr val="2876A8"/>
                </a:solidFill>
                <a:latin typeface="Yu Gothic"/>
                <a:ea typeface="Yu Gothic"/>
                <a:cs typeface="Yu Gothic"/>
              </a:defRPr>
            </a:lvl9pPr>
          </a:lstStyle>
          <a:p xmlns:a="http://schemas.openxmlformats.org/drawingml/2006/main">
            <a:pPr>
              <a:buNone/>
              <a:defRPr sz="2175" b="1">
                <a:solidFill>
                  <a:srgbClr val="2876A8"/>
                </a:solidFill>
                <a:latin typeface="Yu Gothic"/>
                <a:ea typeface="Yu Gothic"/>
                <a:cs typeface="Yu Gothic"/>
              </a:defRPr>
            </a:pPr>
            <a:r>
              <a:rPr sz="2175" b="1">
                <a:solidFill>
                  <a:srgbClr val="2876A8"/>
                </a:solidFill>
                <a:latin typeface="Yu Gothic"/>
                <a:ea typeface="Yu Gothic"/>
                <a:cs typeface="Yu Gothic"/>
              </a:rPr>
              <a:t>M</a:t>
            </a:r>
          </a:p>
        </p:txBody>
      </p:sp>
      <p:sp>
        <p:nvSpPr>
          <p:cNvPr id="75" name="">
            <a:extLst xmlns:a="http://schemas.openxmlformats.org/drawingml/2006/main">
              <a:ext uri="{FF2B5EF4-FFF2-40B4-BE49-F238E27FC236}">
                <a16:creationId xmlns:a16="http://schemas.microsoft.com/office/drawing/2014/main" id="{7A5C38D7-5088-4AD3-912B-413049C11564}"/>
              </a:ext>
            </a:extLst>
          </p:cNvPr>
          <p:cNvSpPr>
            <a:spLocks xmlns:a="http://schemas.openxmlformats.org/drawingml/2006/main" noGrp="1"/>
          </p:cNvSpPr>
          <p:nvPr/>
        </p:nvSpPr>
        <p:spPr>
          <a:xfrm xmlns:a="http://schemas.openxmlformats.org/drawingml/2006/main">
            <a:off x="1714500" y="5372100"/>
            <a:ext cx="2809875" cy="9525"/>
          </a:xfrm>
          <a:custGeom xmlns:a="http://schemas.openxmlformats.org/drawingml/2006/main">
            <a:pathLst>
              <a:path w="2809875" h="9525">
                <a:moveTo>
                  <a:pt x="0" y="0"/>
                </a:moveTo>
                <a:lnTo>
                  <a:pt x="2809875" y="0"/>
                </a:lnTo>
              </a:path>
            </a:pathLst>
          </a:custGeom>
          <a:noFill xmlns:a="http://schemas.openxmlformats.org/drawingml/2006/main"/>
          <a:ln xmlns:a="http://schemas.openxmlformats.org/drawingml/2006/main" w="13335">
            <a:solidFill>
              <a:srgbClr val="71818B"/>
            </a:solidFill>
          </a:ln>
        </p:spPr>
      </p:sp>
      <p:sp>
        <p:nvSpPr>
          <p:cNvPr id="76" name="">
            <a:extLst xmlns:a="http://schemas.openxmlformats.org/drawingml/2006/main">
              <a:ext uri="{FF2B5EF4-FFF2-40B4-BE49-F238E27FC236}">
                <a16:creationId xmlns:a16="http://schemas.microsoft.com/office/drawing/2014/main" id="{35927224-4F17-401E-AC50-9083C2BECBA6}"/>
              </a:ext>
            </a:extLst>
          </p:cNvPr>
          <p:cNvSpPr>
            <a:spLocks xmlns:a="http://schemas.openxmlformats.org/drawingml/2006/main" noGrp="1"/>
          </p:cNvSpPr>
          <p:nvPr/>
        </p:nvSpPr>
        <p:spPr>
          <a:xfrm xmlns:a="http://schemas.openxmlformats.org/drawingml/2006/main">
            <a:off x="4457700" y="5344096"/>
            <a:ext cx="66675" cy="56007"/>
          </a:xfrm>
          <a:custGeom xmlns:a="http://schemas.openxmlformats.org/drawingml/2006/main">
            <a:pathLst>
              <a:path w="66675" h="56007">
                <a:moveTo>
                  <a:pt x="66675" y="28004"/>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77" name="">
            <a:extLst xmlns:a="http://schemas.openxmlformats.org/drawingml/2006/main">
              <a:ext uri="{FF2B5EF4-FFF2-40B4-BE49-F238E27FC236}">
                <a16:creationId xmlns:a16="http://schemas.microsoft.com/office/drawing/2014/main" id="{7A947E5E-FAE9-40A7-91E1-1506D0115B97}"/>
              </a:ext>
            </a:extLst>
          </p:cNvPr>
          <p:cNvSpPr>
            <a:spLocks xmlns:a="http://schemas.openxmlformats.org/drawingml/2006/main" noGrp="1"/>
          </p:cNvSpPr>
          <p:nvPr/>
        </p:nvSpPr>
        <p:spPr>
          <a:xfrm xmlns:a="http://schemas.openxmlformats.org/drawingml/2006/main">
            <a:off x="1714500" y="5372100"/>
            <a:ext cx="2809875" cy="9525"/>
          </a:xfrm>
          <a:custGeom xmlns:a="http://schemas.openxmlformats.org/drawingml/2006/main">
            <a:pathLst>
              <a:path w="2809875" h="9525">
                <a:moveTo>
                  <a:pt x="2809875" y="0"/>
                </a:moveTo>
                <a:lnTo>
                  <a:pt x="0" y="0"/>
                </a:lnTo>
              </a:path>
            </a:pathLst>
          </a:custGeom>
          <a:noFill xmlns:a="http://schemas.openxmlformats.org/drawingml/2006/main"/>
          <a:ln xmlns:a="http://schemas.openxmlformats.org/drawingml/2006/main" w="13335">
            <a:solidFill>
              <a:srgbClr val="71818B"/>
            </a:solidFill>
          </a:ln>
        </p:spPr>
      </p:sp>
      <p:sp>
        <p:nvSpPr>
          <p:cNvPr id="78" name="">
            <a:extLst xmlns:a="http://schemas.openxmlformats.org/drawingml/2006/main">
              <a:ext uri="{FF2B5EF4-FFF2-40B4-BE49-F238E27FC236}">
                <a16:creationId xmlns:a16="http://schemas.microsoft.com/office/drawing/2014/main" id="{EEC7165F-6EE2-4F10-9E28-4E0B1397B11F}"/>
              </a:ext>
            </a:extLst>
          </p:cNvPr>
          <p:cNvSpPr>
            <a:spLocks xmlns:a="http://schemas.openxmlformats.org/drawingml/2006/main" noGrp="1"/>
          </p:cNvSpPr>
          <p:nvPr/>
        </p:nvSpPr>
        <p:spPr>
          <a:xfrm xmlns:a="http://schemas.openxmlformats.org/drawingml/2006/main">
            <a:off x="1714500" y="5344096"/>
            <a:ext cx="66675" cy="56007"/>
          </a:xfrm>
          <a:custGeom xmlns:a="http://schemas.openxmlformats.org/drawingml/2006/main">
            <a:pathLst>
              <a:path w="66675" h="56007">
                <a:moveTo>
                  <a:pt x="0" y="28004"/>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79" name="">
            <a:extLst xmlns:a="http://schemas.openxmlformats.org/drawingml/2006/main">
              <a:ext uri="{FF2B5EF4-FFF2-40B4-BE49-F238E27FC236}">
                <a16:creationId xmlns:a16="http://schemas.microsoft.com/office/drawing/2014/main" id="{5DC41AED-682A-4770-B3DD-7DA3900F8B8C}"/>
              </a:ext>
            </a:extLst>
          </p:cNvPr>
          <p:cNvSpPr>
            <a:spLocks xmlns:a="http://schemas.openxmlformats.org/drawingml/2006/main" noGrp="1"/>
          </p:cNvSpPr>
          <p:nvPr/>
        </p:nvSpPr>
        <p:spPr>
          <a:xfrm xmlns:a="http://schemas.openxmlformats.org/drawingml/2006/main">
            <a:off x="1714500" y="5419725"/>
            <a:ext cx="280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71818B"/>
                </a:solidFill>
                <a:latin typeface="Yu Gothic"/>
                <a:ea typeface="Yu Gothic"/>
                <a:cs typeface="Yu Gothic"/>
              </a:defRPr>
            </a:defPPr>
            <a:lvl1pPr algn="ctr">
              <a:buNone/>
              <a:defRPr sz="1725" b="0">
                <a:solidFill>
                  <a:srgbClr val="71818B"/>
                </a:solidFill>
                <a:latin typeface="Yu Gothic"/>
                <a:ea typeface="Yu Gothic"/>
                <a:cs typeface="Yu Gothic"/>
              </a:defRPr>
            </a:lvl1pPr>
            <a:lvl2pPr algn="ctr">
              <a:buNone/>
              <a:defRPr sz="1725" b="0">
                <a:solidFill>
                  <a:srgbClr val="71818B"/>
                </a:solidFill>
                <a:latin typeface="Yu Gothic"/>
                <a:ea typeface="Yu Gothic"/>
                <a:cs typeface="Yu Gothic"/>
              </a:defRPr>
            </a:lvl2pPr>
            <a:lvl3pPr algn="ctr">
              <a:buNone/>
              <a:defRPr sz="1725" b="0">
                <a:solidFill>
                  <a:srgbClr val="71818B"/>
                </a:solidFill>
                <a:latin typeface="Yu Gothic"/>
                <a:ea typeface="Yu Gothic"/>
                <a:cs typeface="Yu Gothic"/>
              </a:defRPr>
            </a:lvl3pPr>
            <a:lvl4pPr algn="ctr">
              <a:buNone/>
              <a:defRPr sz="1725" b="0">
                <a:solidFill>
                  <a:srgbClr val="71818B"/>
                </a:solidFill>
                <a:latin typeface="Yu Gothic"/>
                <a:ea typeface="Yu Gothic"/>
                <a:cs typeface="Yu Gothic"/>
              </a:defRPr>
            </a:lvl4pPr>
            <a:lvl5pPr algn="ctr">
              <a:buNone/>
              <a:defRPr sz="1725" b="0">
                <a:solidFill>
                  <a:srgbClr val="71818B"/>
                </a:solidFill>
                <a:latin typeface="Yu Gothic"/>
                <a:ea typeface="Yu Gothic"/>
                <a:cs typeface="Yu Gothic"/>
              </a:defRPr>
            </a:lvl5pPr>
            <a:lvl6pPr algn="ctr">
              <a:buNone/>
              <a:defRPr sz="1725" b="0">
                <a:solidFill>
                  <a:srgbClr val="71818B"/>
                </a:solidFill>
                <a:latin typeface="Yu Gothic"/>
                <a:ea typeface="Yu Gothic"/>
                <a:cs typeface="Yu Gothic"/>
              </a:defRPr>
            </a:lvl6pPr>
            <a:lvl7pPr algn="ctr">
              <a:buNone/>
              <a:defRPr sz="1725" b="0">
                <a:solidFill>
                  <a:srgbClr val="71818B"/>
                </a:solidFill>
                <a:latin typeface="Yu Gothic"/>
                <a:ea typeface="Yu Gothic"/>
                <a:cs typeface="Yu Gothic"/>
              </a:defRPr>
            </a:lvl7pPr>
            <a:lvl8pPr algn="ctr">
              <a:buNone/>
              <a:defRPr sz="1725" b="0">
                <a:solidFill>
                  <a:srgbClr val="71818B"/>
                </a:solidFill>
                <a:latin typeface="Yu Gothic"/>
                <a:ea typeface="Yu Gothic"/>
                <a:cs typeface="Yu Gothic"/>
              </a:defRPr>
            </a:lvl8pPr>
            <a:lvl9pPr algn="ctr">
              <a:buNone/>
              <a:defRPr sz="1725" b="0">
                <a:solidFill>
                  <a:srgbClr val="71818B"/>
                </a:solidFill>
                <a:latin typeface="Yu Gothic"/>
                <a:ea typeface="Yu Gothic"/>
                <a:cs typeface="Yu Gothic"/>
              </a:defRPr>
            </a:lvl9pPr>
          </a:lstStyle>
          <a:p xmlns:a="http://schemas.openxmlformats.org/drawingml/2006/main">
            <a:pPr algn="ctr">
              <a:buNone/>
              <a:defRPr sz="1725" b="0">
                <a:solidFill>
                  <a:srgbClr val="71818B"/>
                </a:solidFill>
                <a:latin typeface="Yu Gothic"/>
                <a:ea typeface="Yu Gothic"/>
                <a:cs typeface="Yu Gothic"/>
              </a:defRPr>
            </a:pPr>
            <a:r>
              <a:rPr sz="1725" b="0">
                <a:solidFill>
                  <a:srgbClr val="71818B"/>
                </a:solidFill>
                <a:latin typeface="Yu Gothic"/>
                <a:ea typeface="Yu Gothic"/>
                <a:cs typeface="Yu Gothic"/>
              </a:rPr>
              <a:t>x</a:t>
            </a:r>
          </a:p>
        </p:txBody>
      </p:sp>
      <p:sp>
        <p:nvSpPr>
          <p:cNvPr id="80" name="">
            <a:extLst xmlns:a="http://schemas.openxmlformats.org/drawingml/2006/main">
              <a:ext uri="{FF2B5EF4-FFF2-40B4-BE49-F238E27FC236}">
                <a16:creationId xmlns:a16="http://schemas.microsoft.com/office/drawing/2014/main" id="{F230B083-F352-4664-863D-C3836E5ABAAB}"/>
              </a:ext>
            </a:extLst>
          </p:cNvPr>
          <p:cNvSpPr>
            <a:spLocks xmlns:a="http://schemas.openxmlformats.org/drawingml/2006/main" noGrp="1"/>
          </p:cNvSpPr>
          <p:nvPr/>
        </p:nvSpPr>
        <p:spPr>
          <a:xfrm xmlns:a="http://schemas.openxmlformats.org/drawingml/2006/main">
            <a:off x="7048500" y="414337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0 &lt; x &lt; 0.60 m</a:t>
            </a:r>
          </a:p>
        </p:txBody>
      </p:sp>
      <p:sp>
        <p:nvSpPr>
          <p:cNvPr id="81" name="">
            <a:extLst xmlns:a="http://schemas.openxmlformats.org/drawingml/2006/main">
              <a:ext uri="{FF2B5EF4-FFF2-40B4-BE49-F238E27FC236}">
                <a16:creationId xmlns:a16="http://schemas.microsoft.com/office/drawing/2014/main" id="{F16CFBBA-2D08-4A9C-B056-8A783EEA887D}"/>
              </a:ext>
            </a:extLst>
          </p:cNvPr>
          <p:cNvSpPr>
            <a:spLocks xmlns:a="http://schemas.openxmlformats.org/drawingml/2006/main" noGrp="1"/>
          </p:cNvSpPr>
          <p:nvPr/>
        </p:nvSpPr>
        <p:spPr>
          <a:xfrm xmlns:a="http://schemas.openxmlformats.org/drawingml/2006/main">
            <a:off x="7048500" y="461962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100 − V = 0</a:t>
            </a:r>
          </a:p>
        </p:txBody>
      </p:sp>
      <p:sp>
        <p:nvSpPr>
          <p:cNvPr id="82" name="">
            <a:extLst xmlns:a="http://schemas.openxmlformats.org/drawingml/2006/main">
              <a:ext uri="{FF2B5EF4-FFF2-40B4-BE49-F238E27FC236}">
                <a16:creationId xmlns:a16="http://schemas.microsoft.com/office/drawing/2014/main" id="{8FF1567E-28FA-4436-A743-49EB9B3EC2D5}"/>
              </a:ext>
            </a:extLst>
          </p:cNvPr>
          <p:cNvSpPr>
            <a:spLocks xmlns:a="http://schemas.openxmlformats.org/drawingml/2006/main" noGrp="1"/>
          </p:cNvSpPr>
          <p:nvPr/>
        </p:nvSpPr>
        <p:spPr>
          <a:xfrm xmlns:a="http://schemas.openxmlformats.org/drawingml/2006/main">
            <a:off x="7048500" y="509587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−100x + M = 0</a:t>
            </a:r>
          </a:p>
        </p:txBody>
      </p:sp>
      <p:sp>
        <p:nvSpPr>
          <p:cNvPr id="83" name="">
            <a:extLst xmlns:a="http://schemas.openxmlformats.org/drawingml/2006/main">
              <a:ext uri="{FF2B5EF4-FFF2-40B4-BE49-F238E27FC236}">
                <a16:creationId xmlns:a16="http://schemas.microsoft.com/office/drawing/2014/main" id="{5BCFCAFE-6EAA-4454-ADD1-A1BE7790A438}"/>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切断面で右側が左側に及ぼす作用をVとMで表す。切り出した部分にも、同じつり合いを使う。</a:t>
            </a:r>
          </a:p>
        </p:txBody>
      </p:sp>
    </p:spTree>
    <p:extLst>
      <p:ext uri="{BB962C8B-B14F-4D97-AF65-F5344CB8AC3E}">
        <p14:creationId xmlns:p14="http://schemas.microsoft.com/office/powerpoint/2010/main" val="57174309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D1260B2-6A7F-458C-BBBF-D98E0DF9845B}"/>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V と M の正方向を、先に決める</a:t>
            </a:r>
          </a:p>
        </p:txBody>
      </p:sp>
      <p:cxnSp>
        <p:nvCxnSpPr>
          <p:cNvPr id="2" name="">
            <a:extLst xmlns:a="http://schemas.openxmlformats.org/drawingml/2006/main">
              <a:ext uri="{FF2B5EF4-FFF2-40B4-BE49-F238E27FC236}">
                <a16:creationId xmlns:a16="http://schemas.microsoft.com/office/drawing/2014/main" id="{89963697-B903-4E2E-BB3E-B87259BB4C1E}"/>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34173BD7-B3DC-41EA-B55C-01E821935DCF}"/>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491EE638-CB55-496F-B54A-DC97E295B914}"/>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17 / 49</a:t>
            </a:r>
          </a:p>
        </p:txBody>
      </p:sp>
      <p:sp>
        <p:nvSpPr>
          <p:cNvPr id="17" name="">
            <a:extLst xmlns:a="http://schemas.openxmlformats.org/drawingml/2006/main">
              <a:ext uri="{FF2B5EF4-FFF2-40B4-BE49-F238E27FC236}">
                <a16:creationId xmlns:a16="http://schemas.microsoft.com/office/drawing/2014/main" id="{B3F5197B-C534-4E3A-886B-2A1F1F9FD990}"/>
              </a:ext>
            </a:extLst>
          </p:cNvPr>
          <p:cNvSpPr>
            <a:spLocks xmlns:a="http://schemas.openxmlformats.org/drawingml/2006/main" noGrp="1"/>
          </p:cNvSpPr>
          <p:nvPr/>
        </p:nvSpPr>
        <p:spPr>
          <a:xfrm xmlns:a="http://schemas.openxmlformats.org/drawingml/2006/main">
            <a:off x="809625" y="16192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左部分の右切断面</a:t>
            </a:r>
          </a:p>
        </p:txBody>
      </p:sp>
      <p:sp>
        <p:nvSpPr>
          <p:cNvPr id="18" name="">
            <a:extLst xmlns:a="http://schemas.openxmlformats.org/drawingml/2006/main">
              <a:ext uri="{FF2B5EF4-FFF2-40B4-BE49-F238E27FC236}">
                <a16:creationId xmlns:a16="http://schemas.microsoft.com/office/drawing/2014/main" id="{EFAC35A4-2613-49F5-9CE7-D198CFEB8460}"/>
              </a:ext>
            </a:extLst>
          </p:cNvPr>
          <p:cNvSpPr>
            <a:spLocks xmlns:a="http://schemas.openxmlformats.org/drawingml/2006/main" noGrp="1"/>
          </p:cNvSpPr>
          <p:nvPr/>
        </p:nvSpPr>
        <p:spPr>
          <a:xfrm xmlns:a="http://schemas.openxmlformats.org/drawingml/2006/main">
            <a:off x="7143750" y="1619250"/>
            <a:ext cx="438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右部分の左切断面</a:t>
            </a:r>
          </a:p>
        </p:txBody>
      </p:sp>
      <p:sp>
        <p:nvSpPr>
          <p:cNvPr id="19" name="">
            <a:extLst xmlns:a="http://schemas.openxmlformats.org/drawingml/2006/main">
              <a:ext uri="{FF2B5EF4-FFF2-40B4-BE49-F238E27FC236}">
                <a16:creationId xmlns:a16="http://schemas.microsoft.com/office/drawing/2014/main" id="{06437889-42D8-40CB-BBE0-74285A2B4C9A}"/>
              </a:ext>
            </a:extLst>
          </p:cNvPr>
          <p:cNvSpPr>
            <a:spLocks xmlns:a="http://schemas.openxmlformats.org/drawingml/2006/main" noGrp="1"/>
          </p:cNvSpPr>
          <p:nvPr/>
        </p:nvSpPr>
        <p:spPr>
          <a:xfrm xmlns:a="http://schemas.openxmlformats.org/drawingml/2006/main">
            <a:off x="1381125" y="3000375"/>
            <a:ext cx="2952750" cy="23812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0" name="">
            <a:extLst xmlns:a="http://schemas.openxmlformats.org/drawingml/2006/main">
              <a:ext uri="{FF2B5EF4-FFF2-40B4-BE49-F238E27FC236}">
                <a16:creationId xmlns:a16="http://schemas.microsoft.com/office/drawing/2014/main" id="{040AD9C1-38A7-4E8D-A366-1AF553FC4F4F}"/>
              </a:ext>
            </a:extLst>
          </p:cNvPr>
          <p:cNvSpPr>
            <a:spLocks xmlns:a="http://schemas.openxmlformats.org/drawingml/2006/main" noGrp="1"/>
          </p:cNvSpPr>
          <p:nvPr/>
        </p:nvSpPr>
        <p:spPr>
          <a:xfrm xmlns:a="http://schemas.openxmlformats.org/drawingml/2006/main">
            <a:off x="7858125" y="3000375"/>
            <a:ext cx="2952750" cy="23812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1" name="">
            <a:extLst xmlns:a="http://schemas.openxmlformats.org/drawingml/2006/main">
              <a:ext uri="{FF2B5EF4-FFF2-40B4-BE49-F238E27FC236}">
                <a16:creationId xmlns:a16="http://schemas.microsoft.com/office/drawing/2014/main" id="{9F57AFBC-2330-472E-823C-D3AB1D1CD01A}"/>
              </a:ext>
            </a:extLst>
          </p:cNvPr>
          <p:cNvSpPr>
            <a:spLocks xmlns:a="http://schemas.openxmlformats.org/drawingml/2006/main" noGrp="1"/>
          </p:cNvSpPr>
          <p:nvPr/>
        </p:nvSpPr>
        <p:spPr>
          <a:xfrm xmlns:a="http://schemas.openxmlformats.org/drawingml/2006/main">
            <a:off x="4333875" y="2476500"/>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22" name="">
            <a:extLst xmlns:a="http://schemas.openxmlformats.org/drawingml/2006/main">
              <a:ext uri="{FF2B5EF4-FFF2-40B4-BE49-F238E27FC236}">
                <a16:creationId xmlns:a16="http://schemas.microsoft.com/office/drawing/2014/main" id="{961DD894-2024-42A8-9FD6-82542D21D305}"/>
              </a:ext>
            </a:extLst>
          </p:cNvPr>
          <p:cNvSpPr>
            <a:spLocks xmlns:a="http://schemas.openxmlformats.org/drawingml/2006/main" noGrp="1"/>
          </p:cNvSpPr>
          <p:nvPr/>
        </p:nvSpPr>
        <p:spPr>
          <a:xfrm xmlns:a="http://schemas.openxmlformats.org/drawingml/2006/main">
            <a:off x="4333875" y="2602366"/>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23" name="">
            <a:extLst xmlns:a="http://schemas.openxmlformats.org/drawingml/2006/main">
              <a:ext uri="{FF2B5EF4-FFF2-40B4-BE49-F238E27FC236}">
                <a16:creationId xmlns:a16="http://schemas.microsoft.com/office/drawing/2014/main" id="{0A29B947-2E1A-4586-AF6D-227E87BF760D}"/>
              </a:ext>
            </a:extLst>
          </p:cNvPr>
          <p:cNvSpPr>
            <a:spLocks xmlns:a="http://schemas.openxmlformats.org/drawingml/2006/main" noGrp="1"/>
          </p:cNvSpPr>
          <p:nvPr/>
        </p:nvSpPr>
        <p:spPr>
          <a:xfrm xmlns:a="http://schemas.openxmlformats.org/drawingml/2006/main">
            <a:off x="4333875" y="2728232"/>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24" name="">
            <a:extLst xmlns:a="http://schemas.openxmlformats.org/drawingml/2006/main">
              <a:ext uri="{FF2B5EF4-FFF2-40B4-BE49-F238E27FC236}">
                <a16:creationId xmlns:a16="http://schemas.microsoft.com/office/drawing/2014/main" id="{0E6B3FEB-8340-4082-9CA4-2C14621360A7}"/>
              </a:ext>
            </a:extLst>
          </p:cNvPr>
          <p:cNvSpPr>
            <a:spLocks xmlns:a="http://schemas.openxmlformats.org/drawingml/2006/main" noGrp="1"/>
          </p:cNvSpPr>
          <p:nvPr/>
        </p:nvSpPr>
        <p:spPr>
          <a:xfrm xmlns:a="http://schemas.openxmlformats.org/drawingml/2006/main">
            <a:off x="4333875" y="2854098"/>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25" name="">
            <a:extLst xmlns:a="http://schemas.openxmlformats.org/drawingml/2006/main">
              <a:ext uri="{FF2B5EF4-FFF2-40B4-BE49-F238E27FC236}">
                <a16:creationId xmlns:a16="http://schemas.microsoft.com/office/drawing/2014/main" id="{728A3287-90F5-4A25-9801-9207A5D0719F}"/>
              </a:ext>
            </a:extLst>
          </p:cNvPr>
          <p:cNvSpPr>
            <a:spLocks xmlns:a="http://schemas.openxmlformats.org/drawingml/2006/main" noGrp="1"/>
          </p:cNvSpPr>
          <p:nvPr/>
        </p:nvSpPr>
        <p:spPr>
          <a:xfrm xmlns:a="http://schemas.openxmlformats.org/drawingml/2006/main">
            <a:off x="4333875" y="2979964"/>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26" name="">
            <a:extLst xmlns:a="http://schemas.openxmlformats.org/drawingml/2006/main">
              <a:ext uri="{FF2B5EF4-FFF2-40B4-BE49-F238E27FC236}">
                <a16:creationId xmlns:a16="http://schemas.microsoft.com/office/drawing/2014/main" id="{F95E59F1-9E65-4AC9-B973-085CD90EC249}"/>
              </a:ext>
            </a:extLst>
          </p:cNvPr>
          <p:cNvSpPr>
            <a:spLocks xmlns:a="http://schemas.openxmlformats.org/drawingml/2006/main" noGrp="1"/>
          </p:cNvSpPr>
          <p:nvPr/>
        </p:nvSpPr>
        <p:spPr>
          <a:xfrm xmlns:a="http://schemas.openxmlformats.org/drawingml/2006/main">
            <a:off x="4333875" y="3105830"/>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27" name="">
            <a:extLst xmlns:a="http://schemas.openxmlformats.org/drawingml/2006/main">
              <a:ext uri="{FF2B5EF4-FFF2-40B4-BE49-F238E27FC236}">
                <a16:creationId xmlns:a16="http://schemas.microsoft.com/office/drawing/2014/main" id="{1C7ADD73-60CC-457F-8859-14A09818B575}"/>
              </a:ext>
            </a:extLst>
          </p:cNvPr>
          <p:cNvSpPr>
            <a:spLocks xmlns:a="http://schemas.openxmlformats.org/drawingml/2006/main" noGrp="1"/>
          </p:cNvSpPr>
          <p:nvPr/>
        </p:nvSpPr>
        <p:spPr>
          <a:xfrm xmlns:a="http://schemas.openxmlformats.org/drawingml/2006/main">
            <a:off x="4333875" y="3231696"/>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28" name="">
            <a:extLst xmlns:a="http://schemas.openxmlformats.org/drawingml/2006/main">
              <a:ext uri="{FF2B5EF4-FFF2-40B4-BE49-F238E27FC236}">
                <a16:creationId xmlns:a16="http://schemas.microsoft.com/office/drawing/2014/main" id="{B31D7DE5-0100-4AFE-B0E0-DCA611585EA5}"/>
              </a:ext>
            </a:extLst>
          </p:cNvPr>
          <p:cNvSpPr>
            <a:spLocks xmlns:a="http://schemas.openxmlformats.org/drawingml/2006/main" noGrp="1"/>
          </p:cNvSpPr>
          <p:nvPr/>
        </p:nvSpPr>
        <p:spPr>
          <a:xfrm xmlns:a="http://schemas.openxmlformats.org/drawingml/2006/main">
            <a:off x="4333875" y="3357563"/>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29" name="">
            <a:extLst xmlns:a="http://schemas.openxmlformats.org/drawingml/2006/main">
              <a:ext uri="{FF2B5EF4-FFF2-40B4-BE49-F238E27FC236}">
                <a16:creationId xmlns:a16="http://schemas.microsoft.com/office/drawing/2014/main" id="{A29D7DB5-4C53-4837-82DF-EF801A2517CD}"/>
              </a:ext>
            </a:extLst>
          </p:cNvPr>
          <p:cNvSpPr>
            <a:spLocks xmlns:a="http://schemas.openxmlformats.org/drawingml/2006/main" noGrp="1"/>
          </p:cNvSpPr>
          <p:nvPr/>
        </p:nvSpPr>
        <p:spPr>
          <a:xfrm xmlns:a="http://schemas.openxmlformats.org/drawingml/2006/main">
            <a:off x="4333875" y="3483429"/>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30" name="">
            <a:extLst xmlns:a="http://schemas.openxmlformats.org/drawingml/2006/main">
              <a:ext uri="{FF2B5EF4-FFF2-40B4-BE49-F238E27FC236}">
                <a16:creationId xmlns:a16="http://schemas.microsoft.com/office/drawing/2014/main" id="{324FBCB2-0975-4EC3-9F24-EE8AD579A3BD}"/>
              </a:ext>
            </a:extLst>
          </p:cNvPr>
          <p:cNvSpPr>
            <a:spLocks xmlns:a="http://schemas.openxmlformats.org/drawingml/2006/main" noGrp="1"/>
          </p:cNvSpPr>
          <p:nvPr/>
        </p:nvSpPr>
        <p:spPr>
          <a:xfrm xmlns:a="http://schemas.openxmlformats.org/drawingml/2006/main">
            <a:off x="4333875" y="3609295"/>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31" name="">
            <a:extLst xmlns:a="http://schemas.openxmlformats.org/drawingml/2006/main">
              <a:ext uri="{FF2B5EF4-FFF2-40B4-BE49-F238E27FC236}">
                <a16:creationId xmlns:a16="http://schemas.microsoft.com/office/drawing/2014/main" id="{C733DB67-E2EA-4171-8505-57B8F5CBB9CC}"/>
              </a:ext>
            </a:extLst>
          </p:cNvPr>
          <p:cNvSpPr>
            <a:spLocks xmlns:a="http://schemas.openxmlformats.org/drawingml/2006/main" noGrp="1"/>
          </p:cNvSpPr>
          <p:nvPr/>
        </p:nvSpPr>
        <p:spPr>
          <a:xfrm xmlns:a="http://schemas.openxmlformats.org/drawingml/2006/main">
            <a:off x="4333875" y="3735161"/>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32" name="">
            <a:extLst xmlns:a="http://schemas.openxmlformats.org/drawingml/2006/main">
              <a:ext uri="{FF2B5EF4-FFF2-40B4-BE49-F238E27FC236}">
                <a16:creationId xmlns:a16="http://schemas.microsoft.com/office/drawing/2014/main" id="{95B0AA7C-CEE6-487F-95B7-15593BB45C5A}"/>
              </a:ext>
            </a:extLst>
          </p:cNvPr>
          <p:cNvSpPr>
            <a:spLocks xmlns:a="http://schemas.openxmlformats.org/drawingml/2006/main" noGrp="1"/>
          </p:cNvSpPr>
          <p:nvPr/>
        </p:nvSpPr>
        <p:spPr>
          <a:xfrm xmlns:a="http://schemas.openxmlformats.org/drawingml/2006/main">
            <a:off x="4333875" y="3861027"/>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33" name="">
            <a:extLst xmlns:a="http://schemas.openxmlformats.org/drawingml/2006/main">
              <a:ext uri="{FF2B5EF4-FFF2-40B4-BE49-F238E27FC236}">
                <a16:creationId xmlns:a16="http://schemas.microsoft.com/office/drawing/2014/main" id="{E0BC4D7B-0E3D-415A-91D9-6244CC84EA7A}"/>
              </a:ext>
            </a:extLst>
          </p:cNvPr>
          <p:cNvSpPr>
            <a:spLocks xmlns:a="http://schemas.openxmlformats.org/drawingml/2006/main" noGrp="1"/>
          </p:cNvSpPr>
          <p:nvPr/>
        </p:nvSpPr>
        <p:spPr>
          <a:xfrm xmlns:a="http://schemas.openxmlformats.org/drawingml/2006/main">
            <a:off x="4333875" y="3986893"/>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34" name="">
            <a:extLst xmlns:a="http://schemas.openxmlformats.org/drawingml/2006/main">
              <a:ext uri="{FF2B5EF4-FFF2-40B4-BE49-F238E27FC236}">
                <a16:creationId xmlns:a16="http://schemas.microsoft.com/office/drawing/2014/main" id="{87D8B050-C0FB-4037-846D-8F24CE6E08E2}"/>
              </a:ext>
            </a:extLst>
          </p:cNvPr>
          <p:cNvSpPr>
            <a:spLocks xmlns:a="http://schemas.openxmlformats.org/drawingml/2006/main" noGrp="1"/>
          </p:cNvSpPr>
          <p:nvPr/>
        </p:nvSpPr>
        <p:spPr>
          <a:xfrm xmlns:a="http://schemas.openxmlformats.org/drawingml/2006/main">
            <a:off x="4333875" y="4112759"/>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35" name="">
            <a:extLst xmlns:a="http://schemas.openxmlformats.org/drawingml/2006/main">
              <a:ext uri="{FF2B5EF4-FFF2-40B4-BE49-F238E27FC236}">
                <a16:creationId xmlns:a16="http://schemas.microsoft.com/office/drawing/2014/main" id="{01727671-6AC4-46AF-AF11-D9CA6556EC39}"/>
              </a:ext>
            </a:extLst>
          </p:cNvPr>
          <p:cNvSpPr>
            <a:spLocks xmlns:a="http://schemas.openxmlformats.org/drawingml/2006/main" noGrp="1"/>
          </p:cNvSpPr>
          <p:nvPr/>
        </p:nvSpPr>
        <p:spPr>
          <a:xfrm xmlns:a="http://schemas.openxmlformats.org/drawingml/2006/main">
            <a:off x="7858125" y="2476500"/>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36" name="">
            <a:extLst xmlns:a="http://schemas.openxmlformats.org/drawingml/2006/main">
              <a:ext uri="{FF2B5EF4-FFF2-40B4-BE49-F238E27FC236}">
                <a16:creationId xmlns:a16="http://schemas.microsoft.com/office/drawing/2014/main" id="{DAF4FD53-BFDC-4D2E-84ED-4E8EB233D59A}"/>
              </a:ext>
            </a:extLst>
          </p:cNvPr>
          <p:cNvSpPr>
            <a:spLocks xmlns:a="http://schemas.openxmlformats.org/drawingml/2006/main" noGrp="1"/>
          </p:cNvSpPr>
          <p:nvPr/>
        </p:nvSpPr>
        <p:spPr>
          <a:xfrm xmlns:a="http://schemas.openxmlformats.org/drawingml/2006/main">
            <a:off x="7858125" y="2602366"/>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37" name="">
            <a:extLst xmlns:a="http://schemas.openxmlformats.org/drawingml/2006/main">
              <a:ext uri="{FF2B5EF4-FFF2-40B4-BE49-F238E27FC236}">
                <a16:creationId xmlns:a16="http://schemas.microsoft.com/office/drawing/2014/main" id="{6B45A6AD-4787-463B-B5F4-815CC96AD02D}"/>
              </a:ext>
            </a:extLst>
          </p:cNvPr>
          <p:cNvSpPr>
            <a:spLocks xmlns:a="http://schemas.openxmlformats.org/drawingml/2006/main" noGrp="1"/>
          </p:cNvSpPr>
          <p:nvPr/>
        </p:nvSpPr>
        <p:spPr>
          <a:xfrm xmlns:a="http://schemas.openxmlformats.org/drawingml/2006/main">
            <a:off x="7858125" y="2728232"/>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38" name="">
            <a:extLst xmlns:a="http://schemas.openxmlformats.org/drawingml/2006/main">
              <a:ext uri="{FF2B5EF4-FFF2-40B4-BE49-F238E27FC236}">
                <a16:creationId xmlns:a16="http://schemas.microsoft.com/office/drawing/2014/main" id="{0522447B-8B86-4F2B-81BB-DC838A578054}"/>
              </a:ext>
            </a:extLst>
          </p:cNvPr>
          <p:cNvSpPr>
            <a:spLocks xmlns:a="http://schemas.openxmlformats.org/drawingml/2006/main" noGrp="1"/>
          </p:cNvSpPr>
          <p:nvPr/>
        </p:nvSpPr>
        <p:spPr>
          <a:xfrm xmlns:a="http://schemas.openxmlformats.org/drawingml/2006/main">
            <a:off x="7858125" y="2854098"/>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39" name="">
            <a:extLst xmlns:a="http://schemas.openxmlformats.org/drawingml/2006/main">
              <a:ext uri="{FF2B5EF4-FFF2-40B4-BE49-F238E27FC236}">
                <a16:creationId xmlns:a16="http://schemas.microsoft.com/office/drawing/2014/main" id="{C3F04B50-8F3B-43B3-B1C2-9E6B690130C5}"/>
              </a:ext>
            </a:extLst>
          </p:cNvPr>
          <p:cNvSpPr>
            <a:spLocks xmlns:a="http://schemas.openxmlformats.org/drawingml/2006/main" noGrp="1"/>
          </p:cNvSpPr>
          <p:nvPr/>
        </p:nvSpPr>
        <p:spPr>
          <a:xfrm xmlns:a="http://schemas.openxmlformats.org/drawingml/2006/main">
            <a:off x="7858125" y="2979964"/>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40" name="">
            <a:extLst xmlns:a="http://schemas.openxmlformats.org/drawingml/2006/main">
              <a:ext uri="{FF2B5EF4-FFF2-40B4-BE49-F238E27FC236}">
                <a16:creationId xmlns:a16="http://schemas.microsoft.com/office/drawing/2014/main" id="{5038B59F-E9F6-4B0D-AEA0-4D37D27CFBB0}"/>
              </a:ext>
            </a:extLst>
          </p:cNvPr>
          <p:cNvSpPr>
            <a:spLocks xmlns:a="http://schemas.openxmlformats.org/drawingml/2006/main" noGrp="1"/>
          </p:cNvSpPr>
          <p:nvPr/>
        </p:nvSpPr>
        <p:spPr>
          <a:xfrm xmlns:a="http://schemas.openxmlformats.org/drawingml/2006/main">
            <a:off x="7858125" y="3105830"/>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41" name="">
            <a:extLst xmlns:a="http://schemas.openxmlformats.org/drawingml/2006/main">
              <a:ext uri="{FF2B5EF4-FFF2-40B4-BE49-F238E27FC236}">
                <a16:creationId xmlns:a16="http://schemas.microsoft.com/office/drawing/2014/main" id="{01198B69-B4D1-4414-AED5-F9C499138640}"/>
              </a:ext>
            </a:extLst>
          </p:cNvPr>
          <p:cNvSpPr>
            <a:spLocks xmlns:a="http://schemas.openxmlformats.org/drawingml/2006/main" noGrp="1"/>
          </p:cNvSpPr>
          <p:nvPr/>
        </p:nvSpPr>
        <p:spPr>
          <a:xfrm xmlns:a="http://schemas.openxmlformats.org/drawingml/2006/main">
            <a:off x="7858125" y="3231696"/>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42" name="">
            <a:extLst xmlns:a="http://schemas.openxmlformats.org/drawingml/2006/main">
              <a:ext uri="{FF2B5EF4-FFF2-40B4-BE49-F238E27FC236}">
                <a16:creationId xmlns:a16="http://schemas.microsoft.com/office/drawing/2014/main" id="{5E53907A-FEF8-4D3D-9C91-F6523A60D9D7}"/>
              </a:ext>
            </a:extLst>
          </p:cNvPr>
          <p:cNvSpPr>
            <a:spLocks xmlns:a="http://schemas.openxmlformats.org/drawingml/2006/main" noGrp="1"/>
          </p:cNvSpPr>
          <p:nvPr/>
        </p:nvSpPr>
        <p:spPr>
          <a:xfrm xmlns:a="http://schemas.openxmlformats.org/drawingml/2006/main">
            <a:off x="7858125" y="3357563"/>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43" name="">
            <a:extLst xmlns:a="http://schemas.openxmlformats.org/drawingml/2006/main">
              <a:ext uri="{FF2B5EF4-FFF2-40B4-BE49-F238E27FC236}">
                <a16:creationId xmlns:a16="http://schemas.microsoft.com/office/drawing/2014/main" id="{6C6E330F-04F8-4BA9-B810-F9D39175785A}"/>
              </a:ext>
            </a:extLst>
          </p:cNvPr>
          <p:cNvSpPr>
            <a:spLocks xmlns:a="http://schemas.openxmlformats.org/drawingml/2006/main" noGrp="1"/>
          </p:cNvSpPr>
          <p:nvPr/>
        </p:nvSpPr>
        <p:spPr>
          <a:xfrm xmlns:a="http://schemas.openxmlformats.org/drawingml/2006/main">
            <a:off x="7858125" y="3483429"/>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44" name="">
            <a:extLst xmlns:a="http://schemas.openxmlformats.org/drawingml/2006/main">
              <a:ext uri="{FF2B5EF4-FFF2-40B4-BE49-F238E27FC236}">
                <a16:creationId xmlns:a16="http://schemas.microsoft.com/office/drawing/2014/main" id="{46D72992-EAEB-4E8E-8838-7CC3AC576780}"/>
              </a:ext>
            </a:extLst>
          </p:cNvPr>
          <p:cNvSpPr>
            <a:spLocks xmlns:a="http://schemas.openxmlformats.org/drawingml/2006/main" noGrp="1"/>
          </p:cNvSpPr>
          <p:nvPr/>
        </p:nvSpPr>
        <p:spPr>
          <a:xfrm xmlns:a="http://schemas.openxmlformats.org/drawingml/2006/main">
            <a:off x="7858125" y="3609295"/>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45" name="">
            <a:extLst xmlns:a="http://schemas.openxmlformats.org/drawingml/2006/main">
              <a:ext uri="{FF2B5EF4-FFF2-40B4-BE49-F238E27FC236}">
                <a16:creationId xmlns:a16="http://schemas.microsoft.com/office/drawing/2014/main" id="{FC4784DF-8940-45C5-B536-28B3FAAB6DE5}"/>
              </a:ext>
            </a:extLst>
          </p:cNvPr>
          <p:cNvSpPr>
            <a:spLocks xmlns:a="http://schemas.openxmlformats.org/drawingml/2006/main" noGrp="1"/>
          </p:cNvSpPr>
          <p:nvPr/>
        </p:nvSpPr>
        <p:spPr>
          <a:xfrm xmlns:a="http://schemas.openxmlformats.org/drawingml/2006/main">
            <a:off x="7858125" y="3735161"/>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46" name="">
            <a:extLst xmlns:a="http://schemas.openxmlformats.org/drawingml/2006/main">
              <a:ext uri="{FF2B5EF4-FFF2-40B4-BE49-F238E27FC236}">
                <a16:creationId xmlns:a16="http://schemas.microsoft.com/office/drawing/2014/main" id="{9E0E870A-889B-4B51-B241-757F61E65851}"/>
              </a:ext>
            </a:extLst>
          </p:cNvPr>
          <p:cNvSpPr>
            <a:spLocks xmlns:a="http://schemas.openxmlformats.org/drawingml/2006/main" noGrp="1"/>
          </p:cNvSpPr>
          <p:nvPr/>
        </p:nvSpPr>
        <p:spPr>
          <a:xfrm xmlns:a="http://schemas.openxmlformats.org/drawingml/2006/main">
            <a:off x="7858125" y="3861027"/>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47" name="">
            <a:extLst xmlns:a="http://schemas.openxmlformats.org/drawingml/2006/main">
              <a:ext uri="{FF2B5EF4-FFF2-40B4-BE49-F238E27FC236}">
                <a16:creationId xmlns:a16="http://schemas.microsoft.com/office/drawing/2014/main" id="{EDAD6A17-CFA9-402C-A72C-18FBD0BCF06A}"/>
              </a:ext>
            </a:extLst>
          </p:cNvPr>
          <p:cNvSpPr>
            <a:spLocks xmlns:a="http://schemas.openxmlformats.org/drawingml/2006/main" noGrp="1"/>
          </p:cNvSpPr>
          <p:nvPr/>
        </p:nvSpPr>
        <p:spPr>
          <a:xfrm xmlns:a="http://schemas.openxmlformats.org/drawingml/2006/main">
            <a:off x="7858125" y="3986893"/>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48" name="">
            <a:extLst xmlns:a="http://schemas.openxmlformats.org/drawingml/2006/main">
              <a:ext uri="{FF2B5EF4-FFF2-40B4-BE49-F238E27FC236}">
                <a16:creationId xmlns:a16="http://schemas.microsoft.com/office/drawing/2014/main" id="{727D5DEA-8D13-41F1-9922-3EEE65ECA40E}"/>
              </a:ext>
            </a:extLst>
          </p:cNvPr>
          <p:cNvSpPr>
            <a:spLocks xmlns:a="http://schemas.openxmlformats.org/drawingml/2006/main" noGrp="1"/>
          </p:cNvSpPr>
          <p:nvPr/>
        </p:nvSpPr>
        <p:spPr>
          <a:xfrm xmlns:a="http://schemas.openxmlformats.org/drawingml/2006/main">
            <a:off x="7858125" y="4112759"/>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1430">
            <a:solidFill>
              <a:srgbClr val="71818B"/>
            </a:solidFill>
          </a:ln>
        </p:spPr>
      </p:sp>
      <p:sp>
        <p:nvSpPr>
          <p:cNvPr id="49" name="">
            <a:extLst xmlns:a="http://schemas.openxmlformats.org/drawingml/2006/main">
              <a:ext uri="{FF2B5EF4-FFF2-40B4-BE49-F238E27FC236}">
                <a16:creationId xmlns:a16="http://schemas.microsoft.com/office/drawing/2014/main" id="{AFCC4FF7-D93F-4D08-B26A-EA62C2E1AF8D}"/>
              </a:ext>
            </a:extLst>
          </p:cNvPr>
          <p:cNvSpPr>
            <a:spLocks xmlns:a="http://schemas.openxmlformats.org/drawingml/2006/main" noGrp="1"/>
          </p:cNvSpPr>
          <p:nvPr/>
        </p:nvSpPr>
        <p:spPr>
          <a:xfrm xmlns:a="http://schemas.openxmlformats.org/drawingml/2006/main">
            <a:off x="4333875" y="3000375"/>
            <a:ext cx="9525" cy="1047750"/>
          </a:xfrm>
          <a:custGeom xmlns:a="http://schemas.openxmlformats.org/drawingml/2006/main">
            <a:pathLst>
              <a:path w="9525" h="1047750">
                <a:moveTo>
                  <a:pt x="0" y="0"/>
                </a:moveTo>
                <a:lnTo>
                  <a:pt x="0" y="1047750"/>
                </a:lnTo>
              </a:path>
            </a:pathLst>
          </a:custGeom>
          <a:noFill xmlns:a="http://schemas.openxmlformats.org/drawingml/2006/main"/>
          <a:ln xmlns:a="http://schemas.openxmlformats.org/drawingml/2006/main" w="28575">
            <a:solidFill>
              <a:srgbClr val="7655A5"/>
            </a:solidFill>
          </a:ln>
        </p:spPr>
      </p:sp>
      <p:sp>
        <p:nvSpPr>
          <p:cNvPr id="50" name="">
            <a:extLst xmlns:a="http://schemas.openxmlformats.org/drawingml/2006/main">
              <a:ext uri="{FF2B5EF4-FFF2-40B4-BE49-F238E27FC236}">
                <a16:creationId xmlns:a16="http://schemas.microsoft.com/office/drawing/2014/main" id="{9B1FD639-DEE0-4286-9C2F-5DF5E8C253C6}"/>
              </a:ext>
            </a:extLst>
          </p:cNvPr>
          <p:cNvSpPr>
            <a:spLocks xmlns:a="http://schemas.openxmlformats.org/drawingml/2006/main" noGrp="1"/>
          </p:cNvSpPr>
          <p:nvPr/>
        </p:nvSpPr>
        <p:spPr>
          <a:xfrm xmlns:a="http://schemas.openxmlformats.org/drawingml/2006/main">
            <a:off x="4285869" y="393382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7655A5"/>
          </a:solidFill>
          <a:ln xmlns:a="http://schemas.openxmlformats.org/drawingml/2006/main" w="4763">
            <a:solidFill>
              <a:srgbClr val="7655A5"/>
            </a:solidFill>
          </a:ln>
        </p:spPr>
      </p:sp>
      <p:sp>
        <p:nvSpPr>
          <p:cNvPr id="51" name="">
            <a:extLst xmlns:a="http://schemas.openxmlformats.org/drawingml/2006/main">
              <a:ext uri="{FF2B5EF4-FFF2-40B4-BE49-F238E27FC236}">
                <a16:creationId xmlns:a16="http://schemas.microsoft.com/office/drawing/2014/main" id="{F13BA637-31BC-4F0D-A26A-6884DC4840B4}"/>
              </a:ext>
            </a:extLst>
          </p:cNvPr>
          <p:cNvSpPr>
            <a:spLocks xmlns:a="http://schemas.openxmlformats.org/drawingml/2006/main" noGrp="1"/>
          </p:cNvSpPr>
          <p:nvPr/>
        </p:nvSpPr>
        <p:spPr>
          <a:xfrm xmlns:a="http://schemas.openxmlformats.org/drawingml/2006/main">
            <a:off x="1238250" y="409575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7655A5"/>
                </a:solidFill>
                <a:latin typeface="Yu Gothic"/>
                <a:ea typeface="Yu Gothic"/>
                <a:cs typeface="Yu Gothic"/>
              </a:defRPr>
            </a:defPPr>
            <a:lvl1pPr>
              <a:buNone/>
              <a:defRPr sz="2100" b="1">
                <a:solidFill>
                  <a:srgbClr val="7655A5"/>
                </a:solidFill>
                <a:latin typeface="Yu Gothic"/>
                <a:ea typeface="Yu Gothic"/>
                <a:cs typeface="Yu Gothic"/>
              </a:defRPr>
            </a:lvl1pPr>
            <a:lvl2pPr>
              <a:buNone/>
              <a:defRPr sz="2100" b="1">
                <a:solidFill>
                  <a:srgbClr val="7655A5"/>
                </a:solidFill>
                <a:latin typeface="Yu Gothic"/>
                <a:ea typeface="Yu Gothic"/>
                <a:cs typeface="Yu Gothic"/>
              </a:defRPr>
            </a:lvl2pPr>
            <a:lvl3pPr>
              <a:buNone/>
              <a:defRPr sz="2100" b="1">
                <a:solidFill>
                  <a:srgbClr val="7655A5"/>
                </a:solidFill>
                <a:latin typeface="Yu Gothic"/>
                <a:ea typeface="Yu Gothic"/>
                <a:cs typeface="Yu Gothic"/>
              </a:defRPr>
            </a:lvl3pPr>
            <a:lvl4pPr>
              <a:buNone/>
              <a:defRPr sz="2100" b="1">
                <a:solidFill>
                  <a:srgbClr val="7655A5"/>
                </a:solidFill>
                <a:latin typeface="Yu Gothic"/>
                <a:ea typeface="Yu Gothic"/>
                <a:cs typeface="Yu Gothic"/>
              </a:defRPr>
            </a:lvl4pPr>
            <a:lvl5pPr>
              <a:buNone/>
              <a:defRPr sz="2100" b="1">
                <a:solidFill>
                  <a:srgbClr val="7655A5"/>
                </a:solidFill>
                <a:latin typeface="Yu Gothic"/>
                <a:ea typeface="Yu Gothic"/>
                <a:cs typeface="Yu Gothic"/>
              </a:defRPr>
            </a:lvl5pPr>
            <a:lvl6pPr>
              <a:buNone/>
              <a:defRPr sz="2100" b="1">
                <a:solidFill>
                  <a:srgbClr val="7655A5"/>
                </a:solidFill>
                <a:latin typeface="Yu Gothic"/>
                <a:ea typeface="Yu Gothic"/>
                <a:cs typeface="Yu Gothic"/>
              </a:defRPr>
            </a:lvl6pPr>
            <a:lvl7pPr>
              <a:buNone/>
              <a:defRPr sz="2100" b="1">
                <a:solidFill>
                  <a:srgbClr val="7655A5"/>
                </a:solidFill>
                <a:latin typeface="Yu Gothic"/>
                <a:ea typeface="Yu Gothic"/>
                <a:cs typeface="Yu Gothic"/>
              </a:defRPr>
            </a:lvl7pPr>
            <a:lvl8pPr>
              <a:buNone/>
              <a:defRPr sz="2100" b="1">
                <a:solidFill>
                  <a:srgbClr val="7655A5"/>
                </a:solidFill>
                <a:latin typeface="Yu Gothic"/>
                <a:ea typeface="Yu Gothic"/>
                <a:cs typeface="Yu Gothic"/>
              </a:defRPr>
            </a:lvl8pPr>
            <a:lvl9pPr>
              <a:buNone/>
              <a:defRPr sz="2100" b="1">
                <a:solidFill>
                  <a:srgbClr val="7655A5"/>
                </a:solidFill>
                <a:latin typeface="Yu Gothic"/>
                <a:ea typeface="Yu Gothic"/>
                <a:cs typeface="Yu Gothic"/>
              </a:defRPr>
            </a:lvl9pPr>
          </a:lstStyle>
          <a:p xmlns:a="http://schemas.openxmlformats.org/drawingml/2006/main">
            <a:pPr>
              <a:buNone/>
              <a:defRPr sz="2100" b="1">
                <a:solidFill>
                  <a:srgbClr val="7655A5"/>
                </a:solidFill>
                <a:latin typeface="Yu Gothic"/>
                <a:ea typeface="Yu Gothic"/>
                <a:cs typeface="Yu Gothic"/>
              </a:defRPr>
            </a:pPr>
            <a:r>
              <a:rPr sz="2100" b="1">
                <a:solidFill>
                  <a:srgbClr val="7655A5"/>
                </a:solidFill>
                <a:latin typeface="Yu Gothic"/>
                <a:ea typeface="Yu Gothic"/>
                <a:cs typeface="Yu Gothic"/>
              </a:rPr>
              <a:t>＋V：下向き</a:t>
            </a:r>
          </a:p>
        </p:txBody>
      </p:sp>
      <p:sp>
        <p:nvSpPr>
          <p:cNvPr id="52" name="">
            <a:extLst xmlns:a="http://schemas.openxmlformats.org/drawingml/2006/main">
              <a:ext uri="{FF2B5EF4-FFF2-40B4-BE49-F238E27FC236}">
                <a16:creationId xmlns:a16="http://schemas.microsoft.com/office/drawing/2014/main" id="{F80376BD-06CD-46BC-A06B-232DB7912A78}"/>
              </a:ext>
            </a:extLst>
          </p:cNvPr>
          <p:cNvSpPr>
            <a:spLocks xmlns:a="http://schemas.openxmlformats.org/drawingml/2006/main" noGrp="1"/>
          </p:cNvSpPr>
          <p:nvPr/>
        </p:nvSpPr>
        <p:spPr>
          <a:xfrm xmlns:a="http://schemas.openxmlformats.org/drawingml/2006/main">
            <a:off x="4620441" y="2714829"/>
            <a:ext cx="761133" cy="710752"/>
          </a:xfrm>
          <a:custGeom xmlns:a="http://schemas.openxmlformats.org/drawingml/2006/main">
            <a:pathLst>
              <a:path w="761133" h="710752">
                <a:moveTo>
                  <a:pt x="570684" y="710752"/>
                </a:moveTo>
                <a:lnTo>
                  <a:pt x="617037" y="679228"/>
                </a:lnTo>
                <a:lnTo>
                  <a:pt x="658262" y="641245"/>
                </a:lnTo>
                <a:lnTo>
                  <a:pt x="693468" y="597623"/>
                </a:lnTo>
                <a:lnTo>
                  <a:pt x="721893" y="549308"/>
                </a:lnTo>
                <a:lnTo>
                  <a:pt x="742920" y="497345"/>
                </a:lnTo>
                <a:lnTo>
                  <a:pt x="756095" y="442859"/>
                </a:lnTo>
                <a:lnTo>
                  <a:pt x="761133" y="387030"/>
                </a:lnTo>
                <a:lnTo>
                  <a:pt x="757925" y="331066"/>
                </a:lnTo>
                <a:lnTo>
                  <a:pt x="746539" y="276178"/>
                </a:lnTo>
                <a:lnTo>
                  <a:pt x="727223" y="223555"/>
                </a:lnTo>
                <a:lnTo>
                  <a:pt x="700395" y="174335"/>
                </a:lnTo>
                <a:lnTo>
                  <a:pt x="666635" y="129585"/>
                </a:lnTo>
                <a:lnTo>
                  <a:pt x="626675" y="90273"/>
                </a:lnTo>
                <a:lnTo>
                  <a:pt x="581378" y="57250"/>
                </a:lnTo>
                <a:lnTo>
                  <a:pt x="531726" y="31231"/>
                </a:lnTo>
                <a:lnTo>
                  <a:pt x="478794" y="12778"/>
                </a:lnTo>
                <a:lnTo>
                  <a:pt x="423728" y="2292"/>
                </a:lnTo>
                <a:lnTo>
                  <a:pt x="367718" y="0"/>
                </a:lnTo>
                <a:lnTo>
                  <a:pt x="311979" y="5951"/>
                </a:lnTo>
                <a:lnTo>
                  <a:pt x="257716" y="20016"/>
                </a:lnTo>
                <a:lnTo>
                  <a:pt x="206104" y="41890"/>
                </a:lnTo>
                <a:lnTo>
                  <a:pt x="158260" y="71101"/>
                </a:lnTo>
                <a:lnTo>
                  <a:pt x="115221" y="107016"/>
                </a:lnTo>
                <a:lnTo>
                  <a:pt x="77917" y="148858"/>
                </a:lnTo>
                <a:lnTo>
                  <a:pt x="47156" y="195720"/>
                </a:lnTo>
                <a:lnTo>
                  <a:pt x="23604" y="246589"/>
                </a:lnTo>
                <a:lnTo>
                  <a:pt x="7771" y="300363"/>
                </a:lnTo>
                <a:lnTo>
                  <a:pt x="0" y="355877"/>
                </a:lnTo>
                <a:lnTo>
                  <a:pt x="459" y="411932"/>
                </a:lnTo>
                <a:lnTo>
                  <a:pt x="9137" y="467312"/>
                </a:lnTo>
                <a:lnTo>
                  <a:pt x="25848" y="520820"/>
                </a:lnTo>
                <a:lnTo>
                  <a:pt x="50229" y="571296"/>
                </a:lnTo>
              </a:path>
            </a:pathLst>
          </a:custGeom>
          <a:noFill xmlns:a="http://schemas.openxmlformats.org/drawingml/2006/main"/>
          <a:ln xmlns:a="http://schemas.openxmlformats.org/drawingml/2006/main" w="28575">
            <a:solidFill>
              <a:srgbClr val="2876A8"/>
            </a:solidFill>
          </a:ln>
        </p:spPr>
      </p:sp>
      <p:sp>
        <p:nvSpPr>
          <p:cNvPr id="53" name="">
            <a:extLst xmlns:a="http://schemas.openxmlformats.org/drawingml/2006/main">
              <a:ext uri="{FF2B5EF4-FFF2-40B4-BE49-F238E27FC236}">
                <a16:creationId xmlns:a16="http://schemas.microsoft.com/office/drawing/2014/main" id="{15236503-0E7E-4ABE-8091-639D254C572E}"/>
              </a:ext>
            </a:extLst>
          </p:cNvPr>
          <p:cNvSpPr>
            <a:spLocks xmlns:a="http://schemas.openxmlformats.org/drawingml/2006/main" noGrp="1"/>
          </p:cNvSpPr>
          <p:nvPr/>
        </p:nvSpPr>
        <p:spPr>
          <a:xfrm xmlns:a="http://schemas.openxmlformats.org/drawingml/2006/main">
            <a:off x="4646288" y="3235649"/>
            <a:ext cx="24381" cy="50476"/>
          </a:xfrm>
          <a:custGeom xmlns:a="http://schemas.openxmlformats.org/drawingml/2006/main">
            <a:pathLst>
              <a:path w="24381" h="50476">
                <a:moveTo>
                  <a:pt x="0" y="0"/>
                </a:moveTo>
                <a:lnTo>
                  <a:pt x="24381" y="50476"/>
                </a:lnTo>
              </a:path>
            </a:pathLst>
          </a:custGeom>
          <a:noFill xmlns:a="http://schemas.openxmlformats.org/drawingml/2006/main"/>
          <a:ln xmlns:a="http://schemas.openxmlformats.org/drawingml/2006/main" w="28575">
            <a:solidFill>
              <a:srgbClr val="2876A8"/>
            </a:solidFill>
          </a:ln>
        </p:spPr>
      </p:sp>
      <p:sp>
        <p:nvSpPr>
          <p:cNvPr id="54" name="">
            <a:extLst xmlns:a="http://schemas.openxmlformats.org/drawingml/2006/main">
              <a:ext uri="{FF2B5EF4-FFF2-40B4-BE49-F238E27FC236}">
                <a16:creationId xmlns:a16="http://schemas.microsoft.com/office/drawing/2014/main" id="{A643ECC8-18F7-415E-BCC9-536F7E305BA3}"/>
              </a:ext>
            </a:extLst>
          </p:cNvPr>
          <p:cNvSpPr>
            <a:spLocks xmlns:a="http://schemas.openxmlformats.org/drawingml/2006/main" noGrp="1"/>
          </p:cNvSpPr>
          <p:nvPr/>
        </p:nvSpPr>
        <p:spPr>
          <a:xfrm xmlns:a="http://schemas.openxmlformats.org/drawingml/2006/main">
            <a:off x="4593219" y="3182956"/>
            <a:ext cx="77451" cy="103169"/>
          </a:xfrm>
          <a:custGeom xmlns:a="http://schemas.openxmlformats.org/drawingml/2006/main">
            <a:pathLst>
              <a:path w="77451" h="103169">
                <a:moveTo>
                  <a:pt x="77451" y="103169"/>
                </a:moveTo>
                <a:lnTo>
                  <a:pt x="72046" y="0"/>
                </a:lnTo>
                <a:lnTo>
                  <a:pt x="0" y="34799"/>
                </a:lnTo>
                <a:close/>
              </a:path>
            </a:pathLst>
          </a:custGeom>
          <a:solidFill xmlns:a="http://schemas.openxmlformats.org/drawingml/2006/main">
            <a:srgbClr val="2876A8"/>
          </a:solidFill>
          <a:ln xmlns:a="http://schemas.openxmlformats.org/drawingml/2006/main" w="4763">
            <a:solidFill>
              <a:srgbClr val="2876A8"/>
            </a:solidFill>
          </a:ln>
        </p:spPr>
      </p:sp>
      <p:sp>
        <p:nvSpPr>
          <p:cNvPr id="55" name="">
            <a:extLst xmlns:a="http://schemas.openxmlformats.org/drawingml/2006/main">
              <a:ext uri="{FF2B5EF4-FFF2-40B4-BE49-F238E27FC236}">
                <a16:creationId xmlns:a16="http://schemas.microsoft.com/office/drawing/2014/main" id="{E5733ED6-6067-40FD-9C79-D9C72E11E2DA}"/>
              </a:ext>
            </a:extLst>
          </p:cNvPr>
          <p:cNvSpPr>
            <a:spLocks xmlns:a="http://schemas.openxmlformats.org/drawingml/2006/main" noGrp="1"/>
          </p:cNvSpPr>
          <p:nvPr/>
        </p:nvSpPr>
        <p:spPr>
          <a:xfrm xmlns:a="http://schemas.openxmlformats.org/drawingml/2006/main">
            <a:off x="809625" y="476250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buNone/>
              <a:defRPr sz="2100" b="1">
                <a:solidFill>
                  <a:srgbClr val="2876A8"/>
                </a:solidFill>
                <a:latin typeface="Yu Gothic"/>
                <a:ea typeface="Yu Gothic"/>
                <a:cs typeface="Yu Gothic"/>
              </a:defRPr>
            </a:lvl1pPr>
            <a:lvl2pPr>
              <a:buNone/>
              <a:defRPr sz="2100" b="1">
                <a:solidFill>
                  <a:srgbClr val="2876A8"/>
                </a:solidFill>
                <a:latin typeface="Yu Gothic"/>
                <a:ea typeface="Yu Gothic"/>
                <a:cs typeface="Yu Gothic"/>
              </a:defRPr>
            </a:lvl2pPr>
            <a:lvl3pPr>
              <a:buNone/>
              <a:defRPr sz="2100" b="1">
                <a:solidFill>
                  <a:srgbClr val="2876A8"/>
                </a:solidFill>
                <a:latin typeface="Yu Gothic"/>
                <a:ea typeface="Yu Gothic"/>
                <a:cs typeface="Yu Gothic"/>
              </a:defRPr>
            </a:lvl3pPr>
            <a:lvl4pPr>
              <a:buNone/>
              <a:defRPr sz="2100" b="1">
                <a:solidFill>
                  <a:srgbClr val="2876A8"/>
                </a:solidFill>
                <a:latin typeface="Yu Gothic"/>
                <a:ea typeface="Yu Gothic"/>
                <a:cs typeface="Yu Gothic"/>
              </a:defRPr>
            </a:lvl4pPr>
            <a:lvl5pPr>
              <a:buNone/>
              <a:defRPr sz="2100" b="1">
                <a:solidFill>
                  <a:srgbClr val="2876A8"/>
                </a:solidFill>
                <a:latin typeface="Yu Gothic"/>
                <a:ea typeface="Yu Gothic"/>
                <a:cs typeface="Yu Gothic"/>
              </a:defRPr>
            </a:lvl5pPr>
            <a:lvl6pPr>
              <a:buNone/>
              <a:defRPr sz="2100" b="1">
                <a:solidFill>
                  <a:srgbClr val="2876A8"/>
                </a:solidFill>
                <a:latin typeface="Yu Gothic"/>
                <a:ea typeface="Yu Gothic"/>
                <a:cs typeface="Yu Gothic"/>
              </a:defRPr>
            </a:lvl6pPr>
            <a:lvl7pPr>
              <a:buNone/>
              <a:defRPr sz="2100" b="1">
                <a:solidFill>
                  <a:srgbClr val="2876A8"/>
                </a:solidFill>
                <a:latin typeface="Yu Gothic"/>
                <a:ea typeface="Yu Gothic"/>
                <a:cs typeface="Yu Gothic"/>
              </a:defRPr>
            </a:lvl7pPr>
            <a:lvl8pPr>
              <a:buNone/>
              <a:defRPr sz="2100" b="1">
                <a:solidFill>
                  <a:srgbClr val="2876A8"/>
                </a:solidFill>
                <a:latin typeface="Yu Gothic"/>
                <a:ea typeface="Yu Gothic"/>
                <a:cs typeface="Yu Gothic"/>
              </a:defRPr>
            </a:lvl8pPr>
            <a:lvl9pPr>
              <a:buNone/>
              <a:defRPr sz="2100" b="1">
                <a:solidFill>
                  <a:srgbClr val="2876A8"/>
                </a:solidFill>
                <a:latin typeface="Yu Gothic"/>
                <a:ea typeface="Yu Gothic"/>
                <a:cs typeface="Yu Gothic"/>
              </a:defRPr>
            </a:lvl9pPr>
          </a:lstStyle>
          <a:p xmlns:a="http://schemas.openxmlformats.org/drawingml/2006/main">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＋M：反時計回り</a:t>
            </a:r>
          </a:p>
        </p:txBody>
      </p:sp>
      <p:sp>
        <p:nvSpPr>
          <p:cNvPr id="56" name="">
            <a:extLst xmlns:a="http://schemas.openxmlformats.org/drawingml/2006/main">
              <a:ext uri="{FF2B5EF4-FFF2-40B4-BE49-F238E27FC236}">
                <a16:creationId xmlns:a16="http://schemas.microsoft.com/office/drawing/2014/main" id="{1224C8E0-EBAC-4031-BBCB-27070892513D}"/>
              </a:ext>
            </a:extLst>
          </p:cNvPr>
          <p:cNvSpPr>
            <a:spLocks xmlns:a="http://schemas.openxmlformats.org/drawingml/2006/main" noGrp="1"/>
          </p:cNvSpPr>
          <p:nvPr/>
        </p:nvSpPr>
        <p:spPr>
          <a:xfrm xmlns:a="http://schemas.openxmlformats.org/drawingml/2006/main">
            <a:off x="7858125" y="2190750"/>
            <a:ext cx="9525" cy="1047750"/>
          </a:xfrm>
          <a:custGeom xmlns:a="http://schemas.openxmlformats.org/drawingml/2006/main">
            <a:pathLst>
              <a:path w="9525" h="1047750">
                <a:moveTo>
                  <a:pt x="0" y="1047750"/>
                </a:moveTo>
                <a:lnTo>
                  <a:pt x="0" y="0"/>
                </a:lnTo>
              </a:path>
            </a:pathLst>
          </a:custGeom>
          <a:noFill xmlns:a="http://schemas.openxmlformats.org/drawingml/2006/main"/>
          <a:ln xmlns:a="http://schemas.openxmlformats.org/drawingml/2006/main" w="28575">
            <a:solidFill>
              <a:srgbClr val="7655A5"/>
            </a:solidFill>
          </a:ln>
        </p:spPr>
      </p:sp>
      <p:sp>
        <p:nvSpPr>
          <p:cNvPr id="57" name="">
            <a:extLst xmlns:a="http://schemas.openxmlformats.org/drawingml/2006/main">
              <a:ext uri="{FF2B5EF4-FFF2-40B4-BE49-F238E27FC236}">
                <a16:creationId xmlns:a16="http://schemas.microsoft.com/office/drawing/2014/main" id="{F776B1C2-ED28-4EFF-90E2-79BB6583D25D}"/>
              </a:ext>
            </a:extLst>
          </p:cNvPr>
          <p:cNvSpPr>
            <a:spLocks xmlns:a="http://schemas.openxmlformats.org/drawingml/2006/main" noGrp="1"/>
          </p:cNvSpPr>
          <p:nvPr/>
        </p:nvSpPr>
        <p:spPr>
          <a:xfrm xmlns:a="http://schemas.openxmlformats.org/drawingml/2006/main">
            <a:off x="7810119" y="2190750"/>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7655A5"/>
          </a:solidFill>
          <a:ln xmlns:a="http://schemas.openxmlformats.org/drawingml/2006/main" w="4763">
            <a:solidFill>
              <a:srgbClr val="7655A5"/>
            </a:solidFill>
          </a:ln>
        </p:spPr>
      </p:sp>
      <p:sp>
        <p:nvSpPr>
          <p:cNvPr id="58" name="">
            <a:extLst xmlns:a="http://schemas.openxmlformats.org/drawingml/2006/main">
              <a:ext uri="{FF2B5EF4-FFF2-40B4-BE49-F238E27FC236}">
                <a16:creationId xmlns:a16="http://schemas.microsoft.com/office/drawing/2014/main" id="{600F0858-BA78-46B6-80A4-0ADEDA0BEBBC}"/>
              </a:ext>
            </a:extLst>
          </p:cNvPr>
          <p:cNvSpPr>
            <a:spLocks xmlns:a="http://schemas.openxmlformats.org/drawingml/2006/main" noGrp="1"/>
          </p:cNvSpPr>
          <p:nvPr/>
        </p:nvSpPr>
        <p:spPr>
          <a:xfrm xmlns:a="http://schemas.openxmlformats.org/drawingml/2006/main">
            <a:off x="6811191" y="2765669"/>
            <a:ext cx="761133" cy="710752"/>
          </a:xfrm>
          <a:custGeom xmlns:a="http://schemas.openxmlformats.org/drawingml/2006/main">
            <a:pathLst>
              <a:path w="761133" h="710752">
                <a:moveTo>
                  <a:pt x="570684" y="0"/>
                </a:moveTo>
                <a:lnTo>
                  <a:pt x="617037" y="31523"/>
                </a:lnTo>
                <a:lnTo>
                  <a:pt x="658262" y="69507"/>
                </a:lnTo>
                <a:lnTo>
                  <a:pt x="693468" y="113129"/>
                </a:lnTo>
                <a:lnTo>
                  <a:pt x="721893" y="161444"/>
                </a:lnTo>
                <a:lnTo>
                  <a:pt x="742920" y="213407"/>
                </a:lnTo>
                <a:lnTo>
                  <a:pt x="756095" y="267893"/>
                </a:lnTo>
                <a:lnTo>
                  <a:pt x="761133" y="323722"/>
                </a:lnTo>
                <a:lnTo>
                  <a:pt x="757925" y="379686"/>
                </a:lnTo>
                <a:lnTo>
                  <a:pt x="746539" y="434574"/>
                </a:lnTo>
                <a:lnTo>
                  <a:pt x="727223" y="487197"/>
                </a:lnTo>
                <a:lnTo>
                  <a:pt x="700395" y="536416"/>
                </a:lnTo>
                <a:lnTo>
                  <a:pt x="666635" y="581166"/>
                </a:lnTo>
                <a:lnTo>
                  <a:pt x="626675" y="620479"/>
                </a:lnTo>
                <a:lnTo>
                  <a:pt x="581378" y="653502"/>
                </a:lnTo>
                <a:lnTo>
                  <a:pt x="531726" y="679521"/>
                </a:lnTo>
                <a:lnTo>
                  <a:pt x="478794" y="697973"/>
                </a:lnTo>
                <a:lnTo>
                  <a:pt x="423728" y="708459"/>
                </a:lnTo>
                <a:lnTo>
                  <a:pt x="367718" y="710752"/>
                </a:lnTo>
                <a:lnTo>
                  <a:pt x="311979" y="704801"/>
                </a:lnTo>
                <a:lnTo>
                  <a:pt x="257716" y="690736"/>
                </a:lnTo>
                <a:lnTo>
                  <a:pt x="206104" y="668861"/>
                </a:lnTo>
                <a:lnTo>
                  <a:pt x="158260" y="639650"/>
                </a:lnTo>
                <a:lnTo>
                  <a:pt x="115221" y="603735"/>
                </a:lnTo>
                <a:lnTo>
                  <a:pt x="77917" y="561894"/>
                </a:lnTo>
                <a:lnTo>
                  <a:pt x="47156" y="515032"/>
                </a:lnTo>
                <a:lnTo>
                  <a:pt x="23604" y="464163"/>
                </a:lnTo>
                <a:lnTo>
                  <a:pt x="7771" y="410389"/>
                </a:lnTo>
                <a:lnTo>
                  <a:pt x="0" y="354874"/>
                </a:lnTo>
                <a:lnTo>
                  <a:pt x="459" y="298820"/>
                </a:lnTo>
                <a:lnTo>
                  <a:pt x="9137" y="243440"/>
                </a:lnTo>
                <a:lnTo>
                  <a:pt x="25848" y="189932"/>
                </a:lnTo>
                <a:lnTo>
                  <a:pt x="50229" y="139456"/>
                </a:lnTo>
              </a:path>
            </a:pathLst>
          </a:custGeom>
          <a:noFill xmlns:a="http://schemas.openxmlformats.org/drawingml/2006/main"/>
          <a:ln xmlns:a="http://schemas.openxmlformats.org/drawingml/2006/main" w="28575">
            <a:solidFill>
              <a:srgbClr val="2876A8"/>
            </a:solidFill>
          </a:ln>
        </p:spPr>
      </p:sp>
      <p:sp>
        <p:nvSpPr>
          <p:cNvPr id="59" name="">
            <a:extLst xmlns:a="http://schemas.openxmlformats.org/drawingml/2006/main">
              <a:ext uri="{FF2B5EF4-FFF2-40B4-BE49-F238E27FC236}">
                <a16:creationId xmlns:a16="http://schemas.microsoft.com/office/drawing/2014/main" id="{2517BC33-B8CD-4D21-9E26-718D6BE3FD90}"/>
              </a:ext>
            </a:extLst>
          </p:cNvPr>
          <p:cNvSpPr>
            <a:spLocks xmlns:a="http://schemas.openxmlformats.org/drawingml/2006/main" noGrp="1"/>
          </p:cNvSpPr>
          <p:nvPr/>
        </p:nvSpPr>
        <p:spPr>
          <a:xfrm xmlns:a="http://schemas.openxmlformats.org/drawingml/2006/main">
            <a:off x="6837038" y="2905125"/>
            <a:ext cx="24381" cy="50476"/>
          </a:xfrm>
          <a:custGeom xmlns:a="http://schemas.openxmlformats.org/drawingml/2006/main">
            <a:pathLst>
              <a:path w="24381" h="50476">
                <a:moveTo>
                  <a:pt x="0" y="50476"/>
                </a:moveTo>
                <a:lnTo>
                  <a:pt x="24381" y="0"/>
                </a:lnTo>
              </a:path>
            </a:pathLst>
          </a:custGeom>
          <a:noFill xmlns:a="http://schemas.openxmlformats.org/drawingml/2006/main"/>
          <a:ln xmlns:a="http://schemas.openxmlformats.org/drawingml/2006/main" w="28575">
            <a:solidFill>
              <a:srgbClr val="2876A8"/>
            </a:solidFill>
          </a:ln>
        </p:spPr>
      </p:sp>
      <p:sp>
        <p:nvSpPr>
          <p:cNvPr id="60" name="">
            <a:extLst xmlns:a="http://schemas.openxmlformats.org/drawingml/2006/main">
              <a:ext uri="{FF2B5EF4-FFF2-40B4-BE49-F238E27FC236}">
                <a16:creationId xmlns:a16="http://schemas.microsoft.com/office/drawing/2014/main" id="{198DC78C-76A6-4395-A005-129F5852F6B2}"/>
              </a:ext>
            </a:extLst>
          </p:cNvPr>
          <p:cNvSpPr>
            <a:spLocks xmlns:a="http://schemas.openxmlformats.org/drawingml/2006/main" noGrp="1"/>
          </p:cNvSpPr>
          <p:nvPr/>
        </p:nvSpPr>
        <p:spPr>
          <a:xfrm xmlns:a="http://schemas.openxmlformats.org/drawingml/2006/main">
            <a:off x="6783969" y="2905125"/>
            <a:ext cx="77451" cy="103169"/>
          </a:xfrm>
          <a:custGeom xmlns:a="http://schemas.openxmlformats.org/drawingml/2006/main">
            <a:pathLst>
              <a:path w="77451" h="103169">
                <a:moveTo>
                  <a:pt x="77451" y="0"/>
                </a:moveTo>
                <a:lnTo>
                  <a:pt x="0" y="68369"/>
                </a:lnTo>
                <a:lnTo>
                  <a:pt x="72046" y="103169"/>
                </a:lnTo>
                <a:close/>
              </a:path>
            </a:pathLst>
          </a:custGeom>
          <a:solidFill xmlns:a="http://schemas.openxmlformats.org/drawingml/2006/main">
            <a:srgbClr val="2876A8"/>
          </a:solidFill>
          <a:ln xmlns:a="http://schemas.openxmlformats.org/drawingml/2006/main" w="4763">
            <a:solidFill>
              <a:srgbClr val="2876A8"/>
            </a:solidFill>
          </a:ln>
        </p:spPr>
      </p:sp>
      <p:sp>
        <p:nvSpPr>
          <p:cNvPr id="61" name="">
            <a:extLst xmlns:a="http://schemas.openxmlformats.org/drawingml/2006/main">
              <a:ext uri="{FF2B5EF4-FFF2-40B4-BE49-F238E27FC236}">
                <a16:creationId xmlns:a16="http://schemas.microsoft.com/office/drawing/2014/main" id="{31759DD9-54D4-4FB2-99D3-910A584B8DCC}"/>
              </a:ext>
            </a:extLst>
          </p:cNvPr>
          <p:cNvSpPr>
            <a:spLocks xmlns:a="http://schemas.openxmlformats.org/drawingml/2006/main" noGrp="1"/>
          </p:cNvSpPr>
          <p:nvPr/>
        </p:nvSpPr>
        <p:spPr>
          <a:xfrm xmlns:a="http://schemas.openxmlformats.org/drawingml/2006/main">
            <a:off x="7143750" y="4095750"/>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左面の作用は逆向き</a:t>
            </a:r>
          </a:p>
        </p:txBody>
      </p:sp>
      <p:sp>
        <p:nvSpPr>
          <p:cNvPr id="62" name="">
            <a:extLst xmlns:a="http://schemas.openxmlformats.org/drawingml/2006/main">
              <a:ext uri="{FF2B5EF4-FFF2-40B4-BE49-F238E27FC236}">
                <a16:creationId xmlns:a16="http://schemas.microsoft.com/office/drawing/2014/main" id="{2F569D94-5CB3-46ED-959F-04C75A47FA99}"/>
              </a:ext>
            </a:extLst>
          </p:cNvPr>
          <p:cNvSpPr>
            <a:spLocks xmlns:a="http://schemas.openxmlformats.org/drawingml/2006/main" noGrp="1"/>
          </p:cNvSpPr>
          <p:nvPr/>
        </p:nvSpPr>
        <p:spPr>
          <a:xfrm xmlns:a="http://schemas.openxmlformats.org/drawingml/2006/main">
            <a:off x="7143750" y="4619625"/>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大きさは等しい</a:t>
            </a:r>
          </a:p>
        </p:txBody>
      </p:sp>
      <p:sp>
        <p:nvSpPr>
          <p:cNvPr id="63" name="">
            <a:extLst xmlns:a="http://schemas.openxmlformats.org/drawingml/2006/main">
              <a:ext uri="{FF2B5EF4-FFF2-40B4-BE49-F238E27FC236}">
                <a16:creationId xmlns:a16="http://schemas.microsoft.com/office/drawing/2014/main" id="{1B4C7CC1-9F50-4AF3-999A-E5DB5972A891}"/>
              </a:ext>
            </a:extLst>
          </p:cNvPr>
          <p:cNvSpPr>
            <a:spLocks xmlns:a="http://schemas.openxmlformats.org/drawingml/2006/main" noGrp="1"/>
          </p:cNvSpPr>
          <p:nvPr/>
        </p:nvSpPr>
        <p:spPr>
          <a:xfrm xmlns:a="http://schemas.openxmlformats.org/drawingml/2006/main">
            <a:off x="809625" y="52863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＋Mの曲げ：上側圧縮、下側引張り。BMDは正を上に描く。</a:t>
            </a:r>
          </a:p>
        </p:txBody>
      </p:sp>
      <p:sp>
        <p:nvSpPr>
          <p:cNvPr id="64" name="">
            <a:extLst xmlns:a="http://schemas.openxmlformats.org/drawingml/2006/main">
              <a:ext uri="{FF2B5EF4-FFF2-40B4-BE49-F238E27FC236}">
                <a16:creationId xmlns:a16="http://schemas.microsoft.com/office/drawing/2014/main" id="{191FAF9C-9064-47D5-8EE4-9B02A84FD6AE}"/>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この講義では左部分の右切断面を基準に定義する。別の符号規約と混在させない。</a:t>
            </a:r>
          </a:p>
        </p:txBody>
      </p:sp>
    </p:spTree>
    <p:extLst>
      <p:ext uri="{BB962C8B-B14F-4D97-AF65-F5344CB8AC3E}">
        <p14:creationId xmlns:p14="http://schemas.microsoft.com/office/powerpoint/2010/main" val="183763508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F6A66A-6A9A-4ADE-AB4C-F0972CDD6A95}"/>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SFD と BMD は「位置ごとの値の地図」</a:t>
            </a:r>
          </a:p>
        </p:txBody>
      </p:sp>
      <p:cxnSp>
        <p:nvCxnSpPr>
          <p:cNvPr id="2" name="">
            <a:extLst xmlns:a="http://schemas.openxmlformats.org/drawingml/2006/main">
              <a:ext uri="{FF2B5EF4-FFF2-40B4-BE49-F238E27FC236}">
                <a16:creationId xmlns:a16="http://schemas.microsoft.com/office/drawing/2014/main" id="{D44D97C3-3D59-4110-9F59-E74FC2729122}"/>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7B19071F-1C15-48CC-A6D3-153E231044C6}"/>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859A2C5F-3428-47FD-9DDC-42EBD5C413F8}"/>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18 / 49</a:t>
            </a:r>
          </a:p>
        </p:txBody>
      </p:sp>
      <p:graphicFrame>
        <p:nvGraphicFramePr>
          <p:cNvPr id="5" name="">
            <a:extLst xmlns:a="http://schemas.openxmlformats.org/drawingml/2006/main">
              <a:ext uri="{FF2B5EF4-FFF2-40B4-BE49-F238E27FC236}">
                <a16:creationId xmlns:a16="http://schemas.microsoft.com/office/drawing/2014/main" id="{6114D52B-E50D-4563-B439-82421F6384E8}"/>
              </a:ext>
            </a:extLst>
          </p:cNvPr>
          <p:cNvGraphicFramePr/>
          <p:nvPr/>
        </p:nvGraphicFramePr>
        <p:xfrm>
          <a:off xmlns:a="http://schemas.openxmlformats.org/drawingml/2006/main" x="685800" y="1800225"/>
          <a:ext xmlns:a="http://schemas.openxmlformats.org/drawingml/2006/main" cx="10820400" cy="2581275"/>
        </p:xfrm>
        <a:graphic xmlns:a="http://schemas.openxmlformats.org/drawingml/2006/main">
          <a:graphicData uri="http://schemas.openxmlformats.org/drawingml/2006/table">
            <a:tbl>
              <a:tblPr/>
              <a:tblGrid>
                <a:gridCol w="4000500"/>
                <a:gridCol w="2476500"/>
                <a:gridCol w="4343400"/>
              </a:tblGrid>
              <a:tr h="860425">
                <a:tc>
                  <a:txBody>
                    <a:bodyPr lIns="114300" tIns="114300" rIns="114300" bIns="114300"/>
                    <a:lstStyle/>
                    <a:p>
                      <a:r>
                        <a:rPr sz="1875" b="1">
                          <a:solidFill>
                            <a:srgbClr val="FFFFFF"/>
                          </a:solidFill>
                          <a:latin typeface="Yu Gothic"/>
                          <a:ea typeface="Yu Gothic"/>
                          <a:cs typeface="Yu Gothic"/>
                        </a:rPr>
                        <a:t>線図</a:t>
                      </a:r>
                    </a:p>
                  </a:txBody>
                  <a:tcPr marL="91440" marR="91440" marT="45720" marB="45720" anchor="ctr">
                    <a:lnL w="9525">
                      <a:solidFill>
                        <a:srgbClr val="C8D3DD"/>
                      </a:solidFill>
                    </a:lnL>
                    <a:lnR w="9525">
                      <a:solidFill>
                        <a:srgbClr val="C8D3DD"/>
                      </a:solidFill>
                    </a:lnR>
                    <a:lnT w="9525">
                      <a:solidFill>
                        <a:srgbClr val="C8D3DD"/>
                      </a:solidFill>
                    </a:lnT>
                    <a:lnB w="9525">
                      <a:solidFill>
                        <a:srgbClr val="C8D3DD"/>
                      </a:solidFill>
                    </a:lnB>
                    <a:solidFill>
                      <a:srgbClr val="18364F"/>
                    </a:solidFill>
                  </a:tcPr>
                </a:tc>
                <a:tc>
                  <a:txBody>
                    <a:bodyPr lIns="114300" tIns="114300" rIns="114300" bIns="114300"/>
                    <a:lstStyle/>
                    <a:p>
                      <a:r>
                        <a:rPr sz="1875" b="1">
                          <a:solidFill>
                            <a:srgbClr val="FFFFFF"/>
                          </a:solidFill>
                          <a:latin typeface="Yu Gothic"/>
                          <a:ea typeface="Yu Gothic"/>
                          <a:cs typeface="Yu Gothic"/>
                        </a:rPr>
                        <a:t>縦軸</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c>
                  <a:txBody>
                    <a:bodyPr lIns="114300" tIns="114300" rIns="114300" bIns="114300"/>
                    <a:lstStyle/>
                    <a:p>
                      <a:r>
                        <a:rPr sz="1875" b="1">
                          <a:solidFill>
                            <a:srgbClr val="FFFFFF"/>
                          </a:solidFill>
                          <a:latin typeface="Yu Gothic"/>
                          <a:ea typeface="Yu Gothic"/>
                          <a:cs typeface="Yu Gothic"/>
                        </a:rPr>
                        <a:t>何を読むか</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r>
              <a:tr h="860425">
                <a:tc>
                  <a:txBody>
                    <a:bodyPr lIns="114300" tIns="114300" rIns="114300" bIns="114300"/>
                    <a:lstStyle/>
                    <a:p>
                      <a:r>
                        <a:rPr sz="1875" b="0">
                          <a:solidFill>
                            <a:srgbClr val="253C4D"/>
                          </a:solidFill>
                          <a:latin typeface="Yu Gothic"/>
                          <a:ea typeface="Yu Gothic"/>
                          <a:cs typeface="Yu Gothic"/>
                        </a:rPr>
                        <a:t>SFD（せん断力図）</a:t>
                      </a:r>
                    </a:p>
                  </a:txBody>
                  <a:tcPr marL="91440" marR="91440" marT="45720" marB="45720" anchor="ctr">
                    <a:lnL w="9525">
                      <a:solidFill>
                        <a:srgbClr val="C8D3DD"/>
                      </a:solidFill>
                    </a:lnL>
                    <a:lnR w="9525">
                      <a:solidFill>
                        <a:srgbClr val="C8D3DD"/>
                      </a:solidFill>
                    </a:lnR>
                    <a:lnB w="9525">
                      <a:solidFill>
                        <a:srgbClr val="C8D3DD"/>
                      </a:solidFill>
                    </a:lnB>
                    <a:solidFill>
                      <a:srgbClr val="EDF2F6"/>
                    </a:solidFill>
                  </a:tcPr>
                </a:tc>
                <a:tc>
                  <a:txBody>
                    <a:bodyPr lIns="114300" tIns="114300" rIns="114300" bIns="114300"/>
                    <a:lstStyle/>
                    <a:p>
                      <a:r>
                        <a:rPr sz="1875" b="0">
                          <a:solidFill>
                            <a:srgbClr val="253C4D"/>
                          </a:solidFill>
                          <a:latin typeface="Yu Gothic"/>
                          <a:ea typeface="Yu Gothic"/>
                          <a:cs typeface="Yu Gothic"/>
                        </a:rPr>
                        <a:t>V / N</a:t>
                      </a:r>
                    </a:p>
                  </a:txBody>
                  <a:tcPr marL="91440" marR="91440" marT="45720" marB="45720" anchor="ctr">
                    <a:lnR w="9525">
                      <a:solidFill>
                        <a:srgbClr val="C8D3DD"/>
                      </a:solidFill>
                    </a:lnR>
                    <a:lnB w="9525">
                      <a:solidFill>
                        <a:srgbClr val="C8D3DD"/>
                      </a:solidFill>
                    </a:lnB>
                    <a:solidFill>
                      <a:srgbClr val="EDF2F6"/>
                    </a:solidFill>
                  </a:tcPr>
                </a:tc>
                <a:tc>
                  <a:txBody>
                    <a:bodyPr lIns="114300" tIns="114300" rIns="114300" bIns="114300"/>
                    <a:lstStyle/>
                    <a:p>
                      <a:r>
                        <a:rPr sz="1875" b="0">
                          <a:solidFill>
                            <a:srgbClr val="253C4D"/>
                          </a:solidFill>
                          <a:latin typeface="Yu Gothic"/>
                          <a:ea typeface="Yu Gothic"/>
                          <a:cs typeface="Yu Gothic"/>
                        </a:rPr>
                        <a:t>断面がずれようとする作用</a:t>
                      </a:r>
                    </a:p>
                  </a:txBody>
                  <a:tcPr marL="91440" marR="91440" marT="45720" marB="45720" anchor="ctr">
                    <a:lnR w="9525">
                      <a:solidFill>
                        <a:srgbClr val="C8D3DD"/>
                      </a:solidFill>
                    </a:lnR>
                    <a:lnB w="9525">
                      <a:solidFill>
                        <a:srgbClr val="C8D3DD"/>
                      </a:solidFill>
                    </a:lnB>
                    <a:solidFill>
                      <a:srgbClr val="EDF2F6"/>
                    </a:solidFill>
                  </a:tcPr>
                </a:tc>
              </a:tr>
              <a:tr h="860425">
                <a:tc>
                  <a:txBody>
                    <a:bodyPr lIns="114300" tIns="114300" rIns="114300" bIns="114300"/>
                    <a:lstStyle/>
                    <a:p>
                      <a:r>
                        <a:rPr sz="1875" b="0">
                          <a:solidFill>
                            <a:srgbClr val="253C4D"/>
                          </a:solidFill>
                          <a:latin typeface="Yu Gothic"/>
                          <a:ea typeface="Yu Gothic"/>
                          <a:cs typeface="Yu Gothic"/>
                        </a:rPr>
                        <a:t>BMD（曲げモーメント図）</a:t>
                      </a:r>
                    </a:p>
                  </a:txBody>
                  <a:tcPr marL="91440" marR="91440" marT="45720" marB="45720" anchor="ctr">
                    <a:lnL w="9525">
                      <a:solidFill>
                        <a:srgbClr val="C8D3DD"/>
                      </a:solidFill>
                    </a:lnL>
                    <a:lnR w="9525">
                      <a:solidFill>
                        <a:srgbClr val="C8D3DD"/>
                      </a:solidFill>
                    </a:lnR>
                    <a:lnB w="9525">
                      <a:solidFill>
                        <a:srgbClr val="C8D3DD"/>
                      </a:solidFill>
                    </a:lnB>
                    <a:solidFill>
                      <a:srgbClr val="FFFFFF"/>
                    </a:solidFill>
                  </a:tcPr>
                </a:tc>
                <a:tc>
                  <a:txBody>
                    <a:bodyPr lIns="114300" tIns="114300" rIns="114300" bIns="114300"/>
                    <a:lstStyle/>
                    <a:p>
                      <a:r>
                        <a:rPr sz="1875" b="0">
                          <a:solidFill>
                            <a:srgbClr val="253C4D"/>
                          </a:solidFill>
                          <a:latin typeface="Yu Gothic"/>
                          <a:ea typeface="Yu Gothic"/>
                          <a:cs typeface="Yu Gothic"/>
                        </a:rPr>
                        <a:t>M / N·m</a:t>
                      </a:r>
                    </a:p>
                  </a:txBody>
                  <a:tcPr marL="91440" marR="91440" marT="45720" marB="45720" anchor="ctr">
                    <a:lnR w="9525">
                      <a:solidFill>
                        <a:srgbClr val="C8D3DD"/>
                      </a:solidFill>
                    </a:lnR>
                    <a:lnB w="9525">
                      <a:solidFill>
                        <a:srgbClr val="C8D3DD"/>
                      </a:solidFill>
                    </a:lnB>
                    <a:solidFill>
                      <a:srgbClr val="FFFFFF"/>
                    </a:solidFill>
                  </a:tcPr>
                </a:tc>
                <a:tc>
                  <a:txBody>
                    <a:bodyPr lIns="114300" tIns="114300" rIns="114300" bIns="114300"/>
                    <a:lstStyle/>
                    <a:p>
                      <a:r>
                        <a:rPr sz="1875" b="0">
                          <a:solidFill>
                            <a:srgbClr val="253C4D"/>
                          </a:solidFill>
                          <a:latin typeface="Yu Gothic"/>
                          <a:ea typeface="Yu Gothic"/>
                          <a:cs typeface="Yu Gothic"/>
                        </a:rPr>
                        <a:t>断面を曲げようとする作用</a:t>
                      </a:r>
                    </a:p>
                  </a:txBody>
                  <a:tcPr marL="91440" marR="91440" marT="45720" marB="45720" anchor="ctr">
                    <a:lnR w="9525">
                      <a:solidFill>
                        <a:srgbClr val="C8D3DD"/>
                      </a:solidFill>
                    </a:lnR>
                    <a:lnB w="9525">
                      <a:solidFill>
                        <a:srgbClr val="C8D3DD"/>
                      </a:solidFill>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672EC5D-8819-4749-A91E-E80256290608}"/>
              </a:ext>
            </a:extLst>
          </p:cNvPr>
          <p:cNvSpPr>
            <a:spLocks xmlns:a="http://schemas.openxmlformats.org/drawingml/2006/main" noGrp="1"/>
          </p:cNvSpPr>
          <p:nvPr/>
        </p:nvSpPr>
        <p:spPr>
          <a:xfrm xmlns:a="http://schemas.openxmlformats.org/drawingml/2006/main">
            <a:off x="685800" y="479107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1">
                <a:solidFill>
                  <a:srgbClr val="18364F"/>
                </a:solidFill>
                <a:latin typeface="Yu Gothic"/>
                <a:ea typeface="Yu Gothic"/>
                <a:cs typeface="Yu Gothic"/>
              </a:defRPr>
            </a:defPPr>
            <a:lvl1pPr algn="l">
              <a:buNone/>
              <a:defRPr sz="2775" b="1">
                <a:solidFill>
                  <a:srgbClr val="18364F"/>
                </a:solidFill>
                <a:latin typeface="Yu Gothic"/>
                <a:ea typeface="Yu Gothic"/>
                <a:cs typeface="Yu Gothic"/>
              </a:defRPr>
            </a:lvl1pPr>
            <a:lvl2pPr algn="l">
              <a:buNone/>
              <a:defRPr sz="2775" b="1">
                <a:solidFill>
                  <a:srgbClr val="18364F"/>
                </a:solidFill>
                <a:latin typeface="Yu Gothic"/>
                <a:ea typeface="Yu Gothic"/>
                <a:cs typeface="Yu Gothic"/>
              </a:defRPr>
            </a:lvl2pPr>
            <a:lvl3pPr algn="l">
              <a:buNone/>
              <a:defRPr sz="2775" b="1">
                <a:solidFill>
                  <a:srgbClr val="18364F"/>
                </a:solidFill>
                <a:latin typeface="Yu Gothic"/>
                <a:ea typeface="Yu Gothic"/>
                <a:cs typeface="Yu Gothic"/>
              </a:defRPr>
            </a:lvl3pPr>
            <a:lvl4pPr algn="l">
              <a:buNone/>
              <a:defRPr sz="2775" b="1">
                <a:solidFill>
                  <a:srgbClr val="18364F"/>
                </a:solidFill>
                <a:latin typeface="Yu Gothic"/>
                <a:ea typeface="Yu Gothic"/>
                <a:cs typeface="Yu Gothic"/>
              </a:defRPr>
            </a:lvl4pPr>
            <a:lvl5pPr algn="l">
              <a:buNone/>
              <a:defRPr sz="2775" b="1">
                <a:solidFill>
                  <a:srgbClr val="18364F"/>
                </a:solidFill>
                <a:latin typeface="Yu Gothic"/>
                <a:ea typeface="Yu Gothic"/>
                <a:cs typeface="Yu Gothic"/>
              </a:defRPr>
            </a:lvl5pPr>
            <a:lvl6pPr algn="l">
              <a:buNone/>
              <a:defRPr sz="2775" b="1">
                <a:solidFill>
                  <a:srgbClr val="18364F"/>
                </a:solidFill>
                <a:latin typeface="Yu Gothic"/>
                <a:ea typeface="Yu Gothic"/>
                <a:cs typeface="Yu Gothic"/>
              </a:defRPr>
            </a:lvl6pPr>
            <a:lvl7pPr algn="l">
              <a:buNone/>
              <a:defRPr sz="2775" b="1">
                <a:solidFill>
                  <a:srgbClr val="18364F"/>
                </a:solidFill>
                <a:latin typeface="Yu Gothic"/>
                <a:ea typeface="Yu Gothic"/>
                <a:cs typeface="Yu Gothic"/>
              </a:defRPr>
            </a:lvl7pPr>
            <a:lvl8pPr algn="l">
              <a:buNone/>
              <a:defRPr sz="2775" b="1">
                <a:solidFill>
                  <a:srgbClr val="18364F"/>
                </a:solidFill>
                <a:latin typeface="Yu Gothic"/>
                <a:ea typeface="Yu Gothic"/>
                <a:cs typeface="Yu Gothic"/>
              </a:defRPr>
            </a:lvl8pPr>
            <a:lvl9pPr algn="l">
              <a:buNone/>
              <a:defRPr sz="2775" b="1">
                <a:solidFill>
                  <a:srgbClr val="18364F"/>
                </a:solidFill>
                <a:latin typeface="Yu Gothic"/>
                <a:ea typeface="Yu Gothic"/>
                <a:cs typeface="Yu Gothic"/>
              </a:defRPr>
            </a:lvl9pPr>
          </a:lstStyle>
          <a:p xmlns:a="http://schemas.openxmlformats.org/drawingml/2006/main">
            <a:pPr algn="l">
              <a:buNone/>
              <a:defRPr sz="2775" b="1">
                <a:solidFill>
                  <a:srgbClr val="18364F"/>
                </a:solidFill>
                <a:latin typeface="Yu Gothic"/>
                <a:ea typeface="Yu Gothic"/>
                <a:cs typeface="Yu Gothic"/>
              </a:defRPr>
            </a:pPr>
            <a:r>
              <a:rPr sz="2775" b="1">
                <a:solidFill>
                  <a:srgbClr val="18364F"/>
                </a:solidFill>
                <a:latin typeface="Yu Gothic"/>
                <a:ea typeface="Yu Gothic"/>
                <a:cs typeface="Yu Gothic"/>
              </a:rPr>
              <a:t>横軸はいずれも、Aからの位置 x / m</a:t>
            </a:r>
          </a:p>
        </p:txBody>
      </p:sp>
      <p:sp>
        <p:nvSpPr>
          <p:cNvPr id="7" name="">
            <a:extLst xmlns:a="http://schemas.openxmlformats.org/drawingml/2006/main">
              <a:ext uri="{FF2B5EF4-FFF2-40B4-BE49-F238E27FC236}">
                <a16:creationId xmlns:a16="http://schemas.microsoft.com/office/drawing/2014/main" id="{52AB7374-D944-41B3-8BE9-B5E7B5C3C509}"/>
              </a:ext>
            </a:extLst>
          </p:cNvPr>
          <p:cNvSpPr>
            <a:spLocks xmlns:a="http://schemas.openxmlformats.org/drawingml/2006/main" noGrp="1"/>
          </p:cNvSpPr>
          <p:nvPr/>
        </p:nvSpPr>
        <p:spPr>
          <a:xfrm xmlns:a="http://schemas.openxmlformats.org/drawingml/2006/main">
            <a:off x="685800" y="57721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線図の形は、はりのたわんだ形そのものではない</a:t>
            </a:r>
          </a:p>
        </p:txBody>
      </p:sp>
    </p:spTree>
    <p:extLst>
      <p:ext uri="{BB962C8B-B14F-4D97-AF65-F5344CB8AC3E}">
        <p14:creationId xmlns:p14="http://schemas.microsoft.com/office/powerpoint/2010/main" val="157649411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1389C99-10E8-4020-80B2-6C9BD1D82A14}"/>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中央荷重の SFD：力のつり合いで求める</a:t>
            </a:r>
          </a:p>
        </p:txBody>
      </p:sp>
      <p:cxnSp>
        <p:nvCxnSpPr>
          <p:cNvPr id="2" name="">
            <a:extLst xmlns:a="http://schemas.openxmlformats.org/drawingml/2006/main">
              <a:ext uri="{FF2B5EF4-FFF2-40B4-BE49-F238E27FC236}">
                <a16:creationId xmlns:a16="http://schemas.microsoft.com/office/drawing/2014/main" id="{A6C27348-315A-4F3A-96F4-138927DD789E}"/>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82947283-461C-4B29-9237-55C0A13E8C47}"/>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492DA8C2-DF40-4553-894A-D3ECC87D5DB8}"/>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19 / 49</a:t>
            </a:r>
          </a:p>
        </p:txBody>
      </p:sp>
      <p:sp>
        <p:nvSpPr>
          <p:cNvPr id="36" name="">
            <a:extLst xmlns:a="http://schemas.openxmlformats.org/drawingml/2006/main">
              <a:ext uri="{FF2B5EF4-FFF2-40B4-BE49-F238E27FC236}">
                <a16:creationId xmlns:a16="http://schemas.microsoft.com/office/drawing/2014/main" id="{F5D5CD71-0DDF-415E-9999-4FC2D2C187C5}"/>
              </a:ext>
            </a:extLst>
          </p:cNvPr>
          <p:cNvSpPr>
            <a:spLocks xmlns:a="http://schemas.openxmlformats.org/drawingml/2006/main" noGrp="1"/>
          </p:cNvSpPr>
          <p:nvPr/>
        </p:nvSpPr>
        <p:spPr>
          <a:xfrm xmlns:a="http://schemas.openxmlformats.org/drawingml/2006/main">
            <a:off x="809625" y="15716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荷重より左：0 &lt; x &lt; 0.60</a:t>
            </a:r>
          </a:p>
        </p:txBody>
      </p:sp>
      <p:sp>
        <p:nvSpPr>
          <p:cNvPr id="37" name="">
            <a:extLst xmlns:a="http://schemas.openxmlformats.org/drawingml/2006/main">
              <a:ext uri="{FF2B5EF4-FFF2-40B4-BE49-F238E27FC236}">
                <a16:creationId xmlns:a16="http://schemas.microsoft.com/office/drawing/2014/main" id="{440847CE-2C0F-4391-8A72-4F10933C62F4}"/>
              </a:ext>
            </a:extLst>
          </p:cNvPr>
          <p:cNvSpPr>
            <a:spLocks xmlns:a="http://schemas.openxmlformats.org/drawingml/2006/main" noGrp="1"/>
          </p:cNvSpPr>
          <p:nvPr/>
        </p:nvSpPr>
        <p:spPr>
          <a:xfrm xmlns:a="http://schemas.openxmlformats.org/drawingml/2006/main">
            <a:off x="6762750" y="15716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荷重より右：0.60 &lt; x &lt; 1.20</a:t>
            </a:r>
          </a:p>
        </p:txBody>
      </p:sp>
      <p:sp>
        <p:nvSpPr>
          <p:cNvPr id="38" name="">
            <a:extLst xmlns:a="http://schemas.openxmlformats.org/drawingml/2006/main">
              <a:ext uri="{FF2B5EF4-FFF2-40B4-BE49-F238E27FC236}">
                <a16:creationId xmlns:a16="http://schemas.microsoft.com/office/drawing/2014/main" id="{70D68855-B979-4B76-BB23-9C1EC0EC0224}"/>
              </a:ext>
            </a:extLst>
          </p:cNvPr>
          <p:cNvSpPr>
            <a:spLocks xmlns:a="http://schemas.openxmlformats.org/drawingml/2006/main" noGrp="1"/>
          </p:cNvSpPr>
          <p:nvPr/>
        </p:nvSpPr>
        <p:spPr>
          <a:xfrm xmlns:a="http://schemas.openxmlformats.org/drawingml/2006/main">
            <a:off x="1381125" y="2286000"/>
            <a:ext cx="257175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39" name="">
            <a:extLst xmlns:a="http://schemas.openxmlformats.org/drawingml/2006/main">
              <a:ext uri="{FF2B5EF4-FFF2-40B4-BE49-F238E27FC236}">
                <a16:creationId xmlns:a16="http://schemas.microsoft.com/office/drawing/2014/main" id="{A1E09B78-8A67-4E94-8488-03FB791EF401}"/>
              </a:ext>
            </a:extLst>
          </p:cNvPr>
          <p:cNvSpPr>
            <a:spLocks xmlns:a="http://schemas.openxmlformats.org/drawingml/2006/main" noGrp="1"/>
          </p:cNvSpPr>
          <p:nvPr/>
        </p:nvSpPr>
        <p:spPr>
          <a:xfrm xmlns:a="http://schemas.openxmlformats.org/drawingml/2006/main">
            <a:off x="1381125" y="2495550"/>
            <a:ext cx="9525" cy="504825"/>
          </a:xfrm>
          <a:custGeom xmlns:a="http://schemas.openxmlformats.org/drawingml/2006/main">
            <a:pathLst>
              <a:path w="9525" h="504825">
                <a:moveTo>
                  <a:pt x="0" y="504825"/>
                </a:moveTo>
                <a:lnTo>
                  <a:pt x="0" y="0"/>
                </a:lnTo>
              </a:path>
            </a:pathLst>
          </a:custGeom>
          <a:noFill xmlns:a="http://schemas.openxmlformats.org/drawingml/2006/main"/>
          <a:ln xmlns:a="http://schemas.openxmlformats.org/drawingml/2006/main" w="28575">
            <a:solidFill>
              <a:srgbClr val="2876A8"/>
            </a:solidFill>
          </a:ln>
        </p:spPr>
      </p:sp>
      <p:sp>
        <p:nvSpPr>
          <p:cNvPr id="40" name="">
            <a:extLst xmlns:a="http://schemas.openxmlformats.org/drawingml/2006/main">
              <a:ext uri="{FF2B5EF4-FFF2-40B4-BE49-F238E27FC236}">
                <a16:creationId xmlns:a16="http://schemas.microsoft.com/office/drawing/2014/main" id="{90D9A56E-1D8D-4CBD-9180-7603669A19A2}"/>
              </a:ext>
            </a:extLst>
          </p:cNvPr>
          <p:cNvSpPr>
            <a:spLocks xmlns:a="http://schemas.openxmlformats.org/drawingml/2006/main" noGrp="1"/>
          </p:cNvSpPr>
          <p:nvPr/>
        </p:nvSpPr>
        <p:spPr>
          <a:xfrm xmlns:a="http://schemas.openxmlformats.org/drawingml/2006/main">
            <a:off x="1333119" y="2495550"/>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2876A8"/>
          </a:solidFill>
          <a:ln xmlns:a="http://schemas.openxmlformats.org/drawingml/2006/main" w="4763">
            <a:solidFill>
              <a:srgbClr val="2876A8"/>
            </a:solidFill>
          </a:ln>
        </p:spPr>
      </p:sp>
      <p:sp>
        <p:nvSpPr>
          <p:cNvPr id="41" name="">
            <a:extLst xmlns:a="http://schemas.openxmlformats.org/drawingml/2006/main">
              <a:ext uri="{FF2B5EF4-FFF2-40B4-BE49-F238E27FC236}">
                <a16:creationId xmlns:a16="http://schemas.microsoft.com/office/drawing/2014/main" id="{F710B66B-0248-4951-8B18-C421E7D424E9}"/>
              </a:ext>
            </a:extLst>
          </p:cNvPr>
          <p:cNvSpPr>
            <a:spLocks xmlns:a="http://schemas.openxmlformats.org/drawingml/2006/main" noGrp="1"/>
          </p:cNvSpPr>
          <p:nvPr/>
        </p:nvSpPr>
        <p:spPr>
          <a:xfrm xmlns:a="http://schemas.openxmlformats.org/drawingml/2006/main">
            <a:off x="619125" y="2543175"/>
            <a:ext cx="1000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2876A8"/>
                </a:solidFill>
                <a:latin typeface="Yu Gothic"/>
                <a:ea typeface="Yu Gothic"/>
                <a:cs typeface="Yu Gothic"/>
              </a:defRPr>
            </a:defPPr>
            <a:lvl1pPr>
              <a:buNone/>
              <a:defRPr sz="1725" b="1">
                <a:solidFill>
                  <a:srgbClr val="2876A8"/>
                </a:solidFill>
                <a:latin typeface="Yu Gothic"/>
                <a:ea typeface="Yu Gothic"/>
                <a:cs typeface="Yu Gothic"/>
              </a:defRPr>
            </a:lvl1pPr>
            <a:lvl2pPr>
              <a:buNone/>
              <a:defRPr sz="1725" b="1">
                <a:solidFill>
                  <a:srgbClr val="2876A8"/>
                </a:solidFill>
                <a:latin typeface="Yu Gothic"/>
                <a:ea typeface="Yu Gothic"/>
                <a:cs typeface="Yu Gothic"/>
              </a:defRPr>
            </a:lvl2pPr>
            <a:lvl3pPr>
              <a:buNone/>
              <a:defRPr sz="1725" b="1">
                <a:solidFill>
                  <a:srgbClr val="2876A8"/>
                </a:solidFill>
                <a:latin typeface="Yu Gothic"/>
                <a:ea typeface="Yu Gothic"/>
                <a:cs typeface="Yu Gothic"/>
              </a:defRPr>
            </a:lvl3pPr>
            <a:lvl4pPr>
              <a:buNone/>
              <a:defRPr sz="1725" b="1">
                <a:solidFill>
                  <a:srgbClr val="2876A8"/>
                </a:solidFill>
                <a:latin typeface="Yu Gothic"/>
                <a:ea typeface="Yu Gothic"/>
                <a:cs typeface="Yu Gothic"/>
              </a:defRPr>
            </a:lvl4pPr>
            <a:lvl5pPr>
              <a:buNone/>
              <a:defRPr sz="1725" b="1">
                <a:solidFill>
                  <a:srgbClr val="2876A8"/>
                </a:solidFill>
                <a:latin typeface="Yu Gothic"/>
                <a:ea typeface="Yu Gothic"/>
                <a:cs typeface="Yu Gothic"/>
              </a:defRPr>
            </a:lvl5pPr>
            <a:lvl6pPr>
              <a:buNone/>
              <a:defRPr sz="1725" b="1">
                <a:solidFill>
                  <a:srgbClr val="2876A8"/>
                </a:solidFill>
                <a:latin typeface="Yu Gothic"/>
                <a:ea typeface="Yu Gothic"/>
                <a:cs typeface="Yu Gothic"/>
              </a:defRPr>
            </a:lvl6pPr>
            <a:lvl7pPr>
              <a:buNone/>
              <a:defRPr sz="1725" b="1">
                <a:solidFill>
                  <a:srgbClr val="2876A8"/>
                </a:solidFill>
                <a:latin typeface="Yu Gothic"/>
                <a:ea typeface="Yu Gothic"/>
                <a:cs typeface="Yu Gothic"/>
              </a:defRPr>
            </a:lvl7pPr>
            <a:lvl8pPr>
              <a:buNone/>
              <a:defRPr sz="1725" b="1">
                <a:solidFill>
                  <a:srgbClr val="2876A8"/>
                </a:solidFill>
                <a:latin typeface="Yu Gothic"/>
                <a:ea typeface="Yu Gothic"/>
                <a:cs typeface="Yu Gothic"/>
              </a:defRPr>
            </a:lvl8pPr>
            <a:lvl9pPr>
              <a:buNone/>
              <a:defRPr sz="1725" b="1">
                <a:solidFill>
                  <a:srgbClr val="2876A8"/>
                </a:solidFill>
                <a:latin typeface="Yu Gothic"/>
                <a:ea typeface="Yu Gothic"/>
                <a:cs typeface="Yu Gothic"/>
              </a:defRPr>
            </a:lvl9pPr>
          </a:lstStyle>
          <a:p xmlns:a="http://schemas.openxmlformats.org/drawingml/2006/main">
            <a:pPr>
              <a:buNone/>
              <a:defRPr sz="1725" b="1">
                <a:solidFill>
                  <a:srgbClr val="2876A8"/>
                </a:solidFill>
                <a:latin typeface="Yu Gothic"/>
                <a:ea typeface="Yu Gothic"/>
                <a:cs typeface="Yu Gothic"/>
              </a:defRPr>
            </a:pPr>
            <a:r>
              <a:rPr sz="1725" b="1">
                <a:solidFill>
                  <a:srgbClr val="2876A8"/>
                </a:solidFill>
                <a:latin typeface="Yu Gothic"/>
                <a:ea typeface="Yu Gothic"/>
                <a:cs typeface="Yu Gothic"/>
              </a:rPr>
              <a:t>100 N</a:t>
            </a:r>
          </a:p>
        </p:txBody>
      </p:sp>
      <p:sp>
        <p:nvSpPr>
          <p:cNvPr id="42" name="">
            <a:extLst xmlns:a="http://schemas.openxmlformats.org/drawingml/2006/main">
              <a:ext uri="{FF2B5EF4-FFF2-40B4-BE49-F238E27FC236}">
                <a16:creationId xmlns:a16="http://schemas.microsoft.com/office/drawing/2014/main" id="{30A16001-4F68-4A92-AC40-05E8291B7562}"/>
              </a:ext>
            </a:extLst>
          </p:cNvPr>
          <p:cNvSpPr>
            <a:spLocks xmlns:a="http://schemas.openxmlformats.org/drawingml/2006/main" noGrp="1"/>
          </p:cNvSpPr>
          <p:nvPr/>
        </p:nvSpPr>
        <p:spPr>
          <a:xfrm xmlns:a="http://schemas.openxmlformats.org/drawingml/2006/main">
            <a:off x="3952875" y="2286000"/>
            <a:ext cx="9525" cy="733425"/>
          </a:xfrm>
          <a:custGeom xmlns:a="http://schemas.openxmlformats.org/drawingml/2006/main">
            <a:pathLst>
              <a:path w="9525" h="733425">
                <a:moveTo>
                  <a:pt x="0" y="0"/>
                </a:moveTo>
                <a:lnTo>
                  <a:pt x="0" y="733425"/>
                </a:lnTo>
              </a:path>
            </a:pathLst>
          </a:custGeom>
          <a:noFill xmlns:a="http://schemas.openxmlformats.org/drawingml/2006/main"/>
          <a:ln xmlns:a="http://schemas.openxmlformats.org/drawingml/2006/main" w="28575">
            <a:solidFill>
              <a:srgbClr val="7655A5"/>
            </a:solidFill>
          </a:ln>
        </p:spPr>
      </p:sp>
      <p:sp>
        <p:nvSpPr>
          <p:cNvPr id="43" name="">
            <a:extLst xmlns:a="http://schemas.openxmlformats.org/drawingml/2006/main">
              <a:ext uri="{FF2B5EF4-FFF2-40B4-BE49-F238E27FC236}">
                <a16:creationId xmlns:a16="http://schemas.microsoft.com/office/drawing/2014/main" id="{5A38880D-8BE7-4E46-9814-E3E4A9E21719}"/>
              </a:ext>
            </a:extLst>
          </p:cNvPr>
          <p:cNvSpPr>
            <a:spLocks xmlns:a="http://schemas.openxmlformats.org/drawingml/2006/main" noGrp="1"/>
          </p:cNvSpPr>
          <p:nvPr/>
        </p:nvSpPr>
        <p:spPr>
          <a:xfrm xmlns:a="http://schemas.openxmlformats.org/drawingml/2006/main">
            <a:off x="3904869" y="290512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7655A5"/>
          </a:solidFill>
          <a:ln xmlns:a="http://schemas.openxmlformats.org/drawingml/2006/main" w="4763">
            <a:solidFill>
              <a:srgbClr val="7655A5"/>
            </a:solidFill>
          </a:ln>
        </p:spPr>
      </p:sp>
      <p:sp>
        <p:nvSpPr>
          <p:cNvPr id="44" name="">
            <a:extLst xmlns:a="http://schemas.openxmlformats.org/drawingml/2006/main">
              <a:ext uri="{FF2B5EF4-FFF2-40B4-BE49-F238E27FC236}">
                <a16:creationId xmlns:a16="http://schemas.microsoft.com/office/drawing/2014/main" id="{3626D12F-E4D9-487D-B4EB-B99C92D59BBA}"/>
              </a:ext>
            </a:extLst>
          </p:cNvPr>
          <p:cNvSpPr>
            <a:spLocks xmlns:a="http://schemas.openxmlformats.org/drawingml/2006/main" noGrp="1"/>
          </p:cNvSpPr>
          <p:nvPr/>
        </p:nvSpPr>
        <p:spPr>
          <a:xfrm xmlns:a="http://schemas.openxmlformats.org/drawingml/2006/main">
            <a:off x="4067175" y="257175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7655A5"/>
                </a:solidFill>
                <a:latin typeface="Yu Gothic"/>
                <a:ea typeface="Yu Gothic"/>
                <a:cs typeface="Yu Gothic"/>
              </a:defRPr>
            </a:defPPr>
            <a:lvl1pPr>
              <a:buNone/>
              <a:defRPr sz="1875" b="1">
                <a:solidFill>
                  <a:srgbClr val="7655A5"/>
                </a:solidFill>
                <a:latin typeface="Yu Gothic"/>
                <a:ea typeface="Yu Gothic"/>
                <a:cs typeface="Yu Gothic"/>
              </a:defRPr>
            </a:lvl1pPr>
            <a:lvl2pPr>
              <a:buNone/>
              <a:defRPr sz="1875" b="1">
                <a:solidFill>
                  <a:srgbClr val="7655A5"/>
                </a:solidFill>
                <a:latin typeface="Yu Gothic"/>
                <a:ea typeface="Yu Gothic"/>
                <a:cs typeface="Yu Gothic"/>
              </a:defRPr>
            </a:lvl2pPr>
            <a:lvl3pPr>
              <a:buNone/>
              <a:defRPr sz="1875" b="1">
                <a:solidFill>
                  <a:srgbClr val="7655A5"/>
                </a:solidFill>
                <a:latin typeface="Yu Gothic"/>
                <a:ea typeface="Yu Gothic"/>
                <a:cs typeface="Yu Gothic"/>
              </a:defRPr>
            </a:lvl3pPr>
            <a:lvl4pPr>
              <a:buNone/>
              <a:defRPr sz="1875" b="1">
                <a:solidFill>
                  <a:srgbClr val="7655A5"/>
                </a:solidFill>
                <a:latin typeface="Yu Gothic"/>
                <a:ea typeface="Yu Gothic"/>
                <a:cs typeface="Yu Gothic"/>
              </a:defRPr>
            </a:lvl4pPr>
            <a:lvl5pPr>
              <a:buNone/>
              <a:defRPr sz="1875" b="1">
                <a:solidFill>
                  <a:srgbClr val="7655A5"/>
                </a:solidFill>
                <a:latin typeface="Yu Gothic"/>
                <a:ea typeface="Yu Gothic"/>
                <a:cs typeface="Yu Gothic"/>
              </a:defRPr>
            </a:lvl5pPr>
            <a:lvl6pPr>
              <a:buNone/>
              <a:defRPr sz="1875" b="1">
                <a:solidFill>
                  <a:srgbClr val="7655A5"/>
                </a:solidFill>
                <a:latin typeface="Yu Gothic"/>
                <a:ea typeface="Yu Gothic"/>
                <a:cs typeface="Yu Gothic"/>
              </a:defRPr>
            </a:lvl6pPr>
            <a:lvl7pPr>
              <a:buNone/>
              <a:defRPr sz="1875" b="1">
                <a:solidFill>
                  <a:srgbClr val="7655A5"/>
                </a:solidFill>
                <a:latin typeface="Yu Gothic"/>
                <a:ea typeface="Yu Gothic"/>
                <a:cs typeface="Yu Gothic"/>
              </a:defRPr>
            </a:lvl7pPr>
            <a:lvl8pPr>
              <a:buNone/>
              <a:defRPr sz="1875" b="1">
                <a:solidFill>
                  <a:srgbClr val="7655A5"/>
                </a:solidFill>
                <a:latin typeface="Yu Gothic"/>
                <a:ea typeface="Yu Gothic"/>
                <a:cs typeface="Yu Gothic"/>
              </a:defRPr>
            </a:lvl8pPr>
            <a:lvl9pPr>
              <a:buNone/>
              <a:defRPr sz="1875" b="1">
                <a:solidFill>
                  <a:srgbClr val="7655A5"/>
                </a:solidFill>
                <a:latin typeface="Yu Gothic"/>
                <a:ea typeface="Yu Gothic"/>
                <a:cs typeface="Yu Gothic"/>
              </a:defRPr>
            </a:lvl9pPr>
          </a:lstStyle>
          <a:p xmlns:a="http://schemas.openxmlformats.org/drawingml/2006/main">
            <a:pPr>
              <a:buNone/>
              <a:defRPr sz="1875" b="1">
                <a:solidFill>
                  <a:srgbClr val="7655A5"/>
                </a:solidFill>
                <a:latin typeface="Yu Gothic"/>
                <a:ea typeface="Yu Gothic"/>
                <a:cs typeface="Yu Gothic"/>
              </a:defRPr>
            </a:pPr>
            <a:r>
              <a:rPr sz="1875" b="1">
                <a:solidFill>
                  <a:srgbClr val="7655A5"/>
                </a:solidFill>
                <a:latin typeface="Yu Gothic"/>
                <a:ea typeface="Yu Gothic"/>
                <a:cs typeface="Yu Gothic"/>
              </a:rPr>
              <a:t>V</a:t>
            </a:r>
          </a:p>
        </p:txBody>
      </p:sp>
      <p:sp>
        <p:nvSpPr>
          <p:cNvPr id="45" name="">
            <a:extLst xmlns:a="http://schemas.openxmlformats.org/drawingml/2006/main">
              <a:ext uri="{FF2B5EF4-FFF2-40B4-BE49-F238E27FC236}">
                <a16:creationId xmlns:a16="http://schemas.microsoft.com/office/drawing/2014/main" id="{FFC2BA1E-42C2-4901-B947-8A53980AC151}"/>
              </a:ext>
            </a:extLst>
          </p:cNvPr>
          <p:cNvSpPr>
            <a:spLocks xmlns:a="http://schemas.openxmlformats.org/drawingml/2006/main" noGrp="1"/>
          </p:cNvSpPr>
          <p:nvPr/>
        </p:nvSpPr>
        <p:spPr>
          <a:xfrm xmlns:a="http://schemas.openxmlformats.org/drawingml/2006/main">
            <a:off x="3952875" y="2000250"/>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46" name="">
            <a:extLst xmlns:a="http://schemas.openxmlformats.org/drawingml/2006/main">
              <a:ext uri="{FF2B5EF4-FFF2-40B4-BE49-F238E27FC236}">
                <a16:creationId xmlns:a16="http://schemas.microsoft.com/office/drawing/2014/main" id="{38915A07-C603-4D72-80EC-252DB837DF4C}"/>
              </a:ext>
            </a:extLst>
          </p:cNvPr>
          <p:cNvSpPr>
            <a:spLocks xmlns:a="http://schemas.openxmlformats.org/drawingml/2006/main" noGrp="1"/>
          </p:cNvSpPr>
          <p:nvPr/>
        </p:nvSpPr>
        <p:spPr>
          <a:xfrm xmlns:a="http://schemas.openxmlformats.org/drawingml/2006/main">
            <a:off x="3952875" y="2119842"/>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47" name="">
            <a:extLst xmlns:a="http://schemas.openxmlformats.org/drawingml/2006/main">
              <a:ext uri="{FF2B5EF4-FFF2-40B4-BE49-F238E27FC236}">
                <a16:creationId xmlns:a16="http://schemas.microsoft.com/office/drawing/2014/main" id="{AADA52E8-C72E-4539-AEB8-7056437CEDC3}"/>
              </a:ext>
            </a:extLst>
          </p:cNvPr>
          <p:cNvSpPr>
            <a:spLocks xmlns:a="http://schemas.openxmlformats.org/drawingml/2006/main" noGrp="1"/>
          </p:cNvSpPr>
          <p:nvPr/>
        </p:nvSpPr>
        <p:spPr>
          <a:xfrm xmlns:a="http://schemas.openxmlformats.org/drawingml/2006/main">
            <a:off x="3952875" y="2239433"/>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48" name="">
            <a:extLst xmlns:a="http://schemas.openxmlformats.org/drawingml/2006/main">
              <a:ext uri="{FF2B5EF4-FFF2-40B4-BE49-F238E27FC236}">
                <a16:creationId xmlns:a16="http://schemas.microsoft.com/office/drawing/2014/main" id="{6776431F-BD3A-4A16-8B01-CB8D6BBF2AB5}"/>
              </a:ext>
            </a:extLst>
          </p:cNvPr>
          <p:cNvSpPr>
            <a:spLocks xmlns:a="http://schemas.openxmlformats.org/drawingml/2006/main" noGrp="1"/>
          </p:cNvSpPr>
          <p:nvPr/>
        </p:nvSpPr>
        <p:spPr>
          <a:xfrm xmlns:a="http://schemas.openxmlformats.org/drawingml/2006/main">
            <a:off x="3952875" y="2359025"/>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49" name="">
            <a:extLst xmlns:a="http://schemas.openxmlformats.org/drawingml/2006/main">
              <a:ext uri="{FF2B5EF4-FFF2-40B4-BE49-F238E27FC236}">
                <a16:creationId xmlns:a16="http://schemas.microsoft.com/office/drawing/2014/main" id="{764FD63F-74AD-4E5A-AFBA-AAA63091FDEC}"/>
              </a:ext>
            </a:extLst>
          </p:cNvPr>
          <p:cNvSpPr>
            <a:spLocks xmlns:a="http://schemas.openxmlformats.org/drawingml/2006/main" noGrp="1"/>
          </p:cNvSpPr>
          <p:nvPr/>
        </p:nvSpPr>
        <p:spPr>
          <a:xfrm xmlns:a="http://schemas.openxmlformats.org/drawingml/2006/main">
            <a:off x="3952875" y="2478617"/>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50" name="">
            <a:extLst xmlns:a="http://schemas.openxmlformats.org/drawingml/2006/main">
              <a:ext uri="{FF2B5EF4-FFF2-40B4-BE49-F238E27FC236}">
                <a16:creationId xmlns:a16="http://schemas.microsoft.com/office/drawing/2014/main" id="{B0E080F7-6A7A-4516-BBD7-9674462EE6B2}"/>
              </a:ext>
            </a:extLst>
          </p:cNvPr>
          <p:cNvSpPr>
            <a:spLocks xmlns:a="http://schemas.openxmlformats.org/drawingml/2006/main" noGrp="1"/>
          </p:cNvSpPr>
          <p:nvPr/>
        </p:nvSpPr>
        <p:spPr>
          <a:xfrm xmlns:a="http://schemas.openxmlformats.org/drawingml/2006/main">
            <a:off x="3952875" y="2598208"/>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51" name="">
            <a:extLst xmlns:a="http://schemas.openxmlformats.org/drawingml/2006/main">
              <a:ext uri="{FF2B5EF4-FFF2-40B4-BE49-F238E27FC236}">
                <a16:creationId xmlns:a16="http://schemas.microsoft.com/office/drawing/2014/main" id="{1F3C3E22-D117-451C-969F-12A7EDF1E0D8}"/>
              </a:ext>
            </a:extLst>
          </p:cNvPr>
          <p:cNvSpPr>
            <a:spLocks xmlns:a="http://schemas.openxmlformats.org/drawingml/2006/main" noGrp="1"/>
          </p:cNvSpPr>
          <p:nvPr/>
        </p:nvSpPr>
        <p:spPr>
          <a:xfrm xmlns:a="http://schemas.openxmlformats.org/drawingml/2006/main">
            <a:off x="3952875" y="2717800"/>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52" name="">
            <a:extLst xmlns:a="http://schemas.openxmlformats.org/drawingml/2006/main">
              <a:ext uri="{FF2B5EF4-FFF2-40B4-BE49-F238E27FC236}">
                <a16:creationId xmlns:a16="http://schemas.microsoft.com/office/drawing/2014/main" id="{0E0FF764-C294-45A5-A123-7F7D02A0F4B1}"/>
              </a:ext>
            </a:extLst>
          </p:cNvPr>
          <p:cNvSpPr>
            <a:spLocks xmlns:a="http://schemas.openxmlformats.org/drawingml/2006/main" noGrp="1"/>
          </p:cNvSpPr>
          <p:nvPr/>
        </p:nvSpPr>
        <p:spPr>
          <a:xfrm xmlns:a="http://schemas.openxmlformats.org/drawingml/2006/main">
            <a:off x="3952875" y="2837392"/>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53" name="">
            <a:extLst xmlns:a="http://schemas.openxmlformats.org/drawingml/2006/main">
              <a:ext uri="{FF2B5EF4-FFF2-40B4-BE49-F238E27FC236}">
                <a16:creationId xmlns:a16="http://schemas.microsoft.com/office/drawing/2014/main" id="{E8A37AD2-16BE-40E8-93A7-41C3D635C67F}"/>
              </a:ext>
            </a:extLst>
          </p:cNvPr>
          <p:cNvSpPr>
            <a:spLocks xmlns:a="http://schemas.openxmlformats.org/drawingml/2006/main" noGrp="1"/>
          </p:cNvSpPr>
          <p:nvPr/>
        </p:nvSpPr>
        <p:spPr>
          <a:xfrm xmlns:a="http://schemas.openxmlformats.org/drawingml/2006/main">
            <a:off x="3952875" y="2956983"/>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54" name="">
            <a:extLst xmlns:a="http://schemas.openxmlformats.org/drawingml/2006/main">
              <a:ext uri="{FF2B5EF4-FFF2-40B4-BE49-F238E27FC236}">
                <a16:creationId xmlns:a16="http://schemas.microsoft.com/office/drawing/2014/main" id="{26967B8F-954A-4BAB-8850-C8B4118B0FA8}"/>
              </a:ext>
            </a:extLst>
          </p:cNvPr>
          <p:cNvSpPr>
            <a:spLocks xmlns:a="http://schemas.openxmlformats.org/drawingml/2006/main" noGrp="1"/>
          </p:cNvSpPr>
          <p:nvPr/>
        </p:nvSpPr>
        <p:spPr>
          <a:xfrm xmlns:a="http://schemas.openxmlformats.org/drawingml/2006/main">
            <a:off x="7334250" y="2667000"/>
            <a:ext cx="295275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55" name="">
            <a:extLst xmlns:a="http://schemas.openxmlformats.org/drawingml/2006/main">
              <a:ext uri="{FF2B5EF4-FFF2-40B4-BE49-F238E27FC236}">
                <a16:creationId xmlns:a16="http://schemas.microsoft.com/office/drawing/2014/main" id="{90A29178-757D-4966-B7D5-463C0820E662}"/>
              </a:ext>
            </a:extLst>
          </p:cNvPr>
          <p:cNvSpPr>
            <a:spLocks xmlns:a="http://schemas.openxmlformats.org/drawingml/2006/main" noGrp="1"/>
          </p:cNvSpPr>
          <p:nvPr/>
        </p:nvSpPr>
        <p:spPr>
          <a:xfrm xmlns:a="http://schemas.openxmlformats.org/drawingml/2006/main">
            <a:off x="7334250" y="2876550"/>
            <a:ext cx="9525" cy="504825"/>
          </a:xfrm>
          <a:custGeom xmlns:a="http://schemas.openxmlformats.org/drawingml/2006/main">
            <a:pathLst>
              <a:path w="9525" h="504825">
                <a:moveTo>
                  <a:pt x="0" y="504825"/>
                </a:moveTo>
                <a:lnTo>
                  <a:pt x="0" y="0"/>
                </a:lnTo>
              </a:path>
            </a:pathLst>
          </a:custGeom>
          <a:noFill xmlns:a="http://schemas.openxmlformats.org/drawingml/2006/main"/>
          <a:ln xmlns:a="http://schemas.openxmlformats.org/drawingml/2006/main" w="28575">
            <a:solidFill>
              <a:srgbClr val="2876A8"/>
            </a:solidFill>
          </a:ln>
        </p:spPr>
      </p:sp>
      <p:sp>
        <p:nvSpPr>
          <p:cNvPr id="56" name="">
            <a:extLst xmlns:a="http://schemas.openxmlformats.org/drawingml/2006/main">
              <a:ext uri="{FF2B5EF4-FFF2-40B4-BE49-F238E27FC236}">
                <a16:creationId xmlns:a16="http://schemas.microsoft.com/office/drawing/2014/main" id="{64B3CC25-FA33-4EA1-A4B2-475ECD079B7F}"/>
              </a:ext>
            </a:extLst>
          </p:cNvPr>
          <p:cNvSpPr>
            <a:spLocks xmlns:a="http://schemas.openxmlformats.org/drawingml/2006/main" noGrp="1"/>
          </p:cNvSpPr>
          <p:nvPr/>
        </p:nvSpPr>
        <p:spPr>
          <a:xfrm xmlns:a="http://schemas.openxmlformats.org/drawingml/2006/main">
            <a:off x="7286244" y="2876550"/>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2876A8"/>
          </a:solidFill>
          <a:ln xmlns:a="http://schemas.openxmlformats.org/drawingml/2006/main" w="4763">
            <a:solidFill>
              <a:srgbClr val="2876A8"/>
            </a:solidFill>
          </a:ln>
        </p:spPr>
      </p:sp>
      <p:sp>
        <p:nvSpPr>
          <p:cNvPr id="57" name="">
            <a:extLst xmlns:a="http://schemas.openxmlformats.org/drawingml/2006/main">
              <a:ext uri="{FF2B5EF4-FFF2-40B4-BE49-F238E27FC236}">
                <a16:creationId xmlns:a16="http://schemas.microsoft.com/office/drawing/2014/main" id="{C2B8E244-C5C1-47DC-BCDA-485144F2A90F}"/>
              </a:ext>
            </a:extLst>
          </p:cNvPr>
          <p:cNvSpPr>
            <a:spLocks xmlns:a="http://schemas.openxmlformats.org/drawingml/2006/main" noGrp="1"/>
          </p:cNvSpPr>
          <p:nvPr/>
        </p:nvSpPr>
        <p:spPr>
          <a:xfrm xmlns:a="http://schemas.openxmlformats.org/drawingml/2006/main">
            <a:off x="6572250" y="2924175"/>
            <a:ext cx="1000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2876A8"/>
                </a:solidFill>
                <a:latin typeface="Yu Gothic"/>
                <a:ea typeface="Yu Gothic"/>
                <a:cs typeface="Yu Gothic"/>
              </a:defRPr>
            </a:defPPr>
            <a:lvl1pPr>
              <a:buNone/>
              <a:defRPr sz="1725" b="1">
                <a:solidFill>
                  <a:srgbClr val="2876A8"/>
                </a:solidFill>
                <a:latin typeface="Yu Gothic"/>
                <a:ea typeface="Yu Gothic"/>
                <a:cs typeface="Yu Gothic"/>
              </a:defRPr>
            </a:lvl1pPr>
            <a:lvl2pPr>
              <a:buNone/>
              <a:defRPr sz="1725" b="1">
                <a:solidFill>
                  <a:srgbClr val="2876A8"/>
                </a:solidFill>
                <a:latin typeface="Yu Gothic"/>
                <a:ea typeface="Yu Gothic"/>
                <a:cs typeface="Yu Gothic"/>
              </a:defRPr>
            </a:lvl2pPr>
            <a:lvl3pPr>
              <a:buNone/>
              <a:defRPr sz="1725" b="1">
                <a:solidFill>
                  <a:srgbClr val="2876A8"/>
                </a:solidFill>
                <a:latin typeface="Yu Gothic"/>
                <a:ea typeface="Yu Gothic"/>
                <a:cs typeface="Yu Gothic"/>
              </a:defRPr>
            </a:lvl3pPr>
            <a:lvl4pPr>
              <a:buNone/>
              <a:defRPr sz="1725" b="1">
                <a:solidFill>
                  <a:srgbClr val="2876A8"/>
                </a:solidFill>
                <a:latin typeface="Yu Gothic"/>
                <a:ea typeface="Yu Gothic"/>
                <a:cs typeface="Yu Gothic"/>
              </a:defRPr>
            </a:lvl4pPr>
            <a:lvl5pPr>
              <a:buNone/>
              <a:defRPr sz="1725" b="1">
                <a:solidFill>
                  <a:srgbClr val="2876A8"/>
                </a:solidFill>
                <a:latin typeface="Yu Gothic"/>
                <a:ea typeface="Yu Gothic"/>
                <a:cs typeface="Yu Gothic"/>
              </a:defRPr>
            </a:lvl5pPr>
            <a:lvl6pPr>
              <a:buNone/>
              <a:defRPr sz="1725" b="1">
                <a:solidFill>
                  <a:srgbClr val="2876A8"/>
                </a:solidFill>
                <a:latin typeface="Yu Gothic"/>
                <a:ea typeface="Yu Gothic"/>
                <a:cs typeface="Yu Gothic"/>
              </a:defRPr>
            </a:lvl6pPr>
            <a:lvl7pPr>
              <a:buNone/>
              <a:defRPr sz="1725" b="1">
                <a:solidFill>
                  <a:srgbClr val="2876A8"/>
                </a:solidFill>
                <a:latin typeface="Yu Gothic"/>
                <a:ea typeface="Yu Gothic"/>
                <a:cs typeface="Yu Gothic"/>
              </a:defRPr>
            </a:lvl7pPr>
            <a:lvl8pPr>
              <a:buNone/>
              <a:defRPr sz="1725" b="1">
                <a:solidFill>
                  <a:srgbClr val="2876A8"/>
                </a:solidFill>
                <a:latin typeface="Yu Gothic"/>
                <a:ea typeface="Yu Gothic"/>
                <a:cs typeface="Yu Gothic"/>
              </a:defRPr>
            </a:lvl8pPr>
            <a:lvl9pPr>
              <a:buNone/>
              <a:defRPr sz="1725" b="1">
                <a:solidFill>
                  <a:srgbClr val="2876A8"/>
                </a:solidFill>
                <a:latin typeface="Yu Gothic"/>
                <a:ea typeface="Yu Gothic"/>
                <a:cs typeface="Yu Gothic"/>
              </a:defRPr>
            </a:lvl9pPr>
          </a:lstStyle>
          <a:p xmlns:a="http://schemas.openxmlformats.org/drawingml/2006/main">
            <a:pPr>
              <a:buNone/>
              <a:defRPr sz="1725" b="1">
                <a:solidFill>
                  <a:srgbClr val="2876A8"/>
                </a:solidFill>
                <a:latin typeface="Yu Gothic"/>
                <a:ea typeface="Yu Gothic"/>
                <a:cs typeface="Yu Gothic"/>
              </a:defRPr>
            </a:pPr>
            <a:r>
              <a:rPr sz="1725" b="1">
                <a:solidFill>
                  <a:srgbClr val="2876A8"/>
                </a:solidFill>
                <a:latin typeface="Yu Gothic"/>
                <a:ea typeface="Yu Gothic"/>
                <a:cs typeface="Yu Gothic"/>
              </a:rPr>
              <a:t>100 N</a:t>
            </a:r>
          </a:p>
        </p:txBody>
      </p:sp>
      <p:sp>
        <p:nvSpPr>
          <p:cNvPr id="58" name="">
            <a:extLst xmlns:a="http://schemas.openxmlformats.org/drawingml/2006/main">
              <a:ext uri="{FF2B5EF4-FFF2-40B4-BE49-F238E27FC236}">
                <a16:creationId xmlns:a16="http://schemas.microsoft.com/office/drawing/2014/main" id="{B03B8F41-707D-48B0-AC7E-3280AFCD377D}"/>
              </a:ext>
            </a:extLst>
          </p:cNvPr>
          <p:cNvSpPr>
            <a:spLocks xmlns:a="http://schemas.openxmlformats.org/drawingml/2006/main" noGrp="1"/>
          </p:cNvSpPr>
          <p:nvPr/>
        </p:nvSpPr>
        <p:spPr>
          <a:xfrm xmlns:a="http://schemas.openxmlformats.org/drawingml/2006/main">
            <a:off x="10287000" y="2667000"/>
            <a:ext cx="9525" cy="733425"/>
          </a:xfrm>
          <a:custGeom xmlns:a="http://schemas.openxmlformats.org/drawingml/2006/main">
            <a:pathLst>
              <a:path w="9525" h="733425">
                <a:moveTo>
                  <a:pt x="0" y="0"/>
                </a:moveTo>
                <a:lnTo>
                  <a:pt x="0" y="733425"/>
                </a:lnTo>
              </a:path>
            </a:pathLst>
          </a:custGeom>
          <a:noFill xmlns:a="http://schemas.openxmlformats.org/drawingml/2006/main"/>
          <a:ln xmlns:a="http://schemas.openxmlformats.org/drawingml/2006/main" w="28575">
            <a:solidFill>
              <a:srgbClr val="7655A5"/>
            </a:solidFill>
          </a:ln>
        </p:spPr>
      </p:sp>
      <p:sp>
        <p:nvSpPr>
          <p:cNvPr id="59" name="">
            <a:extLst xmlns:a="http://schemas.openxmlformats.org/drawingml/2006/main">
              <a:ext uri="{FF2B5EF4-FFF2-40B4-BE49-F238E27FC236}">
                <a16:creationId xmlns:a16="http://schemas.microsoft.com/office/drawing/2014/main" id="{D1193FB7-23EF-46C3-AE91-321EC9D19F3D}"/>
              </a:ext>
            </a:extLst>
          </p:cNvPr>
          <p:cNvSpPr>
            <a:spLocks xmlns:a="http://schemas.openxmlformats.org/drawingml/2006/main" noGrp="1"/>
          </p:cNvSpPr>
          <p:nvPr/>
        </p:nvSpPr>
        <p:spPr>
          <a:xfrm xmlns:a="http://schemas.openxmlformats.org/drawingml/2006/main">
            <a:off x="10238994" y="328612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7655A5"/>
          </a:solidFill>
          <a:ln xmlns:a="http://schemas.openxmlformats.org/drawingml/2006/main" w="4763">
            <a:solidFill>
              <a:srgbClr val="7655A5"/>
            </a:solidFill>
          </a:ln>
        </p:spPr>
      </p:sp>
      <p:sp>
        <p:nvSpPr>
          <p:cNvPr id="60" name="">
            <a:extLst xmlns:a="http://schemas.openxmlformats.org/drawingml/2006/main">
              <a:ext uri="{FF2B5EF4-FFF2-40B4-BE49-F238E27FC236}">
                <a16:creationId xmlns:a16="http://schemas.microsoft.com/office/drawing/2014/main" id="{CD0D5988-F1A0-44F0-9CFF-DF8A12096574}"/>
              </a:ext>
            </a:extLst>
          </p:cNvPr>
          <p:cNvSpPr>
            <a:spLocks xmlns:a="http://schemas.openxmlformats.org/drawingml/2006/main" noGrp="1"/>
          </p:cNvSpPr>
          <p:nvPr/>
        </p:nvSpPr>
        <p:spPr>
          <a:xfrm xmlns:a="http://schemas.openxmlformats.org/drawingml/2006/main">
            <a:off x="10401300" y="295275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7655A5"/>
                </a:solidFill>
                <a:latin typeface="Yu Gothic"/>
                <a:ea typeface="Yu Gothic"/>
                <a:cs typeface="Yu Gothic"/>
              </a:defRPr>
            </a:defPPr>
            <a:lvl1pPr>
              <a:buNone/>
              <a:defRPr sz="1875" b="1">
                <a:solidFill>
                  <a:srgbClr val="7655A5"/>
                </a:solidFill>
                <a:latin typeface="Yu Gothic"/>
                <a:ea typeface="Yu Gothic"/>
                <a:cs typeface="Yu Gothic"/>
              </a:defRPr>
            </a:lvl1pPr>
            <a:lvl2pPr>
              <a:buNone/>
              <a:defRPr sz="1875" b="1">
                <a:solidFill>
                  <a:srgbClr val="7655A5"/>
                </a:solidFill>
                <a:latin typeface="Yu Gothic"/>
                <a:ea typeface="Yu Gothic"/>
                <a:cs typeface="Yu Gothic"/>
              </a:defRPr>
            </a:lvl2pPr>
            <a:lvl3pPr>
              <a:buNone/>
              <a:defRPr sz="1875" b="1">
                <a:solidFill>
                  <a:srgbClr val="7655A5"/>
                </a:solidFill>
                <a:latin typeface="Yu Gothic"/>
                <a:ea typeface="Yu Gothic"/>
                <a:cs typeface="Yu Gothic"/>
              </a:defRPr>
            </a:lvl3pPr>
            <a:lvl4pPr>
              <a:buNone/>
              <a:defRPr sz="1875" b="1">
                <a:solidFill>
                  <a:srgbClr val="7655A5"/>
                </a:solidFill>
                <a:latin typeface="Yu Gothic"/>
                <a:ea typeface="Yu Gothic"/>
                <a:cs typeface="Yu Gothic"/>
              </a:defRPr>
            </a:lvl4pPr>
            <a:lvl5pPr>
              <a:buNone/>
              <a:defRPr sz="1875" b="1">
                <a:solidFill>
                  <a:srgbClr val="7655A5"/>
                </a:solidFill>
                <a:latin typeface="Yu Gothic"/>
                <a:ea typeface="Yu Gothic"/>
                <a:cs typeface="Yu Gothic"/>
              </a:defRPr>
            </a:lvl5pPr>
            <a:lvl6pPr>
              <a:buNone/>
              <a:defRPr sz="1875" b="1">
                <a:solidFill>
                  <a:srgbClr val="7655A5"/>
                </a:solidFill>
                <a:latin typeface="Yu Gothic"/>
                <a:ea typeface="Yu Gothic"/>
                <a:cs typeface="Yu Gothic"/>
              </a:defRPr>
            </a:lvl6pPr>
            <a:lvl7pPr>
              <a:buNone/>
              <a:defRPr sz="1875" b="1">
                <a:solidFill>
                  <a:srgbClr val="7655A5"/>
                </a:solidFill>
                <a:latin typeface="Yu Gothic"/>
                <a:ea typeface="Yu Gothic"/>
                <a:cs typeface="Yu Gothic"/>
              </a:defRPr>
            </a:lvl7pPr>
            <a:lvl8pPr>
              <a:buNone/>
              <a:defRPr sz="1875" b="1">
                <a:solidFill>
                  <a:srgbClr val="7655A5"/>
                </a:solidFill>
                <a:latin typeface="Yu Gothic"/>
                <a:ea typeface="Yu Gothic"/>
                <a:cs typeface="Yu Gothic"/>
              </a:defRPr>
            </a:lvl8pPr>
            <a:lvl9pPr>
              <a:buNone/>
              <a:defRPr sz="1875" b="1">
                <a:solidFill>
                  <a:srgbClr val="7655A5"/>
                </a:solidFill>
                <a:latin typeface="Yu Gothic"/>
                <a:ea typeface="Yu Gothic"/>
                <a:cs typeface="Yu Gothic"/>
              </a:defRPr>
            </a:lvl9pPr>
          </a:lstStyle>
          <a:p xmlns:a="http://schemas.openxmlformats.org/drawingml/2006/main">
            <a:pPr>
              <a:buNone/>
              <a:defRPr sz="1875" b="1">
                <a:solidFill>
                  <a:srgbClr val="7655A5"/>
                </a:solidFill>
                <a:latin typeface="Yu Gothic"/>
                <a:ea typeface="Yu Gothic"/>
                <a:cs typeface="Yu Gothic"/>
              </a:defRPr>
            </a:pPr>
            <a:r>
              <a:rPr sz="1875" b="1">
                <a:solidFill>
                  <a:srgbClr val="7655A5"/>
                </a:solidFill>
                <a:latin typeface="Yu Gothic"/>
                <a:ea typeface="Yu Gothic"/>
                <a:cs typeface="Yu Gothic"/>
              </a:rPr>
              <a:t>V</a:t>
            </a:r>
          </a:p>
        </p:txBody>
      </p:sp>
      <p:sp>
        <p:nvSpPr>
          <p:cNvPr id="61" name="">
            <a:extLst xmlns:a="http://schemas.openxmlformats.org/drawingml/2006/main">
              <a:ext uri="{FF2B5EF4-FFF2-40B4-BE49-F238E27FC236}">
                <a16:creationId xmlns:a16="http://schemas.microsoft.com/office/drawing/2014/main" id="{A1C5213D-F281-4D60-B261-AA0B7E5488AB}"/>
              </a:ext>
            </a:extLst>
          </p:cNvPr>
          <p:cNvSpPr>
            <a:spLocks xmlns:a="http://schemas.openxmlformats.org/drawingml/2006/main" noGrp="1"/>
          </p:cNvSpPr>
          <p:nvPr/>
        </p:nvSpPr>
        <p:spPr>
          <a:xfrm xmlns:a="http://schemas.openxmlformats.org/drawingml/2006/main">
            <a:off x="8515350" y="2047875"/>
            <a:ext cx="9525" cy="590550"/>
          </a:xfrm>
          <a:custGeom xmlns:a="http://schemas.openxmlformats.org/drawingml/2006/main">
            <a:pathLst>
              <a:path w="9525" h="590550">
                <a:moveTo>
                  <a:pt x="0" y="0"/>
                </a:moveTo>
                <a:lnTo>
                  <a:pt x="0" y="590550"/>
                </a:lnTo>
              </a:path>
            </a:pathLst>
          </a:custGeom>
          <a:noFill xmlns:a="http://schemas.openxmlformats.org/drawingml/2006/main"/>
          <a:ln xmlns:a="http://schemas.openxmlformats.org/drawingml/2006/main" w="28575">
            <a:solidFill>
              <a:srgbClr val="C4483C"/>
            </a:solidFill>
          </a:ln>
        </p:spPr>
      </p:sp>
      <p:sp>
        <p:nvSpPr>
          <p:cNvPr id="62" name="">
            <a:extLst xmlns:a="http://schemas.openxmlformats.org/drawingml/2006/main">
              <a:ext uri="{FF2B5EF4-FFF2-40B4-BE49-F238E27FC236}">
                <a16:creationId xmlns:a16="http://schemas.microsoft.com/office/drawing/2014/main" id="{3DA72BF7-C910-4F02-90E2-F7EF7E3E9E41}"/>
              </a:ext>
            </a:extLst>
          </p:cNvPr>
          <p:cNvSpPr>
            <a:spLocks xmlns:a="http://schemas.openxmlformats.org/drawingml/2006/main" noGrp="1"/>
          </p:cNvSpPr>
          <p:nvPr/>
        </p:nvSpPr>
        <p:spPr>
          <a:xfrm xmlns:a="http://schemas.openxmlformats.org/drawingml/2006/main">
            <a:off x="8467344" y="252412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63" name="">
            <a:extLst xmlns:a="http://schemas.openxmlformats.org/drawingml/2006/main">
              <a:ext uri="{FF2B5EF4-FFF2-40B4-BE49-F238E27FC236}">
                <a16:creationId xmlns:a16="http://schemas.microsoft.com/office/drawing/2014/main" id="{94B19F4F-9712-4739-975F-B097BECEE571}"/>
              </a:ext>
            </a:extLst>
          </p:cNvPr>
          <p:cNvSpPr>
            <a:spLocks xmlns:a="http://schemas.openxmlformats.org/drawingml/2006/main" noGrp="1"/>
          </p:cNvSpPr>
          <p:nvPr/>
        </p:nvSpPr>
        <p:spPr>
          <a:xfrm xmlns:a="http://schemas.openxmlformats.org/drawingml/2006/main">
            <a:off x="10287000" y="2381250"/>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64" name="">
            <a:extLst xmlns:a="http://schemas.openxmlformats.org/drawingml/2006/main">
              <a:ext uri="{FF2B5EF4-FFF2-40B4-BE49-F238E27FC236}">
                <a16:creationId xmlns:a16="http://schemas.microsoft.com/office/drawing/2014/main" id="{0FDEF877-D3B9-4064-9ADD-758EB0259DEC}"/>
              </a:ext>
            </a:extLst>
          </p:cNvPr>
          <p:cNvSpPr>
            <a:spLocks xmlns:a="http://schemas.openxmlformats.org/drawingml/2006/main" noGrp="1"/>
          </p:cNvSpPr>
          <p:nvPr/>
        </p:nvSpPr>
        <p:spPr>
          <a:xfrm xmlns:a="http://schemas.openxmlformats.org/drawingml/2006/main">
            <a:off x="10287000" y="2500842"/>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65" name="">
            <a:extLst xmlns:a="http://schemas.openxmlformats.org/drawingml/2006/main">
              <a:ext uri="{FF2B5EF4-FFF2-40B4-BE49-F238E27FC236}">
                <a16:creationId xmlns:a16="http://schemas.microsoft.com/office/drawing/2014/main" id="{303FBD86-535B-4B46-93C8-72FFC6DE881D}"/>
              </a:ext>
            </a:extLst>
          </p:cNvPr>
          <p:cNvSpPr>
            <a:spLocks xmlns:a="http://schemas.openxmlformats.org/drawingml/2006/main" noGrp="1"/>
          </p:cNvSpPr>
          <p:nvPr/>
        </p:nvSpPr>
        <p:spPr>
          <a:xfrm xmlns:a="http://schemas.openxmlformats.org/drawingml/2006/main">
            <a:off x="10287000" y="2620433"/>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66" name="">
            <a:extLst xmlns:a="http://schemas.openxmlformats.org/drawingml/2006/main">
              <a:ext uri="{FF2B5EF4-FFF2-40B4-BE49-F238E27FC236}">
                <a16:creationId xmlns:a16="http://schemas.microsoft.com/office/drawing/2014/main" id="{BA7B64AD-4136-470B-9D30-713742F5728D}"/>
              </a:ext>
            </a:extLst>
          </p:cNvPr>
          <p:cNvSpPr>
            <a:spLocks xmlns:a="http://schemas.openxmlformats.org/drawingml/2006/main" noGrp="1"/>
          </p:cNvSpPr>
          <p:nvPr/>
        </p:nvSpPr>
        <p:spPr>
          <a:xfrm xmlns:a="http://schemas.openxmlformats.org/drawingml/2006/main">
            <a:off x="10287000" y="2740025"/>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67" name="">
            <a:extLst xmlns:a="http://schemas.openxmlformats.org/drawingml/2006/main">
              <a:ext uri="{FF2B5EF4-FFF2-40B4-BE49-F238E27FC236}">
                <a16:creationId xmlns:a16="http://schemas.microsoft.com/office/drawing/2014/main" id="{BE2E2F8F-ABD8-42D3-8615-06389C133E5A}"/>
              </a:ext>
            </a:extLst>
          </p:cNvPr>
          <p:cNvSpPr>
            <a:spLocks xmlns:a="http://schemas.openxmlformats.org/drawingml/2006/main" noGrp="1"/>
          </p:cNvSpPr>
          <p:nvPr/>
        </p:nvSpPr>
        <p:spPr>
          <a:xfrm xmlns:a="http://schemas.openxmlformats.org/drawingml/2006/main">
            <a:off x="10287000" y="2859617"/>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68" name="">
            <a:extLst xmlns:a="http://schemas.openxmlformats.org/drawingml/2006/main">
              <a:ext uri="{FF2B5EF4-FFF2-40B4-BE49-F238E27FC236}">
                <a16:creationId xmlns:a16="http://schemas.microsoft.com/office/drawing/2014/main" id="{633DD5E1-EB2A-46E6-BE1B-F1A9C92E3B0B}"/>
              </a:ext>
            </a:extLst>
          </p:cNvPr>
          <p:cNvSpPr>
            <a:spLocks xmlns:a="http://schemas.openxmlformats.org/drawingml/2006/main" noGrp="1"/>
          </p:cNvSpPr>
          <p:nvPr/>
        </p:nvSpPr>
        <p:spPr>
          <a:xfrm xmlns:a="http://schemas.openxmlformats.org/drawingml/2006/main">
            <a:off x="10287000" y="2979208"/>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69" name="">
            <a:extLst xmlns:a="http://schemas.openxmlformats.org/drawingml/2006/main">
              <a:ext uri="{FF2B5EF4-FFF2-40B4-BE49-F238E27FC236}">
                <a16:creationId xmlns:a16="http://schemas.microsoft.com/office/drawing/2014/main" id="{7D53D457-D1FF-4483-A53D-C2092894D0BC}"/>
              </a:ext>
            </a:extLst>
          </p:cNvPr>
          <p:cNvSpPr>
            <a:spLocks xmlns:a="http://schemas.openxmlformats.org/drawingml/2006/main" noGrp="1"/>
          </p:cNvSpPr>
          <p:nvPr/>
        </p:nvSpPr>
        <p:spPr>
          <a:xfrm xmlns:a="http://schemas.openxmlformats.org/drawingml/2006/main">
            <a:off x="10287000" y="3098800"/>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70" name="">
            <a:extLst xmlns:a="http://schemas.openxmlformats.org/drawingml/2006/main">
              <a:ext uri="{FF2B5EF4-FFF2-40B4-BE49-F238E27FC236}">
                <a16:creationId xmlns:a16="http://schemas.microsoft.com/office/drawing/2014/main" id="{BBAB6843-F96F-45ED-8687-57B527FF6080}"/>
              </a:ext>
            </a:extLst>
          </p:cNvPr>
          <p:cNvSpPr>
            <a:spLocks xmlns:a="http://schemas.openxmlformats.org/drawingml/2006/main" noGrp="1"/>
          </p:cNvSpPr>
          <p:nvPr/>
        </p:nvSpPr>
        <p:spPr>
          <a:xfrm xmlns:a="http://schemas.openxmlformats.org/drawingml/2006/main">
            <a:off x="10287000" y="3218392"/>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71" name="">
            <a:extLst xmlns:a="http://schemas.openxmlformats.org/drawingml/2006/main">
              <a:ext uri="{FF2B5EF4-FFF2-40B4-BE49-F238E27FC236}">
                <a16:creationId xmlns:a16="http://schemas.microsoft.com/office/drawing/2014/main" id="{A1A78CBE-4FF5-49CC-86F4-8386BB809BBE}"/>
              </a:ext>
            </a:extLst>
          </p:cNvPr>
          <p:cNvSpPr>
            <a:spLocks xmlns:a="http://schemas.openxmlformats.org/drawingml/2006/main" noGrp="1"/>
          </p:cNvSpPr>
          <p:nvPr/>
        </p:nvSpPr>
        <p:spPr>
          <a:xfrm xmlns:a="http://schemas.openxmlformats.org/drawingml/2006/main">
            <a:off x="10287000" y="3337983"/>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72" name="">
            <a:extLst xmlns:a="http://schemas.openxmlformats.org/drawingml/2006/main">
              <a:ext uri="{FF2B5EF4-FFF2-40B4-BE49-F238E27FC236}">
                <a16:creationId xmlns:a16="http://schemas.microsoft.com/office/drawing/2014/main" id="{AB67F6C5-2706-4E90-AFB7-9FFB6D850E7E}"/>
              </a:ext>
            </a:extLst>
          </p:cNvPr>
          <p:cNvSpPr>
            <a:spLocks xmlns:a="http://schemas.openxmlformats.org/drawingml/2006/main" noGrp="1"/>
          </p:cNvSpPr>
          <p:nvPr/>
        </p:nvSpPr>
        <p:spPr>
          <a:xfrm xmlns:a="http://schemas.openxmlformats.org/drawingml/2006/main">
            <a:off x="8715375" y="2095500"/>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C4483C"/>
                </a:solidFill>
                <a:latin typeface="Yu Gothic"/>
                <a:ea typeface="Yu Gothic"/>
                <a:cs typeface="Yu Gothic"/>
              </a:defRPr>
            </a:defPPr>
            <a:lvl1pPr>
              <a:buNone/>
              <a:defRPr sz="1875" b="1">
                <a:solidFill>
                  <a:srgbClr val="C4483C"/>
                </a:solidFill>
                <a:latin typeface="Yu Gothic"/>
                <a:ea typeface="Yu Gothic"/>
                <a:cs typeface="Yu Gothic"/>
              </a:defRPr>
            </a:lvl1pPr>
            <a:lvl2pPr>
              <a:buNone/>
              <a:defRPr sz="1875" b="1">
                <a:solidFill>
                  <a:srgbClr val="C4483C"/>
                </a:solidFill>
                <a:latin typeface="Yu Gothic"/>
                <a:ea typeface="Yu Gothic"/>
                <a:cs typeface="Yu Gothic"/>
              </a:defRPr>
            </a:lvl2pPr>
            <a:lvl3pPr>
              <a:buNone/>
              <a:defRPr sz="1875" b="1">
                <a:solidFill>
                  <a:srgbClr val="C4483C"/>
                </a:solidFill>
                <a:latin typeface="Yu Gothic"/>
                <a:ea typeface="Yu Gothic"/>
                <a:cs typeface="Yu Gothic"/>
              </a:defRPr>
            </a:lvl3pPr>
            <a:lvl4pPr>
              <a:buNone/>
              <a:defRPr sz="1875" b="1">
                <a:solidFill>
                  <a:srgbClr val="C4483C"/>
                </a:solidFill>
                <a:latin typeface="Yu Gothic"/>
                <a:ea typeface="Yu Gothic"/>
                <a:cs typeface="Yu Gothic"/>
              </a:defRPr>
            </a:lvl4pPr>
            <a:lvl5pPr>
              <a:buNone/>
              <a:defRPr sz="1875" b="1">
                <a:solidFill>
                  <a:srgbClr val="C4483C"/>
                </a:solidFill>
                <a:latin typeface="Yu Gothic"/>
                <a:ea typeface="Yu Gothic"/>
                <a:cs typeface="Yu Gothic"/>
              </a:defRPr>
            </a:lvl5pPr>
            <a:lvl6pPr>
              <a:buNone/>
              <a:defRPr sz="1875" b="1">
                <a:solidFill>
                  <a:srgbClr val="C4483C"/>
                </a:solidFill>
                <a:latin typeface="Yu Gothic"/>
                <a:ea typeface="Yu Gothic"/>
                <a:cs typeface="Yu Gothic"/>
              </a:defRPr>
            </a:lvl6pPr>
            <a:lvl7pPr>
              <a:buNone/>
              <a:defRPr sz="1875" b="1">
                <a:solidFill>
                  <a:srgbClr val="C4483C"/>
                </a:solidFill>
                <a:latin typeface="Yu Gothic"/>
                <a:ea typeface="Yu Gothic"/>
                <a:cs typeface="Yu Gothic"/>
              </a:defRPr>
            </a:lvl7pPr>
            <a:lvl8pPr>
              <a:buNone/>
              <a:defRPr sz="1875" b="1">
                <a:solidFill>
                  <a:srgbClr val="C4483C"/>
                </a:solidFill>
                <a:latin typeface="Yu Gothic"/>
                <a:ea typeface="Yu Gothic"/>
                <a:cs typeface="Yu Gothic"/>
              </a:defRPr>
            </a:lvl8pPr>
            <a:lvl9pPr>
              <a:buNone/>
              <a:defRPr sz="1875" b="1">
                <a:solidFill>
                  <a:srgbClr val="C4483C"/>
                </a:solidFill>
                <a:latin typeface="Yu Gothic"/>
                <a:ea typeface="Yu Gothic"/>
                <a:cs typeface="Yu Gothic"/>
              </a:defRPr>
            </a:lvl9pPr>
          </a:lstStyle>
          <a:p xmlns:a="http://schemas.openxmlformats.org/drawingml/2006/main">
            <a:pPr>
              <a:buNone/>
              <a:defRPr sz="1875" b="1">
                <a:solidFill>
                  <a:srgbClr val="C4483C"/>
                </a:solidFill>
                <a:latin typeface="Yu Gothic"/>
                <a:ea typeface="Yu Gothic"/>
                <a:cs typeface="Yu Gothic"/>
              </a:defRPr>
            </a:pPr>
            <a:r>
              <a:rPr sz="1875" b="1">
                <a:solidFill>
                  <a:srgbClr val="C4483C"/>
                </a:solidFill>
                <a:latin typeface="Yu Gothic"/>
                <a:ea typeface="Yu Gothic"/>
                <a:cs typeface="Yu Gothic"/>
              </a:rPr>
              <a:t>200 N</a:t>
            </a:r>
          </a:p>
        </p:txBody>
      </p:sp>
      <p:sp>
        <p:nvSpPr>
          <p:cNvPr id="73" name="">
            <a:extLst xmlns:a="http://schemas.openxmlformats.org/drawingml/2006/main">
              <a:ext uri="{FF2B5EF4-FFF2-40B4-BE49-F238E27FC236}">
                <a16:creationId xmlns:a16="http://schemas.microsoft.com/office/drawing/2014/main" id="{7F1CA8FB-4E60-4020-825B-F087D5EB2694}"/>
              </a:ext>
            </a:extLst>
          </p:cNvPr>
          <p:cNvSpPr>
            <a:spLocks xmlns:a="http://schemas.openxmlformats.org/drawingml/2006/main" noGrp="1"/>
          </p:cNvSpPr>
          <p:nvPr/>
        </p:nvSpPr>
        <p:spPr>
          <a:xfrm xmlns:a="http://schemas.openxmlformats.org/drawingml/2006/main">
            <a:off x="809625" y="3143250"/>
            <a:ext cx="5191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7655A5"/>
                </a:solidFill>
                <a:latin typeface="Yu Gothic"/>
                <a:ea typeface="Yu Gothic"/>
                <a:cs typeface="Yu Gothic"/>
              </a:defRPr>
            </a:defPPr>
            <a:lvl1pPr>
              <a:buNone/>
              <a:defRPr sz="2025" b="1">
                <a:solidFill>
                  <a:srgbClr val="7655A5"/>
                </a:solidFill>
                <a:latin typeface="Yu Gothic"/>
                <a:ea typeface="Yu Gothic"/>
                <a:cs typeface="Yu Gothic"/>
              </a:defRPr>
            </a:lvl1pPr>
            <a:lvl2pPr>
              <a:buNone/>
              <a:defRPr sz="2025" b="1">
                <a:solidFill>
                  <a:srgbClr val="7655A5"/>
                </a:solidFill>
                <a:latin typeface="Yu Gothic"/>
                <a:ea typeface="Yu Gothic"/>
                <a:cs typeface="Yu Gothic"/>
              </a:defRPr>
            </a:lvl2pPr>
            <a:lvl3pPr>
              <a:buNone/>
              <a:defRPr sz="2025" b="1">
                <a:solidFill>
                  <a:srgbClr val="7655A5"/>
                </a:solidFill>
                <a:latin typeface="Yu Gothic"/>
                <a:ea typeface="Yu Gothic"/>
                <a:cs typeface="Yu Gothic"/>
              </a:defRPr>
            </a:lvl3pPr>
            <a:lvl4pPr>
              <a:buNone/>
              <a:defRPr sz="2025" b="1">
                <a:solidFill>
                  <a:srgbClr val="7655A5"/>
                </a:solidFill>
                <a:latin typeface="Yu Gothic"/>
                <a:ea typeface="Yu Gothic"/>
                <a:cs typeface="Yu Gothic"/>
              </a:defRPr>
            </a:lvl4pPr>
            <a:lvl5pPr>
              <a:buNone/>
              <a:defRPr sz="2025" b="1">
                <a:solidFill>
                  <a:srgbClr val="7655A5"/>
                </a:solidFill>
                <a:latin typeface="Yu Gothic"/>
                <a:ea typeface="Yu Gothic"/>
                <a:cs typeface="Yu Gothic"/>
              </a:defRPr>
            </a:lvl5pPr>
            <a:lvl6pPr>
              <a:buNone/>
              <a:defRPr sz="2025" b="1">
                <a:solidFill>
                  <a:srgbClr val="7655A5"/>
                </a:solidFill>
                <a:latin typeface="Yu Gothic"/>
                <a:ea typeface="Yu Gothic"/>
                <a:cs typeface="Yu Gothic"/>
              </a:defRPr>
            </a:lvl6pPr>
            <a:lvl7pPr>
              <a:buNone/>
              <a:defRPr sz="2025" b="1">
                <a:solidFill>
                  <a:srgbClr val="7655A5"/>
                </a:solidFill>
                <a:latin typeface="Yu Gothic"/>
                <a:ea typeface="Yu Gothic"/>
                <a:cs typeface="Yu Gothic"/>
              </a:defRPr>
            </a:lvl7pPr>
            <a:lvl8pPr>
              <a:buNone/>
              <a:defRPr sz="2025" b="1">
                <a:solidFill>
                  <a:srgbClr val="7655A5"/>
                </a:solidFill>
                <a:latin typeface="Yu Gothic"/>
                <a:ea typeface="Yu Gothic"/>
                <a:cs typeface="Yu Gothic"/>
              </a:defRPr>
            </a:lvl8pPr>
            <a:lvl9pPr>
              <a:buNone/>
              <a:defRPr sz="2025" b="1">
                <a:solidFill>
                  <a:srgbClr val="7655A5"/>
                </a:solidFill>
                <a:latin typeface="Yu Gothic"/>
                <a:ea typeface="Yu Gothic"/>
                <a:cs typeface="Yu Gothic"/>
              </a:defRPr>
            </a:lvl9pPr>
          </a:lstStyle>
          <a:p xmlns:a="http://schemas.openxmlformats.org/drawingml/2006/main">
            <a:pPr>
              <a:buNone/>
              <a:defRPr sz="2025" b="1">
                <a:solidFill>
                  <a:srgbClr val="7655A5"/>
                </a:solidFill>
                <a:latin typeface="Yu Gothic"/>
                <a:ea typeface="Yu Gothic"/>
                <a:cs typeface="Yu Gothic"/>
              </a:defRPr>
            </a:pPr>
            <a:r>
              <a:rPr sz="2025" b="1">
                <a:solidFill>
                  <a:srgbClr val="7655A5"/>
                </a:solidFill>
                <a:latin typeface="Yu Gothic"/>
                <a:ea typeface="Yu Gothic"/>
                <a:cs typeface="Yu Gothic"/>
              </a:rPr>
              <a:t>100 − V = 0   V = ＋100 N</a:t>
            </a:r>
          </a:p>
        </p:txBody>
      </p:sp>
      <p:sp>
        <p:nvSpPr>
          <p:cNvPr id="74" name="">
            <a:extLst xmlns:a="http://schemas.openxmlformats.org/drawingml/2006/main">
              <a:ext uri="{FF2B5EF4-FFF2-40B4-BE49-F238E27FC236}">
                <a16:creationId xmlns:a16="http://schemas.microsoft.com/office/drawing/2014/main" id="{F8840B7F-2BE9-4D20-AFF2-707A72829B3B}"/>
              </a:ext>
            </a:extLst>
          </p:cNvPr>
          <p:cNvSpPr>
            <a:spLocks xmlns:a="http://schemas.openxmlformats.org/drawingml/2006/main" noGrp="1"/>
          </p:cNvSpPr>
          <p:nvPr/>
        </p:nvSpPr>
        <p:spPr>
          <a:xfrm xmlns:a="http://schemas.openxmlformats.org/drawingml/2006/main">
            <a:off x="6762750" y="34766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buNone/>
              <a:defRPr sz="1950" b="0">
                <a:solidFill>
                  <a:srgbClr val="263D4D"/>
                </a:solidFill>
                <a:latin typeface="Yu Gothic"/>
                <a:ea typeface="Yu Gothic"/>
                <a:cs typeface="Yu Gothic"/>
              </a:defRPr>
            </a:lvl1pPr>
            <a:lvl2pPr>
              <a:buNone/>
              <a:defRPr sz="1950" b="0">
                <a:solidFill>
                  <a:srgbClr val="263D4D"/>
                </a:solidFill>
                <a:latin typeface="Yu Gothic"/>
                <a:ea typeface="Yu Gothic"/>
                <a:cs typeface="Yu Gothic"/>
              </a:defRPr>
            </a:lvl2pPr>
            <a:lvl3pPr>
              <a:buNone/>
              <a:defRPr sz="1950" b="0">
                <a:solidFill>
                  <a:srgbClr val="263D4D"/>
                </a:solidFill>
                <a:latin typeface="Yu Gothic"/>
                <a:ea typeface="Yu Gothic"/>
                <a:cs typeface="Yu Gothic"/>
              </a:defRPr>
            </a:lvl3pPr>
            <a:lvl4pPr>
              <a:buNone/>
              <a:defRPr sz="1950" b="0">
                <a:solidFill>
                  <a:srgbClr val="263D4D"/>
                </a:solidFill>
                <a:latin typeface="Yu Gothic"/>
                <a:ea typeface="Yu Gothic"/>
                <a:cs typeface="Yu Gothic"/>
              </a:defRPr>
            </a:lvl4pPr>
            <a:lvl5pPr>
              <a:buNone/>
              <a:defRPr sz="1950" b="0">
                <a:solidFill>
                  <a:srgbClr val="263D4D"/>
                </a:solidFill>
                <a:latin typeface="Yu Gothic"/>
                <a:ea typeface="Yu Gothic"/>
                <a:cs typeface="Yu Gothic"/>
              </a:defRPr>
            </a:lvl5pPr>
            <a:lvl6pPr>
              <a:buNone/>
              <a:defRPr sz="1950" b="0">
                <a:solidFill>
                  <a:srgbClr val="263D4D"/>
                </a:solidFill>
                <a:latin typeface="Yu Gothic"/>
                <a:ea typeface="Yu Gothic"/>
                <a:cs typeface="Yu Gothic"/>
              </a:defRPr>
            </a:lvl6pPr>
            <a:lvl7pPr>
              <a:buNone/>
              <a:defRPr sz="1950" b="0">
                <a:solidFill>
                  <a:srgbClr val="263D4D"/>
                </a:solidFill>
                <a:latin typeface="Yu Gothic"/>
                <a:ea typeface="Yu Gothic"/>
                <a:cs typeface="Yu Gothic"/>
              </a:defRPr>
            </a:lvl7pPr>
            <a:lvl8pPr>
              <a:buNone/>
              <a:defRPr sz="1950" b="0">
                <a:solidFill>
                  <a:srgbClr val="263D4D"/>
                </a:solidFill>
                <a:latin typeface="Yu Gothic"/>
                <a:ea typeface="Yu Gothic"/>
                <a:cs typeface="Yu Gothic"/>
              </a:defRPr>
            </a:lvl8pPr>
            <a:lvl9pPr>
              <a:buNone/>
              <a:defRPr sz="1950" b="0">
                <a:solidFill>
                  <a:srgbClr val="263D4D"/>
                </a:solidFill>
                <a:latin typeface="Yu Gothic"/>
                <a:ea typeface="Yu Gothic"/>
                <a:cs typeface="Yu Gothic"/>
              </a:defRPr>
            </a:lvl9pPr>
          </a:lstStyle>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100 − 200 − V = 0</a:t>
            </a:r>
          </a:p>
        </p:txBody>
      </p:sp>
      <p:sp>
        <p:nvSpPr>
          <p:cNvPr id="75" name="">
            <a:extLst xmlns:a="http://schemas.openxmlformats.org/drawingml/2006/main">
              <a:ext uri="{FF2B5EF4-FFF2-40B4-BE49-F238E27FC236}">
                <a16:creationId xmlns:a16="http://schemas.microsoft.com/office/drawing/2014/main" id="{A2B7E8A7-3CB6-4387-A437-ED49B648D9A8}"/>
              </a:ext>
            </a:extLst>
          </p:cNvPr>
          <p:cNvSpPr>
            <a:spLocks xmlns:a="http://schemas.openxmlformats.org/drawingml/2006/main" noGrp="1"/>
          </p:cNvSpPr>
          <p:nvPr/>
        </p:nvSpPr>
        <p:spPr>
          <a:xfrm xmlns:a="http://schemas.openxmlformats.org/drawingml/2006/main">
            <a:off x="9715500" y="3476625"/>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7655A5"/>
                </a:solidFill>
                <a:latin typeface="Yu Gothic"/>
                <a:ea typeface="Yu Gothic"/>
                <a:cs typeface="Yu Gothic"/>
              </a:defRPr>
            </a:defPPr>
            <a:lvl1pPr>
              <a:buNone/>
              <a:defRPr sz="1950" b="1">
                <a:solidFill>
                  <a:srgbClr val="7655A5"/>
                </a:solidFill>
                <a:latin typeface="Yu Gothic"/>
                <a:ea typeface="Yu Gothic"/>
                <a:cs typeface="Yu Gothic"/>
              </a:defRPr>
            </a:lvl1pPr>
            <a:lvl2pPr>
              <a:buNone/>
              <a:defRPr sz="1950" b="1">
                <a:solidFill>
                  <a:srgbClr val="7655A5"/>
                </a:solidFill>
                <a:latin typeface="Yu Gothic"/>
                <a:ea typeface="Yu Gothic"/>
                <a:cs typeface="Yu Gothic"/>
              </a:defRPr>
            </a:lvl2pPr>
            <a:lvl3pPr>
              <a:buNone/>
              <a:defRPr sz="1950" b="1">
                <a:solidFill>
                  <a:srgbClr val="7655A5"/>
                </a:solidFill>
                <a:latin typeface="Yu Gothic"/>
                <a:ea typeface="Yu Gothic"/>
                <a:cs typeface="Yu Gothic"/>
              </a:defRPr>
            </a:lvl3pPr>
            <a:lvl4pPr>
              <a:buNone/>
              <a:defRPr sz="1950" b="1">
                <a:solidFill>
                  <a:srgbClr val="7655A5"/>
                </a:solidFill>
                <a:latin typeface="Yu Gothic"/>
                <a:ea typeface="Yu Gothic"/>
                <a:cs typeface="Yu Gothic"/>
              </a:defRPr>
            </a:lvl4pPr>
            <a:lvl5pPr>
              <a:buNone/>
              <a:defRPr sz="1950" b="1">
                <a:solidFill>
                  <a:srgbClr val="7655A5"/>
                </a:solidFill>
                <a:latin typeface="Yu Gothic"/>
                <a:ea typeface="Yu Gothic"/>
                <a:cs typeface="Yu Gothic"/>
              </a:defRPr>
            </a:lvl5pPr>
            <a:lvl6pPr>
              <a:buNone/>
              <a:defRPr sz="1950" b="1">
                <a:solidFill>
                  <a:srgbClr val="7655A5"/>
                </a:solidFill>
                <a:latin typeface="Yu Gothic"/>
                <a:ea typeface="Yu Gothic"/>
                <a:cs typeface="Yu Gothic"/>
              </a:defRPr>
            </a:lvl6pPr>
            <a:lvl7pPr>
              <a:buNone/>
              <a:defRPr sz="1950" b="1">
                <a:solidFill>
                  <a:srgbClr val="7655A5"/>
                </a:solidFill>
                <a:latin typeface="Yu Gothic"/>
                <a:ea typeface="Yu Gothic"/>
                <a:cs typeface="Yu Gothic"/>
              </a:defRPr>
            </a:lvl7pPr>
            <a:lvl8pPr>
              <a:buNone/>
              <a:defRPr sz="1950" b="1">
                <a:solidFill>
                  <a:srgbClr val="7655A5"/>
                </a:solidFill>
                <a:latin typeface="Yu Gothic"/>
                <a:ea typeface="Yu Gothic"/>
                <a:cs typeface="Yu Gothic"/>
              </a:defRPr>
            </a:lvl8pPr>
            <a:lvl9pPr>
              <a:buNone/>
              <a:defRPr sz="1950" b="1">
                <a:solidFill>
                  <a:srgbClr val="7655A5"/>
                </a:solidFill>
                <a:latin typeface="Yu Gothic"/>
                <a:ea typeface="Yu Gothic"/>
                <a:cs typeface="Yu Gothic"/>
              </a:defRPr>
            </a:lvl9pPr>
          </a:lstStyle>
          <a:p xmlns:a="http://schemas.openxmlformats.org/drawingml/2006/main">
            <a:pPr>
              <a:buNone/>
              <a:defRPr sz="1950" b="1">
                <a:solidFill>
                  <a:srgbClr val="7655A5"/>
                </a:solidFill>
                <a:latin typeface="Yu Gothic"/>
                <a:ea typeface="Yu Gothic"/>
                <a:cs typeface="Yu Gothic"/>
              </a:defRPr>
            </a:pPr>
            <a:r>
              <a:rPr sz="1950" b="1">
                <a:solidFill>
                  <a:srgbClr val="7655A5"/>
                </a:solidFill>
                <a:latin typeface="Yu Gothic"/>
                <a:ea typeface="Yu Gothic"/>
                <a:cs typeface="Yu Gothic"/>
              </a:rPr>
              <a:t>V = −100 N</a:t>
            </a:r>
          </a:p>
        </p:txBody>
      </p:sp>
      <p:graphicFrame>
        <p:nvGraphicFramePr>
          <p:cNvPr id="76" name="Chart">
            <a:extLst xmlns:a="http://schemas.openxmlformats.org/drawingml/2006/main">
              <a:ext uri="{FF2B5EF4-FFF2-40B4-BE49-F238E27FC236}">
                <a16:creationId xmlns:a16="http://schemas.microsoft.com/office/drawing/2014/main" id="{45E2B1DD-8836-45C2-B56C-FC67BC7164CB}"/>
              </a:ext>
            </a:extLst>
          </p:cNvPr>
          <p:cNvGraphicFramePr/>
          <p:nvPr/>
        </p:nvGraphicFramePr>
        <p:xfrm>
          <a:off xmlns:a="http://schemas.openxmlformats.org/drawingml/2006/main" x="809625" y="3876675"/>
          <a:ext xmlns:a="http://schemas.openxmlformats.org/drawingml/2006/main" cx="10620375" cy="1847850"/>
        </p:xfrm>
        <a:graphic xmlns:a="http://schemas.openxmlformats.org/drawingml/2006/main">
          <a:graphicData uri="http://schemas.openxmlformats.org/drawingml/2006/chart">
            <c:chart xmlns:r="http://schemas.openxmlformats.org/officeDocument/2006/relationships" xmlns:c="http://schemas.openxmlformats.org/drawingml/2006/chart" r:id="Rd35369ac9a864e4c"/>
          </a:graphicData>
        </a:graphic>
      </p:graphicFrame>
      <p:sp>
        <p:nvSpPr>
          <p:cNvPr id="77" name="">
            <a:extLst xmlns:a="http://schemas.openxmlformats.org/drawingml/2006/main">
              <a:ext uri="{FF2B5EF4-FFF2-40B4-BE49-F238E27FC236}">
                <a16:creationId xmlns:a16="http://schemas.microsoft.com/office/drawing/2014/main" id="{A8470B70-D6CF-4A20-96F5-7C78EED5EBE0}"/>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集中荷重200 Nの位置でVは200 N下がる。荷重点そのものでは左右の値を区別して読む。</a:t>
            </a:r>
          </a:p>
        </p:txBody>
      </p:sp>
    </p:spTree>
    <p:extLst>
      <p:ext uri="{BB962C8B-B14F-4D97-AF65-F5344CB8AC3E}">
        <p14:creationId xmlns:p14="http://schemas.microsoft.com/office/powerpoint/2010/main" val="86342531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AACC0D6-4ADD-49DD-9364-B241EC51BDA2}"/>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中央荷重の BMD：切断面まわりで考える</a:t>
            </a:r>
          </a:p>
        </p:txBody>
      </p:sp>
      <p:cxnSp>
        <p:nvCxnSpPr>
          <p:cNvPr id="2" name="">
            <a:extLst xmlns:a="http://schemas.openxmlformats.org/drawingml/2006/main">
              <a:ext uri="{FF2B5EF4-FFF2-40B4-BE49-F238E27FC236}">
                <a16:creationId xmlns:a16="http://schemas.microsoft.com/office/drawing/2014/main" id="{A0A4EE7D-90A5-4F1A-B3CF-6C03437E962D}"/>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EC8020EF-9326-4BB3-A36C-0E3036685D19}"/>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1EAD4C95-2CD3-4B4F-B1B0-1E6EA12DC0EE}"/>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20 / 49</a:t>
            </a:r>
          </a:p>
        </p:txBody>
      </p:sp>
      <p:sp>
        <p:nvSpPr>
          <p:cNvPr id="24" name="">
            <a:extLst xmlns:a="http://schemas.openxmlformats.org/drawingml/2006/main">
              <a:ext uri="{FF2B5EF4-FFF2-40B4-BE49-F238E27FC236}">
                <a16:creationId xmlns:a16="http://schemas.microsoft.com/office/drawing/2014/main" id="{C5D24C54-5C38-4526-A915-987C90387A15}"/>
              </a:ext>
            </a:extLst>
          </p:cNvPr>
          <p:cNvSpPr>
            <a:spLocks xmlns:a="http://schemas.openxmlformats.org/drawingml/2006/main" noGrp="1"/>
          </p:cNvSpPr>
          <p:nvPr/>
        </p:nvSpPr>
        <p:spPr>
          <a:xfrm xmlns:a="http://schemas.openxmlformats.org/drawingml/2006/main">
            <a:off x="809625" y="1476375"/>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263D4D"/>
                </a:solidFill>
                <a:latin typeface="Yu Gothic"/>
                <a:ea typeface="Yu Gothic"/>
                <a:cs typeface="Yu Gothic"/>
              </a:defRPr>
            </a:defPPr>
            <a:lvl1pPr>
              <a:buNone/>
              <a:defRPr sz="1950" b="1">
                <a:solidFill>
                  <a:srgbClr val="263D4D"/>
                </a:solidFill>
                <a:latin typeface="Yu Gothic"/>
                <a:ea typeface="Yu Gothic"/>
                <a:cs typeface="Yu Gothic"/>
              </a:defRPr>
            </a:lvl1pPr>
            <a:lvl2pPr>
              <a:buNone/>
              <a:defRPr sz="1950" b="1">
                <a:solidFill>
                  <a:srgbClr val="263D4D"/>
                </a:solidFill>
                <a:latin typeface="Yu Gothic"/>
                <a:ea typeface="Yu Gothic"/>
                <a:cs typeface="Yu Gothic"/>
              </a:defRPr>
            </a:lvl2pPr>
            <a:lvl3pPr>
              <a:buNone/>
              <a:defRPr sz="1950" b="1">
                <a:solidFill>
                  <a:srgbClr val="263D4D"/>
                </a:solidFill>
                <a:latin typeface="Yu Gothic"/>
                <a:ea typeface="Yu Gothic"/>
                <a:cs typeface="Yu Gothic"/>
              </a:defRPr>
            </a:lvl3pPr>
            <a:lvl4pPr>
              <a:buNone/>
              <a:defRPr sz="1950" b="1">
                <a:solidFill>
                  <a:srgbClr val="263D4D"/>
                </a:solidFill>
                <a:latin typeface="Yu Gothic"/>
                <a:ea typeface="Yu Gothic"/>
                <a:cs typeface="Yu Gothic"/>
              </a:defRPr>
            </a:lvl4pPr>
            <a:lvl5pPr>
              <a:buNone/>
              <a:defRPr sz="1950" b="1">
                <a:solidFill>
                  <a:srgbClr val="263D4D"/>
                </a:solidFill>
                <a:latin typeface="Yu Gothic"/>
                <a:ea typeface="Yu Gothic"/>
                <a:cs typeface="Yu Gothic"/>
              </a:defRPr>
            </a:lvl5pPr>
            <a:lvl6pPr>
              <a:buNone/>
              <a:defRPr sz="1950" b="1">
                <a:solidFill>
                  <a:srgbClr val="263D4D"/>
                </a:solidFill>
                <a:latin typeface="Yu Gothic"/>
                <a:ea typeface="Yu Gothic"/>
                <a:cs typeface="Yu Gothic"/>
              </a:defRPr>
            </a:lvl6pPr>
            <a:lvl7pPr>
              <a:buNone/>
              <a:defRPr sz="1950" b="1">
                <a:solidFill>
                  <a:srgbClr val="263D4D"/>
                </a:solidFill>
                <a:latin typeface="Yu Gothic"/>
                <a:ea typeface="Yu Gothic"/>
                <a:cs typeface="Yu Gothic"/>
              </a:defRPr>
            </a:lvl7pPr>
            <a:lvl8pPr>
              <a:buNone/>
              <a:defRPr sz="1950" b="1">
                <a:solidFill>
                  <a:srgbClr val="263D4D"/>
                </a:solidFill>
                <a:latin typeface="Yu Gothic"/>
                <a:ea typeface="Yu Gothic"/>
                <a:cs typeface="Yu Gothic"/>
              </a:defRPr>
            </a:lvl8pPr>
            <a:lvl9pPr>
              <a:buNone/>
              <a:defRPr sz="1950" b="1">
                <a:solidFill>
                  <a:srgbClr val="263D4D"/>
                </a:solidFill>
                <a:latin typeface="Yu Gothic"/>
                <a:ea typeface="Yu Gothic"/>
                <a:cs typeface="Yu Gothic"/>
              </a:defRPr>
            </a:lvl9pPr>
          </a:lstStyle>
          <a:p xmlns:a="http://schemas.openxmlformats.org/drawingml/2006/main">
            <a:pPr>
              <a:buNone/>
              <a:defRPr sz="1950" b="1">
                <a:solidFill>
                  <a:srgbClr val="263D4D"/>
                </a:solidFill>
                <a:latin typeface="Yu Gothic"/>
                <a:ea typeface="Yu Gothic"/>
                <a:cs typeface="Yu Gothic"/>
              </a:defRPr>
            </a:pPr>
            <a:r>
              <a:rPr sz="1950" b="1">
                <a:solidFill>
                  <a:srgbClr val="263D4D"/>
                </a:solidFill>
                <a:latin typeface="Yu Gothic"/>
                <a:ea typeface="Yu Gothic"/>
                <a:cs typeface="Yu Gothic"/>
              </a:rPr>
              <a:t>荷重より左：0 &lt; x &lt; 0.60</a:t>
            </a:r>
          </a:p>
        </p:txBody>
      </p:sp>
      <p:sp>
        <p:nvSpPr>
          <p:cNvPr id="25" name="">
            <a:extLst xmlns:a="http://schemas.openxmlformats.org/drawingml/2006/main">
              <a:ext uri="{FF2B5EF4-FFF2-40B4-BE49-F238E27FC236}">
                <a16:creationId xmlns:a16="http://schemas.microsoft.com/office/drawing/2014/main" id="{F47545F6-2356-4FC3-8114-98B5AF67DD45}"/>
              </a:ext>
            </a:extLst>
          </p:cNvPr>
          <p:cNvSpPr>
            <a:spLocks xmlns:a="http://schemas.openxmlformats.org/drawingml/2006/main" noGrp="1"/>
          </p:cNvSpPr>
          <p:nvPr/>
        </p:nvSpPr>
        <p:spPr>
          <a:xfrm xmlns:a="http://schemas.openxmlformats.org/drawingml/2006/main">
            <a:off x="6762750" y="14763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263D4D"/>
                </a:solidFill>
                <a:latin typeface="Yu Gothic"/>
                <a:ea typeface="Yu Gothic"/>
                <a:cs typeface="Yu Gothic"/>
              </a:defRPr>
            </a:defPPr>
            <a:lvl1pPr>
              <a:buNone/>
              <a:defRPr sz="1950" b="1">
                <a:solidFill>
                  <a:srgbClr val="263D4D"/>
                </a:solidFill>
                <a:latin typeface="Yu Gothic"/>
                <a:ea typeface="Yu Gothic"/>
                <a:cs typeface="Yu Gothic"/>
              </a:defRPr>
            </a:lvl1pPr>
            <a:lvl2pPr>
              <a:buNone/>
              <a:defRPr sz="1950" b="1">
                <a:solidFill>
                  <a:srgbClr val="263D4D"/>
                </a:solidFill>
                <a:latin typeface="Yu Gothic"/>
                <a:ea typeface="Yu Gothic"/>
                <a:cs typeface="Yu Gothic"/>
              </a:defRPr>
            </a:lvl2pPr>
            <a:lvl3pPr>
              <a:buNone/>
              <a:defRPr sz="1950" b="1">
                <a:solidFill>
                  <a:srgbClr val="263D4D"/>
                </a:solidFill>
                <a:latin typeface="Yu Gothic"/>
                <a:ea typeface="Yu Gothic"/>
                <a:cs typeface="Yu Gothic"/>
              </a:defRPr>
            </a:lvl3pPr>
            <a:lvl4pPr>
              <a:buNone/>
              <a:defRPr sz="1950" b="1">
                <a:solidFill>
                  <a:srgbClr val="263D4D"/>
                </a:solidFill>
                <a:latin typeface="Yu Gothic"/>
                <a:ea typeface="Yu Gothic"/>
                <a:cs typeface="Yu Gothic"/>
              </a:defRPr>
            </a:lvl4pPr>
            <a:lvl5pPr>
              <a:buNone/>
              <a:defRPr sz="1950" b="1">
                <a:solidFill>
                  <a:srgbClr val="263D4D"/>
                </a:solidFill>
                <a:latin typeface="Yu Gothic"/>
                <a:ea typeface="Yu Gothic"/>
                <a:cs typeface="Yu Gothic"/>
              </a:defRPr>
            </a:lvl5pPr>
            <a:lvl6pPr>
              <a:buNone/>
              <a:defRPr sz="1950" b="1">
                <a:solidFill>
                  <a:srgbClr val="263D4D"/>
                </a:solidFill>
                <a:latin typeface="Yu Gothic"/>
                <a:ea typeface="Yu Gothic"/>
                <a:cs typeface="Yu Gothic"/>
              </a:defRPr>
            </a:lvl6pPr>
            <a:lvl7pPr>
              <a:buNone/>
              <a:defRPr sz="1950" b="1">
                <a:solidFill>
                  <a:srgbClr val="263D4D"/>
                </a:solidFill>
                <a:latin typeface="Yu Gothic"/>
                <a:ea typeface="Yu Gothic"/>
                <a:cs typeface="Yu Gothic"/>
              </a:defRPr>
            </a:lvl7pPr>
            <a:lvl8pPr>
              <a:buNone/>
              <a:defRPr sz="1950" b="1">
                <a:solidFill>
                  <a:srgbClr val="263D4D"/>
                </a:solidFill>
                <a:latin typeface="Yu Gothic"/>
                <a:ea typeface="Yu Gothic"/>
                <a:cs typeface="Yu Gothic"/>
              </a:defRPr>
            </a:lvl8pPr>
            <a:lvl9pPr>
              <a:buNone/>
              <a:defRPr sz="1950" b="1">
                <a:solidFill>
                  <a:srgbClr val="263D4D"/>
                </a:solidFill>
                <a:latin typeface="Yu Gothic"/>
                <a:ea typeface="Yu Gothic"/>
                <a:cs typeface="Yu Gothic"/>
              </a:defRPr>
            </a:lvl9pPr>
          </a:lstStyle>
          <a:p xmlns:a="http://schemas.openxmlformats.org/drawingml/2006/main">
            <a:pPr>
              <a:buNone/>
              <a:defRPr sz="1950" b="1">
                <a:solidFill>
                  <a:srgbClr val="263D4D"/>
                </a:solidFill>
                <a:latin typeface="Yu Gothic"/>
                <a:ea typeface="Yu Gothic"/>
                <a:cs typeface="Yu Gothic"/>
              </a:defRPr>
            </a:pPr>
            <a:r>
              <a:rPr sz="1950" b="1">
                <a:solidFill>
                  <a:srgbClr val="263D4D"/>
                </a:solidFill>
                <a:latin typeface="Yu Gothic"/>
                <a:ea typeface="Yu Gothic"/>
                <a:cs typeface="Yu Gothic"/>
              </a:rPr>
              <a:t>荷重より右：0.60 &lt; x &lt; 1.20</a:t>
            </a:r>
          </a:p>
        </p:txBody>
      </p:sp>
      <p:sp>
        <p:nvSpPr>
          <p:cNvPr id="26" name="">
            <a:extLst xmlns:a="http://schemas.openxmlformats.org/drawingml/2006/main">
              <a:ext uri="{FF2B5EF4-FFF2-40B4-BE49-F238E27FC236}">
                <a16:creationId xmlns:a16="http://schemas.microsoft.com/office/drawing/2014/main" id="{1C1B8DEE-2829-407D-A2AF-3746D41237B6}"/>
              </a:ext>
            </a:extLst>
          </p:cNvPr>
          <p:cNvSpPr>
            <a:spLocks xmlns:a="http://schemas.openxmlformats.org/drawingml/2006/main" noGrp="1"/>
          </p:cNvSpPr>
          <p:nvPr/>
        </p:nvSpPr>
        <p:spPr>
          <a:xfrm xmlns:a="http://schemas.openxmlformats.org/drawingml/2006/main">
            <a:off x="1381125" y="2333625"/>
            <a:ext cx="247650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7" name="">
            <a:extLst xmlns:a="http://schemas.openxmlformats.org/drawingml/2006/main">
              <a:ext uri="{FF2B5EF4-FFF2-40B4-BE49-F238E27FC236}">
                <a16:creationId xmlns:a16="http://schemas.microsoft.com/office/drawing/2014/main" id="{8E17B425-E8AA-4B60-902F-739F9A7D21DB}"/>
              </a:ext>
            </a:extLst>
          </p:cNvPr>
          <p:cNvSpPr>
            <a:spLocks xmlns:a="http://schemas.openxmlformats.org/drawingml/2006/main" noGrp="1"/>
          </p:cNvSpPr>
          <p:nvPr/>
        </p:nvSpPr>
        <p:spPr>
          <a:xfrm xmlns:a="http://schemas.openxmlformats.org/drawingml/2006/main">
            <a:off x="1381125" y="2543175"/>
            <a:ext cx="9525" cy="504825"/>
          </a:xfrm>
          <a:custGeom xmlns:a="http://schemas.openxmlformats.org/drawingml/2006/main">
            <a:pathLst>
              <a:path w="9525" h="504825">
                <a:moveTo>
                  <a:pt x="0" y="504825"/>
                </a:moveTo>
                <a:lnTo>
                  <a:pt x="0" y="0"/>
                </a:lnTo>
              </a:path>
            </a:pathLst>
          </a:custGeom>
          <a:noFill xmlns:a="http://schemas.openxmlformats.org/drawingml/2006/main"/>
          <a:ln xmlns:a="http://schemas.openxmlformats.org/drawingml/2006/main" w="28575">
            <a:solidFill>
              <a:srgbClr val="2876A8"/>
            </a:solidFill>
          </a:ln>
        </p:spPr>
      </p:sp>
      <p:sp>
        <p:nvSpPr>
          <p:cNvPr id="28" name="">
            <a:extLst xmlns:a="http://schemas.openxmlformats.org/drawingml/2006/main">
              <a:ext uri="{FF2B5EF4-FFF2-40B4-BE49-F238E27FC236}">
                <a16:creationId xmlns:a16="http://schemas.microsoft.com/office/drawing/2014/main" id="{61385A47-1195-4AA5-AD03-853DB5F1D938}"/>
              </a:ext>
            </a:extLst>
          </p:cNvPr>
          <p:cNvSpPr>
            <a:spLocks xmlns:a="http://schemas.openxmlformats.org/drawingml/2006/main" noGrp="1"/>
          </p:cNvSpPr>
          <p:nvPr/>
        </p:nvSpPr>
        <p:spPr>
          <a:xfrm xmlns:a="http://schemas.openxmlformats.org/drawingml/2006/main">
            <a:off x="1333119" y="2543175"/>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2876A8"/>
          </a:solidFill>
          <a:ln xmlns:a="http://schemas.openxmlformats.org/drawingml/2006/main" w="4763">
            <a:solidFill>
              <a:srgbClr val="2876A8"/>
            </a:solidFill>
          </a:ln>
        </p:spPr>
      </p:sp>
      <p:sp>
        <p:nvSpPr>
          <p:cNvPr id="29" name="">
            <a:extLst xmlns:a="http://schemas.openxmlformats.org/drawingml/2006/main">
              <a:ext uri="{FF2B5EF4-FFF2-40B4-BE49-F238E27FC236}">
                <a16:creationId xmlns:a16="http://schemas.microsoft.com/office/drawing/2014/main" id="{EB1EE821-E528-4EF6-81B6-06BA55036F1E}"/>
              </a:ext>
            </a:extLst>
          </p:cNvPr>
          <p:cNvSpPr>
            <a:spLocks xmlns:a="http://schemas.openxmlformats.org/drawingml/2006/main" noGrp="1"/>
          </p:cNvSpPr>
          <p:nvPr/>
        </p:nvSpPr>
        <p:spPr>
          <a:xfrm xmlns:a="http://schemas.openxmlformats.org/drawingml/2006/main">
            <a:off x="619125" y="2590800"/>
            <a:ext cx="1000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2876A8"/>
                </a:solidFill>
                <a:latin typeface="Yu Gothic"/>
                <a:ea typeface="Yu Gothic"/>
                <a:cs typeface="Yu Gothic"/>
              </a:defRPr>
            </a:defPPr>
            <a:lvl1pPr>
              <a:buNone/>
              <a:defRPr sz="1725" b="1">
                <a:solidFill>
                  <a:srgbClr val="2876A8"/>
                </a:solidFill>
                <a:latin typeface="Yu Gothic"/>
                <a:ea typeface="Yu Gothic"/>
                <a:cs typeface="Yu Gothic"/>
              </a:defRPr>
            </a:lvl1pPr>
            <a:lvl2pPr>
              <a:buNone/>
              <a:defRPr sz="1725" b="1">
                <a:solidFill>
                  <a:srgbClr val="2876A8"/>
                </a:solidFill>
                <a:latin typeface="Yu Gothic"/>
                <a:ea typeface="Yu Gothic"/>
                <a:cs typeface="Yu Gothic"/>
              </a:defRPr>
            </a:lvl2pPr>
            <a:lvl3pPr>
              <a:buNone/>
              <a:defRPr sz="1725" b="1">
                <a:solidFill>
                  <a:srgbClr val="2876A8"/>
                </a:solidFill>
                <a:latin typeface="Yu Gothic"/>
                <a:ea typeface="Yu Gothic"/>
                <a:cs typeface="Yu Gothic"/>
              </a:defRPr>
            </a:lvl3pPr>
            <a:lvl4pPr>
              <a:buNone/>
              <a:defRPr sz="1725" b="1">
                <a:solidFill>
                  <a:srgbClr val="2876A8"/>
                </a:solidFill>
                <a:latin typeface="Yu Gothic"/>
                <a:ea typeface="Yu Gothic"/>
                <a:cs typeface="Yu Gothic"/>
              </a:defRPr>
            </a:lvl4pPr>
            <a:lvl5pPr>
              <a:buNone/>
              <a:defRPr sz="1725" b="1">
                <a:solidFill>
                  <a:srgbClr val="2876A8"/>
                </a:solidFill>
                <a:latin typeface="Yu Gothic"/>
                <a:ea typeface="Yu Gothic"/>
                <a:cs typeface="Yu Gothic"/>
              </a:defRPr>
            </a:lvl5pPr>
            <a:lvl6pPr>
              <a:buNone/>
              <a:defRPr sz="1725" b="1">
                <a:solidFill>
                  <a:srgbClr val="2876A8"/>
                </a:solidFill>
                <a:latin typeface="Yu Gothic"/>
                <a:ea typeface="Yu Gothic"/>
                <a:cs typeface="Yu Gothic"/>
              </a:defRPr>
            </a:lvl6pPr>
            <a:lvl7pPr>
              <a:buNone/>
              <a:defRPr sz="1725" b="1">
                <a:solidFill>
                  <a:srgbClr val="2876A8"/>
                </a:solidFill>
                <a:latin typeface="Yu Gothic"/>
                <a:ea typeface="Yu Gothic"/>
                <a:cs typeface="Yu Gothic"/>
              </a:defRPr>
            </a:lvl7pPr>
            <a:lvl8pPr>
              <a:buNone/>
              <a:defRPr sz="1725" b="1">
                <a:solidFill>
                  <a:srgbClr val="2876A8"/>
                </a:solidFill>
                <a:latin typeface="Yu Gothic"/>
                <a:ea typeface="Yu Gothic"/>
                <a:cs typeface="Yu Gothic"/>
              </a:defRPr>
            </a:lvl8pPr>
            <a:lvl9pPr>
              <a:buNone/>
              <a:defRPr sz="1725" b="1">
                <a:solidFill>
                  <a:srgbClr val="2876A8"/>
                </a:solidFill>
                <a:latin typeface="Yu Gothic"/>
                <a:ea typeface="Yu Gothic"/>
                <a:cs typeface="Yu Gothic"/>
              </a:defRPr>
            </a:lvl9pPr>
          </a:lstStyle>
          <a:p xmlns:a="http://schemas.openxmlformats.org/drawingml/2006/main">
            <a:pPr>
              <a:buNone/>
              <a:defRPr sz="1725" b="1">
                <a:solidFill>
                  <a:srgbClr val="2876A8"/>
                </a:solidFill>
                <a:latin typeface="Yu Gothic"/>
                <a:ea typeface="Yu Gothic"/>
                <a:cs typeface="Yu Gothic"/>
              </a:defRPr>
            </a:pPr>
            <a:r>
              <a:rPr sz="1725" b="1">
                <a:solidFill>
                  <a:srgbClr val="2876A8"/>
                </a:solidFill>
                <a:latin typeface="Yu Gothic"/>
                <a:ea typeface="Yu Gothic"/>
                <a:cs typeface="Yu Gothic"/>
              </a:rPr>
              <a:t>100 N</a:t>
            </a:r>
          </a:p>
        </p:txBody>
      </p:sp>
      <p:sp>
        <p:nvSpPr>
          <p:cNvPr id="30" name="">
            <a:extLst xmlns:a="http://schemas.openxmlformats.org/drawingml/2006/main">
              <a:ext uri="{FF2B5EF4-FFF2-40B4-BE49-F238E27FC236}">
                <a16:creationId xmlns:a16="http://schemas.microsoft.com/office/drawing/2014/main" id="{72FD54FF-58A2-4D58-A363-FE6A840A5126}"/>
              </a:ext>
            </a:extLst>
          </p:cNvPr>
          <p:cNvSpPr>
            <a:spLocks xmlns:a="http://schemas.openxmlformats.org/drawingml/2006/main" noGrp="1"/>
          </p:cNvSpPr>
          <p:nvPr/>
        </p:nvSpPr>
        <p:spPr>
          <a:xfrm xmlns:a="http://schemas.openxmlformats.org/drawingml/2006/main">
            <a:off x="3857625" y="2333625"/>
            <a:ext cx="9525" cy="733425"/>
          </a:xfrm>
          <a:custGeom xmlns:a="http://schemas.openxmlformats.org/drawingml/2006/main">
            <a:pathLst>
              <a:path w="9525" h="733425">
                <a:moveTo>
                  <a:pt x="0" y="0"/>
                </a:moveTo>
                <a:lnTo>
                  <a:pt x="0" y="733425"/>
                </a:lnTo>
              </a:path>
            </a:pathLst>
          </a:custGeom>
          <a:noFill xmlns:a="http://schemas.openxmlformats.org/drawingml/2006/main"/>
          <a:ln xmlns:a="http://schemas.openxmlformats.org/drawingml/2006/main" w="28575">
            <a:solidFill>
              <a:srgbClr val="7655A5"/>
            </a:solidFill>
          </a:ln>
        </p:spPr>
      </p:sp>
      <p:sp>
        <p:nvSpPr>
          <p:cNvPr id="31" name="">
            <a:extLst xmlns:a="http://schemas.openxmlformats.org/drawingml/2006/main">
              <a:ext uri="{FF2B5EF4-FFF2-40B4-BE49-F238E27FC236}">
                <a16:creationId xmlns:a16="http://schemas.microsoft.com/office/drawing/2014/main" id="{FC20C462-EB08-4EE0-AE27-551C2DA63B34}"/>
              </a:ext>
            </a:extLst>
          </p:cNvPr>
          <p:cNvSpPr>
            <a:spLocks xmlns:a="http://schemas.openxmlformats.org/drawingml/2006/main" noGrp="1"/>
          </p:cNvSpPr>
          <p:nvPr/>
        </p:nvSpPr>
        <p:spPr>
          <a:xfrm xmlns:a="http://schemas.openxmlformats.org/drawingml/2006/main">
            <a:off x="3809619" y="29527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7655A5"/>
          </a:solidFill>
          <a:ln xmlns:a="http://schemas.openxmlformats.org/drawingml/2006/main" w="4763">
            <a:solidFill>
              <a:srgbClr val="7655A5"/>
            </a:solidFill>
          </a:ln>
        </p:spPr>
      </p:sp>
      <p:sp>
        <p:nvSpPr>
          <p:cNvPr id="32" name="">
            <a:extLst xmlns:a="http://schemas.openxmlformats.org/drawingml/2006/main">
              <a:ext uri="{FF2B5EF4-FFF2-40B4-BE49-F238E27FC236}">
                <a16:creationId xmlns:a16="http://schemas.microsoft.com/office/drawing/2014/main" id="{40EDC384-AFC6-49CF-9DE0-6501988DC383}"/>
              </a:ext>
            </a:extLst>
          </p:cNvPr>
          <p:cNvSpPr>
            <a:spLocks xmlns:a="http://schemas.openxmlformats.org/drawingml/2006/main" noGrp="1"/>
          </p:cNvSpPr>
          <p:nvPr/>
        </p:nvSpPr>
        <p:spPr>
          <a:xfrm xmlns:a="http://schemas.openxmlformats.org/drawingml/2006/main">
            <a:off x="3971925" y="261937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7655A5"/>
                </a:solidFill>
                <a:latin typeface="Yu Gothic"/>
                <a:ea typeface="Yu Gothic"/>
                <a:cs typeface="Yu Gothic"/>
              </a:defRPr>
            </a:defPPr>
            <a:lvl1pPr>
              <a:buNone/>
              <a:defRPr sz="1875" b="1">
                <a:solidFill>
                  <a:srgbClr val="7655A5"/>
                </a:solidFill>
                <a:latin typeface="Yu Gothic"/>
                <a:ea typeface="Yu Gothic"/>
                <a:cs typeface="Yu Gothic"/>
              </a:defRPr>
            </a:lvl1pPr>
            <a:lvl2pPr>
              <a:buNone/>
              <a:defRPr sz="1875" b="1">
                <a:solidFill>
                  <a:srgbClr val="7655A5"/>
                </a:solidFill>
                <a:latin typeface="Yu Gothic"/>
                <a:ea typeface="Yu Gothic"/>
                <a:cs typeface="Yu Gothic"/>
              </a:defRPr>
            </a:lvl2pPr>
            <a:lvl3pPr>
              <a:buNone/>
              <a:defRPr sz="1875" b="1">
                <a:solidFill>
                  <a:srgbClr val="7655A5"/>
                </a:solidFill>
                <a:latin typeface="Yu Gothic"/>
                <a:ea typeface="Yu Gothic"/>
                <a:cs typeface="Yu Gothic"/>
              </a:defRPr>
            </a:lvl3pPr>
            <a:lvl4pPr>
              <a:buNone/>
              <a:defRPr sz="1875" b="1">
                <a:solidFill>
                  <a:srgbClr val="7655A5"/>
                </a:solidFill>
                <a:latin typeface="Yu Gothic"/>
                <a:ea typeface="Yu Gothic"/>
                <a:cs typeface="Yu Gothic"/>
              </a:defRPr>
            </a:lvl4pPr>
            <a:lvl5pPr>
              <a:buNone/>
              <a:defRPr sz="1875" b="1">
                <a:solidFill>
                  <a:srgbClr val="7655A5"/>
                </a:solidFill>
                <a:latin typeface="Yu Gothic"/>
                <a:ea typeface="Yu Gothic"/>
                <a:cs typeface="Yu Gothic"/>
              </a:defRPr>
            </a:lvl5pPr>
            <a:lvl6pPr>
              <a:buNone/>
              <a:defRPr sz="1875" b="1">
                <a:solidFill>
                  <a:srgbClr val="7655A5"/>
                </a:solidFill>
                <a:latin typeface="Yu Gothic"/>
                <a:ea typeface="Yu Gothic"/>
                <a:cs typeface="Yu Gothic"/>
              </a:defRPr>
            </a:lvl6pPr>
            <a:lvl7pPr>
              <a:buNone/>
              <a:defRPr sz="1875" b="1">
                <a:solidFill>
                  <a:srgbClr val="7655A5"/>
                </a:solidFill>
                <a:latin typeface="Yu Gothic"/>
                <a:ea typeface="Yu Gothic"/>
                <a:cs typeface="Yu Gothic"/>
              </a:defRPr>
            </a:lvl7pPr>
            <a:lvl8pPr>
              <a:buNone/>
              <a:defRPr sz="1875" b="1">
                <a:solidFill>
                  <a:srgbClr val="7655A5"/>
                </a:solidFill>
                <a:latin typeface="Yu Gothic"/>
                <a:ea typeface="Yu Gothic"/>
                <a:cs typeface="Yu Gothic"/>
              </a:defRPr>
            </a:lvl8pPr>
            <a:lvl9pPr>
              <a:buNone/>
              <a:defRPr sz="1875" b="1">
                <a:solidFill>
                  <a:srgbClr val="7655A5"/>
                </a:solidFill>
                <a:latin typeface="Yu Gothic"/>
                <a:ea typeface="Yu Gothic"/>
                <a:cs typeface="Yu Gothic"/>
              </a:defRPr>
            </a:lvl9pPr>
          </a:lstStyle>
          <a:p xmlns:a="http://schemas.openxmlformats.org/drawingml/2006/main">
            <a:pPr>
              <a:buNone/>
              <a:defRPr sz="1875" b="1">
                <a:solidFill>
                  <a:srgbClr val="7655A5"/>
                </a:solidFill>
                <a:latin typeface="Yu Gothic"/>
                <a:ea typeface="Yu Gothic"/>
                <a:cs typeface="Yu Gothic"/>
              </a:defRPr>
            </a:pPr>
            <a:r>
              <a:rPr sz="1875" b="1">
                <a:solidFill>
                  <a:srgbClr val="7655A5"/>
                </a:solidFill>
                <a:latin typeface="Yu Gothic"/>
                <a:ea typeface="Yu Gothic"/>
                <a:cs typeface="Yu Gothic"/>
              </a:rPr>
              <a:t>V</a:t>
            </a:r>
          </a:p>
        </p:txBody>
      </p:sp>
      <p:sp>
        <p:nvSpPr>
          <p:cNvPr id="33" name="">
            <a:extLst xmlns:a="http://schemas.openxmlformats.org/drawingml/2006/main">
              <a:ext uri="{FF2B5EF4-FFF2-40B4-BE49-F238E27FC236}">
                <a16:creationId xmlns:a16="http://schemas.microsoft.com/office/drawing/2014/main" id="{B50527B2-7786-460F-ACFC-191808473683}"/>
              </a:ext>
            </a:extLst>
          </p:cNvPr>
          <p:cNvSpPr>
            <a:spLocks xmlns:a="http://schemas.openxmlformats.org/drawingml/2006/main" noGrp="1"/>
          </p:cNvSpPr>
          <p:nvPr/>
        </p:nvSpPr>
        <p:spPr>
          <a:xfrm xmlns:a="http://schemas.openxmlformats.org/drawingml/2006/main">
            <a:off x="4229691" y="2152798"/>
            <a:ext cx="551822" cy="515295"/>
          </a:xfrm>
          <a:custGeom xmlns:a="http://schemas.openxmlformats.org/drawingml/2006/main">
            <a:pathLst>
              <a:path w="551822" h="515295">
                <a:moveTo>
                  <a:pt x="413746" y="515295"/>
                </a:moveTo>
                <a:lnTo>
                  <a:pt x="447352" y="492440"/>
                </a:lnTo>
                <a:lnTo>
                  <a:pt x="477240" y="464902"/>
                </a:lnTo>
                <a:lnTo>
                  <a:pt x="502765" y="433277"/>
                </a:lnTo>
                <a:lnTo>
                  <a:pt x="523372" y="398248"/>
                </a:lnTo>
                <a:lnTo>
                  <a:pt x="538617" y="360575"/>
                </a:lnTo>
                <a:lnTo>
                  <a:pt x="548169" y="321073"/>
                </a:lnTo>
                <a:lnTo>
                  <a:pt x="551822" y="280597"/>
                </a:lnTo>
                <a:lnTo>
                  <a:pt x="549495" y="240023"/>
                </a:lnTo>
                <a:lnTo>
                  <a:pt x="541241" y="200229"/>
                </a:lnTo>
                <a:lnTo>
                  <a:pt x="527237" y="162077"/>
                </a:lnTo>
                <a:lnTo>
                  <a:pt x="507786" y="126393"/>
                </a:lnTo>
                <a:lnTo>
                  <a:pt x="483311" y="93949"/>
                </a:lnTo>
                <a:lnTo>
                  <a:pt x="454339" y="65448"/>
                </a:lnTo>
                <a:lnTo>
                  <a:pt x="421499" y="41506"/>
                </a:lnTo>
                <a:lnTo>
                  <a:pt x="385502" y="22642"/>
                </a:lnTo>
                <a:lnTo>
                  <a:pt x="347126" y="9264"/>
                </a:lnTo>
                <a:lnTo>
                  <a:pt x="307202" y="1662"/>
                </a:lnTo>
                <a:lnTo>
                  <a:pt x="266596" y="0"/>
                </a:lnTo>
                <a:lnTo>
                  <a:pt x="226185" y="4314"/>
                </a:lnTo>
                <a:lnTo>
                  <a:pt x="186844" y="14511"/>
                </a:lnTo>
                <a:lnTo>
                  <a:pt x="149425" y="30371"/>
                </a:lnTo>
                <a:lnTo>
                  <a:pt x="114739" y="51549"/>
                </a:lnTo>
                <a:lnTo>
                  <a:pt x="83535" y="77587"/>
                </a:lnTo>
                <a:lnTo>
                  <a:pt x="56490" y="107922"/>
                </a:lnTo>
                <a:lnTo>
                  <a:pt x="34188" y="141897"/>
                </a:lnTo>
                <a:lnTo>
                  <a:pt x="17113" y="178777"/>
                </a:lnTo>
                <a:lnTo>
                  <a:pt x="5634" y="217763"/>
                </a:lnTo>
                <a:lnTo>
                  <a:pt x="0" y="258011"/>
                </a:lnTo>
                <a:lnTo>
                  <a:pt x="332" y="298651"/>
                </a:lnTo>
                <a:lnTo>
                  <a:pt x="6624" y="338801"/>
                </a:lnTo>
                <a:lnTo>
                  <a:pt x="18740" y="377594"/>
                </a:lnTo>
                <a:lnTo>
                  <a:pt x="36416" y="414190"/>
                </a:lnTo>
              </a:path>
            </a:pathLst>
          </a:custGeom>
          <a:noFill xmlns:a="http://schemas.openxmlformats.org/drawingml/2006/main"/>
          <a:ln xmlns:a="http://schemas.openxmlformats.org/drawingml/2006/main" w="28575">
            <a:solidFill>
              <a:srgbClr val="2876A8"/>
            </a:solidFill>
          </a:ln>
        </p:spPr>
      </p:sp>
      <p:sp>
        <p:nvSpPr>
          <p:cNvPr id="34" name="">
            <a:extLst xmlns:a="http://schemas.openxmlformats.org/drawingml/2006/main">
              <a:ext uri="{FF2B5EF4-FFF2-40B4-BE49-F238E27FC236}">
                <a16:creationId xmlns:a16="http://schemas.microsoft.com/office/drawing/2014/main" id="{76D7AD28-B18E-45CC-A5E8-18F40D061532}"/>
              </a:ext>
            </a:extLst>
          </p:cNvPr>
          <p:cNvSpPr>
            <a:spLocks xmlns:a="http://schemas.openxmlformats.org/drawingml/2006/main" noGrp="1"/>
          </p:cNvSpPr>
          <p:nvPr/>
        </p:nvSpPr>
        <p:spPr>
          <a:xfrm xmlns:a="http://schemas.openxmlformats.org/drawingml/2006/main">
            <a:off x="4248431" y="2530392"/>
            <a:ext cx="17676" cy="36595"/>
          </a:xfrm>
          <a:custGeom xmlns:a="http://schemas.openxmlformats.org/drawingml/2006/main">
            <a:pathLst>
              <a:path w="17676" h="36595">
                <a:moveTo>
                  <a:pt x="0" y="0"/>
                </a:moveTo>
                <a:lnTo>
                  <a:pt x="17676" y="36595"/>
                </a:lnTo>
              </a:path>
            </a:pathLst>
          </a:custGeom>
          <a:noFill xmlns:a="http://schemas.openxmlformats.org/drawingml/2006/main"/>
          <a:ln xmlns:a="http://schemas.openxmlformats.org/drawingml/2006/main" w="28575">
            <a:solidFill>
              <a:srgbClr val="2876A8"/>
            </a:solidFill>
          </a:ln>
        </p:spPr>
      </p:sp>
      <p:sp>
        <p:nvSpPr>
          <p:cNvPr id="35" name="">
            <a:extLst xmlns:a="http://schemas.openxmlformats.org/drawingml/2006/main">
              <a:ext uri="{FF2B5EF4-FFF2-40B4-BE49-F238E27FC236}">
                <a16:creationId xmlns:a16="http://schemas.microsoft.com/office/drawing/2014/main" id="{72C27D58-41FE-459C-B18A-2A1498BA57C1}"/>
              </a:ext>
            </a:extLst>
          </p:cNvPr>
          <p:cNvSpPr>
            <a:spLocks xmlns:a="http://schemas.openxmlformats.org/drawingml/2006/main" noGrp="1"/>
          </p:cNvSpPr>
          <p:nvPr/>
        </p:nvSpPr>
        <p:spPr>
          <a:xfrm xmlns:a="http://schemas.openxmlformats.org/drawingml/2006/main">
            <a:off x="4188656" y="2463819"/>
            <a:ext cx="77451" cy="103169"/>
          </a:xfrm>
          <a:custGeom xmlns:a="http://schemas.openxmlformats.org/drawingml/2006/main">
            <a:pathLst>
              <a:path w="77451" h="103169">
                <a:moveTo>
                  <a:pt x="77451" y="103169"/>
                </a:moveTo>
                <a:lnTo>
                  <a:pt x="72046" y="0"/>
                </a:lnTo>
                <a:lnTo>
                  <a:pt x="0" y="34799"/>
                </a:lnTo>
                <a:close/>
              </a:path>
            </a:pathLst>
          </a:custGeom>
          <a:solidFill xmlns:a="http://schemas.openxmlformats.org/drawingml/2006/main">
            <a:srgbClr val="2876A8"/>
          </a:solidFill>
          <a:ln xmlns:a="http://schemas.openxmlformats.org/drawingml/2006/main" w="4763">
            <a:solidFill>
              <a:srgbClr val="2876A8"/>
            </a:solidFill>
          </a:ln>
        </p:spPr>
      </p:sp>
      <p:sp>
        <p:nvSpPr>
          <p:cNvPr id="36" name="">
            <a:extLst xmlns:a="http://schemas.openxmlformats.org/drawingml/2006/main">
              <a:ext uri="{FF2B5EF4-FFF2-40B4-BE49-F238E27FC236}">
                <a16:creationId xmlns:a16="http://schemas.microsoft.com/office/drawing/2014/main" id="{9FB38CB0-0FAF-4F80-B946-0F19A24F8B7F}"/>
              </a:ext>
            </a:extLst>
          </p:cNvPr>
          <p:cNvSpPr>
            <a:spLocks xmlns:a="http://schemas.openxmlformats.org/drawingml/2006/main" noGrp="1"/>
          </p:cNvSpPr>
          <p:nvPr/>
        </p:nvSpPr>
        <p:spPr>
          <a:xfrm xmlns:a="http://schemas.openxmlformats.org/drawingml/2006/main">
            <a:off x="4848225" y="223837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M</a:t>
            </a:r>
          </a:p>
        </p:txBody>
      </p:sp>
      <p:sp>
        <p:nvSpPr>
          <p:cNvPr id="37" name="">
            <a:extLst xmlns:a="http://schemas.openxmlformats.org/drawingml/2006/main">
              <a:ext uri="{FF2B5EF4-FFF2-40B4-BE49-F238E27FC236}">
                <a16:creationId xmlns:a16="http://schemas.microsoft.com/office/drawing/2014/main" id="{91341B80-DFA4-4DBB-B35B-6CCD5BF2EFFF}"/>
              </a:ext>
            </a:extLst>
          </p:cNvPr>
          <p:cNvSpPr>
            <a:spLocks xmlns:a="http://schemas.openxmlformats.org/drawingml/2006/main" noGrp="1"/>
          </p:cNvSpPr>
          <p:nvPr/>
        </p:nvSpPr>
        <p:spPr>
          <a:xfrm xmlns:a="http://schemas.openxmlformats.org/drawingml/2006/main">
            <a:off x="3857625" y="2047875"/>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38" name="">
            <a:extLst xmlns:a="http://schemas.openxmlformats.org/drawingml/2006/main">
              <a:ext uri="{FF2B5EF4-FFF2-40B4-BE49-F238E27FC236}">
                <a16:creationId xmlns:a16="http://schemas.microsoft.com/office/drawing/2014/main" id="{9E7A8D5F-7D9A-466F-A131-A9E4DA2DB4EB}"/>
              </a:ext>
            </a:extLst>
          </p:cNvPr>
          <p:cNvSpPr>
            <a:spLocks xmlns:a="http://schemas.openxmlformats.org/drawingml/2006/main" noGrp="1"/>
          </p:cNvSpPr>
          <p:nvPr/>
        </p:nvSpPr>
        <p:spPr>
          <a:xfrm xmlns:a="http://schemas.openxmlformats.org/drawingml/2006/main">
            <a:off x="3857625" y="2167467"/>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39" name="">
            <a:extLst xmlns:a="http://schemas.openxmlformats.org/drawingml/2006/main">
              <a:ext uri="{FF2B5EF4-FFF2-40B4-BE49-F238E27FC236}">
                <a16:creationId xmlns:a16="http://schemas.microsoft.com/office/drawing/2014/main" id="{7445C2E1-BD92-4ADF-A86D-2A9E92CCD84E}"/>
              </a:ext>
            </a:extLst>
          </p:cNvPr>
          <p:cNvSpPr>
            <a:spLocks xmlns:a="http://schemas.openxmlformats.org/drawingml/2006/main" noGrp="1"/>
          </p:cNvSpPr>
          <p:nvPr/>
        </p:nvSpPr>
        <p:spPr>
          <a:xfrm xmlns:a="http://schemas.openxmlformats.org/drawingml/2006/main">
            <a:off x="3857625" y="2287058"/>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40" name="">
            <a:extLst xmlns:a="http://schemas.openxmlformats.org/drawingml/2006/main">
              <a:ext uri="{FF2B5EF4-FFF2-40B4-BE49-F238E27FC236}">
                <a16:creationId xmlns:a16="http://schemas.microsoft.com/office/drawing/2014/main" id="{EEF0C41D-803F-415F-81E6-23F1FFE482A9}"/>
              </a:ext>
            </a:extLst>
          </p:cNvPr>
          <p:cNvSpPr>
            <a:spLocks xmlns:a="http://schemas.openxmlformats.org/drawingml/2006/main" noGrp="1"/>
          </p:cNvSpPr>
          <p:nvPr/>
        </p:nvSpPr>
        <p:spPr>
          <a:xfrm xmlns:a="http://schemas.openxmlformats.org/drawingml/2006/main">
            <a:off x="3857625" y="2406650"/>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41" name="">
            <a:extLst xmlns:a="http://schemas.openxmlformats.org/drawingml/2006/main">
              <a:ext uri="{FF2B5EF4-FFF2-40B4-BE49-F238E27FC236}">
                <a16:creationId xmlns:a16="http://schemas.microsoft.com/office/drawing/2014/main" id="{4C2D64E6-69CA-430A-9F65-09F259F0E554}"/>
              </a:ext>
            </a:extLst>
          </p:cNvPr>
          <p:cNvSpPr>
            <a:spLocks xmlns:a="http://schemas.openxmlformats.org/drawingml/2006/main" noGrp="1"/>
          </p:cNvSpPr>
          <p:nvPr/>
        </p:nvSpPr>
        <p:spPr>
          <a:xfrm xmlns:a="http://schemas.openxmlformats.org/drawingml/2006/main">
            <a:off x="3857625" y="2526242"/>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42" name="">
            <a:extLst xmlns:a="http://schemas.openxmlformats.org/drawingml/2006/main">
              <a:ext uri="{FF2B5EF4-FFF2-40B4-BE49-F238E27FC236}">
                <a16:creationId xmlns:a16="http://schemas.microsoft.com/office/drawing/2014/main" id="{BD809EF8-DB0F-4F18-B1A2-6933AA3E4451}"/>
              </a:ext>
            </a:extLst>
          </p:cNvPr>
          <p:cNvSpPr>
            <a:spLocks xmlns:a="http://schemas.openxmlformats.org/drawingml/2006/main" noGrp="1"/>
          </p:cNvSpPr>
          <p:nvPr/>
        </p:nvSpPr>
        <p:spPr>
          <a:xfrm xmlns:a="http://schemas.openxmlformats.org/drawingml/2006/main">
            <a:off x="3857625" y="2645833"/>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43" name="">
            <a:extLst xmlns:a="http://schemas.openxmlformats.org/drawingml/2006/main">
              <a:ext uri="{FF2B5EF4-FFF2-40B4-BE49-F238E27FC236}">
                <a16:creationId xmlns:a16="http://schemas.microsoft.com/office/drawing/2014/main" id="{5B96D78E-6468-4A3D-B920-C4F8996539A2}"/>
              </a:ext>
            </a:extLst>
          </p:cNvPr>
          <p:cNvSpPr>
            <a:spLocks xmlns:a="http://schemas.openxmlformats.org/drawingml/2006/main" noGrp="1"/>
          </p:cNvSpPr>
          <p:nvPr/>
        </p:nvSpPr>
        <p:spPr>
          <a:xfrm xmlns:a="http://schemas.openxmlformats.org/drawingml/2006/main">
            <a:off x="3857625" y="2765425"/>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44" name="">
            <a:extLst xmlns:a="http://schemas.openxmlformats.org/drawingml/2006/main">
              <a:ext uri="{FF2B5EF4-FFF2-40B4-BE49-F238E27FC236}">
                <a16:creationId xmlns:a16="http://schemas.microsoft.com/office/drawing/2014/main" id="{9CD7C07B-DF82-4B9B-AE91-F42260B1A775}"/>
              </a:ext>
            </a:extLst>
          </p:cNvPr>
          <p:cNvSpPr>
            <a:spLocks xmlns:a="http://schemas.openxmlformats.org/drawingml/2006/main" noGrp="1"/>
          </p:cNvSpPr>
          <p:nvPr/>
        </p:nvSpPr>
        <p:spPr>
          <a:xfrm xmlns:a="http://schemas.openxmlformats.org/drawingml/2006/main">
            <a:off x="3857625" y="2885017"/>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45" name="">
            <a:extLst xmlns:a="http://schemas.openxmlformats.org/drawingml/2006/main">
              <a:ext uri="{FF2B5EF4-FFF2-40B4-BE49-F238E27FC236}">
                <a16:creationId xmlns:a16="http://schemas.microsoft.com/office/drawing/2014/main" id="{17A973B5-B325-4D90-9A97-EA94F96648CF}"/>
              </a:ext>
            </a:extLst>
          </p:cNvPr>
          <p:cNvSpPr>
            <a:spLocks xmlns:a="http://schemas.openxmlformats.org/drawingml/2006/main" noGrp="1"/>
          </p:cNvSpPr>
          <p:nvPr/>
        </p:nvSpPr>
        <p:spPr>
          <a:xfrm xmlns:a="http://schemas.openxmlformats.org/drawingml/2006/main">
            <a:off x="3857625" y="3004608"/>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46" name="">
            <a:extLst xmlns:a="http://schemas.openxmlformats.org/drawingml/2006/main">
              <a:ext uri="{FF2B5EF4-FFF2-40B4-BE49-F238E27FC236}">
                <a16:creationId xmlns:a16="http://schemas.microsoft.com/office/drawing/2014/main" id="{6FD881CF-6199-4F99-A139-0E49AE39D859}"/>
              </a:ext>
            </a:extLst>
          </p:cNvPr>
          <p:cNvSpPr>
            <a:spLocks xmlns:a="http://schemas.openxmlformats.org/drawingml/2006/main" noGrp="1"/>
          </p:cNvSpPr>
          <p:nvPr/>
        </p:nvSpPr>
        <p:spPr>
          <a:xfrm xmlns:a="http://schemas.openxmlformats.org/drawingml/2006/main">
            <a:off x="7334250" y="2619375"/>
            <a:ext cx="238125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47" name="">
            <a:extLst xmlns:a="http://schemas.openxmlformats.org/drawingml/2006/main">
              <a:ext uri="{FF2B5EF4-FFF2-40B4-BE49-F238E27FC236}">
                <a16:creationId xmlns:a16="http://schemas.microsoft.com/office/drawing/2014/main" id="{D207150D-9BB7-4D36-B4E1-51ECBD38BEFA}"/>
              </a:ext>
            </a:extLst>
          </p:cNvPr>
          <p:cNvSpPr>
            <a:spLocks xmlns:a="http://schemas.openxmlformats.org/drawingml/2006/main" noGrp="1"/>
          </p:cNvSpPr>
          <p:nvPr/>
        </p:nvSpPr>
        <p:spPr>
          <a:xfrm xmlns:a="http://schemas.openxmlformats.org/drawingml/2006/main">
            <a:off x="7334250" y="2828925"/>
            <a:ext cx="9525" cy="504825"/>
          </a:xfrm>
          <a:custGeom xmlns:a="http://schemas.openxmlformats.org/drawingml/2006/main">
            <a:pathLst>
              <a:path w="9525" h="504825">
                <a:moveTo>
                  <a:pt x="0" y="504825"/>
                </a:moveTo>
                <a:lnTo>
                  <a:pt x="0" y="0"/>
                </a:lnTo>
              </a:path>
            </a:pathLst>
          </a:custGeom>
          <a:noFill xmlns:a="http://schemas.openxmlformats.org/drawingml/2006/main"/>
          <a:ln xmlns:a="http://schemas.openxmlformats.org/drawingml/2006/main" w="28575">
            <a:solidFill>
              <a:srgbClr val="2876A8"/>
            </a:solidFill>
          </a:ln>
        </p:spPr>
      </p:sp>
      <p:sp>
        <p:nvSpPr>
          <p:cNvPr id="48" name="">
            <a:extLst xmlns:a="http://schemas.openxmlformats.org/drawingml/2006/main">
              <a:ext uri="{FF2B5EF4-FFF2-40B4-BE49-F238E27FC236}">
                <a16:creationId xmlns:a16="http://schemas.microsoft.com/office/drawing/2014/main" id="{328BF73F-DDD0-4BB6-BF10-EE4BA395D4AD}"/>
              </a:ext>
            </a:extLst>
          </p:cNvPr>
          <p:cNvSpPr>
            <a:spLocks xmlns:a="http://schemas.openxmlformats.org/drawingml/2006/main" noGrp="1"/>
          </p:cNvSpPr>
          <p:nvPr/>
        </p:nvSpPr>
        <p:spPr>
          <a:xfrm xmlns:a="http://schemas.openxmlformats.org/drawingml/2006/main">
            <a:off x="7286244" y="2828925"/>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2876A8"/>
          </a:solidFill>
          <a:ln xmlns:a="http://schemas.openxmlformats.org/drawingml/2006/main" w="4763">
            <a:solidFill>
              <a:srgbClr val="2876A8"/>
            </a:solidFill>
          </a:ln>
        </p:spPr>
      </p:sp>
      <p:sp>
        <p:nvSpPr>
          <p:cNvPr id="49" name="">
            <a:extLst xmlns:a="http://schemas.openxmlformats.org/drawingml/2006/main">
              <a:ext uri="{FF2B5EF4-FFF2-40B4-BE49-F238E27FC236}">
                <a16:creationId xmlns:a16="http://schemas.microsoft.com/office/drawing/2014/main" id="{4CD72CC6-B343-4641-BB55-0BC1632641A8}"/>
              </a:ext>
            </a:extLst>
          </p:cNvPr>
          <p:cNvSpPr>
            <a:spLocks xmlns:a="http://schemas.openxmlformats.org/drawingml/2006/main" noGrp="1"/>
          </p:cNvSpPr>
          <p:nvPr/>
        </p:nvSpPr>
        <p:spPr>
          <a:xfrm xmlns:a="http://schemas.openxmlformats.org/drawingml/2006/main">
            <a:off x="6572250" y="2876550"/>
            <a:ext cx="1000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2876A8"/>
                </a:solidFill>
                <a:latin typeface="Yu Gothic"/>
                <a:ea typeface="Yu Gothic"/>
                <a:cs typeface="Yu Gothic"/>
              </a:defRPr>
            </a:defPPr>
            <a:lvl1pPr>
              <a:buNone/>
              <a:defRPr sz="1725" b="1">
                <a:solidFill>
                  <a:srgbClr val="2876A8"/>
                </a:solidFill>
                <a:latin typeface="Yu Gothic"/>
                <a:ea typeface="Yu Gothic"/>
                <a:cs typeface="Yu Gothic"/>
              </a:defRPr>
            </a:lvl1pPr>
            <a:lvl2pPr>
              <a:buNone/>
              <a:defRPr sz="1725" b="1">
                <a:solidFill>
                  <a:srgbClr val="2876A8"/>
                </a:solidFill>
                <a:latin typeface="Yu Gothic"/>
                <a:ea typeface="Yu Gothic"/>
                <a:cs typeface="Yu Gothic"/>
              </a:defRPr>
            </a:lvl2pPr>
            <a:lvl3pPr>
              <a:buNone/>
              <a:defRPr sz="1725" b="1">
                <a:solidFill>
                  <a:srgbClr val="2876A8"/>
                </a:solidFill>
                <a:latin typeface="Yu Gothic"/>
                <a:ea typeface="Yu Gothic"/>
                <a:cs typeface="Yu Gothic"/>
              </a:defRPr>
            </a:lvl3pPr>
            <a:lvl4pPr>
              <a:buNone/>
              <a:defRPr sz="1725" b="1">
                <a:solidFill>
                  <a:srgbClr val="2876A8"/>
                </a:solidFill>
                <a:latin typeface="Yu Gothic"/>
                <a:ea typeface="Yu Gothic"/>
                <a:cs typeface="Yu Gothic"/>
              </a:defRPr>
            </a:lvl4pPr>
            <a:lvl5pPr>
              <a:buNone/>
              <a:defRPr sz="1725" b="1">
                <a:solidFill>
                  <a:srgbClr val="2876A8"/>
                </a:solidFill>
                <a:latin typeface="Yu Gothic"/>
                <a:ea typeface="Yu Gothic"/>
                <a:cs typeface="Yu Gothic"/>
              </a:defRPr>
            </a:lvl5pPr>
            <a:lvl6pPr>
              <a:buNone/>
              <a:defRPr sz="1725" b="1">
                <a:solidFill>
                  <a:srgbClr val="2876A8"/>
                </a:solidFill>
                <a:latin typeface="Yu Gothic"/>
                <a:ea typeface="Yu Gothic"/>
                <a:cs typeface="Yu Gothic"/>
              </a:defRPr>
            </a:lvl6pPr>
            <a:lvl7pPr>
              <a:buNone/>
              <a:defRPr sz="1725" b="1">
                <a:solidFill>
                  <a:srgbClr val="2876A8"/>
                </a:solidFill>
                <a:latin typeface="Yu Gothic"/>
                <a:ea typeface="Yu Gothic"/>
                <a:cs typeface="Yu Gothic"/>
              </a:defRPr>
            </a:lvl7pPr>
            <a:lvl8pPr>
              <a:buNone/>
              <a:defRPr sz="1725" b="1">
                <a:solidFill>
                  <a:srgbClr val="2876A8"/>
                </a:solidFill>
                <a:latin typeface="Yu Gothic"/>
                <a:ea typeface="Yu Gothic"/>
                <a:cs typeface="Yu Gothic"/>
              </a:defRPr>
            </a:lvl8pPr>
            <a:lvl9pPr>
              <a:buNone/>
              <a:defRPr sz="1725" b="1">
                <a:solidFill>
                  <a:srgbClr val="2876A8"/>
                </a:solidFill>
                <a:latin typeface="Yu Gothic"/>
                <a:ea typeface="Yu Gothic"/>
                <a:cs typeface="Yu Gothic"/>
              </a:defRPr>
            </a:lvl9pPr>
          </a:lstStyle>
          <a:p xmlns:a="http://schemas.openxmlformats.org/drawingml/2006/main">
            <a:pPr>
              <a:buNone/>
              <a:defRPr sz="1725" b="1">
                <a:solidFill>
                  <a:srgbClr val="2876A8"/>
                </a:solidFill>
                <a:latin typeface="Yu Gothic"/>
                <a:ea typeface="Yu Gothic"/>
                <a:cs typeface="Yu Gothic"/>
              </a:defRPr>
            </a:pPr>
            <a:r>
              <a:rPr sz="1725" b="1">
                <a:solidFill>
                  <a:srgbClr val="2876A8"/>
                </a:solidFill>
                <a:latin typeface="Yu Gothic"/>
                <a:ea typeface="Yu Gothic"/>
                <a:cs typeface="Yu Gothic"/>
              </a:rPr>
              <a:t>100 N</a:t>
            </a:r>
          </a:p>
        </p:txBody>
      </p:sp>
      <p:sp>
        <p:nvSpPr>
          <p:cNvPr id="50" name="">
            <a:extLst xmlns:a="http://schemas.openxmlformats.org/drawingml/2006/main">
              <a:ext uri="{FF2B5EF4-FFF2-40B4-BE49-F238E27FC236}">
                <a16:creationId xmlns:a16="http://schemas.microsoft.com/office/drawing/2014/main" id="{911BE202-79ED-458B-AD3B-A44D3D600204}"/>
              </a:ext>
            </a:extLst>
          </p:cNvPr>
          <p:cNvSpPr>
            <a:spLocks xmlns:a="http://schemas.openxmlformats.org/drawingml/2006/main" noGrp="1"/>
          </p:cNvSpPr>
          <p:nvPr/>
        </p:nvSpPr>
        <p:spPr>
          <a:xfrm xmlns:a="http://schemas.openxmlformats.org/drawingml/2006/main">
            <a:off x="9715500" y="2619375"/>
            <a:ext cx="9525" cy="733425"/>
          </a:xfrm>
          <a:custGeom xmlns:a="http://schemas.openxmlformats.org/drawingml/2006/main">
            <a:pathLst>
              <a:path w="9525" h="733425">
                <a:moveTo>
                  <a:pt x="0" y="0"/>
                </a:moveTo>
                <a:lnTo>
                  <a:pt x="0" y="733425"/>
                </a:lnTo>
              </a:path>
            </a:pathLst>
          </a:custGeom>
          <a:noFill xmlns:a="http://schemas.openxmlformats.org/drawingml/2006/main"/>
          <a:ln xmlns:a="http://schemas.openxmlformats.org/drawingml/2006/main" w="28575">
            <a:solidFill>
              <a:srgbClr val="7655A5"/>
            </a:solidFill>
          </a:ln>
        </p:spPr>
      </p:sp>
      <p:sp>
        <p:nvSpPr>
          <p:cNvPr id="51" name="">
            <a:extLst xmlns:a="http://schemas.openxmlformats.org/drawingml/2006/main">
              <a:ext uri="{FF2B5EF4-FFF2-40B4-BE49-F238E27FC236}">
                <a16:creationId xmlns:a16="http://schemas.microsoft.com/office/drawing/2014/main" id="{77EC0E5D-3CAB-4A37-89F3-48235F256625}"/>
              </a:ext>
            </a:extLst>
          </p:cNvPr>
          <p:cNvSpPr>
            <a:spLocks xmlns:a="http://schemas.openxmlformats.org/drawingml/2006/main" noGrp="1"/>
          </p:cNvSpPr>
          <p:nvPr/>
        </p:nvSpPr>
        <p:spPr>
          <a:xfrm xmlns:a="http://schemas.openxmlformats.org/drawingml/2006/main">
            <a:off x="9667494" y="323850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7655A5"/>
          </a:solidFill>
          <a:ln xmlns:a="http://schemas.openxmlformats.org/drawingml/2006/main" w="4763">
            <a:solidFill>
              <a:srgbClr val="7655A5"/>
            </a:solidFill>
          </a:ln>
        </p:spPr>
      </p:sp>
      <p:sp>
        <p:nvSpPr>
          <p:cNvPr id="52" name="">
            <a:extLst xmlns:a="http://schemas.openxmlformats.org/drawingml/2006/main">
              <a:ext uri="{FF2B5EF4-FFF2-40B4-BE49-F238E27FC236}">
                <a16:creationId xmlns:a16="http://schemas.microsoft.com/office/drawing/2014/main" id="{41317991-DEB5-441F-BCA5-73C1D0AA5801}"/>
              </a:ext>
            </a:extLst>
          </p:cNvPr>
          <p:cNvSpPr>
            <a:spLocks xmlns:a="http://schemas.openxmlformats.org/drawingml/2006/main" noGrp="1"/>
          </p:cNvSpPr>
          <p:nvPr/>
        </p:nvSpPr>
        <p:spPr>
          <a:xfrm xmlns:a="http://schemas.openxmlformats.org/drawingml/2006/main">
            <a:off x="9829800" y="29051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7655A5"/>
                </a:solidFill>
                <a:latin typeface="Yu Gothic"/>
                <a:ea typeface="Yu Gothic"/>
                <a:cs typeface="Yu Gothic"/>
              </a:defRPr>
            </a:defPPr>
            <a:lvl1pPr>
              <a:buNone/>
              <a:defRPr sz="1875" b="1">
                <a:solidFill>
                  <a:srgbClr val="7655A5"/>
                </a:solidFill>
                <a:latin typeface="Yu Gothic"/>
                <a:ea typeface="Yu Gothic"/>
                <a:cs typeface="Yu Gothic"/>
              </a:defRPr>
            </a:lvl1pPr>
            <a:lvl2pPr>
              <a:buNone/>
              <a:defRPr sz="1875" b="1">
                <a:solidFill>
                  <a:srgbClr val="7655A5"/>
                </a:solidFill>
                <a:latin typeface="Yu Gothic"/>
                <a:ea typeface="Yu Gothic"/>
                <a:cs typeface="Yu Gothic"/>
              </a:defRPr>
            </a:lvl2pPr>
            <a:lvl3pPr>
              <a:buNone/>
              <a:defRPr sz="1875" b="1">
                <a:solidFill>
                  <a:srgbClr val="7655A5"/>
                </a:solidFill>
                <a:latin typeface="Yu Gothic"/>
                <a:ea typeface="Yu Gothic"/>
                <a:cs typeface="Yu Gothic"/>
              </a:defRPr>
            </a:lvl3pPr>
            <a:lvl4pPr>
              <a:buNone/>
              <a:defRPr sz="1875" b="1">
                <a:solidFill>
                  <a:srgbClr val="7655A5"/>
                </a:solidFill>
                <a:latin typeface="Yu Gothic"/>
                <a:ea typeface="Yu Gothic"/>
                <a:cs typeface="Yu Gothic"/>
              </a:defRPr>
            </a:lvl4pPr>
            <a:lvl5pPr>
              <a:buNone/>
              <a:defRPr sz="1875" b="1">
                <a:solidFill>
                  <a:srgbClr val="7655A5"/>
                </a:solidFill>
                <a:latin typeface="Yu Gothic"/>
                <a:ea typeface="Yu Gothic"/>
                <a:cs typeface="Yu Gothic"/>
              </a:defRPr>
            </a:lvl5pPr>
            <a:lvl6pPr>
              <a:buNone/>
              <a:defRPr sz="1875" b="1">
                <a:solidFill>
                  <a:srgbClr val="7655A5"/>
                </a:solidFill>
                <a:latin typeface="Yu Gothic"/>
                <a:ea typeface="Yu Gothic"/>
                <a:cs typeface="Yu Gothic"/>
              </a:defRPr>
            </a:lvl6pPr>
            <a:lvl7pPr>
              <a:buNone/>
              <a:defRPr sz="1875" b="1">
                <a:solidFill>
                  <a:srgbClr val="7655A5"/>
                </a:solidFill>
                <a:latin typeface="Yu Gothic"/>
                <a:ea typeface="Yu Gothic"/>
                <a:cs typeface="Yu Gothic"/>
              </a:defRPr>
            </a:lvl7pPr>
            <a:lvl8pPr>
              <a:buNone/>
              <a:defRPr sz="1875" b="1">
                <a:solidFill>
                  <a:srgbClr val="7655A5"/>
                </a:solidFill>
                <a:latin typeface="Yu Gothic"/>
                <a:ea typeface="Yu Gothic"/>
                <a:cs typeface="Yu Gothic"/>
              </a:defRPr>
            </a:lvl8pPr>
            <a:lvl9pPr>
              <a:buNone/>
              <a:defRPr sz="1875" b="1">
                <a:solidFill>
                  <a:srgbClr val="7655A5"/>
                </a:solidFill>
                <a:latin typeface="Yu Gothic"/>
                <a:ea typeface="Yu Gothic"/>
                <a:cs typeface="Yu Gothic"/>
              </a:defRPr>
            </a:lvl9pPr>
          </a:lstStyle>
          <a:p xmlns:a="http://schemas.openxmlformats.org/drawingml/2006/main">
            <a:pPr>
              <a:buNone/>
              <a:defRPr sz="1875" b="1">
                <a:solidFill>
                  <a:srgbClr val="7655A5"/>
                </a:solidFill>
                <a:latin typeface="Yu Gothic"/>
                <a:ea typeface="Yu Gothic"/>
                <a:cs typeface="Yu Gothic"/>
              </a:defRPr>
            </a:pPr>
            <a:r>
              <a:rPr sz="1875" b="1">
                <a:solidFill>
                  <a:srgbClr val="7655A5"/>
                </a:solidFill>
                <a:latin typeface="Yu Gothic"/>
                <a:ea typeface="Yu Gothic"/>
                <a:cs typeface="Yu Gothic"/>
              </a:rPr>
              <a:t>V</a:t>
            </a:r>
          </a:p>
        </p:txBody>
      </p:sp>
      <p:sp>
        <p:nvSpPr>
          <p:cNvPr id="53" name="">
            <a:extLst xmlns:a="http://schemas.openxmlformats.org/drawingml/2006/main">
              <a:ext uri="{FF2B5EF4-FFF2-40B4-BE49-F238E27FC236}">
                <a16:creationId xmlns:a16="http://schemas.microsoft.com/office/drawing/2014/main" id="{963C5E8E-17E6-4FDC-AC23-1675D8C3E56A}"/>
              </a:ext>
            </a:extLst>
          </p:cNvPr>
          <p:cNvSpPr>
            <a:spLocks xmlns:a="http://schemas.openxmlformats.org/drawingml/2006/main" noGrp="1"/>
          </p:cNvSpPr>
          <p:nvPr/>
        </p:nvSpPr>
        <p:spPr>
          <a:xfrm xmlns:a="http://schemas.openxmlformats.org/drawingml/2006/main">
            <a:off x="10087566" y="2438548"/>
            <a:ext cx="551822" cy="515295"/>
          </a:xfrm>
          <a:custGeom xmlns:a="http://schemas.openxmlformats.org/drawingml/2006/main">
            <a:pathLst>
              <a:path w="551822" h="515295">
                <a:moveTo>
                  <a:pt x="413746" y="515295"/>
                </a:moveTo>
                <a:lnTo>
                  <a:pt x="447352" y="492440"/>
                </a:lnTo>
                <a:lnTo>
                  <a:pt x="477240" y="464902"/>
                </a:lnTo>
                <a:lnTo>
                  <a:pt x="502765" y="433277"/>
                </a:lnTo>
                <a:lnTo>
                  <a:pt x="523372" y="398248"/>
                </a:lnTo>
                <a:lnTo>
                  <a:pt x="538617" y="360575"/>
                </a:lnTo>
                <a:lnTo>
                  <a:pt x="548169" y="321073"/>
                </a:lnTo>
                <a:lnTo>
                  <a:pt x="551822" y="280597"/>
                </a:lnTo>
                <a:lnTo>
                  <a:pt x="549495" y="240023"/>
                </a:lnTo>
                <a:lnTo>
                  <a:pt x="541241" y="200229"/>
                </a:lnTo>
                <a:lnTo>
                  <a:pt x="527237" y="162077"/>
                </a:lnTo>
                <a:lnTo>
                  <a:pt x="507786" y="126393"/>
                </a:lnTo>
                <a:lnTo>
                  <a:pt x="483311" y="93949"/>
                </a:lnTo>
                <a:lnTo>
                  <a:pt x="454339" y="65448"/>
                </a:lnTo>
                <a:lnTo>
                  <a:pt x="421499" y="41506"/>
                </a:lnTo>
                <a:lnTo>
                  <a:pt x="385502" y="22642"/>
                </a:lnTo>
                <a:lnTo>
                  <a:pt x="347126" y="9264"/>
                </a:lnTo>
                <a:lnTo>
                  <a:pt x="307202" y="1662"/>
                </a:lnTo>
                <a:lnTo>
                  <a:pt x="266596" y="0"/>
                </a:lnTo>
                <a:lnTo>
                  <a:pt x="226185" y="4314"/>
                </a:lnTo>
                <a:lnTo>
                  <a:pt x="186844" y="14511"/>
                </a:lnTo>
                <a:lnTo>
                  <a:pt x="149425" y="30371"/>
                </a:lnTo>
                <a:lnTo>
                  <a:pt x="114739" y="51549"/>
                </a:lnTo>
                <a:lnTo>
                  <a:pt x="83535" y="77587"/>
                </a:lnTo>
                <a:lnTo>
                  <a:pt x="56490" y="107922"/>
                </a:lnTo>
                <a:lnTo>
                  <a:pt x="34188" y="141897"/>
                </a:lnTo>
                <a:lnTo>
                  <a:pt x="17113" y="178777"/>
                </a:lnTo>
                <a:lnTo>
                  <a:pt x="5634" y="217763"/>
                </a:lnTo>
                <a:lnTo>
                  <a:pt x="0" y="258011"/>
                </a:lnTo>
                <a:lnTo>
                  <a:pt x="332" y="298651"/>
                </a:lnTo>
                <a:lnTo>
                  <a:pt x="6624" y="338801"/>
                </a:lnTo>
                <a:lnTo>
                  <a:pt x="18740" y="377594"/>
                </a:lnTo>
                <a:lnTo>
                  <a:pt x="36416" y="414190"/>
                </a:lnTo>
              </a:path>
            </a:pathLst>
          </a:custGeom>
          <a:noFill xmlns:a="http://schemas.openxmlformats.org/drawingml/2006/main"/>
          <a:ln xmlns:a="http://schemas.openxmlformats.org/drawingml/2006/main" w="28575">
            <a:solidFill>
              <a:srgbClr val="2876A8"/>
            </a:solidFill>
          </a:ln>
        </p:spPr>
      </p:sp>
      <p:sp>
        <p:nvSpPr>
          <p:cNvPr id="54" name="">
            <a:extLst xmlns:a="http://schemas.openxmlformats.org/drawingml/2006/main">
              <a:ext uri="{FF2B5EF4-FFF2-40B4-BE49-F238E27FC236}">
                <a16:creationId xmlns:a16="http://schemas.microsoft.com/office/drawing/2014/main" id="{07C1B1CF-69AF-495D-844A-2ABA291E8708}"/>
              </a:ext>
            </a:extLst>
          </p:cNvPr>
          <p:cNvSpPr>
            <a:spLocks xmlns:a="http://schemas.openxmlformats.org/drawingml/2006/main" noGrp="1"/>
          </p:cNvSpPr>
          <p:nvPr/>
        </p:nvSpPr>
        <p:spPr>
          <a:xfrm xmlns:a="http://schemas.openxmlformats.org/drawingml/2006/main">
            <a:off x="10106306" y="2816142"/>
            <a:ext cx="17676" cy="36595"/>
          </a:xfrm>
          <a:custGeom xmlns:a="http://schemas.openxmlformats.org/drawingml/2006/main">
            <a:pathLst>
              <a:path w="17676" h="36595">
                <a:moveTo>
                  <a:pt x="0" y="0"/>
                </a:moveTo>
                <a:lnTo>
                  <a:pt x="17676" y="36595"/>
                </a:lnTo>
              </a:path>
            </a:pathLst>
          </a:custGeom>
          <a:noFill xmlns:a="http://schemas.openxmlformats.org/drawingml/2006/main"/>
          <a:ln xmlns:a="http://schemas.openxmlformats.org/drawingml/2006/main" w="28575">
            <a:solidFill>
              <a:srgbClr val="2876A8"/>
            </a:solidFill>
          </a:ln>
        </p:spPr>
      </p:sp>
      <p:sp>
        <p:nvSpPr>
          <p:cNvPr id="55" name="">
            <a:extLst xmlns:a="http://schemas.openxmlformats.org/drawingml/2006/main">
              <a:ext uri="{FF2B5EF4-FFF2-40B4-BE49-F238E27FC236}">
                <a16:creationId xmlns:a16="http://schemas.microsoft.com/office/drawing/2014/main" id="{7C991E38-ADDE-48AB-B1ED-FB1274AC9067}"/>
              </a:ext>
            </a:extLst>
          </p:cNvPr>
          <p:cNvSpPr>
            <a:spLocks xmlns:a="http://schemas.openxmlformats.org/drawingml/2006/main" noGrp="1"/>
          </p:cNvSpPr>
          <p:nvPr/>
        </p:nvSpPr>
        <p:spPr>
          <a:xfrm xmlns:a="http://schemas.openxmlformats.org/drawingml/2006/main">
            <a:off x="10046531" y="2749569"/>
            <a:ext cx="77451" cy="103169"/>
          </a:xfrm>
          <a:custGeom xmlns:a="http://schemas.openxmlformats.org/drawingml/2006/main">
            <a:pathLst>
              <a:path w="77451" h="103169">
                <a:moveTo>
                  <a:pt x="77451" y="103169"/>
                </a:moveTo>
                <a:lnTo>
                  <a:pt x="72046" y="0"/>
                </a:lnTo>
                <a:lnTo>
                  <a:pt x="0" y="34799"/>
                </a:lnTo>
                <a:close/>
              </a:path>
            </a:pathLst>
          </a:custGeom>
          <a:solidFill xmlns:a="http://schemas.openxmlformats.org/drawingml/2006/main">
            <a:srgbClr val="2876A8"/>
          </a:solidFill>
          <a:ln xmlns:a="http://schemas.openxmlformats.org/drawingml/2006/main" w="4763">
            <a:solidFill>
              <a:srgbClr val="2876A8"/>
            </a:solidFill>
          </a:ln>
        </p:spPr>
      </p:sp>
      <p:sp>
        <p:nvSpPr>
          <p:cNvPr id="56" name="">
            <a:extLst xmlns:a="http://schemas.openxmlformats.org/drawingml/2006/main">
              <a:ext uri="{FF2B5EF4-FFF2-40B4-BE49-F238E27FC236}">
                <a16:creationId xmlns:a16="http://schemas.microsoft.com/office/drawing/2014/main" id="{AC084CDA-860F-404D-A7A4-CF93E6C543A2}"/>
              </a:ext>
            </a:extLst>
          </p:cNvPr>
          <p:cNvSpPr>
            <a:spLocks xmlns:a="http://schemas.openxmlformats.org/drawingml/2006/main" noGrp="1"/>
          </p:cNvSpPr>
          <p:nvPr/>
        </p:nvSpPr>
        <p:spPr>
          <a:xfrm xmlns:a="http://schemas.openxmlformats.org/drawingml/2006/main">
            <a:off x="10706100" y="25241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M</a:t>
            </a:r>
          </a:p>
        </p:txBody>
      </p:sp>
      <p:sp>
        <p:nvSpPr>
          <p:cNvPr id="57" name="">
            <a:extLst xmlns:a="http://schemas.openxmlformats.org/drawingml/2006/main">
              <a:ext uri="{FF2B5EF4-FFF2-40B4-BE49-F238E27FC236}">
                <a16:creationId xmlns:a16="http://schemas.microsoft.com/office/drawing/2014/main" id="{4120D1C6-C1E7-42C8-80EA-85CFD5CD6270}"/>
              </a:ext>
            </a:extLst>
          </p:cNvPr>
          <p:cNvSpPr>
            <a:spLocks xmlns:a="http://schemas.openxmlformats.org/drawingml/2006/main" noGrp="1"/>
          </p:cNvSpPr>
          <p:nvPr/>
        </p:nvSpPr>
        <p:spPr>
          <a:xfrm xmlns:a="http://schemas.openxmlformats.org/drawingml/2006/main">
            <a:off x="8215313" y="2000250"/>
            <a:ext cx="9525" cy="590550"/>
          </a:xfrm>
          <a:custGeom xmlns:a="http://schemas.openxmlformats.org/drawingml/2006/main">
            <a:pathLst>
              <a:path w="9525" h="590550">
                <a:moveTo>
                  <a:pt x="0" y="0"/>
                </a:moveTo>
                <a:lnTo>
                  <a:pt x="0" y="590550"/>
                </a:lnTo>
              </a:path>
            </a:pathLst>
          </a:custGeom>
          <a:noFill xmlns:a="http://schemas.openxmlformats.org/drawingml/2006/main"/>
          <a:ln xmlns:a="http://schemas.openxmlformats.org/drawingml/2006/main" w="28575">
            <a:solidFill>
              <a:srgbClr val="C4483C"/>
            </a:solidFill>
          </a:ln>
        </p:spPr>
      </p:sp>
      <p:sp>
        <p:nvSpPr>
          <p:cNvPr id="58" name="">
            <a:extLst xmlns:a="http://schemas.openxmlformats.org/drawingml/2006/main">
              <a:ext uri="{FF2B5EF4-FFF2-40B4-BE49-F238E27FC236}">
                <a16:creationId xmlns:a16="http://schemas.microsoft.com/office/drawing/2014/main" id="{3BC9C120-2426-446B-9A93-547F848DA7D4}"/>
              </a:ext>
            </a:extLst>
          </p:cNvPr>
          <p:cNvSpPr>
            <a:spLocks xmlns:a="http://schemas.openxmlformats.org/drawingml/2006/main" noGrp="1"/>
          </p:cNvSpPr>
          <p:nvPr/>
        </p:nvSpPr>
        <p:spPr>
          <a:xfrm xmlns:a="http://schemas.openxmlformats.org/drawingml/2006/main">
            <a:off x="8167307" y="247650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59" name="">
            <a:extLst xmlns:a="http://schemas.openxmlformats.org/drawingml/2006/main">
              <a:ext uri="{FF2B5EF4-FFF2-40B4-BE49-F238E27FC236}">
                <a16:creationId xmlns:a16="http://schemas.microsoft.com/office/drawing/2014/main" id="{7410254F-29A8-49D9-B442-2FBD65BD1CAB}"/>
              </a:ext>
            </a:extLst>
          </p:cNvPr>
          <p:cNvSpPr>
            <a:spLocks xmlns:a="http://schemas.openxmlformats.org/drawingml/2006/main" noGrp="1"/>
          </p:cNvSpPr>
          <p:nvPr/>
        </p:nvSpPr>
        <p:spPr>
          <a:xfrm xmlns:a="http://schemas.openxmlformats.org/drawingml/2006/main">
            <a:off x="9715500" y="2333625"/>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60" name="">
            <a:extLst xmlns:a="http://schemas.openxmlformats.org/drawingml/2006/main">
              <a:ext uri="{FF2B5EF4-FFF2-40B4-BE49-F238E27FC236}">
                <a16:creationId xmlns:a16="http://schemas.microsoft.com/office/drawing/2014/main" id="{18325BAD-7909-455B-B1A4-F71456CFA956}"/>
              </a:ext>
            </a:extLst>
          </p:cNvPr>
          <p:cNvSpPr>
            <a:spLocks xmlns:a="http://schemas.openxmlformats.org/drawingml/2006/main" noGrp="1"/>
          </p:cNvSpPr>
          <p:nvPr/>
        </p:nvSpPr>
        <p:spPr>
          <a:xfrm xmlns:a="http://schemas.openxmlformats.org/drawingml/2006/main">
            <a:off x="9715500" y="2453217"/>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61" name="">
            <a:extLst xmlns:a="http://schemas.openxmlformats.org/drawingml/2006/main">
              <a:ext uri="{FF2B5EF4-FFF2-40B4-BE49-F238E27FC236}">
                <a16:creationId xmlns:a16="http://schemas.microsoft.com/office/drawing/2014/main" id="{1E8D21EE-FD83-4F1F-A5D4-EF9FA8F2C0C9}"/>
              </a:ext>
            </a:extLst>
          </p:cNvPr>
          <p:cNvSpPr>
            <a:spLocks xmlns:a="http://schemas.openxmlformats.org/drawingml/2006/main" noGrp="1"/>
          </p:cNvSpPr>
          <p:nvPr/>
        </p:nvSpPr>
        <p:spPr>
          <a:xfrm xmlns:a="http://schemas.openxmlformats.org/drawingml/2006/main">
            <a:off x="9715500" y="2572808"/>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62" name="">
            <a:extLst xmlns:a="http://schemas.openxmlformats.org/drawingml/2006/main">
              <a:ext uri="{FF2B5EF4-FFF2-40B4-BE49-F238E27FC236}">
                <a16:creationId xmlns:a16="http://schemas.microsoft.com/office/drawing/2014/main" id="{DE392770-A75A-4D06-9CB8-FA48D16FA250}"/>
              </a:ext>
            </a:extLst>
          </p:cNvPr>
          <p:cNvSpPr>
            <a:spLocks xmlns:a="http://schemas.openxmlformats.org/drawingml/2006/main" noGrp="1"/>
          </p:cNvSpPr>
          <p:nvPr/>
        </p:nvSpPr>
        <p:spPr>
          <a:xfrm xmlns:a="http://schemas.openxmlformats.org/drawingml/2006/main">
            <a:off x="9715500" y="2692400"/>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63" name="">
            <a:extLst xmlns:a="http://schemas.openxmlformats.org/drawingml/2006/main">
              <a:ext uri="{FF2B5EF4-FFF2-40B4-BE49-F238E27FC236}">
                <a16:creationId xmlns:a16="http://schemas.microsoft.com/office/drawing/2014/main" id="{53B14110-CDD0-49D5-914E-06B3EE58389C}"/>
              </a:ext>
            </a:extLst>
          </p:cNvPr>
          <p:cNvSpPr>
            <a:spLocks xmlns:a="http://schemas.openxmlformats.org/drawingml/2006/main" noGrp="1"/>
          </p:cNvSpPr>
          <p:nvPr/>
        </p:nvSpPr>
        <p:spPr>
          <a:xfrm xmlns:a="http://schemas.openxmlformats.org/drawingml/2006/main">
            <a:off x="9715500" y="2811992"/>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64" name="">
            <a:extLst xmlns:a="http://schemas.openxmlformats.org/drawingml/2006/main">
              <a:ext uri="{FF2B5EF4-FFF2-40B4-BE49-F238E27FC236}">
                <a16:creationId xmlns:a16="http://schemas.microsoft.com/office/drawing/2014/main" id="{F19B8E17-BDF7-4EDF-9970-4BAC0B494723}"/>
              </a:ext>
            </a:extLst>
          </p:cNvPr>
          <p:cNvSpPr>
            <a:spLocks xmlns:a="http://schemas.openxmlformats.org/drawingml/2006/main" noGrp="1"/>
          </p:cNvSpPr>
          <p:nvPr/>
        </p:nvSpPr>
        <p:spPr>
          <a:xfrm xmlns:a="http://schemas.openxmlformats.org/drawingml/2006/main">
            <a:off x="9715500" y="2931583"/>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65" name="">
            <a:extLst xmlns:a="http://schemas.openxmlformats.org/drawingml/2006/main">
              <a:ext uri="{FF2B5EF4-FFF2-40B4-BE49-F238E27FC236}">
                <a16:creationId xmlns:a16="http://schemas.microsoft.com/office/drawing/2014/main" id="{06476BF5-B205-4C42-A096-E87C6D925825}"/>
              </a:ext>
            </a:extLst>
          </p:cNvPr>
          <p:cNvSpPr>
            <a:spLocks xmlns:a="http://schemas.openxmlformats.org/drawingml/2006/main" noGrp="1"/>
          </p:cNvSpPr>
          <p:nvPr/>
        </p:nvSpPr>
        <p:spPr>
          <a:xfrm xmlns:a="http://schemas.openxmlformats.org/drawingml/2006/main">
            <a:off x="9715500" y="3051175"/>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66" name="">
            <a:extLst xmlns:a="http://schemas.openxmlformats.org/drawingml/2006/main">
              <a:ext uri="{FF2B5EF4-FFF2-40B4-BE49-F238E27FC236}">
                <a16:creationId xmlns:a16="http://schemas.microsoft.com/office/drawing/2014/main" id="{70132F70-FDAF-4DEE-9B18-C775EA96FBC8}"/>
              </a:ext>
            </a:extLst>
          </p:cNvPr>
          <p:cNvSpPr>
            <a:spLocks xmlns:a="http://schemas.openxmlformats.org/drawingml/2006/main" noGrp="1"/>
          </p:cNvSpPr>
          <p:nvPr/>
        </p:nvSpPr>
        <p:spPr>
          <a:xfrm xmlns:a="http://schemas.openxmlformats.org/drawingml/2006/main">
            <a:off x="9715500" y="3170767"/>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67" name="">
            <a:extLst xmlns:a="http://schemas.openxmlformats.org/drawingml/2006/main">
              <a:ext uri="{FF2B5EF4-FFF2-40B4-BE49-F238E27FC236}">
                <a16:creationId xmlns:a16="http://schemas.microsoft.com/office/drawing/2014/main" id="{E0330513-FE50-4177-AE9F-8E730DF75EA7}"/>
              </a:ext>
            </a:extLst>
          </p:cNvPr>
          <p:cNvSpPr>
            <a:spLocks xmlns:a="http://schemas.openxmlformats.org/drawingml/2006/main" noGrp="1"/>
          </p:cNvSpPr>
          <p:nvPr/>
        </p:nvSpPr>
        <p:spPr>
          <a:xfrm xmlns:a="http://schemas.openxmlformats.org/drawingml/2006/main">
            <a:off x="9715500" y="3290358"/>
            <a:ext cx="9525" cy="65775"/>
          </a:xfrm>
          <a:custGeom xmlns:a="http://schemas.openxmlformats.org/drawingml/2006/main">
            <a:pathLst>
              <a:path w="9525" h="65775">
                <a:moveTo>
                  <a:pt x="0" y="0"/>
                </a:moveTo>
                <a:lnTo>
                  <a:pt x="0" y="65775"/>
                </a:lnTo>
              </a:path>
            </a:pathLst>
          </a:custGeom>
          <a:noFill xmlns:a="http://schemas.openxmlformats.org/drawingml/2006/main"/>
          <a:ln xmlns:a="http://schemas.openxmlformats.org/drawingml/2006/main" w="11430">
            <a:solidFill>
              <a:srgbClr val="71818B"/>
            </a:solidFill>
          </a:ln>
        </p:spPr>
      </p:sp>
      <p:sp>
        <p:nvSpPr>
          <p:cNvPr id="68" name="">
            <a:extLst xmlns:a="http://schemas.openxmlformats.org/drawingml/2006/main">
              <a:ext uri="{FF2B5EF4-FFF2-40B4-BE49-F238E27FC236}">
                <a16:creationId xmlns:a16="http://schemas.microsoft.com/office/drawing/2014/main" id="{B0B0681C-DA3E-471A-98FB-73EE8CA332C9}"/>
              </a:ext>
            </a:extLst>
          </p:cNvPr>
          <p:cNvSpPr>
            <a:spLocks xmlns:a="http://schemas.openxmlformats.org/drawingml/2006/main" noGrp="1"/>
          </p:cNvSpPr>
          <p:nvPr/>
        </p:nvSpPr>
        <p:spPr>
          <a:xfrm xmlns:a="http://schemas.openxmlformats.org/drawingml/2006/main">
            <a:off x="6810375" y="19526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C4483C"/>
                </a:solidFill>
                <a:latin typeface="Yu Gothic"/>
                <a:ea typeface="Yu Gothic"/>
                <a:cs typeface="Yu Gothic"/>
              </a:defRPr>
            </a:defPPr>
            <a:lvl1pPr>
              <a:buNone/>
              <a:defRPr sz="1875" b="1">
                <a:solidFill>
                  <a:srgbClr val="C4483C"/>
                </a:solidFill>
                <a:latin typeface="Yu Gothic"/>
                <a:ea typeface="Yu Gothic"/>
                <a:cs typeface="Yu Gothic"/>
              </a:defRPr>
            </a:lvl1pPr>
            <a:lvl2pPr>
              <a:buNone/>
              <a:defRPr sz="1875" b="1">
                <a:solidFill>
                  <a:srgbClr val="C4483C"/>
                </a:solidFill>
                <a:latin typeface="Yu Gothic"/>
                <a:ea typeface="Yu Gothic"/>
                <a:cs typeface="Yu Gothic"/>
              </a:defRPr>
            </a:lvl2pPr>
            <a:lvl3pPr>
              <a:buNone/>
              <a:defRPr sz="1875" b="1">
                <a:solidFill>
                  <a:srgbClr val="C4483C"/>
                </a:solidFill>
                <a:latin typeface="Yu Gothic"/>
                <a:ea typeface="Yu Gothic"/>
                <a:cs typeface="Yu Gothic"/>
              </a:defRPr>
            </a:lvl3pPr>
            <a:lvl4pPr>
              <a:buNone/>
              <a:defRPr sz="1875" b="1">
                <a:solidFill>
                  <a:srgbClr val="C4483C"/>
                </a:solidFill>
                <a:latin typeface="Yu Gothic"/>
                <a:ea typeface="Yu Gothic"/>
                <a:cs typeface="Yu Gothic"/>
              </a:defRPr>
            </a:lvl4pPr>
            <a:lvl5pPr>
              <a:buNone/>
              <a:defRPr sz="1875" b="1">
                <a:solidFill>
                  <a:srgbClr val="C4483C"/>
                </a:solidFill>
                <a:latin typeface="Yu Gothic"/>
                <a:ea typeface="Yu Gothic"/>
                <a:cs typeface="Yu Gothic"/>
              </a:defRPr>
            </a:lvl5pPr>
            <a:lvl6pPr>
              <a:buNone/>
              <a:defRPr sz="1875" b="1">
                <a:solidFill>
                  <a:srgbClr val="C4483C"/>
                </a:solidFill>
                <a:latin typeface="Yu Gothic"/>
                <a:ea typeface="Yu Gothic"/>
                <a:cs typeface="Yu Gothic"/>
              </a:defRPr>
            </a:lvl6pPr>
            <a:lvl7pPr>
              <a:buNone/>
              <a:defRPr sz="1875" b="1">
                <a:solidFill>
                  <a:srgbClr val="C4483C"/>
                </a:solidFill>
                <a:latin typeface="Yu Gothic"/>
                <a:ea typeface="Yu Gothic"/>
                <a:cs typeface="Yu Gothic"/>
              </a:defRPr>
            </a:lvl7pPr>
            <a:lvl8pPr>
              <a:buNone/>
              <a:defRPr sz="1875" b="1">
                <a:solidFill>
                  <a:srgbClr val="C4483C"/>
                </a:solidFill>
                <a:latin typeface="Yu Gothic"/>
                <a:ea typeface="Yu Gothic"/>
                <a:cs typeface="Yu Gothic"/>
              </a:defRPr>
            </a:lvl8pPr>
            <a:lvl9pPr>
              <a:buNone/>
              <a:defRPr sz="1875" b="1">
                <a:solidFill>
                  <a:srgbClr val="C4483C"/>
                </a:solidFill>
                <a:latin typeface="Yu Gothic"/>
                <a:ea typeface="Yu Gothic"/>
                <a:cs typeface="Yu Gothic"/>
              </a:defRPr>
            </a:lvl9pPr>
          </a:lstStyle>
          <a:p xmlns:a="http://schemas.openxmlformats.org/drawingml/2006/main">
            <a:pPr>
              <a:buNone/>
              <a:defRPr sz="1875" b="1">
                <a:solidFill>
                  <a:srgbClr val="C4483C"/>
                </a:solidFill>
                <a:latin typeface="Yu Gothic"/>
                <a:ea typeface="Yu Gothic"/>
                <a:cs typeface="Yu Gothic"/>
              </a:defRPr>
            </a:pPr>
            <a:r>
              <a:rPr sz="1875" b="1">
                <a:solidFill>
                  <a:srgbClr val="C4483C"/>
                </a:solidFill>
                <a:latin typeface="Yu Gothic"/>
                <a:ea typeface="Yu Gothic"/>
                <a:cs typeface="Yu Gothic"/>
              </a:rPr>
              <a:t>200 N</a:t>
            </a:r>
          </a:p>
        </p:txBody>
      </p:sp>
      <p:sp>
        <p:nvSpPr>
          <p:cNvPr id="69" name="">
            <a:extLst xmlns:a="http://schemas.openxmlformats.org/drawingml/2006/main">
              <a:ext uri="{FF2B5EF4-FFF2-40B4-BE49-F238E27FC236}">
                <a16:creationId xmlns:a16="http://schemas.microsoft.com/office/drawing/2014/main" id="{18587BE0-BB16-46B0-AB02-76154D2B8FBB}"/>
              </a:ext>
            </a:extLst>
          </p:cNvPr>
          <p:cNvSpPr>
            <a:spLocks xmlns:a="http://schemas.openxmlformats.org/drawingml/2006/main" noGrp="1"/>
          </p:cNvSpPr>
          <p:nvPr/>
        </p:nvSpPr>
        <p:spPr>
          <a:xfrm xmlns:a="http://schemas.openxmlformats.org/drawingml/2006/main">
            <a:off x="1381125" y="1990725"/>
            <a:ext cx="2476500" cy="9525"/>
          </a:xfrm>
          <a:custGeom xmlns:a="http://schemas.openxmlformats.org/drawingml/2006/main">
            <a:pathLst>
              <a:path w="2476500" h="9525">
                <a:moveTo>
                  <a:pt x="0" y="0"/>
                </a:moveTo>
                <a:lnTo>
                  <a:pt x="2476500" y="0"/>
                </a:lnTo>
              </a:path>
            </a:pathLst>
          </a:custGeom>
          <a:noFill xmlns:a="http://schemas.openxmlformats.org/drawingml/2006/main"/>
          <a:ln xmlns:a="http://schemas.openxmlformats.org/drawingml/2006/main" w="13335">
            <a:solidFill>
              <a:srgbClr val="71818B"/>
            </a:solidFill>
          </a:ln>
        </p:spPr>
      </p:sp>
      <p:sp>
        <p:nvSpPr>
          <p:cNvPr id="70" name="">
            <a:extLst xmlns:a="http://schemas.openxmlformats.org/drawingml/2006/main">
              <a:ext uri="{FF2B5EF4-FFF2-40B4-BE49-F238E27FC236}">
                <a16:creationId xmlns:a16="http://schemas.microsoft.com/office/drawing/2014/main" id="{0563B834-B8EC-4977-9831-35EDE33D3C18}"/>
              </a:ext>
            </a:extLst>
          </p:cNvPr>
          <p:cNvSpPr>
            <a:spLocks xmlns:a="http://schemas.openxmlformats.org/drawingml/2006/main" noGrp="1"/>
          </p:cNvSpPr>
          <p:nvPr/>
        </p:nvSpPr>
        <p:spPr>
          <a:xfrm xmlns:a="http://schemas.openxmlformats.org/drawingml/2006/main">
            <a:off x="3790950" y="1962722"/>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71" name="">
            <a:extLst xmlns:a="http://schemas.openxmlformats.org/drawingml/2006/main">
              <a:ext uri="{FF2B5EF4-FFF2-40B4-BE49-F238E27FC236}">
                <a16:creationId xmlns:a16="http://schemas.microsoft.com/office/drawing/2014/main" id="{E0E67F52-7653-4B72-B5BF-1D63C207422C}"/>
              </a:ext>
            </a:extLst>
          </p:cNvPr>
          <p:cNvSpPr>
            <a:spLocks xmlns:a="http://schemas.openxmlformats.org/drawingml/2006/main" noGrp="1"/>
          </p:cNvSpPr>
          <p:nvPr/>
        </p:nvSpPr>
        <p:spPr>
          <a:xfrm xmlns:a="http://schemas.openxmlformats.org/drawingml/2006/main">
            <a:off x="1381125" y="1990725"/>
            <a:ext cx="2476500" cy="9525"/>
          </a:xfrm>
          <a:custGeom xmlns:a="http://schemas.openxmlformats.org/drawingml/2006/main">
            <a:pathLst>
              <a:path w="2476500" h="9525">
                <a:moveTo>
                  <a:pt x="2476500" y="0"/>
                </a:moveTo>
                <a:lnTo>
                  <a:pt x="0" y="0"/>
                </a:lnTo>
              </a:path>
            </a:pathLst>
          </a:custGeom>
          <a:noFill xmlns:a="http://schemas.openxmlformats.org/drawingml/2006/main"/>
          <a:ln xmlns:a="http://schemas.openxmlformats.org/drawingml/2006/main" w="13335">
            <a:solidFill>
              <a:srgbClr val="71818B"/>
            </a:solidFill>
          </a:ln>
        </p:spPr>
      </p:sp>
      <p:sp>
        <p:nvSpPr>
          <p:cNvPr id="72" name="">
            <a:extLst xmlns:a="http://schemas.openxmlformats.org/drawingml/2006/main">
              <a:ext uri="{FF2B5EF4-FFF2-40B4-BE49-F238E27FC236}">
                <a16:creationId xmlns:a16="http://schemas.microsoft.com/office/drawing/2014/main" id="{9664C3AC-002F-40F9-A673-C9E394286D40}"/>
              </a:ext>
            </a:extLst>
          </p:cNvPr>
          <p:cNvSpPr>
            <a:spLocks xmlns:a="http://schemas.openxmlformats.org/drawingml/2006/main" noGrp="1"/>
          </p:cNvSpPr>
          <p:nvPr/>
        </p:nvSpPr>
        <p:spPr>
          <a:xfrm xmlns:a="http://schemas.openxmlformats.org/drawingml/2006/main">
            <a:off x="1381125" y="1962722"/>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73" name="">
            <a:extLst xmlns:a="http://schemas.openxmlformats.org/drawingml/2006/main">
              <a:ext uri="{FF2B5EF4-FFF2-40B4-BE49-F238E27FC236}">
                <a16:creationId xmlns:a16="http://schemas.microsoft.com/office/drawing/2014/main" id="{21BA4390-2F6C-4A17-B87C-D1547468045A}"/>
              </a:ext>
            </a:extLst>
          </p:cNvPr>
          <p:cNvSpPr>
            <a:spLocks xmlns:a="http://schemas.openxmlformats.org/drawingml/2006/main" noGrp="1"/>
          </p:cNvSpPr>
          <p:nvPr/>
        </p:nvSpPr>
        <p:spPr>
          <a:xfrm xmlns:a="http://schemas.openxmlformats.org/drawingml/2006/main">
            <a:off x="1381125" y="20383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71818B"/>
                </a:solidFill>
                <a:latin typeface="Yu Gothic"/>
                <a:ea typeface="Yu Gothic"/>
                <a:cs typeface="Yu Gothic"/>
              </a:defRPr>
            </a:defPPr>
            <a:lvl1pPr algn="ctr">
              <a:buNone/>
              <a:defRPr sz="1725" b="0">
                <a:solidFill>
                  <a:srgbClr val="71818B"/>
                </a:solidFill>
                <a:latin typeface="Yu Gothic"/>
                <a:ea typeface="Yu Gothic"/>
                <a:cs typeface="Yu Gothic"/>
              </a:defRPr>
            </a:lvl1pPr>
            <a:lvl2pPr algn="ctr">
              <a:buNone/>
              <a:defRPr sz="1725" b="0">
                <a:solidFill>
                  <a:srgbClr val="71818B"/>
                </a:solidFill>
                <a:latin typeface="Yu Gothic"/>
                <a:ea typeface="Yu Gothic"/>
                <a:cs typeface="Yu Gothic"/>
              </a:defRPr>
            </a:lvl2pPr>
            <a:lvl3pPr algn="ctr">
              <a:buNone/>
              <a:defRPr sz="1725" b="0">
                <a:solidFill>
                  <a:srgbClr val="71818B"/>
                </a:solidFill>
                <a:latin typeface="Yu Gothic"/>
                <a:ea typeface="Yu Gothic"/>
                <a:cs typeface="Yu Gothic"/>
              </a:defRPr>
            </a:lvl3pPr>
            <a:lvl4pPr algn="ctr">
              <a:buNone/>
              <a:defRPr sz="1725" b="0">
                <a:solidFill>
                  <a:srgbClr val="71818B"/>
                </a:solidFill>
                <a:latin typeface="Yu Gothic"/>
                <a:ea typeface="Yu Gothic"/>
                <a:cs typeface="Yu Gothic"/>
              </a:defRPr>
            </a:lvl4pPr>
            <a:lvl5pPr algn="ctr">
              <a:buNone/>
              <a:defRPr sz="1725" b="0">
                <a:solidFill>
                  <a:srgbClr val="71818B"/>
                </a:solidFill>
                <a:latin typeface="Yu Gothic"/>
                <a:ea typeface="Yu Gothic"/>
                <a:cs typeface="Yu Gothic"/>
              </a:defRPr>
            </a:lvl5pPr>
            <a:lvl6pPr algn="ctr">
              <a:buNone/>
              <a:defRPr sz="1725" b="0">
                <a:solidFill>
                  <a:srgbClr val="71818B"/>
                </a:solidFill>
                <a:latin typeface="Yu Gothic"/>
                <a:ea typeface="Yu Gothic"/>
                <a:cs typeface="Yu Gothic"/>
              </a:defRPr>
            </a:lvl6pPr>
            <a:lvl7pPr algn="ctr">
              <a:buNone/>
              <a:defRPr sz="1725" b="0">
                <a:solidFill>
                  <a:srgbClr val="71818B"/>
                </a:solidFill>
                <a:latin typeface="Yu Gothic"/>
                <a:ea typeface="Yu Gothic"/>
                <a:cs typeface="Yu Gothic"/>
              </a:defRPr>
            </a:lvl7pPr>
            <a:lvl8pPr algn="ctr">
              <a:buNone/>
              <a:defRPr sz="1725" b="0">
                <a:solidFill>
                  <a:srgbClr val="71818B"/>
                </a:solidFill>
                <a:latin typeface="Yu Gothic"/>
                <a:ea typeface="Yu Gothic"/>
                <a:cs typeface="Yu Gothic"/>
              </a:defRPr>
            </a:lvl8pPr>
            <a:lvl9pPr algn="ctr">
              <a:buNone/>
              <a:defRPr sz="1725" b="0">
                <a:solidFill>
                  <a:srgbClr val="71818B"/>
                </a:solidFill>
                <a:latin typeface="Yu Gothic"/>
                <a:ea typeface="Yu Gothic"/>
                <a:cs typeface="Yu Gothic"/>
              </a:defRPr>
            </a:lvl9pPr>
          </a:lstStyle>
          <a:p xmlns:a="http://schemas.openxmlformats.org/drawingml/2006/main">
            <a:pPr algn="ctr">
              <a:buNone/>
              <a:defRPr sz="1725" b="0">
                <a:solidFill>
                  <a:srgbClr val="71818B"/>
                </a:solidFill>
                <a:latin typeface="Yu Gothic"/>
                <a:ea typeface="Yu Gothic"/>
                <a:cs typeface="Yu Gothic"/>
              </a:defRPr>
            </a:pPr>
            <a:r>
              <a:rPr sz="1725" b="0">
                <a:solidFill>
                  <a:srgbClr val="71818B"/>
                </a:solidFill>
                <a:latin typeface="Yu Gothic"/>
                <a:ea typeface="Yu Gothic"/>
                <a:cs typeface="Yu Gothic"/>
              </a:rPr>
              <a:t>x</a:t>
            </a:r>
          </a:p>
        </p:txBody>
      </p:sp>
      <p:sp>
        <p:nvSpPr>
          <p:cNvPr id="74" name="">
            <a:extLst xmlns:a="http://schemas.openxmlformats.org/drawingml/2006/main">
              <a:ext uri="{FF2B5EF4-FFF2-40B4-BE49-F238E27FC236}">
                <a16:creationId xmlns:a16="http://schemas.microsoft.com/office/drawing/2014/main" id="{64F7E545-0DFD-4AA4-BEEA-B5BEA2CAD2EA}"/>
              </a:ext>
            </a:extLst>
          </p:cNvPr>
          <p:cNvSpPr>
            <a:spLocks xmlns:a="http://schemas.openxmlformats.org/drawingml/2006/main" noGrp="1"/>
          </p:cNvSpPr>
          <p:nvPr/>
        </p:nvSpPr>
        <p:spPr>
          <a:xfrm xmlns:a="http://schemas.openxmlformats.org/drawingml/2006/main">
            <a:off x="7334250" y="3333750"/>
            <a:ext cx="2381250" cy="9525"/>
          </a:xfrm>
          <a:custGeom xmlns:a="http://schemas.openxmlformats.org/drawingml/2006/main">
            <a:pathLst>
              <a:path w="2381250" h="9525">
                <a:moveTo>
                  <a:pt x="0" y="0"/>
                </a:moveTo>
                <a:lnTo>
                  <a:pt x="2381250" y="0"/>
                </a:lnTo>
              </a:path>
            </a:pathLst>
          </a:custGeom>
          <a:noFill xmlns:a="http://schemas.openxmlformats.org/drawingml/2006/main"/>
          <a:ln xmlns:a="http://schemas.openxmlformats.org/drawingml/2006/main" w="13335">
            <a:solidFill>
              <a:srgbClr val="71818B"/>
            </a:solidFill>
          </a:ln>
        </p:spPr>
      </p:sp>
      <p:sp>
        <p:nvSpPr>
          <p:cNvPr id="75" name="">
            <a:extLst xmlns:a="http://schemas.openxmlformats.org/drawingml/2006/main">
              <a:ext uri="{FF2B5EF4-FFF2-40B4-BE49-F238E27FC236}">
                <a16:creationId xmlns:a16="http://schemas.microsoft.com/office/drawing/2014/main" id="{950A4C89-C902-479D-815B-66BA98080F7F}"/>
              </a:ext>
            </a:extLst>
          </p:cNvPr>
          <p:cNvSpPr>
            <a:spLocks xmlns:a="http://schemas.openxmlformats.org/drawingml/2006/main" noGrp="1"/>
          </p:cNvSpPr>
          <p:nvPr/>
        </p:nvSpPr>
        <p:spPr>
          <a:xfrm xmlns:a="http://schemas.openxmlformats.org/drawingml/2006/main">
            <a:off x="9648825" y="3305747"/>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76" name="">
            <a:extLst xmlns:a="http://schemas.openxmlformats.org/drawingml/2006/main">
              <a:ext uri="{FF2B5EF4-FFF2-40B4-BE49-F238E27FC236}">
                <a16:creationId xmlns:a16="http://schemas.microsoft.com/office/drawing/2014/main" id="{05DC9713-04CE-43CC-94C1-9A8C2430CA9E}"/>
              </a:ext>
            </a:extLst>
          </p:cNvPr>
          <p:cNvSpPr>
            <a:spLocks xmlns:a="http://schemas.openxmlformats.org/drawingml/2006/main" noGrp="1"/>
          </p:cNvSpPr>
          <p:nvPr/>
        </p:nvSpPr>
        <p:spPr>
          <a:xfrm xmlns:a="http://schemas.openxmlformats.org/drawingml/2006/main">
            <a:off x="7334250" y="3333750"/>
            <a:ext cx="2381250" cy="9525"/>
          </a:xfrm>
          <a:custGeom xmlns:a="http://schemas.openxmlformats.org/drawingml/2006/main">
            <a:pathLst>
              <a:path w="2381250" h="9525">
                <a:moveTo>
                  <a:pt x="2381250" y="0"/>
                </a:moveTo>
                <a:lnTo>
                  <a:pt x="0" y="0"/>
                </a:lnTo>
              </a:path>
            </a:pathLst>
          </a:custGeom>
          <a:noFill xmlns:a="http://schemas.openxmlformats.org/drawingml/2006/main"/>
          <a:ln xmlns:a="http://schemas.openxmlformats.org/drawingml/2006/main" w="13335">
            <a:solidFill>
              <a:srgbClr val="71818B"/>
            </a:solidFill>
          </a:ln>
        </p:spPr>
      </p:sp>
      <p:sp>
        <p:nvSpPr>
          <p:cNvPr id="77" name="">
            <a:extLst xmlns:a="http://schemas.openxmlformats.org/drawingml/2006/main">
              <a:ext uri="{FF2B5EF4-FFF2-40B4-BE49-F238E27FC236}">
                <a16:creationId xmlns:a16="http://schemas.microsoft.com/office/drawing/2014/main" id="{A128B7CE-F7AB-4CFC-A8F4-4D67A6C6B31F}"/>
              </a:ext>
            </a:extLst>
          </p:cNvPr>
          <p:cNvSpPr>
            <a:spLocks xmlns:a="http://schemas.openxmlformats.org/drawingml/2006/main" noGrp="1"/>
          </p:cNvSpPr>
          <p:nvPr/>
        </p:nvSpPr>
        <p:spPr>
          <a:xfrm xmlns:a="http://schemas.openxmlformats.org/drawingml/2006/main">
            <a:off x="7334250" y="3305747"/>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78" name="">
            <a:extLst xmlns:a="http://schemas.openxmlformats.org/drawingml/2006/main">
              <a:ext uri="{FF2B5EF4-FFF2-40B4-BE49-F238E27FC236}">
                <a16:creationId xmlns:a16="http://schemas.microsoft.com/office/drawing/2014/main" id="{A899313D-BE4B-4C79-8CF5-30F5E42E422A}"/>
              </a:ext>
            </a:extLst>
          </p:cNvPr>
          <p:cNvSpPr>
            <a:spLocks xmlns:a="http://schemas.openxmlformats.org/drawingml/2006/main" noGrp="1"/>
          </p:cNvSpPr>
          <p:nvPr/>
        </p:nvSpPr>
        <p:spPr>
          <a:xfrm xmlns:a="http://schemas.openxmlformats.org/drawingml/2006/main">
            <a:off x="7334250" y="33813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71818B"/>
                </a:solidFill>
                <a:latin typeface="Yu Gothic"/>
                <a:ea typeface="Yu Gothic"/>
                <a:cs typeface="Yu Gothic"/>
              </a:defRPr>
            </a:defPPr>
            <a:lvl1pPr algn="ctr">
              <a:buNone/>
              <a:defRPr sz="1725" b="0">
                <a:solidFill>
                  <a:srgbClr val="71818B"/>
                </a:solidFill>
                <a:latin typeface="Yu Gothic"/>
                <a:ea typeface="Yu Gothic"/>
                <a:cs typeface="Yu Gothic"/>
              </a:defRPr>
            </a:lvl1pPr>
            <a:lvl2pPr algn="ctr">
              <a:buNone/>
              <a:defRPr sz="1725" b="0">
                <a:solidFill>
                  <a:srgbClr val="71818B"/>
                </a:solidFill>
                <a:latin typeface="Yu Gothic"/>
                <a:ea typeface="Yu Gothic"/>
                <a:cs typeface="Yu Gothic"/>
              </a:defRPr>
            </a:lvl2pPr>
            <a:lvl3pPr algn="ctr">
              <a:buNone/>
              <a:defRPr sz="1725" b="0">
                <a:solidFill>
                  <a:srgbClr val="71818B"/>
                </a:solidFill>
                <a:latin typeface="Yu Gothic"/>
                <a:ea typeface="Yu Gothic"/>
                <a:cs typeface="Yu Gothic"/>
              </a:defRPr>
            </a:lvl3pPr>
            <a:lvl4pPr algn="ctr">
              <a:buNone/>
              <a:defRPr sz="1725" b="0">
                <a:solidFill>
                  <a:srgbClr val="71818B"/>
                </a:solidFill>
                <a:latin typeface="Yu Gothic"/>
                <a:ea typeface="Yu Gothic"/>
                <a:cs typeface="Yu Gothic"/>
              </a:defRPr>
            </a:lvl4pPr>
            <a:lvl5pPr algn="ctr">
              <a:buNone/>
              <a:defRPr sz="1725" b="0">
                <a:solidFill>
                  <a:srgbClr val="71818B"/>
                </a:solidFill>
                <a:latin typeface="Yu Gothic"/>
                <a:ea typeface="Yu Gothic"/>
                <a:cs typeface="Yu Gothic"/>
              </a:defRPr>
            </a:lvl5pPr>
            <a:lvl6pPr algn="ctr">
              <a:buNone/>
              <a:defRPr sz="1725" b="0">
                <a:solidFill>
                  <a:srgbClr val="71818B"/>
                </a:solidFill>
                <a:latin typeface="Yu Gothic"/>
                <a:ea typeface="Yu Gothic"/>
                <a:cs typeface="Yu Gothic"/>
              </a:defRPr>
            </a:lvl6pPr>
            <a:lvl7pPr algn="ctr">
              <a:buNone/>
              <a:defRPr sz="1725" b="0">
                <a:solidFill>
                  <a:srgbClr val="71818B"/>
                </a:solidFill>
                <a:latin typeface="Yu Gothic"/>
                <a:ea typeface="Yu Gothic"/>
                <a:cs typeface="Yu Gothic"/>
              </a:defRPr>
            </a:lvl7pPr>
            <a:lvl8pPr algn="ctr">
              <a:buNone/>
              <a:defRPr sz="1725" b="0">
                <a:solidFill>
                  <a:srgbClr val="71818B"/>
                </a:solidFill>
                <a:latin typeface="Yu Gothic"/>
                <a:ea typeface="Yu Gothic"/>
                <a:cs typeface="Yu Gothic"/>
              </a:defRPr>
            </a:lvl8pPr>
            <a:lvl9pPr algn="ctr">
              <a:buNone/>
              <a:defRPr sz="1725" b="0">
                <a:solidFill>
                  <a:srgbClr val="71818B"/>
                </a:solidFill>
                <a:latin typeface="Yu Gothic"/>
                <a:ea typeface="Yu Gothic"/>
                <a:cs typeface="Yu Gothic"/>
              </a:defRPr>
            </a:lvl9pPr>
          </a:lstStyle>
          <a:p xmlns:a="http://schemas.openxmlformats.org/drawingml/2006/main">
            <a:pPr algn="ctr">
              <a:buNone/>
              <a:defRPr sz="1725" b="0">
                <a:solidFill>
                  <a:srgbClr val="71818B"/>
                </a:solidFill>
                <a:latin typeface="Yu Gothic"/>
                <a:ea typeface="Yu Gothic"/>
                <a:cs typeface="Yu Gothic"/>
              </a:defRPr>
            </a:pPr>
            <a:r>
              <a:rPr sz="1725" b="0">
                <a:solidFill>
                  <a:srgbClr val="71818B"/>
                </a:solidFill>
                <a:latin typeface="Yu Gothic"/>
                <a:ea typeface="Yu Gothic"/>
                <a:cs typeface="Yu Gothic"/>
              </a:rPr>
              <a:t>x</a:t>
            </a:r>
          </a:p>
        </p:txBody>
      </p:sp>
      <p:sp>
        <p:nvSpPr>
          <p:cNvPr id="79" name="">
            <a:extLst xmlns:a="http://schemas.openxmlformats.org/drawingml/2006/main">
              <a:ext uri="{FF2B5EF4-FFF2-40B4-BE49-F238E27FC236}">
                <a16:creationId xmlns:a16="http://schemas.microsoft.com/office/drawing/2014/main" id="{441ED080-1935-493A-B07F-8F9A98002913}"/>
              </a:ext>
            </a:extLst>
          </p:cNvPr>
          <p:cNvSpPr>
            <a:spLocks xmlns:a="http://schemas.openxmlformats.org/drawingml/2006/main" noGrp="1"/>
          </p:cNvSpPr>
          <p:nvPr/>
        </p:nvSpPr>
        <p:spPr>
          <a:xfrm xmlns:a="http://schemas.openxmlformats.org/drawingml/2006/main">
            <a:off x="8215313" y="2009775"/>
            <a:ext cx="1500188" cy="9525"/>
          </a:xfrm>
          <a:custGeom xmlns:a="http://schemas.openxmlformats.org/drawingml/2006/main">
            <a:pathLst>
              <a:path w="1500188" h="9525">
                <a:moveTo>
                  <a:pt x="0" y="0"/>
                </a:moveTo>
                <a:lnTo>
                  <a:pt x="1500188" y="0"/>
                </a:lnTo>
              </a:path>
            </a:pathLst>
          </a:custGeom>
          <a:noFill xmlns:a="http://schemas.openxmlformats.org/drawingml/2006/main"/>
          <a:ln xmlns:a="http://schemas.openxmlformats.org/drawingml/2006/main" w="13335">
            <a:solidFill>
              <a:srgbClr val="C4483C"/>
            </a:solidFill>
          </a:ln>
        </p:spPr>
      </p:sp>
      <p:sp>
        <p:nvSpPr>
          <p:cNvPr id="80" name="">
            <a:extLst xmlns:a="http://schemas.openxmlformats.org/drawingml/2006/main">
              <a:ext uri="{FF2B5EF4-FFF2-40B4-BE49-F238E27FC236}">
                <a16:creationId xmlns:a16="http://schemas.microsoft.com/office/drawing/2014/main" id="{FDDCF826-8FFF-49E3-8342-220E9D6A292B}"/>
              </a:ext>
            </a:extLst>
          </p:cNvPr>
          <p:cNvSpPr>
            <a:spLocks xmlns:a="http://schemas.openxmlformats.org/drawingml/2006/main" noGrp="1"/>
          </p:cNvSpPr>
          <p:nvPr/>
        </p:nvSpPr>
        <p:spPr>
          <a:xfrm xmlns:a="http://schemas.openxmlformats.org/drawingml/2006/main">
            <a:off x="9648825" y="1981772"/>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C4483C"/>
          </a:solidFill>
          <a:ln xmlns:a="http://schemas.openxmlformats.org/drawingml/2006/main" w="4763">
            <a:solidFill>
              <a:srgbClr val="C4483C"/>
            </a:solidFill>
          </a:ln>
        </p:spPr>
      </p:sp>
      <p:sp>
        <p:nvSpPr>
          <p:cNvPr id="81" name="">
            <a:extLst xmlns:a="http://schemas.openxmlformats.org/drawingml/2006/main">
              <a:ext uri="{FF2B5EF4-FFF2-40B4-BE49-F238E27FC236}">
                <a16:creationId xmlns:a16="http://schemas.microsoft.com/office/drawing/2014/main" id="{598B8A26-08C1-472B-805A-6645F5768E2D}"/>
              </a:ext>
            </a:extLst>
          </p:cNvPr>
          <p:cNvSpPr>
            <a:spLocks xmlns:a="http://schemas.openxmlformats.org/drawingml/2006/main" noGrp="1"/>
          </p:cNvSpPr>
          <p:nvPr/>
        </p:nvSpPr>
        <p:spPr>
          <a:xfrm xmlns:a="http://schemas.openxmlformats.org/drawingml/2006/main">
            <a:off x="8215313" y="2009775"/>
            <a:ext cx="1500188" cy="9525"/>
          </a:xfrm>
          <a:custGeom xmlns:a="http://schemas.openxmlformats.org/drawingml/2006/main">
            <a:pathLst>
              <a:path w="1500188" h="9525">
                <a:moveTo>
                  <a:pt x="1500188" y="0"/>
                </a:moveTo>
                <a:lnTo>
                  <a:pt x="0" y="0"/>
                </a:lnTo>
              </a:path>
            </a:pathLst>
          </a:custGeom>
          <a:noFill xmlns:a="http://schemas.openxmlformats.org/drawingml/2006/main"/>
          <a:ln xmlns:a="http://schemas.openxmlformats.org/drawingml/2006/main" w="13335">
            <a:solidFill>
              <a:srgbClr val="C4483C"/>
            </a:solidFill>
          </a:ln>
        </p:spPr>
      </p:sp>
      <p:sp>
        <p:nvSpPr>
          <p:cNvPr id="82" name="">
            <a:extLst xmlns:a="http://schemas.openxmlformats.org/drawingml/2006/main">
              <a:ext uri="{FF2B5EF4-FFF2-40B4-BE49-F238E27FC236}">
                <a16:creationId xmlns:a16="http://schemas.microsoft.com/office/drawing/2014/main" id="{55107420-132A-490E-A0C7-06385D8A51C9}"/>
              </a:ext>
            </a:extLst>
          </p:cNvPr>
          <p:cNvSpPr>
            <a:spLocks xmlns:a="http://schemas.openxmlformats.org/drawingml/2006/main" noGrp="1"/>
          </p:cNvSpPr>
          <p:nvPr/>
        </p:nvSpPr>
        <p:spPr>
          <a:xfrm xmlns:a="http://schemas.openxmlformats.org/drawingml/2006/main">
            <a:off x="8215313" y="1981772"/>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C4483C"/>
          </a:solidFill>
          <a:ln xmlns:a="http://schemas.openxmlformats.org/drawingml/2006/main" w="4763">
            <a:solidFill>
              <a:srgbClr val="C4483C"/>
            </a:solidFill>
          </a:ln>
        </p:spPr>
      </p:sp>
      <p:sp>
        <p:nvSpPr>
          <p:cNvPr id="83" name="">
            <a:extLst xmlns:a="http://schemas.openxmlformats.org/drawingml/2006/main">
              <a:ext uri="{FF2B5EF4-FFF2-40B4-BE49-F238E27FC236}">
                <a16:creationId xmlns:a16="http://schemas.microsoft.com/office/drawing/2014/main" id="{C949C07D-94DF-43F0-A32B-1F05742BD6B2}"/>
              </a:ext>
            </a:extLst>
          </p:cNvPr>
          <p:cNvSpPr>
            <a:spLocks xmlns:a="http://schemas.openxmlformats.org/drawingml/2006/main" noGrp="1"/>
          </p:cNvSpPr>
          <p:nvPr/>
        </p:nvSpPr>
        <p:spPr>
          <a:xfrm xmlns:a="http://schemas.openxmlformats.org/drawingml/2006/main">
            <a:off x="8215313" y="2057400"/>
            <a:ext cx="1500188"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C4483C"/>
                </a:solidFill>
                <a:latin typeface="Yu Gothic"/>
                <a:ea typeface="Yu Gothic"/>
                <a:cs typeface="Yu Gothic"/>
              </a:defRPr>
            </a:defPPr>
            <a:lvl1pPr algn="ctr">
              <a:buNone/>
              <a:defRPr sz="1650" b="0">
                <a:solidFill>
                  <a:srgbClr val="C4483C"/>
                </a:solidFill>
                <a:latin typeface="Yu Gothic"/>
                <a:ea typeface="Yu Gothic"/>
                <a:cs typeface="Yu Gothic"/>
              </a:defRPr>
            </a:lvl1pPr>
            <a:lvl2pPr algn="ctr">
              <a:buNone/>
              <a:defRPr sz="1650" b="0">
                <a:solidFill>
                  <a:srgbClr val="C4483C"/>
                </a:solidFill>
                <a:latin typeface="Yu Gothic"/>
                <a:ea typeface="Yu Gothic"/>
                <a:cs typeface="Yu Gothic"/>
              </a:defRPr>
            </a:lvl2pPr>
            <a:lvl3pPr algn="ctr">
              <a:buNone/>
              <a:defRPr sz="1650" b="0">
                <a:solidFill>
                  <a:srgbClr val="C4483C"/>
                </a:solidFill>
                <a:latin typeface="Yu Gothic"/>
                <a:ea typeface="Yu Gothic"/>
                <a:cs typeface="Yu Gothic"/>
              </a:defRPr>
            </a:lvl3pPr>
            <a:lvl4pPr algn="ctr">
              <a:buNone/>
              <a:defRPr sz="1650" b="0">
                <a:solidFill>
                  <a:srgbClr val="C4483C"/>
                </a:solidFill>
                <a:latin typeface="Yu Gothic"/>
                <a:ea typeface="Yu Gothic"/>
                <a:cs typeface="Yu Gothic"/>
              </a:defRPr>
            </a:lvl4pPr>
            <a:lvl5pPr algn="ctr">
              <a:buNone/>
              <a:defRPr sz="1650" b="0">
                <a:solidFill>
                  <a:srgbClr val="C4483C"/>
                </a:solidFill>
                <a:latin typeface="Yu Gothic"/>
                <a:ea typeface="Yu Gothic"/>
                <a:cs typeface="Yu Gothic"/>
              </a:defRPr>
            </a:lvl5pPr>
            <a:lvl6pPr algn="ctr">
              <a:buNone/>
              <a:defRPr sz="1650" b="0">
                <a:solidFill>
                  <a:srgbClr val="C4483C"/>
                </a:solidFill>
                <a:latin typeface="Yu Gothic"/>
                <a:ea typeface="Yu Gothic"/>
                <a:cs typeface="Yu Gothic"/>
              </a:defRPr>
            </a:lvl6pPr>
            <a:lvl7pPr algn="ctr">
              <a:buNone/>
              <a:defRPr sz="1650" b="0">
                <a:solidFill>
                  <a:srgbClr val="C4483C"/>
                </a:solidFill>
                <a:latin typeface="Yu Gothic"/>
                <a:ea typeface="Yu Gothic"/>
                <a:cs typeface="Yu Gothic"/>
              </a:defRPr>
            </a:lvl7pPr>
            <a:lvl8pPr algn="ctr">
              <a:buNone/>
              <a:defRPr sz="1650" b="0">
                <a:solidFill>
                  <a:srgbClr val="C4483C"/>
                </a:solidFill>
                <a:latin typeface="Yu Gothic"/>
                <a:ea typeface="Yu Gothic"/>
                <a:cs typeface="Yu Gothic"/>
              </a:defRPr>
            </a:lvl8pPr>
            <a:lvl9pPr algn="ctr">
              <a:buNone/>
              <a:defRPr sz="1650" b="0">
                <a:solidFill>
                  <a:srgbClr val="C4483C"/>
                </a:solidFill>
                <a:latin typeface="Yu Gothic"/>
                <a:ea typeface="Yu Gothic"/>
                <a:cs typeface="Yu Gothic"/>
              </a:defRPr>
            </a:lvl9pPr>
          </a:lstStyle>
          <a:p xmlns:a="http://schemas.openxmlformats.org/drawingml/2006/main">
            <a:pPr algn="ctr">
              <a:buNone/>
              <a:defRPr sz="1650" b="0">
                <a:solidFill>
                  <a:srgbClr val="C4483C"/>
                </a:solidFill>
                <a:latin typeface="Yu Gothic"/>
                <a:ea typeface="Yu Gothic"/>
                <a:cs typeface="Yu Gothic"/>
              </a:defRPr>
            </a:pPr>
            <a:r>
              <a:rPr sz="1650" b="0">
                <a:solidFill>
                  <a:srgbClr val="C4483C"/>
                </a:solidFill>
                <a:latin typeface="Yu Gothic"/>
                <a:ea typeface="Yu Gothic"/>
                <a:cs typeface="Yu Gothic"/>
              </a:rPr>
              <a:t>x − 0.60</a:t>
            </a:r>
          </a:p>
        </p:txBody>
      </p:sp>
      <p:sp>
        <p:nvSpPr>
          <p:cNvPr id="84" name="">
            <a:extLst xmlns:a="http://schemas.openxmlformats.org/drawingml/2006/main">
              <a:ext uri="{FF2B5EF4-FFF2-40B4-BE49-F238E27FC236}">
                <a16:creationId xmlns:a16="http://schemas.microsoft.com/office/drawing/2014/main" id="{AC0EB077-8A68-49F9-BF00-69D49E99DF63}"/>
              </a:ext>
            </a:extLst>
          </p:cNvPr>
          <p:cNvSpPr>
            <a:spLocks xmlns:a="http://schemas.openxmlformats.org/drawingml/2006/main" noGrp="1"/>
          </p:cNvSpPr>
          <p:nvPr/>
        </p:nvSpPr>
        <p:spPr>
          <a:xfrm xmlns:a="http://schemas.openxmlformats.org/drawingml/2006/main">
            <a:off x="809625" y="31718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−100x + M = 0</a:t>
            </a:r>
          </a:p>
        </p:txBody>
      </p:sp>
      <p:sp>
        <p:nvSpPr>
          <p:cNvPr id="85" name="">
            <a:extLst xmlns:a="http://schemas.openxmlformats.org/drawingml/2006/main">
              <a:ext uri="{FF2B5EF4-FFF2-40B4-BE49-F238E27FC236}">
                <a16:creationId xmlns:a16="http://schemas.microsoft.com/office/drawing/2014/main" id="{9C7F0842-3C3A-4D16-A796-6B3E5765BE6B}"/>
              </a:ext>
            </a:extLst>
          </p:cNvPr>
          <p:cNvSpPr>
            <a:spLocks xmlns:a="http://schemas.openxmlformats.org/drawingml/2006/main" noGrp="1"/>
          </p:cNvSpPr>
          <p:nvPr/>
        </p:nvSpPr>
        <p:spPr>
          <a:xfrm xmlns:a="http://schemas.openxmlformats.org/drawingml/2006/main">
            <a:off x="809625" y="35718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876A8"/>
                </a:solidFill>
                <a:latin typeface="Yu Gothic"/>
                <a:ea typeface="Yu Gothic"/>
                <a:cs typeface="Yu Gothic"/>
              </a:defRPr>
            </a:defPPr>
            <a:lvl1pPr>
              <a:buNone/>
              <a:defRPr sz="2175" b="1">
                <a:solidFill>
                  <a:srgbClr val="2876A8"/>
                </a:solidFill>
                <a:latin typeface="Yu Gothic"/>
                <a:ea typeface="Yu Gothic"/>
                <a:cs typeface="Yu Gothic"/>
              </a:defRPr>
            </a:lvl1pPr>
            <a:lvl2pPr>
              <a:buNone/>
              <a:defRPr sz="2175" b="1">
                <a:solidFill>
                  <a:srgbClr val="2876A8"/>
                </a:solidFill>
                <a:latin typeface="Yu Gothic"/>
                <a:ea typeface="Yu Gothic"/>
                <a:cs typeface="Yu Gothic"/>
              </a:defRPr>
            </a:lvl2pPr>
            <a:lvl3pPr>
              <a:buNone/>
              <a:defRPr sz="2175" b="1">
                <a:solidFill>
                  <a:srgbClr val="2876A8"/>
                </a:solidFill>
                <a:latin typeface="Yu Gothic"/>
                <a:ea typeface="Yu Gothic"/>
                <a:cs typeface="Yu Gothic"/>
              </a:defRPr>
            </a:lvl3pPr>
            <a:lvl4pPr>
              <a:buNone/>
              <a:defRPr sz="2175" b="1">
                <a:solidFill>
                  <a:srgbClr val="2876A8"/>
                </a:solidFill>
                <a:latin typeface="Yu Gothic"/>
                <a:ea typeface="Yu Gothic"/>
                <a:cs typeface="Yu Gothic"/>
              </a:defRPr>
            </a:lvl4pPr>
            <a:lvl5pPr>
              <a:buNone/>
              <a:defRPr sz="2175" b="1">
                <a:solidFill>
                  <a:srgbClr val="2876A8"/>
                </a:solidFill>
                <a:latin typeface="Yu Gothic"/>
                <a:ea typeface="Yu Gothic"/>
                <a:cs typeface="Yu Gothic"/>
              </a:defRPr>
            </a:lvl5pPr>
            <a:lvl6pPr>
              <a:buNone/>
              <a:defRPr sz="2175" b="1">
                <a:solidFill>
                  <a:srgbClr val="2876A8"/>
                </a:solidFill>
                <a:latin typeface="Yu Gothic"/>
                <a:ea typeface="Yu Gothic"/>
                <a:cs typeface="Yu Gothic"/>
              </a:defRPr>
            </a:lvl6pPr>
            <a:lvl7pPr>
              <a:buNone/>
              <a:defRPr sz="2175" b="1">
                <a:solidFill>
                  <a:srgbClr val="2876A8"/>
                </a:solidFill>
                <a:latin typeface="Yu Gothic"/>
                <a:ea typeface="Yu Gothic"/>
                <a:cs typeface="Yu Gothic"/>
              </a:defRPr>
            </a:lvl7pPr>
            <a:lvl8pPr>
              <a:buNone/>
              <a:defRPr sz="2175" b="1">
                <a:solidFill>
                  <a:srgbClr val="2876A8"/>
                </a:solidFill>
                <a:latin typeface="Yu Gothic"/>
                <a:ea typeface="Yu Gothic"/>
                <a:cs typeface="Yu Gothic"/>
              </a:defRPr>
            </a:lvl8pPr>
            <a:lvl9pPr>
              <a:buNone/>
              <a:defRPr sz="2175" b="1">
                <a:solidFill>
                  <a:srgbClr val="2876A8"/>
                </a:solidFill>
                <a:latin typeface="Yu Gothic"/>
                <a:ea typeface="Yu Gothic"/>
                <a:cs typeface="Yu Gothic"/>
              </a:defRPr>
            </a:lvl9pPr>
          </a:lstStyle>
          <a:p xmlns:a="http://schemas.openxmlformats.org/drawingml/2006/main">
            <a:pPr>
              <a:buNone/>
              <a:defRPr sz="2175" b="1">
                <a:solidFill>
                  <a:srgbClr val="2876A8"/>
                </a:solidFill>
                <a:latin typeface="Yu Gothic"/>
                <a:ea typeface="Yu Gothic"/>
                <a:cs typeface="Yu Gothic"/>
              </a:defRPr>
            </a:pPr>
            <a:r>
              <a:rPr sz="2175" b="1">
                <a:solidFill>
                  <a:srgbClr val="2876A8"/>
                </a:solidFill>
                <a:latin typeface="Yu Gothic"/>
                <a:ea typeface="Yu Gothic"/>
                <a:cs typeface="Yu Gothic"/>
              </a:rPr>
              <a:t>M = 100x</a:t>
            </a:r>
          </a:p>
        </p:txBody>
      </p:sp>
      <p:sp>
        <p:nvSpPr>
          <p:cNvPr id="86" name="">
            <a:extLst xmlns:a="http://schemas.openxmlformats.org/drawingml/2006/main">
              <a:ext uri="{FF2B5EF4-FFF2-40B4-BE49-F238E27FC236}">
                <a16:creationId xmlns:a16="http://schemas.microsoft.com/office/drawing/2014/main" id="{838720C6-D6F9-46E6-A3E3-4262F423AA01}"/>
              </a:ext>
            </a:extLst>
          </p:cNvPr>
          <p:cNvSpPr>
            <a:spLocks xmlns:a="http://schemas.openxmlformats.org/drawingml/2006/main" noGrp="1"/>
          </p:cNvSpPr>
          <p:nvPr/>
        </p:nvSpPr>
        <p:spPr>
          <a:xfrm xmlns:a="http://schemas.openxmlformats.org/drawingml/2006/main">
            <a:off x="6762750" y="37147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−100x + 200(x−0.60) + M = 0</a:t>
            </a:r>
          </a:p>
        </p:txBody>
      </p:sp>
      <p:graphicFrame>
        <p:nvGraphicFramePr>
          <p:cNvPr id="87" name="Chart">
            <a:extLst xmlns:a="http://schemas.openxmlformats.org/drawingml/2006/main">
              <a:ext uri="{FF2B5EF4-FFF2-40B4-BE49-F238E27FC236}">
                <a16:creationId xmlns:a16="http://schemas.microsoft.com/office/drawing/2014/main" id="{5EF9A214-8B5A-46A7-BDD6-F94E556C4C23}"/>
              </a:ext>
            </a:extLst>
          </p:cNvPr>
          <p:cNvGraphicFramePr/>
          <p:nvPr/>
        </p:nvGraphicFramePr>
        <p:xfrm>
          <a:off xmlns:a="http://schemas.openxmlformats.org/drawingml/2006/main" x="809625" y="4067175"/>
          <a:ext xmlns:a="http://schemas.openxmlformats.org/drawingml/2006/main" cx="7524750" cy="1666875"/>
        </p:xfrm>
        <a:graphic xmlns:a="http://schemas.openxmlformats.org/drawingml/2006/main">
          <a:graphicData uri="http://schemas.openxmlformats.org/drawingml/2006/chart">
            <c:chart xmlns:r="http://schemas.openxmlformats.org/officeDocument/2006/relationships" xmlns:c="http://schemas.openxmlformats.org/drawingml/2006/chart" r:id="R8733b6917eff480c"/>
          </a:graphicData>
        </a:graphic>
      </p:graphicFrame>
      <p:sp>
        <p:nvSpPr>
          <p:cNvPr id="88" name="">
            <a:extLst xmlns:a="http://schemas.openxmlformats.org/drawingml/2006/main">
              <a:ext uri="{FF2B5EF4-FFF2-40B4-BE49-F238E27FC236}">
                <a16:creationId xmlns:a16="http://schemas.microsoft.com/office/drawing/2014/main" id="{F901DDDB-2165-488E-A9E1-6B01FA447833}"/>
              </a:ext>
            </a:extLst>
          </p:cNvPr>
          <p:cNvSpPr>
            <a:spLocks xmlns:a="http://schemas.openxmlformats.org/drawingml/2006/main" noGrp="1"/>
          </p:cNvSpPr>
          <p:nvPr/>
        </p:nvSpPr>
        <p:spPr>
          <a:xfrm xmlns:a="http://schemas.openxmlformats.org/drawingml/2006/main">
            <a:off x="8334375" y="4191000"/>
            <a:ext cx="319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buNone/>
              <a:defRPr sz="2100" b="1">
                <a:solidFill>
                  <a:srgbClr val="2876A8"/>
                </a:solidFill>
                <a:latin typeface="Yu Gothic"/>
                <a:ea typeface="Yu Gothic"/>
                <a:cs typeface="Yu Gothic"/>
              </a:defRPr>
            </a:lvl1pPr>
            <a:lvl2pPr>
              <a:buNone/>
              <a:defRPr sz="2100" b="1">
                <a:solidFill>
                  <a:srgbClr val="2876A8"/>
                </a:solidFill>
                <a:latin typeface="Yu Gothic"/>
                <a:ea typeface="Yu Gothic"/>
                <a:cs typeface="Yu Gothic"/>
              </a:defRPr>
            </a:lvl2pPr>
            <a:lvl3pPr>
              <a:buNone/>
              <a:defRPr sz="2100" b="1">
                <a:solidFill>
                  <a:srgbClr val="2876A8"/>
                </a:solidFill>
                <a:latin typeface="Yu Gothic"/>
                <a:ea typeface="Yu Gothic"/>
                <a:cs typeface="Yu Gothic"/>
              </a:defRPr>
            </a:lvl3pPr>
            <a:lvl4pPr>
              <a:buNone/>
              <a:defRPr sz="2100" b="1">
                <a:solidFill>
                  <a:srgbClr val="2876A8"/>
                </a:solidFill>
                <a:latin typeface="Yu Gothic"/>
                <a:ea typeface="Yu Gothic"/>
                <a:cs typeface="Yu Gothic"/>
              </a:defRPr>
            </a:lvl4pPr>
            <a:lvl5pPr>
              <a:buNone/>
              <a:defRPr sz="2100" b="1">
                <a:solidFill>
                  <a:srgbClr val="2876A8"/>
                </a:solidFill>
                <a:latin typeface="Yu Gothic"/>
                <a:ea typeface="Yu Gothic"/>
                <a:cs typeface="Yu Gothic"/>
              </a:defRPr>
            </a:lvl5pPr>
            <a:lvl6pPr>
              <a:buNone/>
              <a:defRPr sz="2100" b="1">
                <a:solidFill>
                  <a:srgbClr val="2876A8"/>
                </a:solidFill>
                <a:latin typeface="Yu Gothic"/>
                <a:ea typeface="Yu Gothic"/>
                <a:cs typeface="Yu Gothic"/>
              </a:defRPr>
            </a:lvl6pPr>
            <a:lvl7pPr>
              <a:buNone/>
              <a:defRPr sz="2100" b="1">
                <a:solidFill>
                  <a:srgbClr val="2876A8"/>
                </a:solidFill>
                <a:latin typeface="Yu Gothic"/>
                <a:ea typeface="Yu Gothic"/>
                <a:cs typeface="Yu Gothic"/>
              </a:defRPr>
            </a:lvl7pPr>
            <a:lvl8pPr>
              <a:buNone/>
              <a:defRPr sz="2100" b="1">
                <a:solidFill>
                  <a:srgbClr val="2876A8"/>
                </a:solidFill>
                <a:latin typeface="Yu Gothic"/>
                <a:ea typeface="Yu Gothic"/>
                <a:cs typeface="Yu Gothic"/>
              </a:defRPr>
            </a:lvl8pPr>
            <a:lvl9pPr>
              <a:buNone/>
              <a:defRPr sz="2100" b="1">
                <a:solidFill>
                  <a:srgbClr val="2876A8"/>
                </a:solidFill>
                <a:latin typeface="Yu Gothic"/>
                <a:ea typeface="Yu Gothic"/>
                <a:cs typeface="Yu Gothic"/>
              </a:defRPr>
            </a:lvl9pPr>
          </a:lstStyle>
          <a:p xmlns:a="http://schemas.openxmlformats.org/drawingml/2006/main">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M = 120 − 100x</a:t>
            </a:r>
          </a:p>
        </p:txBody>
      </p:sp>
      <p:sp>
        <p:nvSpPr>
          <p:cNvPr id="89" name="">
            <a:extLst xmlns:a="http://schemas.openxmlformats.org/drawingml/2006/main">
              <a:ext uri="{FF2B5EF4-FFF2-40B4-BE49-F238E27FC236}">
                <a16:creationId xmlns:a16="http://schemas.microsoft.com/office/drawing/2014/main" id="{5BC535E4-276E-4A77-95A7-6DFC6EC5052D}"/>
              </a:ext>
            </a:extLst>
          </p:cNvPr>
          <p:cNvSpPr>
            <a:spLocks xmlns:a="http://schemas.openxmlformats.org/drawingml/2006/main" noGrp="1"/>
          </p:cNvSpPr>
          <p:nvPr/>
        </p:nvSpPr>
        <p:spPr>
          <a:xfrm xmlns:a="http://schemas.openxmlformats.org/drawingml/2006/main">
            <a:off x="8667750" y="4762500"/>
            <a:ext cx="2905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最大60 N·m</a:t>
            </a:r>
          </a:p>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両支点でM = 0</a:t>
            </a:r>
          </a:p>
        </p:txBody>
      </p:sp>
      <p:sp>
        <p:nvSpPr>
          <p:cNvPr id="90" name="">
            <a:extLst xmlns:a="http://schemas.openxmlformats.org/drawingml/2006/main">
              <a:ext uri="{FF2B5EF4-FFF2-40B4-BE49-F238E27FC236}">
                <a16:creationId xmlns:a16="http://schemas.microsoft.com/office/drawing/2014/main" id="{0354083E-FBAD-4BC9-8553-B220596D7F00}"/>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xの単位はm、力はN。各区間の式が荷重点で同じ60 N·mを与える。</a:t>
            </a:r>
          </a:p>
        </p:txBody>
      </p:sp>
    </p:spTree>
    <p:extLst>
      <p:ext uri="{BB962C8B-B14F-4D97-AF65-F5344CB8AC3E}">
        <p14:creationId xmlns:p14="http://schemas.microsoft.com/office/powerpoint/2010/main" val="104310531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F102E887-548E-472B-A76E-BE80D774B291}"/>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はり・SFD・BMDを、同じ位置で読む</a:t>
            </a:r>
          </a:p>
        </p:txBody>
      </p:sp>
      <p:cxnSp>
        <p:nvCxnSpPr>
          <p:cNvPr id="2" name="">
            <a:extLst xmlns:a="http://schemas.openxmlformats.org/drawingml/2006/main">
              <a:ext uri="{FF2B5EF4-FFF2-40B4-BE49-F238E27FC236}">
                <a16:creationId xmlns:a16="http://schemas.microsoft.com/office/drawing/2014/main" id="{2CA5C1A8-6820-4308-9301-B0BC0C25015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52384C4B-163C-4342-AB2C-D0BD407ABB99}"/>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26770887-DFF5-47F3-92D7-81939ED39E05}"/>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21 / 49</a:t>
            </a:r>
          </a:p>
        </p:txBody>
      </p:sp>
      <p:sp>
        <p:nvSpPr>
          <p:cNvPr id="5" name="">
            <a:extLst xmlns:a="http://schemas.openxmlformats.org/drawingml/2006/main">
              <a:ext uri="{FF2B5EF4-FFF2-40B4-BE49-F238E27FC236}">
                <a16:creationId xmlns:a16="http://schemas.microsoft.com/office/drawing/2014/main" id="{BF500ED5-B7E9-4D2B-8913-35E63D1B687C}"/>
              </a:ext>
            </a:extLst>
          </p:cNvPr>
          <p:cNvSpPr>
            <a:spLocks xmlns:a="http://schemas.openxmlformats.org/drawingml/2006/main" noGrp="1"/>
          </p:cNvSpPr>
          <p:nvPr/>
        </p:nvSpPr>
        <p:spPr>
          <a:xfrm xmlns:a="http://schemas.openxmlformats.org/drawingml/2006/main">
            <a:off x="1571625" y="2238375"/>
            <a:ext cx="6191250" cy="171450"/>
          </a:xfrm>
          <a:prstGeom xmlns:a="http://schemas.openxmlformats.org/drawingml/2006/main" prst="rect">
            <a:avLst/>
          </a:prstGeom>
          <a:solidFill xmlns:a="http://schemas.openxmlformats.org/drawingml/2006/main">
            <a:srgbClr val="E3EBF1"/>
          </a:solidFill>
          <a:ln xmlns:a="http://schemas.openxmlformats.org/drawingml/2006/main" w="13335">
            <a:solidFill>
              <a:srgbClr val="18364F"/>
            </a:solidFill>
          </a:ln>
        </p:spPr>
      </p:sp>
      <p:sp>
        <p:nvSpPr>
          <p:cNvPr id="6" name="">
            <a:extLst xmlns:a="http://schemas.openxmlformats.org/drawingml/2006/main">
              <a:ext uri="{FF2B5EF4-FFF2-40B4-BE49-F238E27FC236}">
                <a16:creationId xmlns:a16="http://schemas.microsoft.com/office/drawing/2014/main" id="{CC776698-99AE-4D08-B289-7C611CBB9672}"/>
              </a:ext>
            </a:extLst>
          </p:cNvPr>
          <p:cNvSpPr>
            <a:spLocks xmlns:a="http://schemas.openxmlformats.org/drawingml/2006/main" noGrp="1"/>
          </p:cNvSpPr>
          <p:nvPr/>
        </p:nvSpPr>
        <p:spPr>
          <a:xfrm xmlns:a="http://schemas.openxmlformats.org/drawingml/2006/main">
            <a:off x="1390650" y="2409825"/>
            <a:ext cx="361950" cy="295275"/>
          </a:xfrm>
          <a:custGeom xmlns:a="http://schemas.openxmlformats.org/drawingml/2006/main">
            <a:pathLst>
              <a:path w="361950" h="295275">
                <a:moveTo>
                  <a:pt x="180975" y="0"/>
                </a:moveTo>
                <a:lnTo>
                  <a:pt x="0" y="295275"/>
                </a:lnTo>
                <a:lnTo>
                  <a:pt x="361950" y="295275"/>
                </a:lnTo>
                <a:close/>
              </a:path>
            </a:pathLst>
          </a:custGeom>
          <a:solidFill xmlns:a="http://schemas.openxmlformats.org/drawingml/2006/main">
            <a:srgbClr val="EDF2F6"/>
          </a:solidFill>
          <a:ln xmlns:a="http://schemas.openxmlformats.org/drawingml/2006/main" w="19050">
            <a:solidFill>
              <a:srgbClr val="245C98"/>
            </a:solidFill>
          </a:ln>
        </p:spPr>
      </p:sp>
      <p:cxnSp>
        <p:nvCxnSpPr>
          <p:cNvPr id="7" name="">
            <a:extLst xmlns:a="http://schemas.openxmlformats.org/drawingml/2006/main">
              <a:ext uri="{FF2B5EF4-FFF2-40B4-BE49-F238E27FC236}">
                <a16:creationId xmlns:a16="http://schemas.microsoft.com/office/drawing/2014/main" id="{C25B31C8-5ECE-4B9F-B127-24C31CC08AD7}"/>
              </a:ext>
            </a:extLst>
          </p:cNvPr>
          <p:cNvCxnSpPr/>
          <p:nvPr/>
        </p:nvCxnSpPr>
        <p:spPr>
          <a:xfrm xmlns:a="http://schemas.openxmlformats.org/drawingml/2006/main" flipH="0" flipV="0">
            <a:off x="1238250" y="2743200"/>
            <a:ext cx="666750" cy="0"/>
          </a:xfrm>
          <a:prstGeom xmlns:a="http://schemas.openxmlformats.org/drawingml/2006/main" prst="straightConnector1">
            <a:avLst/>
          </a:prstGeom>
          <a:ln xmlns:a="http://schemas.openxmlformats.org/drawingml/2006/main" w="19050">
            <a:solidFill>
              <a:srgbClr val="5D6C78"/>
            </a:solidFill>
            <a:prstDash val="solid"/>
          </a:ln>
        </p:spPr>
      </p:cxnSp>
      <p:sp>
        <p:nvSpPr>
          <p:cNvPr id="8" name="">
            <a:extLst xmlns:a="http://schemas.openxmlformats.org/drawingml/2006/main">
              <a:ext uri="{FF2B5EF4-FFF2-40B4-BE49-F238E27FC236}">
                <a16:creationId xmlns:a16="http://schemas.microsoft.com/office/drawing/2014/main" id="{5FA12F71-73F4-4ADD-8BCF-4CCEA0C6122C}"/>
              </a:ext>
            </a:extLst>
          </p:cNvPr>
          <p:cNvSpPr>
            <a:spLocks xmlns:a="http://schemas.openxmlformats.org/drawingml/2006/main" noGrp="1"/>
          </p:cNvSpPr>
          <p:nvPr/>
        </p:nvSpPr>
        <p:spPr>
          <a:xfrm xmlns:a="http://schemas.openxmlformats.org/drawingml/2006/main">
            <a:off x="7581900" y="2409825"/>
            <a:ext cx="361950" cy="295275"/>
          </a:xfrm>
          <a:custGeom xmlns:a="http://schemas.openxmlformats.org/drawingml/2006/main">
            <a:pathLst>
              <a:path w="361950" h="295275">
                <a:moveTo>
                  <a:pt x="180975" y="0"/>
                </a:moveTo>
                <a:lnTo>
                  <a:pt x="0" y="295275"/>
                </a:lnTo>
                <a:lnTo>
                  <a:pt x="361950" y="295275"/>
                </a:lnTo>
                <a:close/>
              </a:path>
            </a:pathLst>
          </a:custGeom>
          <a:solidFill xmlns:a="http://schemas.openxmlformats.org/drawingml/2006/main">
            <a:srgbClr val="EDF2F6"/>
          </a:solidFill>
          <a:ln xmlns:a="http://schemas.openxmlformats.org/drawingml/2006/main" w="19050">
            <a:solidFill>
              <a:srgbClr val="245C98"/>
            </a:solidFill>
          </a:ln>
        </p:spPr>
      </p:sp>
      <p:sp>
        <p:nvSpPr>
          <p:cNvPr id="9" name="">
            <a:extLst xmlns:a="http://schemas.openxmlformats.org/drawingml/2006/main">
              <a:ext uri="{FF2B5EF4-FFF2-40B4-BE49-F238E27FC236}">
                <a16:creationId xmlns:a16="http://schemas.microsoft.com/office/drawing/2014/main" id="{C8DCC80E-5A97-4B6D-8EA3-88123A61795D}"/>
              </a:ext>
            </a:extLst>
          </p:cNvPr>
          <p:cNvSpPr>
            <a:spLocks xmlns:a="http://schemas.openxmlformats.org/drawingml/2006/main" noGrp="1"/>
          </p:cNvSpPr>
          <p:nvPr/>
        </p:nvSpPr>
        <p:spPr>
          <a:xfrm xmlns:a="http://schemas.openxmlformats.org/drawingml/2006/main">
            <a:off x="7629525" y="2714625"/>
            <a:ext cx="95250" cy="95250"/>
          </a:xfrm>
          <a:prstGeom xmlns:a="http://schemas.openxmlformats.org/drawingml/2006/main" prst="ellipse">
            <a:avLst/>
          </a:prstGeom>
          <a:solidFill xmlns:a="http://schemas.openxmlformats.org/drawingml/2006/main">
            <a:srgbClr val="EDF2F6"/>
          </a:solidFill>
          <a:ln xmlns:a="http://schemas.openxmlformats.org/drawingml/2006/main" w="19050">
            <a:solidFill>
              <a:srgbClr val="C8D3DD"/>
            </a:solidFill>
          </a:ln>
        </p:spPr>
      </p:sp>
      <p:sp>
        <p:nvSpPr>
          <p:cNvPr id="10" name="">
            <a:extLst xmlns:a="http://schemas.openxmlformats.org/drawingml/2006/main">
              <a:ext uri="{FF2B5EF4-FFF2-40B4-BE49-F238E27FC236}">
                <a16:creationId xmlns:a16="http://schemas.microsoft.com/office/drawing/2014/main" id="{37EB7E20-27A0-4FEF-B3C4-415A66D203E2}"/>
              </a:ext>
            </a:extLst>
          </p:cNvPr>
          <p:cNvSpPr>
            <a:spLocks xmlns:a="http://schemas.openxmlformats.org/drawingml/2006/main" noGrp="1"/>
          </p:cNvSpPr>
          <p:nvPr/>
        </p:nvSpPr>
        <p:spPr>
          <a:xfrm xmlns:a="http://schemas.openxmlformats.org/drawingml/2006/main">
            <a:off x="7800975" y="2714625"/>
            <a:ext cx="95250" cy="95250"/>
          </a:xfrm>
          <a:prstGeom xmlns:a="http://schemas.openxmlformats.org/drawingml/2006/main" prst="ellipse">
            <a:avLst/>
          </a:prstGeom>
          <a:solidFill xmlns:a="http://schemas.openxmlformats.org/drawingml/2006/main">
            <a:srgbClr val="EDF2F6"/>
          </a:solidFill>
          <a:ln xmlns:a="http://schemas.openxmlformats.org/drawingml/2006/main" w="19050">
            <a:solidFill>
              <a:srgbClr val="C8D3DD"/>
            </a:solidFill>
          </a:ln>
        </p:spPr>
      </p:sp>
      <p:cxnSp>
        <p:nvCxnSpPr>
          <p:cNvPr id="11" name="">
            <a:extLst xmlns:a="http://schemas.openxmlformats.org/drawingml/2006/main">
              <a:ext uri="{FF2B5EF4-FFF2-40B4-BE49-F238E27FC236}">
                <a16:creationId xmlns:a16="http://schemas.microsoft.com/office/drawing/2014/main" id="{A3E72C0C-496A-43E7-8217-267E8E0B1DAC}"/>
              </a:ext>
            </a:extLst>
          </p:cNvPr>
          <p:cNvCxnSpPr/>
          <p:nvPr/>
        </p:nvCxnSpPr>
        <p:spPr>
          <a:xfrm xmlns:a="http://schemas.openxmlformats.org/drawingml/2006/main" flipH="0" flipV="0">
            <a:off x="7429500" y="2828925"/>
            <a:ext cx="666750" cy="0"/>
          </a:xfrm>
          <a:prstGeom xmlns:a="http://schemas.openxmlformats.org/drawingml/2006/main" prst="straightConnector1">
            <a:avLst/>
          </a:prstGeom>
          <a:ln xmlns:a="http://schemas.openxmlformats.org/drawingml/2006/main" w="19050">
            <a:solidFill>
              <a:srgbClr val="5D6C78"/>
            </a:solidFill>
            <a:prstDash val="solid"/>
          </a:ln>
        </p:spPr>
      </p:cxnSp>
      <p:cxnSp>
        <p:nvCxnSpPr>
          <p:cNvPr id="12" name="">
            <a:extLst xmlns:a="http://schemas.openxmlformats.org/drawingml/2006/main">
              <a:ext uri="{FF2B5EF4-FFF2-40B4-BE49-F238E27FC236}">
                <a16:creationId xmlns:a16="http://schemas.microsoft.com/office/drawing/2014/main" id="{1F6FA662-3E16-4D00-AB6F-692711DF19A4}"/>
              </a:ext>
            </a:extLst>
          </p:cNvPr>
          <p:cNvCxnSpPr/>
          <p:nvPr/>
        </p:nvCxnSpPr>
        <p:spPr>
          <a:xfrm xmlns:a="http://schemas.openxmlformats.org/drawingml/2006/main" flipH="0" flipV="0">
            <a:off x="4667250" y="1762125"/>
            <a:ext cx="0" cy="438150"/>
          </a:xfrm>
          <a:prstGeom xmlns:a="http://schemas.openxmlformats.org/drawingml/2006/main" prst="straightConnector1">
            <a:avLst/>
          </a:prstGeom>
          <a:ln xmlns:a="http://schemas.openxmlformats.org/drawingml/2006/main" w="38100">
            <a:solidFill>
              <a:srgbClr val="C53D3D"/>
            </a:solidFill>
            <a:tailEnd type="triangle" w="med" len="med"/>
          </a:ln>
        </p:spPr>
      </p:cxnSp>
      <p:sp>
        <p:nvSpPr>
          <p:cNvPr id="13" name="">
            <a:extLst xmlns:a="http://schemas.openxmlformats.org/drawingml/2006/main">
              <a:ext uri="{FF2B5EF4-FFF2-40B4-BE49-F238E27FC236}">
                <a16:creationId xmlns:a16="http://schemas.microsoft.com/office/drawing/2014/main" id="{422247FF-7915-4792-B056-BDF5887E90CB}"/>
              </a:ext>
            </a:extLst>
          </p:cNvPr>
          <p:cNvSpPr>
            <a:spLocks xmlns:a="http://schemas.openxmlformats.org/drawingml/2006/main" noGrp="1"/>
          </p:cNvSpPr>
          <p:nvPr/>
        </p:nvSpPr>
        <p:spPr>
          <a:xfrm xmlns:a="http://schemas.openxmlformats.org/drawingml/2006/main">
            <a:off x="3619500" y="12858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C53D3D"/>
                </a:solidFill>
                <a:latin typeface="Yu Gothic"/>
                <a:ea typeface="Yu Gothic"/>
                <a:cs typeface="Yu Gothic"/>
              </a:defRPr>
            </a:defPPr>
            <a:lvl1pPr algn="ctr">
              <a:buNone/>
              <a:defRPr sz="2250" b="1">
                <a:solidFill>
                  <a:srgbClr val="C53D3D"/>
                </a:solidFill>
                <a:latin typeface="Yu Gothic"/>
                <a:ea typeface="Yu Gothic"/>
                <a:cs typeface="Yu Gothic"/>
              </a:defRPr>
            </a:lvl1pPr>
            <a:lvl2pPr algn="ctr">
              <a:buNone/>
              <a:defRPr sz="2250" b="1">
                <a:solidFill>
                  <a:srgbClr val="C53D3D"/>
                </a:solidFill>
                <a:latin typeface="Yu Gothic"/>
                <a:ea typeface="Yu Gothic"/>
                <a:cs typeface="Yu Gothic"/>
              </a:defRPr>
            </a:lvl2pPr>
            <a:lvl3pPr algn="ctr">
              <a:buNone/>
              <a:defRPr sz="2250" b="1">
                <a:solidFill>
                  <a:srgbClr val="C53D3D"/>
                </a:solidFill>
                <a:latin typeface="Yu Gothic"/>
                <a:ea typeface="Yu Gothic"/>
                <a:cs typeface="Yu Gothic"/>
              </a:defRPr>
            </a:lvl3pPr>
            <a:lvl4pPr algn="ctr">
              <a:buNone/>
              <a:defRPr sz="2250" b="1">
                <a:solidFill>
                  <a:srgbClr val="C53D3D"/>
                </a:solidFill>
                <a:latin typeface="Yu Gothic"/>
                <a:ea typeface="Yu Gothic"/>
                <a:cs typeface="Yu Gothic"/>
              </a:defRPr>
            </a:lvl4pPr>
            <a:lvl5pPr algn="ctr">
              <a:buNone/>
              <a:defRPr sz="2250" b="1">
                <a:solidFill>
                  <a:srgbClr val="C53D3D"/>
                </a:solidFill>
                <a:latin typeface="Yu Gothic"/>
                <a:ea typeface="Yu Gothic"/>
                <a:cs typeface="Yu Gothic"/>
              </a:defRPr>
            </a:lvl5pPr>
            <a:lvl6pPr algn="ctr">
              <a:buNone/>
              <a:defRPr sz="2250" b="1">
                <a:solidFill>
                  <a:srgbClr val="C53D3D"/>
                </a:solidFill>
                <a:latin typeface="Yu Gothic"/>
                <a:ea typeface="Yu Gothic"/>
                <a:cs typeface="Yu Gothic"/>
              </a:defRPr>
            </a:lvl6pPr>
            <a:lvl7pPr algn="ctr">
              <a:buNone/>
              <a:defRPr sz="2250" b="1">
                <a:solidFill>
                  <a:srgbClr val="C53D3D"/>
                </a:solidFill>
                <a:latin typeface="Yu Gothic"/>
                <a:ea typeface="Yu Gothic"/>
                <a:cs typeface="Yu Gothic"/>
              </a:defRPr>
            </a:lvl7pPr>
            <a:lvl8pPr algn="ctr">
              <a:buNone/>
              <a:defRPr sz="2250" b="1">
                <a:solidFill>
                  <a:srgbClr val="C53D3D"/>
                </a:solidFill>
                <a:latin typeface="Yu Gothic"/>
                <a:ea typeface="Yu Gothic"/>
                <a:cs typeface="Yu Gothic"/>
              </a:defRPr>
            </a:lvl8pPr>
            <a:lvl9pPr algn="ctr">
              <a:buNone/>
              <a:defRPr sz="2250" b="1">
                <a:solidFill>
                  <a:srgbClr val="C53D3D"/>
                </a:solidFill>
                <a:latin typeface="Yu Gothic"/>
                <a:ea typeface="Yu Gothic"/>
                <a:cs typeface="Yu Gothic"/>
              </a:defRPr>
            </a:lvl9pPr>
          </a:lstStyle>
          <a:p xmlns:a="http://schemas.openxmlformats.org/drawingml/2006/main">
            <a:pPr algn="ctr">
              <a:buNone/>
              <a:defRPr sz="2250" b="1">
                <a:solidFill>
                  <a:srgbClr val="C53D3D"/>
                </a:solidFill>
                <a:latin typeface="Yu Gothic"/>
                <a:ea typeface="Yu Gothic"/>
                <a:cs typeface="Yu Gothic"/>
              </a:defRPr>
            </a:pPr>
            <a:r>
              <a:rPr sz="2250" b="1">
                <a:solidFill>
                  <a:srgbClr val="C53D3D"/>
                </a:solidFill>
                <a:latin typeface="Yu Gothic"/>
                <a:ea typeface="Yu Gothic"/>
                <a:cs typeface="Yu Gothic"/>
              </a:rPr>
              <a:t>200 N</a:t>
            </a:r>
          </a:p>
        </p:txBody>
      </p:sp>
      <p:sp>
        <p:nvSpPr>
          <p:cNvPr id="14" name="">
            <a:extLst xmlns:a="http://schemas.openxmlformats.org/drawingml/2006/main">
              <a:ext uri="{FF2B5EF4-FFF2-40B4-BE49-F238E27FC236}">
                <a16:creationId xmlns:a16="http://schemas.microsoft.com/office/drawing/2014/main" id="{158889F6-12CE-46B1-B300-3481AC84C649}"/>
              </a:ext>
            </a:extLst>
          </p:cNvPr>
          <p:cNvSpPr>
            <a:spLocks xmlns:a="http://schemas.openxmlformats.org/drawingml/2006/main" noGrp="1"/>
          </p:cNvSpPr>
          <p:nvPr/>
        </p:nvSpPr>
        <p:spPr>
          <a:xfrm xmlns:a="http://schemas.openxmlformats.org/drawingml/2006/main">
            <a:off x="1000125" y="2428875"/>
            <a:ext cx="333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245C98"/>
                </a:solidFill>
                <a:latin typeface="Yu Gothic"/>
                <a:ea typeface="Yu Gothic"/>
                <a:cs typeface="Yu Gothic"/>
              </a:defRPr>
            </a:defPPr>
            <a:lvl1pPr algn="l">
              <a:buNone/>
              <a:defRPr sz="1875" b="1">
                <a:solidFill>
                  <a:srgbClr val="245C98"/>
                </a:solidFill>
                <a:latin typeface="Yu Gothic"/>
                <a:ea typeface="Yu Gothic"/>
                <a:cs typeface="Yu Gothic"/>
              </a:defRPr>
            </a:lvl1pPr>
            <a:lvl2pPr algn="l">
              <a:buNone/>
              <a:defRPr sz="1875" b="1">
                <a:solidFill>
                  <a:srgbClr val="245C98"/>
                </a:solidFill>
                <a:latin typeface="Yu Gothic"/>
                <a:ea typeface="Yu Gothic"/>
                <a:cs typeface="Yu Gothic"/>
              </a:defRPr>
            </a:lvl2pPr>
            <a:lvl3pPr algn="l">
              <a:buNone/>
              <a:defRPr sz="1875" b="1">
                <a:solidFill>
                  <a:srgbClr val="245C98"/>
                </a:solidFill>
                <a:latin typeface="Yu Gothic"/>
                <a:ea typeface="Yu Gothic"/>
                <a:cs typeface="Yu Gothic"/>
              </a:defRPr>
            </a:lvl3pPr>
            <a:lvl4pPr algn="l">
              <a:buNone/>
              <a:defRPr sz="1875" b="1">
                <a:solidFill>
                  <a:srgbClr val="245C98"/>
                </a:solidFill>
                <a:latin typeface="Yu Gothic"/>
                <a:ea typeface="Yu Gothic"/>
                <a:cs typeface="Yu Gothic"/>
              </a:defRPr>
            </a:lvl4pPr>
            <a:lvl5pPr algn="l">
              <a:buNone/>
              <a:defRPr sz="1875" b="1">
                <a:solidFill>
                  <a:srgbClr val="245C98"/>
                </a:solidFill>
                <a:latin typeface="Yu Gothic"/>
                <a:ea typeface="Yu Gothic"/>
                <a:cs typeface="Yu Gothic"/>
              </a:defRPr>
            </a:lvl5pPr>
            <a:lvl6pPr algn="l">
              <a:buNone/>
              <a:defRPr sz="1875" b="1">
                <a:solidFill>
                  <a:srgbClr val="245C98"/>
                </a:solidFill>
                <a:latin typeface="Yu Gothic"/>
                <a:ea typeface="Yu Gothic"/>
                <a:cs typeface="Yu Gothic"/>
              </a:defRPr>
            </a:lvl6pPr>
            <a:lvl7pPr algn="l">
              <a:buNone/>
              <a:defRPr sz="1875" b="1">
                <a:solidFill>
                  <a:srgbClr val="245C98"/>
                </a:solidFill>
                <a:latin typeface="Yu Gothic"/>
                <a:ea typeface="Yu Gothic"/>
                <a:cs typeface="Yu Gothic"/>
              </a:defRPr>
            </a:lvl7pPr>
            <a:lvl8pPr algn="l">
              <a:buNone/>
              <a:defRPr sz="1875" b="1">
                <a:solidFill>
                  <a:srgbClr val="245C98"/>
                </a:solidFill>
                <a:latin typeface="Yu Gothic"/>
                <a:ea typeface="Yu Gothic"/>
                <a:cs typeface="Yu Gothic"/>
              </a:defRPr>
            </a:lvl8pPr>
            <a:lvl9pPr algn="l">
              <a:buNone/>
              <a:defRPr sz="1875" b="1">
                <a:solidFill>
                  <a:srgbClr val="245C98"/>
                </a:solidFill>
                <a:latin typeface="Yu Gothic"/>
                <a:ea typeface="Yu Gothic"/>
                <a:cs typeface="Yu Gothic"/>
              </a:defRPr>
            </a:lvl9pPr>
          </a:lstStyle>
          <a:p xmlns:a="http://schemas.openxmlformats.org/drawingml/2006/main">
            <a:pPr algn="l">
              <a:buNone/>
              <a:defRPr sz="1875" b="1">
                <a:solidFill>
                  <a:srgbClr val="245C98"/>
                </a:solidFill>
                <a:latin typeface="Yu Gothic"/>
                <a:ea typeface="Yu Gothic"/>
                <a:cs typeface="Yu Gothic"/>
              </a:defRPr>
            </a:pPr>
            <a:r>
              <a:rPr sz="1875" b="1">
                <a:solidFill>
                  <a:srgbClr val="245C98"/>
                </a:solidFill>
                <a:latin typeface="Yu Gothic"/>
                <a:ea typeface="Yu Gothic"/>
                <a:cs typeface="Yu Gothic"/>
              </a:rPr>
              <a:t>A</a:t>
            </a:r>
          </a:p>
        </p:txBody>
      </p:sp>
      <p:sp>
        <p:nvSpPr>
          <p:cNvPr id="15" name="">
            <a:extLst xmlns:a="http://schemas.openxmlformats.org/drawingml/2006/main">
              <a:ext uri="{FF2B5EF4-FFF2-40B4-BE49-F238E27FC236}">
                <a16:creationId xmlns:a16="http://schemas.microsoft.com/office/drawing/2014/main" id="{9421A52B-63D6-4FA0-B8E6-6053A7C3CCD0}"/>
              </a:ext>
            </a:extLst>
          </p:cNvPr>
          <p:cNvSpPr>
            <a:spLocks xmlns:a="http://schemas.openxmlformats.org/drawingml/2006/main" noGrp="1"/>
          </p:cNvSpPr>
          <p:nvPr/>
        </p:nvSpPr>
        <p:spPr>
          <a:xfrm xmlns:a="http://schemas.openxmlformats.org/drawingml/2006/main">
            <a:off x="8001000" y="2428875"/>
            <a:ext cx="333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245C98"/>
                </a:solidFill>
                <a:latin typeface="Yu Gothic"/>
                <a:ea typeface="Yu Gothic"/>
                <a:cs typeface="Yu Gothic"/>
              </a:defRPr>
            </a:defPPr>
            <a:lvl1pPr algn="l">
              <a:buNone/>
              <a:defRPr sz="1875" b="1">
                <a:solidFill>
                  <a:srgbClr val="245C98"/>
                </a:solidFill>
                <a:latin typeface="Yu Gothic"/>
                <a:ea typeface="Yu Gothic"/>
                <a:cs typeface="Yu Gothic"/>
              </a:defRPr>
            </a:lvl1pPr>
            <a:lvl2pPr algn="l">
              <a:buNone/>
              <a:defRPr sz="1875" b="1">
                <a:solidFill>
                  <a:srgbClr val="245C98"/>
                </a:solidFill>
                <a:latin typeface="Yu Gothic"/>
                <a:ea typeface="Yu Gothic"/>
                <a:cs typeface="Yu Gothic"/>
              </a:defRPr>
            </a:lvl2pPr>
            <a:lvl3pPr algn="l">
              <a:buNone/>
              <a:defRPr sz="1875" b="1">
                <a:solidFill>
                  <a:srgbClr val="245C98"/>
                </a:solidFill>
                <a:latin typeface="Yu Gothic"/>
                <a:ea typeface="Yu Gothic"/>
                <a:cs typeface="Yu Gothic"/>
              </a:defRPr>
            </a:lvl3pPr>
            <a:lvl4pPr algn="l">
              <a:buNone/>
              <a:defRPr sz="1875" b="1">
                <a:solidFill>
                  <a:srgbClr val="245C98"/>
                </a:solidFill>
                <a:latin typeface="Yu Gothic"/>
                <a:ea typeface="Yu Gothic"/>
                <a:cs typeface="Yu Gothic"/>
              </a:defRPr>
            </a:lvl4pPr>
            <a:lvl5pPr algn="l">
              <a:buNone/>
              <a:defRPr sz="1875" b="1">
                <a:solidFill>
                  <a:srgbClr val="245C98"/>
                </a:solidFill>
                <a:latin typeface="Yu Gothic"/>
                <a:ea typeface="Yu Gothic"/>
                <a:cs typeface="Yu Gothic"/>
              </a:defRPr>
            </a:lvl5pPr>
            <a:lvl6pPr algn="l">
              <a:buNone/>
              <a:defRPr sz="1875" b="1">
                <a:solidFill>
                  <a:srgbClr val="245C98"/>
                </a:solidFill>
                <a:latin typeface="Yu Gothic"/>
                <a:ea typeface="Yu Gothic"/>
                <a:cs typeface="Yu Gothic"/>
              </a:defRPr>
            </a:lvl6pPr>
            <a:lvl7pPr algn="l">
              <a:buNone/>
              <a:defRPr sz="1875" b="1">
                <a:solidFill>
                  <a:srgbClr val="245C98"/>
                </a:solidFill>
                <a:latin typeface="Yu Gothic"/>
                <a:ea typeface="Yu Gothic"/>
                <a:cs typeface="Yu Gothic"/>
              </a:defRPr>
            </a:lvl7pPr>
            <a:lvl8pPr algn="l">
              <a:buNone/>
              <a:defRPr sz="1875" b="1">
                <a:solidFill>
                  <a:srgbClr val="245C98"/>
                </a:solidFill>
                <a:latin typeface="Yu Gothic"/>
                <a:ea typeface="Yu Gothic"/>
                <a:cs typeface="Yu Gothic"/>
              </a:defRPr>
            </a:lvl8pPr>
            <a:lvl9pPr algn="l">
              <a:buNone/>
              <a:defRPr sz="1875" b="1">
                <a:solidFill>
                  <a:srgbClr val="245C98"/>
                </a:solidFill>
                <a:latin typeface="Yu Gothic"/>
                <a:ea typeface="Yu Gothic"/>
                <a:cs typeface="Yu Gothic"/>
              </a:defRPr>
            </a:lvl9pPr>
          </a:lstStyle>
          <a:p xmlns:a="http://schemas.openxmlformats.org/drawingml/2006/main">
            <a:pPr algn="l">
              <a:buNone/>
              <a:defRPr sz="1875" b="1">
                <a:solidFill>
                  <a:srgbClr val="245C98"/>
                </a:solidFill>
                <a:latin typeface="Yu Gothic"/>
                <a:ea typeface="Yu Gothic"/>
                <a:cs typeface="Yu Gothic"/>
              </a:defRPr>
            </a:pPr>
            <a:r>
              <a:rPr sz="1875" b="1">
                <a:solidFill>
                  <a:srgbClr val="245C98"/>
                </a:solidFill>
                <a:latin typeface="Yu Gothic"/>
                <a:ea typeface="Yu Gothic"/>
                <a:cs typeface="Yu Gothic"/>
              </a:rPr>
              <a:t>B</a:t>
            </a:r>
          </a:p>
        </p:txBody>
      </p:sp>
      <p:sp>
        <p:nvSpPr>
          <p:cNvPr id="16" name="">
            <a:extLst xmlns:a="http://schemas.openxmlformats.org/drawingml/2006/main">
              <a:ext uri="{FF2B5EF4-FFF2-40B4-BE49-F238E27FC236}">
                <a16:creationId xmlns:a16="http://schemas.microsoft.com/office/drawing/2014/main" id="{DF991335-94A9-4479-8864-91EFEF92EC66}"/>
              </a:ext>
            </a:extLst>
          </p:cNvPr>
          <p:cNvSpPr>
            <a:spLocks xmlns:a="http://schemas.openxmlformats.org/drawingml/2006/main" noGrp="1"/>
          </p:cNvSpPr>
          <p:nvPr/>
        </p:nvSpPr>
        <p:spPr>
          <a:xfrm xmlns:a="http://schemas.openxmlformats.org/drawingml/2006/main">
            <a:off x="8572500" y="1762125"/>
            <a:ext cx="2933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8364F"/>
                </a:solidFill>
                <a:latin typeface="Yu Gothic"/>
                <a:ea typeface="Yu Gothic"/>
                <a:cs typeface="Yu Gothic"/>
              </a:defRPr>
            </a:defPPr>
            <a:lvl1pPr algn="l">
              <a:buNone/>
              <a:defRPr sz="2100" b="1">
                <a:solidFill>
                  <a:srgbClr val="18364F"/>
                </a:solidFill>
                <a:latin typeface="Yu Gothic"/>
                <a:ea typeface="Yu Gothic"/>
                <a:cs typeface="Yu Gothic"/>
              </a:defRPr>
            </a:lvl1pPr>
            <a:lvl2pPr algn="l">
              <a:buNone/>
              <a:defRPr sz="2100" b="1">
                <a:solidFill>
                  <a:srgbClr val="18364F"/>
                </a:solidFill>
                <a:latin typeface="Yu Gothic"/>
                <a:ea typeface="Yu Gothic"/>
                <a:cs typeface="Yu Gothic"/>
              </a:defRPr>
            </a:lvl2pPr>
            <a:lvl3pPr algn="l">
              <a:buNone/>
              <a:defRPr sz="2100" b="1">
                <a:solidFill>
                  <a:srgbClr val="18364F"/>
                </a:solidFill>
                <a:latin typeface="Yu Gothic"/>
                <a:ea typeface="Yu Gothic"/>
                <a:cs typeface="Yu Gothic"/>
              </a:defRPr>
            </a:lvl3pPr>
            <a:lvl4pPr algn="l">
              <a:buNone/>
              <a:defRPr sz="2100" b="1">
                <a:solidFill>
                  <a:srgbClr val="18364F"/>
                </a:solidFill>
                <a:latin typeface="Yu Gothic"/>
                <a:ea typeface="Yu Gothic"/>
                <a:cs typeface="Yu Gothic"/>
              </a:defRPr>
            </a:lvl4pPr>
            <a:lvl5pPr algn="l">
              <a:buNone/>
              <a:defRPr sz="2100" b="1">
                <a:solidFill>
                  <a:srgbClr val="18364F"/>
                </a:solidFill>
                <a:latin typeface="Yu Gothic"/>
                <a:ea typeface="Yu Gothic"/>
                <a:cs typeface="Yu Gothic"/>
              </a:defRPr>
            </a:lvl5pPr>
            <a:lvl6pPr algn="l">
              <a:buNone/>
              <a:defRPr sz="2100" b="1">
                <a:solidFill>
                  <a:srgbClr val="18364F"/>
                </a:solidFill>
                <a:latin typeface="Yu Gothic"/>
                <a:ea typeface="Yu Gothic"/>
                <a:cs typeface="Yu Gothic"/>
              </a:defRPr>
            </a:lvl6pPr>
            <a:lvl7pPr algn="l">
              <a:buNone/>
              <a:defRPr sz="2100" b="1">
                <a:solidFill>
                  <a:srgbClr val="18364F"/>
                </a:solidFill>
                <a:latin typeface="Yu Gothic"/>
                <a:ea typeface="Yu Gothic"/>
                <a:cs typeface="Yu Gothic"/>
              </a:defRPr>
            </a:lvl7pPr>
            <a:lvl8pPr algn="l">
              <a:buNone/>
              <a:defRPr sz="2100" b="1">
                <a:solidFill>
                  <a:srgbClr val="18364F"/>
                </a:solidFill>
                <a:latin typeface="Yu Gothic"/>
                <a:ea typeface="Yu Gothic"/>
                <a:cs typeface="Yu Gothic"/>
              </a:defRPr>
            </a:lvl8pPr>
            <a:lvl9pPr algn="l">
              <a:buNone/>
              <a:defRPr sz="2100" b="1">
                <a:solidFill>
                  <a:srgbClr val="18364F"/>
                </a:solidFill>
                <a:latin typeface="Yu Gothic"/>
                <a:ea typeface="Yu Gothic"/>
                <a:cs typeface="Yu Gothic"/>
              </a:defRPr>
            </a:lvl9pPr>
          </a:lstStyle>
          <a:p xmlns:a="http://schemas.openxmlformats.org/drawingml/2006/main">
            <a:pPr algn="l">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L = 1.2 m</a:t>
            </a:r>
          </a:p>
        </p:txBody>
      </p:sp>
      <p:cxnSp>
        <p:nvCxnSpPr>
          <p:cNvPr id="17" name="">
            <a:extLst xmlns:a="http://schemas.openxmlformats.org/drawingml/2006/main">
              <a:ext uri="{FF2B5EF4-FFF2-40B4-BE49-F238E27FC236}">
                <a16:creationId xmlns:a16="http://schemas.microsoft.com/office/drawing/2014/main" id="{AB3927B6-CAE8-4CBE-B97D-6ACA7DE6C866}"/>
              </a:ext>
            </a:extLst>
          </p:cNvPr>
          <p:cNvCxnSpPr/>
          <p:nvPr/>
        </p:nvCxnSpPr>
        <p:spPr>
          <a:xfrm xmlns:a="http://schemas.openxmlformats.org/drawingml/2006/main" flipH="0" flipV="0">
            <a:off x="1571625" y="3714750"/>
            <a:ext cx="6381750" cy="0"/>
          </a:xfrm>
          <a:prstGeom xmlns:a="http://schemas.openxmlformats.org/drawingml/2006/main" prst="straightConnector1">
            <a:avLst/>
          </a:prstGeom>
          <a:ln xmlns:a="http://schemas.openxmlformats.org/drawingml/2006/main" w="17145">
            <a:solidFill>
              <a:srgbClr val="5D6C78"/>
            </a:solidFill>
            <a:tailEnd type="triangle" w="med" len="med"/>
          </a:ln>
        </p:spPr>
      </p:cxnSp>
      <p:cxnSp>
        <p:nvCxnSpPr>
          <p:cNvPr id="18" name="">
            <a:extLst xmlns:a="http://schemas.openxmlformats.org/drawingml/2006/main">
              <a:ext uri="{FF2B5EF4-FFF2-40B4-BE49-F238E27FC236}">
                <a16:creationId xmlns:a16="http://schemas.microsoft.com/office/drawing/2014/main" id="{6F1AD4D5-8803-4C92-99F0-365F0DA8DB64}"/>
              </a:ext>
            </a:extLst>
          </p:cNvPr>
          <p:cNvCxnSpPr/>
          <p:nvPr/>
        </p:nvCxnSpPr>
        <p:spPr>
          <a:xfrm xmlns:a="http://schemas.openxmlformats.org/drawingml/2006/main" flipH="0" flipV="0">
            <a:off x="1571625" y="3286125"/>
            <a:ext cx="0" cy="857250"/>
          </a:xfrm>
          <a:prstGeom xmlns:a="http://schemas.openxmlformats.org/drawingml/2006/main" prst="straightConnector1">
            <a:avLst/>
          </a:prstGeom>
          <a:ln xmlns:a="http://schemas.openxmlformats.org/drawingml/2006/main" w="14288">
            <a:solidFill>
              <a:srgbClr val="5D6C78"/>
            </a:solidFill>
            <a:prstDash val="solid"/>
          </a:ln>
        </p:spPr>
      </p:cxnSp>
      <p:sp>
        <p:nvSpPr>
          <p:cNvPr id="19" name="">
            <a:extLst xmlns:a="http://schemas.openxmlformats.org/drawingml/2006/main">
              <a:ext uri="{FF2B5EF4-FFF2-40B4-BE49-F238E27FC236}">
                <a16:creationId xmlns:a16="http://schemas.microsoft.com/office/drawing/2014/main" id="{A47D8222-4310-44D7-8D12-F0DBB87EC334}"/>
              </a:ext>
            </a:extLst>
          </p:cNvPr>
          <p:cNvSpPr>
            <a:spLocks xmlns:a="http://schemas.openxmlformats.org/drawingml/2006/main" noGrp="1"/>
          </p:cNvSpPr>
          <p:nvPr/>
        </p:nvSpPr>
        <p:spPr>
          <a:xfrm xmlns:a="http://schemas.openxmlformats.org/drawingml/2006/main">
            <a:off x="1209675" y="3543300"/>
            <a:ext cx="266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xmlns:a="http://schemas.openxmlformats.org/drawingml/2006/main">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0</a:t>
            </a:r>
          </a:p>
        </p:txBody>
      </p:sp>
      <p:sp>
        <p:nvSpPr>
          <p:cNvPr id="20" name="">
            <a:extLst xmlns:a="http://schemas.openxmlformats.org/drawingml/2006/main">
              <a:ext uri="{FF2B5EF4-FFF2-40B4-BE49-F238E27FC236}">
                <a16:creationId xmlns:a16="http://schemas.microsoft.com/office/drawing/2014/main" id="{5F5A9B2A-8184-4490-9F56-408F5B9A9883}"/>
              </a:ext>
            </a:extLst>
          </p:cNvPr>
          <p:cNvSpPr>
            <a:spLocks xmlns:a="http://schemas.openxmlformats.org/drawingml/2006/main" noGrp="1"/>
          </p:cNvSpPr>
          <p:nvPr/>
        </p:nvSpPr>
        <p:spPr>
          <a:xfrm xmlns:a="http://schemas.openxmlformats.org/drawingml/2006/main">
            <a:off x="666750" y="29527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8364F"/>
                </a:solidFill>
                <a:latin typeface="Yu Gothic"/>
                <a:ea typeface="Yu Gothic"/>
                <a:cs typeface="Yu Gothic"/>
              </a:defRPr>
            </a:defPPr>
            <a:lvl1pPr algn="l">
              <a:buNone/>
              <a:defRPr sz="1800" b="1">
                <a:solidFill>
                  <a:srgbClr val="18364F"/>
                </a:solidFill>
                <a:latin typeface="Yu Gothic"/>
                <a:ea typeface="Yu Gothic"/>
                <a:cs typeface="Yu Gothic"/>
              </a:defRPr>
            </a:lvl1pPr>
            <a:lvl2pPr algn="l">
              <a:buNone/>
              <a:defRPr sz="1800" b="1">
                <a:solidFill>
                  <a:srgbClr val="18364F"/>
                </a:solidFill>
                <a:latin typeface="Yu Gothic"/>
                <a:ea typeface="Yu Gothic"/>
                <a:cs typeface="Yu Gothic"/>
              </a:defRPr>
            </a:lvl2pPr>
            <a:lvl3pPr algn="l">
              <a:buNone/>
              <a:defRPr sz="1800" b="1">
                <a:solidFill>
                  <a:srgbClr val="18364F"/>
                </a:solidFill>
                <a:latin typeface="Yu Gothic"/>
                <a:ea typeface="Yu Gothic"/>
                <a:cs typeface="Yu Gothic"/>
              </a:defRPr>
            </a:lvl3pPr>
            <a:lvl4pPr algn="l">
              <a:buNone/>
              <a:defRPr sz="1800" b="1">
                <a:solidFill>
                  <a:srgbClr val="18364F"/>
                </a:solidFill>
                <a:latin typeface="Yu Gothic"/>
                <a:ea typeface="Yu Gothic"/>
                <a:cs typeface="Yu Gothic"/>
              </a:defRPr>
            </a:lvl4pPr>
            <a:lvl5pPr algn="l">
              <a:buNone/>
              <a:defRPr sz="1800" b="1">
                <a:solidFill>
                  <a:srgbClr val="18364F"/>
                </a:solidFill>
                <a:latin typeface="Yu Gothic"/>
                <a:ea typeface="Yu Gothic"/>
                <a:cs typeface="Yu Gothic"/>
              </a:defRPr>
            </a:lvl5pPr>
            <a:lvl6pPr algn="l">
              <a:buNone/>
              <a:defRPr sz="1800" b="1">
                <a:solidFill>
                  <a:srgbClr val="18364F"/>
                </a:solidFill>
                <a:latin typeface="Yu Gothic"/>
                <a:ea typeface="Yu Gothic"/>
                <a:cs typeface="Yu Gothic"/>
              </a:defRPr>
            </a:lvl6pPr>
            <a:lvl7pPr algn="l">
              <a:buNone/>
              <a:defRPr sz="1800" b="1">
                <a:solidFill>
                  <a:srgbClr val="18364F"/>
                </a:solidFill>
                <a:latin typeface="Yu Gothic"/>
                <a:ea typeface="Yu Gothic"/>
                <a:cs typeface="Yu Gothic"/>
              </a:defRPr>
            </a:lvl7pPr>
            <a:lvl8pPr algn="l">
              <a:buNone/>
              <a:defRPr sz="1800" b="1">
                <a:solidFill>
                  <a:srgbClr val="18364F"/>
                </a:solidFill>
                <a:latin typeface="Yu Gothic"/>
                <a:ea typeface="Yu Gothic"/>
                <a:cs typeface="Yu Gothic"/>
              </a:defRPr>
            </a:lvl8pPr>
            <a:lvl9pPr algn="l">
              <a:buNone/>
              <a:defRPr sz="1800" b="1">
                <a:solidFill>
                  <a:srgbClr val="18364F"/>
                </a:solidFill>
                <a:latin typeface="Yu Gothic"/>
                <a:ea typeface="Yu Gothic"/>
                <a:cs typeface="Yu Gothic"/>
              </a:defRPr>
            </a:lvl9pPr>
          </a:lstStyle>
          <a:p xmlns:a="http://schemas.openxmlformats.org/drawingml/2006/main">
            <a:pPr algn="l">
              <a:buNone/>
              <a:defRPr sz="1800" b="1">
                <a:solidFill>
                  <a:srgbClr val="18364F"/>
                </a:solidFill>
                <a:latin typeface="Yu Gothic"/>
                <a:ea typeface="Yu Gothic"/>
                <a:cs typeface="Yu Gothic"/>
              </a:defRPr>
            </a:pPr>
            <a:r>
              <a:rPr sz="1800" b="1">
                <a:solidFill>
                  <a:srgbClr val="18364F"/>
                </a:solidFill>
                <a:latin typeface="Yu Gothic"/>
                <a:ea typeface="Yu Gothic"/>
                <a:cs typeface="Yu Gothic"/>
              </a:rPr>
              <a:t>V / N</a:t>
            </a:r>
          </a:p>
        </p:txBody>
      </p:sp>
      <p:sp>
        <p:nvSpPr>
          <p:cNvPr id="21" name="">
            <a:extLst xmlns:a="http://schemas.openxmlformats.org/drawingml/2006/main">
              <a:ext uri="{FF2B5EF4-FFF2-40B4-BE49-F238E27FC236}">
                <a16:creationId xmlns:a16="http://schemas.microsoft.com/office/drawing/2014/main" id="{A1F23D41-2D9D-4CE0-899F-1370B0A433A2}"/>
              </a:ext>
            </a:extLst>
          </p:cNvPr>
          <p:cNvSpPr>
            <a:spLocks xmlns:a="http://schemas.openxmlformats.org/drawingml/2006/main" noGrp="1"/>
          </p:cNvSpPr>
          <p:nvPr/>
        </p:nvSpPr>
        <p:spPr>
          <a:xfrm xmlns:a="http://schemas.openxmlformats.org/drawingml/2006/main">
            <a:off x="8010525" y="354330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xmlns:a="http://schemas.openxmlformats.org/drawingml/2006/main">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x / m</a:t>
            </a:r>
          </a:p>
        </p:txBody>
      </p:sp>
      <p:sp>
        <p:nvSpPr>
          <p:cNvPr id="22" name="">
            <a:extLst xmlns:a="http://schemas.openxmlformats.org/drawingml/2006/main">
              <a:ext uri="{FF2B5EF4-FFF2-40B4-BE49-F238E27FC236}">
                <a16:creationId xmlns:a16="http://schemas.microsoft.com/office/drawing/2014/main" id="{85B88E7D-44C2-4C8C-A1C6-E286624EF211}"/>
              </a:ext>
            </a:extLst>
          </p:cNvPr>
          <p:cNvSpPr>
            <a:spLocks xmlns:a="http://schemas.openxmlformats.org/drawingml/2006/main" noGrp="1"/>
          </p:cNvSpPr>
          <p:nvPr/>
        </p:nvSpPr>
        <p:spPr>
          <a:xfrm xmlns:a="http://schemas.openxmlformats.org/drawingml/2006/main">
            <a:off x="1571625" y="3286125"/>
            <a:ext cx="6191250" cy="857250"/>
          </a:xfrm>
          <a:custGeom xmlns:a="http://schemas.openxmlformats.org/drawingml/2006/main">
            <a:pathLst>
              <a:path w="6191250" h="857250">
                <a:moveTo>
                  <a:pt x="0" y="428625"/>
                </a:moveTo>
                <a:lnTo>
                  <a:pt x="0" y="0"/>
                </a:lnTo>
                <a:lnTo>
                  <a:pt x="3095625" y="0"/>
                </a:lnTo>
                <a:lnTo>
                  <a:pt x="3095625" y="857250"/>
                </a:lnTo>
                <a:lnTo>
                  <a:pt x="6191250" y="857250"/>
                </a:lnTo>
                <a:lnTo>
                  <a:pt x="6191250" y="428625"/>
                </a:lnTo>
              </a:path>
            </a:pathLst>
          </a:custGeom>
          <a:noFill xmlns:a="http://schemas.openxmlformats.org/drawingml/2006/main"/>
          <a:ln xmlns:a="http://schemas.openxmlformats.org/drawingml/2006/main" w="38100">
            <a:solidFill>
              <a:srgbClr val="7352A3"/>
            </a:solidFill>
          </a:ln>
        </p:spPr>
      </p:sp>
      <p:sp>
        <p:nvSpPr>
          <p:cNvPr id="23" name="">
            <a:extLst xmlns:a="http://schemas.openxmlformats.org/drawingml/2006/main">
              <a:ext uri="{FF2B5EF4-FFF2-40B4-BE49-F238E27FC236}">
                <a16:creationId xmlns:a16="http://schemas.microsoft.com/office/drawing/2014/main" id="{8C6951C8-E545-46F4-9B13-6BC5B0FD2D9A}"/>
              </a:ext>
            </a:extLst>
          </p:cNvPr>
          <p:cNvSpPr>
            <a:spLocks xmlns:a="http://schemas.openxmlformats.org/drawingml/2006/main" noGrp="1"/>
          </p:cNvSpPr>
          <p:nvPr/>
        </p:nvSpPr>
        <p:spPr>
          <a:xfrm xmlns:a="http://schemas.openxmlformats.org/drawingml/2006/main">
            <a:off x="1514475" y="2905125"/>
            <a:ext cx="1104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7352A3"/>
                </a:solidFill>
                <a:latin typeface="Yu Gothic"/>
                <a:ea typeface="Yu Gothic"/>
                <a:cs typeface="Yu Gothic"/>
              </a:defRPr>
            </a:defPPr>
            <a:lvl1pPr algn="ctr">
              <a:buNone/>
              <a:defRPr sz="1800" b="1">
                <a:solidFill>
                  <a:srgbClr val="7352A3"/>
                </a:solidFill>
                <a:latin typeface="Yu Gothic"/>
                <a:ea typeface="Yu Gothic"/>
                <a:cs typeface="Yu Gothic"/>
              </a:defRPr>
            </a:lvl1pPr>
            <a:lvl2pPr algn="ctr">
              <a:buNone/>
              <a:defRPr sz="1800" b="1">
                <a:solidFill>
                  <a:srgbClr val="7352A3"/>
                </a:solidFill>
                <a:latin typeface="Yu Gothic"/>
                <a:ea typeface="Yu Gothic"/>
                <a:cs typeface="Yu Gothic"/>
              </a:defRPr>
            </a:lvl2pPr>
            <a:lvl3pPr algn="ctr">
              <a:buNone/>
              <a:defRPr sz="1800" b="1">
                <a:solidFill>
                  <a:srgbClr val="7352A3"/>
                </a:solidFill>
                <a:latin typeface="Yu Gothic"/>
                <a:ea typeface="Yu Gothic"/>
                <a:cs typeface="Yu Gothic"/>
              </a:defRPr>
            </a:lvl3pPr>
            <a:lvl4pPr algn="ctr">
              <a:buNone/>
              <a:defRPr sz="1800" b="1">
                <a:solidFill>
                  <a:srgbClr val="7352A3"/>
                </a:solidFill>
                <a:latin typeface="Yu Gothic"/>
                <a:ea typeface="Yu Gothic"/>
                <a:cs typeface="Yu Gothic"/>
              </a:defRPr>
            </a:lvl4pPr>
            <a:lvl5pPr algn="ctr">
              <a:buNone/>
              <a:defRPr sz="1800" b="1">
                <a:solidFill>
                  <a:srgbClr val="7352A3"/>
                </a:solidFill>
                <a:latin typeface="Yu Gothic"/>
                <a:ea typeface="Yu Gothic"/>
                <a:cs typeface="Yu Gothic"/>
              </a:defRPr>
            </a:lvl5pPr>
            <a:lvl6pPr algn="ctr">
              <a:buNone/>
              <a:defRPr sz="1800" b="1">
                <a:solidFill>
                  <a:srgbClr val="7352A3"/>
                </a:solidFill>
                <a:latin typeface="Yu Gothic"/>
                <a:ea typeface="Yu Gothic"/>
                <a:cs typeface="Yu Gothic"/>
              </a:defRPr>
            </a:lvl6pPr>
            <a:lvl7pPr algn="ctr">
              <a:buNone/>
              <a:defRPr sz="1800" b="1">
                <a:solidFill>
                  <a:srgbClr val="7352A3"/>
                </a:solidFill>
                <a:latin typeface="Yu Gothic"/>
                <a:ea typeface="Yu Gothic"/>
                <a:cs typeface="Yu Gothic"/>
              </a:defRPr>
            </a:lvl7pPr>
            <a:lvl8pPr algn="ctr">
              <a:buNone/>
              <a:defRPr sz="1800" b="1">
                <a:solidFill>
                  <a:srgbClr val="7352A3"/>
                </a:solidFill>
                <a:latin typeface="Yu Gothic"/>
                <a:ea typeface="Yu Gothic"/>
                <a:cs typeface="Yu Gothic"/>
              </a:defRPr>
            </a:lvl8pPr>
            <a:lvl9pPr algn="ctr">
              <a:buNone/>
              <a:defRPr sz="1800" b="1">
                <a:solidFill>
                  <a:srgbClr val="7352A3"/>
                </a:solidFill>
                <a:latin typeface="Yu Gothic"/>
                <a:ea typeface="Yu Gothic"/>
                <a:cs typeface="Yu Gothic"/>
              </a:defRPr>
            </a:lvl9pPr>
          </a:lstStyle>
          <a:p xmlns:a="http://schemas.openxmlformats.org/drawingml/2006/main">
            <a:pPr algn="ctr">
              <a:buNone/>
              <a:defRPr sz="1800" b="1">
                <a:solidFill>
                  <a:srgbClr val="7352A3"/>
                </a:solidFill>
                <a:latin typeface="Yu Gothic"/>
                <a:ea typeface="Yu Gothic"/>
                <a:cs typeface="Yu Gothic"/>
              </a:defRPr>
            </a:pPr>
            <a:r>
              <a:rPr sz="1800" b="1">
                <a:solidFill>
                  <a:srgbClr val="7352A3"/>
                </a:solidFill>
                <a:latin typeface="Yu Gothic"/>
                <a:ea typeface="Yu Gothic"/>
                <a:cs typeface="Yu Gothic"/>
              </a:rPr>
              <a:t>+100</a:t>
            </a:r>
          </a:p>
        </p:txBody>
      </p:sp>
      <p:sp>
        <p:nvSpPr>
          <p:cNvPr id="24" name="">
            <a:extLst xmlns:a="http://schemas.openxmlformats.org/drawingml/2006/main">
              <a:ext uri="{FF2B5EF4-FFF2-40B4-BE49-F238E27FC236}">
                <a16:creationId xmlns:a16="http://schemas.microsoft.com/office/drawing/2014/main" id="{E3B642AD-16E3-4335-90E8-5A5F75FCE79A}"/>
              </a:ext>
            </a:extLst>
          </p:cNvPr>
          <p:cNvSpPr>
            <a:spLocks xmlns:a="http://schemas.openxmlformats.org/drawingml/2006/main" noGrp="1"/>
          </p:cNvSpPr>
          <p:nvPr/>
        </p:nvSpPr>
        <p:spPr>
          <a:xfrm xmlns:a="http://schemas.openxmlformats.org/drawingml/2006/main">
            <a:off x="6591300" y="4143375"/>
            <a:ext cx="1104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7352A3"/>
                </a:solidFill>
                <a:latin typeface="Yu Gothic"/>
                <a:ea typeface="Yu Gothic"/>
                <a:cs typeface="Yu Gothic"/>
              </a:defRPr>
            </a:defPPr>
            <a:lvl1pPr algn="ctr">
              <a:buNone/>
              <a:defRPr sz="1800" b="1">
                <a:solidFill>
                  <a:srgbClr val="7352A3"/>
                </a:solidFill>
                <a:latin typeface="Yu Gothic"/>
                <a:ea typeface="Yu Gothic"/>
                <a:cs typeface="Yu Gothic"/>
              </a:defRPr>
            </a:lvl1pPr>
            <a:lvl2pPr algn="ctr">
              <a:buNone/>
              <a:defRPr sz="1800" b="1">
                <a:solidFill>
                  <a:srgbClr val="7352A3"/>
                </a:solidFill>
                <a:latin typeface="Yu Gothic"/>
                <a:ea typeface="Yu Gothic"/>
                <a:cs typeface="Yu Gothic"/>
              </a:defRPr>
            </a:lvl2pPr>
            <a:lvl3pPr algn="ctr">
              <a:buNone/>
              <a:defRPr sz="1800" b="1">
                <a:solidFill>
                  <a:srgbClr val="7352A3"/>
                </a:solidFill>
                <a:latin typeface="Yu Gothic"/>
                <a:ea typeface="Yu Gothic"/>
                <a:cs typeface="Yu Gothic"/>
              </a:defRPr>
            </a:lvl3pPr>
            <a:lvl4pPr algn="ctr">
              <a:buNone/>
              <a:defRPr sz="1800" b="1">
                <a:solidFill>
                  <a:srgbClr val="7352A3"/>
                </a:solidFill>
                <a:latin typeface="Yu Gothic"/>
                <a:ea typeface="Yu Gothic"/>
                <a:cs typeface="Yu Gothic"/>
              </a:defRPr>
            </a:lvl4pPr>
            <a:lvl5pPr algn="ctr">
              <a:buNone/>
              <a:defRPr sz="1800" b="1">
                <a:solidFill>
                  <a:srgbClr val="7352A3"/>
                </a:solidFill>
                <a:latin typeface="Yu Gothic"/>
                <a:ea typeface="Yu Gothic"/>
                <a:cs typeface="Yu Gothic"/>
              </a:defRPr>
            </a:lvl5pPr>
            <a:lvl6pPr algn="ctr">
              <a:buNone/>
              <a:defRPr sz="1800" b="1">
                <a:solidFill>
                  <a:srgbClr val="7352A3"/>
                </a:solidFill>
                <a:latin typeface="Yu Gothic"/>
                <a:ea typeface="Yu Gothic"/>
                <a:cs typeface="Yu Gothic"/>
              </a:defRPr>
            </a:lvl6pPr>
            <a:lvl7pPr algn="ctr">
              <a:buNone/>
              <a:defRPr sz="1800" b="1">
                <a:solidFill>
                  <a:srgbClr val="7352A3"/>
                </a:solidFill>
                <a:latin typeface="Yu Gothic"/>
                <a:ea typeface="Yu Gothic"/>
                <a:cs typeface="Yu Gothic"/>
              </a:defRPr>
            </a:lvl7pPr>
            <a:lvl8pPr algn="ctr">
              <a:buNone/>
              <a:defRPr sz="1800" b="1">
                <a:solidFill>
                  <a:srgbClr val="7352A3"/>
                </a:solidFill>
                <a:latin typeface="Yu Gothic"/>
                <a:ea typeface="Yu Gothic"/>
                <a:cs typeface="Yu Gothic"/>
              </a:defRPr>
            </a:lvl8pPr>
            <a:lvl9pPr algn="ctr">
              <a:buNone/>
              <a:defRPr sz="1800" b="1">
                <a:solidFill>
                  <a:srgbClr val="7352A3"/>
                </a:solidFill>
                <a:latin typeface="Yu Gothic"/>
                <a:ea typeface="Yu Gothic"/>
                <a:cs typeface="Yu Gothic"/>
              </a:defRPr>
            </a:lvl9pPr>
          </a:lstStyle>
          <a:p xmlns:a="http://schemas.openxmlformats.org/drawingml/2006/main">
            <a:pPr algn="ctr">
              <a:buNone/>
              <a:defRPr sz="1800" b="1">
                <a:solidFill>
                  <a:srgbClr val="7352A3"/>
                </a:solidFill>
                <a:latin typeface="Yu Gothic"/>
                <a:ea typeface="Yu Gothic"/>
                <a:cs typeface="Yu Gothic"/>
              </a:defRPr>
            </a:pPr>
            <a:r>
              <a:rPr sz="1800" b="1">
                <a:solidFill>
                  <a:srgbClr val="7352A3"/>
                </a:solidFill>
                <a:latin typeface="Yu Gothic"/>
                <a:ea typeface="Yu Gothic"/>
                <a:cs typeface="Yu Gothic"/>
              </a:rPr>
              <a:t>−100</a:t>
            </a:r>
          </a:p>
        </p:txBody>
      </p:sp>
      <p:cxnSp>
        <p:nvCxnSpPr>
          <p:cNvPr id="25" name="">
            <a:extLst xmlns:a="http://schemas.openxmlformats.org/drawingml/2006/main">
              <a:ext uri="{FF2B5EF4-FFF2-40B4-BE49-F238E27FC236}">
                <a16:creationId xmlns:a16="http://schemas.microsoft.com/office/drawing/2014/main" id="{6C0A577F-BE31-4D8D-9D4E-B6D2D5B82FDE}"/>
              </a:ext>
            </a:extLst>
          </p:cNvPr>
          <p:cNvCxnSpPr/>
          <p:nvPr/>
        </p:nvCxnSpPr>
        <p:spPr>
          <a:xfrm xmlns:a="http://schemas.openxmlformats.org/drawingml/2006/main" flipH="0" flipV="0">
            <a:off x="1571625" y="5095875"/>
            <a:ext cx="6381750" cy="0"/>
          </a:xfrm>
          <a:prstGeom xmlns:a="http://schemas.openxmlformats.org/drawingml/2006/main" prst="straightConnector1">
            <a:avLst/>
          </a:prstGeom>
          <a:ln xmlns:a="http://schemas.openxmlformats.org/drawingml/2006/main" w="17145">
            <a:solidFill>
              <a:srgbClr val="5D6C78"/>
            </a:solidFill>
            <a:tailEnd type="triangle" w="med" len="med"/>
          </a:ln>
        </p:spPr>
      </p:cxnSp>
      <p:cxnSp>
        <p:nvCxnSpPr>
          <p:cNvPr id="26" name="">
            <a:extLst xmlns:a="http://schemas.openxmlformats.org/drawingml/2006/main">
              <a:ext uri="{FF2B5EF4-FFF2-40B4-BE49-F238E27FC236}">
                <a16:creationId xmlns:a16="http://schemas.microsoft.com/office/drawing/2014/main" id="{317B9F36-5BDE-475E-A03A-5A9A0062E979}"/>
              </a:ext>
            </a:extLst>
          </p:cNvPr>
          <p:cNvCxnSpPr/>
          <p:nvPr/>
        </p:nvCxnSpPr>
        <p:spPr>
          <a:xfrm xmlns:a="http://schemas.openxmlformats.org/drawingml/2006/main" flipH="0" flipV="0">
            <a:off x="1571625" y="4638675"/>
            <a:ext cx="0" cy="885825"/>
          </a:xfrm>
          <a:prstGeom xmlns:a="http://schemas.openxmlformats.org/drawingml/2006/main" prst="straightConnector1">
            <a:avLst/>
          </a:prstGeom>
          <a:ln xmlns:a="http://schemas.openxmlformats.org/drawingml/2006/main" w="14288">
            <a:solidFill>
              <a:srgbClr val="5D6C78"/>
            </a:solidFill>
            <a:prstDash val="solid"/>
          </a:ln>
        </p:spPr>
      </p:cxnSp>
      <p:sp>
        <p:nvSpPr>
          <p:cNvPr id="27" name="">
            <a:extLst xmlns:a="http://schemas.openxmlformats.org/drawingml/2006/main">
              <a:ext uri="{FF2B5EF4-FFF2-40B4-BE49-F238E27FC236}">
                <a16:creationId xmlns:a16="http://schemas.microsoft.com/office/drawing/2014/main" id="{8F638F2C-8E06-4E2E-9F78-24AFCE488094}"/>
              </a:ext>
            </a:extLst>
          </p:cNvPr>
          <p:cNvSpPr>
            <a:spLocks xmlns:a="http://schemas.openxmlformats.org/drawingml/2006/main" noGrp="1"/>
          </p:cNvSpPr>
          <p:nvPr/>
        </p:nvSpPr>
        <p:spPr>
          <a:xfrm xmlns:a="http://schemas.openxmlformats.org/drawingml/2006/main">
            <a:off x="1209675" y="4924425"/>
            <a:ext cx="266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xmlns:a="http://schemas.openxmlformats.org/drawingml/2006/main">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0</a:t>
            </a:r>
          </a:p>
        </p:txBody>
      </p:sp>
      <p:sp>
        <p:nvSpPr>
          <p:cNvPr id="28" name="">
            <a:extLst xmlns:a="http://schemas.openxmlformats.org/drawingml/2006/main">
              <a:ext uri="{FF2B5EF4-FFF2-40B4-BE49-F238E27FC236}">
                <a16:creationId xmlns:a16="http://schemas.microsoft.com/office/drawing/2014/main" id="{2AADEC2A-AD3C-48CE-B3D8-459AD87A1773}"/>
              </a:ext>
            </a:extLst>
          </p:cNvPr>
          <p:cNvSpPr>
            <a:spLocks xmlns:a="http://schemas.openxmlformats.org/drawingml/2006/main" noGrp="1"/>
          </p:cNvSpPr>
          <p:nvPr/>
        </p:nvSpPr>
        <p:spPr>
          <a:xfrm xmlns:a="http://schemas.openxmlformats.org/drawingml/2006/main">
            <a:off x="666750" y="43053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8364F"/>
                </a:solidFill>
                <a:latin typeface="Yu Gothic"/>
                <a:ea typeface="Yu Gothic"/>
                <a:cs typeface="Yu Gothic"/>
              </a:defRPr>
            </a:defPPr>
            <a:lvl1pPr algn="l">
              <a:buNone/>
              <a:defRPr sz="1800" b="1">
                <a:solidFill>
                  <a:srgbClr val="18364F"/>
                </a:solidFill>
                <a:latin typeface="Yu Gothic"/>
                <a:ea typeface="Yu Gothic"/>
                <a:cs typeface="Yu Gothic"/>
              </a:defRPr>
            </a:lvl1pPr>
            <a:lvl2pPr algn="l">
              <a:buNone/>
              <a:defRPr sz="1800" b="1">
                <a:solidFill>
                  <a:srgbClr val="18364F"/>
                </a:solidFill>
                <a:latin typeface="Yu Gothic"/>
                <a:ea typeface="Yu Gothic"/>
                <a:cs typeface="Yu Gothic"/>
              </a:defRPr>
            </a:lvl2pPr>
            <a:lvl3pPr algn="l">
              <a:buNone/>
              <a:defRPr sz="1800" b="1">
                <a:solidFill>
                  <a:srgbClr val="18364F"/>
                </a:solidFill>
                <a:latin typeface="Yu Gothic"/>
                <a:ea typeface="Yu Gothic"/>
                <a:cs typeface="Yu Gothic"/>
              </a:defRPr>
            </a:lvl3pPr>
            <a:lvl4pPr algn="l">
              <a:buNone/>
              <a:defRPr sz="1800" b="1">
                <a:solidFill>
                  <a:srgbClr val="18364F"/>
                </a:solidFill>
                <a:latin typeface="Yu Gothic"/>
                <a:ea typeface="Yu Gothic"/>
                <a:cs typeface="Yu Gothic"/>
              </a:defRPr>
            </a:lvl4pPr>
            <a:lvl5pPr algn="l">
              <a:buNone/>
              <a:defRPr sz="1800" b="1">
                <a:solidFill>
                  <a:srgbClr val="18364F"/>
                </a:solidFill>
                <a:latin typeface="Yu Gothic"/>
                <a:ea typeface="Yu Gothic"/>
                <a:cs typeface="Yu Gothic"/>
              </a:defRPr>
            </a:lvl5pPr>
            <a:lvl6pPr algn="l">
              <a:buNone/>
              <a:defRPr sz="1800" b="1">
                <a:solidFill>
                  <a:srgbClr val="18364F"/>
                </a:solidFill>
                <a:latin typeface="Yu Gothic"/>
                <a:ea typeface="Yu Gothic"/>
                <a:cs typeface="Yu Gothic"/>
              </a:defRPr>
            </a:lvl6pPr>
            <a:lvl7pPr algn="l">
              <a:buNone/>
              <a:defRPr sz="1800" b="1">
                <a:solidFill>
                  <a:srgbClr val="18364F"/>
                </a:solidFill>
                <a:latin typeface="Yu Gothic"/>
                <a:ea typeface="Yu Gothic"/>
                <a:cs typeface="Yu Gothic"/>
              </a:defRPr>
            </a:lvl7pPr>
            <a:lvl8pPr algn="l">
              <a:buNone/>
              <a:defRPr sz="1800" b="1">
                <a:solidFill>
                  <a:srgbClr val="18364F"/>
                </a:solidFill>
                <a:latin typeface="Yu Gothic"/>
                <a:ea typeface="Yu Gothic"/>
                <a:cs typeface="Yu Gothic"/>
              </a:defRPr>
            </a:lvl8pPr>
            <a:lvl9pPr algn="l">
              <a:buNone/>
              <a:defRPr sz="1800" b="1">
                <a:solidFill>
                  <a:srgbClr val="18364F"/>
                </a:solidFill>
                <a:latin typeface="Yu Gothic"/>
                <a:ea typeface="Yu Gothic"/>
                <a:cs typeface="Yu Gothic"/>
              </a:defRPr>
            </a:lvl9pPr>
          </a:lstStyle>
          <a:p xmlns:a="http://schemas.openxmlformats.org/drawingml/2006/main">
            <a:pPr algn="l">
              <a:buNone/>
              <a:defRPr sz="1800" b="1">
                <a:solidFill>
                  <a:srgbClr val="18364F"/>
                </a:solidFill>
                <a:latin typeface="Yu Gothic"/>
                <a:ea typeface="Yu Gothic"/>
                <a:cs typeface="Yu Gothic"/>
              </a:defRPr>
            </a:pPr>
            <a:r>
              <a:rPr sz="1800" b="1">
                <a:solidFill>
                  <a:srgbClr val="18364F"/>
                </a:solidFill>
                <a:latin typeface="Yu Gothic"/>
                <a:ea typeface="Yu Gothic"/>
                <a:cs typeface="Yu Gothic"/>
              </a:rPr>
              <a:t>M / N·m</a:t>
            </a:r>
          </a:p>
        </p:txBody>
      </p:sp>
      <p:sp>
        <p:nvSpPr>
          <p:cNvPr id="29" name="">
            <a:extLst xmlns:a="http://schemas.openxmlformats.org/drawingml/2006/main">
              <a:ext uri="{FF2B5EF4-FFF2-40B4-BE49-F238E27FC236}">
                <a16:creationId xmlns:a16="http://schemas.microsoft.com/office/drawing/2014/main" id="{036BBAAE-B21C-40FD-9FB5-E77CC1B86953}"/>
              </a:ext>
            </a:extLst>
          </p:cNvPr>
          <p:cNvSpPr>
            <a:spLocks xmlns:a="http://schemas.openxmlformats.org/drawingml/2006/main" noGrp="1"/>
          </p:cNvSpPr>
          <p:nvPr/>
        </p:nvSpPr>
        <p:spPr>
          <a:xfrm xmlns:a="http://schemas.openxmlformats.org/drawingml/2006/main">
            <a:off x="8010525" y="49244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xmlns:a="http://schemas.openxmlformats.org/drawingml/2006/main">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x / m</a:t>
            </a:r>
          </a:p>
        </p:txBody>
      </p:sp>
      <p:sp>
        <p:nvSpPr>
          <p:cNvPr id="30" name="">
            <a:extLst xmlns:a="http://schemas.openxmlformats.org/drawingml/2006/main">
              <a:ext uri="{FF2B5EF4-FFF2-40B4-BE49-F238E27FC236}">
                <a16:creationId xmlns:a16="http://schemas.microsoft.com/office/drawing/2014/main" id="{6075F660-D6F5-4C6E-A5E1-D6E880923C90}"/>
              </a:ext>
            </a:extLst>
          </p:cNvPr>
          <p:cNvSpPr>
            <a:spLocks xmlns:a="http://schemas.openxmlformats.org/drawingml/2006/main" noGrp="1"/>
          </p:cNvSpPr>
          <p:nvPr/>
        </p:nvSpPr>
        <p:spPr>
          <a:xfrm xmlns:a="http://schemas.openxmlformats.org/drawingml/2006/main">
            <a:off x="1571625" y="4638675"/>
            <a:ext cx="6191250" cy="457200"/>
          </a:xfrm>
          <a:custGeom xmlns:a="http://schemas.openxmlformats.org/drawingml/2006/main">
            <a:pathLst>
              <a:path w="6191250" h="457200">
                <a:moveTo>
                  <a:pt x="0" y="457200"/>
                </a:moveTo>
                <a:lnTo>
                  <a:pt x="3095625" y="0"/>
                </a:lnTo>
                <a:lnTo>
                  <a:pt x="6191250" y="457200"/>
                </a:lnTo>
              </a:path>
            </a:pathLst>
          </a:custGeom>
          <a:noFill xmlns:a="http://schemas.openxmlformats.org/drawingml/2006/main"/>
          <a:ln xmlns:a="http://schemas.openxmlformats.org/drawingml/2006/main" w="38100">
            <a:solidFill>
              <a:srgbClr val="226FAE"/>
            </a:solidFill>
          </a:ln>
        </p:spPr>
      </p:sp>
      <p:cxnSp>
        <p:nvCxnSpPr>
          <p:cNvPr id="31" name="">
            <a:extLst xmlns:a="http://schemas.openxmlformats.org/drawingml/2006/main">
              <a:ext uri="{FF2B5EF4-FFF2-40B4-BE49-F238E27FC236}">
                <a16:creationId xmlns:a16="http://schemas.microsoft.com/office/drawing/2014/main" id="{DC512E28-7939-4CD0-8897-2E104ED4341B}"/>
              </a:ext>
            </a:extLst>
          </p:cNvPr>
          <p:cNvCxnSpPr/>
          <p:nvPr/>
        </p:nvCxnSpPr>
        <p:spPr>
          <a:xfrm xmlns:a="http://schemas.openxmlformats.org/drawingml/2006/main" flipH="0" flipV="0">
            <a:off x="4667250" y="5048250"/>
            <a:ext cx="0" cy="95250"/>
          </a:xfrm>
          <a:prstGeom xmlns:a="http://schemas.openxmlformats.org/drawingml/2006/main" prst="straightConnector1">
            <a:avLst/>
          </a:prstGeom>
          <a:ln xmlns:a="http://schemas.openxmlformats.org/drawingml/2006/main" w="9525">
            <a:solidFill>
              <a:srgbClr val="5D6C78"/>
            </a:solidFill>
            <a:prstDash val="solid"/>
          </a:ln>
        </p:spPr>
      </p:cxnSp>
      <p:sp>
        <p:nvSpPr>
          <p:cNvPr id="32" name="">
            <a:extLst xmlns:a="http://schemas.openxmlformats.org/drawingml/2006/main">
              <a:ext uri="{FF2B5EF4-FFF2-40B4-BE49-F238E27FC236}">
                <a16:creationId xmlns:a16="http://schemas.microsoft.com/office/drawing/2014/main" id="{3292D426-63DF-4A14-A1F1-C752FE04B6B0}"/>
              </a:ext>
            </a:extLst>
          </p:cNvPr>
          <p:cNvSpPr>
            <a:spLocks xmlns:a="http://schemas.openxmlformats.org/drawingml/2006/main" noGrp="1"/>
          </p:cNvSpPr>
          <p:nvPr/>
        </p:nvSpPr>
        <p:spPr>
          <a:xfrm xmlns:a="http://schemas.openxmlformats.org/drawingml/2006/main">
            <a:off x="4238625" y="51720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5D6C78"/>
                </a:solidFill>
                <a:latin typeface="Yu Gothic"/>
                <a:ea typeface="Yu Gothic"/>
                <a:cs typeface="Yu Gothic"/>
              </a:defRPr>
            </a:defPPr>
            <a:lvl1pPr algn="ctr">
              <a:buNone/>
              <a:defRPr sz="1650" b="0">
                <a:solidFill>
                  <a:srgbClr val="5D6C78"/>
                </a:solidFill>
                <a:latin typeface="Yu Gothic"/>
                <a:ea typeface="Yu Gothic"/>
                <a:cs typeface="Yu Gothic"/>
              </a:defRPr>
            </a:lvl1pPr>
            <a:lvl2pPr algn="ctr">
              <a:buNone/>
              <a:defRPr sz="1650" b="0">
                <a:solidFill>
                  <a:srgbClr val="5D6C78"/>
                </a:solidFill>
                <a:latin typeface="Yu Gothic"/>
                <a:ea typeface="Yu Gothic"/>
                <a:cs typeface="Yu Gothic"/>
              </a:defRPr>
            </a:lvl2pPr>
            <a:lvl3pPr algn="ctr">
              <a:buNone/>
              <a:defRPr sz="1650" b="0">
                <a:solidFill>
                  <a:srgbClr val="5D6C78"/>
                </a:solidFill>
                <a:latin typeface="Yu Gothic"/>
                <a:ea typeface="Yu Gothic"/>
                <a:cs typeface="Yu Gothic"/>
              </a:defRPr>
            </a:lvl3pPr>
            <a:lvl4pPr algn="ctr">
              <a:buNone/>
              <a:defRPr sz="1650" b="0">
                <a:solidFill>
                  <a:srgbClr val="5D6C78"/>
                </a:solidFill>
                <a:latin typeface="Yu Gothic"/>
                <a:ea typeface="Yu Gothic"/>
                <a:cs typeface="Yu Gothic"/>
              </a:defRPr>
            </a:lvl4pPr>
            <a:lvl5pPr algn="ctr">
              <a:buNone/>
              <a:defRPr sz="1650" b="0">
                <a:solidFill>
                  <a:srgbClr val="5D6C78"/>
                </a:solidFill>
                <a:latin typeface="Yu Gothic"/>
                <a:ea typeface="Yu Gothic"/>
                <a:cs typeface="Yu Gothic"/>
              </a:defRPr>
            </a:lvl5pPr>
            <a:lvl6pPr algn="ctr">
              <a:buNone/>
              <a:defRPr sz="1650" b="0">
                <a:solidFill>
                  <a:srgbClr val="5D6C78"/>
                </a:solidFill>
                <a:latin typeface="Yu Gothic"/>
                <a:ea typeface="Yu Gothic"/>
                <a:cs typeface="Yu Gothic"/>
              </a:defRPr>
            </a:lvl6pPr>
            <a:lvl7pPr algn="ctr">
              <a:buNone/>
              <a:defRPr sz="1650" b="0">
                <a:solidFill>
                  <a:srgbClr val="5D6C78"/>
                </a:solidFill>
                <a:latin typeface="Yu Gothic"/>
                <a:ea typeface="Yu Gothic"/>
                <a:cs typeface="Yu Gothic"/>
              </a:defRPr>
            </a:lvl7pPr>
            <a:lvl8pPr algn="ctr">
              <a:buNone/>
              <a:defRPr sz="1650" b="0">
                <a:solidFill>
                  <a:srgbClr val="5D6C78"/>
                </a:solidFill>
                <a:latin typeface="Yu Gothic"/>
                <a:ea typeface="Yu Gothic"/>
                <a:cs typeface="Yu Gothic"/>
              </a:defRPr>
            </a:lvl8pPr>
            <a:lvl9pPr algn="ctr">
              <a:buNone/>
              <a:defRPr sz="1650" b="0">
                <a:solidFill>
                  <a:srgbClr val="5D6C78"/>
                </a:solidFill>
                <a:latin typeface="Yu Gothic"/>
                <a:ea typeface="Yu Gothic"/>
                <a:cs typeface="Yu Gothic"/>
              </a:defRPr>
            </a:lvl9pPr>
          </a:lstStyle>
          <a:p xmlns:a="http://schemas.openxmlformats.org/drawingml/2006/main">
            <a:pPr algn="ctr">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0.6</a:t>
            </a:r>
          </a:p>
        </p:txBody>
      </p:sp>
      <p:cxnSp>
        <p:nvCxnSpPr>
          <p:cNvPr id="33" name="">
            <a:extLst xmlns:a="http://schemas.openxmlformats.org/drawingml/2006/main">
              <a:ext uri="{FF2B5EF4-FFF2-40B4-BE49-F238E27FC236}">
                <a16:creationId xmlns:a16="http://schemas.microsoft.com/office/drawing/2014/main" id="{4AC0D00A-00A6-4612-9538-131FD02ECAF0}"/>
              </a:ext>
            </a:extLst>
          </p:cNvPr>
          <p:cNvCxnSpPr/>
          <p:nvPr/>
        </p:nvCxnSpPr>
        <p:spPr>
          <a:xfrm xmlns:a="http://schemas.openxmlformats.org/drawingml/2006/main" flipH="0" flipV="0">
            <a:off x="7762875" y="5048250"/>
            <a:ext cx="0" cy="95250"/>
          </a:xfrm>
          <a:prstGeom xmlns:a="http://schemas.openxmlformats.org/drawingml/2006/main" prst="straightConnector1">
            <a:avLst/>
          </a:prstGeom>
          <a:ln xmlns:a="http://schemas.openxmlformats.org/drawingml/2006/main" w="9525">
            <a:solidFill>
              <a:srgbClr val="5D6C78"/>
            </a:solidFill>
            <a:prstDash val="solid"/>
          </a:ln>
        </p:spPr>
      </p:cxnSp>
      <p:sp>
        <p:nvSpPr>
          <p:cNvPr id="34" name="">
            <a:extLst xmlns:a="http://schemas.openxmlformats.org/drawingml/2006/main">
              <a:ext uri="{FF2B5EF4-FFF2-40B4-BE49-F238E27FC236}">
                <a16:creationId xmlns:a16="http://schemas.microsoft.com/office/drawing/2014/main" id="{C203BC17-6722-4AC5-95D0-637CAD9F0E51}"/>
              </a:ext>
            </a:extLst>
          </p:cNvPr>
          <p:cNvSpPr>
            <a:spLocks xmlns:a="http://schemas.openxmlformats.org/drawingml/2006/main" noGrp="1"/>
          </p:cNvSpPr>
          <p:nvPr/>
        </p:nvSpPr>
        <p:spPr>
          <a:xfrm xmlns:a="http://schemas.openxmlformats.org/drawingml/2006/main">
            <a:off x="7334250" y="51720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5D6C78"/>
                </a:solidFill>
                <a:latin typeface="Yu Gothic"/>
                <a:ea typeface="Yu Gothic"/>
                <a:cs typeface="Yu Gothic"/>
              </a:defRPr>
            </a:defPPr>
            <a:lvl1pPr algn="ctr">
              <a:buNone/>
              <a:defRPr sz="1650" b="0">
                <a:solidFill>
                  <a:srgbClr val="5D6C78"/>
                </a:solidFill>
                <a:latin typeface="Yu Gothic"/>
                <a:ea typeface="Yu Gothic"/>
                <a:cs typeface="Yu Gothic"/>
              </a:defRPr>
            </a:lvl1pPr>
            <a:lvl2pPr algn="ctr">
              <a:buNone/>
              <a:defRPr sz="1650" b="0">
                <a:solidFill>
                  <a:srgbClr val="5D6C78"/>
                </a:solidFill>
                <a:latin typeface="Yu Gothic"/>
                <a:ea typeface="Yu Gothic"/>
                <a:cs typeface="Yu Gothic"/>
              </a:defRPr>
            </a:lvl2pPr>
            <a:lvl3pPr algn="ctr">
              <a:buNone/>
              <a:defRPr sz="1650" b="0">
                <a:solidFill>
                  <a:srgbClr val="5D6C78"/>
                </a:solidFill>
                <a:latin typeface="Yu Gothic"/>
                <a:ea typeface="Yu Gothic"/>
                <a:cs typeface="Yu Gothic"/>
              </a:defRPr>
            </a:lvl3pPr>
            <a:lvl4pPr algn="ctr">
              <a:buNone/>
              <a:defRPr sz="1650" b="0">
                <a:solidFill>
                  <a:srgbClr val="5D6C78"/>
                </a:solidFill>
                <a:latin typeface="Yu Gothic"/>
                <a:ea typeface="Yu Gothic"/>
                <a:cs typeface="Yu Gothic"/>
              </a:defRPr>
            </a:lvl4pPr>
            <a:lvl5pPr algn="ctr">
              <a:buNone/>
              <a:defRPr sz="1650" b="0">
                <a:solidFill>
                  <a:srgbClr val="5D6C78"/>
                </a:solidFill>
                <a:latin typeface="Yu Gothic"/>
                <a:ea typeface="Yu Gothic"/>
                <a:cs typeface="Yu Gothic"/>
              </a:defRPr>
            </a:lvl5pPr>
            <a:lvl6pPr algn="ctr">
              <a:buNone/>
              <a:defRPr sz="1650" b="0">
                <a:solidFill>
                  <a:srgbClr val="5D6C78"/>
                </a:solidFill>
                <a:latin typeface="Yu Gothic"/>
                <a:ea typeface="Yu Gothic"/>
                <a:cs typeface="Yu Gothic"/>
              </a:defRPr>
            </a:lvl6pPr>
            <a:lvl7pPr algn="ctr">
              <a:buNone/>
              <a:defRPr sz="1650" b="0">
                <a:solidFill>
                  <a:srgbClr val="5D6C78"/>
                </a:solidFill>
                <a:latin typeface="Yu Gothic"/>
                <a:ea typeface="Yu Gothic"/>
                <a:cs typeface="Yu Gothic"/>
              </a:defRPr>
            </a:lvl7pPr>
            <a:lvl8pPr algn="ctr">
              <a:buNone/>
              <a:defRPr sz="1650" b="0">
                <a:solidFill>
                  <a:srgbClr val="5D6C78"/>
                </a:solidFill>
                <a:latin typeface="Yu Gothic"/>
                <a:ea typeface="Yu Gothic"/>
                <a:cs typeface="Yu Gothic"/>
              </a:defRPr>
            </a:lvl8pPr>
            <a:lvl9pPr algn="ctr">
              <a:buNone/>
              <a:defRPr sz="1650" b="0">
                <a:solidFill>
                  <a:srgbClr val="5D6C78"/>
                </a:solidFill>
                <a:latin typeface="Yu Gothic"/>
                <a:ea typeface="Yu Gothic"/>
                <a:cs typeface="Yu Gothic"/>
              </a:defRPr>
            </a:lvl9pPr>
          </a:lstStyle>
          <a:p xmlns:a="http://schemas.openxmlformats.org/drawingml/2006/main">
            <a:pPr algn="ctr">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1.2</a:t>
            </a:r>
          </a:p>
        </p:txBody>
      </p:sp>
      <p:sp>
        <p:nvSpPr>
          <p:cNvPr id="35" name="">
            <a:extLst xmlns:a="http://schemas.openxmlformats.org/drawingml/2006/main">
              <a:ext uri="{FF2B5EF4-FFF2-40B4-BE49-F238E27FC236}">
                <a16:creationId xmlns:a16="http://schemas.microsoft.com/office/drawing/2014/main" id="{6C8A4A38-DC80-4CD9-83D0-5A7811AA0360}"/>
              </a:ext>
            </a:extLst>
          </p:cNvPr>
          <p:cNvSpPr>
            <a:spLocks xmlns:a="http://schemas.openxmlformats.org/drawingml/2006/main" noGrp="1"/>
          </p:cNvSpPr>
          <p:nvPr/>
        </p:nvSpPr>
        <p:spPr>
          <a:xfrm xmlns:a="http://schemas.openxmlformats.org/drawingml/2006/main">
            <a:off x="4114800" y="4257675"/>
            <a:ext cx="1104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226FAE"/>
                </a:solidFill>
                <a:latin typeface="Yu Gothic"/>
                <a:ea typeface="Yu Gothic"/>
                <a:cs typeface="Yu Gothic"/>
              </a:defRPr>
            </a:defPPr>
            <a:lvl1pPr algn="ctr">
              <a:buNone/>
              <a:defRPr sz="1800" b="1">
                <a:solidFill>
                  <a:srgbClr val="226FAE"/>
                </a:solidFill>
                <a:latin typeface="Yu Gothic"/>
                <a:ea typeface="Yu Gothic"/>
                <a:cs typeface="Yu Gothic"/>
              </a:defRPr>
            </a:lvl1pPr>
            <a:lvl2pPr algn="ctr">
              <a:buNone/>
              <a:defRPr sz="1800" b="1">
                <a:solidFill>
                  <a:srgbClr val="226FAE"/>
                </a:solidFill>
                <a:latin typeface="Yu Gothic"/>
                <a:ea typeface="Yu Gothic"/>
                <a:cs typeface="Yu Gothic"/>
              </a:defRPr>
            </a:lvl2pPr>
            <a:lvl3pPr algn="ctr">
              <a:buNone/>
              <a:defRPr sz="1800" b="1">
                <a:solidFill>
                  <a:srgbClr val="226FAE"/>
                </a:solidFill>
                <a:latin typeface="Yu Gothic"/>
                <a:ea typeface="Yu Gothic"/>
                <a:cs typeface="Yu Gothic"/>
              </a:defRPr>
            </a:lvl3pPr>
            <a:lvl4pPr algn="ctr">
              <a:buNone/>
              <a:defRPr sz="1800" b="1">
                <a:solidFill>
                  <a:srgbClr val="226FAE"/>
                </a:solidFill>
                <a:latin typeface="Yu Gothic"/>
                <a:ea typeface="Yu Gothic"/>
                <a:cs typeface="Yu Gothic"/>
              </a:defRPr>
            </a:lvl4pPr>
            <a:lvl5pPr algn="ctr">
              <a:buNone/>
              <a:defRPr sz="1800" b="1">
                <a:solidFill>
                  <a:srgbClr val="226FAE"/>
                </a:solidFill>
                <a:latin typeface="Yu Gothic"/>
                <a:ea typeface="Yu Gothic"/>
                <a:cs typeface="Yu Gothic"/>
              </a:defRPr>
            </a:lvl5pPr>
            <a:lvl6pPr algn="ctr">
              <a:buNone/>
              <a:defRPr sz="1800" b="1">
                <a:solidFill>
                  <a:srgbClr val="226FAE"/>
                </a:solidFill>
                <a:latin typeface="Yu Gothic"/>
                <a:ea typeface="Yu Gothic"/>
                <a:cs typeface="Yu Gothic"/>
              </a:defRPr>
            </a:lvl6pPr>
            <a:lvl7pPr algn="ctr">
              <a:buNone/>
              <a:defRPr sz="1800" b="1">
                <a:solidFill>
                  <a:srgbClr val="226FAE"/>
                </a:solidFill>
                <a:latin typeface="Yu Gothic"/>
                <a:ea typeface="Yu Gothic"/>
                <a:cs typeface="Yu Gothic"/>
              </a:defRPr>
            </a:lvl7pPr>
            <a:lvl8pPr algn="ctr">
              <a:buNone/>
              <a:defRPr sz="1800" b="1">
                <a:solidFill>
                  <a:srgbClr val="226FAE"/>
                </a:solidFill>
                <a:latin typeface="Yu Gothic"/>
                <a:ea typeface="Yu Gothic"/>
                <a:cs typeface="Yu Gothic"/>
              </a:defRPr>
            </a:lvl8pPr>
            <a:lvl9pPr algn="ctr">
              <a:buNone/>
              <a:defRPr sz="1800" b="1">
                <a:solidFill>
                  <a:srgbClr val="226FAE"/>
                </a:solidFill>
                <a:latin typeface="Yu Gothic"/>
                <a:ea typeface="Yu Gothic"/>
                <a:cs typeface="Yu Gothic"/>
              </a:defRPr>
            </a:lvl9pPr>
          </a:lstStyle>
          <a:p xmlns:a="http://schemas.openxmlformats.org/drawingml/2006/main">
            <a:pPr algn="ctr">
              <a:buNone/>
              <a:defRPr sz="1800" b="1">
                <a:solidFill>
                  <a:srgbClr val="226FAE"/>
                </a:solidFill>
                <a:latin typeface="Yu Gothic"/>
                <a:ea typeface="Yu Gothic"/>
                <a:cs typeface="Yu Gothic"/>
              </a:defRPr>
            </a:pPr>
            <a:r>
              <a:rPr sz="1800" b="1">
                <a:solidFill>
                  <a:srgbClr val="226FAE"/>
                </a:solidFill>
                <a:latin typeface="Yu Gothic"/>
                <a:ea typeface="Yu Gothic"/>
                <a:cs typeface="Yu Gothic"/>
              </a:rPr>
              <a:t>60</a:t>
            </a:r>
          </a:p>
        </p:txBody>
      </p:sp>
      <p:sp>
        <p:nvSpPr>
          <p:cNvPr id="36" name="">
            <a:extLst xmlns:a="http://schemas.openxmlformats.org/drawingml/2006/main">
              <a:ext uri="{FF2B5EF4-FFF2-40B4-BE49-F238E27FC236}">
                <a16:creationId xmlns:a16="http://schemas.microsoft.com/office/drawing/2014/main" id="{C5607A9D-BB4C-41F9-A814-12405DC3AE25}"/>
              </a:ext>
            </a:extLst>
          </p:cNvPr>
          <p:cNvSpPr>
            <a:spLocks xmlns:a="http://schemas.openxmlformats.org/drawingml/2006/main" noGrp="1"/>
          </p:cNvSpPr>
          <p:nvPr/>
        </p:nvSpPr>
        <p:spPr>
          <a:xfrm xmlns:a="http://schemas.openxmlformats.org/drawingml/2006/main">
            <a:off x="8905875" y="328612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7352A3"/>
                </a:solidFill>
                <a:latin typeface="Yu Gothic"/>
                <a:ea typeface="Yu Gothic"/>
                <a:cs typeface="Yu Gothic"/>
              </a:defRPr>
            </a:defPPr>
            <a:lvl1pPr algn="l">
              <a:buNone/>
              <a:defRPr sz="2475" b="1">
                <a:solidFill>
                  <a:srgbClr val="7352A3"/>
                </a:solidFill>
                <a:latin typeface="Yu Gothic"/>
                <a:ea typeface="Yu Gothic"/>
                <a:cs typeface="Yu Gothic"/>
              </a:defRPr>
            </a:lvl1pPr>
            <a:lvl2pPr algn="l">
              <a:buNone/>
              <a:defRPr sz="2475" b="1">
                <a:solidFill>
                  <a:srgbClr val="7352A3"/>
                </a:solidFill>
                <a:latin typeface="Yu Gothic"/>
                <a:ea typeface="Yu Gothic"/>
                <a:cs typeface="Yu Gothic"/>
              </a:defRPr>
            </a:lvl2pPr>
            <a:lvl3pPr algn="l">
              <a:buNone/>
              <a:defRPr sz="2475" b="1">
                <a:solidFill>
                  <a:srgbClr val="7352A3"/>
                </a:solidFill>
                <a:latin typeface="Yu Gothic"/>
                <a:ea typeface="Yu Gothic"/>
                <a:cs typeface="Yu Gothic"/>
              </a:defRPr>
            </a:lvl3pPr>
            <a:lvl4pPr algn="l">
              <a:buNone/>
              <a:defRPr sz="2475" b="1">
                <a:solidFill>
                  <a:srgbClr val="7352A3"/>
                </a:solidFill>
                <a:latin typeface="Yu Gothic"/>
                <a:ea typeface="Yu Gothic"/>
                <a:cs typeface="Yu Gothic"/>
              </a:defRPr>
            </a:lvl4pPr>
            <a:lvl5pPr algn="l">
              <a:buNone/>
              <a:defRPr sz="2475" b="1">
                <a:solidFill>
                  <a:srgbClr val="7352A3"/>
                </a:solidFill>
                <a:latin typeface="Yu Gothic"/>
                <a:ea typeface="Yu Gothic"/>
                <a:cs typeface="Yu Gothic"/>
              </a:defRPr>
            </a:lvl5pPr>
            <a:lvl6pPr algn="l">
              <a:buNone/>
              <a:defRPr sz="2475" b="1">
                <a:solidFill>
                  <a:srgbClr val="7352A3"/>
                </a:solidFill>
                <a:latin typeface="Yu Gothic"/>
                <a:ea typeface="Yu Gothic"/>
                <a:cs typeface="Yu Gothic"/>
              </a:defRPr>
            </a:lvl6pPr>
            <a:lvl7pPr algn="l">
              <a:buNone/>
              <a:defRPr sz="2475" b="1">
                <a:solidFill>
                  <a:srgbClr val="7352A3"/>
                </a:solidFill>
                <a:latin typeface="Yu Gothic"/>
                <a:ea typeface="Yu Gothic"/>
                <a:cs typeface="Yu Gothic"/>
              </a:defRPr>
            </a:lvl7pPr>
            <a:lvl8pPr algn="l">
              <a:buNone/>
              <a:defRPr sz="2475" b="1">
                <a:solidFill>
                  <a:srgbClr val="7352A3"/>
                </a:solidFill>
                <a:latin typeface="Yu Gothic"/>
                <a:ea typeface="Yu Gothic"/>
                <a:cs typeface="Yu Gothic"/>
              </a:defRPr>
            </a:lvl8pPr>
            <a:lvl9pPr algn="l">
              <a:buNone/>
              <a:defRPr sz="2475" b="1">
                <a:solidFill>
                  <a:srgbClr val="7352A3"/>
                </a:solidFill>
                <a:latin typeface="Yu Gothic"/>
                <a:ea typeface="Yu Gothic"/>
                <a:cs typeface="Yu Gothic"/>
              </a:defRPr>
            </a:lvl9pPr>
          </a:lstStyle>
          <a:p xmlns:a="http://schemas.openxmlformats.org/drawingml/2006/main">
            <a:pPr algn="l">
              <a:buNone/>
              <a:defRPr sz="2475" b="1">
                <a:solidFill>
                  <a:srgbClr val="7352A3"/>
                </a:solidFill>
                <a:latin typeface="Yu Gothic"/>
                <a:ea typeface="Yu Gothic"/>
                <a:cs typeface="Yu Gothic"/>
              </a:defRPr>
            </a:pPr>
            <a:r>
              <a:rPr sz="2475" b="1">
                <a:solidFill>
                  <a:srgbClr val="7352A3"/>
                </a:solidFill>
                <a:latin typeface="Yu Gothic"/>
                <a:ea typeface="Yu Gothic"/>
                <a:cs typeface="Yu Gothic"/>
              </a:rPr>
              <a:t>SFD</a:t>
            </a:r>
          </a:p>
        </p:txBody>
      </p:sp>
      <p:sp>
        <p:nvSpPr>
          <p:cNvPr id="37" name="">
            <a:extLst xmlns:a="http://schemas.openxmlformats.org/drawingml/2006/main">
              <a:ext uri="{FF2B5EF4-FFF2-40B4-BE49-F238E27FC236}">
                <a16:creationId xmlns:a16="http://schemas.microsoft.com/office/drawing/2014/main" id="{120B0876-505E-4CB8-B41A-3984D5251BD5}"/>
              </a:ext>
            </a:extLst>
          </p:cNvPr>
          <p:cNvSpPr>
            <a:spLocks xmlns:a="http://schemas.openxmlformats.org/drawingml/2006/main" noGrp="1"/>
          </p:cNvSpPr>
          <p:nvPr/>
        </p:nvSpPr>
        <p:spPr>
          <a:xfrm xmlns:a="http://schemas.openxmlformats.org/drawingml/2006/main">
            <a:off x="8905875" y="3724275"/>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253C4D"/>
                </a:solidFill>
                <a:latin typeface="Yu Gothic"/>
                <a:ea typeface="Yu Gothic"/>
                <a:cs typeface="Yu Gothic"/>
              </a:defRPr>
            </a:defPPr>
            <a:lvl1pPr algn="l">
              <a:buNone/>
              <a:defRPr sz="1875" b="0">
                <a:solidFill>
                  <a:srgbClr val="253C4D"/>
                </a:solidFill>
                <a:latin typeface="Yu Gothic"/>
                <a:ea typeface="Yu Gothic"/>
                <a:cs typeface="Yu Gothic"/>
              </a:defRPr>
            </a:lvl1pPr>
            <a:lvl2pPr algn="l">
              <a:buNone/>
              <a:defRPr sz="1875" b="0">
                <a:solidFill>
                  <a:srgbClr val="253C4D"/>
                </a:solidFill>
                <a:latin typeface="Yu Gothic"/>
                <a:ea typeface="Yu Gothic"/>
                <a:cs typeface="Yu Gothic"/>
              </a:defRPr>
            </a:lvl2pPr>
            <a:lvl3pPr algn="l">
              <a:buNone/>
              <a:defRPr sz="1875" b="0">
                <a:solidFill>
                  <a:srgbClr val="253C4D"/>
                </a:solidFill>
                <a:latin typeface="Yu Gothic"/>
                <a:ea typeface="Yu Gothic"/>
                <a:cs typeface="Yu Gothic"/>
              </a:defRPr>
            </a:lvl3pPr>
            <a:lvl4pPr algn="l">
              <a:buNone/>
              <a:defRPr sz="1875" b="0">
                <a:solidFill>
                  <a:srgbClr val="253C4D"/>
                </a:solidFill>
                <a:latin typeface="Yu Gothic"/>
                <a:ea typeface="Yu Gothic"/>
                <a:cs typeface="Yu Gothic"/>
              </a:defRPr>
            </a:lvl4pPr>
            <a:lvl5pPr algn="l">
              <a:buNone/>
              <a:defRPr sz="1875" b="0">
                <a:solidFill>
                  <a:srgbClr val="253C4D"/>
                </a:solidFill>
                <a:latin typeface="Yu Gothic"/>
                <a:ea typeface="Yu Gothic"/>
                <a:cs typeface="Yu Gothic"/>
              </a:defRPr>
            </a:lvl5pPr>
            <a:lvl6pPr algn="l">
              <a:buNone/>
              <a:defRPr sz="1875" b="0">
                <a:solidFill>
                  <a:srgbClr val="253C4D"/>
                </a:solidFill>
                <a:latin typeface="Yu Gothic"/>
                <a:ea typeface="Yu Gothic"/>
                <a:cs typeface="Yu Gothic"/>
              </a:defRPr>
            </a:lvl6pPr>
            <a:lvl7pPr algn="l">
              <a:buNone/>
              <a:defRPr sz="1875" b="0">
                <a:solidFill>
                  <a:srgbClr val="253C4D"/>
                </a:solidFill>
                <a:latin typeface="Yu Gothic"/>
                <a:ea typeface="Yu Gothic"/>
                <a:cs typeface="Yu Gothic"/>
              </a:defRPr>
            </a:lvl7pPr>
            <a:lvl8pPr algn="l">
              <a:buNone/>
              <a:defRPr sz="1875" b="0">
                <a:solidFill>
                  <a:srgbClr val="253C4D"/>
                </a:solidFill>
                <a:latin typeface="Yu Gothic"/>
                <a:ea typeface="Yu Gothic"/>
                <a:cs typeface="Yu Gothic"/>
              </a:defRPr>
            </a:lvl8pPr>
            <a:lvl9pPr algn="l">
              <a:buNone/>
              <a:defRPr sz="1875" b="0">
                <a:solidFill>
                  <a:srgbClr val="253C4D"/>
                </a:solidFill>
                <a:latin typeface="Yu Gothic"/>
                <a:ea typeface="Yu Gothic"/>
                <a:cs typeface="Yu Gothic"/>
              </a:defRPr>
            </a:lvl9pPr>
          </a:lstStyle>
          <a:p xmlns:a="http://schemas.openxmlformats.org/drawingml/2006/main">
            <a:pPr algn="l">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せん断力の分布</a:t>
            </a:r>
          </a:p>
        </p:txBody>
      </p:sp>
      <p:sp>
        <p:nvSpPr>
          <p:cNvPr id="38" name="">
            <a:extLst xmlns:a="http://schemas.openxmlformats.org/drawingml/2006/main">
              <a:ext uri="{FF2B5EF4-FFF2-40B4-BE49-F238E27FC236}">
                <a16:creationId xmlns:a16="http://schemas.microsoft.com/office/drawing/2014/main" id="{40CD1A96-B240-4DD2-8577-B550BC4243DE}"/>
              </a:ext>
            </a:extLst>
          </p:cNvPr>
          <p:cNvSpPr>
            <a:spLocks xmlns:a="http://schemas.openxmlformats.org/drawingml/2006/main" noGrp="1"/>
          </p:cNvSpPr>
          <p:nvPr/>
        </p:nvSpPr>
        <p:spPr>
          <a:xfrm xmlns:a="http://schemas.openxmlformats.org/drawingml/2006/main">
            <a:off x="8905875" y="452437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226FAE"/>
                </a:solidFill>
                <a:latin typeface="Yu Gothic"/>
                <a:ea typeface="Yu Gothic"/>
                <a:cs typeface="Yu Gothic"/>
              </a:defRPr>
            </a:defPPr>
            <a:lvl1pPr algn="l">
              <a:buNone/>
              <a:defRPr sz="2475" b="1">
                <a:solidFill>
                  <a:srgbClr val="226FAE"/>
                </a:solidFill>
                <a:latin typeface="Yu Gothic"/>
                <a:ea typeface="Yu Gothic"/>
                <a:cs typeface="Yu Gothic"/>
              </a:defRPr>
            </a:lvl1pPr>
            <a:lvl2pPr algn="l">
              <a:buNone/>
              <a:defRPr sz="2475" b="1">
                <a:solidFill>
                  <a:srgbClr val="226FAE"/>
                </a:solidFill>
                <a:latin typeface="Yu Gothic"/>
                <a:ea typeface="Yu Gothic"/>
                <a:cs typeface="Yu Gothic"/>
              </a:defRPr>
            </a:lvl2pPr>
            <a:lvl3pPr algn="l">
              <a:buNone/>
              <a:defRPr sz="2475" b="1">
                <a:solidFill>
                  <a:srgbClr val="226FAE"/>
                </a:solidFill>
                <a:latin typeface="Yu Gothic"/>
                <a:ea typeface="Yu Gothic"/>
                <a:cs typeface="Yu Gothic"/>
              </a:defRPr>
            </a:lvl3pPr>
            <a:lvl4pPr algn="l">
              <a:buNone/>
              <a:defRPr sz="2475" b="1">
                <a:solidFill>
                  <a:srgbClr val="226FAE"/>
                </a:solidFill>
                <a:latin typeface="Yu Gothic"/>
                <a:ea typeface="Yu Gothic"/>
                <a:cs typeface="Yu Gothic"/>
              </a:defRPr>
            </a:lvl4pPr>
            <a:lvl5pPr algn="l">
              <a:buNone/>
              <a:defRPr sz="2475" b="1">
                <a:solidFill>
                  <a:srgbClr val="226FAE"/>
                </a:solidFill>
                <a:latin typeface="Yu Gothic"/>
                <a:ea typeface="Yu Gothic"/>
                <a:cs typeface="Yu Gothic"/>
              </a:defRPr>
            </a:lvl5pPr>
            <a:lvl6pPr algn="l">
              <a:buNone/>
              <a:defRPr sz="2475" b="1">
                <a:solidFill>
                  <a:srgbClr val="226FAE"/>
                </a:solidFill>
                <a:latin typeface="Yu Gothic"/>
                <a:ea typeface="Yu Gothic"/>
                <a:cs typeface="Yu Gothic"/>
              </a:defRPr>
            </a:lvl6pPr>
            <a:lvl7pPr algn="l">
              <a:buNone/>
              <a:defRPr sz="2475" b="1">
                <a:solidFill>
                  <a:srgbClr val="226FAE"/>
                </a:solidFill>
                <a:latin typeface="Yu Gothic"/>
                <a:ea typeface="Yu Gothic"/>
                <a:cs typeface="Yu Gothic"/>
              </a:defRPr>
            </a:lvl7pPr>
            <a:lvl8pPr algn="l">
              <a:buNone/>
              <a:defRPr sz="2475" b="1">
                <a:solidFill>
                  <a:srgbClr val="226FAE"/>
                </a:solidFill>
                <a:latin typeface="Yu Gothic"/>
                <a:ea typeface="Yu Gothic"/>
                <a:cs typeface="Yu Gothic"/>
              </a:defRPr>
            </a:lvl8pPr>
            <a:lvl9pPr algn="l">
              <a:buNone/>
              <a:defRPr sz="2475" b="1">
                <a:solidFill>
                  <a:srgbClr val="226FAE"/>
                </a:solidFill>
                <a:latin typeface="Yu Gothic"/>
                <a:ea typeface="Yu Gothic"/>
                <a:cs typeface="Yu Gothic"/>
              </a:defRPr>
            </a:lvl9pPr>
          </a:lstStyle>
          <a:p xmlns:a="http://schemas.openxmlformats.org/drawingml/2006/main">
            <a:pPr algn="l">
              <a:buNone/>
              <a:defRPr sz="2475" b="1">
                <a:solidFill>
                  <a:srgbClr val="226FAE"/>
                </a:solidFill>
                <a:latin typeface="Yu Gothic"/>
                <a:ea typeface="Yu Gothic"/>
                <a:cs typeface="Yu Gothic"/>
              </a:defRPr>
            </a:pPr>
            <a:r>
              <a:rPr sz="2475" b="1">
                <a:solidFill>
                  <a:srgbClr val="226FAE"/>
                </a:solidFill>
                <a:latin typeface="Yu Gothic"/>
                <a:ea typeface="Yu Gothic"/>
                <a:cs typeface="Yu Gothic"/>
              </a:rPr>
              <a:t>BMD</a:t>
            </a:r>
          </a:p>
        </p:txBody>
      </p:sp>
      <p:sp>
        <p:nvSpPr>
          <p:cNvPr id="39" name="">
            <a:extLst xmlns:a="http://schemas.openxmlformats.org/drawingml/2006/main">
              <a:ext uri="{FF2B5EF4-FFF2-40B4-BE49-F238E27FC236}">
                <a16:creationId xmlns:a16="http://schemas.microsoft.com/office/drawing/2014/main" id="{000C5EEF-050D-4799-B9EB-A55CB6592F1F}"/>
              </a:ext>
            </a:extLst>
          </p:cNvPr>
          <p:cNvSpPr>
            <a:spLocks xmlns:a="http://schemas.openxmlformats.org/drawingml/2006/main" noGrp="1"/>
          </p:cNvSpPr>
          <p:nvPr/>
        </p:nvSpPr>
        <p:spPr>
          <a:xfrm xmlns:a="http://schemas.openxmlformats.org/drawingml/2006/main">
            <a:off x="8905875" y="49720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253C4D"/>
                </a:solidFill>
                <a:latin typeface="Yu Gothic"/>
                <a:ea typeface="Yu Gothic"/>
                <a:cs typeface="Yu Gothic"/>
              </a:defRPr>
            </a:defPPr>
            <a:lvl1pPr algn="l">
              <a:buNone/>
              <a:defRPr sz="1725" b="0">
                <a:solidFill>
                  <a:srgbClr val="253C4D"/>
                </a:solidFill>
                <a:latin typeface="Yu Gothic"/>
                <a:ea typeface="Yu Gothic"/>
                <a:cs typeface="Yu Gothic"/>
              </a:defRPr>
            </a:lvl1pPr>
            <a:lvl2pPr algn="l">
              <a:buNone/>
              <a:defRPr sz="1725" b="0">
                <a:solidFill>
                  <a:srgbClr val="253C4D"/>
                </a:solidFill>
                <a:latin typeface="Yu Gothic"/>
                <a:ea typeface="Yu Gothic"/>
                <a:cs typeface="Yu Gothic"/>
              </a:defRPr>
            </a:lvl2pPr>
            <a:lvl3pPr algn="l">
              <a:buNone/>
              <a:defRPr sz="1725" b="0">
                <a:solidFill>
                  <a:srgbClr val="253C4D"/>
                </a:solidFill>
                <a:latin typeface="Yu Gothic"/>
                <a:ea typeface="Yu Gothic"/>
                <a:cs typeface="Yu Gothic"/>
              </a:defRPr>
            </a:lvl3pPr>
            <a:lvl4pPr algn="l">
              <a:buNone/>
              <a:defRPr sz="1725" b="0">
                <a:solidFill>
                  <a:srgbClr val="253C4D"/>
                </a:solidFill>
                <a:latin typeface="Yu Gothic"/>
                <a:ea typeface="Yu Gothic"/>
                <a:cs typeface="Yu Gothic"/>
              </a:defRPr>
            </a:lvl4pPr>
            <a:lvl5pPr algn="l">
              <a:buNone/>
              <a:defRPr sz="1725" b="0">
                <a:solidFill>
                  <a:srgbClr val="253C4D"/>
                </a:solidFill>
                <a:latin typeface="Yu Gothic"/>
                <a:ea typeface="Yu Gothic"/>
                <a:cs typeface="Yu Gothic"/>
              </a:defRPr>
            </a:lvl5pPr>
            <a:lvl6pPr algn="l">
              <a:buNone/>
              <a:defRPr sz="1725" b="0">
                <a:solidFill>
                  <a:srgbClr val="253C4D"/>
                </a:solidFill>
                <a:latin typeface="Yu Gothic"/>
                <a:ea typeface="Yu Gothic"/>
                <a:cs typeface="Yu Gothic"/>
              </a:defRPr>
            </a:lvl6pPr>
            <a:lvl7pPr algn="l">
              <a:buNone/>
              <a:defRPr sz="1725" b="0">
                <a:solidFill>
                  <a:srgbClr val="253C4D"/>
                </a:solidFill>
                <a:latin typeface="Yu Gothic"/>
                <a:ea typeface="Yu Gothic"/>
                <a:cs typeface="Yu Gothic"/>
              </a:defRPr>
            </a:lvl7pPr>
            <a:lvl8pPr algn="l">
              <a:buNone/>
              <a:defRPr sz="1725" b="0">
                <a:solidFill>
                  <a:srgbClr val="253C4D"/>
                </a:solidFill>
                <a:latin typeface="Yu Gothic"/>
                <a:ea typeface="Yu Gothic"/>
                <a:cs typeface="Yu Gothic"/>
              </a:defRPr>
            </a:lvl8pPr>
            <a:lvl9pPr algn="l">
              <a:buNone/>
              <a:defRPr sz="1725" b="0">
                <a:solidFill>
                  <a:srgbClr val="253C4D"/>
                </a:solidFill>
                <a:latin typeface="Yu Gothic"/>
                <a:ea typeface="Yu Gothic"/>
                <a:cs typeface="Yu Gothic"/>
              </a:defRPr>
            </a:lvl9pPr>
          </a:lstStyle>
          <a:p xmlns:a="http://schemas.openxmlformats.org/drawingml/2006/main">
            <a:pPr algn="l">
              <a:buNone/>
              <a:defRPr sz="1725" b="0">
                <a:solidFill>
                  <a:srgbClr val="253C4D"/>
                </a:solidFill>
                <a:latin typeface="Yu Gothic"/>
                <a:ea typeface="Yu Gothic"/>
                <a:cs typeface="Yu Gothic"/>
              </a:defRPr>
            </a:pPr>
            <a:r>
              <a:rPr sz="1725" b="0">
                <a:solidFill>
                  <a:srgbClr val="253C4D"/>
                </a:solidFill>
                <a:latin typeface="Yu Gothic"/>
                <a:ea typeface="Yu Gothic"/>
                <a:cs typeface="Yu Gothic"/>
              </a:rPr>
              <a:t>曲げモーメントの分布</a:t>
            </a:r>
          </a:p>
        </p:txBody>
      </p:sp>
      <p:sp>
        <p:nvSpPr>
          <p:cNvPr id="42" name="">
            <a:extLst xmlns:a="http://schemas.openxmlformats.org/drawingml/2006/main">
              <a:ext uri="{FF2B5EF4-FFF2-40B4-BE49-F238E27FC236}">
                <a16:creationId xmlns:a16="http://schemas.microsoft.com/office/drawing/2014/main" id="{5F2B1093-7F79-4212-BD19-F3E5880D52E4}"/>
              </a:ext>
            </a:extLst>
          </p:cNvPr>
          <p:cNvSpPr>
            <a:spLocks xmlns:a="http://schemas.openxmlformats.org/drawingml/2006/main" noGrp="1"/>
          </p:cNvSpPr>
          <p:nvPr/>
        </p:nvSpPr>
        <p:spPr>
          <a:xfrm xmlns:a="http://schemas.openxmlformats.org/drawingml/2006/main">
            <a:off x="3119438" y="2476500"/>
            <a:ext cx="9525" cy="71305"/>
          </a:xfrm>
          <a:custGeom xmlns:a="http://schemas.openxmlformats.org/drawingml/2006/main">
            <a:pathLst>
              <a:path w="9525" h="71305">
                <a:moveTo>
                  <a:pt x="0" y="0"/>
                </a:moveTo>
                <a:lnTo>
                  <a:pt x="0" y="71305"/>
                </a:lnTo>
              </a:path>
            </a:pathLst>
          </a:custGeom>
          <a:noFill xmlns:a="http://schemas.openxmlformats.org/drawingml/2006/main"/>
          <a:ln xmlns:a="http://schemas.openxmlformats.org/drawingml/2006/main" w="11430">
            <a:solidFill>
              <a:srgbClr val="087E8B"/>
            </a:solidFill>
          </a:ln>
        </p:spPr>
      </p:sp>
      <p:sp>
        <p:nvSpPr>
          <p:cNvPr id="43" name="">
            <a:extLst xmlns:a="http://schemas.openxmlformats.org/drawingml/2006/main">
              <a:ext uri="{FF2B5EF4-FFF2-40B4-BE49-F238E27FC236}">
                <a16:creationId xmlns:a16="http://schemas.microsoft.com/office/drawing/2014/main" id="{5AC7E470-0556-488F-A027-5AFF328658DD}"/>
              </a:ext>
            </a:extLst>
          </p:cNvPr>
          <p:cNvSpPr>
            <a:spLocks xmlns:a="http://schemas.openxmlformats.org/drawingml/2006/main" noGrp="1"/>
          </p:cNvSpPr>
          <p:nvPr/>
        </p:nvSpPr>
        <p:spPr>
          <a:xfrm xmlns:a="http://schemas.openxmlformats.org/drawingml/2006/main">
            <a:off x="3119438" y="2606146"/>
            <a:ext cx="9525" cy="71305"/>
          </a:xfrm>
          <a:custGeom xmlns:a="http://schemas.openxmlformats.org/drawingml/2006/main">
            <a:pathLst>
              <a:path w="9525" h="71305">
                <a:moveTo>
                  <a:pt x="0" y="0"/>
                </a:moveTo>
                <a:lnTo>
                  <a:pt x="0" y="71305"/>
                </a:lnTo>
              </a:path>
            </a:pathLst>
          </a:custGeom>
          <a:noFill xmlns:a="http://schemas.openxmlformats.org/drawingml/2006/main"/>
          <a:ln xmlns:a="http://schemas.openxmlformats.org/drawingml/2006/main" w="11430">
            <a:solidFill>
              <a:srgbClr val="087E8B"/>
            </a:solidFill>
          </a:ln>
        </p:spPr>
      </p:sp>
      <p:sp>
        <p:nvSpPr>
          <p:cNvPr id="44" name="">
            <a:extLst xmlns:a="http://schemas.openxmlformats.org/drawingml/2006/main">
              <a:ext uri="{FF2B5EF4-FFF2-40B4-BE49-F238E27FC236}">
                <a16:creationId xmlns:a16="http://schemas.microsoft.com/office/drawing/2014/main" id="{D06A0D12-088E-4E2F-815A-EF8D387019B3}"/>
              </a:ext>
            </a:extLst>
          </p:cNvPr>
          <p:cNvSpPr>
            <a:spLocks xmlns:a="http://schemas.openxmlformats.org/drawingml/2006/main" noGrp="1"/>
          </p:cNvSpPr>
          <p:nvPr/>
        </p:nvSpPr>
        <p:spPr>
          <a:xfrm xmlns:a="http://schemas.openxmlformats.org/drawingml/2006/main">
            <a:off x="3119438" y="2735792"/>
            <a:ext cx="9525" cy="71305"/>
          </a:xfrm>
          <a:custGeom xmlns:a="http://schemas.openxmlformats.org/drawingml/2006/main">
            <a:pathLst>
              <a:path w="9525" h="71305">
                <a:moveTo>
                  <a:pt x="0" y="0"/>
                </a:moveTo>
                <a:lnTo>
                  <a:pt x="0" y="71305"/>
                </a:lnTo>
              </a:path>
            </a:pathLst>
          </a:custGeom>
          <a:noFill xmlns:a="http://schemas.openxmlformats.org/drawingml/2006/main"/>
          <a:ln xmlns:a="http://schemas.openxmlformats.org/drawingml/2006/main" w="11430">
            <a:solidFill>
              <a:srgbClr val="087E8B"/>
            </a:solidFill>
          </a:ln>
        </p:spPr>
      </p:sp>
      <p:sp>
        <p:nvSpPr>
          <p:cNvPr id="45" name="">
            <a:extLst xmlns:a="http://schemas.openxmlformats.org/drawingml/2006/main">
              <a:ext uri="{FF2B5EF4-FFF2-40B4-BE49-F238E27FC236}">
                <a16:creationId xmlns:a16="http://schemas.microsoft.com/office/drawing/2014/main" id="{05F77E3D-9D61-4FDE-8569-A47D93F78AA4}"/>
              </a:ext>
            </a:extLst>
          </p:cNvPr>
          <p:cNvSpPr>
            <a:spLocks xmlns:a="http://schemas.openxmlformats.org/drawingml/2006/main" noGrp="1"/>
          </p:cNvSpPr>
          <p:nvPr/>
        </p:nvSpPr>
        <p:spPr>
          <a:xfrm xmlns:a="http://schemas.openxmlformats.org/drawingml/2006/main">
            <a:off x="3119438" y="2865438"/>
            <a:ext cx="9525" cy="71305"/>
          </a:xfrm>
          <a:custGeom xmlns:a="http://schemas.openxmlformats.org/drawingml/2006/main">
            <a:pathLst>
              <a:path w="9525" h="71305">
                <a:moveTo>
                  <a:pt x="0" y="0"/>
                </a:moveTo>
                <a:lnTo>
                  <a:pt x="0" y="71305"/>
                </a:lnTo>
              </a:path>
            </a:pathLst>
          </a:custGeom>
          <a:noFill xmlns:a="http://schemas.openxmlformats.org/drawingml/2006/main"/>
          <a:ln xmlns:a="http://schemas.openxmlformats.org/drawingml/2006/main" w="11430">
            <a:solidFill>
              <a:srgbClr val="087E8B"/>
            </a:solidFill>
          </a:ln>
        </p:spPr>
      </p:sp>
      <p:sp>
        <p:nvSpPr>
          <p:cNvPr id="46" name="">
            <a:extLst xmlns:a="http://schemas.openxmlformats.org/drawingml/2006/main">
              <a:ext uri="{FF2B5EF4-FFF2-40B4-BE49-F238E27FC236}">
                <a16:creationId xmlns:a16="http://schemas.microsoft.com/office/drawing/2014/main" id="{7691BC3B-FF59-4CEE-B095-3C32F8053634}"/>
              </a:ext>
            </a:extLst>
          </p:cNvPr>
          <p:cNvSpPr>
            <a:spLocks xmlns:a="http://schemas.openxmlformats.org/drawingml/2006/main" noGrp="1"/>
          </p:cNvSpPr>
          <p:nvPr/>
        </p:nvSpPr>
        <p:spPr>
          <a:xfrm xmlns:a="http://schemas.openxmlformats.org/drawingml/2006/main">
            <a:off x="3119438" y="2995083"/>
            <a:ext cx="9525" cy="71305"/>
          </a:xfrm>
          <a:custGeom xmlns:a="http://schemas.openxmlformats.org/drawingml/2006/main">
            <a:pathLst>
              <a:path w="9525" h="71305">
                <a:moveTo>
                  <a:pt x="0" y="0"/>
                </a:moveTo>
                <a:lnTo>
                  <a:pt x="0" y="71305"/>
                </a:lnTo>
              </a:path>
            </a:pathLst>
          </a:custGeom>
          <a:noFill xmlns:a="http://schemas.openxmlformats.org/drawingml/2006/main"/>
          <a:ln xmlns:a="http://schemas.openxmlformats.org/drawingml/2006/main" w="11430">
            <a:solidFill>
              <a:srgbClr val="087E8B"/>
            </a:solidFill>
          </a:ln>
        </p:spPr>
      </p:sp>
      <p:sp>
        <p:nvSpPr>
          <p:cNvPr id="47" name="">
            <a:extLst xmlns:a="http://schemas.openxmlformats.org/drawingml/2006/main">
              <a:ext uri="{FF2B5EF4-FFF2-40B4-BE49-F238E27FC236}">
                <a16:creationId xmlns:a16="http://schemas.microsoft.com/office/drawing/2014/main" id="{87A27A63-0479-4FAB-9B4C-19B68CC94D01}"/>
              </a:ext>
            </a:extLst>
          </p:cNvPr>
          <p:cNvSpPr>
            <a:spLocks xmlns:a="http://schemas.openxmlformats.org/drawingml/2006/main" noGrp="1"/>
          </p:cNvSpPr>
          <p:nvPr/>
        </p:nvSpPr>
        <p:spPr>
          <a:xfrm xmlns:a="http://schemas.openxmlformats.org/drawingml/2006/main">
            <a:off x="3119438" y="3124729"/>
            <a:ext cx="9525" cy="71305"/>
          </a:xfrm>
          <a:custGeom xmlns:a="http://schemas.openxmlformats.org/drawingml/2006/main">
            <a:pathLst>
              <a:path w="9525" h="71305">
                <a:moveTo>
                  <a:pt x="0" y="0"/>
                </a:moveTo>
                <a:lnTo>
                  <a:pt x="0" y="71305"/>
                </a:lnTo>
              </a:path>
            </a:pathLst>
          </a:custGeom>
          <a:noFill xmlns:a="http://schemas.openxmlformats.org/drawingml/2006/main"/>
          <a:ln xmlns:a="http://schemas.openxmlformats.org/drawingml/2006/main" w="11430">
            <a:solidFill>
              <a:srgbClr val="087E8B"/>
            </a:solidFill>
          </a:ln>
        </p:spPr>
      </p:sp>
      <p:sp>
        <p:nvSpPr>
          <p:cNvPr id="48" name="">
            <a:extLst xmlns:a="http://schemas.openxmlformats.org/drawingml/2006/main">
              <a:ext uri="{FF2B5EF4-FFF2-40B4-BE49-F238E27FC236}">
                <a16:creationId xmlns:a16="http://schemas.microsoft.com/office/drawing/2014/main" id="{11AB35CD-0A74-440A-9933-AA2F6AD48B09}"/>
              </a:ext>
            </a:extLst>
          </p:cNvPr>
          <p:cNvSpPr>
            <a:spLocks xmlns:a="http://schemas.openxmlformats.org/drawingml/2006/main" noGrp="1"/>
          </p:cNvSpPr>
          <p:nvPr/>
        </p:nvSpPr>
        <p:spPr>
          <a:xfrm xmlns:a="http://schemas.openxmlformats.org/drawingml/2006/main">
            <a:off x="3119438" y="3254375"/>
            <a:ext cx="9525" cy="71305"/>
          </a:xfrm>
          <a:custGeom xmlns:a="http://schemas.openxmlformats.org/drawingml/2006/main">
            <a:pathLst>
              <a:path w="9525" h="71305">
                <a:moveTo>
                  <a:pt x="0" y="0"/>
                </a:moveTo>
                <a:lnTo>
                  <a:pt x="0" y="71305"/>
                </a:lnTo>
              </a:path>
            </a:pathLst>
          </a:custGeom>
          <a:noFill xmlns:a="http://schemas.openxmlformats.org/drawingml/2006/main"/>
          <a:ln xmlns:a="http://schemas.openxmlformats.org/drawingml/2006/main" w="11430">
            <a:solidFill>
              <a:srgbClr val="087E8B"/>
            </a:solidFill>
          </a:ln>
        </p:spPr>
      </p:sp>
      <p:sp>
        <p:nvSpPr>
          <p:cNvPr id="49" name="">
            <a:extLst xmlns:a="http://schemas.openxmlformats.org/drawingml/2006/main">
              <a:ext uri="{FF2B5EF4-FFF2-40B4-BE49-F238E27FC236}">
                <a16:creationId xmlns:a16="http://schemas.microsoft.com/office/drawing/2014/main" id="{2D92295F-7A73-4B20-9D58-8E408642FD47}"/>
              </a:ext>
            </a:extLst>
          </p:cNvPr>
          <p:cNvSpPr>
            <a:spLocks xmlns:a="http://schemas.openxmlformats.org/drawingml/2006/main" noGrp="1"/>
          </p:cNvSpPr>
          <p:nvPr/>
        </p:nvSpPr>
        <p:spPr>
          <a:xfrm xmlns:a="http://schemas.openxmlformats.org/drawingml/2006/main">
            <a:off x="3119438" y="3384021"/>
            <a:ext cx="9525" cy="71305"/>
          </a:xfrm>
          <a:custGeom xmlns:a="http://schemas.openxmlformats.org/drawingml/2006/main">
            <a:pathLst>
              <a:path w="9525" h="71305">
                <a:moveTo>
                  <a:pt x="0" y="0"/>
                </a:moveTo>
                <a:lnTo>
                  <a:pt x="0" y="71305"/>
                </a:lnTo>
              </a:path>
            </a:pathLst>
          </a:custGeom>
          <a:noFill xmlns:a="http://schemas.openxmlformats.org/drawingml/2006/main"/>
          <a:ln xmlns:a="http://schemas.openxmlformats.org/drawingml/2006/main" w="11430">
            <a:solidFill>
              <a:srgbClr val="087E8B"/>
            </a:solidFill>
          </a:ln>
        </p:spPr>
      </p:sp>
      <p:sp>
        <p:nvSpPr>
          <p:cNvPr id="50" name="">
            <a:extLst xmlns:a="http://schemas.openxmlformats.org/drawingml/2006/main">
              <a:ext uri="{FF2B5EF4-FFF2-40B4-BE49-F238E27FC236}">
                <a16:creationId xmlns:a16="http://schemas.microsoft.com/office/drawing/2014/main" id="{CDC9068A-4C70-4A04-A85A-48A8326DA330}"/>
              </a:ext>
            </a:extLst>
          </p:cNvPr>
          <p:cNvSpPr>
            <a:spLocks xmlns:a="http://schemas.openxmlformats.org/drawingml/2006/main" noGrp="1"/>
          </p:cNvSpPr>
          <p:nvPr/>
        </p:nvSpPr>
        <p:spPr>
          <a:xfrm xmlns:a="http://schemas.openxmlformats.org/drawingml/2006/main">
            <a:off x="3119438" y="3513667"/>
            <a:ext cx="9525" cy="71305"/>
          </a:xfrm>
          <a:custGeom xmlns:a="http://schemas.openxmlformats.org/drawingml/2006/main">
            <a:pathLst>
              <a:path w="9525" h="71305">
                <a:moveTo>
                  <a:pt x="0" y="0"/>
                </a:moveTo>
                <a:lnTo>
                  <a:pt x="0" y="71305"/>
                </a:lnTo>
              </a:path>
            </a:pathLst>
          </a:custGeom>
          <a:noFill xmlns:a="http://schemas.openxmlformats.org/drawingml/2006/main"/>
          <a:ln xmlns:a="http://schemas.openxmlformats.org/drawingml/2006/main" w="11430">
            <a:solidFill>
              <a:srgbClr val="087E8B"/>
            </a:solidFill>
          </a:ln>
        </p:spPr>
      </p:sp>
      <p:sp>
        <p:nvSpPr>
          <p:cNvPr id="51" name="">
            <a:extLst xmlns:a="http://schemas.openxmlformats.org/drawingml/2006/main">
              <a:ext uri="{FF2B5EF4-FFF2-40B4-BE49-F238E27FC236}">
                <a16:creationId xmlns:a16="http://schemas.microsoft.com/office/drawing/2014/main" id="{80261DA1-08E5-472C-91EF-D880A40AFD57}"/>
              </a:ext>
            </a:extLst>
          </p:cNvPr>
          <p:cNvSpPr>
            <a:spLocks xmlns:a="http://schemas.openxmlformats.org/drawingml/2006/main" noGrp="1"/>
          </p:cNvSpPr>
          <p:nvPr/>
        </p:nvSpPr>
        <p:spPr>
          <a:xfrm xmlns:a="http://schemas.openxmlformats.org/drawingml/2006/main">
            <a:off x="3119438" y="3643313"/>
            <a:ext cx="9525" cy="71305"/>
          </a:xfrm>
          <a:custGeom xmlns:a="http://schemas.openxmlformats.org/drawingml/2006/main">
            <a:pathLst>
              <a:path w="9525" h="71305">
                <a:moveTo>
                  <a:pt x="0" y="0"/>
                </a:moveTo>
                <a:lnTo>
                  <a:pt x="0" y="71305"/>
                </a:lnTo>
              </a:path>
            </a:pathLst>
          </a:custGeom>
          <a:noFill xmlns:a="http://schemas.openxmlformats.org/drawingml/2006/main"/>
          <a:ln xmlns:a="http://schemas.openxmlformats.org/drawingml/2006/main" w="11430">
            <a:solidFill>
              <a:srgbClr val="087E8B"/>
            </a:solidFill>
          </a:ln>
        </p:spPr>
      </p:sp>
      <p:sp>
        <p:nvSpPr>
          <p:cNvPr id="52" name="">
            <a:extLst xmlns:a="http://schemas.openxmlformats.org/drawingml/2006/main">
              <a:ext uri="{FF2B5EF4-FFF2-40B4-BE49-F238E27FC236}">
                <a16:creationId xmlns:a16="http://schemas.microsoft.com/office/drawing/2014/main" id="{B0424D4C-01ED-4039-9E22-1B3B0BE2EBFB}"/>
              </a:ext>
            </a:extLst>
          </p:cNvPr>
          <p:cNvSpPr>
            <a:spLocks xmlns:a="http://schemas.openxmlformats.org/drawingml/2006/main" noGrp="1"/>
          </p:cNvSpPr>
          <p:nvPr/>
        </p:nvSpPr>
        <p:spPr>
          <a:xfrm xmlns:a="http://schemas.openxmlformats.org/drawingml/2006/main">
            <a:off x="3119438" y="3772958"/>
            <a:ext cx="9525" cy="71305"/>
          </a:xfrm>
          <a:custGeom xmlns:a="http://schemas.openxmlformats.org/drawingml/2006/main">
            <a:pathLst>
              <a:path w="9525" h="71305">
                <a:moveTo>
                  <a:pt x="0" y="0"/>
                </a:moveTo>
                <a:lnTo>
                  <a:pt x="0" y="71305"/>
                </a:lnTo>
              </a:path>
            </a:pathLst>
          </a:custGeom>
          <a:noFill xmlns:a="http://schemas.openxmlformats.org/drawingml/2006/main"/>
          <a:ln xmlns:a="http://schemas.openxmlformats.org/drawingml/2006/main" w="11430">
            <a:solidFill>
              <a:srgbClr val="087E8B"/>
            </a:solidFill>
          </a:ln>
        </p:spPr>
      </p:sp>
      <p:sp>
        <p:nvSpPr>
          <p:cNvPr id="53" name="">
            <a:extLst xmlns:a="http://schemas.openxmlformats.org/drawingml/2006/main">
              <a:ext uri="{FF2B5EF4-FFF2-40B4-BE49-F238E27FC236}">
                <a16:creationId xmlns:a16="http://schemas.microsoft.com/office/drawing/2014/main" id="{BBF2CCC9-D2F5-4142-BB70-140BE9DE80FC}"/>
              </a:ext>
            </a:extLst>
          </p:cNvPr>
          <p:cNvSpPr>
            <a:spLocks xmlns:a="http://schemas.openxmlformats.org/drawingml/2006/main" noGrp="1"/>
          </p:cNvSpPr>
          <p:nvPr/>
        </p:nvSpPr>
        <p:spPr>
          <a:xfrm xmlns:a="http://schemas.openxmlformats.org/drawingml/2006/main">
            <a:off x="3119438" y="3902604"/>
            <a:ext cx="9525" cy="71305"/>
          </a:xfrm>
          <a:custGeom xmlns:a="http://schemas.openxmlformats.org/drawingml/2006/main">
            <a:pathLst>
              <a:path w="9525" h="71305">
                <a:moveTo>
                  <a:pt x="0" y="0"/>
                </a:moveTo>
                <a:lnTo>
                  <a:pt x="0" y="71305"/>
                </a:lnTo>
              </a:path>
            </a:pathLst>
          </a:custGeom>
          <a:noFill xmlns:a="http://schemas.openxmlformats.org/drawingml/2006/main"/>
          <a:ln xmlns:a="http://schemas.openxmlformats.org/drawingml/2006/main" w="11430">
            <a:solidFill>
              <a:srgbClr val="087E8B"/>
            </a:solidFill>
          </a:ln>
        </p:spPr>
      </p:sp>
      <p:sp>
        <p:nvSpPr>
          <p:cNvPr id="54" name="">
            <a:extLst xmlns:a="http://schemas.openxmlformats.org/drawingml/2006/main">
              <a:ext uri="{FF2B5EF4-FFF2-40B4-BE49-F238E27FC236}">
                <a16:creationId xmlns:a16="http://schemas.microsoft.com/office/drawing/2014/main" id="{EBBA4976-2275-49D0-9AFC-1B3355B42CFD}"/>
              </a:ext>
            </a:extLst>
          </p:cNvPr>
          <p:cNvSpPr>
            <a:spLocks xmlns:a="http://schemas.openxmlformats.org/drawingml/2006/main" noGrp="1"/>
          </p:cNvSpPr>
          <p:nvPr/>
        </p:nvSpPr>
        <p:spPr>
          <a:xfrm xmlns:a="http://schemas.openxmlformats.org/drawingml/2006/main">
            <a:off x="3119438" y="4032250"/>
            <a:ext cx="9525" cy="71305"/>
          </a:xfrm>
          <a:custGeom xmlns:a="http://schemas.openxmlformats.org/drawingml/2006/main">
            <a:pathLst>
              <a:path w="9525" h="71305">
                <a:moveTo>
                  <a:pt x="0" y="0"/>
                </a:moveTo>
                <a:lnTo>
                  <a:pt x="0" y="71305"/>
                </a:lnTo>
              </a:path>
            </a:pathLst>
          </a:custGeom>
          <a:noFill xmlns:a="http://schemas.openxmlformats.org/drawingml/2006/main"/>
          <a:ln xmlns:a="http://schemas.openxmlformats.org/drawingml/2006/main" w="11430">
            <a:solidFill>
              <a:srgbClr val="087E8B"/>
            </a:solidFill>
          </a:ln>
        </p:spPr>
      </p:sp>
      <p:sp>
        <p:nvSpPr>
          <p:cNvPr id="55" name="">
            <a:extLst xmlns:a="http://schemas.openxmlformats.org/drawingml/2006/main">
              <a:ext uri="{FF2B5EF4-FFF2-40B4-BE49-F238E27FC236}">
                <a16:creationId xmlns:a16="http://schemas.microsoft.com/office/drawing/2014/main" id="{433512FF-6152-4F54-A939-72D2140F7550}"/>
              </a:ext>
            </a:extLst>
          </p:cNvPr>
          <p:cNvSpPr>
            <a:spLocks xmlns:a="http://schemas.openxmlformats.org/drawingml/2006/main" noGrp="1"/>
          </p:cNvSpPr>
          <p:nvPr/>
        </p:nvSpPr>
        <p:spPr>
          <a:xfrm xmlns:a="http://schemas.openxmlformats.org/drawingml/2006/main">
            <a:off x="3119438" y="4161896"/>
            <a:ext cx="9525" cy="71305"/>
          </a:xfrm>
          <a:custGeom xmlns:a="http://schemas.openxmlformats.org/drawingml/2006/main">
            <a:pathLst>
              <a:path w="9525" h="71305">
                <a:moveTo>
                  <a:pt x="0" y="0"/>
                </a:moveTo>
                <a:lnTo>
                  <a:pt x="0" y="71305"/>
                </a:lnTo>
              </a:path>
            </a:pathLst>
          </a:custGeom>
          <a:noFill xmlns:a="http://schemas.openxmlformats.org/drawingml/2006/main"/>
          <a:ln xmlns:a="http://schemas.openxmlformats.org/drawingml/2006/main" w="11430">
            <a:solidFill>
              <a:srgbClr val="087E8B"/>
            </a:solidFill>
          </a:ln>
        </p:spPr>
      </p:sp>
      <p:sp>
        <p:nvSpPr>
          <p:cNvPr id="56" name="">
            <a:extLst xmlns:a="http://schemas.openxmlformats.org/drawingml/2006/main">
              <a:ext uri="{FF2B5EF4-FFF2-40B4-BE49-F238E27FC236}">
                <a16:creationId xmlns:a16="http://schemas.microsoft.com/office/drawing/2014/main" id="{C1599FDC-7BB0-4EA7-9028-3CCEC122C91E}"/>
              </a:ext>
            </a:extLst>
          </p:cNvPr>
          <p:cNvSpPr>
            <a:spLocks xmlns:a="http://schemas.openxmlformats.org/drawingml/2006/main" noGrp="1"/>
          </p:cNvSpPr>
          <p:nvPr/>
        </p:nvSpPr>
        <p:spPr>
          <a:xfrm xmlns:a="http://schemas.openxmlformats.org/drawingml/2006/main">
            <a:off x="3119438" y="4291542"/>
            <a:ext cx="9525" cy="71305"/>
          </a:xfrm>
          <a:custGeom xmlns:a="http://schemas.openxmlformats.org/drawingml/2006/main">
            <a:pathLst>
              <a:path w="9525" h="71305">
                <a:moveTo>
                  <a:pt x="0" y="0"/>
                </a:moveTo>
                <a:lnTo>
                  <a:pt x="0" y="71305"/>
                </a:lnTo>
              </a:path>
            </a:pathLst>
          </a:custGeom>
          <a:noFill xmlns:a="http://schemas.openxmlformats.org/drawingml/2006/main"/>
          <a:ln xmlns:a="http://schemas.openxmlformats.org/drawingml/2006/main" w="11430">
            <a:solidFill>
              <a:srgbClr val="087E8B"/>
            </a:solidFill>
          </a:ln>
        </p:spPr>
      </p:sp>
      <p:sp>
        <p:nvSpPr>
          <p:cNvPr id="57" name="">
            <a:extLst xmlns:a="http://schemas.openxmlformats.org/drawingml/2006/main">
              <a:ext uri="{FF2B5EF4-FFF2-40B4-BE49-F238E27FC236}">
                <a16:creationId xmlns:a16="http://schemas.microsoft.com/office/drawing/2014/main" id="{FFB2A442-8A96-4FAD-9879-B77F5C74F99C}"/>
              </a:ext>
            </a:extLst>
          </p:cNvPr>
          <p:cNvSpPr>
            <a:spLocks xmlns:a="http://schemas.openxmlformats.org/drawingml/2006/main" noGrp="1"/>
          </p:cNvSpPr>
          <p:nvPr/>
        </p:nvSpPr>
        <p:spPr>
          <a:xfrm xmlns:a="http://schemas.openxmlformats.org/drawingml/2006/main">
            <a:off x="3119438" y="4421188"/>
            <a:ext cx="9525" cy="71305"/>
          </a:xfrm>
          <a:custGeom xmlns:a="http://schemas.openxmlformats.org/drawingml/2006/main">
            <a:pathLst>
              <a:path w="9525" h="71305">
                <a:moveTo>
                  <a:pt x="0" y="0"/>
                </a:moveTo>
                <a:lnTo>
                  <a:pt x="0" y="71305"/>
                </a:lnTo>
              </a:path>
            </a:pathLst>
          </a:custGeom>
          <a:noFill xmlns:a="http://schemas.openxmlformats.org/drawingml/2006/main"/>
          <a:ln xmlns:a="http://schemas.openxmlformats.org/drawingml/2006/main" w="11430">
            <a:solidFill>
              <a:srgbClr val="087E8B"/>
            </a:solidFill>
          </a:ln>
        </p:spPr>
      </p:sp>
      <p:sp>
        <p:nvSpPr>
          <p:cNvPr id="58" name="">
            <a:extLst xmlns:a="http://schemas.openxmlformats.org/drawingml/2006/main">
              <a:ext uri="{FF2B5EF4-FFF2-40B4-BE49-F238E27FC236}">
                <a16:creationId xmlns:a16="http://schemas.microsoft.com/office/drawing/2014/main" id="{DA04E1E2-5DB7-4EAE-B77D-D210DDE41A6E}"/>
              </a:ext>
            </a:extLst>
          </p:cNvPr>
          <p:cNvSpPr>
            <a:spLocks xmlns:a="http://schemas.openxmlformats.org/drawingml/2006/main" noGrp="1"/>
          </p:cNvSpPr>
          <p:nvPr/>
        </p:nvSpPr>
        <p:spPr>
          <a:xfrm xmlns:a="http://schemas.openxmlformats.org/drawingml/2006/main">
            <a:off x="3119438" y="4550833"/>
            <a:ext cx="9525" cy="71305"/>
          </a:xfrm>
          <a:custGeom xmlns:a="http://schemas.openxmlformats.org/drawingml/2006/main">
            <a:pathLst>
              <a:path w="9525" h="71305">
                <a:moveTo>
                  <a:pt x="0" y="0"/>
                </a:moveTo>
                <a:lnTo>
                  <a:pt x="0" y="71305"/>
                </a:lnTo>
              </a:path>
            </a:pathLst>
          </a:custGeom>
          <a:noFill xmlns:a="http://schemas.openxmlformats.org/drawingml/2006/main"/>
          <a:ln xmlns:a="http://schemas.openxmlformats.org/drawingml/2006/main" w="11430">
            <a:solidFill>
              <a:srgbClr val="087E8B"/>
            </a:solidFill>
          </a:ln>
        </p:spPr>
      </p:sp>
      <p:sp>
        <p:nvSpPr>
          <p:cNvPr id="59" name="">
            <a:extLst xmlns:a="http://schemas.openxmlformats.org/drawingml/2006/main">
              <a:ext uri="{FF2B5EF4-FFF2-40B4-BE49-F238E27FC236}">
                <a16:creationId xmlns:a16="http://schemas.microsoft.com/office/drawing/2014/main" id="{31760ED6-1636-4909-95D8-63A808F988CF}"/>
              </a:ext>
            </a:extLst>
          </p:cNvPr>
          <p:cNvSpPr>
            <a:spLocks xmlns:a="http://schemas.openxmlformats.org/drawingml/2006/main" noGrp="1"/>
          </p:cNvSpPr>
          <p:nvPr/>
        </p:nvSpPr>
        <p:spPr>
          <a:xfrm xmlns:a="http://schemas.openxmlformats.org/drawingml/2006/main">
            <a:off x="3119438" y="4680479"/>
            <a:ext cx="9525" cy="71305"/>
          </a:xfrm>
          <a:custGeom xmlns:a="http://schemas.openxmlformats.org/drawingml/2006/main">
            <a:pathLst>
              <a:path w="9525" h="71305">
                <a:moveTo>
                  <a:pt x="0" y="0"/>
                </a:moveTo>
                <a:lnTo>
                  <a:pt x="0" y="71305"/>
                </a:lnTo>
              </a:path>
            </a:pathLst>
          </a:custGeom>
          <a:noFill xmlns:a="http://schemas.openxmlformats.org/drawingml/2006/main"/>
          <a:ln xmlns:a="http://schemas.openxmlformats.org/drawingml/2006/main" w="11430">
            <a:solidFill>
              <a:srgbClr val="087E8B"/>
            </a:solidFill>
          </a:ln>
        </p:spPr>
      </p:sp>
      <p:sp>
        <p:nvSpPr>
          <p:cNvPr id="60" name="">
            <a:extLst xmlns:a="http://schemas.openxmlformats.org/drawingml/2006/main">
              <a:ext uri="{FF2B5EF4-FFF2-40B4-BE49-F238E27FC236}">
                <a16:creationId xmlns:a16="http://schemas.microsoft.com/office/drawing/2014/main" id="{430F034E-81B9-4B7C-9F3C-E854619239C8}"/>
              </a:ext>
            </a:extLst>
          </p:cNvPr>
          <p:cNvSpPr>
            <a:spLocks xmlns:a="http://schemas.openxmlformats.org/drawingml/2006/main" noGrp="1"/>
          </p:cNvSpPr>
          <p:nvPr/>
        </p:nvSpPr>
        <p:spPr>
          <a:xfrm xmlns:a="http://schemas.openxmlformats.org/drawingml/2006/main">
            <a:off x="3071813" y="323850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87E8B"/>
            </a:solidFill>
          </a:ln>
        </p:spPr>
      </p:sp>
      <p:sp>
        <p:nvSpPr>
          <p:cNvPr id="61" name="">
            <a:extLst xmlns:a="http://schemas.openxmlformats.org/drawingml/2006/main">
              <a:ext uri="{FF2B5EF4-FFF2-40B4-BE49-F238E27FC236}">
                <a16:creationId xmlns:a16="http://schemas.microsoft.com/office/drawing/2014/main" id="{47387B41-A934-4EEC-A78B-27D776B306B6}"/>
              </a:ext>
            </a:extLst>
          </p:cNvPr>
          <p:cNvSpPr>
            <a:spLocks xmlns:a="http://schemas.openxmlformats.org/drawingml/2006/main" noGrp="1"/>
          </p:cNvSpPr>
          <p:nvPr/>
        </p:nvSpPr>
        <p:spPr>
          <a:xfrm xmlns:a="http://schemas.openxmlformats.org/drawingml/2006/main">
            <a:off x="3071813" y="481965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87E8B"/>
            </a:solidFill>
          </a:ln>
        </p:spPr>
      </p:sp>
      <p:sp>
        <p:nvSpPr>
          <p:cNvPr id="62" name="">
            <a:extLst xmlns:a="http://schemas.openxmlformats.org/drawingml/2006/main">
              <a:ext uri="{FF2B5EF4-FFF2-40B4-BE49-F238E27FC236}">
                <a16:creationId xmlns:a16="http://schemas.microsoft.com/office/drawing/2014/main" id="{6E625939-5AF1-4C89-934F-88F2059AAB4A}"/>
              </a:ext>
            </a:extLst>
          </p:cNvPr>
          <p:cNvSpPr>
            <a:spLocks xmlns:a="http://schemas.openxmlformats.org/drawingml/2006/main" noGrp="1"/>
          </p:cNvSpPr>
          <p:nvPr/>
        </p:nvSpPr>
        <p:spPr>
          <a:xfrm xmlns:a="http://schemas.openxmlformats.org/drawingml/2006/main">
            <a:off x="1952625" y="5476875"/>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x = 0.30 m</a:t>
            </a:r>
          </a:p>
        </p:txBody>
      </p:sp>
      <p:sp>
        <p:nvSpPr>
          <p:cNvPr id="63" name="">
            <a:extLst xmlns:a="http://schemas.openxmlformats.org/drawingml/2006/main">
              <a:ext uri="{FF2B5EF4-FFF2-40B4-BE49-F238E27FC236}">
                <a16:creationId xmlns:a16="http://schemas.microsoft.com/office/drawing/2014/main" id="{485440FA-76E2-4C69-95DE-2E7303F7EB46}"/>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x = 0.30 mでV = ＋100 N、M = 30 N·m。荷重点x = 0.60 mでMは最大60 N·m。</a:t>
            </a:r>
          </a:p>
        </p:txBody>
      </p:sp>
    </p:spTree>
    <p:extLst>
      <p:ext uri="{BB962C8B-B14F-4D97-AF65-F5344CB8AC3E}">
        <p14:creationId xmlns:p14="http://schemas.microsoft.com/office/powerpoint/2010/main" val="111121577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DBE8361-0CC5-45A6-BAAE-C4663FD77069}"/>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点データと、不連続な線図</a:t>
            </a:r>
          </a:p>
        </p:txBody>
      </p:sp>
      <p:sp>
        <p:nvSpPr>
          <p:cNvPr id="2" name="">
            <a:extLst xmlns:a="http://schemas.openxmlformats.org/drawingml/2006/main">
              <a:ext uri="{FF2B5EF4-FFF2-40B4-BE49-F238E27FC236}">
                <a16:creationId xmlns:a16="http://schemas.microsoft.com/office/drawing/2014/main" id="{D5BA8A08-B09C-4CA1-BC87-1F4476BA1594}"/>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7BE62A85-7214-4830-AFB3-E967DA2CBBF7}"/>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graphicFrame>
        <p:nvGraphicFramePr>
          <p:cNvPr id="4" name="">
            <a:extLst xmlns:a="http://schemas.openxmlformats.org/drawingml/2006/main">
              <a:ext uri="{FF2B5EF4-FFF2-40B4-BE49-F238E27FC236}">
                <a16:creationId xmlns:a16="http://schemas.microsoft.com/office/drawing/2014/main" id="{64F8B0F5-FECD-400E-B9DC-0740ACD5D88E}"/>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143250"/>
                <a:gridCol w="3810000"/>
                <a:gridCol w="3810000"/>
              </a:tblGrid>
              <a:tr h="695325">
                <a:tc>
                  <a:txBody>
                    <a:bodyPr lIns="85725" tIns="85725" rIns="85725" bIns="85725"/>
                    <a:lstStyle/>
                    <a:p>
                      <a:r>
                        <a:rPr sz="2175" b="1">
                          <a:solidFill>
                            <a:srgbClr val="FFFFFF"/>
                          </a:solidFill>
                          <a:latin typeface="Yu Gothic"/>
                          <a:ea typeface="Yu Gothic"/>
                          <a:cs typeface="Yu Gothic"/>
                        </a:rPr>
                        <a:t>位置 x / m</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V / N</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M / (N·m)</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0.59</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+100</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59</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0.60の直前</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+100</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60</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0.60の直後</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−100</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60</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0.61</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−100</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59</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A4FCAF1-D0AE-496B-8180-FDB020D9671A}"/>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中央集中荷重の仮想モデル。荷重点の左右を区別し、時間データと混同しない。</a:t>
            </a:r>
          </a:p>
        </p:txBody>
      </p:sp>
      <p:sp>
        <p:nvSpPr>
          <p:cNvPr id="6" name="">
            <a:extLst xmlns:a="http://schemas.openxmlformats.org/drawingml/2006/main">
              <a:ext uri="{FF2B5EF4-FFF2-40B4-BE49-F238E27FC236}">
                <a16:creationId xmlns:a16="http://schemas.microsoft.com/office/drawing/2014/main" id="{9920A33B-21BA-4B91-B67D-4DCEDE0E0074}"/>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22 / 49</a:t>
            </a:r>
          </a:p>
        </p:txBody>
      </p:sp>
    </p:spTree>
    <p:extLst>
      <p:ext uri="{BB962C8B-B14F-4D97-AF65-F5344CB8AC3E}">
        <p14:creationId xmlns:p14="http://schemas.microsoft.com/office/powerpoint/2010/main" val="19250573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27F35BF-4548-4D43-BB8B-0E5F7E3F8D70}"/>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EAAB11A4-A68B-49CB-9281-FCD3097C5068}"/>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DD131F07-1117-4677-AD88-02653BECDBE0}"/>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922B3DFF-634E-4EE9-8752-4956212D5A8F}"/>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80280186-40FE-4FC8-88BB-AF03CD21A16E}"/>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再開後：演習2　中央荷重の SFD・BMD〔半自立〕</a:t>
            </a:r>
          </a:p>
        </p:txBody>
      </p:sp>
      <p:sp>
        <p:nvSpPr>
          <p:cNvPr id="6" name="">
            <a:extLst xmlns:a="http://schemas.openxmlformats.org/drawingml/2006/main">
              <a:ext uri="{FF2B5EF4-FFF2-40B4-BE49-F238E27FC236}">
                <a16:creationId xmlns:a16="http://schemas.microsoft.com/office/drawing/2014/main" id="{819E5B96-82D8-4AF6-B9F1-0E6092C6C972}"/>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C9D7EF29-62AE-4156-8779-631152AD8586}"/>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sp>
        <p:nvSpPr>
          <p:cNvPr id="8" name="">
            <a:extLst xmlns:a="http://schemas.openxmlformats.org/drawingml/2006/main">
              <a:ext uri="{FF2B5EF4-FFF2-40B4-BE49-F238E27FC236}">
                <a16:creationId xmlns:a16="http://schemas.microsoft.com/office/drawing/2014/main" id="{68F01D01-A2B9-43BD-A730-5EBEE3473E3C}"/>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23 / 49</a:t>
            </a:r>
          </a:p>
        </p:txBody>
      </p:sp>
    </p:spTree>
    <p:extLst>
      <p:ext uri="{BB962C8B-B14F-4D97-AF65-F5344CB8AC3E}">
        <p14:creationId xmlns:p14="http://schemas.microsoft.com/office/powerpoint/2010/main" val="141170234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E8484E7-12A1-4297-977A-A75351B6F9DE}"/>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演習2　中央荷重の SFD・BMD〔半自立〕</a:t>
            </a:r>
          </a:p>
        </p:txBody>
      </p:sp>
      <p:cxnSp>
        <p:nvCxnSpPr>
          <p:cNvPr id="2" name="">
            <a:extLst xmlns:a="http://schemas.openxmlformats.org/drawingml/2006/main">
              <a:ext uri="{FF2B5EF4-FFF2-40B4-BE49-F238E27FC236}">
                <a16:creationId xmlns:a16="http://schemas.microsoft.com/office/drawing/2014/main" id="{F565F9E8-0F81-404F-BB1D-78F84DD7171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C7E0C02B-4C14-4DE6-8C25-360344C4175D}"/>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84FCE864-6ABF-418C-823E-6BA180A20435}"/>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24 / 49</a:t>
            </a:r>
          </a:p>
        </p:txBody>
      </p:sp>
      <p:sp>
        <p:nvSpPr>
          <p:cNvPr id="5" name="">
            <a:extLst xmlns:a="http://schemas.openxmlformats.org/drawingml/2006/main">
              <a:ext uri="{FF2B5EF4-FFF2-40B4-BE49-F238E27FC236}">
                <a16:creationId xmlns:a16="http://schemas.microsoft.com/office/drawing/2014/main" id="{A6880F62-3E18-4FC5-B90C-0B764676A2F4}"/>
              </a:ext>
            </a:extLst>
          </p:cNvPr>
          <p:cNvSpPr>
            <a:spLocks xmlns:a="http://schemas.openxmlformats.org/drawingml/2006/main" noGrp="1"/>
          </p:cNvSpPr>
          <p:nvPr/>
        </p:nvSpPr>
        <p:spPr>
          <a:xfrm xmlns:a="http://schemas.openxmlformats.org/drawingml/2006/main">
            <a:off x="1619250" y="2447925"/>
            <a:ext cx="6858000" cy="171450"/>
          </a:xfrm>
          <a:prstGeom xmlns:a="http://schemas.openxmlformats.org/drawingml/2006/main" prst="rect">
            <a:avLst/>
          </a:prstGeom>
          <a:solidFill xmlns:a="http://schemas.openxmlformats.org/drawingml/2006/main">
            <a:srgbClr val="E3EBF1"/>
          </a:solidFill>
          <a:ln xmlns:a="http://schemas.openxmlformats.org/drawingml/2006/main" w="13335">
            <a:solidFill>
              <a:srgbClr val="18364F"/>
            </a:solidFill>
          </a:ln>
        </p:spPr>
      </p:sp>
      <p:sp>
        <p:nvSpPr>
          <p:cNvPr id="6" name="">
            <a:extLst xmlns:a="http://schemas.openxmlformats.org/drawingml/2006/main">
              <a:ext uri="{FF2B5EF4-FFF2-40B4-BE49-F238E27FC236}">
                <a16:creationId xmlns:a16="http://schemas.microsoft.com/office/drawing/2014/main" id="{1CAF3933-3DE1-4A1A-B877-99CB8F0D3ADD}"/>
              </a:ext>
            </a:extLst>
          </p:cNvPr>
          <p:cNvSpPr>
            <a:spLocks xmlns:a="http://schemas.openxmlformats.org/drawingml/2006/main" noGrp="1"/>
          </p:cNvSpPr>
          <p:nvPr/>
        </p:nvSpPr>
        <p:spPr>
          <a:xfrm xmlns:a="http://schemas.openxmlformats.org/drawingml/2006/main">
            <a:off x="1438275" y="2619375"/>
            <a:ext cx="361950" cy="295275"/>
          </a:xfrm>
          <a:custGeom xmlns:a="http://schemas.openxmlformats.org/drawingml/2006/main">
            <a:pathLst>
              <a:path w="361950" h="295275">
                <a:moveTo>
                  <a:pt x="180975" y="0"/>
                </a:moveTo>
                <a:lnTo>
                  <a:pt x="0" y="295275"/>
                </a:lnTo>
                <a:lnTo>
                  <a:pt x="361950" y="295275"/>
                </a:lnTo>
                <a:close/>
              </a:path>
            </a:pathLst>
          </a:custGeom>
          <a:solidFill xmlns:a="http://schemas.openxmlformats.org/drawingml/2006/main">
            <a:srgbClr val="EDF2F6"/>
          </a:solidFill>
          <a:ln xmlns:a="http://schemas.openxmlformats.org/drawingml/2006/main" w="19050">
            <a:solidFill>
              <a:srgbClr val="245C98"/>
            </a:solidFill>
          </a:ln>
        </p:spPr>
      </p:sp>
      <p:cxnSp>
        <p:nvCxnSpPr>
          <p:cNvPr id="7" name="">
            <a:extLst xmlns:a="http://schemas.openxmlformats.org/drawingml/2006/main">
              <a:ext uri="{FF2B5EF4-FFF2-40B4-BE49-F238E27FC236}">
                <a16:creationId xmlns:a16="http://schemas.microsoft.com/office/drawing/2014/main" id="{1F31BBB8-E124-480C-9B09-8EF3001106FC}"/>
              </a:ext>
            </a:extLst>
          </p:cNvPr>
          <p:cNvCxnSpPr/>
          <p:nvPr/>
        </p:nvCxnSpPr>
        <p:spPr>
          <a:xfrm xmlns:a="http://schemas.openxmlformats.org/drawingml/2006/main" flipH="0" flipV="0">
            <a:off x="1285875" y="2952750"/>
            <a:ext cx="666750" cy="0"/>
          </a:xfrm>
          <a:prstGeom xmlns:a="http://schemas.openxmlformats.org/drawingml/2006/main" prst="straightConnector1">
            <a:avLst/>
          </a:prstGeom>
          <a:ln xmlns:a="http://schemas.openxmlformats.org/drawingml/2006/main" w="19050">
            <a:solidFill>
              <a:srgbClr val="5D6C78"/>
            </a:solidFill>
            <a:prstDash val="solid"/>
          </a:ln>
        </p:spPr>
      </p:cxnSp>
      <p:sp>
        <p:nvSpPr>
          <p:cNvPr id="8" name="">
            <a:extLst xmlns:a="http://schemas.openxmlformats.org/drawingml/2006/main">
              <a:ext uri="{FF2B5EF4-FFF2-40B4-BE49-F238E27FC236}">
                <a16:creationId xmlns:a16="http://schemas.microsoft.com/office/drawing/2014/main" id="{A4602F6A-20F7-417E-AA05-8E25AF12C28D}"/>
              </a:ext>
            </a:extLst>
          </p:cNvPr>
          <p:cNvSpPr>
            <a:spLocks xmlns:a="http://schemas.openxmlformats.org/drawingml/2006/main" noGrp="1"/>
          </p:cNvSpPr>
          <p:nvPr/>
        </p:nvSpPr>
        <p:spPr>
          <a:xfrm xmlns:a="http://schemas.openxmlformats.org/drawingml/2006/main">
            <a:off x="8296275" y="2619375"/>
            <a:ext cx="361950" cy="295275"/>
          </a:xfrm>
          <a:custGeom xmlns:a="http://schemas.openxmlformats.org/drawingml/2006/main">
            <a:pathLst>
              <a:path w="361950" h="295275">
                <a:moveTo>
                  <a:pt x="180975" y="0"/>
                </a:moveTo>
                <a:lnTo>
                  <a:pt x="0" y="295275"/>
                </a:lnTo>
                <a:lnTo>
                  <a:pt x="361950" y="295275"/>
                </a:lnTo>
                <a:close/>
              </a:path>
            </a:pathLst>
          </a:custGeom>
          <a:solidFill xmlns:a="http://schemas.openxmlformats.org/drawingml/2006/main">
            <a:srgbClr val="EDF2F6"/>
          </a:solidFill>
          <a:ln xmlns:a="http://schemas.openxmlformats.org/drawingml/2006/main" w="19050">
            <a:solidFill>
              <a:srgbClr val="245C98"/>
            </a:solidFill>
          </a:ln>
        </p:spPr>
      </p:sp>
      <p:sp>
        <p:nvSpPr>
          <p:cNvPr id="9" name="">
            <a:extLst xmlns:a="http://schemas.openxmlformats.org/drawingml/2006/main">
              <a:ext uri="{FF2B5EF4-FFF2-40B4-BE49-F238E27FC236}">
                <a16:creationId xmlns:a16="http://schemas.microsoft.com/office/drawing/2014/main" id="{E8F4D51E-6829-4CE9-8376-2EDE1AD4CED4}"/>
              </a:ext>
            </a:extLst>
          </p:cNvPr>
          <p:cNvSpPr>
            <a:spLocks xmlns:a="http://schemas.openxmlformats.org/drawingml/2006/main" noGrp="1"/>
          </p:cNvSpPr>
          <p:nvPr/>
        </p:nvSpPr>
        <p:spPr>
          <a:xfrm xmlns:a="http://schemas.openxmlformats.org/drawingml/2006/main">
            <a:off x="8343900" y="2924175"/>
            <a:ext cx="95250" cy="95250"/>
          </a:xfrm>
          <a:prstGeom xmlns:a="http://schemas.openxmlformats.org/drawingml/2006/main" prst="ellipse">
            <a:avLst/>
          </a:prstGeom>
          <a:solidFill xmlns:a="http://schemas.openxmlformats.org/drawingml/2006/main">
            <a:srgbClr val="EDF2F6"/>
          </a:solidFill>
          <a:ln xmlns:a="http://schemas.openxmlformats.org/drawingml/2006/main" w="19050">
            <a:solidFill>
              <a:srgbClr val="C8D3DD"/>
            </a:solidFill>
          </a:ln>
        </p:spPr>
      </p:sp>
      <p:sp>
        <p:nvSpPr>
          <p:cNvPr id="10" name="">
            <a:extLst xmlns:a="http://schemas.openxmlformats.org/drawingml/2006/main">
              <a:ext uri="{FF2B5EF4-FFF2-40B4-BE49-F238E27FC236}">
                <a16:creationId xmlns:a16="http://schemas.microsoft.com/office/drawing/2014/main" id="{2D2F5EE2-19A0-4394-96AA-9D41E62FD035}"/>
              </a:ext>
            </a:extLst>
          </p:cNvPr>
          <p:cNvSpPr>
            <a:spLocks xmlns:a="http://schemas.openxmlformats.org/drawingml/2006/main" noGrp="1"/>
          </p:cNvSpPr>
          <p:nvPr/>
        </p:nvSpPr>
        <p:spPr>
          <a:xfrm xmlns:a="http://schemas.openxmlformats.org/drawingml/2006/main">
            <a:off x="8515350" y="2924175"/>
            <a:ext cx="95250" cy="95250"/>
          </a:xfrm>
          <a:prstGeom xmlns:a="http://schemas.openxmlformats.org/drawingml/2006/main" prst="ellipse">
            <a:avLst/>
          </a:prstGeom>
          <a:solidFill xmlns:a="http://schemas.openxmlformats.org/drawingml/2006/main">
            <a:srgbClr val="EDF2F6"/>
          </a:solidFill>
          <a:ln xmlns:a="http://schemas.openxmlformats.org/drawingml/2006/main" w="19050">
            <a:solidFill>
              <a:srgbClr val="C8D3DD"/>
            </a:solidFill>
          </a:ln>
        </p:spPr>
      </p:sp>
      <p:cxnSp>
        <p:nvCxnSpPr>
          <p:cNvPr id="11" name="">
            <a:extLst xmlns:a="http://schemas.openxmlformats.org/drawingml/2006/main">
              <a:ext uri="{FF2B5EF4-FFF2-40B4-BE49-F238E27FC236}">
                <a16:creationId xmlns:a16="http://schemas.microsoft.com/office/drawing/2014/main" id="{1DB36FC2-C4B4-4BB4-A260-53FD876EC4D9}"/>
              </a:ext>
            </a:extLst>
          </p:cNvPr>
          <p:cNvCxnSpPr/>
          <p:nvPr/>
        </p:nvCxnSpPr>
        <p:spPr>
          <a:xfrm xmlns:a="http://schemas.openxmlformats.org/drawingml/2006/main" flipH="0" flipV="0">
            <a:off x="8143875" y="3038475"/>
            <a:ext cx="666750" cy="0"/>
          </a:xfrm>
          <a:prstGeom xmlns:a="http://schemas.openxmlformats.org/drawingml/2006/main" prst="straightConnector1">
            <a:avLst/>
          </a:prstGeom>
          <a:ln xmlns:a="http://schemas.openxmlformats.org/drawingml/2006/main" w="19050">
            <a:solidFill>
              <a:srgbClr val="5D6C78"/>
            </a:solidFill>
            <a:prstDash val="solid"/>
          </a:ln>
        </p:spPr>
      </p:cxnSp>
      <p:cxnSp>
        <p:nvCxnSpPr>
          <p:cNvPr id="12" name="">
            <a:extLst xmlns:a="http://schemas.openxmlformats.org/drawingml/2006/main">
              <a:ext uri="{FF2B5EF4-FFF2-40B4-BE49-F238E27FC236}">
                <a16:creationId xmlns:a16="http://schemas.microsoft.com/office/drawing/2014/main" id="{BC72DB67-B3B2-4107-9275-D06FCFC9BF06}"/>
              </a:ext>
            </a:extLst>
          </p:cNvPr>
          <p:cNvCxnSpPr/>
          <p:nvPr/>
        </p:nvCxnSpPr>
        <p:spPr>
          <a:xfrm xmlns:a="http://schemas.openxmlformats.org/drawingml/2006/main" flipH="0" flipV="0">
            <a:off x="5048250" y="1971675"/>
            <a:ext cx="0" cy="438150"/>
          </a:xfrm>
          <a:prstGeom xmlns:a="http://schemas.openxmlformats.org/drawingml/2006/main" prst="straightConnector1">
            <a:avLst/>
          </a:prstGeom>
          <a:ln xmlns:a="http://schemas.openxmlformats.org/drawingml/2006/main" w="38100">
            <a:solidFill>
              <a:srgbClr val="C53D3D"/>
            </a:solidFill>
            <a:tailEnd type="triangle" w="med" len="med"/>
          </a:ln>
        </p:spPr>
      </p:cxnSp>
      <p:sp>
        <p:nvSpPr>
          <p:cNvPr id="13" name="">
            <a:extLst xmlns:a="http://schemas.openxmlformats.org/drawingml/2006/main">
              <a:ext uri="{FF2B5EF4-FFF2-40B4-BE49-F238E27FC236}">
                <a16:creationId xmlns:a16="http://schemas.microsoft.com/office/drawing/2014/main" id="{012C9565-AF25-4579-AAF6-BDF0E9FEA3D1}"/>
              </a:ext>
            </a:extLst>
          </p:cNvPr>
          <p:cNvSpPr>
            <a:spLocks xmlns:a="http://schemas.openxmlformats.org/drawingml/2006/main" noGrp="1"/>
          </p:cNvSpPr>
          <p:nvPr/>
        </p:nvSpPr>
        <p:spPr>
          <a:xfrm xmlns:a="http://schemas.openxmlformats.org/drawingml/2006/main">
            <a:off x="4000500" y="149542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C53D3D"/>
                </a:solidFill>
                <a:latin typeface="Yu Gothic"/>
                <a:ea typeface="Yu Gothic"/>
                <a:cs typeface="Yu Gothic"/>
              </a:defRPr>
            </a:defPPr>
            <a:lvl1pPr algn="ctr">
              <a:buNone/>
              <a:defRPr sz="2250" b="1">
                <a:solidFill>
                  <a:srgbClr val="C53D3D"/>
                </a:solidFill>
                <a:latin typeface="Yu Gothic"/>
                <a:ea typeface="Yu Gothic"/>
                <a:cs typeface="Yu Gothic"/>
              </a:defRPr>
            </a:lvl1pPr>
            <a:lvl2pPr algn="ctr">
              <a:buNone/>
              <a:defRPr sz="2250" b="1">
                <a:solidFill>
                  <a:srgbClr val="C53D3D"/>
                </a:solidFill>
                <a:latin typeface="Yu Gothic"/>
                <a:ea typeface="Yu Gothic"/>
                <a:cs typeface="Yu Gothic"/>
              </a:defRPr>
            </a:lvl2pPr>
            <a:lvl3pPr algn="ctr">
              <a:buNone/>
              <a:defRPr sz="2250" b="1">
                <a:solidFill>
                  <a:srgbClr val="C53D3D"/>
                </a:solidFill>
                <a:latin typeface="Yu Gothic"/>
                <a:ea typeface="Yu Gothic"/>
                <a:cs typeface="Yu Gothic"/>
              </a:defRPr>
            </a:lvl3pPr>
            <a:lvl4pPr algn="ctr">
              <a:buNone/>
              <a:defRPr sz="2250" b="1">
                <a:solidFill>
                  <a:srgbClr val="C53D3D"/>
                </a:solidFill>
                <a:latin typeface="Yu Gothic"/>
                <a:ea typeface="Yu Gothic"/>
                <a:cs typeface="Yu Gothic"/>
              </a:defRPr>
            </a:lvl4pPr>
            <a:lvl5pPr algn="ctr">
              <a:buNone/>
              <a:defRPr sz="2250" b="1">
                <a:solidFill>
                  <a:srgbClr val="C53D3D"/>
                </a:solidFill>
                <a:latin typeface="Yu Gothic"/>
                <a:ea typeface="Yu Gothic"/>
                <a:cs typeface="Yu Gothic"/>
              </a:defRPr>
            </a:lvl5pPr>
            <a:lvl6pPr algn="ctr">
              <a:buNone/>
              <a:defRPr sz="2250" b="1">
                <a:solidFill>
                  <a:srgbClr val="C53D3D"/>
                </a:solidFill>
                <a:latin typeface="Yu Gothic"/>
                <a:ea typeface="Yu Gothic"/>
                <a:cs typeface="Yu Gothic"/>
              </a:defRPr>
            </a:lvl6pPr>
            <a:lvl7pPr algn="ctr">
              <a:buNone/>
              <a:defRPr sz="2250" b="1">
                <a:solidFill>
                  <a:srgbClr val="C53D3D"/>
                </a:solidFill>
                <a:latin typeface="Yu Gothic"/>
                <a:ea typeface="Yu Gothic"/>
                <a:cs typeface="Yu Gothic"/>
              </a:defRPr>
            </a:lvl7pPr>
            <a:lvl8pPr algn="ctr">
              <a:buNone/>
              <a:defRPr sz="2250" b="1">
                <a:solidFill>
                  <a:srgbClr val="C53D3D"/>
                </a:solidFill>
                <a:latin typeface="Yu Gothic"/>
                <a:ea typeface="Yu Gothic"/>
                <a:cs typeface="Yu Gothic"/>
              </a:defRPr>
            </a:lvl8pPr>
            <a:lvl9pPr algn="ctr">
              <a:buNone/>
              <a:defRPr sz="2250" b="1">
                <a:solidFill>
                  <a:srgbClr val="C53D3D"/>
                </a:solidFill>
                <a:latin typeface="Yu Gothic"/>
                <a:ea typeface="Yu Gothic"/>
                <a:cs typeface="Yu Gothic"/>
              </a:defRPr>
            </a:lvl9pPr>
          </a:lstStyle>
          <a:p xmlns:a="http://schemas.openxmlformats.org/drawingml/2006/main">
            <a:pPr algn="ctr">
              <a:buNone/>
              <a:defRPr sz="2250" b="1">
                <a:solidFill>
                  <a:srgbClr val="C53D3D"/>
                </a:solidFill>
                <a:latin typeface="Yu Gothic"/>
                <a:ea typeface="Yu Gothic"/>
                <a:cs typeface="Yu Gothic"/>
              </a:defRPr>
            </a:pPr>
            <a:r>
              <a:rPr sz="2250" b="1">
                <a:solidFill>
                  <a:srgbClr val="C53D3D"/>
                </a:solidFill>
                <a:latin typeface="Yu Gothic"/>
                <a:ea typeface="Yu Gothic"/>
                <a:cs typeface="Yu Gothic"/>
              </a:rPr>
              <a:t>400 N</a:t>
            </a:r>
          </a:p>
        </p:txBody>
      </p:sp>
      <p:sp>
        <p:nvSpPr>
          <p:cNvPr id="14" name="">
            <a:extLst xmlns:a="http://schemas.openxmlformats.org/drawingml/2006/main">
              <a:ext uri="{FF2B5EF4-FFF2-40B4-BE49-F238E27FC236}">
                <a16:creationId xmlns:a16="http://schemas.microsoft.com/office/drawing/2014/main" id="{F2D248B0-023C-4D8C-B498-2ADF4D9DFA9A}"/>
              </a:ext>
            </a:extLst>
          </p:cNvPr>
          <p:cNvSpPr>
            <a:spLocks xmlns:a="http://schemas.openxmlformats.org/drawingml/2006/main" noGrp="1"/>
          </p:cNvSpPr>
          <p:nvPr/>
        </p:nvSpPr>
        <p:spPr>
          <a:xfrm xmlns:a="http://schemas.openxmlformats.org/drawingml/2006/main">
            <a:off x="1828800" y="3048000"/>
            <a:ext cx="333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245C98"/>
                </a:solidFill>
                <a:latin typeface="Yu Gothic"/>
                <a:ea typeface="Yu Gothic"/>
                <a:cs typeface="Yu Gothic"/>
              </a:defRPr>
            </a:defPPr>
            <a:lvl1pPr algn="l">
              <a:buNone/>
              <a:defRPr sz="1875" b="1">
                <a:solidFill>
                  <a:srgbClr val="245C98"/>
                </a:solidFill>
                <a:latin typeface="Yu Gothic"/>
                <a:ea typeface="Yu Gothic"/>
                <a:cs typeface="Yu Gothic"/>
              </a:defRPr>
            </a:lvl1pPr>
            <a:lvl2pPr algn="l">
              <a:buNone/>
              <a:defRPr sz="1875" b="1">
                <a:solidFill>
                  <a:srgbClr val="245C98"/>
                </a:solidFill>
                <a:latin typeface="Yu Gothic"/>
                <a:ea typeface="Yu Gothic"/>
                <a:cs typeface="Yu Gothic"/>
              </a:defRPr>
            </a:lvl2pPr>
            <a:lvl3pPr algn="l">
              <a:buNone/>
              <a:defRPr sz="1875" b="1">
                <a:solidFill>
                  <a:srgbClr val="245C98"/>
                </a:solidFill>
                <a:latin typeface="Yu Gothic"/>
                <a:ea typeface="Yu Gothic"/>
                <a:cs typeface="Yu Gothic"/>
              </a:defRPr>
            </a:lvl3pPr>
            <a:lvl4pPr algn="l">
              <a:buNone/>
              <a:defRPr sz="1875" b="1">
                <a:solidFill>
                  <a:srgbClr val="245C98"/>
                </a:solidFill>
                <a:latin typeface="Yu Gothic"/>
                <a:ea typeface="Yu Gothic"/>
                <a:cs typeface="Yu Gothic"/>
              </a:defRPr>
            </a:lvl4pPr>
            <a:lvl5pPr algn="l">
              <a:buNone/>
              <a:defRPr sz="1875" b="1">
                <a:solidFill>
                  <a:srgbClr val="245C98"/>
                </a:solidFill>
                <a:latin typeface="Yu Gothic"/>
                <a:ea typeface="Yu Gothic"/>
                <a:cs typeface="Yu Gothic"/>
              </a:defRPr>
            </a:lvl5pPr>
            <a:lvl6pPr algn="l">
              <a:buNone/>
              <a:defRPr sz="1875" b="1">
                <a:solidFill>
                  <a:srgbClr val="245C98"/>
                </a:solidFill>
                <a:latin typeface="Yu Gothic"/>
                <a:ea typeface="Yu Gothic"/>
                <a:cs typeface="Yu Gothic"/>
              </a:defRPr>
            </a:lvl6pPr>
            <a:lvl7pPr algn="l">
              <a:buNone/>
              <a:defRPr sz="1875" b="1">
                <a:solidFill>
                  <a:srgbClr val="245C98"/>
                </a:solidFill>
                <a:latin typeface="Yu Gothic"/>
                <a:ea typeface="Yu Gothic"/>
                <a:cs typeface="Yu Gothic"/>
              </a:defRPr>
            </a:lvl7pPr>
            <a:lvl8pPr algn="l">
              <a:buNone/>
              <a:defRPr sz="1875" b="1">
                <a:solidFill>
                  <a:srgbClr val="245C98"/>
                </a:solidFill>
                <a:latin typeface="Yu Gothic"/>
                <a:ea typeface="Yu Gothic"/>
                <a:cs typeface="Yu Gothic"/>
              </a:defRPr>
            </a:lvl8pPr>
            <a:lvl9pPr algn="l">
              <a:buNone/>
              <a:defRPr sz="1875" b="1">
                <a:solidFill>
                  <a:srgbClr val="245C98"/>
                </a:solidFill>
                <a:latin typeface="Yu Gothic"/>
                <a:ea typeface="Yu Gothic"/>
                <a:cs typeface="Yu Gothic"/>
              </a:defRPr>
            </a:lvl9pPr>
          </a:lstStyle>
          <a:p xmlns:a="http://schemas.openxmlformats.org/drawingml/2006/main">
            <a:pPr algn="l">
              <a:buNone/>
              <a:defRPr sz="1875" b="1">
                <a:solidFill>
                  <a:srgbClr val="245C98"/>
                </a:solidFill>
                <a:latin typeface="Yu Gothic"/>
                <a:ea typeface="Yu Gothic"/>
                <a:cs typeface="Yu Gothic"/>
              </a:defRPr>
            </a:pPr>
            <a:r>
              <a:rPr sz="1875" b="1">
                <a:solidFill>
                  <a:srgbClr val="245C98"/>
                </a:solidFill>
                <a:latin typeface="Yu Gothic"/>
                <a:ea typeface="Yu Gothic"/>
                <a:cs typeface="Yu Gothic"/>
              </a:rPr>
              <a:t>A</a:t>
            </a:r>
          </a:p>
        </p:txBody>
      </p:sp>
      <p:sp>
        <p:nvSpPr>
          <p:cNvPr id="15" name="">
            <a:extLst xmlns:a="http://schemas.openxmlformats.org/drawingml/2006/main">
              <a:ext uri="{FF2B5EF4-FFF2-40B4-BE49-F238E27FC236}">
                <a16:creationId xmlns:a16="http://schemas.microsoft.com/office/drawing/2014/main" id="{29460710-DA9C-4C36-80A3-E92C58776413}"/>
              </a:ext>
            </a:extLst>
          </p:cNvPr>
          <p:cNvSpPr>
            <a:spLocks xmlns:a="http://schemas.openxmlformats.org/drawingml/2006/main" noGrp="1"/>
          </p:cNvSpPr>
          <p:nvPr/>
        </p:nvSpPr>
        <p:spPr>
          <a:xfrm xmlns:a="http://schemas.openxmlformats.org/drawingml/2006/main">
            <a:off x="7934325" y="3048000"/>
            <a:ext cx="333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245C98"/>
                </a:solidFill>
                <a:latin typeface="Yu Gothic"/>
                <a:ea typeface="Yu Gothic"/>
                <a:cs typeface="Yu Gothic"/>
              </a:defRPr>
            </a:defPPr>
            <a:lvl1pPr algn="l">
              <a:buNone/>
              <a:defRPr sz="1875" b="1">
                <a:solidFill>
                  <a:srgbClr val="245C98"/>
                </a:solidFill>
                <a:latin typeface="Yu Gothic"/>
                <a:ea typeface="Yu Gothic"/>
                <a:cs typeface="Yu Gothic"/>
              </a:defRPr>
            </a:lvl1pPr>
            <a:lvl2pPr algn="l">
              <a:buNone/>
              <a:defRPr sz="1875" b="1">
                <a:solidFill>
                  <a:srgbClr val="245C98"/>
                </a:solidFill>
                <a:latin typeface="Yu Gothic"/>
                <a:ea typeface="Yu Gothic"/>
                <a:cs typeface="Yu Gothic"/>
              </a:defRPr>
            </a:lvl2pPr>
            <a:lvl3pPr algn="l">
              <a:buNone/>
              <a:defRPr sz="1875" b="1">
                <a:solidFill>
                  <a:srgbClr val="245C98"/>
                </a:solidFill>
                <a:latin typeface="Yu Gothic"/>
                <a:ea typeface="Yu Gothic"/>
                <a:cs typeface="Yu Gothic"/>
              </a:defRPr>
            </a:lvl3pPr>
            <a:lvl4pPr algn="l">
              <a:buNone/>
              <a:defRPr sz="1875" b="1">
                <a:solidFill>
                  <a:srgbClr val="245C98"/>
                </a:solidFill>
                <a:latin typeface="Yu Gothic"/>
                <a:ea typeface="Yu Gothic"/>
                <a:cs typeface="Yu Gothic"/>
              </a:defRPr>
            </a:lvl4pPr>
            <a:lvl5pPr algn="l">
              <a:buNone/>
              <a:defRPr sz="1875" b="1">
                <a:solidFill>
                  <a:srgbClr val="245C98"/>
                </a:solidFill>
                <a:latin typeface="Yu Gothic"/>
                <a:ea typeface="Yu Gothic"/>
                <a:cs typeface="Yu Gothic"/>
              </a:defRPr>
            </a:lvl5pPr>
            <a:lvl6pPr algn="l">
              <a:buNone/>
              <a:defRPr sz="1875" b="1">
                <a:solidFill>
                  <a:srgbClr val="245C98"/>
                </a:solidFill>
                <a:latin typeface="Yu Gothic"/>
                <a:ea typeface="Yu Gothic"/>
                <a:cs typeface="Yu Gothic"/>
              </a:defRPr>
            </a:lvl6pPr>
            <a:lvl7pPr algn="l">
              <a:buNone/>
              <a:defRPr sz="1875" b="1">
                <a:solidFill>
                  <a:srgbClr val="245C98"/>
                </a:solidFill>
                <a:latin typeface="Yu Gothic"/>
                <a:ea typeface="Yu Gothic"/>
                <a:cs typeface="Yu Gothic"/>
              </a:defRPr>
            </a:lvl7pPr>
            <a:lvl8pPr algn="l">
              <a:buNone/>
              <a:defRPr sz="1875" b="1">
                <a:solidFill>
                  <a:srgbClr val="245C98"/>
                </a:solidFill>
                <a:latin typeface="Yu Gothic"/>
                <a:ea typeface="Yu Gothic"/>
                <a:cs typeface="Yu Gothic"/>
              </a:defRPr>
            </a:lvl8pPr>
            <a:lvl9pPr algn="l">
              <a:buNone/>
              <a:defRPr sz="1875" b="1">
                <a:solidFill>
                  <a:srgbClr val="245C98"/>
                </a:solidFill>
                <a:latin typeface="Yu Gothic"/>
                <a:ea typeface="Yu Gothic"/>
                <a:cs typeface="Yu Gothic"/>
              </a:defRPr>
            </a:lvl9pPr>
          </a:lstStyle>
          <a:p xmlns:a="http://schemas.openxmlformats.org/drawingml/2006/main">
            <a:pPr algn="l">
              <a:buNone/>
              <a:defRPr sz="1875" b="1">
                <a:solidFill>
                  <a:srgbClr val="245C98"/>
                </a:solidFill>
                <a:latin typeface="Yu Gothic"/>
                <a:ea typeface="Yu Gothic"/>
                <a:cs typeface="Yu Gothic"/>
              </a:defRPr>
            </a:pPr>
            <a:r>
              <a:rPr sz="1875" b="1">
                <a:solidFill>
                  <a:srgbClr val="245C98"/>
                </a:solidFill>
                <a:latin typeface="Yu Gothic"/>
                <a:ea typeface="Yu Gothic"/>
                <a:cs typeface="Yu Gothic"/>
              </a:rPr>
              <a:t>B</a:t>
            </a:r>
          </a:p>
        </p:txBody>
      </p:sp>
      <p:cxnSp>
        <p:nvCxnSpPr>
          <p:cNvPr id="16" name="">
            <a:extLst xmlns:a="http://schemas.openxmlformats.org/drawingml/2006/main">
              <a:ext uri="{FF2B5EF4-FFF2-40B4-BE49-F238E27FC236}">
                <a16:creationId xmlns:a16="http://schemas.microsoft.com/office/drawing/2014/main" id="{F9DA97A1-00AF-47EB-BB7D-2473011C4246}"/>
              </a:ext>
            </a:extLst>
          </p:cNvPr>
          <p:cNvCxnSpPr/>
          <p:nvPr/>
        </p:nvCxnSpPr>
        <p:spPr>
          <a:xfrm xmlns:a="http://schemas.openxmlformats.org/drawingml/2006/main" flipH="0" flipV="0">
            <a:off x="1619250" y="3733800"/>
            <a:ext cx="0" cy="190500"/>
          </a:xfrm>
          <a:prstGeom xmlns:a="http://schemas.openxmlformats.org/drawingml/2006/main" prst="straightConnector1">
            <a:avLst/>
          </a:prstGeom>
          <a:ln xmlns:a="http://schemas.openxmlformats.org/drawingml/2006/main" w="9525">
            <a:solidFill>
              <a:srgbClr val="5D6C78"/>
            </a:solidFill>
            <a:prstDash val="solid"/>
          </a:ln>
        </p:spPr>
      </p:cxnSp>
      <p:cxnSp>
        <p:nvCxnSpPr>
          <p:cNvPr id="17" name="">
            <a:extLst xmlns:a="http://schemas.openxmlformats.org/drawingml/2006/main">
              <a:ext uri="{FF2B5EF4-FFF2-40B4-BE49-F238E27FC236}">
                <a16:creationId xmlns:a16="http://schemas.microsoft.com/office/drawing/2014/main" id="{6F63FD6E-5D96-46DE-9D2B-182C200A38C9}"/>
              </a:ext>
            </a:extLst>
          </p:cNvPr>
          <p:cNvCxnSpPr/>
          <p:nvPr/>
        </p:nvCxnSpPr>
        <p:spPr>
          <a:xfrm xmlns:a="http://schemas.openxmlformats.org/drawingml/2006/main" flipH="0" flipV="0">
            <a:off x="5048250" y="3733800"/>
            <a:ext cx="0" cy="190500"/>
          </a:xfrm>
          <a:prstGeom xmlns:a="http://schemas.openxmlformats.org/drawingml/2006/main" prst="straightConnector1">
            <a:avLst/>
          </a:prstGeom>
          <a:ln xmlns:a="http://schemas.openxmlformats.org/drawingml/2006/main" w="9525">
            <a:solidFill>
              <a:srgbClr val="5D6C78"/>
            </a:solidFill>
            <a:prstDash val="solid"/>
          </a:ln>
        </p:spPr>
      </p:cxnSp>
      <p:cxnSp>
        <p:nvCxnSpPr>
          <p:cNvPr id="18" name="">
            <a:extLst xmlns:a="http://schemas.openxmlformats.org/drawingml/2006/main">
              <a:ext uri="{FF2B5EF4-FFF2-40B4-BE49-F238E27FC236}">
                <a16:creationId xmlns:a16="http://schemas.microsoft.com/office/drawing/2014/main" id="{3C6AAA1C-E635-43DA-93B3-D32A2C5B5669}"/>
              </a:ext>
            </a:extLst>
          </p:cNvPr>
          <p:cNvCxnSpPr/>
          <p:nvPr/>
        </p:nvCxnSpPr>
        <p:spPr>
          <a:xfrm xmlns:a="http://schemas.openxmlformats.org/drawingml/2006/main" flipH="0" flipV="0">
            <a:off x="1619250" y="3829050"/>
            <a:ext cx="3429000" cy="0"/>
          </a:xfrm>
          <a:prstGeom xmlns:a="http://schemas.openxmlformats.org/drawingml/2006/main" prst="straightConnector1">
            <a:avLst/>
          </a:prstGeom>
          <a:ln xmlns:a="http://schemas.openxmlformats.org/drawingml/2006/main" w="14288">
            <a:solidFill>
              <a:srgbClr val="5D6C78"/>
            </a:solidFill>
            <a:headEnd type="triangle" w="med" len="med"/>
            <a:tailEnd type="triangle" w="med" len="med"/>
          </a:ln>
        </p:spPr>
      </p:cxnSp>
      <p:sp>
        <p:nvSpPr>
          <p:cNvPr id="19" name="">
            <a:extLst xmlns:a="http://schemas.openxmlformats.org/drawingml/2006/main">
              <a:ext uri="{FF2B5EF4-FFF2-40B4-BE49-F238E27FC236}">
                <a16:creationId xmlns:a16="http://schemas.microsoft.com/office/drawing/2014/main" id="{02DCFF8A-E0BD-43E5-AFA5-8D1DDA9DFDE4}"/>
              </a:ext>
            </a:extLst>
          </p:cNvPr>
          <p:cNvSpPr>
            <a:spLocks xmlns:a="http://schemas.openxmlformats.org/drawingml/2006/main" noGrp="1"/>
          </p:cNvSpPr>
          <p:nvPr/>
        </p:nvSpPr>
        <p:spPr>
          <a:xfrm xmlns:a="http://schemas.openxmlformats.org/drawingml/2006/main">
            <a:off x="2333625" y="38671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5D6C78"/>
                </a:solidFill>
                <a:latin typeface="Yu Gothic"/>
                <a:ea typeface="Yu Gothic"/>
                <a:cs typeface="Yu Gothic"/>
              </a:defRPr>
            </a:defPPr>
            <a:lvl1pPr algn="ctr">
              <a:buNone/>
              <a:defRPr sz="1725" b="0">
                <a:solidFill>
                  <a:srgbClr val="5D6C78"/>
                </a:solidFill>
                <a:latin typeface="Yu Gothic"/>
                <a:ea typeface="Yu Gothic"/>
                <a:cs typeface="Yu Gothic"/>
              </a:defRPr>
            </a:lvl1pPr>
            <a:lvl2pPr algn="ctr">
              <a:buNone/>
              <a:defRPr sz="1725" b="0">
                <a:solidFill>
                  <a:srgbClr val="5D6C78"/>
                </a:solidFill>
                <a:latin typeface="Yu Gothic"/>
                <a:ea typeface="Yu Gothic"/>
                <a:cs typeface="Yu Gothic"/>
              </a:defRPr>
            </a:lvl2pPr>
            <a:lvl3pPr algn="ctr">
              <a:buNone/>
              <a:defRPr sz="1725" b="0">
                <a:solidFill>
                  <a:srgbClr val="5D6C78"/>
                </a:solidFill>
                <a:latin typeface="Yu Gothic"/>
                <a:ea typeface="Yu Gothic"/>
                <a:cs typeface="Yu Gothic"/>
              </a:defRPr>
            </a:lvl3pPr>
            <a:lvl4pPr algn="ctr">
              <a:buNone/>
              <a:defRPr sz="1725" b="0">
                <a:solidFill>
                  <a:srgbClr val="5D6C78"/>
                </a:solidFill>
                <a:latin typeface="Yu Gothic"/>
                <a:ea typeface="Yu Gothic"/>
                <a:cs typeface="Yu Gothic"/>
              </a:defRPr>
            </a:lvl4pPr>
            <a:lvl5pPr algn="ctr">
              <a:buNone/>
              <a:defRPr sz="1725" b="0">
                <a:solidFill>
                  <a:srgbClr val="5D6C78"/>
                </a:solidFill>
                <a:latin typeface="Yu Gothic"/>
                <a:ea typeface="Yu Gothic"/>
                <a:cs typeface="Yu Gothic"/>
              </a:defRPr>
            </a:lvl5pPr>
            <a:lvl6pPr algn="ctr">
              <a:buNone/>
              <a:defRPr sz="1725" b="0">
                <a:solidFill>
                  <a:srgbClr val="5D6C78"/>
                </a:solidFill>
                <a:latin typeface="Yu Gothic"/>
                <a:ea typeface="Yu Gothic"/>
                <a:cs typeface="Yu Gothic"/>
              </a:defRPr>
            </a:lvl6pPr>
            <a:lvl7pPr algn="ctr">
              <a:buNone/>
              <a:defRPr sz="1725" b="0">
                <a:solidFill>
                  <a:srgbClr val="5D6C78"/>
                </a:solidFill>
                <a:latin typeface="Yu Gothic"/>
                <a:ea typeface="Yu Gothic"/>
                <a:cs typeface="Yu Gothic"/>
              </a:defRPr>
            </a:lvl7pPr>
            <a:lvl8pPr algn="ctr">
              <a:buNone/>
              <a:defRPr sz="1725" b="0">
                <a:solidFill>
                  <a:srgbClr val="5D6C78"/>
                </a:solidFill>
                <a:latin typeface="Yu Gothic"/>
                <a:ea typeface="Yu Gothic"/>
                <a:cs typeface="Yu Gothic"/>
              </a:defRPr>
            </a:lvl8pPr>
            <a:lvl9pPr algn="ctr">
              <a:buNone/>
              <a:defRPr sz="1725" b="0">
                <a:solidFill>
                  <a:srgbClr val="5D6C78"/>
                </a:solidFill>
                <a:latin typeface="Yu Gothic"/>
                <a:ea typeface="Yu Gothic"/>
                <a:cs typeface="Yu Gothic"/>
              </a:defRPr>
            </a:lvl9pPr>
          </a:lstStyle>
          <a:p xmlns:a="http://schemas.openxmlformats.org/drawingml/2006/main">
            <a:pPr algn="ctr">
              <a:buNone/>
              <a:defRPr sz="1725" b="0">
                <a:solidFill>
                  <a:srgbClr val="5D6C78"/>
                </a:solidFill>
                <a:latin typeface="Yu Gothic"/>
                <a:ea typeface="Yu Gothic"/>
                <a:cs typeface="Yu Gothic"/>
              </a:defRPr>
            </a:pPr>
            <a:r>
              <a:rPr sz="1725" b="0">
                <a:solidFill>
                  <a:srgbClr val="5D6C78"/>
                </a:solidFill>
                <a:latin typeface="Yu Gothic"/>
                <a:ea typeface="Yu Gothic"/>
                <a:cs typeface="Yu Gothic"/>
              </a:rPr>
              <a:t>0.8 m</a:t>
            </a:r>
          </a:p>
        </p:txBody>
      </p:sp>
      <p:cxnSp>
        <p:nvCxnSpPr>
          <p:cNvPr id="20" name="">
            <a:extLst xmlns:a="http://schemas.openxmlformats.org/drawingml/2006/main">
              <a:ext uri="{FF2B5EF4-FFF2-40B4-BE49-F238E27FC236}">
                <a16:creationId xmlns:a16="http://schemas.microsoft.com/office/drawing/2014/main" id="{91EE3451-6D27-4E04-9CA3-6921367E42B8}"/>
              </a:ext>
            </a:extLst>
          </p:cNvPr>
          <p:cNvCxnSpPr/>
          <p:nvPr/>
        </p:nvCxnSpPr>
        <p:spPr>
          <a:xfrm xmlns:a="http://schemas.openxmlformats.org/drawingml/2006/main" flipH="0" flipV="0">
            <a:off x="5048250" y="3733800"/>
            <a:ext cx="0" cy="190500"/>
          </a:xfrm>
          <a:prstGeom xmlns:a="http://schemas.openxmlformats.org/drawingml/2006/main" prst="straightConnector1">
            <a:avLst/>
          </a:prstGeom>
          <a:ln xmlns:a="http://schemas.openxmlformats.org/drawingml/2006/main" w="9525">
            <a:solidFill>
              <a:srgbClr val="5D6C78"/>
            </a:solidFill>
            <a:prstDash val="solid"/>
          </a:ln>
        </p:spPr>
      </p:cxnSp>
      <p:cxnSp>
        <p:nvCxnSpPr>
          <p:cNvPr id="21" name="">
            <a:extLst xmlns:a="http://schemas.openxmlformats.org/drawingml/2006/main">
              <a:ext uri="{FF2B5EF4-FFF2-40B4-BE49-F238E27FC236}">
                <a16:creationId xmlns:a16="http://schemas.microsoft.com/office/drawing/2014/main" id="{49C03018-21CD-46EF-AB70-39EF3F4FA644}"/>
              </a:ext>
            </a:extLst>
          </p:cNvPr>
          <p:cNvCxnSpPr/>
          <p:nvPr/>
        </p:nvCxnSpPr>
        <p:spPr>
          <a:xfrm xmlns:a="http://schemas.openxmlformats.org/drawingml/2006/main" flipH="0" flipV="0">
            <a:off x="8477250" y="3733800"/>
            <a:ext cx="0" cy="190500"/>
          </a:xfrm>
          <a:prstGeom xmlns:a="http://schemas.openxmlformats.org/drawingml/2006/main" prst="straightConnector1">
            <a:avLst/>
          </a:prstGeom>
          <a:ln xmlns:a="http://schemas.openxmlformats.org/drawingml/2006/main" w="9525">
            <a:solidFill>
              <a:srgbClr val="5D6C78"/>
            </a:solidFill>
            <a:prstDash val="solid"/>
          </a:ln>
        </p:spPr>
      </p:cxnSp>
      <p:cxnSp>
        <p:nvCxnSpPr>
          <p:cNvPr id="22" name="">
            <a:extLst xmlns:a="http://schemas.openxmlformats.org/drawingml/2006/main">
              <a:ext uri="{FF2B5EF4-FFF2-40B4-BE49-F238E27FC236}">
                <a16:creationId xmlns:a16="http://schemas.microsoft.com/office/drawing/2014/main" id="{2A20369D-E6E4-4DC3-A8B5-79C2A505B297}"/>
              </a:ext>
            </a:extLst>
          </p:cNvPr>
          <p:cNvCxnSpPr/>
          <p:nvPr/>
        </p:nvCxnSpPr>
        <p:spPr>
          <a:xfrm xmlns:a="http://schemas.openxmlformats.org/drawingml/2006/main" flipH="0" flipV="0">
            <a:off x="5048250" y="3829050"/>
            <a:ext cx="3429000" cy="0"/>
          </a:xfrm>
          <a:prstGeom xmlns:a="http://schemas.openxmlformats.org/drawingml/2006/main" prst="straightConnector1">
            <a:avLst/>
          </a:prstGeom>
          <a:ln xmlns:a="http://schemas.openxmlformats.org/drawingml/2006/main" w="14288">
            <a:solidFill>
              <a:srgbClr val="5D6C78"/>
            </a:solidFill>
            <a:headEnd type="triangle" w="med" len="med"/>
            <a:tailEnd type="triangle" w="med" len="med"/>
          </a:ln>
        </p:spPr>
      </p:cxnSp>
      <p:sp>
        <p:nvSpPr>
          <p:cNvPr id="23" name="">
            <a:extLst xmlns:a="http://schemas.openxmlformats.org/drawingml/2006/main">
              <a:ext uri="{FF2B5EF4-FFF2-40B4-BE49-F238E27FC236}">
                <a16:creationId xmlns:a16="http://schemas.microsoft.com/office/drawing/2014/main" id="{A1F2DED4-0274-4FB1-81EE-3037527B3143}"/>
              </a:ext>
            </a:extLst>
          </p:cNvPr>
          <p:cNvSpPr>
            <a:spLocks xmlns:a="http://schemas.openxmlformats.org/drawingml/2006/main" noGrp="1"/>
          </p:cNvSpPr>
          <p:nvPr/>
        </p:nvSpPr>
        <p:spPr>
          <a:xfrm xmlns:a="http://schemas.openxmlformats.org/drawingml/2006/main">
            <a:off x="5762625" y="38671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5D6C78"/>
                </a:solidFill>
                <a:latin typeface="Yu Gothic"/>
                <a:ea typeface="Yu Gothic"/>
                <a:cs typeface="Yu Gothic"/>
              </a:defRPr>
            </a:defPPr>
            <a:lvl1pPr algn="ctr">
              <a:buNone/>
              <a:defRPr sz="1725" b="0">
                <a:solidFill>
                  <a:srgbClr val="5D6C78"/>
                </a:solidFill>
                <a:latin typeface="Yu Gothic"/>
                <a:ea typeface="Yu Gothic"/>
                <a:cs typeface="Yu Gothic"/>
              </a:defRPr>
            </a:lvl1pPr>
            <a:lvl2pPr algn="ctr">
              <a:buNone/>
              <a:defRPr sz="1725" b="0">
                <a:solidFill>
                  <a:srgbClr val="5D6C78"/>
                </a:solidFill>
                <a:latin typeface="Yu Gothic"/>
                <a:ea typeface="Yu Gothic"/>
                <a:cs typeface="Yu Gothic"/>
              </a:defRPr>
            </a:lvl2pPr>
            <a:lvl3pPr algn="ctr">
              <a:buNone/>
              <a:defRPr sz="1725" b="0">
                <a:solidFill>
                  <a:srgbClr val="5D6C78"/>
                </a:solidFill>
                <a:latin typeface="Yu Gothic"/>
                <a:ea typeface="Yu Gothic"/>
                <a:cs typeface="Yu Gothic"/>
              </a:defRPr>
            </a:lvl3pPr>
            <a:lvl4pPr algn="ctr">
              <a:buNone/>
              <a:defRPr sz="1725" b="0">
                <a:solidFill>
                  <a:srgbClr val="5D6C78"/>
                </a:solidFill>
                <a:latin typeface="Yu Gothic"/>
                <a:ea typeface="Yu Gothic"/>
                <a:cs typeface="Yu Gothic"/>
              </a:defRPr>
            </a:lvl4pPr>
            <a:lvl5pPr algn="ctr">
              <a:buNone/>
              <a:defRPr sz="1725" b="0">
                <a:solidFill>
                  <a:srgbClr val="5D6C78"/>
                </a:solidFill>
                <a:latin typeface="Yu Gothic"/>
                <a:ea typeface="Yu Gothic"/>
                <a:cs typeface="Yu Gothic"/>
              </a:defRPr>
            </a:lvl5pPr>
            <a:lvl6pPr algn="ctr">
              <a:buNone/>
              <a:defRPr sz="1725" b="0">
                <a:solidFill>
                  <a:srgbClr val="5D6C78"/>
                </a:solidFill>
                <a:latin typeface="Yu Gothic"/>
                <a:ea typeface="Yu Gothic"/>
                <a:cs typeface="Yu Gothic"/>
              </a:defRPr>
            </a:lvl6pPr>
            <a:lvl7pPr algn="ctr">
              <a:buNone/>
              <a:defRPr sz="1725" b="0">
                <a:solidFill>
                  <a:srgbClr val="5D6C78"/>
                </a:solidFill>
                <a:latin typeface="Yu Gothic"/>
                <a:ea typeface="Yu Gothic"/>
                <a:cs typeface="Yu Gothic"/>
              </a:defRPr>
            </a:lvl7pPr>
            <a:lvl8pPr algn="ctr">
              <a:buNone/>
              <a:defRPr sz="1725" b="0">
                <a:solidFill>
                  <a:srgbClr val="5D6C78"/>
                </a:solidFill>
                <a:latin typeface="Yu Gothic"/>
                <a:ea typeface="Yu Gothic"/>
                <a:cs typeface="Yu Gothic"/>
              </a:defRPr>
            </a:lvl8pPr>
            <a:lvl9pPr algn="ctr">
              <a:buNone/>
              <a:defRPr sz="1725" b="0">
                <a:solidFill>
                  <a:srgbClr val="5D6C78"/>
                </a:solidFill>
                <a:latin typeface="Yu Gothic"/>
                <a:ea typeface="Yu Gothic"/>
                <a:cs typeface="Yu Gothic"/>
              </a:defRPr>
            </a:lvl9pPr>
          </a:lstStyle>
          <a:p xmlns:a="http://schemas.openxmlformats.org/drawingml/2006/main">
            <a:pPr algn="ctr">
              <a:buNone/>
              <a:defRPr sz="1725" b="0">
                <a:solidFill>
                  <a:srgbClr val="5D6C78"/>
                </a:solidFill>
                <a:latin typeface="Yu Gothic"/>
                <a:ea typeface="Yu Gothic"/>
                <a:cs typeface="Yu Gothic"/>
              </a:defRPr>
            </a:pPr>
            <a:r>
              <a:rPr sz="1725" b="0">
                <a:solidFill>
                  <a:srgbClr val="5D6C78"/>
                </a:solidFill>
                <a:latin typeface="Yu Gothic"/>
                <a:ea typeface="Yu Gothic"/>
                <a:cs typeface="Yu Gothic"/>
              </a:rPr>
              <a:t>0.8 m</a:t>
            </a:r>
          </a:p>
        </p:txBody>
      </p:sp>
      <p:sp>
        <p:nvSpPr>
          <p:cNvPr id="24" name="">
            <a:extLst xmlns:a="http://schemas.openxmlformats.org/drawingml/2006/main">
              <a:ext uri="{FF2B5EF4-FFF2-40B4-BE49-F238E27FC236}">
                <a16:creationId xmlns:a16="http://schemas.microsoft.com/office/drawing/2014/main" id="{C2156856-D6F0-45D0-8D5C-34AD69787280}"/>
              </a:ext>
            </a:extLst>
          </p:cNvPr>
          <p:cNvSpPr>
            <a:spLocks xmlns:a="http://schemas.openxmlformats.org/drawingml/2006/main" noGrp="1"/>
          </p:cNvSpPr>
          <p:nvPr/>
        </p:nvSpPr>
        <p:spPr>
          <a:xfrm xmlns:a="http://schemas.openxmlformats.org/drawingml/2006/main">
            <a:off x="685800" y="47053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① 外力図　② 力の式　③ Aまわりの式　④ 反力</a:t>
            </a:r>
          </a:p>
        </p:txBody>
      </p:sp>
      <p:sp>
        <p:nvSpPr>
          <p:cNvPr id="25" name="">
            <a:extLst xmlns:a="http://schemas.openxmlformats.org/drawingml/2006/main">
              <a:ext uri="{FF2B5EF4-FFF2-40B4-BE49-F238E27FC236}">
                <a16:creationId xmlns:a16="http://schemas.microsoft.com/office/drawing/2014/main" id="{7C900C71-DD1D-4278-8B55-F70432D91942}"/>
              </a:ext>
            </a:extLst>
          </p:cNvPr>
          <p:cNvSpPr>
            <a:spLocks xmlns:a="http://schemas.openxmlformats.org/drawingml/2006/main" noGrp="1"/>
          </p:cNvSpPr>
          <p:nvPr/>
        </p:nvSpPr>
        <p:spPr>
          <a:xfrm xmlns:a="http://schemas.openxmlformats.org/drawingml/2006/main">
            <a:off x="685800" y="52197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⑤ 左右の区間で V、中央と両端で M を求め、線図を描く</a:t>
            </a:r>
          </a:p>
        </p:txBody>
      </p:sp>
      <p:sp>
        <p:nvSpPr>
          <p:cNvPr id="26" name="">
            <a:extLst xmlns:a="http://schemas.openxmlformats.org/drawingml/2006/main">
              <a:ext uri="{FF2B5EF4-FFF2-40B4-BE49-F238E27FC236}">
                <a16:creationId xmlns:a16="http://schemas.microsoft.com/office/drawing/2014/main" id="{613279CD-1CFF-46A3-B887-B0F3C8C79762}"/>
              </a:ext>
            </a:extLst>
          </p:cNvPr>
          <p:cNvSpPr>
            <a:spLocks xmlns:a="http://schemas.openxmlformats.org/drawingml/2006/main" noGrp="1"/>
          </p:cNvSpPr>
          <p:nvPr/>
        </p:nvSpPr>
        <p:spPr>
          <a:xfrm xmlns:a="http://schemas.openxmlformats.org/drawingml/2006/main">
            <a:off x="685800" y="57721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自重無視・単純支持。線図には位置と単位を書く</a:t>
            </a:r>
          </a:p>
        </p:txBody>
      </p:sp>
    </p:spTree>
    <p:extLst>
      <p:ext uri="{BB962C8B-B14F-4D97-AF65-F5344CB8AC3E}">
        <p14:creationId xmlns:p14="http://schemas.microsoft.com/office/powerpoint/2010/main" val="211107174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2E75B9EF-F877-4756-8C5E-1773A2E169C8}"/>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演習2の解答：式・線図・検算</a:t>
            </a:r>
          </a:p>
        </p:txBody>
      </p:sp>
      <p:cxnSp>
        <p:nvCxnSpPr>
          <p:cNvPr id="2" name="">
            <a:extLst xmlns:a="http://schemas.openxmlformats.org/drawingml/2006/main">
              <a:ext uri="{FF2B5EF4-FFF2-40B4-BE49-F238E27FC236}">
                <a16:creationId xmlns:a16="http://schemas.microsoft.com/office/drawing/2014/main" id="{FA6867E8-1E8B-4CAF-BE9D-A468088E9FDA}"/>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ABA7760A-2B15-419F-AB47-E34F64BAC7E7}"/>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1832EE61-1690-4ACC-A165-94E714ED6506}"/>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25 / 49</a:t>
            </a:r>
          </a:p>
        </p:txBody>
      </p:sp>
      <p:sp>
        <p:nvSpPr>
          <p:cNvPr id="5" name="">
            <a:extLst xmlns:a="http://schemas.openxmlformats.org/drawingml/2006/main">
              <a:ext uri="{FF2B5EF4-FFF2-40B4-BE49-F238E27FC236}">
                <a16:creationId xmlns:a16="http://schemas.microsoft.com/office/drawing/2014/main" id="{4F3D9287-7BE8-4314-9E3F-A1F197DD7148}"/>
              </a:ext>
            </a:extLst>
          </p:cNvPr>
          <p:cNvSpPr>
            <a:spLocks xmlns:a="http://schemas.openxmlformats.org/drawingml/2006/main" noGrp="1"/>
          </p:cNvSpPr>
          <p:nvPr/>
        </p:nvSpPr>
        <p:spPr>
          <a:xfrm xmlns:a="http://schemas.openxmlformats.org/drawingml/2006/main">
            <a:off x="1571625" y="2238375"/>
            <a:ext cx="6191250" cy="171450"/>
          </a:xfrm>
          <a:prstGeom xmlns:a="http://schemas.openxmlformats.org/drawingml/2006/main" prst="rect">
            <a:avLst/>
          </a:prstGeom>
          <a:solidFill xmlns:a="http://schemas.openxmlformats.org/drawingml/2006/main">
            <a:srgbClr val="E3EBF1"/>
          </a:solidFill>
          <a:ln xmlns:a="http://schemas.openxmlformats.org/drawingml/2006/main" w="13335">
            <a:solidFill>
              <a:srgbClr val="18364F"/>
            </a:solidFill>
          </a:ln>
        </p:spPr>
      </p:sp>
      <p:sp>
        <p:nvSpPr>
          <p:cNvPr id="6" name="">
            <a:extLst xmlns:a="http://schemas.openxmlformats.org/drawingml/2006/main">
              <a:ext uri="{FF2B5EF4-FFF2-40B4-BE49-F238E27FC236}">
                <a16:creationId xmlns:a16="http://schemas.microsoft.com/office/drawing/2014/main" id="{1C936DF6-F447-4E04-BBB5-08507ECF7068}"/>
              </a:ext>
            </a:extLst>
          </p:cNvPr>
          <p:cNvSpPr>
            <a:spLocks xmlns:a="http://schemas.openxmlformats.org/drawingml/2006/main" noGrp="1"/>
          </p:cNvSpPr>
          <p:nvPr/>
        </p:nvSpPr>
        <p:spPr>
          <a:xfrm xmlns:a="http://schemas.openxmlformats.org/drawingml/2006/main">
            <a:off x="1390650" y="2409825"/>
            <a:ext cx="361950" cy="295275"/>
          </a:xfrm>
          <a:custGeom xmlns:a="http://schemas.openxmlformats.org/drawingml/2006/main">
            <a:pathLst>
              <a:path w="361950" h="295275">
                <a:moveTo>
                  <a:pt x="180975" y="0"/>
                </a:moveTo>
                <a:lnTo>
                  <a:pt x="0" y="295275"/>
                </a:lnTo>
                <a:lnTo>
                  <a:pt x="361950" y="295275"/>
                </a:lnTo>
                <a:close/>
              </a:path>
            </a:pathLst>
          </a:custGeom>
          <a:solidFill xmlns:a="http://schemas.openxmlformats.org/drawingml/2006/main">
            <a:srgbClr val="EDF2F6"/>
          </a:solidFill>
          <a:ln xmlns:a="http://schemas.openxmlformats.org/drawingml/2006/main" w="19050">
            <a:solidFill>
              <a:srgbClr val="245C98"/>
            </a:solidFill>
          </a:ln>
        </p:spPr>
      </p:sp>
      <p:cxnSp>
        <p:nvCxnSpPr>
          <p:cNvPr id="7" name="">
            <a:extLst xmlns:a="http://schemas.openxmlformats.org/drawingml/2006/main">
              <a:ext uri="{FF2B5EF4-FFF2-40B4-BE49-F238E27FC236}">
                <a16:creationId xmlns:a16="http://schemas.microsoft.com/office/drawing/2014/main" id="{686A4EE5-969A-4EEB-8C3C-1AAE36E16027}"/>
              </a:ext>
            </a:extLst>
          </p:cNvPr>
          <p:cNvCxnSpPr/>
          <p:nvPr/>
        </p:nvCxnSpPr>
        <p:spPr>
          <a:xfrm xmlns:a="http://schemas.openxmlformats.org/drawingml/2006/main" flipH="0" flipV="0">
            <a:off x="1238250" y="2743200"/>
            <a:ext cx="666750" cy="0"/>
          </a:xfrm>
          <a:prstGeom xmlns:a="http://schemas.openxmlformats.org/drawingml/2006/main" prst="straightConnector1">
            <a:avLst/>
          </a:prstGeom>
          <a:ln xmlns:a="http://schemas.openxmlformats.org/drawingml/2006/main" w="19050">
            <a:solidFill>
              <a:srgbClr val="5D6C78"/>
            </a:solidFill>
            <a:prstDash val="solid"/>
          </a:ln>
        </p:spPr>
      </p:cxnSp>
      <p:sp>
        <p:nvSpPr>
          <p:cNvPr id="8" name="">
            <a:extLst xmlns:a="http://schemas.openxmlformats.org/drawingml/2006/main">
              <a:ext uri="{FF2B5EF4-FFF2-40B4-BE49-F238E27FC236}">
                <a16:creationId xmlns:a16="http://schemas.microsoft.com/office/drawing/2014/main" id="{37CF48C0-CB19-43F5-A97A-4FB75BA7EC39}"/>
              </a:ext>
            </a:extLst>
          </p:cNvPr>
          <p:cNvSpPr>
            <a:spLocks xmlns:a="http://schemas.openxmlformats.org/drawingml/2006/main" noGrp="1"/>
          </p:cNvSpPr>
          <p:nvPr/>
        </p:nvSpPr>
        <p:spPr>
          <a:xfrm xmlns:a="http://schemas.openxmlformats.org/drawingml/2006/main">
            <a:off x="7581900" y="2409825"/>
            <a:ext cx="361950" cy="295275"/>
          </a:xfrm>
          <a:custGeom xmlns:a="http://schemas.openxmlformats.org/drawingml/2006/main">
            <a:pathLst>
              <a:path w="361950" h="295275">
                <a:moveTo>
                  <a:pt x="180975" y="0"/>
                </a:moveTo>
                <a:lnTo>
                  <a:pt x="0" y="295275"/>
                </a:lnTo>
                <a:lnTo>
                  <a:pt x="361950" y="295275"/>
                </a:lnTo>
                <a:close/>
              </a:path>
            </a:pathLst>
          </a:custGeom>
          <a:solidFill xmlns:a="http://schemas.openxmlformats.org/drawingml/2006/main">
            <a:srgbClr val="EDF2F6"/>
          </a:solidFill>
          <a:ln xmlns:a="http://schemas.openxmlformats.org/drawingml/2006/main" w="19050">
            <a:solidFill>
              <a:srgbClr val="245C98"/>
            </a:solidFill>
          </a:ln>
        </p:spPr>
      </p:sp>
      <p:sp>
        <p:nvSpPr>
          <p:cNvPr id="9" name="">
            <a:extLst xmlns:a="http://schemas.openxmlformats.org/drawingml/2006/main">
              <a:ext uri="{FF2B5EF4-FFF2-40B4-BE49-F238E27FC236}">
                <a16:creationId xmlns:a16="http://schemas.microsoft.com/office/drawing/2014/main" id="{A52BAA13-05F1-4F3C-B449-B786F09BC301}"/>
              </a:ext>
            </a:extLst>
          </p:cNvPr>
          <p:cNvSpPr>
            <a:spLocks xmlns:a="http://schemas.openxmlformats.org/drawingml/2006/main" noGrp="1"/>
          </p:cNvSpPr>
          <p:nvPr/>
        </p:nvSpPr>
        <p:spPr>
          <a:xfrm xmlns:a="http://schemas.openxmlformats.org/drawingml/2006/main">
            <a:off x="7629525" y="2714625"/>
            <a:ext cx="95250" cy="95250"/>
          </a:xfrm>
          <a:prstGeom xmlns:a="http://schemas.openxmlformats.org/drawingml/2006/main" prst="ellipse">
            <a:avLst/>
          </a:prstGeom>
          <a:solidFill xmlns:a="http://schemas.openxmlformats.org/drawingml/2006/main">
            <a:srgbClr val="EDF2F6"/>
          </a:solidFill>
          <a:ln xmlns:a="http://schemas.openxmlformats.org/drawingml/2006/main" w="19050">
            <a:solidFill>
              <a:srgbClr val="C8D3DD"/>
            </a:solidFill>
          </a:ln>
        </p:spPr>
      </p:sp>
      <p:sp>
        <p:nvSpPr>
          <p:cNvPr id="10" name="">
            <a:extLst xmlns:a="http://schemas.openxmlformats.org/drawingml/2006/main">
              <a:ext uri="{FF2B5EF4-FFF2-40B4-BE49-F238E27FC236}">
                <a16:creationId xmlns:a16="http://schemas.microsoft.com/office/drawing/2014/main" id="{91A774D8-B427-4DCB-84C7-2847C0B06C59}"/>
              </a:ext>
            </a:extLst>
          </p:cNvPr>
          <p:cNvSpPr>
            <a:spLocks xmlns:a="http://schemas.openxmlformats.org/drawingml/2006/main" noGrp="1"/>
          </p:cNvSpPr>
          <p:nvPr/>
        </p:nvSpPr>
        <p:spPr>
          <a:xfrm xmlns:a="http://schemas.openxmlformats.org/drawingml/2006/main">
            <a:off x="7800975" y="2714625"/>
            <a:ext cx="95250" cy="95250"/>
          </a:xfrm>
          <a:prstGeom xmlns:a="http://schemas.openxmlformats.org/drawingml/2006/main" prst="ellipse">
            <a:avLst/>
          </a:prstGeom>
          <a:solidFill xmlns:a="http://schemas.openxmlformats.org/drawingml/2006/main">
            <a:srgbClr val="EDF2F6"/>
          </a:solidFill>
          <a:ln xmlns:a="http://schemas.openxmlformats.org/drawingml/2006/main" w="19050">
            <a:solidFill>
              <a:srgbClr val="C8D3DD"/>
            </a:solidFill>
          </a:ln>
        </p:spPr>
      </p:sp>
      <p:cxnSp>
        <p:nvCxnSpPr>
          <p:cNvPr id="11" name="">
            <a:extLst xmlns:a="http://schemas.openxmlformats.org/drawingml/2006/main">
              <a:ext uri="{FF2B5EF4-FFF2-40B4-BE49-F238E27FC236}">
                <a16:creationId xmlns:a16="http://schemas.microsoft.com/office/drawing/2014/main" id="{FF0BB066-5AC4-4661-87F6-174D2D343DDE}"/>
              </a:ext>
            </a:extLst>
          </p:cNvPr>
          <p:cNvCxnSpPr/>
          <p:nvPr/>
        </p:nvCxnSpPr>
        <p:spPr>
          <a:xfrm xmlns:a="http://schemas.openxmlformats.org/drawingml/2006/main" flipH="0" flipV="0">
            <a:off x="7429500" y="2828925"/>
            <a:ext cx="666750" cy="0"/>
          </a:xfrm>
          <a:prstGeom xmlns:a="http://schemas.openxmlformats.org/drawingml/2006/main" prst="straightConnector1">
            <a:avLst/>
          </a:prstGeom>
          <a:ln xmlns:a="http://schemas.openxmlformats.org/drawingml/2006/main" w="19050">
            <a:solidFill>
              <a:srgbClr val="5D6C78"/>
            </a:solidFill>
            <a:prstDash val="solid"/>
          </a:ln>
        </p:spPr>
      </p:cxnSp>
      <p:cxnSp>
        <p:nvCxnSpPr>
          <p:cNvPr id="12" name="">
            <a:extLst xmlns:a="http://schemas.openxmlformats.org/drawingml/2006/main">
              <a:ext uri="{FF2B5EF4-FFF2-40B4-BE49-F238E27FC236}">
                <a16:creationId xmlns:a16="http://schemas.microsoft.com/office/drawing/2014/main" id="{36933E51-A0CA-4247-87B7-9BC59C15D03F}"/>
              </a:ext>
            </a:extLst>
          </p:cNvPr>
          <p:cNvCxnSpPr/>
          <p:nvPr/>
        </p:nvCxnSpPr>
        <p:spPr>
          <a:xfrm xmlns:a="http://schemas.openxmlformats.org/drawingml/2006/main" flipH="0" flipV="0">
            <a:off x="4667250" y="1762125"/>
            <a:ext cx="0" cy="438150"/>
          </a:xfrm>
          <a:prstGeom xmlns:a="http://schemas.openxmlformats.org/drawingml/2006/main" prst="straightConnector1">
            <a:avLst/>
          </a:prstGeom>
          <a:ln xmlns:a="http://schemas.openxmlformats.org/drawingml/2006/main" w="38100">
            <a:solidFill>
              <a:srgbClr val="C53D3D"/>
            </a:solidFill>
            <a:tailEnd type="triangle" w="med" len="med"/>
          </a:ln>
        </p:spPr>
      </p:cxnSp>
      <p:sp>
        <p:nvSpPr>
          <p:cNvPr id="13" name="">
            <a:extLst xmlns:a="http://schemas.openxmlformats.org/drawingml/2006/main">
              <a:ext uri="{FF2B5EF4-FFF2-40B4-BE49-F238E27FC236}">
                <a16:creationId xmlns:a16="http://schemas.microsoft.com/office/drawing/2014/main" id="{882B0A4F-D920-4256-886D-EAA73D733938}"/>
              </a:ext>
            </a:extLst>
          </p:cNvPr>
          <p:cNvSpPr>
            <a:spLocks xmlns:a="http://schemas.openxmlformats.org/drawingml/2006/main" noGrp="1"/>
          </p:cNvSpPr>
          <p:nvPr/>
        </p:nvSpPr>
        <p:spPr>
          <a:xfrm xmlns:a="http://schemas.openxmlformats.org/drawingml/2006/main">
            <a:off x="3619500" y="12858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C53D3D"/>
                </a:solidFill>
                <a:latin typeface="Yu Gothic"/>
                <a:ea typeface="Yu Gothic"/>
                <a:cs typeface="Yu Gothic"/>
              </a:defRPr>
            </a:defPPr>
            <a:lvl1pPr algn="ctr">
              <a:buNone/>
              <a:defRPr sz="2250" b="1">
                <a:solidFill>
                  <a:srgbClr val="C53D3D"/>
                </a:solidFill>
                <a:latin typeface="Yu Gothic"/>
                <a:ea typeface="Yu Gothic"/>
                <a:cs typeface="Yu Gothic"/>
              </a:defRPr>
            </a:lvl1pPr>
            <a:lvl2pPr algn="ctr">
              <a:buNone/>
              <a:defRPr sz="2250" b="1">
                <a:solidFill>
                  <a:srgbClr val="C53D3D"/>
                </a:solidFill>
                <a:latin typeface="Yu Gothic"/>
                <a:ea typeface="Yu Gothic"/>
                <a:cs typeface="Yu Gothic"/>
              </a:defRPr>
            </a:lvl2pPr>
            <a:lvl3pPr algn="ctr">
              <a:buNone/>
              <a:defRPr sz="2250" b="1">
                <a:solidFill>
                  <a:srgbClr val="C53D3D"/>
                </a:solidFill>
                <a:latin typeface="Yu Gothic"/>
                <a:ea typeface="Yu Gothic"/>
                <a:cs typeface="Yu Gothic"/>
              </a:defRPr>
            </a:lvl3pPr>
            <a:lvl4pPr algn="ctr">
              <a:buNone/>
              <a:defRPr sz="2250" b="1">
                <a:solidFill>
                  <a:srgbClr val="C53D3D"/>
                </a:solidFill>
                <a:latin typeface="Yu Gothic"/>
                <a:ea typeface="Yu Gothic"/>
                <a:cs typeface="Yu Gothic"/>
              </a:defRPr>
            </a:lvl4pPr>
            <a:lvl5pPr algn="ctr">
              <a:buNone/>
              <a:defRPr sz="2250" b="1">
                <a:solidFill>
                  <a:srgbClr val="C53D3D"/>
                </a:solidFill>
                <a:latin typeface="Yu Gothic"/>
                <a:ea typeface="Yu Gothic"/>
                <a:cs typeface="Yu Gothic"/>
              </a:defRPr>
            </a:lvl5pPr>
            <a:lvl6pPr algn="ctr">
              <a:buNone/>
              <a:defRPr sz="2250" b="1">
                <a:solidFill>
                  <a:srgbClr val="C53D3D"/>
                </a:solidFill>
                <a:latin typeface="Yu Gothic"/>
                <a:ea typeface="Yu Gothic"/>
                <a:cs typeface="Yu Gothic"/>
              </a:defRPr>
            </a:lvl6pPr>
            <a:lvl7pPr algn="ctr">
              <a:buNone/>
              <a:defRPr sz="2250" b="1">
                <a:solidFill>
                  <a:srgbClr val="C53D3D"/>
                </a:solidFill>
                <a:latin typeface="Yu Gothic"/>
                <a:ea typeface="Yu Gothic"/>
                <a:cs typeface="Yu Gothic"/>
              </a:defRPr>
            </a:lvl7pPr>
            <a:lvl8pPr algn="ctr">
              <a:buNone/>
              <a:defRPr sz="2250" b="1">
                <a:solidFill>
                  <a:srgbClr val="C53D3D"/>
                </a:solidFill>
                <a:latin typeface="Yu Gothic"/>
                <a:ea typeface="Yu Gothic"/>
                <a:cs typeface="Yu Gothic"/>
              </a:defRPr>
            </a:lvl8pPr>
            <a:lvl9pPr algn="ctr">
              <a:buNone/>
              <a:defRPr sz="2250" b="1">
                <a:solidFill>
                  <a:srgbClr val="C53D3D"/>
                </a:solidFill>
                <a:latin typeface="Yu Gothic"/>
                <a:ea typeface="Yu Gothic"/>
                <a:cs typeface="Yu Gothic"/>
              </a:defRPr>
            </a:lvl9pPr>
          </a:lstStyle>
          <a:p xmlns:a="http://schemas.openxmlformats.org/drawingml/2006/main">
            <a:pPr algn="ctr">
              <a:buNone/>
              <a:defRPr sz="2250" b="1">
                <a:solidFill>
                  <a:srgbClr val="C53D3D"/>
                </a:solidFill>
                <a:latin typeface="Yu Gothic"/>
                <a:ea typeface="Yu Gothic"/>
                <a:cs typeface="Yu Gothic"/>
              </a:defRPr>
            </a:pPr>
            <a:r>
              <a:rPr sz="2250" b="1">
                <a:solidFill>
                  <a:srgbClr val="C53D3D"/>
                </a:solidFill>
                <a:latin typeface="Yu Gothic"/>
                <a:ea typeface="Yu Gothic"/>
                <a:cs typeface="Yu Gothic"/>
              </a:rPr>
              <a:t>400 N</a:t>
            </a:r>
          </a:p>
        </p:txBody>
      </p:sp>
      <p:sp>
        <p:nvSpPr>
          <p:cNvPr id="14" name="">
            <a:extLst xmlns:a="http://schemas.openxmlformats.org/drawingml/2006/main">
              <a:ext uri="{FF2B5EF4-FFF2-40B4-BE49-F238E27FC236}">
                <a16:creationId xmlns:a16="http://schemas.microsoft.com/office/drawing/2014/main" id="{95DFC6D8-6827-4B9C-A455-B23C4BED1163}"/>
              </a:ext>
            </a:extLst>
          </p:cNvPr>
          <p:cNvSpPr>
            <a:spLocks xmlns:a="http://schemas.openxmlformats.org/drawingml/2006/main" noGrp="1"/>
          </p:cNvSpPr>
          <p:nvPr/>
        </p:nvSpPr>
        <p:spPr>
          <a:xfrm xmlns:a="http://schemas.openxmlformats.org/drawingml/2006/main">
            <a:off x="1000125" y="2428875"/>
            <a:ext cx="333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245C98"/>
                </a:solidFill>
                <a:latin typeface="Yu Gothic"/>
                <a:ea typeface="Yu Gothic"/>
                <a:cs typeface="Yu Gothic"/>
              </a:defRPr>
            </a:defPPr>
            <a:lvl1pPr algn="l">
              <a:buNone/>
              <a:defRPr sz="1875" b="1">
                <a:solidFill>
                  <a:srgbClr val="245C98"/>
                </a:solidFill>
                <a:latin typeface="Yu Gothic"/>
                <a:ea typeface="Yu Gothic"/>
                <a:cs typeface="Yu Gothic"/>
              </a:defRPr>
            </a:lvl1pPr>
            <a:lvl2pPr algn="l">
              <a:buNone/>
              <a:defRPr sz="1875" b="1">
                <a:solidFill>
                  <a:srgbClr val="245C98"/>
                </a:solidFill>
                <a:latin typeface="Yu Gothic"/>
                <a:ea typeface="Yu Gothic"/>
                <a:cs typeface="Yu Gothic"/>
              </a:defRPr>
            </a:lvl2pPr>
            <a:lvl3pPr algn="l">
              <a:buNone/>
              <a:defRPr sz="1875" b="1">
                <a:solidFill>
                  <a:srgbClr val="245C98"/>
                </a:solidFill>
                <a:latin typeface="Yu Gothic"/>
                <a:ea typeface="Yu Gothic"/>
                <a:cs typeface="Yu Gothic"/>
              </a:defRPr>
            </a:lvl3pPr>
            <a:lvl4pPr algn="l">
              <a:buNone/>
              <a:defRPr sz="1875" b="1">
                <a:solidFill>
                  <a:srgbClr val="245C98"/>
                </a:solidFill>
                <a:latin typeface="Yu Gothic"/>
                <a:ea typeface="Yu Gothic"/>
                <a:cs typeface="Yu Gothic"/>
              </a:defRPr>
            </a:lvl4pPr>
            <a:lvl5pPr algn="l">
              <a:buNone/>
              <a:defRPr sz="1875" b="1">
                <a:solidFill>
                  <a:srgbClr val="245C98"/>
                </a:solidFill>
                <a:latin typeface="Yu Gothic"/>
                <a:ea typeface="Yu Gothic"/>
                <a:cs typeface="Yu Gothic"/>
              </a:defRPr>
            </a:lvl5pPr>
            <a:lvl6pPr algn="l">
              <a:buNone/>
              <a:defRPr sz="1875" b="1">
                <a:solidFill>
                  <a:srgbClr val="245C98"/>
                </a:solidFill>
                <a:latin typeface="Yu Gothic"/>
                <a:ea typeface="Yu Gothic"/>
                <a:cs typeface="Yu Gothic"/>
              </a:defRPr>
            </a:lvl6pPr>
            <a:lvl7pPr algn="l">
              <a:buNone/>
              <a:defRPr sz="1875" b="1">
                <a:solidFill>
                  <a:srgbClr val="245C98"/>
                </a:solidFill>
                <a:latin typeface="Yu Gothic"/>
                <a:ea typeface="Yu Gothic"/>
                <a:cs typeface="Yu Gothic"/>
              </a:defRPr>
            </a:lvl7pPr>
            <a:lvl8pPr algn="l">
              <a:buNone/>
              <a:defRPr sz="1875" b="1">
                <a:solidFill>
                  <a:srgbClr val="245C98"/>
                </a:solidFill>
                <a:latin typeface="Yu Gothic"/>
                <a:ea typeface="Yu Gothic"/>
                <a:cs typeface="Yu Gothic"/>
              </a:defRPr>
            </a:lvl8pPr>
            <a:lvl9pPr algn="l">
              <a:buNone/>
              <a:defRPr sz="1875" b="1">
                <a:solidFill>
                  <a:srgbClr val="245C98"/>
                </a:solidFill>
                <a:latin typeface="Yu Gothic"/>
                <a:ea typeface="Yu Gothic"/>
                <a:cs typeface="Yu Gothic"/>
              </a:defRPr>
            </a:lvl9pPr>
          </a:lstStyle>
          <a:p xmlns:a="http://schemas.openxmlformats.org/drawingml/2006/main">
            <a:pPr algn="l">
              <a:buNone/>
              <a:defRPr sz="1875" b="1">
                <a:solidFill>
                  <a:srgbClr val="245C98"/>
                </a:solidFill>
                <a:latin typeface="Yu Gothic"/>
                <a:ea typeface="Yu Gothic"/>
                <a:cs typeface="Yu Gothic"/>
              </a:defRPr>
            </a:pPr>
            <a:r>
              <a:rPr sz="1875" b="1">
                <a:solidFill>
                  <a:srgbClr val="245C98"/>
                </a:solidFill>
                <a:latin typeface="Yu Gothic"/>
                <a:ea typeface="Yu Gothic"/>
                <a:cs typeface="Yu Gothic"/>
              </a:rPr>
              <a:t>A</a:t>
            </a:r>
          </a:p>
        </p:txBody>
      </p:sp>
      <p:sp>
        <p:nvSpPr>
          <p:cNvPr id="15" name="">
            <a:extLst xmlns:a="http://schemas.openxmlformats.org/drawingml/2006/main">
              <a:ext uri="{FF2B5EF4-FFF2-40B4-BE49-F238E27FC236}">
                <a16:creationId xmlns:a16="http://schemas.microsoft.com/office/drawing/2014/main" id="{E92E250C-2626-436F-99C8-6AACF3DA9EB4}"/>
              </a:ext>
            </a:extLst>
          </p:cNvPr>
          <p:cNvSpPr>
            <a:spLocks xmlns:a="http://schemas.openxmlformats.org/drawingml/2006/main" noGrp="1"/>
          </p:cNvSpPr>
          <p:nvPr/>
        </p:nvSpPr>
        <p:spPr>
          <a:xfrm xmlns:a="http://schemas.openxmlformats.org/drawingml/2006/main">
            <a:off x="8001000" y="2428875"/>
            <a:ext cx="333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245C98"/>
                </a:solidFill>
                <a:latin typeface="Yu Gothic"/>
                <a:ea typeface="Yu Gothic"/>
                <a:cs typeface="Yu Gothic"/>
              </a:defRPr>
            </a:defPPr>
            <a:lvl1pPr algn="l">
              <a:buNone/>
              <a:defRPr sz="1875" b="1">
                <a:solidFill>
                  <a:srgbClr val="245C98"/>
                </a:solidFill>
                <a:latin typeface="Yu Gothic"/>
                <a:ea typeface="Yu Gothic"/>
                <a:cs typeface="Yu Gothic"/>
              </a:defRPr>
            </a:lvl1pPr>
            <a:lvl2pPr algn="l">
              <a:buNone/>
              <a:defRPr sz="1875" b="1">
                <a:solidFill>
                  <a:srgbClr val="245C98"/>
                </a:solidFill>
                <a:latin typeface="Yu Gothic"/>
                <a:ea typeface="Yu Gothic"/>
                <a:cs typeface="Yu Gothic"/>
              </a:defRPr>
            </a:lvl2pPr>
            <a:lvl3pPr algn="l">
              <a:buNone/>
              <a:defRPr sz="1875" b="1">
                <a:solidFill>
                  <a:srgbClr val="245C98"/>
                </a:solidFill>
                <a:latin typeface="Yu Gothic"/>
                <a:ea typeface="Yu Gothic"/>
                <a:cs typeface="Yu Gothic"/>
              </a:defRPr>
            </a:lvl3pPr>
            <a:lvl4pPr algn="l">
              <a:buNone/>
              <a:defRPr sz="1875" b="1">
                <a:solidFill>
                  <a:srgbClr val="245C98"/>
                </a:solidFill>
                <a:latin typeface="Yu Gothic"/>
                <a:ea typeface="Yu Gothic"/>
                <a:cs typeface="Yu Gothic"/>
              </a:defRPr>
            </a:lvl4pPr>
            <a:lvl5pPr algn="l">
              <a:buNone/>
              <a:defRPr sz="1875" b="1">
                <a:solidFill>
                  <a:srgbClr val="245C98"/>
                </a:solidFill>
                <a:latin typeface="Yu Gothic"/>
                <a:ea typeface="Yu Gothic"/>
                <a:cs typeface="Yu Gothic"/>
              </a:defRPr>
            </a:lvl5pPr>
            <a:lvl6pPr algn="l">
              <a:buNone/>
              <a:defRPr sz="1875" b="1">
                <a:solidFill>
                  <a:srgbClr val="245C98"/>
                </a:solidFill>
                <a:latin typeface="Yu Gothic"/>
                <a:ea typeface="Yu Gothic"/>
                <a:cs typeface="Yu Gothic"/>
              </a:defRPr>
            </a:lvl6pPr>
            <a:lvl7pPr algn="l">
              <a:buNone/>
              <a:defRPr sz="1875" b="1">
                <a:solidFill>
                  <a:srgbClr val="245C98"/>
                </a:solidFill>
                <a:latin typeface="Yu Gothic"/>
                <a:ea typeface="Yu Gothic"/>
                <a:cs typeface="Yu Gothic"/>
              </a:defRPr>
            </a:lvl7pPr>
            <a:lvl8pPr algn="l">
              <a:buNone/>
              <a:defRPr sz="1875" b="1">
                <a:solidFill>
                  <a:srgbClr val="245C98"/>
                </a:solidFill>
                <a:latin typeface="Yu Gothic"/>
                <a:ea typeface="Yu Gothic"/>
                <a:cs typeface="Yu Gothic"/>
              </a:defRPr>
            </a:lvl8pPr>
            <a:lvl9pPr algn="l">
              <a:buNone/>
              <a:defRPr sz="1875" b="1">
                <a:solidFill>
                  <a:srgbClr val="245C98"/>
                </a:solidFill>
                <a:latin typeface="Yu Gothic"/>
                <a:ea typeface="Yu Gothic"/>
                <a:cs typeface="Yu Gothic"/>
              </a:defRPr>
            </a:lvl9pPr>
          </a:lstStyle>
          <a:p xmlns:a="http://schemas.openxmlformats.org/drawingml/2006/main">
            <a:pPr algn="l">
              <a:buNone/>
              <a:defRPr sz="1875" b="1">
                <a:solidFill>
                  <a:srgbClr val="245C98"/>
                </a:solidFill>
                <a:latin typeface="Yu Gothic"/>
                <a:ea typeface="Yu Gothic"/>
                <a:cs typeface="Yu Gothic"/>
              </a:defRPr>
            </a:pPr>
            <a:r>
              <a:rPr sz="1875" b="1">
                <a:solidFill>
                  <a:srgbClr val="245C98"/>
                </a:solidFill>
                <a:latin typeface="Yu Gothic"/>
                <a:ea typeface="Yu Gothic"/>
                <a:cs typeface="Yu Gothic"/>
              </a:rPr>
              <a:t>B</a:t>
            </a:r>
          </a:p>
        </p:txBody>
      </p:sp>
      <p:sp>
        <p:nvSpPr>
          <p:cNvPr id="16" name="">
            <a:extLst xmlns:a="http://schemas.openxmlformats.org/drawingml/2006/main">
              <a:ext uri="{FF2B5EF4-FFF2-40B4-BE49-F238E27FC236}">
                <a16:creationId xmlns:a16="http://schemas.microsoft.com/office/drawing/2014/main" id="{B1B5C602-9F32-45C7-891A-A592956D05DB}"/>
              </a:ext>
            </a:extLst>
          </p:cNvPr>
          <p:cNvSpPr>
            <a:spLocks xmlns:a="http://schemas.openxmlformats.org/drawingml/2006/main" noGrp="1"/>
          </p:cNvSpPr>
          <p:nvPr/>
        </p:nvSpPr>
        <p:spPr>
          <a:xfrm xmlns:a="http://schemas.openxmlformats.org/drawingml/2006/main">
            <a:off x="8572500" y="1762125"/>
            <a:ext cx="2933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8364F"/>
                </a:solidFill>
                <a:latin typeface="Yu Gothic"/>
                <a:ea typeface="Yu Gothic"/>
                <a:cs typeface="Yu Gothic"/>
              </a:defRPr>
            </a:defPPr>
            <a:lvl1pPr algn="l">
              <a:buNone/>
              <a:defRPr sz="2100" b="1">
                <a:solidFill>
                  <a:srgbClr val="18364F"/>
                </a:solidFill>
                <a:latin typeface="Yu Gothic"/>
                <a:ea typeface="Yu Gothic"/>
                <a:cs typeface="Yu Gothic"/>
              </a:defRPr>
            </a:lvl1pPr>
            <a:lvl2pPr algn="l">
              <a:buNone/>
              <a:defRPr sz="2100" b="1">
                <a:solidFill>
                  <a:srgbClr val="18364F"/>
                </a:solidFill>
                <a:latin typeface="Yu Gothic"/>
                <a:ea typeface="Yu Gothic"/>
                <a:cs typeface="Yu Gothic"/>
              </a:defRPr>
            </a:lvl2pPr>
            <a:lvl3pPr algn="l">
              <a:buNone/>
              <a:defRPr sz="2100" b="1">
                <a:solidFill>
                  <a:srgbClr val="18364F"/>
                </a:solidFill>
                <a:latin typeface="Yu Gothic"/>
                <a:ea typeface="Yu Gothic"/>
                <a:cs typeface="Yu Gothic"/>
              </a:defRPr>
            </a:lvl3pPr>
            <a:lvl4pPr algn="l">
              <a:buNone/>
              <a:defRPr sz="2100" b="1">
                <a:solidFill>
                  <a:srgbClr val="18364F"/>
                </a:solidFill>
                <a:latin typeface="Yu Gothic"/>
                <a:ea typeface="Yu Gothic"/>
                <a:cs typeface="Yu Gothic"/>
              </a:defRPr>
            </a:lvl4pPr>
            <a:lvl5pPr algn="l">
              <a:buNone/>
              <a:defRPr sz="2100" b="1">
                <a:solidFill>
                  <a:srgbClr val="18364F"/>
                </a:solidFill>
                <a:latin typeface="Yu Gothic"/>
                <a:ea typeface="Yu Gothic"/>
                <a:cs typeface="Yu Gothic"/>
              </a:defRPr>
            </a:lvl5pPr>
            <a:lvl6pPr algn="l">
              <a:buNone/>
              <a:defRPr sz="2100" b="1">
                <a:solidFill>
                  <a:srgbClr val="18364F"/>
                </a:solidFill>
                <a:latin typeface="Yu Gothic"/>
                <a:ea typeface="Yu Gothic"/>
                <a:cs typeface="Yu Gothic"/>
              </a:defRPr>
            </a:lvl6pPr>
            <a:lvl7pPr algn="l">
              <a:buNone/>
              <a:defRPr sz="2100" b="1">
                <a:solidFill>
                  <a:srgbClr val="18364F"/>
                </a:solidFill>
                <a:latin typeface="Yu Gothic"/>
                <a:ea typeface="Yu Gothic"/>
                <a:cs typeface="Yu Gothic"/>
              </a:defRPr>
            </a:lvl7pPr>
            <a:lvl8pPr algn="l">
              <a:buNone/>
              <a:defRPr sz="2100" b="1">
                <a:solidFill>
                  <a:srgbClr val="18364F"/>
                </a:solidFill>
                <a:latin typeface="Yu Gothic"/>
                <a:ea typeface="Yu Gothic"/>
                <a:cs typeface="Yu Gothic"/>
              </a:defRPr>
            </a:lvl8pPr>
            <a:lvl9pPr algn="l">
              <a:buNone/>
              <a:defRPr sz="2100" b="1">
                <a:solidFill>
                  <a:srgbClr val="18364F"/>
                </a:solidFill>
                <a:latin typeface="Yu Gothic"/>
                <a:ea typeface="Yu Gothic"/>
                <a:cs typeface="Yu Gothic"/>
              </a:defRPr>
            </a:lvl9pPr>
          </a:lstStyle>
          <a:p xmlns:a="http://schemas.openxmlformats.org/drawingml/2006/main">
            <a:pPr algn="l">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L = 1.6 m</a:t>
            </a:r>
          </a:p>
        </p:txBody>
      </p:sp>
      <p:cxnSp>
        <p:nvCxnSpPr>
          <p:cNvPr id="17" name="">
            <a:extLst xmlns:a="http://schemas.openxmlformats.org/drawingml/2006/main">
              <a:ext uri="{FF2B5EF4-FFF2-40B4-BE49-F238E27FC236}">
                <a16:creationId xmlns:a16="http://schemas.microsoft.com/office/drawing/2014/main" id="{727F9346-100C-4060-9CF9-8A355F11890D}"/>
              </a:ext>
            </a:extLst>
          </p:cNvPr>
          <p:cNvCxnSpPr/>
          <p:nvPr/>
        </p:nvCxnSpPr>
        <p:spPr>
          <a:xfrm xmlns:a="http://schemas.openxmlformats.org/drawingml/2006/main" flipH="0" flipV="0">
            <a:off x="1571625" y="3714750"/>
            <a:ext cx="6381750" cy="0"/>
          </a:xfrm>
          <a:prstGeom xmlns:a="http://schemas.openxmlformats.org/drawingml/2006/main" prst="straightConnector1">
            <a:avLst/>
          </a:prstGeom>
          <a:ln xmlns:a="http://schemas.openxmlformats.org/drawingml/2006/main" w="17145">
            <a:solidFill>
              <a:srgbClr val="5D6C78"/>
            </a:solidFill>
            <a:tailEnd type="triangle" w="med" len="med"/>
          </a:ln>
        </p:spPr>
      </p:cxnSp>
      <p:cxnSp>
        <p:nvCxnSpPr>
          <p:cNvPr id="18" name="">
            <a:extLst xmlns:a="http://schemas.openxmlformats.org/drawingml/2006/main">
              <a:ext uri="{FF2B5EF4-FFF2-40B4-BE49-F238E27FC236}">
                <a16:creationId xmlns:a16="http://schemas.microsoft.com/office/drawing/2014/main" id="{8D7B4830-A57D-4C48-A15A-B0A8642FA47F}"/>
              </a:ext>
            </a:extLst>
          </p:cNvPr>
          <p:cNvCxnSpPr/>
          <p:nvPr/>
        </p:nvCxnSpPr>
        <p:spPr>
          <a:xfrm xmlns:a="http://schemas.openxmlformats.org/drawingml/2006/main" flipH="0" flipV="0">
            <a:off x="1571625" y="3286125"/>
            <a:ext cx="0" cy="857250"/>
          </a:xfrm>
          <a:prstGeom xmlns:a="http://schemas.openxmlformats.org/drawingml/2006/main" prst="straightConnector1">
            <a:avLst/>
          </a:prstGeom>
          <a:ln xmlns:a="http://schemas.openxmlformats.org/drawingml/2006/main" w="14288">
            <a:solidFill>
              <a:srgbClr val="5D6C78"/>
            </a:solidFill>
            <a:prstDash val="solid"/>
          </a:ln>
        </p:spPr>
      </p:cxnSp>
      <p:sp>
        <p:nvSpPr>
          <p:cNvPr id="19" name="">
            <a:extLst xmlns:a="http://schemas.openxmlformats.org/drawingml/2006/main">
              <a:ext uri="{FF2B5EF4-FFF2-40B4-BE49-F238E27FC236}">
                <a16:creationId xmlns:a16="http://schemas.microsoft.com/office/drawing/2014/main" id="{C7AD0393-59D8-445F-9A09-4E564994F25B}"/>
              </a:ext>
            </a:extLst>
          </p:cNvPr>
          <p:cNvSpPr>
            <a:spLocks xmlns:a="http://schemas.openxmlformats.org/drawingml/2006/main" noGrp="1"/>
          </p:cNvSpPr>
          <p:nvPr/>
        </p:nvSpPr>
        <p:spPr>
          <a:xfrm xmlns:a="http://schemas.openxmlformats.org/drawingml/2006/main">
            <a:off x="1209675" y="3543300"/>
            <a:ext cx="266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xmlns:a="http://schemas.openxmlformats.org/drawingml/2006/main">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0</a:t>
            </a:r>
          </a:p>
        </p:txBody>
      </p:sp>
      <p:sp>
        <p:nvSpPr>
          <p:cNvPr id="20" name="">
            <a:extLst xmlns:a="http://schemas.openxmlformats.org/drawingml/2006/main">
              <a:ext uri="{FF2B5EF4-FFF2-40B4-BE49-F238E27FC236}">
                <a16:creationId xmlns:a16="http://schemas.microsoft.com/office/drawing/2014/main" id="{D8D6A97C-6F20-425B-92C5-BB642EE59B53}"/>
              </a:ext>
            </a:extLst>
          </p:cNvPr>
          <p:cNvSpPr>
            <a:spLocks xmlns:a="http://schemas.openxmlformats.org/drawingml/2006/main" noGrp="1"/>
          </p:cNvSpPr>
          <p:nvPr/>
        </p:nvSpPr>
        <p:spPr>
          <a:xfrm xmlns:a="http://schemas.openxmlformats.org/drawingml/2006/main">
            <a:off x="666750" y="29527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8364F"/>
                </a:solidFill>
                <a:latin typeface="Yu Gothic"/>
                <a:ea typeface="Yu Gothic"/>
                <a:cs typeface="Yu Gothic"/>
              </a:defRPr>
            </a:defPPr>
            <a:lvl1pPr algn="l">
              <a:buNone/>
              <a:defRPr sz="1800" b="1">
                <a:solidFill>
                  <a:srgbClr val="18364F"/>
                </a:solidFill>
                <a:latin typeface="Yu Gothic"/>
                <a:ea typeface="Yu Gothic"/>
                <a:cs typeface="Yu Gothic"/>
              </a:defRPr>
            </a:lvl1pPr>
            <a:lvl2pPr algn="l">
              <a:buNone/>
              <a:defRPr sz="1800" b="1">
                <a:solidFill>
                  <a:srgbClr val="18364F"/>
                </a:solidFill>
                <a:latin typeface="Yu Gothic"/>
                <a:ea typeface="Yu Gothic"/>
                <a:cs typeface="Yu Gothic"/>
              </a:defRPr>
            </a:lvl2pPr>
            <a:lvl3pPr algn="l">
              <a:buNone/>
              <a:defRPr sz="1800" b="1">
                <a:solidFill>
                  <a:srgbClr val="18364F"/>
                </a:solidFill>
                <a:latin typeface="Yu Gothic"/>
                <a:ea typeface="Yu Gothic"/>
                <a:cs typeface="Yu Gothic"/>
              </a:defRPr>
            </a:lvl3pPr>
            <a:lvl4pPr algn="l">
              <a:buNone/>
              <a:defRPr sz="1800" b="1">
                <a:solidFill>
                  <a:srgbClr val="18364F"/>
                </a:solidFill>
                <a:latin typeface="Yu Gothic"/>
                <a:ea typeface="Yu Gothic"/>
                <a:cs typeface="Yu Gothic"/>
              </a:defRPr>
            </a:lvl4pPr>
            <a:lvl5pPr algn="l">
              <a:buNone/>
              <a:defRPr sz="1800" b="1">
                <a:solidFill>
                  <a:srgbClr val="18364F"/>
                </a:solidFill>
                <a:latin typeface="Yu Gothic"/>
                <a:ea typeface="Yu Gothic"/>
                <a:cs typeface="Yu Gothic"/>
              </a:defRPr>
            </a:lvl5pPr>
            <a:lvl6pPr algn="l">
              <a:buNone/>
              <a:defRPr sz="1800" b="1">
                <a:solidFill>
                  <a:srgbClr val="18364F"/>
                </a:solidFill>
                <a:latin typeface="Yu Gothic"/>
                <a:ea typeface="Yu Gothic"/>
                <a:cs typeface="Yu Gothic"/>
              </a:defRPr>
            </a:lvl6pPr>
            <a:lvl7pPr algn="l">
              <a:buNone/>
              <a:defRPr sz="1800" b="1">
                <a:solidFill>
                  <a:srgbClr val="18364F"/>
                </a:solidFill>
                <a:latin typeface="Yu Gothic"/>
                <a:ea typeface="Yu Gothic"/>
                <a:cs typeface="Yu Gothic"/>
              </a:defRPr>
            </a:lvl7pPr>
            <a:lvl8pPr algn="l">
              <a:buNone/>
              <a:defRPr sz="1800" b="1">
                <a:solidFill>
                  <a:srgbClr val="18364F"/>
                </a:solidFill>
                <a:latin typeface="Yu Gothic"/>
                <a:ea typeface="Yu Gothic"/>
                <a:cs typeface="Yu Gothic"/>
              </a:defRPr>
            </a:lvl8pPr>
            <a:lvl9pPr algn="l">
              <a:buNone/>
              <a:defRPr sz="1800" b="1">
                <a:solidFill>
                  <a:srgbClr val="18364F"/>
                </a:solidFill>
                <a:latin typeface="Yu Gothic"/>
                <a:ea typeface="Yu Gothic"/>
                <a:cs typeface="Yu Gothic"/>
              </a:defRPr>
            </a:lvl9pPr>
          </a:lstStyle>
          <a:p xmlns:a="http://schemas.openxmlformats.org/drawingml/2006/main">
            <a:pPr algn="l">
              <a:buNone/>
              <a:defRPr sz="1800" b="1">
                <a:solidFill>
                  <a:srgbClr val="18364F"/>
                </a:solidFill>
                <a:latin typeface="Yu Gothic"/>
                <a:ea typeface="Yu Gothic"/>
                <a:cs typeface="Yu Gothic"/>
              </a:defRPr>
            </a:pPr>
            <a:r>
              <a:rPr sz="1800" b="1">
                <a:solidFill>
                  <a:srgbClr val="18364F"/>
                </a:solidFill>
                <a:latin typeface="Yu Gothic"/>
                <a:ea typeface="Yu Gothic"/>
                <a:cs typeface="Yu Gothic"/>
              </a:rPr>
              <a:t>V / N</a:t>
            </a:r>
          </a:p>
        </p:txBody>
      </p:sp>
      <p:sp>
        <p:nvSpPr>
          <p:cNvPr id="21" name="">
            <a:extLst xmlns:a="http://schemas.openxmlformats.org/drawingml/2006/main">
              <a:ext uri="{FF2B5EF4-FFF2-40B4-BE49-F238E27FC236}">
                <a16:creationId xmlns:a16="http://schemas.microsoft.com/office/drawing/2014/main" id="{FF3078BC-BE68-4B04-B0B8-F613BC618A24}"/>
              </a:ext>
            </a:extLst>
          </p:cNvPr>
          <p:cNvSpPr>
            <a:spLocks xmlns:a="http://schemas.openxmlformats.org/drawingml/2006/main" noGrp="1"/>
          </p:cNvSpPr>
          <p:nvPr/>
        </p:nvSpPr>
        <p:spPr>
          <a:xfrm xmlns:a="http://schemas.openxmlformats.org/drawingml/2006/main">
            <a:off x="8010525" y="354330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xmlns:a="http://schemas.openxmlformats.org/drawingml/2006/main">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x / m</a:t>
            </a:r>
          </a:p>
        </p:txBody>
      </p:sp>
      <p:sp>
        <p:nvSpPr>
          <p:cNvPr id="22" name="">
            <a:extLst xmlns:a="http://schemas.openxmlformats.org/drawingml/2006/main">
              <a:ext uri="{FF2B5EF4-FFF2-40B4-BE49-F238E27FC236}">
                <a16:creationId xmlns:a16="http://schemas.microsoft.com/office/drawing/2014/main" id="{203F8A8E-BC08-46C5-B0B9-9F043CC605CF}"/>
              </a:ext>
            </a:extLst>
          </p:cNvPr>
          <p:cNvSpPr>
            <a:spLocks xmlns:a="http://schemas.openxmlformats.org/drawingml/2006/main" noGrp="1"/>
          </p:cNvSpPr>
          <p:nvPr/>
        </p:nvSpPr>
        <p:spPr>
          <a:xfrm xmlns:a="http://schemas.openxmlformats.org/drawingml/2006/main">
            <a:off x="1571625" y="3286125"/>
            <a:ext cx="6191250" cy="857250"/>
          </a:xfrm>
          <a:custGeom xmlns:a="http://schemas.openxmlformats.org/drawingml/2006/main">
            <a:pathLst>
              <a:path w="6191250" h="857250">
                <a:moveTo>
                  <a:pt x="0" y="428625"/>
                </a:moveTo>
                <a:lnTo>
                  <a:pt x="0" y="0"/>
                </a:lnTo>
                <a:lnTo>
                  <a:pt x="3095625" y="0"/>
                </a:lnTo>
                <a:lnTo>
                  <a:pt x="3095625" y="857250"/>
                </a:lnTo>
                <a:lnTo>
                  <a:pt x="6191250" y="857250"/>
                </a:lnTo>
                <a:lnTo>
                  <a:pt x="6191250" y="428625"/>
                </a:lnTo>
              </a:path>
            </a:pathLst>
          </a:custGeom>
          <a:noFill xmlns:a="http://schemas.openxmlformats.org/drawingml/2006/main"/>
          <a:ln xmlns:a="http://schemas.openxmlformats.org/drawingml/2006/main" w="38100">
            <a:solidFill>
              <a:srgbClr val="7352A3"/>
            </a:solidFill>
          </a:ln>
        </p:spPr>
      </p:sp>
      <p:sp>
        <p:nvSpPr>
          <p:cNvPr id="23" name="">
            <a:extLst xmlns:a="http://schemas.openxmlformats.org/drawingml/2006/main">
              <a:ext uri="{FF2B5EF4-FFF2-40B4-BE49-F238E27FC236}">
                <a16:creationId xmlns:a16="http://schemas.microsoft.com/office/drawing/2014/main" id="{A7F9531F-2B25-4205-A67B-1834EC1187F9}"/>
              </a:ext>
            </a:extLst>
          </p:cNvPr>
          <p:cNvSpPr>
            <a:spLocks xmlns:a="http://schemas.openxmlformats.org/drawingml/2006/main" noGrp="1"/>
          </p:cNvSpPr>
          <p:nvPr/>
        </p:nvSpPr>
        <p:spPr>
          <a:xfrm xmlns:a="http://schemas.openxmlformats.org/drawingml/2006/main">
            <a:off x="1514475" y="2905125"/>
            <a:ext cx="1104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7352A3"/>
                </a:solidFill>
                <a:latin typeface="Yu Gothic"/>
                <a:ea typeface="Yu Gothic"/>
                <a:cs typeface="Yu Gothic"/>
              </a:defRPr>
            </a:defPPr>
            <a:lvl1pPr algn="ctr">
              <a:buNone/>
              <a:defRPr sz="1800" b="1">
                <a:solidFill>
                  <a:srgbClr val="7352A3"/>
                </a:solidFill>
                <a:latin typeface="Yu Gothic"/>
                <a:ea typeface="Yu Gothic"/>
                <a:cs typeface="Yu Gothic"/>
              </a:defRPr>
            </a:lvl1pPr>
            <a:lvl2pPr algn="ctr">
              <a:buNone/>
              <a:defRPr sz="1800" b="1">
                <a:solidFill>
                  <a:srgbClr val="7352A3"/>
                </a:solidFill>
                <a:latin typeface="Yu Gothic"/>
                <a:ea typeface="Yu Gothic"/>
                <a:cs typeface="Yu Gothic"/>
              </a:defRPr>
            </a:lvl2pPr>
            <a:lvl3pPr algn="ctr">
              <a:buNone/>
              <a:defRPr sz="1800" b="1">
                <a:solidFill>
                  <a:srgbClr val="7352A3"/>
                </a:solidFill>
                <a:latin typeface="Yu Gothic"/>
                <a:ea typeface="Yu Gothic"/>
                <a:cs typeface="Yu Gothic"/>
              </a:defRPr>
            </a:lvl3pPr>
            <a:lvl4pPr algn="ctr">
              <a:buNone/>
              <a:defRPr sz="1800" b="1">
                <a:solidFill>
                  <a:srgbClr val="7352A3"/>
                </a:solidFill>
                <a:latin typeface="Yu Gothic"/>
                <a:ea typeface="Yu Gothic"/>
                <a:cs typeface="Yu Gothic"/>
              </a:defRPr>
            </a:lvl4pPr>
            <a:lvl5pPr algn="ctr">
              <a:buNone/>
              <a:defRPr sz="1800" b="1">
                <a:solidFill>
                  <a:srgbClr val="7352A3"/>
                </a:solidFill>
                <a:latin typeface="Yu Gothic"/>
                <a:ea typeface="Yu Gothic"/>
                <a:cs typeface="Yu Gothic"/>
              </a:defRPr>
            </a:lvl5pPr>
            <a:lvl6pPr algn="ctr">
              <a:buNone/>
              <a:defRPr sz="1800" b="1">
                <a:solidFill>
                  <a:srgbClr val="7352A3"/>
                </a:solidFill>
                <a:latin typeface="Yu Gothic"/>
                <a:ea typeface="Yu Gothic"/>
                <a:cs typeface="Yu Gothic"/>
              </a:defRPr>
            </a:lvl6pPr>
            <a:lvl7pPr algn="ctr">
              <a:buNone/>
              <a:defRPr sz="1800" b="1">
                <a:solidFill>
                  <a:srgbClr val="7352A3"/>
                </a:solidFill>
                <a:latin typeface="Yu Gothic"/>
                <a:ea typeface="Yu Gothic"/>
                <a:cs typeface="Yu Gothic"/>
              </a:defRPr>
            </a:lvl7pPr>
            <a:lvl8pPr algn="ctr">
              <a:buNone/>
              <a:defRPr sz="1800" b="1">
                <a:solidFill>
                  <a:srgbClr val="7352A3"/>
                </a:solidFill>
                <a:latin typeface="Yu Gothic"/>
                <a:ea typeface="Yu Gothic"/>
                <a:cs typeface="Yu Gothic"/>
              </a:defRPr>
            </a:lvl8pPr>
            <a:lvl9pPr algn="ctr">
              <a:buNone/>
              <a:defRPr sz="1800" b="1">
                <a:solidFill>
                  <a:srgbClr val="7352A3"/>
                </a:solidFill>
                <a:latin typeface="Yu Gothic"/>
                <a:ea typeface="Yu Gothic"/>
                <a:cs typeface="Yu Gothic"/>
              </a:defRPr>
            </a:lvl9pPr>
          </a:lstStyle>
          <a:p xmlns:a="http://schemas.openxmlformats.org/drawingml/2006/main">
            <a:pPr algn="ctr">
              <a:buNone/>
              <a:defRPr sz="1800" b="1">
                <a:solidFill>
                  <a:srgbClr val="7352A3"/>
                </a:solidFill>
                <a:latin typeface="Yu Gothic"/>
                <a:ea typeface="Yu Gothic"/>
                <a:cs typeface="Yu Gothic"/>
              </a:defRPr>
            </a:pPr>
            <a:r>
              <a:rPr sz="1800" b="1">
                <a:solidFill>
                  <a:srgbClr val="7352A3"/>
                </a:solidFill>
                <a:latin typeface="Yu Gothic"/>
                <a:ea typeface="Yu Gothic"/>
                <a:cs typeface="Yu Gothic"/>
              </a:rPr>
              <a:t>+200</a:t>
            </a:r>
          </a:p>
        </p:txBody>
      </p:sp>
      <p:sp>
        <p:nvSpPr>
          <p:cNvPr id="24" name="">
            <a:extLst xmlns:a="http://schemas.openxmlformats.org/drawingml/2006/main">
              <a:ext uri="{FF2B5EF4-FFF2-40B4-BE49-F238E27FC236}">
                <a16:creationId xmlns:a16="http://schemas.microsoft.com/office/drawing/2014/main" id="{459456BA-B1BD-4C3C-8DDA-377319DC4757}"/>
              </a:ext>
            </a:extLst>
          </p:cNvPr>
          <p:cNvSpPr>
            <a:spLocks xmlns:a="http://schemas.openxmlformats.org/drawingml/2006/main" noGrp="1"/>
          </p:cNvSpPr>
          <p:nvPr/>
        </p:nvSpPr>
        <p:spPr>
          <a:xfrm xmlns:a="http://schemas.openxmlformats.org/drawingml/2006/main">
            <a:off x="6591300" y="4143375"/>
            <a:ext cx="1104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7352A3"/>
                </a:solidFill>
                <a:latin typeface="Yu Gothic"/>
                <a:ea typeface="Yu Gothic"/>
                <a:cs typeface="Yu Gothic"/>
              </a:defRPr>
            </a:defPPr>
            <a:lvl1pPr algn="ctr">
              <a:buNone/>
              <a:defRPr sz="1800" b="1">
                <a:solidFill>
                  <a:srgbClr val="7352A3"/>
                </a:solidFill>
                <a:latin typeface="Yu Gothic"/>
                <a:ea typeface="Yu Gothic"/>
                <a:cs typeface="Yu Gothic"/>
              </a:defRPr>
            </a:lvl1pPr>
            <a:lvl2pPr algn="ctr">
              <a:buNone/>
              <a:defRPr sz="1800" b="1">
                <a:solidFill>
                  <a:srgbClr val="7352A3"/>
                </a:solidFill>
                <a:latin typeface="Yu Gothic"/>
                <a:ea typeface="Yu Gothic"/>
                <a:cs typeface="Yu Gothic"/>
              </a:defRPr>
            </a:lvl2pPr>
            <a:lvl3pPr algn="ctr">
              <a:buNone/>
              <a:defRPr sz="1800" b="1">
                <a:solidFill>
                  <a:srgbClr val="7352A3"/>
                </a:solidFill>
                <a:latin typeface="Yu Gothic"/>
                <a:ea typeface="Yu Gothic"/>
                <a:cs typeface="Yu Gothic"/>
              </a:defRPr>
            </a:lvl3pPr>
            <a:lvl4pPr algn="ctr">
              <a:buNone/>
              <a:defRPr sz="1800" b="1">
                <a:solidFill>
                  <a:srgbClr val="7352A3"/>
                </a:solidFill>
                <a:latin typeface="Yu Gothic"/>
                <a:ea typeface="Yu Gothic"/>
                <a:cs typeface="Yu Gothic"/>
              </a:defRPr>
            </a:lvl4pPr>
            <a:lvl5pPr algn="ctr">
              <a:buNone/>
              <a:defRPr sz="1800" b="1">
                <a:solidFill>
                  <a:srgbClr val="7352A3"/>
                </a:solidFill>
                <a:latin typeface="Yu Gothic"/>
                <a:ea typeface="Yu Gothic"/>
                <a:cs typeface="Yu Gothic"/>
              </a:defRPr>
            </a:lvl5pPr>
            <a:lvl6pPr algn="ctr">
              <a:buNone/>
              <a:defRPr sz="1800" b="1">
                <a:solidFill>
                  <a:srgbClr val="7352A3"/>
                </a:solidFill>
                <a:latin typeface="Yu Gothic"/>
                <a:ea typeface="Yu Gothic"/>
                <a:cs typeface="Yu Gothic"/>
              </a:defRPr>
            </a:lvl6pPr>
            <a:lvl7pPr algn="ctr">
              <a:buNone/>
              <a:defRPr sz="1800" b="1">
                <a:solidFill>
                  <a:srgbClr val="7352A3"/>
                </a:solidFill>
                <a:latin typeface="Yu Gothic"/>
                <a:ea typeface="Yu Gothic"/>
                <a:cs typeface="Yu Gothic"/>
              </a:defRPr>
            </a:lvl7pPr>
            <a:lvl8pPr algn="ctr">
              <a:buNone/>
              <a:defRPr sz="1800" b="1">
                <a:solidFill>
                  <a:srgbClr val="7352A3"/>
                </a:solidFill>
                <a:latin typeface="Yu Gothic"/>
                <a:ea typeface="Yu Gothic"/>
                <a:cs typeface="Yu Gothic"/>
              </a:defRPr>
            </a:lvl8pPr>
            <a:lvl9pPr algn="ctr">
              <a:buNone/>
              <a:defRPr sz="1800" b="1">
                <a:solidFill>
                  <a:srgbClr val="7352A3"/>
                </a:solidFill>
                <a:latin typeface="Yu Gothic"/>
                <a:ea typeface="Yu Gothic"/>
                <a:cs typeface="Yu Gothic"/>
              </a:defRPr>
            </a:lvl9pPr>
          </a:lstStyle>
          <a:p xmlns:a="http://schemas.openxmlformats.org/drawingml/2006/main">
            <a:pPr algn="ctr">
              <a:buNone/>
              <a:defRPr sz="1800" b="1">
                <a:solidFill>
                  <a:srgbClr val="7352A3"/>
                </a:solidFill>
                <a:latin typeface="Yu Gothic"/>
                <a:ea typeface="Yu Gothic"/>
                <a:cs typeface="Yu Gothic"/>
              </a:defRPr>
            </a:pPr>
            <a:r>
              <a:rPr sz="1800" b="1">
                <a:solidFill>
                  <a:srgbClr val="7352A3"/>
                </a:solidFill>
                <a:latin typeface="Yu Gothic"/>
                <a:ea typeface="Yu Gothic"/>
                <a:cs typeface="Yu Gothic"/>
              </a:rPr>
              <a:t>−200</a:t>
            </a:r>
          </a:p>
        </p:txBody>
      </p:sp>
      <p:cxnSp>
        <p:nvCxnSpPr>
          <p:cNvPr id="25" name="">
            <a:extLst xmlns:a="http://schemas.openxmlformats.org/drawingml/2006/main">
              <a:ext uri="{FF2B5EF4-FFF2-40B4-BE49-F238E27FC236}">
                <a16:creationId xmlns:a16="http://schemas.microsoft.com/office/drawing/2014/main" id="{3D4E2436-2144-403D-BFE3-ED32B794BEAD}"/>
              </a:ext>
            </a:extLst>
          </p:cNvPr>
          <p:cNvCxnSpPr/>
          <p:nvPr/>
        </p:nvCxnSpPr>
        <p:spPr>
          <a:xfrm xmlns:a="http://schemas.openxmlformats.org/drawingml/2006/main" flipH="0" flipV="0">
            <a:off x="1571625" y="5095875"/>
            <a:ext cx="6381750" cy="0"/>
          </a:xfrm>
          <a:prstGeom xmlns:a="http://schemas.openxmlformats.org/drawingml/2006/main" prst="straightConnector1">
            <a:avLst/>
          </a:prstGeom>
          <a:ln xmlns:a="http://schemas.openxmlformats.org/drawingml/2006/main" w="17145">
            <a:solidFill>
              <a:srgbClr val="5D6C78"/>
            </a:solidFill>
            <a:tailEnd type="triangle" w="med" len="med"/>
          </a:ln>
        </p:spPr>
      </p:cxnSp>
      <p:cxnSp>
        <p:nvCxnSpPr>
          <p:cNvPr id="26" name="">
            <a:extLst xmlns:a="http://schemas.openxmlformats.org/drawingml/2006/main">
              <a:ext uri="{FF2B5EF4-FFF2-40B4-BE49-F238E27FC236}">
                <a16:creationId xmlns:a16="http://schemas.microsoft.com/office/drawing/2014/main" id="{A3187CAD-DDD6-4E4A-BE22-5E844C83D849}"/>
              </a:ext>
            </a:extLst>
          </p:cNvPr>
          <p:cNvCxnSpPr/>
          <p:nvPr/>
        </p:nvCxnSpPr>
        <p:spPr>
          <a:xfrm xmlns:a="http://schemas.openxmlformats.org/drawingml/2006/main" flipH="0" flipV="0">
            <a:off x="1571625" y="4638675"/>
            <a:ext cx="0" cy="885825"/>
          </a:xfrm>
          <a:prstGeom xmlns:a="http://schemas.openxmlformats.org/drawingml/2006/main" prst="straightConnector1">
            <a:avLst/>
          </a:prstGeom>
          <a:ln xmlns:a="http://schemas.openxmlformats.org/drawingml/2006/main" w="14288">
            <a:solidFill>
              <a:srgbClr val="5D6C78"/>
            </a:solidFill>
            <a:prstDash val="solid"/>
          </a:ln>
        </p:spPr>
      </p:cxnSp>
      <p:sp>
        <p:nvSpPr>
          <p:cNvPr id="27" name="">
            <a:extLst xmlns:a="http://schemas.openxmlformats.org/drawingml/2006/main">
              <a:ext uri="{FF2B5EF4-FFF2-40B4-BE49-F238E27FC236}">
                <a16:creationId xmlns:a16="http://schemas.microsoft.com/office/drawing/2014/main" id="{AAA070AA-8A3D-4D9D-8612-51581436DBBF}"/>
              </a:ext>
            </a:extLst>
          </p:cNvPr>
          <p:cNvSpPr>
            <a:spLocks xmlns:a="http://schemas.openxmlformats.org/drawingml/2006/main" noGrp="1"/>
          </p:cNvSpPr>
          <p:nvPr/>
        </p:nvSpPr>
        <p:spPr>
          <a:xfrm xmlns:a="http://schemas.openxmlformats.org/drawingml/2006/main">
            <a:off x="1209675" y="4924425"/>
            <a:ext cx="266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xmlns:a="http://schemas.openxmlformats.org/drawingml/2006/main">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0</a:t>
            </a:r>
          </a:p>
        </p:txBody>
      </p:sp>
      <p:sp>
        <p:nvSpPr>
          <p:cNvPr id="28" name="">
            <a:extLst xmlns:a="http://schemas.openxmlformats.org/drawingml/2006/main">
              <a:ext uri="{FF2B5EF4-FFF2-40B4-BE49-F238E27FC236}">
                <a16:creationId xmlns:a16="http://schemas.microsoft.com/office/drawing/2014/main" id="{F3770E46-BCF4-4D67-B73A-B4E70537D8FE}"/>
              </a:ext>
            </a:extLst>
          </p:cNvPr>
          <p:cNvSpPr>
            <a:spLocks xmlns:a="http://schemas.openxmlformats.org/drawingml/2006/main" noGrp="1"/>
          </p:cNvSpPr>
          <p:nvPr/>
        </p:nvSpPr>
        <p:spPr>
          <a:xfrm xmlns:a="http://schemas.openxmlformats.org/drawingml/2006/main">
            <a:off x="666750" y="43053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8364F"/>
                </a:solidFill>
                <a:latin typeface="Yu Gothic"/>
                <a:ea typeface="Yu Gothic"/>
                <a:cs typeface="Yu Gothic"/>
              </a:defRPr>
            </a:defPPr>
            <a:lvl1pPr algn="l">
              <a:buNone/>
              <a:defRPr sz="1800" b="1">
                <a:solidFill>
                  <a:srgbClr val="18364F"/>
                </a:solidFill>
                <a:latin typeface="Yu Gothic"/>
                <a:ea typeface="Yu Gothic"/>
                <a:cs typeface="Yu Gothic"/>
              </a:defRPr>
            </a:lvl1pPr>
            <a:lvl2pPr algn="l">
              <a:buNone/>
              <a:defRPr sz="1800" b="1">
                <a:solidFill>
                  <a:srgbClr val="18364F"/>
                </a:solidFill>
                <a:latin typeface="Yu Gothic"/>
                <a:ea typeface="Yu Gothic"/>
                <a:cs typeface="Yu Gothic"/>
              </a:defRPr>
            </a:lvl2pPr>
            <a:lvl3pPr algn="l">
              <a:buNone/>
              <a:defRPr sz="1800" b="1">
                <a:solidFill>
                  <a:srgbClr val="18364F"/>
                </a:solidFill>
                <a:latin typeface="Yu Gothic"/>
                <a:ea typeface="Yu Gothic"/>
                <a:cs typeface="Yu Gothic"/>
              </a:defRPr>
            </a:lvl3pPr>
            <a:lvl4pPr algn="l">
              <a:buNone/>
              <a:defRPr sz="1800" b="1">
                <a:solidFill>
                  <a:srgbClr val="18364F"/>
                </a:solidFill>
                <a:latin typeface="Yu Gothic"/>
                <a:ea typeface="Yu Gothic"/>
                <a:cs typeface="Yu Gothic"/>
              </a:defRPr>
            </a:lvl4pPr>
            <a:lvl5pPr algn="l">
              <a:buNone/>
              <a:defRPr sz="1800" b="1">
                <a:solidFill>
                  <a:srgbClr val="18364F"/>
                </a:solidFill>
                <a:latin typeface="Yu Gothic"/>
                <a:ea typeface="Yu Gothic"/>
                <a:cs typeface="Yu Gothic"/>
              </a:defRPr>
            </a:lvl5pPr>
            <a:lvl6pPr algn="l">
              <a:buNone/>
              <a:defRPr sz="1800" b="1">
                <a:solidFill>
                  <a:srgbClr val="18364F"/>
                </a:solidFill>
                <a:latin typeface="Yu Gothic"/>
                <a:ea typeface="Yu Gothic"/>
                <a:cs typeface="Yu Gothic"/>
              </a:defRPr>
            </a:lvl6pPr>
            <a:lvl7pPr algn="l">
              <a:buNone/>
              <a:defRPr sz="1800" b="1">
                <a:solidFill>
                  <a:srgbClr val="18364F"/>
                </a:solidFill>
                <a:latin typeface="Yu Gothic"/>
                <a:ea typeface="Yu Gothic"/>
                <a:cs typeface="Yu Gothic"/>
              </a:defRPr>
            </a:lvl7pPr>
            <a:lvl8pPr algn="l">
              <a:buNone/>
              <a:defRPr sz="1800" b="1">
                <a:solidFill>
                  <a:srgbClr val="18364F"/>
                </a:solidFill>
                <a:latin typeface="Yu Gothic"/>
                <a:ea typeface="Yu Gothic"/>
                <a:cs typeface="Yu Gothic"/>
              </a:defRPr>
            </a:lvl8pPr>
            <a:lvl9pPr algn="l">
              <a:buNone/>
              <a:defRPr sz="1800" b="1">
                <a:solidFill>
                  <a:srgbClr val="18364F"/>
                </a:solidFill>
                <a:latin typeface="Yu Gothic"/>
                <a:ea typeface="Yu Gothic"/>
                <a:cs typeface="Yu Gothic"/>
              </a:defRPr>
            </a:lvl9pPr>
          </a:lstStyle>
          <a:p xmlns:a="http://schemas.openxmlformats.org/drawingml/2006/main">
            <a:pPr algn="l">
              <a:buNone/>
              <a:defRPr sz="1800" b="1">
                <a:solidFill>
                  <a:srgbClr val="18364F"/>
                </a:solidFill>
                <a:latin typeface="Yu Gothic"/>
                <a:ea typeface="Yu Gothic"/>
                <a:cs typeface="Yu Gothic"/>
              </a:defRPr>
            </a:pPr>
            <a:r>
              <a:rPr sz="1800" b="1">
                <a:solidFill>
                  <a:srgbClr val="18364F"/>
                </a:solidFill>
                <a:latin typeface="Yu Gothic"/>
                <a:ea typeface="Yu Gothic"/>
                <a:cs typeface="Yu Gothic"/>
              </a:rPr>
              <a:t>M / N·m</a:t>
            </a:r>
          </a:p>
        </p:txBody>
      </p:sp>
      <p:sp>
        <p:nvSpPr>
          <p:cNvPr id="29" name="">
            <a:extLst xmlns:a="http://schemas.openxmlformats.org/drawingml/2006/main">
              <a:ext uri="{FF2B5EF4-FFF2-40B4-BE49-F238E27FC236}">
                <a16:creationId xmlns:a16="http://schemas.microsoft.com/office/drawing/2014/main" id="{3422E383-8692-4859-9961-2AA007545BDD}"/>
              </a:ext>
            </a:extLst>
          </p:cNvPr>
          <p:cNvSpPr>
            <a:spLocks xmlns:a="http://schemas.openxmlformats.org/drawingml/2006/main" noGrp="1"/>
          </p:cNvSpPr>
          <p:nvPr/>
        </p:nvSpPr>
        <p:spPr>
          <a:xfrm xmlns:a="http://schemas.openxmlformats.org/drawingml/2006/main">
            <a:off x="8010525" y="49244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xmlns:a="http://schemas.openxmlformats.org/drawingml/2006/main">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x / m</a:t>
            </a:r>
          </a:p>
        </p:txBody>
      </p:sp>
      <p:sp>
        <p:nvSpPr>
          <p:cNvPr id="30" name="">
            <a:extLst xmlns:a="http://schemas.openxmlformats.org/drawingml/2006/main">
              <a:ext uri="{FF2B5EF4-FFF2-40B4-BE49-F238E27FC236}">
                <a16:creationId xmlns:a16="http://schemas.microsoft.com/office/drawing/2014/main" id="{933DD7F1-1D67-40D3-BD42-276963FF8826}"/>
              </a:ext>
            </a:extLst>
          </p:cNvPr>
          <p:cNvSpPr>
            <a:spLocks xmlns:a="http://schemas.openxmlformats.org/drawingml/2006/main" noGrp="1"/>
          </p:cNvSpPr>
          <p:nvPr/>
        </p:nvSpPr>
        <p:spPr>
          <a:xfrm xmlns:a="http://schemas.openxmlformats.org/drawingml/2006/main">
            <a:off x="1571625" y="4638675"/>
            <a:ext cx="6191250" cy="457200"/>
          </a:xfrm>
          <a:custGeom xmlns:a="http://schemas.openxmlformats.org/drawingml/2006/main">
            <a:pathLst>
              <a:path w="6191250" h="457200">
                <a:moveTo>
                  <a:pt x="0" y="457200"/>
                </a:moveTo>
                <a:lnTo>
                  <a:pt x="3095625" y="0"/>
                </a:lnTo>
                <a:lnTo>
                  <a:pt x="6191250" y="457200"/>
                </a:lnTo>
              </a:path>
            </a:pathLst>
          </a:custGeom>
          <a:noFill xmlns:a="http://schemas.openxmlformats.org/drawingml/2006/main"/>
          <a:ln xmlns:a="http://schemas.openxmlformats.org/drawingml/2006/main" w="38100">
            <a:solidFill>
              <a:srgbClr val="226FAE"/>
            </a:solidFill>
          </a:ln>
        </p:spPr>
      </p:sp>
      <p:cxnSp>
        <p:nvCxnSpPr>
          <p:cNvPr id="31" name="">
            <a:extLst xmlns:a="http://schemas.openxmlformats.org/drawingml/2006/main">
              <a:ext uri="{FF2B5EF4-FFF2-40B4-BE49-F238E27FC236}">
                <a16:creationId xmlns:a16="http://schemas.microsoft.com/office/drawing/2014/main" id="{C142B15D-E7BD-46FE-AC8D-A23FB1B5828D}"/>
              </a:ext>
            </a:extLst>
          </p:cNvPr>
          <p:cNvCxnSpPr/>
          <p:nvPr/>
        </p:nvCxnSpPr>
        <p:spPr>
          <a:xfrm xmlns:a="http://schemas.openxmlformats.org/drawingml/2006/main" flipH="0" flipV="0">
            <a:off x="4667250" y="5048250"/>
            <a:ext cx="0" cy="95250"/>
          </a:xfrm>
          <a:prstGeom xmlns:a="http://schemas.openxmlformats.org/drawingml/2006/main" prst="straightConnector1">
            <a:avLst/>
          </a:prstGeom>
          <a:ln xmlns:a="http://schemas.openxmlformats.org/drawingml/2006/main" w="9525">
            <a:solidFill>
              <a:srgbClr val="5D6C78"/>
            </a:solidFill>
            <a:prstDash val="solid"/>
          </a:ln>
        </p:spPr>
      </p:cxnSp>
      <p:sp>
        <p:nvSpPr>
          <p:cNvPr id="32" name="">
            <a:extLst xmlns:a="http://schemas.openxmlformats.org/drawingml/2006/main">
              <a:ext uri="{FF2B5EF4-FFF2-40B4-BE49-F238E27FC236}">
                <a16:creationId xmlns:a16="http://schemas.microsoft.com/office/drawing/2014/main" id="{001E218D-B8FC-4D46-BAE6-1FFD2ADCD994}"/>
              </a:ext>
            </a:extLst>
          </p:cNvPr>
          <p:cNvSpPr>
            <a:spLocks xmlns:a="http://schemas.openxmlformats.org/drawingml/2006/main" noGrp="1"/>
          </p:cNvSpPr>
          <p:nvPr/>
        </p:nvSpPr>
        <p:spPr>
          <a:xfrm xmlns:a="http://schemas.openxmlformats.org/drawingml/2006/main">
            <a:off x="4238625" y="51720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5D6C78"/>
                </a:solidFill>
                <a:latin typeface="Yu Gothic"/>
                <a:ea typeface="Yu Gothic"/>
                <a:cs typeface="Yu Gothic"/>
              </a:defRPr>
            </a:defPPr>
            <a:lvl1pPr algn="ctr">
              <a:buNone/>
              <a:defRPr sz="1650" b="0">
                <a:solidFill>
                  <a:srgbClr val="5D6C78"/>
                </a:solidFill>
                <a:latin typeface="Yu Gothic"/>
                <a:ea typeface="Yu Gothic"/>
                <a:cs typeface="Yu Gothic"/>
              </a:defRPr>
            </a:lvl1pPr>
            <a:lvl2pPr algn="ctr">
              <a:buNone/>
              <a:defRPr sz="1650" b="0">
                <a:solidFill>
                  <a:srgbClr val="5D6C78"/>
                </a:solidFill>
                <a:latin typeface="Yu Gothic"/>
                <a:ea typeface="Yu Gothic"/>
                <a:cs typeface="Yu Gothic"/>
              </a:defRPr>
            </a:lvl2pPr>
            <a:lvl3pPr algn="ctr">
              <a:buNone/>
              <a:defRPr sz="1650" b="0">
                <a:solidFill>
                  <a:srgbClr val="5D6C78"/>
                </a:solidFill>
                <a:latin typeface="Yu Gothic"/>
                <a:ea typeface="Yu Gothic"/>
                <a:cs typeface="Yu Gothic"/>
              </a:defRPr>
            </a:lvl3pPr>
            <a:lvl4pPr algn="ctr">
              <a:buNone/>
              <a:defRPr sz="1650" b="0">
                <a:solidFill>
                  <a:srgbClr val="5D6C78"/>
                </a:solidFill>
                <a:latin typeface="Yu Gothic"/>
                <a:ea typeface="Yu Gothic"/>
                <a:cs typeface="Yu Gothic"/>
              </a:defRPr>
            </a:lvl4pPr>
            <a:lvl5pPr algn="ctr">
              <a:buNone/>
              <a:defRPr sz="1650" b="0">
                <a:solidFill>
                  <a:srgbClr val="5D6C78"/>
                </a:solidFill>
                <a:latin typeface="Yu Gothic"/>
                <a:ea typeface="Yu Gothic"/>
                <a:cs typeface="Yu Gothic"/>
              </a:defRPr>
            </a:lvl5pPr>
            <a:lvl6pPr algn="ctr">
              <a:buNone/>
              <a:defRPr sz="1650" b="0">
                <a:solidFill>
                  <a:srgbClr val="5D6C78"/>
                </a:solidFill>
                <a:latin typeface="Yu Gothic"/>
                <a:ea typeface="Yu Gothic"/>
                <a:cs typeface="Yu Gothic"/>
              </a:defRPr>
            </a:lvl6pPr>
            <a:lvl7pPr algn="ctr">
              <a:buNone/>
              <a:defRPr sz="1650" b="0">
                <a:solidFill>
                  <a:srgbClr val="5D6C78"/>
                </a:solidFill>
                <a:latin typeface="Yu Gothic"/>
                <a:ea typeface="Yu Gothic"/>
                <a:cs typeface="Yu Gothic"/>
              </a:defRPr>
            </a:lvl7pPr>
            <a:lvl8pPr algn="ctr">
              <a:buNone/>
              <a:defRPr sz="1650" b="0">
                <a:solidFill>
                  <a:srgbClr val="5D6C78"/>
                </a:solidFill>
                <a:latin typeface="Yu Gothic"/>
                <a:ea typeface="Yu Gothic"/>
                <a:cs typeface="Yu Gothic"/>
              </a:defRPr>
            </a:lvl8pPr>
            <a:lvl9pPr algn="ctr">
              <a:buNone/>
              <a:defRPr sz="1650" b="0">
                <a:solidFill>
                  <a:srgbClr val="5D6C78"/>
                </a:solidFill>
                <a:latin typeface="Yu Gothic"/>
                <a:ea typeface="Yu Gothic"/>
                <a:cs typeface="Yu Gothic"/>
              </a:defRPr>
            </a:lvl9pPr>
          </a:lstStyle>
          <a:p xmlns:a="http://schemas.openxmlformats.org/drawingml/2006/main">
            <a:pPr algn="ctr">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0.8</a:t>
            </a:r>
          </a:p>
        </p:txBody>
      </p:sp>
      <p:cxnSp>
        <p:nvCxnSpPr>
          <p:cNvPr id="33" name="">
            <a:extLst xmlns:a="http://schemas.openxmlformats.org/drawingml/2006/main">
              <a:ext uri="{FF2B5EF4-FFF2-40B4-BE49-F238E27FC236}">
                <a16:creationId xmlns:a16="http://schemas.microsoft.com/office/drawing/2014/main" id="{B0632682-3142-460C-8032-4507ADEAC900}"/>
              </a:ext>
            </a:extLst>
          </p:cNvPr>
          <p:cNvCxnSpPr/>
          <p:nvPr/>
        </p:nvCxnSpPr>
        <p:spPr>
          <a:xfrm xmlns:a="http://schemas.openxmlformats.org/drawingml/2006/main" flipH="0" flipV="0">
            <a:off x="7762875" y="5048250"/>
            <a:ext cx="0" cy="95250"/>
          </a:xfrm>
          <a:prstGeom xmlns:a="http://schemas.openxmlformats.org/drawingml/2006/main" prst="straightConnector1">
            <a:avLst/>
          </a:prstGeom>
          <a:ln xmlns:a="http://schemas.openxmlformats.org/drawingml/2006/main" w="9525">
            <a:solidFill>
              <a:srgbClr val="5D6C78"/>
            </a:solidFill>
            <a:prstDash val="solid"/>
          </a:ln>
        </p:spPr>
      </p:cxnSp>
      <p:sp>
        <p:nvSpPr>
          <p:cNvPr id="34" name="">
            <a:extLst xmlns:a="http://schemas.openxmlformats.org/drawingml/2006/main">
              <a:ext uri="{FF2B5EF4-FFF2-40B4-BE49-F238E27FC236}">
                <a16:creationId xmlns:a16="http://schemas.microsoft.com/office/drawing/2014/main" id="{2F0828B8-22D2-48DA-9997-328FD13D9F94}"/>
              </a:ext>
            </a:extLst>
          </p:cNvPr>
          <p:cNvSpPr>
            <a:spLocks xmlns:a="http://schemas.openxmlformats.org/drawingml/2006/main" noGrp="1"/>
          </p:cNvSpPr>
          <p:nvPr/>
        </p:nvSpPr>
        <p:spPr>
          <a:xfrm xmlns:a="http://schemas.openxmlformats.org/drawingml/2006/main">
            <a:off x="7334250" y="51720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5D6C78"/>
                </a:solidFill>
                <a:latin typeface="Yu Gothic"/>
                <a:ea typeface="Yu Gothic"/>
                <a:cs typeface="Yu Gothic"/>
              </a:defRPr>
            </a:defPPr>
            <a:lvl1pPr algn="ctr">
              <a:buNone/>
              <a:defRPr sz="1650" b="0">
                <a:solidFill>
                  <a:srgbClr val="5D6C78"/>
                </a:solidFill>
                <a:latin typeface="Yu Gothic"/>
                <a:ea typeface="Yu Gothic"/>
                <a:cs typeface="Yu Gothic"/>
              </a:defRPr>
            </a:lvl1pPr>
            <a:lvl2pPr algn="ctr">
              <a:buNone/>
              <a:defRPr sz="1650" b="0">
                <a:solidFill>
                  <a:srgbClr val="5D6C78"/>
                </a:solidFill>
                <a:latin typeface="Yu Gothic"/>
                <a:ea typeface="Yu Gothic"/>
                <a:cs typeface="Yu Gothic"/>
              </a:defRPr>
            </a:lvl2pPr>
            <a:lvl3pPr algn="ctr">
              <a:buNone/>
              <a:defRPr sz="1650" b="0">
                <a:solidFill>
                  <a:srgbClr val="5D6C78"/>
                </a:solidFill>
                <a:latin typeface="Yu Gothic"/>
                <a:ea typeface="Yu Gothic"/>
                <a:cs typeface="Yu Gothic"/>
              </a:defRPr>
            </a:lvl3pPr>
            <a:lvl4pPr algn="ctr">
              <a:buNone/>
              <a:defRPr sz="1650" b="0">
                <a:solidFill>
                  <a:srgbClr val="5D6C78"/>
                </a:solidFill>
                <a:latin typeface="Yu Gothic"/>
                <a:ea typeface="Yu Gothic"/>
                <a:cs typeface="Yu Gothic"/>
              </a:defRPr>
            </a:lvl4pPr>
            <a:lvl5pPr algn="ctr">
              <a:buNone/>
              <a:defRPr sz="1650" b="0">
                <a:solidFill>
                  <a:srgbClr val="5D6C78"/>
                </a:solidFill>
                <a:latin typeface="Yu Gothic"/>
                <a:ea typeface="Yu Gothic"/>
                <a:cs typeface="Yu Gothic"/>
              </a:defRPr>
            </a:lvl5pPr>
            <a:lvl6pPr algn="ctr">
              <a:buNone/>
              <a:defRPr sz="1650" b="0">
                <a:solidFill>
                  <a:srgbClr val="5D6C78"/>
                </a:solidFill>
                <a:latin typeface="Yu Gothic"/>
                <a:ea typeface="Yu Gothic"/>
                <a:cs typeface="Yu Gothic"/>
              </a:defRPr>
            </a:lvl6pPr>
            <a:lvl7pPr algn="ctr">
              <a:buNone/>
              <a:defRPr sz="1650" b="0">
                <a:solidFill>
                  <a:srgbClr val="5D6C78"/>
                </a:solidFill>
                <a:latin typeface="Yu Gothic"/>
                <a:ea typeface="Yu Gothic"/>
                <a:cs typeface="Yu Gothic"/>
              </a:defRPr>
            </a:lvl7pPr>
            <a:lvl8pPr algn="ctr">
              <a:buNone/>
              <a:defRPr sz="1650" b="0">
                <a:solidFill>
                  <a:srgbClr val="5D6C78"/>
                </a:solidFill>
                <a:latin typeface="Yu Gothic"/>
                <a:ea typeface="Yu Gothic"/>
                <a:cs typeface="Yu Gothic"/>
              </a:defRPr>
            </a:lvl8pPr>
            <a:lvl9pPr algn="ctr">
              <a:buNone/>
              <a:defRPr sz="1650" b="0">
                <a:solidFill>
                  <a:srgbClr val="5D6C78"/>
                </a:solidFill>
                <a:latin typeface="Yu Gothic"/>
                <a:ea typeface="Yu Gothic"/>
                <a:cs typeface="Yu Gothic"/>
              </a:defRPr>
            </a:lvl9pPr>
          </a:lstStyle>
          <a:p xmlns:a="http://schemas.openxmlformats.org/drawingml/2006/main">
            <a:pPr algn="ctr">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1.6</a:t>
            </a:r>
          </a:p>
        </p:txBody>
      </p:sp>
      <p:sp>
        <p:nvSpPr>
          <p:cNvPr id="35" name="">
            <a:extLst xmlns:a="http://schemas.openxmlformats.org/drawingml/2006/main">
              <a:ext uri="{FF2B5EF4-FFF2-40B4-BE49-F238E27FC236}">
                <a16:creationId xmlns:a16="http://schemas.microsoft.com/office/drawing/2014/main" id="{AD8AC6A3-0848-4DF7-9672-BFD49346273B}"/>
              </a:ext>
            </a:extLst>
          </p:cNvPr>
          <p:cNvSpPr>
            <a:spLocks xmlns:a="http://schemas.openxmlformats.org/drawingml/2006/main" noGrp="1"/>
          </p:cNvSpPr>
          <p:nvPr/>
        </p:nvSpPr>
        <p:spPr>
          <a:xfrm xmlns:a="http://schemas.openxmlformats.org/drawingml/2006/main">
            <a:off x="4114800" y="4257675"/>
            <a:ext cx="1104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226FAE"/>
                </a:solidFill>
                <a:latin typeface="Yu Gothic"/>
                <a:ea typeface="Yu Gothic"/>
                <a:cs typeface="Yu Gothic"/>
              </a:defRPr>
            </a:defPPr>
            <a:lvl1pPr algn="ctr">
              <a:buNone/>
              <a:defRPr sz="1800" b="1">
                <a:solidFill>
                  <a:srgbClr val="226FAE"/>
                </a:solidFill>
                <a:latin typeface="Yu Gothic"/>
                <a:ea typeface="Yu Gothic"/>
                <a:cs typeface="Yu Gothic"/>
              </a:defRPr>
            </a:lvl1pPr>
            <a:lvl2pPr algn="ctr">
              <a:buNone/>
              <a:defRPr sz="1800" b="1">
                <a:solidFill>
                  <a:srgbClr val="226FAE"/>
                </a:solidFill>
                <a:latin typeface="Yu Gothic"/>
                <a:ea typeface="Yu Gothic"/>
                <a:cs typeface="Yu Gothic"/>
              </a:defRPr>
            </a:lvl2pPr>
            <a:lvl3pPr algn="ctr">
              <a:buNone/>
              <a:defRPr sz="1800" b="1">
                <a:solidFill>
                  <a:srgbClr val="226FAE"/>
                </a:solidFill>
                <a:latin typeface="Yu Gothic"/>
                <a:ea typeface="Yu Gothic"/>
                <a:cs typeface="Yu Gothic"/>
              </a:defRPr>
            </a:lvl3pPr>
            <a:lvl4pPr algn="ctr">
              <a:buNone/>
              <a:defRPr sz="1800" b="1">
                <a:solidFill>
                  <a:srgbClr val="226FAE"/>
                </a:solidFill>
                <a:latin typeface="Yu Gothic"/>
                <a:ea typeface="Yu Gothic"/>
                <a:cs typeface="Yu Gothic"/>
              </a:defRPr>
            </a:lvl4pPr>
            <a:lvl5pPr algn="ctr">
              <a:buNone/>
              <a:defRPr sz="1800" b="1">
                <a:solidFill>
                  <a:srgbClr val="226FAE"/>
                </a:solidFill>
                <a:latin typeface="Yu Gothic"/>
                <a:ea typeface="Yu Gothic"/>
                <a:cs typeface="Yu Gothic"/>
              </a:defRPr>
            </a:lvl5pPr>
            <a:lvl6pPr algn="ctr">
              <a:buNone/>
              <a:defRPr sz="1800" b="1">
                <a:solidFill>
                  <a:srgbClr val="226FAE"/>
                </a:solidFill>
                <a:latin typeface="Yu Gothic"/>
                <a:ea typeface="Yu Gothic"/>
                <a:cs typeface="Yu Gothic"/>
              </a:defRPr>
            </a:lvl6pPr>
            <a:lvl7pPr algn="ctr">
              <a:buNone/>
              <a:defRPr sz="1800" b="1">
                <a:solidFill>
                  <a:srgbClr val="226FAE"/>
                </a:solidFill>
                <a:latin typeface="Yu Gothic"/>
                <a:ea typeface="Yu Gothic"/>
                <a:cs typeface="Yu Gothic"/>
              </a:defRPr>
            </a:lvl7pPr>
            <a:lvl8pPr algn="ctr">
              <a:buNone/>
              <a:defRPr sz="1800" b="1">
                <a:solidFill>
                  <a:srgbClr val="226FAE"/>
                </a:solidFill>
                <a:latin typeface="Yu Gothic"/>
                <a:ea typeface="Yu Gothic"/>
                <a:cs typeface="Yu Gothic"/>
              </a:defRPr>
            </a:lvl8pPr>
            <a:lvl9pPr algn="ctr">
              <a:buNone/>
              <a:defRPr sz="1800" b="1">
                <a:solidFill>
                  <a:srgbClr val="226FAE"/>
                </a:solidFill>
                <a:latin typeface="Yu Gothic"/>
                <a:ea typeface="Yu Gothic"/>
                <a:cs typeface="Yu Gothic"/>
              </a:defRPr>
            </a:lvl9pPr>
          </a:lstStyle>
          <a:p xmlns:a="http://schemas.openxmlformats.org/drawingml/2006/main">
            <a:pPr algn="ctr">
              <a:buNone/>
              <a:defRPr sz="1800" b="1">
                <a:solidFill>
                  <a:srgbClr val="226FAE"/>
                </a:solidFill>
                <a:latin typeface="Yu Gothic"/>
                <a:ea typeface="Yu Gothic"/>
                <a:cs typeface="Yu Gothic"/>
              </a:defRPr>
            </a:pPr>
            <a:r>
              <a:rPr sz="1800" b="1">
                <a:solidFill>
                  <a:srgbClr val="226FAE"/>
                </a:solidFill>
                <a:latin typeface="Yu Gothic"/>
                <a:ea typeface="Yu Gothic"/>
                <a:cs typeface="Yu Gothic"/>
              </a:rPr>
              <a:t>160</a:t>
            </a:r>
          </a:p>
        </p:txBody>
      </p:sp>
      <p:sp>
        <p:nvSpPr>
          <p:cNvPr id="36" name="">
            <a:extLst xmlns:a="http://schemas.openxmlformats.org/drawingml/2006/main">
              <a:ext uri="{FF2B5EF4-FFF2-40B4-BE49-F238E27FC236}">
                <a16:creationId xmlns:a16="http://schemas.microsoft.com/office/drawing/2014/main" id="{1854EC95-CECC-4B39-8100-40A4C66FBA45}"/>
              </a:ext>
            </a:extLst>
          </p:cNvPr>
          <p:cNvSpPr>
            <a:spLocks xmlns:a="http://schemas.openxmlformats.org/drawingml/2006/main" noGrp="1"/>
          </p:cNvSpPr>
          <p:nvPr/>
        </p:nvSpPr>
        <p:spPr>
          <a:xfrm xmlns:a="http://schemas.openxmlformats.org/drawingml/2006/main">
            <a:off x="8715375" y="2733675"/>
            <a:ext cx="2790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253C4D"/>
                </a:solidFill>
                <a:latin typeface="Yu Gothic"/>
                <a:ea typeface="Yu Gothic"/>
                <a:cs typeface="Yu Gothic"/>
              </a:defRPr>
            </a:defPPr>
            <a:lvl1pPr algn="l">
              <a:buNone/>
              <a:defRPr sz="1875" b="0">
                <a:solidFill>
                  <a:srgbClr val="253C4D"/>
                </a:solidFill>
                <a:latin typeface="Yu Gothic"/>
                <a:ea typeface="Yu Gothic"/>
                <a:cs typeface="Yu Gothic"/>
              </a:defRPr>
            </a:lvl1pPr>
            <a:lvl2pPr algn="l">
              <a:buNone/>
              <a:defRPr sz="1875" b="0">
                <a:solidFill>
                  <a:srgbClr val="253C4D"/>
                </a:solidFill>
                <a:latin typeface="Yu Gothic"/>
                <a:ea typeface="Yu Gothic"/>
                <a:cs typeface="Yu Gothic"/>
              </a:defRPr>
            </a:lvl2pPr>
            <a:lvl3pPr algn="l">
              <a:buNone/>
              <a:defRPr sz="1875" b="0">
                <a:solidFill>
                  <a:srgbClr val="253C4D"/>
                </a:solidFill>
                <a:latin typeface="Yu Gothic"/>
                <a:ea typeface="Yu Gothic"/>
                <a:cs typeface="Yu Gothic"/>
              </a:defRPr>
            </a:lvl3pPr>
            <a:lvl4pPr algn="l">
              <a:buNone/>
              <a:defRPr sz="1875" b="0">
                <a:solidFill>
                  <a:srgbClr val="253C4D"/>
                </a:solidFill>
                <a:latin typeface="Yu Gothic"/>
                <a:ea typeface="Yu Gothic"/>
                <a:cs typeface="Yu Gothic"/>
              </a:defRPr>
            </a:lvl4pPr>
            <a:lvl5pPr algn="l">
              <a:buNone/>
              <a:defRPr sz="1875" b="0">
                <a:solidFill>
                  <a:srgbClr val="253C4D"/>
                </a:solidFill>
                <a:latin typeface="Yu Gothic"/>
                <a:ea typeface="Yu Gothic"/>
                <a:cs typeface="Yu Gothic"/>
              </a:defRPr>
            </a:lvl5pPr>
            <a:lvl6pPr algn="l">
              <a:buNone/>
              <a:defRPr sz="1875" b="0">
                <a:solidFill>
                  <a:srgbClr val="253C4D"/>
                </a:solidFill>
                <a:latin typeface="Yu Gothic"/>
                <a:ea typeface="Yu Gothic"/>
                <a:cs typeface="Yu Gothic"/>
              </a:defRPr>
            </a:lvl6pPr>
            <a:lvl7pPr algn="l">
              <a:buNone/>
              <a:defRPr sz="1875" b="0">
                <a:solidFill>
                  <a:srgbClr val="253C4D"/>
                </a:solidFill>
                <a:latin typeface="Yu Gothic"/>
                <a:ea typeface="Yu Gothic"/>
                <a:cs typeface="Yu Gothic"/>
              </a:defRPr>
            </a:lvl7pPr>
            <a:lvl8pPr algn="l">
              <a:buNone/>
              <a:defRPr sz="1875" b="0">
                <a:solidFill>
                  <a:srgbClr val="253C4D"/>
                </a:solidFill>
                <a:latin typeface="Yu Gothic"/>
                <a:ea typeface="Yu Gothic"/>
                <a:cs typeface="Yu Gothic"/>
              </a:defRPr>
            </a:lvl8pPr>
            <a:lvl9pPr algn="l">
              <a:buNone/>
              <a:defRPr sz="1875" b="0">
                <a:solidFill>
                  <a:srgbClr val="253C4D"/>
                </a:solidFill>
                <a:latin typeface="Yu Gothic"/>
                <a:ea typeface="Yu Gothic"/>
                <a:cs typeface="Yu Gothic"/>
              </a:defRPr>
            </a:lvl9pPr>
          </a:lstStyle>
          <a:p xmlns:a="http://schemas.openxmlformats.org/drawingml/2006/main">
            <a:pPr algn="l">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RA + RB = 400</a:t>
            </a:r>
          </a:p>
        </p:txBody>
      </p:sp>
      <p:sp>
        <p:nvSpPr>
          <p:cNvPr id="37" name="">
            <a:extLst xmlns:a="http://schemas.openxmlformats.org/drawingml/2006/main">
              <a:ext uri="{FF2B5EF4-FFF2-40B4-BE49-F238E27FC236}">
                <a16:creationId xmlns:a16="http://schemas.microsoft.com/office/drawing/2014/main" id="{26B707BE-F512-429B-B9B1-74F31FA5BA49}"/>
              </a:ext>
            </a:extLst>
          </p:cNvPr>
          <p:cNvSpPr>
            <a:spLocks xmlns:a="http://schemas.openxmlformats.org/drawingml/2006/main" noGrp="1"/>
          </p:cNvSpPr>
          <p:nvPr/>
        </p:nvSpPr>
        <p:spPr>
          <a:xfrm xmlns:a="http://schemas.openxmlformats.org/drawingml/2006/main">
            <a:off x="8715375" y="3248025"/>
            <a:ext cx="2790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253C4D"/>
                </a:solidFill>
                <a:latin typeface="Yu Gothic"/>
                <a:ea typeface="Yu Gothic"/>
                <a:cs typeface="Yu Gothic"/>
              </a:defRPr>
            </a:defPPr>
            <a:lvl1pPr algn="l">
              <a:buNone/>
              <a:defRPr sz="1875" b="0">
                <a:solidFill>
                  <a:srgbClr val="253C4D"/>
                </a:solidFill>
                <a:latin typeface="Yu Gothic"/>
                <a:ea typeface="Yu Gothic"/>
                <a:cs typeface="Yu Gothic"/>
              </a:defRPr>
            </a:lvl1pPr>
            <a:lvl2pPr algn="l">
              <a:buNone/>
              <a:defRPr sz="1875" b="0">
                <a:solidFill>
                  <a:srgbClr val="253C4D"/>
                </a:solidFill>
                <a:latin typeface="Yu Gothic"/>
                <a:ea typeface="Yu Gothic"/>
                <a:cs typeface="Yu Gothic"/>
              </a:defRPr>
            </a:lvl2pPr>
            <a:lvl3pPr algn="l">
              <a:buNone/>
              <a:defRPr sz="1875" b="0">
                <a:solidFill>
                  <a:srgbClr val="253C4D"/>
                </a:solidFill>
                <a:latin typeface="Yu Gothic"/>
                <a:ea typeface="Yu Gothic"/>
                <a:cs typeface="Yu Gothic"/>
              </a:defRPr>
            </a:lvl3pPr>
            <a:lvl4pPr algn="l">
              <a:buNone/>
              <a:defRPr sz="1875" b="0">
                <a:solidFill>
                  <a:srgbClr val="253C4D"/>
                </a:solidFill>
                <a:latin typeface="Yu Gothic"/>
                <a:ea typeface="Yu Gothic"/>
                <a:cs typeface="Yu Gothic"/>
              </a:defRPr>
            </a:lvl4pPr>
            <a:lvl5pPr algn="l">
              <a:buNone/>
              <a:defRPr sz="1875" b="0">
                <a:solidFill>
                  <a:srgbClr val="253C4D"/>
                </a:solidFill>
                <a:latin typeface="Yu Gothic"/>
                <a:ea typeface="Yu Gothic"/>
                <a:cs typeface="Yu Gothic"/>
              </a:defRPr>
            </a:lvl5pPr>
            <a:lvl6pPr algn="l">
              <a:buNone/>
              <a:defRPr sz="1875" b="0">
                <a:solidFill>
                  <a:srgbClr val="253C4D"/>
                </a:solidFill>
                <a:latin typeface="Yu Gothic"/>
                <a:ea typeface="Yu Gothic"/>
                <a:cs typeface="Yu Gothic"/>
              </a:defRPr>
            </a:lvl6pPr>
            <a:lvl7pPr algn="l">
              <a:buNone/>
              <a:defRPr sz="1875" b="0">
                <a:solidFill>
                  <a:srgbClr val="253C4D"/>
                </a:solidFill>
                <a:latin typeface="Yu Gothic"/>
                <a:ea typeface="Yu Gothic"/>
                <a:cs typeface="Yu Gothic"/>
              </a:defRPr>
            </a:lvl7pPr>
            <a:lvl8pPr algn="l">
              <a:buNone/>
              <a:defRPr sz="1875" b="0">
                <a:solidFill>
                  <a:srgbClr val="253C4D"/>
                </a:solidFill>
                <a:latin typeface="Yu Gothic"/>
                <a:ea typeface="Yu Gothic"/>
                <a:cs typeface="Yu Gothic"/>
              </a:defRPr>
            </a:lvl8pPr>
            <a:lvl9pPr algn="l">
              <a:buNone/>
              <a:defRPr sz="1875" b="0">
                <a:solidFill>
                  <a:srgbClr val="253C4D"/>
                </a:solidFill>
                <a:latin typeface="Yu Gothic"/>
                <a:ea typeface="Yu Gothic"/>
                <a:cs typeface="Yu Gothic"/>
              </a:defRPr>
            </a:lvl9pPr>
          </a:lstStyle>
          <a:p xmlns:a="http://schemas.openxmlformats.org/drawingml/2006/main">
            <a:pPr algn="l">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1.6 RB = 400×0.8</a:t>
            </a:r>
          </a:p>
        </p:txBody>
      </p:sp>
      <p:sp>
        <p:nvSpPr>
          <p:cNvPr id="38" name="">
            <a:extLst xmlns:a="http://schemas.openxmlformats.org/drawingml/2006/main">
              <a:ext uri="{FF2B5EF4-FFF2-40B4-BE49-F238E27FC236}">
                <a16:creationId xmlns:a16="http://schemas.microsoft.com/office/drawing/2014/main" id="{7146FAEA-3A7D-4FD0-9510-C4C42618CD5D}"/>
              </a:ext>
            </a:extLst>
          </p:cNvPr>
          <p:cNvSpPr>
            <a:spLocks xmlns:a="http://schemas.openxmlformats.org/drawingml/2006/main" noGrp="1"/>
          </p:cNvSpPr>
          <p:nvPr/>
        </p:nvSpPr>
        <p:spPr>
          <a:xfrm xmlns:a="http://schemas.openxmlformats.org/drawingml/2006/main">
            <a:off x="8715375" y="3762375"/>
            <a:ext cx="2790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253C4D"/>
                </a:solidFill>
                <a:latin typeface="Yu Gothic"/>
                <a:ea typeface="Yu Gothic"/>
                <a:cs typeface="Yu Gothic"/>
              </a:defRPr>
            </a:defPPr>
            <a:lvl1pPr algn="l">
              <a:buNone/>
              <a:defRPr sz="1875" b="0">
                <a:solidFill>
                  <a:srgbClr val="253C4D"/>
                </a:solidFill>
                <a:latin typeface="Yu Gothic"/>
                <a:ea typeface="Yu Gothic"/>
                <a:cs typeface="Yu Gothic"/>
              </a:defRPr>
            </a:lvl1pPr>
            <a:lvl2pPr algn="l">
              <a:buNone/>
              <a:defRPr sz="1875" b="0">
                <a:solidFill>
                  <a:srgbClr val="253C4D"/>
                </a:solidFill>
                <a:latin typeface="Yu Gothic"/>
                <a:ea typeface="Yu Gothic"/>
                <a:cs typeface="Yu Gothic"/>
              </a:defRPr>
            </a:lvl2pPr>
            <a:lvl3pPr algn="l">
              <a:buNone/>
              <a:defRPr sz="1875" b="0">
                <a:solidFill>
                  <a:srgbClr val="253C4D"/>
                </a:solidFill>
                <a:latin typeface="Yu Gothic"/>
                <a:ea typeface="Yu Gothic"/>
                <a:cs typeface="Yu Gothic"/>
              </a:defRPr>
            </a:lvl3pPr>
            <a:lvl4pPr algn="l">
              <a:buNone/>
              <a:defRPr sz="1875" b="0">
                <a:solidFill>
                  <a:srgbClr val="253C4D"/>
                </a:solidFill>
                <a:latin typeface="Yu Gothic"/>
                <a:ea typeface="Yu Gothic"/>
                <a:cs typeface="Yu Gothic"/>
              </a:defRPr>
            </a:lvl4pPr>
            <a:lvl5pPr algn="l">
              <a:buNone/>
              <a:defRPr sz="1875" b="0">
                <a:solidFill>
                  <a:srgbClr val="253C4D"/>
                </a:solidFill>
                <a:latin typeface="Yu Gothic"/>
                <a:ea typeface="Yu Gothic"/>
                <a:cs typeface="Yu Gothic"/>
              </a:defRPr>
            </a:lvl5pPr>
            <a:lvl6pPr algn="l">
              <a:buNone/>
              <a:defRPr sz="1875" b="0">
                <a:solidFill>
                  <a:srgbClr val="253C4D"/>
                </a:solidFill>
                <a:latin typeface="Yu Gothic"/>
                <a:ea typeface="Yu Gothic"/>
                <a:cs typeface="Yu Gothic"/>
              </a:defRPr>
            </a:lvl6pPr>
            <a:lvl7pPr algn="l">
              <a:buNone/>
              <a:defRPr sz="1875" b="0">
                <a:solidFill>
                  <a:srgbClr val="253C4D"/>
                </a:solidFill>
                <a:latin typeface="Yu Gothic"/>
                <a:ea typeface="Yu Gothic"/>
                <a:cs typeface="Yu Gothic"/>
              </a:defRPr>
            </a:lvl7pPr>
            <a:lvl8pPr algn="l">
              <a:buNone/>
              <a:defRPr sz="1875" b="0">
                <a:solidFill>
                  <a:srgbClr val="253C4D"/>
                </a:solidFill>
                <a:latin typeface="Yu Gothic"/>
                <a:ea typeface="Yu Gothic"/>
                <a:cs typeface="Yu Gothic"/>
              </a:defRPr>
            </a:lvl8pPr>
            <a:lvl9pPr algn="l">
              <a:buNone/>
              <a:defRPr sz="1875" b="0">
                <a:solidFill>
                  <a:srgbClr val="253C4D"/>
                </a:solidFill>
                <a:latin typeface="Yu Gothic"/>
                <a:ea typeface="Yu Gothic"/>
                <a:cs typeface="Yu Gothic"/>
              </a:defRPr>
            </a:lvl9pPr>
          </a:lstStyle>
          <a:p xmlns:a="http://schemas.openxmlformats.org/drawingml/2006/main">
            <a:pPr algn="l">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RA = 200 N</a:t>
            </a:r>
          </a:p>
        </p:txBody>
      </p:sp>
      <p:sp>
        <p:nvSpPr>
          <p:cNvPr id="39" name="">
            <a:extLst xmlns:a="http://schemas.openxmlformats.org/drawingml/2006/main">
              <a:ext uri="{FF2B5EF4-FFF2-40B4-BE49-F238E27FC236}">
                <a16:creationId xmlns:a16="http://schemas.microsoft.com/office/drawing/2014/main" id="{91D19EC8-FE48-4109-8542-62196EDE0A4F}"/>
              </a:ext>
            </a:extLst>
          </p:cNvPr>
          <p:cNvSpPr>
            <a:spLocks xmlns:a="http://schemas.openxmlformats.org/drawingml/2006/main" noGrp="1"/>
          </p:cNvSpPr>
          <p:nvPr/>
        </p:nvSpPr>
        <p:spPr>
          <a:xfrm xmlns:a="http://schemas.openxmlformats.org/drawingml/2006/main">
            <a:off x="8715375" y="4276725"/>
            <a:ext cx="2790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253C4D"/>
                </a:solidFill>
                <a:latin typeface="Yu Gothic"/>
                <a:ea typeface="Yu Gothic"/>
                <a:cs typeface="Yu Gothic"/>
              </a:defRPr>
            </a:defPPr>
            <a:lvl1pPr algn="l">
              <a:buNone/>
              <a:defRPr sz="1875" b="0">
                <a:solidFill>
                  <a:srgbClr val="253C4D"/>
                </a:solidFill>
                <a:latin typeface="Yu Gothic"/>
                <a:ea typeface="Yu Gothic"/>
                <a:cs typeface="Yu Gothic"/>
              </a:defRPr>
            </a:lvl1pPr>
            <a:lvl2pPr algn="l">
              <a:buNone/>
              <a:defRPr sz="1875" b="0">
                <a:solidFill>
                  <a:srgbClr val="253C4D"/>
                </a:solidFill>
                <a:latin typeface="Yu Gothic"/>
                <a:ea typeface="Yu Gothic"/>
                <a:cs typeface="Yu Gothic"/>
              </a:defRPr>
            </a:lvl2pPr>
            <a:lvl3pPr algn="l">
              <a:buNone/>
              <a:defRPr sz="1875" b="0">
                <a:solidFill>
                  <a:srgbClr val="253C4D"/>
                </a:solidFill>
                <a:latin typeface="Yu Gothic"/>
                <a:ea typeface="Yu Gothic"/>
                <a:cs typeface="Yu Gothic"/>
              </a:defRPr>
            </a:lvl3pPr>
            <a:lvl4pPr algn="l">
              <a:buNone/>
              <a:defRPr sz="1875" b="0">
                <a:solidFill>
                  <a:srgbClr val="253C4D"/>
                </a:solidFill>
                <a:latin typeface="Yu Gothic"/>
                <a:ea typeface="Yu Gothic"/>
                <a:cs typeface="Yu Gothic"/>
              </a:defRPr>
            </a:lvl4pPr>
            <a:lvl5pPr algn="l">
              <a:buNone/>
              <a:defRPr sz="1875" b="0">
                <a:solidFill>
                  <a:srgbClr val="253C4D"/>
                </a:solidFill>
                <a:latin typeface="Yu Gothic"/>
                <a:ea typeface="Yu Gothic"/>
                <a:cs typeface="Yu Gothic"/>
              </a:defRPr>
            </a:lvl5pPr>
            <a:lvl6pPr algn="l">
              <a:buNone/>
              <a:defRPr sz="1875" b="0">
                <a:solidFill>
                  <a:srgbClr val="253C4D"/>
                </a:solidFill>
                <a:latin typeface="Yu Gothic"/>
                <a:ea typeface="Yu Gothic"/>
                <a:cs typeface="Yu Gothic"/>
              </a:defRPr>
            </a:lvl6pPr>
            <a:lvl7pPr algn="l">
              <a:buNone/>
              <a:defRPr sz="1875" b="0">
                <a:solidFill>
                  <a:srgbClr val="253C4D"/>
                </a:solidFill>
                <a:latin typeface="Yu Gothic"/>
                <a:ea typeface="Yu Gothic"/>
                <a:cs typeface="Yu Gothic"/>
              </a:defRPr>
            </a:lvl7pPr>
            <a:lvl8pPr algn="l">
              <a:buNone/>
              <a:defRPr sz="1875" b="0">
                <a:solidFill>
                  <a:srgbClr val="253C4D"/>
                </a:solidFill>
                <a:latin typeface="Yu Gothic"/>
                <a:ea typeface="Yu Gothic"/>
                <a:cs typeface="Yu Gothic"/>
              </a:defRPr>
            </a:lvl8pPr>
            <a:lvl9pPr algn="l">
              <a:buNone/>
              <a:defRPr sz="1875" b="0">
                <a:solidFill>
                  <a:srgbClr val="253C4D"/>
                </a:solidFill>
                <a:latin typeface="Yu Gothic"/>
                <a:ea typeface="Yu Gothic"/>
                <a:cs typeface="Yu Gothic"/>
              </a:defRPr>
            </a:lvl9pPr>
          </a:lstStyle>
          <a:p xmlns:a="http://schemas.openxmlformats.org/drawingml/2006/main">
            <a:pPr algn="l">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RB = 200 N</a:t>
            </a:r>
          </a:p>
        </p:txBody>
      </p:sp>
      <p:sp>
        <p:nvSpPr>
          <p:cNvPr id="40" name="">
            <a:extLst xmlns:a="http://schemas.openxmlformats.org/drawingml/2006/main">
              <a:ext uri="{FF2B5EF4-FFF2-40B4-BE49-F238E27FC236}">
                <a16:creationId xmlns:a16="http://schemas.microsoft.com/office/drawing/2014/main" id="{274DD910-E0C5-4461-9C76-01F9D2C2C6EA}"/>
              </a:ext>
            </a:extLst>
          </p:cNvPr>
          <p:cNvSpPr>
            <a:spLocks xmlns:a="http://schemas.openxmlformats.org/drawingml/2006/main" noGrp="1"/>
          </p:cNvSpPr>
          <p:nvPr/>
        </p:nvSpPr>
        <p:spPr>
          <a:xfrm xmlns:a="http://schemas.openxmlformats.org/drawingml/2006/main">
            <a:off x="8667750" y="5019675"/>
            <a:ext cx="2838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226FAE"/>
                </a:solidFill>
                <a:latin typeface="Yu Gothic"/>
                <a:ea typeface="Yu Gothic"/>
                <a:cs typeface="Yu Gothic"/>
              </a:defRPr>
            </a:defPPr>
            <a:lvl1pPr algn="l">
              <a:buNone/>
              <a:defRPr sz="2025" b="1">
                <a:solidFill>
                  <a:srgbClr val="226FAE"/>
                </a:solidFill>
                <a:latin typeface="Yu Gothic"/>
                <a:ea typeface="Yu Gothic"/>
                <a:cs typeface="Yu Gothic"/>
              </a:defRPr>
            </a:lvl1pPr>
            <a:lvl2pPr algn="l">
              <a:buNone/>
              <a:defRPr sz="2025" b="1">
                <a:solidFill>
                  <a:srgbClr val="226FAE"/>
                </a:solidFill>
                <a:latin typeface="Yu Gothic"/>
                <a:ea typeface="Yu Gothic"/>
                <a:cs typeface="Yu Gothic"/>
              </a:defRPr>
            </a:lvl2pPr>
            <a:lvl3pPr algn="l">
              <a:buNone/>
              <a:defRPr sz="2025" b="1">
                <a:solidFill>
                  <a:srgbClr val="226FAE"/>
                </a:solidFill>
                <a:latin typeface="Yu Gothic"/>
                <a:ea typeface="Yu Gothic"/>
                <a:cs typeface="Yu Gothic"/>
              </a:defRPr>
            </a:lvl3pPr>
            <a:lvl4pPr algn="l">
              <a:buNone/>
              <a:defRPr sz="2025" b="1">
                <a:solidFill>
                  <a:srgbClr val="226FAE"/>
                </a:solidFill>
                <a:latin typeface="Yu Gothic"/>
                <a:ea typeface="Yu Gothic"/>
                <a:cs typeface="Yu Gothic"/>
              </a:defRPr>
            </a:lvl4pPr>
            <a:lvl5pPr algn="l">
              <a:buNone/>
              <a:defRPr sz="2025" b="1">
                <a:solidFill>
                  <a:srgbClr val="226FAE"/>
                </a:solidFill>
                <a:latin typeface="Yu Gothic"/>
                <a:ea typeface="Yu Gothic"/>
                <a:cs typeface="Yu Gothic"/>
              </a:defRPr>
            </a:lvl5pPr>
            <a:lvl6pPr algn="l">
              <a:buNone/>
              <a:defRPr sz="2025" b="1">
                <a:solidFill>
                  <a:srgbClr val="226FAE"/>
                </a:solidFill>
                <a:latin typeface="Yu Gothic"/>
                <a:ea typeface="Yu Gothic"/>
                <a:cs typeface="Yu Gothic"/>
              </a:defRPr>
            </a:lvl6pPr>
            <a:lvl7pPr algn="l">
              <a:buNone/>
              <a:defRPr sz="2025" b="1">
                <a:solidFill>
                  <a:srgbClr val="226FAE"/>
                </a:solidFill>
                <a:latin typeface="Yu Gothic"/>
                <a:ea typeface="Yu Gothic"/>
                <a:cs typeface="Yu Gothic"/>
              </a:defRPr>
            </a:lvl7pPr>
            <a:lvl8pPr algn="l">
              <a:buNone/>
              <a:defRPr sz="2025" b="1">
                <a:solidFill>
                  <a:srgbClr val="226FAE"/>
                </a:solidFill>
                <a:latin typeface="Yu Gothic"/>
                <a:ea typeface="Yu Gothic"/>
                <a:cs typeface="Yu Gothic"/>
              </a:defRPr>
            </a:lvl8pPr>
            <a:lvl9pPr algn="l">
              <a:buNone/>
              <a:defRPr sz="2025" b="1">
                <a:solidFill>
                  <a:srgbClr val="226FAE"/>
                </a:solidFill>
                <a:latin typeface="Yu Gothic"/>
                <a:ea typeface="Yu Gothic"/>
                <a:cs typeface="Yu Gothic"/>
              </a:defRPr>
            </a:lvl9pPr>
          </a:lstStyle>
          <a:p xmlns:a="http://schemas.openxmlformats.org/drawingml/2006/main">
            <a:pPr algn="l">
              <a:buNone/>
              <a:defRPr sz="2025" b="1">
                <a:solidFill>
                  <a:srgbClr val="226FAE"/>
                </a:solidFill>
                <a:latin typeface="Yu Gothic"/>
                <a:ea typeface="Yu Gothic"/>
                <a:cs typeface="Yu Gothic"/>
              </a:defRPr>
            </a:pPr>
            <a:r>
              <a:rPr sz="2025" b="1">
                <a:solidFill>
                  <a:srgbClr val="226FAE"/>
                </a:solidFill>
                <a:latin typeface="Yu Gothic"/>
                <a:ea typeface="Yu Gothic"/>
                <a:cs typeface="Yu Gothic"/>
              </a:rPr>
              <a:t>M最大 = 160 N·m</a:t>
            </a:r>
          </a:p>
        </p:txBody>
      </p:sp>
      <p:sp>
        <p:nvSpPr>
          <p:cNvPr id="41" name="">
            <a:extLst xmlns:a="http://schemas.openxmlformats.org/drawingml/2006/main">
              <a:ext uri="{FF2B5EF4-FFF2-40B4-BE49-F238E27FC236}">
                <a16:creationId xmlns:a16="http://schemas.microsoft.com/office/drawing/2014/main" id="{5FBFFF15-F9AD-4B65-A4FE-AA71FC24942D}"/>
              </a:ext>
            </a:extLst>
          </p:cNvPr>
          <p:cNvSpPr>
            <a:spLocks xmlns:a="http://schemas.openxmlformats.org/drawingml/2006/main" noGrp="1"/>
          </p:cNvSpPr>
          <p:nvPr/>
        </p:nvSpPr>
        <p:spPr>
          <a:xfrm xmlns:a="http://schemas.openxmlformats.org/drawingml/2006/main">
            <a:off x="685800" y="57721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反力は各200 N。Bまわりもつり合い、両端の M は0</a:t>
            </a:r>
          </a:p>
        </p:txBody>
      </p:sp>
    </p:spTree>
    <p:extLst>
      <p:ext uri="{BB962C8B-B14F-4D97-AF65-F5344CB8AC3E}">
        <p14:creationId xmlns:p14="http://schemas.microsoft.com/office/powerpoint/2010/main" val="17128945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21B9D5F-DFFA-4E98-8B35-BCC8777AD60C}"/>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SFD の「符号付き面積」で M の変化を読む</a:t>
            </a:r>
          </a:p>
        </p:txBody>
      </p:sp>
      <p:cxnSp>
        <p:nvCxnSpPr>
          <p:cNvPr id="2" name="">
            <a:extLst xmlns:a="http://schemas.openxmlformats.org/drawingml/2006/main">
              <a:ext uri="{FF2B5EF4-FFF2-40B4-BE49-F238E27FC236}">
                <a16:creationId xmlns:a16="http://schemas.microsoft.com/office/drawing/2014/main" id="{B9DDB405-4BA4-4BF4-9EB9-60784DE92C8B}"/>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27EAFA53-0ED0-4365-8BE2-AFC83D3C089B}"/>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0FD1C110-5C8F-4DF7-8CB7-7C24B8986395}"/>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26 / 49</a:t>
            </a:r>
          </a:p>
        </p:txBody>
      </p:sp>
      <p:sp>
        <p:nvSpPr>
          <p:cNvPr id="20" name="">
            <a:extLst xmlns:a="http://schemas.openxmlformats.org/drawingml/2006/main">
              <a:ext uri="{FF2B5EF4-FFF2-40B4-BE49-F238E27FC236}">
                <a16:creationId xmlns:a16="http://schemas.microsoft.com/office/drawing/2014/main" id="{88DAFBE3-BF4E-4B41-A080-25E6395A5D0A}"/>
              </a:ext>
            </a:extLst>
          </p:cNvPr>
          <p:cNvSpPr>
            <a:spLocks xmlns:a="http://schemas.openxmlformats.org/drawingml/2006/main" noGrp="1"/>
          </p:cNvSpPr>
          <p:nvPr/>
        </p:nvSpPr>
        <p:spPr>
          <a:xfrm xmlns:a="http://schemas.openxmlformats.org/drawingml/2006/main">
            <a:off x="809625" y="1524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263D4D"/>
                </a:solidFill>
                <a:latin typeface="Yu Gothic"/>
                <a:ea typeface="Yu Gothic"/>
                <a:cs typeface="Yu Gothic"/>
              </a:defRPr>
            </a:defPPr>
            <a:lvl1pPr>
              <a:buNone/>
              <a:defRPr sz="2700" b="1">
                <a:solidFill>
                  <a:srgbClr val="263D4D"/>
                </a:solidFill>
                <a:latin typeface="Yu Gothic"/>
                <a:ea typeface="Yu Gothic"/>
                <a:cs typeface="Yu Gothic"/>
              </a:defRPr>
            </a:lvl1pPr>
            <a:lvl2pPr>
              <a:buNone/>
              <a:defRPr sz="2700" b="1">
                <a:solidFill>
                  <a:srgbClr val="263D4D"/>
                </a:solidFill>
                <a:latin typeface="Yu Gothic"/>
                <a:ea typeface="Yu Gothic"/>
                <a:cs typeface="Yu Gothic"/>
              </a:defRPr>
            </a:lvl2pPr>
            <a:lvl3pPr>
              <a:buNone/>
              <a:defRPr sz="2700" b="1">
                <a:solidFill>
                  <a:srgbClr val="263D4D"/>
                </a:solidFill>
                <a:latin typeface="Yu Gothic"/>
                <a:ea typeface="Yu Gothic"/>
                <a:cs typeface="Yu Gothic"/>
              </a:defRPr>
            </a:lvl3pPr>
            <a:lvl4pPr>
              <a:buNone/>
              <a:defRPr sz="2700" b="1">
                <a:solidFill>
                  <a:srgbClr val="263D4D"/>
                </a:solidFill>
                <a:latin typeface="Yu Gothic"/>
                <a:ea typeface="Yu Gothic"/>
                <a:cs typeface="Yu Gothic"/>
              </a:defRPr>
            </a:lvl4pPr>
            <a:lvl5pPr>
              <a:buNone/>
              <a:defRPr sz="2700" b="1">
                <a:solidFill>
                  <a:srgbClr val="263D4D"/>
                </a:solidFill>
                <a:latin typeface="Yu Gothic"/>
                <a:ea typeface="Yu Gothic"/>
                <a:cs typeface="Yu Gothic"/>
              </a:defRPr>
            </a:lvl5pPr>
            <a:lvl6pPr>
              <a:buNone/>
              <a:defRPr sz="2700" b="1">
                <a:solidFill>
                  <a:srgbClr val="263D4D"/>
                </a:solidFill>
                <a:latin typeface="Yu Gothic"/>
                <a:ea typeface="Yu Gothic"/>
                <a:cs typeface="Yu Gothic"/>
              </a:defRPr>
            </a:lvl6pPr>
            <a:lvl7pPr>
              <a:buNone/>
              <a:defRPr sz="2700" b="1">
                <a:solidFill>
                  <a:srgbClr val="263D4D"/>
                </a:solidFill>
                <a:latin typeface="Yu Gothic"/>
                <a:ea typeface="Yu Gothic"/>
                <a:cs typeface="Yu Gothic"/>
              </a:defRPr>
            </a:lvl7pPr>
            <a:lvl8pPr>
              <a:buNone/>
              <a:defRPr sz="2700" b="1">
                <a:solidFill>
                  <a:srgbClr val="263D4D"/>
                </a:solidFill>
                <a:latin typeface="Yu Gothic"/>
                <a:ea typeface="Yu Gothic"/>
                <a:cs typeface="Yu Gothic"/>
              </a:defRPr>
            </a:lvl8pPr>
            <a:lvl9pPr>
              <a:buNone/>
              <a:defRPr sz="2700" b="1">
                <a:solidFill>
                  <a:srgbClr val="263D4D"/>
                </a:solidFill>
                <a:latin typeface="Yu Gothic"/>
                <a:ea typeface="Yu Gothic"/>
                <a:cs typeface="Yu Gothic"/>
              </a:defRPr>
            </a:lvl9pPr>
          </a:lstStyle>
          <a:p xmlns:a="http://schemas.openxmlformats.org/drawingml/2006/main">
            <a:pPr>
              <a:buNone/>
              <a:defRPr sz="2700" b="1">
                <a:solidFill>
                  <a:srgbClr val="263D4D"/>
                </a:solidFill>
                <a:latin typeface="Yu Gothic"/>
                <a:ea typeface="Yu Gothic"/>
                <a:cs typeface="Yu Gothic"/>
              </a:defRPr>
            </a:pPr>
            <a:r>
              <a:rPr sz="2700" b="1">
                <a:solidFill>
                  <a:srgbClr val="263D4D"/>
                </a:solidFill>
                <a:latin typeface="Yu Gothic"/>
                <a:ea typeface="Yu Gothic"/>
                <a:cs typeface="Yu Gothic"/>
              </a:rPr>
              <a:t>Mの増分 = SFDの符号付き面積</a:t>
            </a:r>
          </a:p>
        </p:txBody>
      </p:sp>
      <p:sp>
        <p:nvSpPr>
          <p:cNvPr id="21" name="">
            <a:extLst xmlns:a="http://schemas.openxmlformats.org/drawingml/2006/main">
              <a:ext uri="{FF2B5EF4-FFF2-40B4-BE49-F238E27FC236}">
                <a16:creationId xmlns:a16="http://schemas.microsoft.com/office/drawing/2014/main" id="{84B1BE6C-BA12-45EC-8EA8-A0C8A155DB6D}"/>
              </a:ext>
            </a:extLst>
          </p:cNvPr>
          <p:cNvSpPr>
            <a:spLocks xmlns:a="http://schemas.openxmlformats.org/drawingml/2006/main" noGrp="1"/>
          </p:cNvSpPr>
          <p:nvPr/>
        </p:nvSpPr>
        <p:spPr>
          <a:xfrm xmlns:a="http://schemas.openxmlformats.org/drawingml/2006/main">
            <a:off x="1619250" y="2619375"/>
            <a:ext cx="3381375" cy="857250"/>
          </a:xfrm>
          <a:prstGeom xmlns:a="http://schemas.openxmlformats.org/drawingml/2006/main" prst="rect">
            <a:avLst/>
          </a:prstGeom>
          <a:solidFill xmlns:a="http://schemas.openxmlformats.org/drawingml/2006/main">
            <a:srgbClr val="E7DFF1"/>
          </a:solidFill>
          <a:ln xmlns:a="http://schemas.openxmlformats.org/drawingml/2006/main" w="16193">
            <a:solidFill>
              <a:srgbClr val="7655A5"/>
            </a:solidFill>
          </a:ln>
        </p:spPr>
      </p:sp>
      <p:sp>
        <p:nvSpPr>
          <p:cNvPr id="22" name="">
            <a:extLst xmlns:a="http://schemas.openxmlformats.org/drawingml/2006/main">
              <a:ext uri="{FF2B5EF4-FFF2-40B4-BE49-F238E27FC236}">
                <a16:creationId xmlns:a16="http://schemas.microsoft.com/office/drawing/2014/main" id="{A2B5F25D-6B58-4ED9-B1CD-FC19E8CCC218}"/>
              </a:ext>
            </a:extLst>
          </p:cNvPr>
          <p:cNvSpPr>
            <a:spLocks xmlns:a="http://schemas.openxmlformats.org/drawingml/2006/main" noGrp="1"/>
          </p:cNvSpPr>
          <p:nvPr/>
        </p:nvSpPr>
        <p:spPr>
          <a:xfrm xmlns:a="http://schemas.openxmlformats.org/drawingml/2006/main">
            <a:off x="5000625" y="3476625"/>
            <a:ext cx="3381375" cy="857250"/>
          </a:xfrm>
          <a:prstGeom xmlns:a="http://schemas.openxmlformats.org/drawingml/2006/main" prst="rect">
            <a:avLst/>
          </a:prstGeom>
          <a:solidFill xmlns:a="http://schemas.openxmlformats.org/drawingml/2006/main">
            <a:srgbClr val="F1EAF6"/>
          </a:solidFill>
          <a:ln xmlns:a="http://schemas.openxmlformats.org/drawingml/2006/main" w="16193">
            <a:solidFill>
              <a:srgbClr val="7655A5"/>
            </a:solidFill>
          </a:ln>
        </p:spPr>
      </p:sp>
      <p:sp>
        <p:nvSpPr>
          <p:cNvPr id="23" name="">
            <a:extLst xmlns:a="http://schemas.openxmlformats.org/drawingml/2006/main">
              <a:ext uri="{FF2B5EF4-FFF2-40B4-BE49-F238E27FC236}">
                <a16:creationId xmlns:a16="http://schemas.microsoft.com/office/drawing/2014/main" id="{96B2AF5F-6623-45C6-A49A-1AD8020720F7}"/>
              </a:ext>
            </a:extLst>
          </p:cNvPr>
          <p:cNvSpPr>
            <a:spLocks xmlns:a="http://schemas.openxmlformats.org/drawingml/2006/main" noGrp="1"/>
          </p:cNvSpPr>
          <p:nvPr/>
        </p:nvSpPr>
        <p:spPr>
          <a:xfrm xmlns:a="http://schemas.openxmlformats.org/drawingml/2006/main">
            <a:off x="1619250" y="3476625"/>
            <a:ext cx="7191375" cy="9525"/>
          </a:xfrm>
          <a:custGeom xmlns:a="http://schemas.openxmlformats.org/drawingml/2006/main">
            <a:pathLst>
              <a:path w="7191375" h="9525">
                <a:moveTo>
                  <a:pt x="0" y="0"/>
                </a:moveTo>
                <a:lnTo>
                  <a:pt x="7191375" y="0"/>
                </a:lnTo>
              </a:path>
            </a:pathLst>
          </a:custGeom>
          <a:noFill xmlns:a="http://schemas.openxmlformats.org/drawingml/2006/main"/>
          <a:ln xmlns:a="http://schemas.openxmlformats.org/drawingml/2006/main" w="16193">
            <a:solidFill>
              <a:srgbClr val="71818B"/>
            </a:solidFill>
          </a:ln>
        </p:spPr>
      </p:sp>
      <p:sp>
        <p:nvSpPr>
          <p:cNvPr id="24" name="">
            <a:extLst xmlns:a="http://schemas.openxmlformats.org/drawingml/2006/main">
              <a:ext uri="{FF2B5EF4-FFF2-40B4-BE49-F238E27FC236}">
                <a16:creationId xmlns:a16="http://schemas.microsoft.com/office/drawing/2014/main" id="{99B3C6FE-54FA-4B74-963E-F10788B85CE7}"/>
              </a:ext>
            </a:extLst>
          </p:cNvPr>
          <p:cNvSpPr>
            <a:spLocks xmlns:a="http://schemas.openxmlformats.org/drawingml/2006/main" noGrp="1"/>
          </p:cNvSpPr>
          <p:nvPr/>
        </p:nvSpPr>
        <p:spPr>
          <a:xfrm xmlns:a="http://schemas.openxmlformats.org/drawingml/2006/main">
            <a:off x="8724900" y="3440621"/>
            <a:ext cx="85725" cy="72009"/>
          </a:xfrm>
          <a:custGeom xmlns:a="http://schemas.openxmlformats.org/drawingml/2006/main">
            <a:pathLst>
              <a:path w="85725" h="72009">
                <a:moveTo>
                  <a:pt x="85725" y="36004"/>
                </a:moveTo>
                <a:lnTo>
                  <a:pt x="0" y="0"/>
                </a:lnTo>
                <a:lnTo>
                  <a:pt x="0" y="72009"/>
                </a:lnTo>
                <a:close/>
              </a:path>
            </a:pathLst>
          </a:custGeom>
          <a:solidFill xmlns:a="http://schemas.openxmlformats.org/drawingml/2006/main">
            <a:srgbClr val="71818B"/>
          </a:solidFill>
          <a:ln xmlns:a="http://schemas.openxmlformats.org/drawingml/2006/main" w="4763">
            <a:solidFill>
              <a:srgbClr val="71818B"/>
            </a:solidFill>
          </a:ln>
        </p:spPr>
      </p:sp>
      <p:sp>
        <p:nvSpPr>
          <p:cNvPr id="25" name="">
            <a:extLst xmlns:a="http://schemas.openxmlformats.org/drawingml/2006/main">
              <a:ext uri="{FF2B5EF4-FFF2-40B4-BE49-F238E27FC236}">
                <a16:creationId xmlns:a16="http://schemas.microsoft.com/office/drawing/2014/main" id="{14AA7C9F-445F-41FF-8584-0AFED226CDE1}"/>
              </a:ext>
            </a:extLst>
          </p:cNvPr>
          <p:cNvSpPr>
            <a:spLocks xmlns:a="http://schemas.openxmlformats.org/drawingml/2006/main" noGrp="1"/>
          </p:cNvSpPr>
          <p:nvPr/>
        </p:nvSpPr>
        <p:spPr>
          <a:xfrm xmlns:a="http://schemas.openxmlformats.org/drawingml/2006/main">
            <a:off x="1619250" y="2381250"/>
            <a:ext cx="9525" cy="2143125"/>
          </a:xfrm>
          <a:custGeom xmlns:a="http://schemas.openxmlformats.org/drawingml/2006/main">
            <a:pathLst>
              <a:path w="9525" h="2143125">
                <a:moveTo>
                  <a:pt x="0" y="0"/>
                </a:moveTo>
                <a:lnTo>
                  <a:pt x="0" y="2143125"/>
                </a:lnTo>
              </a:path>
            </a:pathLst>
          </a:custGeom>
          <a:noFill xmlns:a="http://schemas.openxmlformats.org/drawingml/2006/main"/>
          <a:ln xmlns:a="http://schemas.openxmlformats.org/drawingml/2006/main" w="15240">
            <a:solidFill>
              <a:srgbClr val="71818B"/>
            </a:solidFill>
          </a:ln>
        </p:spPr>
      </p:sp>
      <p:sp>
        <p:nvSpPr>
          <p:cNvPr id="26" name="">
            <a:extLst xmlns:a="http://schemas.openxmlformats.org/drawingml/2006/main">
              <a:ext uri="{FF2B5EF4-FFF2-40B4-BE49-F238E27FC236}">
                <a16:creationId xmlns:a16="http://schemas.microsoft.com/office/drawing/2014/main" id="{2CE504FC-8005-44F1-B9A3-A20204F619E1}"/>
              </a:ext>
            </a:extLst>
          </p:cNvPr>
          <p:cNvSpPr>
            <a:spLocks xmlns:a="http://schemas.openxmlformats.org/drawingml/2006/main" noGrp="1"/>
          </p:cNvSpPr>
          <p:nvPr/>
        </p:nvSpPr>
        <p:spPr>
          <a:xfrm xmlns:a="http://schemas.openxmlformats.org/drawingml/2006/main">
            <a:off x="1619250" y="2619375"/>
            <a:ext cx="6762750" cy="1714500"/>
          </a:xfrm>
          <a:custGeom xmlns:a="http://schemas.openxmlformats.org/drawingml/2006/main">
            <a:pathLst>
              <a:path w="6762750" h="1714500">
                <a:moveTo>
                  <a:pt x="0" y="0"/>
                </a:moveTo>
                <a:lnTo>
                  <a:pt x="3381375" y="0"/>
                </a:lnTo>
                <a:lnTo>
                  <a:pt x="3381375" y="1714500"/>
                </a:lnTo>
                <a:lnTo>
                  <a:pt x="6762750" y="1714500"/>
                </a:lnTo>
              </a:path>
            </a:pathLst>
          </a:custGeom>
          <a:noFill xmlns:a="http://schemas.openxmlformats.org/drawingml/2006/main"/>
          <a:ln xmlns:a="http://schemas.openxmlformats.org/drawingml/2006/main" w="38100">
            <a:solidFill>
              <a:srgbClr val="7655A5"/>
            </a:solidFill>
          </a:ln>
        </p:spPr>
      </p:sp>
      <p:sp>
        <p:nvSpPr>
          <p:cNvPr id="27" name="">
            <a:extLst xmlns:a="http://schemas.openxmlformats.org/drawingml/2006/main">
              <a:ext uri="{FF2B5EF4-FFF2-40B4-BE49-F238E27FC236}">
                <a16:creationId xmlns:a16="http://schemas.microsoft.com/office/drawing/2014/main" id="{CF49954F-4B1D-443A-9850-548B2F39D973}"/>
              </a:ext>
            </a:extLst>
          </p:cNvPr>
          <p:cNvSpPr>
            <a:spLocks xmlns:a="http://schemas.openxmlformats.org/drawingml/2006/main" noGrp="1"/>
          </p:cNvSpPr>
          <p:nvPr/>
        </p:nvSpPr>
        <p:spPr>
          <a:xfrm xmlns:a="http://schemas.openxmlformats.org/drawingml/2006/main">
            <a:off x="809625" y="20955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263D4D"/>
                </a:solidFill>
                <a:latin typeface="Yu Gothic"/>
                <a:ea typeface="Yu Gothic"/>
                <a:cs typeface="Yu Gothic"/>
              </a:defRPr>
            </a:defPPr>
            <a:lvl1pPr>
              <a:buNone/>
              <a:defRPr sz="1950" b="1">
                <a:solidFill>
                  <a:srgbClr val="263D4D"/>
                </a:solidFill>
                <a:latin typeface="Yu Gothic"/>
                <a:ea typeface="Yu Gothic"/>
                <a:cs typeface="Yu Gothic"/>
              </a:defRPr>
            </a:lvl1pPr>
            <a:lvl2pPr>
              <a:buNone/>
              <a:defRPr sz="1950" b="1">
                <a:solidFill>
                  <a:srgbClr val="263D4D"/>
                </a:solidFill>
                <a:latin typeface="Yu Gothic"/>
                <a:ea typeface="Yu Gothic"/>
                <a:cs typeface="Yu Gothic"/>
              </a:defRPr>
            </a:lvl2pPr>
            <a:lvl3pPr>
              <a:buNone/>
              <a:defRPr sz="1950" b="1">
                <a:solidFill>
                  <a:srgbClr val="263D4D"/>
                </a:solidFill>
                <a:latin typeface="Yu Gothic"/>
                <a:ea typeface="Yu Gothic"/>
                <a:cs typeface="Yu Gothic"/>
              </a:defRPr>
            </a:lvl3pPr>
            <a:lvl4pPr>
              <a:buNone/>
              <a:defRPr sz="1950" b="1">
                <a:solidFill>
                  <a:srgbClr val="263D4D"/>
                </a:solidFill>
                <a:latin typeface="Yu Gothic"/>
                <a:ea typeface="Yu Gothic"/>
                <a:cs typeface="Yu Gothic"/>
              </a:defRPr>
            </a:lvl4pPr>
            <a:lvl5pPr>
              <a:buNone/>
              <a:defRPr sz="1950" b="1">
                <a:solidFill>
                  <a:srgbClr val="263D4D"/>
                </a:solidFill>
                <a:latin typeface="Yu Gothic"/>
                <a:ea typeface="Yu Gothic"/>
                <a:cs typeface="Yu Gothic"/>
              </a:defRPr>
            </a:lvl5pPr>
            <a:lvl6pPr>
              <a:buNone/>
              <a:defRPr sz="1950" b="1">
                <a:solidFill>
                  <a:srgbClr val="263D4D"/>
                </a:solidFill>
                <a:latin typeface="Yu Gothic"/>
                <a:ea typeface="Yu Gothic"/>
                <a:cs typeface="Yu Gothic"/>
              </a:defRPr>
            </a:lvl6pPr>
            <a:lvl7pPr>
              <a:buNone/>
              <a:defRPr sz="1950" b="1">
                <a:solidFill>
                  <a:srgbClr val="263D4D"/>
                </a:solidFill>
                <a:latin typeface="Yu Gothic"/>
                <a:ea typeface="Yu Gothic"/>
                <a:cs typeface="Yu Gothic"/>
              </a:defRPr>
            </a:lvl7pPr>
            <a:lvl8pPr>
              <a:buNone/>
              <a:defRPr sz="1950" b="1">
                <a:solidFill>
                  <a:srgbClr val="263D4D"/>
                </a:solidFill>
                <a:latin typeface="Yu Gothic"/>
                <a:ea typeface="Yu Gothic"/>
                <a:cs typeface="Yu Gothic"/>
              </a:defRPr>
            </a:lvl8pPr>
            <a:lvl9pPr>
              <a:buNone/>
              <a:defRPr sz="1950" b="1">
                <a:solidFill>
                  <a:srgbClr val="263D4D"/>
                </a:solidFill>
                <a:latin typeface="Yu Gothic"/>
                <a:ea typeface="Yu Gothic"/>
                <a:cs typeface="Yu Gothic"/>
              </a:defRPr>
            </a:lvl9pPr>
          </a:lstStyle>
          <a:p xmlns:a="http://schemas.openxmlformats.org/drawingml/2006/main">
            <a:pPr>
              <a:buNone/>
              <a:defRPr sz="1950" b="1">
                <a:solidFill>
                  <a:srgbClr val="263D4D"/>
                </a:solidFill>
                <a:latin typeface="Yu Gothic"/>
                <a:ea typeface="Yu Gothic"/>
                <a:cs typeface="Yu Gothic"/>
              </a:defRPr>
            </a:pPr>
            <a:r>
              <a:rPr sz="1950" b="1">
                <a:solidFill>
                  <a:srgbClr val="263D4D"/>
                </a:solidFill>
                <a:latin typeface="Yu Gothic"/>
                <a:ea typeface="Yu Gothic"/>
                <a:cs typeface="Yu Gothic"/>
              </a:rPr>
              <a:t>V / N</a:t>
            </a:r>
          </a:p>
        </p:txBody>
      </p:sp>
      <p:sp>
        <p:nvSpPr>
          <p:cNvPr id="28" name="">
            <a:extLst xmlns:a="http://schemas.openxmlformats.org/drawingml/2006/main">
              <a:ext uri="{FF2B5EF4-FFF2-40B4-BE49-F238E27FC236}">
                <a16:creationId xmlns:a16="http://schemas.microsoft.com/office/drawing/2014/main" id="{DC6EF5C8-6B16-4722-8F4B-E4EEE734048A}"/>
              </a:ext>
            </a:extLst>
          </p:cNvPr>
          <p:cNvSpPr>
            <a:spLocks xmlns:a="http://schemas.openxmlformats.org/drawingml/2006/main" noGrp="1"/>
          </p:cNvSpPr>
          <p:nvPr/>
        </p:nvSpPr>
        <p:spPr>
          <a:xfrm xmlns:a="http://schemas.openxmlformats.org/drawingml/2006/main">
            <a:off x="1952625" y="219075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7655A5"/>
                </a:solidFill>
                <a:latin typeface="Yu Gothic"/>
                <a:ea typeface="Yu Gothic"/>
                <a:cs typeface="Yu Gothic"/>
              </a:defRPr>
            </a:defPPr>
            <a:lvl1pPr>
              <a:buNone/>
              <a:defRPr sz="2025" b="1">
                <a:solidFill>
                  <a:srgbClr val="7655A5"/>
                </a:solidFill>
                <a:latin typeface="Yu Gothic"/>
                <a:ea typeface="Yu Gothic"/>
                <a:cs typeface="Yu Gothic"/>
              </a:defRPr>
            </a:lvl1pPr>
            <a:lvl2pPr>
              <a:buNone/>
              <a:defRPr sz="2025" b="1">
                <a:solidFill>
                  <a:srgbClr val="7655A5"/>
                </a:solidFill>
                <a:latin typeface="Yu Gothic"/>
                <a:ea typeface="Yu Gothic"/>
                <a:cs typeface="Yu Gothic"/>
              </a:defRPr>
            </a:lvl2pPr>
            <a:lvl3pPr>
              <a:buNone/>
              <a:defRPr sz="2025" b="1">
                <a:solidFill>
                  <a:srgbClr val="7655A5"/>
                </a:solidFill>
                <a:latin typeface="Yu Gothic"/>
                <a:ea typeface="Yu Gothic"/>
                <a:cs typeface="Yu Gothic"/>
              </a:defRPr>
            </a:lvl3pPr>
            <a:lvl4pPr>
              <a:buNone/>
              <a:defRPr sz="2025" b="1">
                <a:solidFill>
                  <a:srgbClr val="7655A5"/>
                </a:solidFill>
                <a:latin typeface="Yu Gothic"/>
                <a:ea typeface="Yu Gothic"/>
                <a:cs typeface="Yu Gothic"/>
              </a:defRPr>
            </a:lvl4pPr>
            <a:lvl5pPr>
              <a:buNone/>
              <a:defRPr sz="2025" b="1">
                <a:solidFill>
                  <a:srgbClr val="7655A5"/>
                </a:solidFill>
                <a:latin typeface="Yu Gothic"/>
                <a:ea typeface="Yu Gothic"/>
                <a:cs typeface="Yu Gothic"/>
              </a:defRPr>
            </a:lvl5pPr>
            <a:lvl6pPr>
              <a:buNone/>
              <a:defRPr sz="2025" b="1">
                <a:solidFill>
                  <a:srgbClr val="7655A5"/>
                </a:solidFill>
                <a:latin typeface="Yu Gothic"/>
                <a:ea typeface="Yu Gothic"/>
                <a:cs typeface="Yu Gothic"/>
              </a:defRPr>
            </a:lvl6pPr>
            <a:lvl7pPr>
              <a:buNone/>
              <a:defRPr sz="2025" b="1">
                <a:solidFill>
                  <a:srgbClr val="7655A5"/>
                </a:solidFill>
                <a:latin typeface="Yu Gothic"/>
                <a:ea typeface="Yu Gothic"/>
                <a:cs typeface="Yu Gothic"/>
              </a:defRPr>
            </a:lvl7pPr>
            <a:lvl8pPr>
              <a:buNone/>
              <a:defRPr sz="2025" b="1">
                <a:solidFill>
                  <a:srgbClr val="7655A5"/>
                </a:solidFill>
                <a:latin typeface="Yu Gothic"/>
                <a:ea typeface="Yu Gothic"/>
                <a:cs typeface="Yu Gothic"/>
              </a:defRPr>
            </a:lvl8pPr>
            <a:lvl9pPr>
              <a:buNone/>
              <a:defRPr sz="2025" b="1">
                <a:solidFill>
                  <a:srgbClr val="7655A5"/>
                </a:solidFill>
                <a:latin typeface="Yu Gothic"/>
                <a:ea typeface="Yu Gothic"/>
                <a:cs typeface="Yu Gothic"/>
              </a:defRPr>
            </a:lvl9pPr>
          </a:lstStyle>
          <a:p xmlns:a="http://schemas.openxmlformats.org/drawingml/2006/main">
            <a:pPr>
              <a:buNone/>
              <a:defRPr sz="2025" b="1">
                <a:solidFill>
                  <a:srgbClr val="7655A5"/>
                </a:solidFill>
                <a:latin typeface="Yu Gothic"/>
                <a:ea typeface="Yu Gothic"/>
                <a:cs typeface="Yu Gothic"/>
              </a:defRPr>
            </a:pPr>
            <a:r>
              <a:rPr sz="2025" b="1">
                <a:solidFill>
                  <a:srgbClr val="7655A5"/>
                </a:solidFill>
                <a:latin typeface="Yu Gothic"/>
                <a:ea typeface="Yu Gothic"/>
                <a:cs typeface="Yu Gothic"/>
              </a:rPr>
              <a:t>＋100</a:t>
            </a:r>
          </a:p>
        </p:txBody>
      </p:sp>
      <p:sp>
        <p:nvSpPr>
          <p:cNvPr id="29" name="">
            <a:extLst xmlns:a="http://schemas.openxmlformats.org/drawingml/2006/main">
              <a:ext uri="{FF2B5EF4-FFF2-40B4-BE49-F238E27FC236}">
                <a16:creationId xmlns:a16="http://schemas.microsoft.com/office/drawing/2014/main" id="{5E98C67F-AB2F-45BD-9ECC-AAEA7F99CD15}"/>
              </a:ext>
            </a:extLst>
          </p:cNvPr>
          <p:cNvSpPr>
            <a:spLocks xmlns:a="http://schemas.openxmlformats.org/drawingml/2006/main" noGrp="1"/>
          </p:cNvSpPr>
          <p:nvPr/>
        </p:nvSpPr>
        <p:spPr>
          <a:xfrm xmlns:a="http://schemas.openxmlformats.org/drawingml/2006/main">
            <a:off x="6715125" y="4333875"/>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7655A5"/>
                </a:solidFill>
                <a:latin typeface="Yu Gothic"/>
                <a:ea typeface="Yu Gothic"/>
                <a:cs typeface="Yu Gothic"/>
              </a:defRPr>
            </a:defPPr>
            <a:lvl1pPr>
              <a:buNone/>
              <a:defRPr sz="2025" b="1">
                <a:solidFill>
                  <a:srgbClr val="7655A5"/>
                </a:solidFill>
                <a:latin typeface="Yu Gothic"/>
                <a:ea typeface="Yu Gothic"/>
                <a:cs typeface="Yu Gothic"/>
              </a:defRPr>
            </a:lvl1pPr>
            <a:lvl2pPr>
              <a:buNone/>
              <a:defRPr sz="2025" b="1">
                <a:solidFill>
                  <a:srgbClr val="7655A5"/>
                </a:solidFill>
                <a:latin typeface="Yu Gothic"/>
                <a:ea typeface="Yu Gothic"/>
                <a:cs typeface="Yu Gothic"/>
              </a:defRPr>
            </a:lvl2pPr>
            <a:lvl3pPr>
              <a:buNone/>
              <a:defRPr sz="2025" b="1">
                <a:solidFill>
                  <a:srgbClr val="7655A5"/>
                </a:solidFill>
                <a:latin typeface="Yu Gothic"/>
                <a:ea typeface="Yu Gothic"/>
                <a:cs typeface="Yu Gothic"/>
              </a:defRPr>
            </a:lvl3pPr>
            <a:lvl4pPr>
              <a:buNone/>
              <a:defRPr sz="2025" b="1">
                <a:solidFill>
                  <a:srgbClr val="7655A5"/>
                </a:solidFill>
                <a:latin typeface="Yu Gothic"/>
                <a:ea typeface="Yu Gothic"/>
                <a:cs typeface="Yu Gothic"/>
              </a:defRPr>
            </a:lvl4pPr>
            <a:lvl5pPr>
              <a:buNone/>
              <a:defRPr sz="2025" b="1">
                <a:solidFill>
                  <a:srgbClr val="7655A5"/>
                </a:solidFill>
                <a:latin typeface="Yu Gothic"/>
                <a:ea typeface="Yu Gothic"/>
                <a:cs typeface="Yu Gothic"/>
              </a:defRPr>
            </a:lvl5pPr>
            <a:lvl6pPr>
              <a:buNone/>
              <a:defRPr sz="2025" b="1">
                <a:solidFill>
                  <a:srgbClr val="7655A5"/>
                </a:solidFill>
                <a:latin typeface="Yu Gothic"/>
                <a:ea typeface="Yu Gothic"/>
                <a:cs typeface="Yu Gothic"/>
              </a:defRPr>
            </a:lvl6pPr>
            <a:lvl7pPr>
              <a:buNone/>
              <a:defRPr sz="2025" b="1">
                <a:solidFill>
                  <a:srgbClr val="7655A5"/>
                </a:solidFill>
                <a:latin typeface="Yu Gothic"/>
                <a:ea typeface="Yu Gothic"/>
                <a:cs typeface="Yu Gothic"/>
              </a:defRPr>
            </a:lvl7pPr>
            <a:lvl8pPr>
              <a:buNone/>
              <a:defRPr sz="2025" b="1">
                <a:solidFill>
                  <a:srgbClr val="7655A5"/>
                </a:solidFill>
                <a:latin typeface="Yu Gothic"/>
                <a:ea typeface="Yu Gothic"/>
                <a:cs typeface="Yu Gothic"/>
              </a:defRPr>
            </a:lvl8pPr>
            <a:lvl9pPr>
              <a:buNone/>
              <a:defRPr sz="2025" b="1">
                <a:solidFill>
                  <a:srgbClr val="7655A5"/>
                </a:solidFill>
                <a:latin typeface="Yu Gothic"/>
                <a:ea typeface="Yu Gothic"/>
                <a:cs typeface="Yu Gothic"/>
              </a:defRPr>
            </a:lvl9pPr>
          </a:lstStyle>
          <a:p xmlns:a="http://schemas.openxmlformats.org/drawingml/2006/main">
            <a:pPr>
              <a:buNone/>
              <a:defRPr sz="2025" b="1">
                <a:solidFill>
                  <a:srgbClr val="7655A5"/>
                </a:solidFill>
                <a:latin typeface="Yu Gothic"/>
                <a:ea typeface="Yu Gothic"/>
                <a:cs typeface="Yu Gothic"/>
              </a:defRPr>
            </a:pPr>
            <a:r>
              <a:rPr sz="2025" b="1">
                <a:solidFill>
                  <a:srgbClr val="7655A5"/>
                </a:solidFill>
                <a:latin typeface="Yu Gothic"/>
                <a:ea typeface="Yu Gothic"/>
                <a:cs typeface="Yu Gothic"/>
              </a:rPr>
              <a:t>−100</a:t>
            </a:r>
          </a:p>
        </p:txBody>
      </p:sp>
      <p:sp>
        <p:nvSpPr>
          <p:cNvPr id="30" name="">
            <a:extLst xmlns:a="http://schemas.openxmlformats.org/drawingml/2006/main">
              <a:ext uri="{FF2B5EF4-FFF2-40B4-BE49-F238E27FC236}">
                <a16:creationId xmlns:a16="http://schemas.microsoft.com/office/drawing/2014/main" id="{AC146DD7-B423-4EE8-BE10-686D821A4B6F}"/>
              </a:ext>
            </a:extLst>
          </p:cNvPr>
          <p:cNvSpPr>
            <a:spLocks xmlns:a="http://schemas.openxmlformats.org/drawingml/2006/main" noGrp="1"/>
          </p:cNvSpPr>
          <p:nvPr/>
        </p:nvSpPr>
        <p:spPr>
          <a:xfrm xmlns:a="http://schemas.openxmlformats.org/drawingml/2006/main">
            <a:off x="1238250" y="3286125"/>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263D4D"/>
                </a:solidFill>
                <a:latin typeface="Yu Gothic"/>
                <a:ea typeface="Yu Gothic"/>
                <a:cs typeface="Yu Gothic"/>
              </a:defRPr>
            </a:defPPr>
            <a:lvl1pPr>
              <a:buNone/>
              <a:defRPr sz="1725" b="0">
                <a:solidFill>
                  <a:srgbClr val="263D4D"/>
                </a:solidFill>
                <a:latin typeface="Yu Gothic"/>
                <a:ea typeface="Yu Gothic"/>
                <a:cs typeface="Yu Gothic"/>
              </a:defRPr>
            </a:lvl1pPr>
            <a:lvl2pPr>
              <a:buNone/>
              <a:defRPr sz="1725" b="0">
                <a:solidFill>
                  <a:srgbClr val="263D4D"/>
                </a:solidFill>
                <a:latin typeface="Yu Gothic"/>
                <a:ea typeface="Yu Gothic"/>
                <a:cs typeface="Yu Gothic"/>
              </a:defRPr>
            </a:lvl2pPr>
            <a:lvl3pPr>
              <a:buNone/>
              <a:defRPr sz="1725" b="0">
                <a:solidFill>
                  <a:srgbClr val="263D4D"/>
                </a:solidFill>
                <a:latin typeface="Yu Gothic"/>
                <a:ea typeface="Yu Gothic"/>
                <a:cs typeface="Yu Gothic"/>
              </a:defRPr>
            </a:lvl3pPr>
            <a:lvl4pPr>
              <a:buNone/>
              <a:defRPr sz="1725" b="0">
                <a:solidFill>
                  <a:srgbClr val="263D4D"/>
                </a:solidFill>
                <a:latin typeface="Yu Gothic"/>
                <a:ea typeface="Yu Gothic"/>
                <a:cs typeface="Yu Gothic"/>
              </a:defRPr>
            </a:lvl4pPr>
            <a:lvl5pPr>
              <a:buNone/>
              <a:defRPr sz="1725" b="0">
                <a:solidFill>
                  <a:srgbClr val="263D4D"/>
                </a:solidFill>
                <a:latin typeface="Yu Gothic"/>
                <a:ea typeface="Yu Gothic"/>
                <a:cs typeface="Yu Gothic"/>
              </a:defRPr>
            </a:lvl5pPr>
            <a:lvl6pPr>
              <a:buNone/>
              <a:defRPr sz="1725" b="0">
                <a:solidFill>
                  <a:srgbClr val="263D4D"/>
                </a:solidFill>
                <a:latin typeface="Yu Gothic"/>
                <a:ea typeface="Yu Gothic"/>
                <a:cs typeface="Yu Gothic"/>
              </a:defRPr>
            </a:lvl6pPr>
            <a:lvl7pPr>
              <a:buNone/>
              <a:defRPr sz="1725" b="0">
                <a:solidFill>
                  <a:srgbClr val="263D4D"/>
                </a:solidFill>
                <a:latin typeface="Yu Gothic"/>
                <a:ea typeface="Yu Gothic"/>
                <a:cs typeface="Yu Gothic"/>
              </a:defRPr>
            </a:lvl7pPr>
            <a:lvl8pPr>
              <a:buNone/>
              <a:defRPr sz="1725" b="0">
                <a:solidFill>
                  <a:srgbClr val="263D4D"/>
                </a:solidFill>
                <a:latin typeface="Yu Gothic"/>
                <a:ea typeface="Yu Gothic"/>
                <a:cs typeface="Yu Gothic"/>
              </a:defRPr>
            </a:lvl8pPr>
            <a:lvl9pPr>
              <a:buNone/>
              <a:defRPr sz="1725" b="0">
                <a:solidFill>
                  <a:srgbClr val="263D4D"/>
                </a:solidFill>
                <a:latin typeface="Yu Gothic"/>
                <a:ea typeface="Yu Gothic"/>
                <a:cs typeface="Yu Gothic"/>
              </a:defRPr>
            </a:lvl9pPr>
          </a:lstStyle>
          <a:p xmlns:a="http://schemas.openxmlformats.org/drawingml/2006/main">
            <a:pPr>
              <a:buNone/>
              <a:defRPr sz="1725" b="0">
                <a:solidFill>
                  <a:srgbClr val="263D4D"/>
                </a:solidFill>
                <a:latin typeface="Yu Gothic"/>
                <a:ea typeface="Yu Gothic"/>
                <a:cs typeface="Yu Gothic"/>
              </a:defRPr>
            </a:pPr>
            <a:r>
              <a:rPr sz="1725" b="0">
                <a:solidFill>
                  <a:srgbClr val="263D4D"/>
                </a:solidFill>
                <a:latin typeface="Yu Gothic"/>
                <a:ea typeface="Yu Gothic"/>
                <a:cs typeface="Yu Gothic"/>
              </a:rPr>
              <a:t>0</a:t>
            </a:r>
          </a:p>
        </p:txBody>
      </p:sp>
      <p:sp>
        <p:nvSpPr>
          <p:cNvPr id="31" name="">
            <a:extLst xmlns:a="http://schemas.openxmlformats.org/drawingml/2006/main">
              <a:ext uri="{FF2B5EF4-FFF2-40B4-BE49-F238E27FC236}">
                <a16:creationId xmlns:a16="http://schemas.microsoft.com/office/drawing/2014/main" id="{C28CA301-4116-4D05-980E-53F5C33A04EC}"/>
              </a:ext>
            </a:extLst>
          </p:cNvPr>
          <p:cNvSpPr>
            <a:spLocks xmlns:a="http://schemas.openxmlformats.org/drawingml/2006/main" noGrp="1"/>
          </p:cNvSpPr>
          <p:nvPr/>
        </p:nvSpPr>
        <p:spPr>
          <a:xfrm xmlns:a="http://schemas.openxmlformats.org/drawingml/2006/main">
            <a:off x="4667250" y="4572000"/>
            <a:ext cx="114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263D4D"/>
                </a:solidFill>
                <a:latin typeface="Yu Gothic"/>
                <a:ea typeface="Yu Gothic"/>
                <a:cs typeface="Yu Gothic"/>
              </a:defRPr>
            </a:defPPr>
            <a:lvl1pPr>
              <a:buNone/>
              <a:defRPr sz="1725" b="0">
                <a:solidFill>
                  <a:srgbClr val="263D4D"/>
                </a:solidFill>
                <a:latin typeface="Yu Gothic"/>
                <a:ea typeface="Yu Gothic"/>
                <a:cs typeface="Yu Gothic"/>
              </a:defRPr>
            </a:lvl1pPr>
            <a:lvl2pPr>
              <a:buNone/>
              <a:defRPr sz="1725" b="0">
                <a:solidFill>
                  <a:srgbClr val="263D4D"/>
                </a:solidFill>
                <a:latin typeface="Yu Gothic"/>
                <a:ea typeface="Yu Gothic"/>
                <a:cs typeface="Yu Gothic"/>
              </a:defRPr>
            </a:lvl2pPr>
            <a:lvl3pPr>
              <a:buNone/>
              <a:defRPr sz="1725" b="0">
                <a:solidFill>
                  <a:srgbClr val="263D4D"/>
                </a:solidFill>
                <a:latin typeface="Yu Gothic"/>
                <a:ea typeface="Yu Gothic"/>
                <a:cs typeface="Yu Gothic"/>
              </a:defRPr>
            </a:lvl3pPr>
            <a:lvl4pPr>
              <a:buNone/>
              <a:defRPr sz="1725" b="0">
                <a:solidFill>
                  <a:srgbClr val="263D4D"/>
                </a:solidFill>
                <a:latin typeface="Yu Gothic"/>
                <a:ea typeface="Yu Gothic"/>
                <a:cs typeface="Yu Gothic"/>
              </a:defRPr>
            </a:lvl4pPr>
            <a:lvl5pPr>
              <a:buNone/>
              <a:defRPr sz="1725" b="0">
                <a:solidFill>
                  <a:srgbClr val="263D4D"/>
                </a:solidFill>
                <a:latin typeface="Yu Gothic"/>
                <a:ea typeface="Yu Gothic"/>
                <a:cs typeface="Yu Gothic"/>
              </a:defRPr>
            </a:lvl5pPr>
            <a:lvl6pPr>
              <a:buNone/>
              <a:defRPr sz="1725" b="0">
                <a:solidFill>
                  <a:srgbClr val="263D4D"/>
                </a:solidFill>
                <a:latin typeface="Yu Gothic"/>
                <a:ea typeface="Yu Gothic"/>
                <a:cs typeface="Yu Gothic"/>
              </a:defRPr>
            </a:lvl6pPr>
            <a:lvl7pPr>
              <a:buNone/>
              <a:defRPr sz="1725" b="0">
                <a:solidFill>
                  <a:srgbClr val="263D4D"/>
                </a:solidFill>
                <a:latin typeface="Yu Gothic"/>
                <a:ea typeface="Yu Gothic"/>
                <a:cs typeface="Yu Gothic"/>
              </a:defRPr>
            </a:lvl7pPr>
            <a:lvl8pPr>
              <a:buNone/>
              <a:defRPr sz="1725" b="0">
                <a:solidFill>
                  <a:srgbClr val="263D4D"/>
                </a:solidFill>
                <a:latin typeface="Yu Gothic"/>
                <a:ea typeface="Yu Gothic"/>
                <a:cs typeface="Yu Gothic"/>
              </a:defRPr>
            </a:lvl8pPr>
            <a:lvl9pPr>
              <a:buNone/>
              <a:defRPr sz="1725" b="0">
                <a:solidFill>
                  <a:srgbClr val="263D4D"/>
                </a:solidFill>
                <a:latin typeface="Yu Gothic"/>
                <a:ea typeface="Yu Gothic"/>
                <a:cs typeface="Yu Gothic"/>
              </a:defRPr>
            </a:lvl9pPr>
          </a:lstStyle>
          <a:p xmlns:a="http://schemas.openxmlformats.org/drawingml/2006/main">
            <a:pPr>
              <a:buNone/>
              <a:defRPr sz="1725" b="0">
                <a:solidFill>
                  <a:srgbClr val="263D4D"/>
                </a:solidFill>
                <a:latin typeface="Yu Gothic"/>
                <a:ea typeface="Yu Gothic"/>
                <a:cs typeface="Yu Gothic"/>
              </a:defRPr>
            </a:pPr>
            <a:r>
              <a:rPr sz="1725" b="0">
                <a:solidFill>
                  <a:srgbClr val="263D4D"/>
                </a:solidFill>
                <a:latin typeface="Yu Gothic"/>
                <a:ea typeface="Yu Gothic"/>
                <a:cs typeface="Yu Gothic"/>
              </a:rPr>
              <a:t>0.60</a:t>
            </a:r>
          </a:p>
        </p:txBody>
      </p:sp>
      <p:sp>
        <p:nvSpPr>
          <p:cNvPr id="32" name="">
            <a:extLst xmlns:a="http://schemas.openxmlformats.org/drawingml/2006/main">
              <a:ext uri="{FF2B5EF4-FFF2-40B4-BE49-F238E27FC236}">
                <a16:creationId xmlns:a16="http://schemas.microsoft.com/office/drawing/2014/main" id="{26E95F4C-9DD9-4DD2-A7FC-0DF2A70E8EB3}"/>
              </a:ext>
            </a:extLst>
          </p:cNvPr>
          <p:cNvSpPr>
            <a:spLocks xmlns:a="http://schemas.openxmlformats.org/drawingml/2006/main" noGrp="1"/>
          </p:cNvSpPr>
          <p:nvPr/>
        </p:nvSpPr>
        <p:spPr>
          <a:xfrm xmlns:a="http://schemas.openxmlformats.org/drawingml/2006/main">
            <a:off x="8096250" y="4572000"/>
            <a:ext cx="114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263D4D"/>
                </a:solidFill>
                <a:latin typeface="Yu Gothic"/>
                <a:ea typeface="Yu Gothic"/>
                <a:cs typeface="Yu Gothic"/>
              </a:defRPr>
            </a:defPPr>
            <a:lvl1pPr>
              <a:buNone/>
              <a:defRPr sz="1725" b="0">
                <a:solidFill>
                  <a:srgbClr val="263D4D"/>
                </a:solidFill>
                <a:latin typeface="Yu Gothic"/>
                <a:ea typeface="Yu Gothic"/>
                <a:cs typeface="Yu Gothic"/>
              </a:defRPr>
            </a:lvl1pPr>
            <a:lvl2pPr>
              <a:buNone/>
              <a:defRPr sz="1725" b="0">
                <a:solidFill>
                  <a:srgbClr val="263D4D"/>
                </a:solidFill>
                <a:latin typeface="Yu Gothic"/>
                <a:ea typeface="Yu Gothic"/>
                <a:cs typeface="Yu Gothic"/>
              </a:defRPr>
            </a:lvl2pPr>
            <a:lvl3pPr>
              <a:buNone/>
              <a:defRPr sz="1725" b="0">
                <a:solidFill>
                  <a:srgbClr val="263D4D"/>
                </a:solidFill>
                <a:latin typeface="Yu Gothic"/>
                <a:ea typeface="Yu Gothic"/>
                <a:cs typeface="Yu Gothic"/>
              </a:defRPr>
            </a:lvl3pPr>
            <a:lvl4pPr>
              <a:buNone/>
              <a:defRPr sz="1725" b="0">
                <a:solidFill>
                  <a:srgbClr val="263D4D"/>
                </a:solidFill>
                <a:latin typeface="Yu Gothic"/>
                <a:ea typeface="Yu Gothic"/>
                <a:cs typeface="Yu Gothic"/>
              </a:defRPr>
            </a:lvl4pPr>
            <a:lvl5pPr>
              <a:buNone/>
              <a:defRPr sz="1725" b="0">
                <a:solidFill>
                  <a:srgbClr val="263D4D"/>
                </a:solidFill>
                <a:latin typeface="Yu Gothic"/>
                <a:ea typeface="Yu Gothic"/>
                <a:cs typeface="Yu Gothic"/>
              </a:defRPr>
            </a:lvl5pPr>
            <a:lvl6pPr>
              <a:buNone/>
              <a:defRPr sz="1725" b="0">
                <a:solidFill>
                  <a:srgbClr val="263D4D"/>
                </a:solidFill>
                <a:latin typeface="Yu Gothic"/>
                <a:ea typeface="Yu Gothic"/>
                <a:cs typeface="Yu Gothic"/>
              </a:defRPr>
            </a:lvl6pPr>
            <a:lvl7pPr>
              <a:buNone/>
              <a:defRPr sz="1725" b="0">
                <a:solidFill>
                  <a:srgbClr val="263D4D"/>
                </a:solidFill>
                <a:latin typeface="Yu Gothic"/>
                <a:ea typeface="Yu Gothic"/>
                <a:cs typeface="Yu Gothic"/>
              </a:defRPr>
            </a:lvl7pPr>
            <a:lvl8pPr>
              <a:buNone/>
              <a:defRPr sz="1725" b="0">
                <a:solidFill>
                  <a:srgbClr val="263D4D"/>
                </a:solidFill>
                <a:latin typeface="Yu Gothic"/>
                <a:ea typeface="Yu Gothic"/>
                <a:cs typeface="Yu Gothic"/>
              </a:defRPr>
            </a:lvl8pPr>
            <a:lvl9pPr>
              <a:buNone/>
              <a:defRPr sz="1725" b="0">
                <a:solidFill>
                  <a:srgbClr val="263D4D"/>
                </a:solidFill>
                <a:latin typeface="Yu Gothic"/>
                <a:ea typeface="Yu Gothic"/>
                <a:cs typeface="Yu Gothic"/>
              </a:defRPr>
            </a:lvl9pPr>
          </a:lstStyle>
          <a:p xmlns:a="http://schemas.openxmlformats.org/drawingml/2006/main">
            <a:pPr>
              <a:buNone/>
              <a:defRPr sz="1725" b="0">
                <a:solidFill>
                  <a:srgbClr val="263D4D"/>
                </a:solidFill>
                <a:latin typeface="Yu Gothic"/>
                <a:ea typeface="Yu Gothic"/>
                <a:cs typeface="Yu Gothic"/>
              </a:defRPr>
            </a:pPr>
            <a:r>
              <a:rPr sz="1725" b="0">
                <a:solidFill>
                  <a:srgbClr val="263D4D"/>
                </a:solidFill>
                <a:latin typeface="Yu Gothic"/>
                <a:ea typeface="Yu Gothic"/>
                <a:cs typeface="Yu Gothic"/>
              </a:rPr>
              <a:t>1.20</a:t>
            </a:r>
          </a:p>
        </p:txBody>
      </p:sp>
      <p:sp>
        <p:nvSpPr>
          <p:cNvPr id="33" name="">
            <a:extLst xmlns:a="http://schemas.openxmlformats.org/drawingml/2006/main">
              <a:ext uri="{FF2B5EF4-FFF2-40B4-BE49-F238E27FC236}">
                <a16:creationId xmlns:a16="http://schemas.microsoft.com/office/drawing/2014/main" id="{FA520F56-1CC2-4AF4-9653-97466A381499}"/>
              </a:ext>
            </a:extLst>
          </p:cNvPr>
          <p:cNvSpPr>
            <a:spLocks xmlns:a="http://schemas.openxmlformats.org/drawingml/2006/main" noGrp="1"/>
          </p:cNvSpPr>
          <p:nvPr/>
        </p:nvSpPr>
        <p:spPr>
          <a:xfrm xmlns:a="http://schemas.openxmlformats.org/drawingml/2006/main">
            <a:off x="9144000" y="3333750"/>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x / m</a:t>
            </a:r>
          </a:p>
        </p:txBody>
      </p:sp>
      <p:sp>
        <p:nvSpPr>
          <p:cNvPr id="34" name="">
            <a:extLst xmlns:a="http://schemas.openxmlformats.org/drawingml/2006/main">
              <a:ext uri="{FF2B5EF4-FFF2-40B4-BE49-F238E27FC236}">
                <a16:creationId xmlns:a16="http://schemas.microsoft.com/office/drawing/2014/main" id="{1991DA4C-B0C5-4BCA-AC3F-72957DE6F921}"/>
              </a:ext>
            </a:extLst>
          </p:cNvPr>
          <p:cNvSpPr>
            <a:spLocks xmlns:a="http://schemas.openxmlformats.org/drawingml/2006/main" noGrp="1"/>
          </p:cNvSpPr>
          <p:nvPr/>
        </p:nvSpPr>
        <p:spPr>
          <a:xfrm xmlns:a="http://schemas.openxmlformats.org/drawingml/2006/main">
            <a:off x="1952625" y="28098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7655A5"/>
                </a:solidFill>
                <a:latin typeface="Yu Gothic"/>
                <a:ea typeface="Yu Gothic"/>
                <a:cs typeface="Yu Gothic"/>
              </a:defRPr>
            </a:defPPr>
            <a:lvl1pPr>
              <a:buNone/>
              <a:defRPr sz="2025" b="1">
                <a:solidFill>
                  <a:srgbClr val="7655A5"/>
                </a:solidFill>
                <a:latin typeface="Yu Gothic"/>
                <a:ea typeface="Yu Gothic"/>
                <a:cs typeface="Yu Gothic"/>
              </a:defRPr>
            </a:lvl1pPr>
            <a:lvl2pPr>
              <a:buNone/>
              <a:defRPr sz="2025" b="1">
                <a:solidFill>
                  <a:srgbClr val="7655A5"/>
                </a:solidFill>
                <a:latin typeface="Yu Gothic"/>
                <a:ea typeface="Yu Gothic"/>
                <a:cs typeface="Yu Gothic"/>
              </a:defRPr>
            </a:lvl2pPr>
            <a:lvl3pPr>
              <a:buNone/>
              <a:defRPr sz="2025" b="1">
                <a:solidFill>
                  <a:srgbClr val="7655A5"/>
                </a:solidFill>
                <a:latin typeface="Yu Gothic"/>
                <a:ea typeface="Yu Gothic"/>
                <a:cs typeface="Yu Gothic"/>
              </a:defRPr>
            </a:lvl3pPr>
            <a:lvl4pPr>
              <a:buNone/>
              <a:defRPr sz="2025" b="1">
                <a:solidFill>
                  <a:srgbClr val="7655A5"/>
                </a:solidFill>
                <a:latin typeface="Yu Gothic"/>
                <a:ea typeface="Yu Gothic"/>
                <a:cs typeface="Yu Gothic"/>
              </a:defRPr>
            </a:lvl4pPr>
            <a:lvl5pPr>
              <a:buNone/>
              <a:defRPr sz="2025" b="1">
                <a:solidFill>
                  <a:srgbClr val="7655A5"/>
                </a:solidFill>
                <a:latin typeface="Yu Gothic"/>
                <a:ea typeface="Yu Gothic"/>
                <a:cs typeface="Yu Gothic"/>
              </a:defRPr>
            </a:lvl5pPr>
            <a:lvl6pPr>
              <a:buNone/>
              <a:defRPr sz="2025" b="1">
                <a:solidFill>
                  <a:srgbClr val="7655A5"/>
                </a:solidFill>
                <a:latin typeface="Yu Gothic"/>
                <a:ea typeface="Yu Gothic"/>
                <a:cs typeface="Yu Gothic"/>
              </a:defRPr>
            </a:lvl6pPr>
            <a:lvl7pPr>
              <a:buNone/>
              <a:defRPr sz="2025" b="1">
                <a:solidFill>
                  <a:srgbClr val="7655A5"/>
                </a:solidFill>
                <a:latin typeface="Yu Gothic"/>
                <a:ea typeface="Yu Gothic"/>
                <a:cs typeface="Yu Gothic"/>
              </a:defRPr>
            </a:lvl7pPr>
            <a:lvl8pPr>
              <a:buNone/>
              <a:defRPr sz="2025" b="1">
                <a:solidFill>
                  <a:srgbClr val="7655A5"/>
                </a:solidFill>
                <a:latin typeface="Yu Gothic"/>
                <a:ea typeface="Yu Gothic"/>
                <a:cs typeface="Yu Gothic"/>
              </a:defRPr>
            </a:lvl8pPr>
            <a:lvl9pPr>
              <a:buNone/>
              <a:defRPr sz="2025" b="1">
                <a:solidFill>
                  <a:srgbClr val="7655A5"/>
                </a:solidFill>
                <a:latin typeface="Yu Gothic"/>
                <a:ea typeface="Yu Gothic"/>
                <a:cs typeface="Yu Gothic"/>
              </a:defRPr>
            </a:lvl9pPr>
          </a:lstStyle>
          <a:p xmlns:a="http://schemas.openxmlformats.org/drawingml/2006/main">
            <a:pPr>
              <a:buNone/>
              <a:defRPr sz="2025" b="1">
                <a:solidFill>
                  <a:srgbClr val="7655A5"/>
                </a:solidFill>
                <a:latin typeface="Yu Gothic"/>
                <a:ea typeface="Yu Gothic"/>
                <a:cs typeface="Yu Gothic"/>
              </a:defRPr>
            </a:pPr>
            <a:r>
              <a:rPr sz="2025" b="1">
                <a:solidFill>
                  <a:srgbClr val="7655A5"/>
                </a:solidFill>
                <a:latin typeface="Yu Gothic"/>
                <a:ea typeface="Yu Gothic"/>
                <a:cs typeface="Yu Gothic"/>
              </a:rPr>
              <a:t>＋100 × 0.60</a:t>
            </a:r>
          </a:p>
        </p:txBody>
      </p:sp>
      <p:sp>
        <p:nvSpPr>
          <p:cNvPr id="35" name="">
            <a:extLst xmlns:a="http://schemas.openxmlformats.org/drawingml/2006/main">
              <a:ext uri="{FF2B5EF4-FFF2-40B4-BE49-F238E27FC236}">
                <a16:creationId xmlns:a16="http://schemas.microsoft.com/office/drawing/2014/main" id="{CA91AEB9-D2D0-48C4-9C4B-F801C38DDC42}"/>
              </a:ext>
            </a:extLst>
          </p:cNvPr>
          <p:cNvSpPr>
            <a:spLocks xmlns:a="http://schemas.openxmlformats.org/drawingml/2006/main" noGrp="1"/>
          </p:cNvSpPr>
          <p:nvPr/>
        </p:nvSpPr>
        <p:spPr>
          <a:xfrm xmlns:a="http://schemas.openxmlformats.org/drawingml/2006/main">
            <a:off x="5429250" y="37623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7655A5"/>
                </a:solidFill>
                <a:latin typeface="Yu Gothic"/>
                <a:ea typeface="Yu Gothic"/>
                <a:cs typeface="Yu Gothic"/>
              </a:defRPr>
            </a:defPPr>
            <a:lvl1pPr>
              <a:buNone/>
              <a:defRPr sz="2025" b="1">
                <a:solidFill>
                  <a:srgbClr val="7655A5"/>
                </a:solidFill>
                <a:latin typeface="Yu Gothic"/>
                <a:ea typeface="Yu Gothic"/>
                <a:cs typeface="Yu Gothic"/>
              </a:defRPr>
            </a:lvl1pPr>
            <a:lvl2pPr>
              <a:buNone/>
              <a:defRPr sz="2025" b="1">
                <a:solidFill>
                  <a:srgbClr val="7655A5"/>
                </a:solidFill>
                <a:latin typeface="Yu Gothic"/>
                <a:ea typeface="Yu Gothic"/>
                <a:cs typeface="Yu Gothic"/>
              </a:defRPr>
            </a:lvl2pPr>
            <a:lvl3pPr>
              <a:buNone/>
              <a:defRPr sz="2025" b="1">
                <a:solidFill>
                  <a:srgbClr val="7655A5"/>
                </a:solidFill>
                <a:latin typeface="Yu Gothic"/>
                <a:ea typeface="Yu Gothic"/>
                <a:cs typeface="Yu Gothic"/>
              </a:defRPr>
            </a:lvl3pPr>
            <a:lvl4pPr>
              <a:buNone/>
              <a:defRPr sz="2025" b="1">
                <a:solidFill>
                  <a:srgbClr val="7655A5"/>
                </a:solidFill>
                <a:latin typeface="Yu Gothic"/>
                <a:ea typeface="Yu Gothic"/>
                <a:cs typeface="Yu Gothic"/>
              </a:defRPr>
            </a:lvl4pPr>
            <a:lvl5pPr>
              <a:buNone/>
              <a:defRPr sz="2025" b="1">
                <a:solidFill>
                  <a:srgbClr val="7655A5"/>
                </a:solidFill>
                <a:latin typeface="Yu Gothic"/>
                <a:ea typeface="Yu Gothic"/>
                <a:cs typeface="Yu Gothic"/>
              </a:defRPr>
            </a:lvl5pPr>
            <a:lvl6pPr>
              <a:buNone/>
              <a:defRPr sz="2025" b="1">
                <a:solidFill>
                  <a:srgbClr val="7655A5"/>
                </a:solidFill>
                <a:latin typeface="Yu Gothic"/>
                <a:ea typeface="Yu Gothic"/>
                <a:cs typeface="Yu Gothic"/>
              </a:defRPr>
            </a:lvl6pPr>
            <a:lvl7pPr>
              <a:buNone/>
              <a:defRPr sz="2025" b="1">
                <a:solidFill>
                  <a:srgbClr val="7655A5"/>
                </a:solidFill>
                <a:latin typeface="Yu Gothic"/>
                <a:ea typeface="Yu Gothic"/>
                <a:cs typeface="Yu Gothic"/>
              </a:defRPr>
            </a:lvl7pPr>
            <a:lvl8pPr>
              <a:buNone/>
              <a:defRPr sz="2025" b="1">
                <a:solidFill>
                  <a:srgbClr val="7655A5"/>
                </a:solidFill>
                <a:latin typeface="Yu Gothic"/>
                <a:ea typeface="Yu Gothic"/>
                <a:cs typeface="Yu Gothic"/>
              </a:defRPr>
            </a:lvl8pPr>
            <a:lvl9pPr>
              <a:buNone/>
              <a:defRPr sz="2025" b="1">
                <a:solidFill>
                  <a:srgbClr val="7655A5"/>
                </a:solidFill>
                <a:latin typeface="Yu Gothic"/>
                <a:ea typeface="Yu Gothic"/>
                <a:cs typeface="Yu Gothic"/>
              </a:defRPr>
            </a:lvl9pPr>
          </a:lstStyle>
          <a:p xmlns:a="http://schemas.openxmlformats.org/drawingml/2006/main">
            <a:pPr>
              <a:buNone/>
              <a:defRPr sz="2025" b="1">
                <a:solidFill>
                  <a:srgbClr val="7655A5"/>
                </a:solidFill>
                <a:latin typeface="Yu Gothic"/>
                <a:ea typeface="Yu Gothic"/>
                <a:cs typeface="Yu Gothic"/>
              </a:defRPr>
            </a:pPr>
            <a:r>
              <a:rPr sz="2025" b="1">
                <a:solidFill>
                  <a:srgbClr val="7655A5"/>
                </a:solidFill>
                <a:latin typeface="Yu Gothic"/>
                <a:ea typeface="Yu Gothic"/>
                <a:cs typeface="Yu Gothic"/>
              </a:rPr>
              <a:t>−100 × 0.60</a:t>
            </a:r>
          </a:p>
        </p:txBody>
      </p:sp>
      <p:sp>
        <p:nvSpPr>
          <p:cNvPr id="36" name="">
            <a:extLst xmlns:a="http://schemas.openxmlformats.org/drawingml/2006/main">
              <a:ext uri="{FF2B5EF4-FFF2-40B4-BE49-F238E27FC236}">
                <a16:creationId xmlns:a16="http://schemas.microsoft.com/office/drawing/2014/main" id="{167F52C0-4F6A-4A0F-BDCE-E865D9EA1148}"/>
              </a:ext>
            </a:extLst>
          </p:cNvPr>
          <p:cNvSpPr>
            <a:spLocks xmlns:a="http://schemas.openxmlformats.org/drawingml/2006/main" noGrp="1"/>
          </p:cNvSpPr>
          <p:nvPr/>
        </p:nvSpPr>
        <p:spPr>
          <a:xfrm xmlns:a="http://schemas.openxmlformats.org/drawingml/2006/main">
            <a:off x="1333500" y="495300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876A8"/>
                </a:solidFill>
                <a:latin typeface="Yu Gothic"/>
                <a:ea typeface="Yu Gothic"/>
                <a:cs typeface="Yu Gothic"/>
              </a:defRPr>
            </a:defPPr>
            <a:lvl1pPr>
              <a:buNone/>
              <a:defRPr sz="2250" b="1">
                <a:solidFill>
                  <a:srgbClr val="2876A8"/>
                </a:solidFill>
                <a:latin typeface="Yu Gothic"/>
                <a:ea typeface="Yu Gothic"/>
                <a:cs typeface="Yu Gothic"/>
              </a:defRPr>
            </a:lvl1pPr>
            <a:lvl2pPr>
              <a:buNone/>
              <a:defRPr sz="2250" b="1">
                <a:solidFill>
                  <a:srgbClr val="2876A8"/>
                </a:solidFill>
                <a:latin typeface="Yu Gothic"/>
                <a:ea typeface="Yu Gothic"/>
                <a:cs typeface="Yu Gothic"/>
              </a:defRPr>
            </a:lvl2pPr>
            <a:lvl3pPr>
              <a:buNone/>
              <a:defRPr sz="2250" b="1">
                <a:solidFill>
                  <a:srgbClr val="2876A8"/>
                </a:solidFill>
                <a:latin typeface="Yu Gothic"/>
                <a:ea typeface="Yu Gothic"/>
                <a:cs typeface="Yu Gothic"/>
              </a:defRPr>
            </a:lvl3pPr>
            <a:lvl4pPr>
              <a:buNone/>
              <a:defRPr sz="2250" b="1">
                <a:solidFill>
                  <a:srgbClr val="2876A8"/>
                </a:solidFill>
                <a:latin typeface="Yu Gothic"/>
                <a:ea typeface="Yu Gothic"/>
                <a:cs typeface="Yu Gothic"/>
              </a:defRPr>
            </a:lvl4pPr>
            <a:lvl5pPr>
              <a:buNone/>
              <a:defRPr sz="2250" b="1">
                <a:solidFill>
                  <a:srgbClr val="2876A8"/>
                </a:solidFill>
                <a:latin typeface="Yu Gothic"/>
                <a:ea typeface="Yu Gothic"/>
                <a:cs typeface="Yu Gothic"/>
              </a:defRPr>
            </a:lvl5pPr>
            <a:lvl6pPr>
              <a:buNone/>
              <a:defRPr sz="2250" b="1">
                <a:solidFill>
                  <a:srgbClr val="2876A8"/>
                </a:solidFill>
                <a:latin typeface="Yu Gothic"/>
                <a:ea typeface="Yu Gothic"/>
                <a:cs typeface="Yu Gothic"/>
              </a:defRPr>
            </a:lvl6pPr>
            <a:lvl7pPr>
              <a:buNone/>
              <a:defRPr sz="2250" b="1">
                <a:solidFill>
                  <a:srgbClr val="2876A8"/>
                </a:solidFill>
                <a:latin typeface="Yu Gothic"/>
                <a:ea typeface="Yu Gothic"/>
                <a:cs typeface="Yu Gothic"/>
              </a:defRPr>
            </a:lvl7pPr>
            <a:lvl8pPr>
              <a:buNone/>
              <a:defRPr sz="2250" b="1">
                <a:solidFill>
                  <a:srgbClr val="2876A8"/>
                </a:solidFill>
                <a:latin typeface="Yu Gothic"/>
                <a:ea typeface="Yu Gothic"/>
                <a:cs typeface="Yu Gothic"/>
              </a:defRPr>
            </a:lvl8pPr>
            <a:lvl9pPr>
              <a:buNone/>
              <a:defRPr sz="2250" b="1">
                <a:solidFill>
                  <a:srgbClr val="2876A8"/>
                </a:solidFill>
                <a:latin typeface="Yu Gothic"/>
                <a:ea typeface="Yu Gothic"/>
                <a:cs typeface="Yu Gothic"/>
              </a:defRPr>
            </a:lvl9pPr>
          </a:lstStyle>
          <a:p xmlns:a="http://schemas.openxmlformats.org/drawingml/2006/main">
            <a:pPr>
              <a:buNone/>
              <a:defRPr sz="2250" b="1">
                <a:solidFill>
                  <a:srgbClr val="2876A8"/>
                </a:solidFill>
                <a:latin typeface="Yu Gothic"/>
                <a:ea typeface="Yu Gothic"/>
                <a:cs typeface="Yu Gothic"/>
              </a:defRPr>
            </a:pPr>
            <a:r>
              <a:rPr sz="2250" b="1">
                <a:solidFill>
                  <a:srgbClr val="2876A8"/>
                </a:solidFill>
                <a:latin typeface="Yu Gothic"/>
                <a:ea typeface="Yu Gothic"/>
                <a:cs typeface="Yu Gothic"/>
              </a:rPr>
              <a:t>M：0</a:t>
            </a:r>
          </a:p>
        </p:txBody>
      </p:sp>
      <p:sp>
        <p:nvSpPr>
          <p:cNvPr id="37" name="">
            <a:extLst xmlns:a="http://schemas.openxmlformats.org/drawingml/2006/main">
              <a:ext uri="{FF2B5EF4-FFF2-40B4-BE49-F238E27FC236}">
                <a16:creationId xmlns:a16="http://schemas.microsoft.com/office/drawing/2014/main" id="{207BD254-A36C-4B45-B8FE-E5EBEF67B290}"/>
              </a:ext>
            </a:extLst>
          </p:cNvPr>
          <p:cNvSpPr>
            <a:spLocks xmlns:a="http://schemas.openxmlformats.org/drawingml/2006/main" noGrp="1"/>
          </p:cNvSpPr>
          <p:nvPr/>
        </p:nvSpPr>
        <p:spPr>
          <a:xfrm xmlns:a="http://schemas.openxmlformats.org/drawingml/2006/main">
            <a:off x="2952750" y="5191125"/>
            <a:ext cx="1285875" cy="9525"/>
          </a:xfrm>
          <a:custGeom xmlns:a="http://schemas.openxmlformats.org/drawingml/2006/main">
            <a:pathLst>
              <a:path w="1285875" h="9525">
                <a:moveTo>
                  <a:pt x="0" y="0"/>
                </a:moveTo>
                <a:lnTo>
                  <a:pt x="1285875" y="0"/>
                </a:lnTo>
              </a:path>
            </a:pathLst>
          </a:custGeom>
          <a:noFill xmlns:a="http://schemas.openxmlformats.org/drawingml/2006/main"/>
          <a:ln xmlns:a="http://schemas.openxmlformats.org/drawingml/2006/main" w="28575">
            <a:solidFill>
              <a:srgbClr val="2876A8"/>
            </a:solidFill>
          </a:ln>
        </p:spPr>
      </p:sp>
      <p:sp>
        <p:nvSpPr>
          <p:cNvPr id="38" name="">
            <a:extLst xmlns:a="http://schemas.openxmlformats.org/drawingml/2006/main">
              <a:ext uri="{FF2B5EF4-FFF2-40B4-BE49-F238E27FC236}">
                <a16:creationId xmlns:a16="http://schemas.microsoft.com/office/drawing/2014/main" id="{2F999262-D720-4A88-9539-4484C07740E5}"/>
              </a:ext>
            </a:extLst>
          </p:cNvPr>
          <p:cNvSpPr>
            <a:spLocks xmlns:a="http://schemas.openxmlformats.org/drawingml/2006/main" noGrp="1"/>
          </p:cNvSpPr>
          <p:nvPr/>
        </p:nvSpPr>
        <p:spPr>
          <a:xfrm xmlns:a="http://schemas.openxmlformats.org/drawingml/2006/main">
            <a:off x="4124325" y="514311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2876A8"/>
          </a:solidFill>
          <a:ln xmlns:a="http://schemas.openxmlformats.org/drawingml/2006/main" w="4763">
            <a:solidFill>
              <a:srgbClr val="2876A8"/>
            </a:solidFill>
          </a:ln>
        </p:spPr>
      </p:sp>
      <p:sp>
        <p:nvSpPr>
          <p:cNvPr id="39" name="">
            <a:extLst xmlns:a="http://schemas.openxmlformats.org/drawingml/2006/main">
              <a:ext uri="{FF2B5EF4-FFF2-40B4-BE49-F238E27FC236}">
                <a16:creationId xmlns:a16="http://schemas.microsoft.com/office/drawing/2014/main" id="{6ED71FBC-AE5C-4A2B-9BBA-838109C30D48}"/>
              </a:ext>
            </a:extLst>
          </p:cNvPr>
          <p:cNvSpPr>
            <a:spLocks xmlns:a="http://schemas.openxmlformats.org/drawingml/2006/main" noGrp="1"/>
          </p:cNvSpPr>
          <p:nvPr/>
        </p:nvSpPr>
        <p:spPr>
          <a:xfrm xmlns:a="http://schemas.openxmlformats.org/drawingml/2006/main">
            <a:off x="4429125" y="49530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876A8"/>
                </a:solidFill>
                <a:latin typeface="Yu Gothic"/>
                <a:ea typeface="Yu Gothic"/>
                <a:cs typeface="Yu Gothic"/>
              </a:defRPr>
            </a:defPPr>
            <a:lvl1pPr>
              <a:buNone/>
              <a:defRPr sz="2250" b="1">
                <a:solidFill>
                  <a:srgbClr val="2876A8"/>
                </a:solidFill>
                <a:latin typeface="Yu Gothic"/>
                <a:ea typeface="Yu Gothic"/>
                <a:cs typeface="Yu Gothic"/>
              </a:defRPr>
            </a:lvl1pPr>
            <a:lvl2pPr>
              <a:buNone/>
              <a:defRPr sz="2250" b="1">
                <a:solidFill>
                  <a:srgbClr val="2876A8"/>
                </a:solidFill>
                <a:latin typeface="Yu Gothic"/>
                <a:ea typeface="Yu Gothic"/>
                <a:cs typeface="Yu Gothic"/>
              </a:defRPr>
            </a:lvl2pPr>
            <a:lvl3pPr>
              <a:buNone/>
              <a:defRPr sz="2250" b="1">
                <a:solidFill>
                  <a:srgbClr val="2876A8"/>
                </a:solidFill>
                <a:latin typeface="Yu Gothic"/>
                <a:ea typeface="Yu Gothic"/>
                <a:cs typeface="Yu Gothic"/>
              </a:defRPr>
            </a:lvl3pPr>
            <a:lvl4pPr>
              <a:buNone/>
              <a:defRPr sz="2250" b="1">
                <a:solidFill>
                  <a:srgbClr val="2876A8"/>
                </a:solidFill>
                <a:latin typeface="Yu Gothic"/>
                <a:ea typeface="Yu Gothic"/>
                <a:cs typeface="Yu Gothic"/>
              </a:defRPr>
            </a:lvl4pPr>
            <a:lvl5pPr>
              <a:buNone/>
              <a:defRPr sz="2250" b="1">
                <a:solidFill>
                  <a:srgbClr val="2876A8"/>
                </a:solidFill>
                <a:latin typeface="Yu Gothic"/>
                <a:ea typeface="Yu Gothic"/>
                <a:cs typeface="Yu Gothic"/>
              </a:defRPr>
            </a:lvl5pPr>
            <a:lvl6pPr>
              <a:buNone/>
              <a:defRPr sz="2250" b="1">
                <a:solidFill>
                  <a:srgbClr val="2876A8"/>
                </a:solidFill>
                <a:latin typeface="Yu Gothic"/>
                <a:ea typeface="Yu Gothic"/>
                <a:cs typeface="Yu Gothic"/>
              </a:defRPr>
            </a:lvl6pPr>
            <a:lvl7pPr>
              <a:buNone/>
              <a:defRPr sz="2250" b="1">
                <a:solidFill>
                  <a:srgbClr val="2876A8"/>
                </a:solidFill>
                <a:latin typeface="Yu Gothic"/>
                <a:ea typeface="Yu Gothic"/>
                <a:cs typeface="Yu Gothic"/>
              </a:defRPr>
            </a:lvl7pPr>
            <a:lvl8pPr>
              <a:buNone/>
              <a:defRPr sz="2250" b="1">
                <a:solidFill>
                  <a:srgbClr val="2876A8"/>
                </a:solidFill>
                <a:latin typeface="Yu Gothic"/>
                <a:ea typeface="Yu Gothic"/>
                <a:cs typeface="Yu Gothic"/>
              </a:defRPr>
            </a:lvl8pPr>
            <a:lvl9pPr>
              <a:buNone/>
              <a:defRPr sz="2250" b="1">
                <a:solidFill>
                  <a:srgbClr val="2876A8"/>
                </a:solidFill>
                <a:latin typeface="Yu Gothic"/>
                <a:ea typeface="Yu Gothic"/>
                <a:cs typeface="Yu Gothic"/>
              </a:defRPr>
            </a:lvl9pPr>
          </a:lstStyle>
          <a:p xmlns:a="http://schemas.openxmlformats.org/drawingml/2006/main">
            <a:pPr>
              <a:buNone/>
              <a:defRPr sz="2250" b="1">
                <a:solidFill>
                  <a:srgbClr val="2876A8"/>
                </a:solidFill>
                <a:latin typeface="Yu Gothic"/>
                <a:ea typeface="Yu Gothic"/>
                <a:cs typeface="Yu Gothic"/>
              </a:defRPr>
            </a:pPr>
            <a:r>
              <a:rPr sz="2250" b="1">
                <a:solidFill>
                  <a:srgbClr val="2876A8"/>
                </a:solidFill>
                <a:latin typeface="Yu Gothic"/>
                <a:ea typeface="Yu Gothic"/>
                <a:cs typeface="Yu Gothic"/>
              </a:rPr>
              <a:t>60 N·m</a:t>
            </a:r>
          </a:p>
        </p:txBody>
      </p:sp>
      <p:sp>
        <p:nvSpPr>
          <p:cNvPr id="40" name="">
            <a:extLst xmlns:a="http://schemas.openxmlformats.org/drawingml/2006/main">
              <a:ext uri="{FF2B5EF4-FFF2-40B4-BE49-F238E27FC236}">
                <a16:creationId xmlns:a16="http://schemas.microsoft.com/office/drawing/2014/main" id="{77AD894A-9576-43E6-B3BC-F187EB952F8F}"/>
              </a:ext>
            </a:extLst>
          </p:cNvPr>
          <p:cNvSpPr>
            <a:spLocks xmlns:a="http://schemas.openxmlformats.org/drawingml/2006/main" noGrp="1"/>
          </p:cNvSpPr>
          <p:nvPr/>
        </p:nvSpPr>
        <p:spPr>
          <a:xfrm xmlns:a="http://schemas.openxmlformats.org/drawingml/2006/main">
            <a:off x="6762750" y="5191125"/>
            <a:ext cx="1285875" cy="9525"/>
          </a:xfrm>
          <a:custGeom xmlns:a="http://schemas.openxmlformats.org/drawingml/2006/main">
            <a:pathLst>
              <a:path w="1285875" h="9525">
                <a:moveTo>
                  <a:pt x="0" y="0"/>
                </a:moveTo>
                <a:lnTo>
                  <a:pt x="1285875" y="0"/>
                </a:lnTo>
              </a:path>
            </a:pathLst>
          </a:custGeom>
          <a:noFill xmlns:a="http://schemas.openxmlformats.org/drawingml/2006/main"/>
          <a:ln xmlns:a="http://schemas.openxmlformats.org/drawingml/2006/main" w="28575">
            <a:solidFill>
              <a:srgbClr val="2876A8"/>
            </a:solidFill>
          </a:ln>
        </p:spPr>
      </p:sp>
      <p:sp>
        <p:nvSpPr>
          <p:cNvPr id="41" name="">
            <a:extLst xmlns:a="http://schemas.openxmlformats.org/drawingml/2006/main">
              <a:ext uri="{FF2B5EF4-FFF2-40B4-BE49-F238E27FC236}">
                <a16:creationId xmlns:a16="http://schemas.microsoft.com/office/drawing/2014/main" id="{CFD35CF3-84A3-4DED-A48B-E8CD94E89F53}"/>
              </a:ext>
            </a:extLst>
          </p:cNvPr>
          <p:cNvSpPr>
            <a:spLocks xmlns:a="http://schemas.openxmlformats.org/drawingml/2006/main" noGrp="1"/>
          </p:cNvSpPr>
          <p:nvPr/>
        </p:nvSpPr>
        <p:spPr>
          <a:xfrm xmlns:a="http://schemas.openxmlformats.org/drawingml/2006/main">
            <a:off x="7934325" y="514311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2876A8"/>
          </a:solidFill>
          <a:ln xmlns:a="http://schemas.openxmlformats.org/drawingml/2006/main" w="4763">
            <a:solidFill>
              <a:srgbClr val="2876A8"/>
            </a:solidFill>
          </a:ln>
        </p:spPr>
      </p:sp>
      <p:sp>
        <p:nvSpPr>
          <p:cNvPr id="42" name="">
            <a:extLst xmlns:a="http://schemas.openxmlformats.org/drawingml/2006/main">
              <a:ext uri="{FF2B5EF4-FFF2-40B4-BE49-F238E27FC236}">
                <a16:creationId xmlns:a16="http://schemas.microsoft.com/office/drawing/2014/main" id="{A4B9D586-844D-47C9-BFE2-25CB20DA284E}"/>
              </a:ext>
            </a:extLst>
          </p:cNvPr>
          <p:cNvSpPr>
            <a:spLocks xmlns:a="http://schemas.openxmlformats.org/drawingml/2006/main" noGrp="1"/>
          </p:cNvSpPr>
          <p:nvPr/>
        </p:nvSpPr>
        <p:spPr>
          <a:xfrm xmlns:a="http://schemas.openxmlformats.org/drawingml/2006/main">
            <a:off x="8382000" y="495300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876A8"/>
                </a:solidFill>
                <a:latin typeface="Yu Gothic"/>
                <a:ea typeface="Yu Gothic"/>
                <a:cs typeface="Yu Gothic"/>
              </a:defRPr>
            </a:defPPr>
            <a:lvl1pPr>
              <a:buNone/>
              <a:defRPr sz="2250" b="1">
                <a:solidFill>
                  <a:srgbClr val="2876A8"/>
                </a:solidFill>
                <a:latin typeface="Yu Gothic"/>
                <a:ea typeface="Yu Gothic"/>
                <a:cs typeface="Yu Gothic"/>
              </a:defRPr>
            </a:lvl1pPr>
            <a:lvl2pPr>
              <a:buNone/>
              <a:defRPr sz="2250" b="1">
                <a:solidFill>
                  <a:srgbClr val="2876A8"/>
                </a:solidFill>
                <a:latin typeface="Yu Gothic"/>
                <a:ea typeface="Yu Gothic"/>
                <a:cs typeface="Yu Gothic"/>
              </a:defRPr>
            </a:lvl2pPr>
            <a:lvl3pPr>
              <a:buNone/>
              <a:defRPr sz="2250" b="1">
                <a:solidFill>
                  <a:srgbClr val="2876A8"/>
                </a:solidFill>
                <a:latin typeface="Yu Gothic"/>
                <a:ea typeface="Yu Gothic"/>
                <a:cs typeface="Yu Gothic"/>
              </a:defRPr>
            </a:lvl3pPr>
            <a:lvl4pPr>
              <a:buNone/>
              <a:defRPr sz="2250" b="1">
                <a:solidFill>
                  <a:srgbClr val="2876A8"/>
                </a:solidFill>
                <a:latin typeface="Yu Gothic"/>
                <a:ea typeface="Yu Gothic"/>
                <a:cs typeface="Yu Gothic"/>
              </a:defRPr>
            </a:lvl4pPr>
            <a:lvl5pPr>
              <a:buNone/>
              <a:defRPr sz="2250" b="1">
                <a:solidFill>
                  <a:srgbClr val="2876A8"/>
                </a:solidFill>
                <a:latin typeface="Yu Gothic"/>
                <a:ea typeface="Yu Gothic"/>
                <a:cs typeface="Yu Gothic"/>
              </a:defRPr>
            </a:lvl5pPr>
            <a:lvl6pPr>
              <a:buNone/>
              <a:defRPr sz="2250" b="1">
                <a:solidFill>
                  <a:srgbClr val="2876A8"/>
                </a:solidFill>
                <a:latin typeface="Yu Gothic"/>
                <a:ea typeface="Yu Gothic"/>
                <a:cs typeface="Yu Gothic"/>
              </a:defRPr>
            </a:lvl6pPr>
            <a:lvl7pPr>
              <a:buNone/>
              <a:defRPr sz="2250" b="1">
                <a:solidFill>
                  <a:srgbClr val="2876A8"/>
                </a:solidFill>
                <a:latin typeface="Yu Gothic"/>
                <a:ea typeface="Yu Gothic"/>
                <a:cs typeface="Yu Gothic"/>
              </a:defRPr>
            </a:lvl7pPr>
            <a:lvl8pPr>
              <a:buNone/>
              <a:defRPr sz="2250" b="1">
                <a:solidFill>
                  <a:srgbClr val="2876A8"/>
                </a:solidFill>
                <a:latin typeface="Yu Gothic"/>
                <a:ea typeface="Yu Gothic"/>
                <a:cs typeface="Yu Gothic"/>
              </a:defRPr>
            </a:lvl8pPr>
            <a:lvl9pPr>
              <a:buNone/>
              <a:defRPr sz="2250" b="1">
                <a:solidFill>
                  <a:srgbClr val="2876A8"/>
                </a:solidFill>
                <a:latin typeface="Yu Gothic"/>
                <a:ea typeface="Yu Gothic"/>
                <a:cs typeface="Yu Gothic"/>
              </a:defRPr>
            </a:lvl9pPr>
          </a:lstStyle>
          <a:p xmlns:a="http://schemas.openxmlformats.org/drawingml/2006/main">
            <a:pPr>
              <a:buNone/>
              <a:defRPr sz="2250" b="1">
                <a:solidFill>
                  <a:srgbClr val="2876A8"/>
                </a:solidFill>
                <a:latin typeface="Yu Gothic"/>
                <a:ea typeface="Yu Gothic"/>
                <a:cs typeface="Yu Gothic"/>
              </a:defRPr>
            </a:pPr>
            <a:r>
              <a:rPr sz="2250" b="1">
                <a:solidFill>
                  <a:srgbClr val="2876A8"/>
                </a:solidFill>
                <a:latin typeface="Yu Gothic"/>
                <a:ea typeface="Yu Gothic"/>
                <a:cs typeface="Yu Gothic"/>
              </a:rPr>
              <a:t>0</a:t>
            </a:r>
          </a:p>
        </p:txBody>
      </p:sp>
      <p:sp>
        <p:nvSpPr>
          <p:cNvPr id="43" name="">
            <a:extLst xmlns:a="http://schemas.openxmlformats.org/drawingml/2006/main">
              <a:ext uri="{FF2B5EF4-FFF2-40B4-BE49-F238E27FC236}">
                <a16:creationId xmlns:a16="http://schemas.microsoft.com/office/drawing/2014/main" id="{78551E9E-D7CC-4762-B77C-01007F421193}"/>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上側の面積で＋60 N·m、下側の面積で−60 N·m。両支点ではM = 0になる。</a:t>
            </a:r>
          </a:p>
        </p:txBody>
      </p:sp>
    </p:spTree>
    <p:extLst>
      <p:ext uri="{BB962C8B-B14F-4D97-AF65-F5344CB8AC3E}">
        <p14:creationId xmlns:p14="http://schemas.microsoft.com/office/powerpoint/2010/main" val="207504709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ED2549-2160-40DF-9CD2-AED66F5B4B89}"/>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足し合わせから微分・積分の関係へ</a:t>
            </a:r>
          </a:p>
        </p:txBody>
      </p:sp>
      <p:sp>
        <p:nvSpPr>
          <p:cNvPr id="2" name="">
            <a:extLst xmlns:a="http://schemas.openxmlformats.org/drawingml/2006/main">
              <a:ext uri="{FF2B5EF4-FFF2-40B4-BE49-F238E27FC236}">
                <a16:creationId xmlns:a16="http://schemas.microsoft.com/office/drawing/2014/main" id="{2DA3E0C8-D3F8-41A9-8101-45ED905EE7EA}"/>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59E76BAC-C384-425B-A414-D58A13EC25F4}"/>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graphicFrame>
        <p:nvGraphicFramePr>
          <p:cNvPr id="4" name="">
            <a:extLst xmlns:a="http://schemas.openxmlformats.org/drawingml/2006/main">
              <a:ext uri="{FF2B5EF4-FFF2-40B4-BE49-F238E27FC236}">
                <a16:creationId xmlns:a16="http://schemas.microsoft.com/office/drawing/2014/main" id="{C559B554-CDF8-4055-80C6-0C5A83303E38}"/>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429000"/>
                <a:gridCol w="7334250"/>
              </a:tblGrid>
              <a:tr h="695325">
                <a:tc>
                  <a:txBody>
                    <a:bodyPr lIns="85725" tIns="85725" rIns="85725" bIns="85725"/>
                    <a:lstStyle/>
                    <a:p>
                      <a:r>
                        <a:rPr sz="2175" b="1">
                          <a:solidFill>
                            <a:srgbClr val="FFFFFF"/>
                          </a:solidFill>
                          <a:latin typeface="Yu Gothic"/>
                          <a:ea typeface="Yu Gothic"/>
                          <a:cs typeface="Yu Gothic"/>
                        </a:rPr>
                        <a:t>関係</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意味と単位</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ΔM = V Δx</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Vが一定の区間での、Mの変化</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dM/dx = V</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曲げモーメントの位置に対する傾き</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dV/dx = −w</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下向き分布荷重を正とする約束</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集中荷重の位置</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左右の区間を分けて扱う</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D2E0409-AA7E-46B9-97BA-71AEB1DEC22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本資料の符号規約。微分・積分の入口として、つり合いと面積から意味を確認する。</a:t>
            </a:r>
          </a:p>
        </p:txBody>
      </p:sp>
      <p:sp>
        <p:nvSpPr>
          <p:cNvPr id="6" name="">
            <a:extLst xmlns:a="http://schemas.openxmlformats.org/drawingml/2006/main">
              <a:ext uri="{FF2B5EF4-FFF2-40B4-BE49-F238E27FC236}">
                <a16:creationId xmlns:a16="http://schemas.microsoft.com/office/drawing/2014/main" id="{896DFC1D-67B6-42A6-9C00-142A81FBB838}"/>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27 / 49</a:t>
            </a:r>
          </a:p>
        </p:txBody>
      </p:sp>
    </p:spTree>
    <p:extLst>
      <p:ext uri="{BB962C8B-B14F-4D97-AF65-F5344CB8AC3E}">
        <p14:creationId xmlns:p14="http://schemas.microsoft.com/office/powerpoint/2010/main" val="174102138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9E69822-8B1D-4E23-8EAC-7703CB855C0A}"/>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演習3　荷重が偏ると、最大値はどこか</a:t>
            </a:r>
          </a:p>
        </p:txBody>
      </p:sp>
      <p:cxnSp>
        <p:nvCxnSpPr>
          <p:cNvPr id="2" name="">
            <a:extLst xmlns:a="http://schemas.openxmlformats.org/drawingml/2006/main">
              <a:ext uri="{FF2B5EF4-FFF2-40B4-BE49-F238E27FC236}">
                <a16:creationId xmlns:a16="http://schemas.microsoft.com/office/drawing/2014/main" id="{FDCAF64D-2B7C-4AFA-9871-0923A618C929}"/>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5EECEE79-BABF-47FF-AC40-ADB691B67791}"/>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369338E3-102A-45F3-94DE-5DA88266F107}"/>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28 / 49</a:t>
            </a:r>
          </a:p>
        </p:txBody>
      </p:sp>
      <p:sp>
        <p:nvSpPr>
          <p:cNvPr id="5" name="">
            <a:extLst xmlns:a="http://schemas.openxmlformats.org/drawingml/2006/main">
              <a:ext uri="{FF2B5EF4-FFF2-40B4-BE49-F238E27FC236}">
                <a16:creationId xmlns:a16="http://schemas.microsoft.com/office/drawing/2014/main" id="{9C85DC05-A5C3-48B0-ADA5-819D81636E72}"/>
              </a:ext>
            </a:extLst>
          </p:cNvPr>
          <p:cNvSpPr>
            <a:spLocks xmlns:a="http://schemas.openxmlformats.org/drawingml/2006/main" noGrp="1"/>
          </p:cNvSpPr>
          <p:nvPr/>
        </p:nvSpPr>
        <p:spPr>
          <a:xfrm xmlns:a="http://schemas.openxmlformats.org/drawingml/2006/main">
            <a:off x="1619250" y="2371725"/>
            <a:ext cx="6477000" cy="171450"/>
          </a:xfrm>
          <a:prstGeom xmlns:a="http://schemas.openxmlformats.org/drawingml/2006/main" prst="rect">
            <a:avLst/>
          </a:prstGeom>
          <a:solidFill xmlns:a="http://schemas.openxmlformats.org/drawingml/2006/main">
            <a:srgbClr val="E3EBF1"/>
          </a:solidFill>
          <a:ln xmlns:a="http://schemas.openxmlformats.org/drawingml/2006/main" w="13335">
            <a:solidFill>
              <a:srgbClr val="18364F"/>
            </a:solidFill>
          </a:ln>
        </p:spPr>
      </p:sp>
      <p:sp>
        <p:nvSpPr>
          <p:cNvPr id="6" name="">
            <a:extLst xmlns:a="http://schemas.openxmlformats.org/drawingml/2006/main">
              <a:ext uri="{FF2B5EF4-FFF2-40B4-BE49-F238E27FC236}">
                <a16:creationId xmlns:a16="http://schemas.microsoft.com/office/drawing/2014/main" id="{7560E218-2938-4B6B-B703-271A5582BD81}"/>
              </a:ext>
            </a:extLst>
          </p:cNvPr>
          <p:cNvSpPr>
            <a:spLocks xmlns:a="http://schemas.openxmlformats.org/drawingml/2006/main" noGrp="1"/>
          </p:cNvSpPr>
          <p:nvPr/>
        </p:nvSpPr>
        <p:spPr>
          <a:xfrm xmlns:a="http://schemas.openxmlformats.org/drawingml/2006/main">
            <a:off x="1438275" y="2543175"/>
            <a:ext cx="361950" cy="295275"/>
          </a:xfrm>
          <a:custGeom xmlns:a="http://schemas.openxmlformats.org/drawingml/2006/main">
            <a:pathLst>
              <a:path w="361950" h="295275">
                <a:moveTo>
                  <a:pt x="180975" y="0"/>
                </a:moveTo>
                <a:lnTo>
                  <a:pt x="0" y="295275"/>
                </a:lnTo>
                <a:lnTo>
                  <a:pt x="361950" y="295275"/>
                </a:lnTo>
                <a:close/>
              </a:path>
            </a:pathLst>
          </a:custGeom>
          <a:solidFill xmlns:a="http://schemas.openxmlformats.org/drawingml/2006/main">
            <a:srgbClr val="EDF2F6"/>
          </a:solidFill>
          <a:ln xmlns:a="http://schemas.openxmlformats.org/drawingml/2006/main" w="19050">
            <a:solidFill>
              <a:srgbClr val="245C98"/>
            </a:solidFill>
          </a:ln>
        </p:spPr>
      </p:sp>
      <p:cxnSp>
        <p:nvCxnSpPr>
          <p:cNvPr id="7" name="">
            <a:extLst xmlns:a="http://schemas.openxmlformats.org/drawingml/2006/main">
              <a:ext uri="{FF2B5EF4-FFF2-40B4-BE49-F238E27FC236}">
                <a16:creationId xmlns:a16="http://schemas.microsoft.com/office/drawing/2014/main" id="{5B410615-3E62-4368-81F8-550D43B81783}"/>
              </a:ext>
            </a:extLst>
          </p:cNvPr>
          <p:cNvCxnSpPr/>
          <p:nvPr/>
        </p:nvCxnSpPr>
        <p:spPr>
          <a:xfrm xmlns:a="http://schemas.openxmlformats.org/drawingml/2006/main" flipH="0" flipV="0">
            <a:off x="1285875" y="2876550"/>
            <a:ext cx="666750" cy="0"/>
          </a:xfrm>
          <a:prstGeom xmlns:a="http://schemas.openxmlformats.org/drawingml/2006/main" prst="straightConnector1">
            <a:avLst/>
          </a:prstGeom>
          <a:ln xmlns:a="http://schemas.openxmlformats.org/drawingml/2006/main" w="19050">
            <a:solidFill>
              <a:srgbClr val="5D6C78"/>
            </a:solidFill>
            <a:prstDash val="solid"/>
          </a:ln>
        </p:spPr>
      </p:cxnSp>
      <p:sp>
        <p:nvSpPr>
          <p:cNvPr id="8" name="">
            <a:extLst xmlns:a="http://schemas.openxmlformats.org/drawingml/2006/main">
              <a:ext uri="{FF2B5EF4-FFF2-40B4-BE49-F238E27FC236}">
                <a16:creationId xmlns:a16="http://schemas.microsoft.com/office/drawing/2014/main" id="{9E587040-364F-43BB-AB19-6650A9FE2714}"/>
              </a:ext>
            </a:extLst>
          </p:cNvPr>
          <p:cNvSpPr>
            <a:spLocks xmlns:a="http://schemas.openxmlformats.org/drawingml/2006/main" noGrp="1"/>
          </p:cNvSpPr>
          <p:nvPr/>
        </p:nvSpPr>
        <p:spPr>
          <a:xfrm xmlns:a="http://schemas.openxmlformats.org/drawingml/2006/main">
            <a:off x="7915275" y="2543175"/>
            <a:ext cx="361950" cy="295275"/>
          </a:xfrm>
          <a:custGeom xmlns:a="http://schemas.openxmlformats.org/drawingml/2006/main">
            <a:pathLst>
              <a:path w="361950" h="295275">
                <a:moveTo>
                  <a:pt x="180975" y="0"/>
                </a:moveTo>
                <a:lnTo>
                  <a:pt x="0" y="295275"/>
                </a:lnTo>
                <a:lnTo>
                  <a:pt x="361950" y="295275"/>
                </a:lnTo>
                <a:close/>
              </a:path>
            </a:pathLst>
          </a:custGeom>
          <a:solidFill xmlns:a="http://schemas.openxmlformats.org/drawingml/2006/main">
            <a:srgbClr val="EDF2F6"/>
          </a:solidFill>
          <a:ln xmlns:a="http://schemas.openxmlformats.org/drawingml/2006/main" w="19050">
            <a:solidFill>
              <a:srgbClr val="245C98"/>
            </a:solidFill>
          </a:ln>
        </p:spPr>
      </p:sp>
      <p:sp>
        <p:nvSpPr>
          <p:cNvPr id="9" name="">
            <a:extLst xmlns:a="http://schemas.openxmlformats.org/drawingml/2006/main">
              <a:ext uri="{FF2B5EF4-FFF2-40B4-BE49-F238E27FC236}">
                <a16:creationId xmlns:a16="http://schemas.microsoft.com/office/drawing/2014/main" id="{B5DDD6EE-51F9-4724-A493-7E0E35E2E1B5}"/>
              </a:ext>
            </a:extLst>
          </p:cNvPr>
          <p:cNvSpPr>
            <a:spLocks xmlns:a="http://schemas.openxmlformats.org/drawingml/2006/main" noGrp="1"/>
          </p:cNvSpPr>
          <p:nvPr/>
        </p:nvSpPr>
        <p:spPr>
          <a:xfrm xmlns:a="http://schemas.openxmlformats.org/drawingml/2006/main">
            <a:off x="7962900" y="2847975"/>
            <a:ext cx="95250" cy="95250"/>
          </a:xfrm>
          <a:prstGeom xmlns:a="http://schemas.openxmlformats.org/drawingml/2006/main" prst="ellipse">
            <a:avLst/>
          </a:prstGeom>
          <a:solidFill xmlns:a="http://schemas.openxmlformats.org/drawingml/2006/main">
            <a:srgbClr val="EDF2F6"/>
          </a:solidFill>
          <a:ln xmlns:a="http://schemas.openxmlformats.org/drawingml/2006/main" w="19050">
            <a:solidFill>
              <a:srgbClr val="C8D3DD"/>
            </a:solidFill>
          </a:ln>
        </p:spPr>
      </p:sp>
      <p:sp>
        <p:nvSpPr>
          <p:cNvPr id="10" name="">
            <a:extLst xmlns:a="http://schemas.openxmlformats.org/drawingml/2006/main">
              <a:ext uri="{FF2B5EF4-FFF2-40B4-BE49-F238E27FC236}">
                <a16:creationId xmlns:a16="http://schemas.microsoft.com/office/drawing/2014/main" id="{CEF8288B-0642-4AA4-B2D7-65D161E1BE63}"/>
              </a:ext>
            </a:extLst>
          </p:cNvPr>
          <p:cNvSpPr>
            <a:spLocks xmlns:a="http://schemas.openxmlformats.org/drawingml/2006/main" noGrp="1"/>
          </p:cNvSpPr>
          <p:nvPr/>
        </p:nvSpPr>
        <p:spPr>
          <a:xfrm xmlns:a="http://schemas.openxmlformats.org/drawingml/2006/main">
            <a:off x="8134350" y="2847975"/>
            <a:ext cx="95250" cy="95250"/>
          </a:xfrm>
          <a:prstGeom xmlns:a="http://schemas.openxmlformats.org/drawingml/2006/main" prst="ellipse">
            <a:avLst/>
          </a:prstGeom>
          <a:solidFill xmlns:a="http://schemas.openxmlformats.org/drawingml/2006/main">
            <a:srgbClr val="EDF2F6"/>
          </a:solidFill>
          <a:ln xmlns:a="http://schemas.openxmlformats.org/drawingml/2006/main" w="19050">
            <a:solidFill>
              <a:srgbClr val="C8D3DD"/>
            </a:solidFill>
          </a:ln>
        </p:spPr>
      </p:sp>
      <p:cxnSp>
        <p:nvCxnSpPr>
          <p:cNvPr id="11" name="">
            <a:extLst xmlns:a="http://schemas.openxmlformats.org/drawingml/2006/main">
              <a:ext uri="{FF2B5EF4-FFF2-40B4-BE49-F238E27FC236}">
                <a16:creationId xmlns:a16="http://schemas.microsoft.com/office/drawing/2014/main" id="{A5E3A969-2EFC-4946-9358-607DFED99587}"/>
              </a:ext>
            </a:extLst>
          </p:cNvPr>
          <p:cNvCxnSpPr/>
          <p:nvPr/>
        </p:nvCxnSpPr>
        <p:spPr>
          <a:xfrm xmlns:a="http://schemas.openxmlformats.org/drawingml/2006/main" flipH="0" flipV="0">
            <a:off x="7762875" y="2962275"/>
            <a:ext cx="666750" cy="0"/>
          </a:xfrm>
          <a:prstGeom xmlns:a="http://schemas.openxmlformats.org/drawingml/2006/main" prst="straightConnector1">
            <a:avLst/>
          </a:prstGeom>
          <a:ln xmlns:a="http://schemas.openxmlformats.org/drawingml/2006/main" w="19050">
            <a:solidFill>
              <a:srgbClr val="5D6C78"/>
            </a:solidFill>
            <a:prstDash val="solid"/>
          </a:ln>
        </p:spPr>
      </p:cxnSp>
      <p:cxnSp>
        <p:nvCxnSpPr>
          <p:cNvPr id="12" name="">
            <a:extLst xmlns:a="http://schemas.openxmlformats.org/drawingml/2006/main">
              <a:ext uri="{FF2B5EF4-FFF2-40B4-BE49-F238E27FC236}">
                <a16:creationId xmlns:a16="http://schemas.microsoft.com/office/drawing/2014/main" id="{049F20DE-BD87-4472-A605-9AB5CB00DD78}"/>
              </a:ext>
            </a:extLst>
          </p:cNvPr>
          <p:cNvCxnSpPr/>
          <p:nvPr/>
        </p:nvCxnSpPr>
        <p:spPr>
          <a:xfrm xmlns:a="http://schemas.openxmlformats.org/drawingml/2006/main" flipH="0" flipV="0">
            <a:off x="3778250" y="1895475"/>
            <a:ext cx="0" cy="438150"/>
          </a:xfrm>
          <a:prstGeom xmlns:a="http://schemas.openxmlformats.org/drawingml/2006/main" prst="straightConnector1">
            <a:avLst/>
          </a:prstGeom>
          <a:ln xmlns:a="http://schemas.openxmlformats.org/drawingml/2006/main" w="38100">
            <a:solidFill>
              <a:srgbClr val="C53D3D"/>
            </a:solidFill>
            <a:tailEnd type="triangle" w="med" len="med"/>
          </a:ln>
        </p:spPr>
      </p:cxnSp>
      <p:sp>
        <p:nvSpPr>
          <p:cNvPr id="13" name="">
            <a:extLst xmlns:a="http://schemas.openxmlformats.org/drawingml/2006/main">
              <a:ext uri="{FF2B5EF4-FFF2-40B4-BE49-F238E27FC236}">
                <a16:creationId xmlns:a16="http://schemas.microsoft.com/office/drawing/2014/main" id="{49BAE63A-F8D8-4C58-BA3F-B10768B151C8}"/>
              </a:ext>
            </a:extLst>
          </p:cNvPr>
          <p:cNvSpPr>
            <a:spLocks xmlns:a="http://schemas.openxmlformats.org/drawingml/2006/main" noGrp="1"/>
          </p:cNvSpPr>
          <p:nvPr/>
        </p:nvSpPr>
        <p:spPr>
          <a:xfrm xmlns:a="http://schemas.openxmlformats.org/drawingml/2006/main">
            <a:off x="2730500" y="141922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C53D3D"/>
                </a:solidFill>
                <a:latin typeface="Yu Gothic"/>
                <a:ea typeface="Yu Gothic"/>
                <a:cs typeface="Yu Gothic"/>
              </a:defRPr>
            </a:defPPr>
            <a:lvl1pPr algn="ctr">
              <a:buNone/>
              <a:defRPr sz="2250" b="1">
                <a:solidFill>
                  <a:srgbClr val="C53D3D"/>
                </a:solidFill>
                <a:latin typeface="Yu Gothic"/>
                <a:ea typeface="Yu Gothic"/>
                <a:cs typeface="Yu Gothic"/>
              </a:defRPr>
            </a:lvl1pPr>
            <a:lvl2pPr algn="ctr">
              <a:buNone/>
              <a:defRPr sz="2250" b="1">
                <a:solidFill>
                  <a:srgbClr val="C53D3D"/>
                </a:solidFill>
                <a:latin typeface="Yu Gothic"/>
                <a:ea typeface="Yu Gothic"/>
                <a:cs typeface="Yu Gothic"/>
              </a:defRPr>
            </a:lvl2pPr>
            <a:lvl3pPr algn="ctr">
              <a:buNone/>
              <a:defRPr sz="2250" b="1">
                <a:solidFill>
                  <a:srgbClr val="C53D3D"/>
                </a:solidFill>
                <a:latin typeface="Yu Gothic"/>
                <a:ea typeface="Yu Gothic"/>
                <a:cs typeface="Yu Gothic"/>
              </a:defRPr>
            </a:lvl3pPr>
            <a:lvl4pPr algn="ctr">
              <a:buNone/>
              <a:defRPr sz="2250" b="1">
                <a:solidFill>
                  <a:srgbClr val="C53D3D"/>
                </a:solidFill>
                <a:latin typeface="Yu Gothic"/>
                <a:ea typeface="Yu Gothic"/>
                <a:cs typeface="Yu Gothic"/>
              </a:defRPr>
            </a:lvl4pPr>
            <a:lvl5pPr algn="ctr">
              <a:buNone/>
              <a:defRPr sz="2250" b="1">
                <a:solidFill>
                  <a:srgbClr val="C53D3D"/>
                </a:solidFill>
                <a:latin typeface="Yu Gothic"/>
                <a:ea typeface="Yu Gothic"/>
                <a:cs typeface="Yu Gothic"/>
              </a:defRPr>
            </a:lvl5pPr>
            <a:lvl6pPr algn="ctr">
              <a:buNone/>
              <a:defRPr sz="2250" b="1">
                <a:solidFill>
                  <a:srgbClr val="C53D3D"/>
                </a:solidFill>
                <a:latin typeface="Yu Gothic"/>
                <a:ea typeface="Yu Gothic"/>
                <a:cs typeface="Yu Gothic"/>
              </a:defRPr>
            </a:lvl6pPr>
            <a:lvl7pPr algn="ctr">
              <a:buNone/>
              <a:defRPr sz="2250" b="1">
                <a:solidFill>
                  <a:srgbClr val="C53D3D"/>
                </a:solidFill>
                <a:latin typeface="Yu Gothic"/>
                <a:ea typeface="Yu Gothic"/>
                <a:cs typeface="Yu Gothic"/>
              </a:defRPr>
            </a:lvl7pPr>
            <a:lvl8pPr algn="ctr">
              <a:buNone/>
              <a:defRPr sz="2250" b="1">
                <a:solidFill>
                  <a:srgbClr val="C53D3D"/>
                </a:solidFill>
                <a:latin typeface="Yu Gothic"/>
                <a:ea typeface="Yu Gothic"/>
                <a:cs typeface="Yu Gothic"/>
              </a:defRPr>
            </a:lvl8pPr>
            <a:lvl9pPr algn="ctr">
              <a:buNone/>
              <a:defRPr sz="2250" b="1">
                <a:solidFill>
                  <a:srgbClr val="C53D3D"/>
                </a:solidFill>
                <a:latin typeface="Yu Gothic"/>
                <a:ea typeface="Yu Gothic"/>
                <a:cs typeface="Yu Gothic"/>
              </a:defRPr>
            </a:lvl9pPr>
          </a:lstStyle>
          <a:p xmlns:a="http://schemas.openxmlformats.org/drawingml/2006/main">
            <a:pPr algn="ctr">
              <a:buNone/>
              <a:defRPr sz="2250" b="1">
                <a:solidFill>
                  <a:srgbClr val="C53D3D"/>
                </a:solidFill>
                <a:latin typeface="Yu Gothic"/>
                <a:ea typeface="Yu Gothic"/>
                <a:cs typeface="Yu Gothic"/>
              </a:defRPr>
            </a:pPr>
            <a:r>
              <a:rPr sz="2250" b="1">
                <a:solidFill>
                  <a:srgbClr val="C53D3D"/>
                </a:solidFill>
                <a:latin typeface="Yu Gothic"/>
                <a:ea typeface="Yu Gothic"/>
                <a:cs typeface="Yu Gothic"/>
              </a:rPr>
              <a:t>300 N</a:t>
            </a:r>
          </a:p>
        </p:txBody>
      </p:sp>
      <p:sp>
        <p:nvSpPr>
          <p:cNvPr id="14" name="">
            <a:extLst xmlns:a="http://schemas.openxmlformats.org/drawingml/2006/main">
              <a:ext uri="{FF2B5EF4-FFF2-40B4-BE49-F238E27FC236}">
                <a16:creationId xmlns:a16="http://schemas.microsoft.com/office/drawing/2014/main" id="{18DDC5D5-0F21-4DCB-874D-5A019965E031}"/>
              </a:ext>
            </a:extLst>
          </p:cNvPr>
          <p:cNvSpPr>
            <a:spLocks xmlns:a="http://schemas.openxmlformats.org/drawingml/2006/main" noGrp="1"/>
          </p:cNvSpPr>
          <p:nvPr/>
        </p:nvSpPr>
        <p:spPr>
          <a:xfrm xmlns:a="http://schemas.openxmlformats.org/drawingml/2006/main">
            <a:off x="1828800" y="2971800"/>
            <a:ext cx="333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245C98"/>
                </a:solidFill>
                <a:latin typeface="Yu Gothic"/>
                <a:ea typeface="Yu Gothic"/>
                <a:cs typeface="Yu Gothic"/>
              </a:defRPr>
            </a:defPPr>
            <a:lvl1pPr algn="l">
              <a:buNone/>
              <a:defRPr sz="1875" b="1">
                <a:solidFill>
                  <a:srgbClr val="245C98"/>
                </a:solidFill>
                <a:latin typeface="Yu Gothic"/>
                <a:ea typeface="Yu Gothic"/>
                <a:cs typeface="Yu Gothic"/>
              </a:defRPr>
            </a:lvl1pPr>
            <a:lvl2pPr algn="l">
              <a:buNone/>
              <a:defRPr sz="1875" b="1">
                <a:solidFill>
                  <a:srgbClr val="245C98"/>
                </a:solidFill>
                <a:latin typeface="Yu Gothic"/>
                <a:ea typeface="Yu Gothic"/>
                <a:cs typeface="Yu Gothic"/>
              </a:defRPr>
            </a:lvl2pPr>
            <a:lvl3pPr algn="l">
              <a:buNone/>
              <a:defRPr sz="1875" b="1">
                <a:solidFill>
                  <a:srgbClr val="245C98"/>
                </a:solidFill>
                <a:latin typeface="Yu Gothic"/>
                <a:ea typeface="Yu Gothic"/>
                <a:cs typeface="Yu Gothic"/>
              </a:defRPr>
            </a:lvl3pPr>
            <a:lvl4pPr algn="l">
              <a:buNone/>
              <a:defRPr sz="1875" b="1">
                <a:solidFill>
                  <a:srgbClr val="245C98"/>
                </a:solidFill>
                <a:latin typeface="Yu Gothic"/>
                <a:ea typeface="Yu Gothic"/>
                <a:cs typeface="Yu Gothic"/>
              </a:defRPr>
            </a:lvl4pPr>
            <a:lvl5pPr algn="l">
              <a:buNone/>
              <a:defRPr sz="1875" b="1">
                <a:solidFill>
                  <a:srgbClr val="245C98"/>
                </a:solidFill>
                <a:latin typeface="Yu Gothic"/>
                <a:ea typeface="Yu Gothic"/>
                <a:cs typeface="Yu Gothic"/>
              </a:defRPr>
            </a:lvl5pPr>
            <a:lvl6pPr algn="l">
              <a:buNone/>
              <a:defRPr sz="1875" b="1">
                <a:solidFill>
                  <a:srgbClr val="245C98"/>
                </a:solidFill>
                <a:latin typeface="Yu Gothic"/>
                <a:ea typeface="Yu Gothic"/>
                <a:cs typeface="Yu Gothic"/>
              </a:defRPr>
            </a:lvl6pPr>
            <a:lvl7pPr algn="l">
              <a:buNone/>
              <a:defRPr sz="1875" b="1">
                <a:solidFill>
                  <a:srgbClr val="245C98"/>
                </a:solidFill>
                <a:latin typeface="Yu Gothic"/>
                <a:ea typeface="Yu Gothic"/>
                <a:cs typeface="Yu Gothic"/>
              </a:defRPr>
            </a:lvl7pPr>
            <a:lvl8pPr algn="l">
              <a:buNone/>
              <a:defRPr sz="1875" b="1">
                <a:solidFill>
                  <a:srgbClr val="245C98"/>
                </a:solidFill>
                <a:latin typeface="Yu Gothic"/>
                <a:ea typeface="Yu Gothic"/>
                <a:cs typeface="Yu Gothic"/>
              </a:defRPr>
            </a:lvl8pPr>
            <a:lvl9pPr algn="l">
              <a:buNone/>
              <a:defRPr sz="1875" b="1">
                <a:solidFill>
                  <a:srgbClr val="245C98"/>
                </a:solidFill>
                <a:latin typeface="Yu Gothic"/>
                <a:ea typeface="Yu Gothic"/>
                <a:cs typeface="Yu Gothic"/>
              </a:defRPr>
            </a:lvl9pPr>
          </a:lstStyle>
          <a:p xmlns:a="http://schemas.openxmlformats.org/drawingml/2006/main">
            <a:pPr algn="l">
              <a:buNone/>
              <a:defRPr sz="1875" b="1">
                <a:solidFill>
                  <a:srgbClr val="245C98"/>
                </a:solidFill>
                <a:latin typeface="Yu Gothic"/>
                <a:ea typeface="Yu Gothic"/>
                <a:cs typeface="Yu Gothic"/>
              </a:defRPr>
            </a:pPr>
            <a:r>
              <a:rPr sz="1875" b="1">
                <a:solidFill>
                  <a:srgbClr val="245C98"/>
                </a:solidFill>
                <a:latin typeface="Yu Gothic"/>
                <a:ea typeface="Yu Gothic"/>
                <a:cs typeface="Yu Gothic"/>
              </a:rPr>
              <a:t>A</a:t>
            </a:r>
          </a:p>
        </p:txBody>
      </p:sp>
      <p:sp>
        <p:nvSpPr>
          <p:cNvPr id="15" name="">
            <a:extLst xmlns:a="http://schemas.openxmlformats.org/drawingml/2006/main">
              <a:ext uri="{FF2B5EF4-FFF2-40B4-BE49-F238E27FC236}">
                <a16:creationId xmlns:a16="http://schemas.microsoft.com/office/drawing/2014/main" id="{745864F9-979D-4BE9-AA12-7A55DD52015B}"/>
              </a:ext>
            </a:extLst>
          </p:cNvPr>
          <p:cNvSpPr>
            <a:spLocks xmlns:a="http://schemas.openxmlformats.org/drawingml/2006/main" noGrp="1"/>
          </p:cNvSpPr>
          <p:nvPr/>
        </p:nvSpPr>
        <p:spPr>
          <a:xfrm xmlns:a="http://schemas.openxmlformats.org/drawingml/2006/main">
            <a:off x="7553325" y="2971800"/>
            <a:ext cx="333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245C98"/>
                </a:solidFill>
                <a:latin typeface="Yu Gothic"/>
                <a:ea typeface="Yu Gothic"/>
                <a:cs typeface="Yu Gothic"/>
              </a:defRPr>
            </a:defPPr>
            <a:lvl1pPr algn="l">
              <a:buNone/>
              <a:defRPr sz="1875" b="1">
                <a:solidFill>
                  <a:srgbClr val="245C98"/>
                </a:solidFill>
                <a:latin typeface="Yu Gothic"/>
                <a:ea typeface="Yu Gothic"/>
                <a:cs typeface="Yu Gothic"/>
              </a:defRPr>
            </a:lvl1pPr>
            <a:lvl2pPr algn="l">
              <a:buNone/>
              <a:defRPr sz="1875" b="1">
                <a:solidFill>
                  <a:srgbClr val="245C98"/>
                </a:solidFill>
                <a:latin typeface="Yu Gothic"/>
                <a:ea typeface="Yu Gothic"/>
                <a:cs typeface="Yu Gothic"/>
              </a:defRPr>
            </a:lvl2pPr>
            <a:lvl3pPr algn="l">
              <a:buNone/>
              <a:defRPr sz="1875" b="1">
                <a:solidFill>
                  <a:srgbClr val="245C98"/>
                </a:solidFill>
                <a:latin typeface="Yu Gothic"/>
                <a:ea typeface="Yu Gothic"/>
                <a:cs typeface="Yu Gothic"/>
              </a:defRPr>
            </a:lvl3pPr>
            <a:lvl4pPr algn="l">
              <a:buNone/>
              <a:defRPr sz="1875" b="1">
                <a:solidFill>
                  <a:srgbClr val="245C98"/>
                </a:solidFill>
                <a:latin typeface="Yu Gothic"/>
                <a:ea typeface="Yu Gothic"/>
                <a:cs typeface="Yu Gothic"/>
              </a:defRPr>
            </a:lvl4pPr>
            <a:lvl5pPr algn="l">
              <a:buNone/>
              <a:defRPr sz="1875" b="1">
                <a:solidFill>
                  <a:srgbClr val="245C98"/>
                </a:solidFill>
                <a:latin typeface="Yu Gothic"/>
                <a:ea typeface="Yu Gothic"/>
                <a:cs typeface="Yu Gothic"/>
              </a:defRPr>
            </a:lvl5pPr>
            <a:lvl6pPr algn="l">
              <a:buNone/>
              <a:defRPr sz="1875" b="1">
                <a:solidFill>
                  <a:srgbClr val="245C98"/>
                </a:solidFill>
                <a:latin typeface="Yu Gothic"/>
                <a:ea typeface="Yu Gothic"/>
                <a:cs typeface="Yu Gothic"/>
              </a:defRPr>
            </a:lvl6pPr>
            <a:lvl7pPr algn="l">
              <a:buNone/>
              <a:defRPr sz="1875" b="1">
                <a:solidFill>
                  <a:srgbClr val="245C98"/>
                </a:solidFill>
                <a:latin typeface="Yu Gothic"/>
                <a:ea typeface="Yu Gothic"/>
                <a:cs typeface="Yu Gothic"/>
              </a:defRPr>
            </a:lvl7pPr>
            <a:lvl8pPr algn="l">
              <a:buNone/>
              <a:defRPr sz="1875" b="1">
                <a:solidFill>
                  <a:srgbClr val="245C98"/>
                </a:solidFill>
                <a:latin typeface="Yu Gothic"/>
                <a:ea typeface="Yu Gothic"/>
                <a:cs typeface="Yu Gothic"/>
              </a:defRPr>
            </a:lvl8pPr>
            <a:lvl9pPr algn="l">
              <a:buNone/>
              <a:defRPr sz="1875" b="1">
                <a:solidFill>
                  <a:srgbClr val="245C98"/>
                </a:solidFill>
                <a:latin typeface="Yu Gothic"/>
                <a:ea typeface="Yu Gothic"/>
                <a:cs typeface="Yu Gothic"/>
              </a:defRPr>
            </a:lvl9pPr>
          </a:lstStyle>
          <a:p xmlns:a="http://schemas.openxmlformats.org/drawingml/2006/main">
            <a:pPr algn="l">
              <a:buNone/>
              <a:defRPr sz="1875" b="1">
                <a:solidFill>
                  <a:srgbClr val="245C98"/>
                </a:solidFill>
                <a:latin typeface="Yu Gothic"/>
                <a:ea typeface="Yu Gothic"/>
                <a:cs typeface="Yu Gothic"/>
              </a:defRPr>
            </a:pPr>
            <a:r>
              <a:rPr sz="1875" b="1">
                <a:solidFill>
                  <a:srgbClr val="245C98"/>
                </a:solidFill>
                <a:latin typeface="Yu Gothic"/>
                <a:ea typeface="Yu Gothic"/>
                <a:cs typeface="Yu Gothic"/>
              </a:rPr>
              <a:t>B</a:t>
            </a:r>
          </a:p>
        </p:txBody>
      </p:sp>
      <p:cxnSp>
        <p:nvCxnSpPr>
          <p:cNvPr id="16" name="">
            <a:extLst xmlns:a="http://schemas.openxmlformats.org/drawingml/2006/main">
              <a:ext uri="{FF2B5EF4-FFF2-40B4-BE49-F238E27FC236}">
                <a16:creationId xmlns:a16="http://schemas.microsoft.com/office/drawing/2014/main" id="{D1D9B526-F19A-45BC-B72B-B34A9DC4B0EF}"/>
              </a:ext>
            </a:extLst>
          </p:cNvPr>
          <p:cNvCxnSpPr/>
          <p:nvPr/>
        </p:nvCxnSpPr>
        <p:spPr>
          <a:xfrm xmlns:a="http://schemas.openxmlformats.org/drawingml/2006/main" flipH="0" flipV="0">
            <a:off x="1619250" y="3657600"/>
            <a:ext cx="0" cy="190500"/>
          </a:xfrm>
          <a:prstGeom xmlns:a="http://schemas.openxmlformats.org/drawingml/2006/main" prst="straightConnector1">
            <a:avLst/>
          </a:prstGeom>
          <a:ln xmlns:a="http://schemas.openxmlformats.org/drawingml/2006/main" w="9525">
            <a:solidFill>
              <a:srgbClr val="5D6C78"/>
            </a:solidFill>
            <a:prstDash val="solid"/>
          </a:ln>
        </p:spPr>
      </p:cxnSp>
      <p:cxnSp>
        <p:nvCxnSpPr>
          <p:cNvPr id="17" name="">
            <a:extLst xmlns:a="http://schemas.openxmlformats.org/drawingml/2006/main">
              <a:ext uri="{FF2B5EF4-FFF2-40B4-BE49-F238E27FC236}">
                <a16:creationId xmlns:a16="http://schemas.microsoft.com/office/drawing/2014/main" id="{903D0544-3A5F-4C3A-80E2-3602B2202585}"/>
              </a:ext>
            </a:extLst>
          </p:cNvPr>
          <p:cNvCxnSpPr/>
          <p:nvPr/>
        </p:nvCxnSpPr>
        <p:spPr>
          <a:xfrm xmlns:a="http://schemas.openxmlformats.org/drawingml/2006/main" flipH="0" flipV="0">
            <a:off x="3778250" y="3657600"/>
            <a:ext cx="0" cy="190500"/>
          </a:xfrm>
          <a:prstGeom xmlns:a="http://schemas.openxmlformats.org/drawingml/2006/main" prst="straightConnector1">
            <a:avLst/>
          </a:prstGeom>
          <a:ln xmlns:a="http://schemas.openxmlformats.org/drawingml/2006/main" w="9525">
            <a:solidFill>
              <a:srgbClr val="5D6C78"/>
            </a:solidFill>
            <a:prstDash val="solid"/>
          </a:ln>
        </p:spPr>
      </p:cxnSp>
      <p:cxnSp>
        <p:nvCxnSpPr>
          <p:cNvPr id="18" name="">
            <a:extLst xmlns:a="http://schemas.openxmlformats.org/drawingml/2006/main">
              <a:ext uri="{FF2B5EF4-FFF2-40B4-BE49-F238E27FC236}">
                <a16:creationId xmlns:a16="http://schemas.microsoft.com/office/drawing/2014/main" id="{85123E5C-C410-4E68-B257-F68AB6CCFB6C}"/>
              </a:ext>
            </a:extLst>
          </p:cNvPr>
          <p:cNvCxnSpPr/>
          <p:nvPr/>
        </p:nvCxnSpPr>
        <p:spPr>
          <a:xfrm xmlns:a="http://schemas.openxmlformats.org/drawingml/2006/main" flipH="0" flipV="0">
            <a:off x="1619250" y="3752850"/>
            <a:ext cx="2159000" cy="0"/>
          </a:xfrm>
          <a:prstGeom xmlns:a="http://schemas.openxmlformats.org/drawingml/2006/main" prst="straightConnector1">
            <a:avLst/>
          </a:prstGeom>
          <a:ln xmlns:a="http://schemas.openxmlformats.org/drawingml/2006/main" w="14288">
            <a:solidFill>
              <a:srgbClr val="5D6C78"/>
            </a:solidFill>
            <a:headEnd type="triangle" w="med" len="med"/>
            <a:tailEnd type="triangle" w="med" len="med"/>
          </a:ln>
        </p:spPr>
      </p:cxnSp>
      <p:sp>
        <p:nvSpPr>
          <p:cNvPr id="19" name="">
            <a:extLst xmlns:a="http://schemas.openxmlformats.org/drawingml/2006/main">
              <a:ext uri="{FF2B5EF4-FFF2-40B4-BE49-F238E27FC236}">
                <a16:creationId xmlns:a16="http://schemas.microsoft.com/office/drawing/2014/main" id="{A2778527-7D5F-4A97-9671-512D71D3E463}"/>
              </a:ext>
            </a:extLst>
          </p:cNvPr>
          <p:cNvSpPr>
            <a:spLocks xmlns:a="http://schemas.openxmlformats.org/drawingml/2006/main" noGrp="1"/>
          </p:cNvSpPr>
          <p:nvPr/>
        </p:nvSpPr>
        <p:spPr>
          <a:xfrm xmlns:a="http://schemas.openxmlformats.org/drawingml/2006/main">
            <a:off x="1698625" y="37909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5D6C78"/>
                </a:solidFill>
                <a:latin typeface="Yu Gothic"/>
                <a:ea typeface="Yu Gothic"/>
                <a:cs typeface="Yu Gothic"/>
              </a:defRPr>
            </a:defPPr>
            <a:lvl1pPr algn="ctr">
              <a:buNone/>
              <a:defRPr sz="1725" b="0">
                <a:solidFill>
                  <a:srgbClr val="5D6C78"/>
                </a:solidFill>
                <a:latin typeface="Yu Gothic"/>
                <a:ea typeface="Yu Gothic"/>
                <a:cs typeface="Yu Gothic"/>
              </a:defRPr>
            </a:lvl1pPr>
            <a:lvl2pPr algn="ctr">
              <a:buNone/>
              <a:defRPr sz="1725" b="0">
                <a:solidFill>
                  <a:srgbClr val="5D6C78"/>
                </a:solidFill>
                <a:latin typeface="Yu Gothic"/>
                <a:ea typeface="Yu Gothic"/>
                <a:cs typeface="Yu Gothic"/>
              </a:defRPr>
            </a:lvl2pPr>
            <a:lvl3pPr algn="ctr">
              <a:buNone/>
              <a:defRPr sz="1725" b="0">
                <a:solidFill>
                  <a:srgbClr val="5D6C78"/>
                </a:solidFill>
                <a:latin typeface="Yu Gothic"/>
                <a:ea typeface="Yu Gothic"/>
                <a:cs typeface="Yu Gothic"/>
              </a:defRPr>
            </a:lvl3pPr>
            <a:lvl4pPr algn="ctr">
              <a:buNone/>
              <a:defRPr sz="1725" b="0">
                <a:solidFill>
                  <a:srgbClr val="5D6C78"/>
                </a:solidFill>
                <a:latin typeface="Yu Gothic"/>
                <a:ea typeface="Yu Gothic"/>
                <a:cs typeface="Yu Gothic"/>
              </a:defRPr>
            </a:lvl4pPr>
            <a:lvl5pPr algn="ctr">
              <a:buNone/>
              <a:defRPr sz="1725" b="0">
                <a:solidFill>
                  <a:srgbClr val="5D6C78"/>
                </a:solidFill>
                <a:latin typeface="Yu Gothic"/>
                <a:ea typeface="Yu Gothic"/>
                <a:cs typeface="Yu Gothic"/>
              </a:defRPr>
            </a:lvl5pPr>
            <a:lvl6pPr algn="ctr">
              <a:buNone/>
              <a:defRPr sz="1725" b="0">
                <a:solidFill>
                  <a:srgbClr val="5D6C78"/>
                </a:solidFill>
                <a:latin typeface="Yu Gothic"/>
                <a:ea typeface="Yu Gothic"/>
                <a:cs typeface="Yu Gothic"/>
              </a:defRPr>
            </a:lvl6pPr>
            <a:lvl7pPr algn="ctr">
              <a:buNone/>
              <a:defRPr sz="1725" b="0">
                <a:solidFill>
                  <a:srgbClr val="5D6C78"/>
                </a:solidFill>
                <a:latin typeface="Yu Gothic"/>
                <a:ea typeface="Yu Gothic"/>
                <a:cs typeface="Yu Gothic"/>
              </a:defRPr>
            </a:lvl7pPr>
            <a:lvl8pPr algn="ctr">
              <a:buNone/>
              <a:defRPr sz="1725" b="0">
                <a:solidFill>
                  <a:srgbClr val="5D6C78"/>
                </a:solidFill>
                <a:latin typeface="Yu Gothic"/>
                <a:ea typeface="Yu Gothic"/>
                <a:cs typeface="Yu Gothic"/>
              </a:defRPr>
            </a:lvl8pPr>
            <a:lvl9pPr algn="ctr">
              <a:buNone/>
              <a:defRPr sz="1725" b="0">
                <a:solidFill>
                  <a:srgbClr val="5D6C78"/>
                </a:solidFill>
                <a:latin typeface="Yu Gothic"/>
                <a:ea typeface="Yu Gothic"/>
                <a:cs typeface="Yu Gothic"/>
              </a:defRPr>
            </a:lvl9pPr>
          </a:lstStyle>
          <a:p xmlns:a="http://schemas.openxmlformats.org/drawingml/2006/main">
            <a:pPr algn="ctr">
              <a:buNone/>
              <a:defRPr sz="1725" b="0">
                <a:solidFill>
                  <a:srgbClr val="5D6C78"/>
                </a:solidFill>
                <a:latin typeface="Yu Gothic"/>
                <a:ea typeface="Yu Gothic"/>
                <a:cs typeface="Yu Gothic"/>
              </a:defRPr>
            </a:pPr>
            <a:r>
              <a:rPr sz="1725" b="0">
                <a:solidFill>
                  <a:srgbClr val="5D6C78"/>
                </a:solidFill>
                <a:latin typeface="Yu Gothic"/>
                <a:ea typeface="Yu Gothic"/>
                <a:cs typeface="Yu Gothic"/>
              </a:rPr>
              <a:t>0.4 m</a:t>
            </a:r>
          </a:p>
        </p:txBody>
      </p:sp>
      <p:cxnSp>
        <p:nvCxnSpPr>
          <p:cNvPr id="20" name="">
            <a:extLst xmlns:a="http://schemas.openxmlformats.org/drawingml/2006/main">
              <a:ext uri="{FF2B5EF4-FFF2-40B4-BE49-F238E27FC236}">
                <a16:creationId xmlns:a16="http://schemas.microsoft.com/office/drawing/2014/main" id="{8B1B16A8-E077-4B8B-8A33-F164B0E862D2}"/>
              </a:ext>
            </a:extLst>
          </p:cNvPr>
          <p:cNvCxnSpPr/>
          <p:nvPr/>
        </p:nvCxnSpPr>
        <p:spPr>
          <a:xfrm xmlns:a="http://schemas.openxmlformats.org/drawingml/2006/main" flipH="0" flipV="0">
            <a:off x="3778250" y="3657600"/>
            <a:ext cx="0" cy="190500"/>
          </a:xfrm>
          <a:prstGeom xmlns:a="http://schemas.openxmlformats.org/drawingml/2006/main" prst="straightConnector1">
            <a:avLst/>
          </a:prstGeom>
          <a:ln xmlns:a="http://schemas.openxmlformats.org/drawingml/2006/main" w="9525">
            <a:solidFill>
              <a:srgbClr val="5D6C78"/>
            </a:solidFill>
            <a:prstDash val="solid"/>
          </a:ln>
        </p:spPr>
      </p:cxnSp>
      <p:cxnSp>
        <p:nvCxnSpPr>
          <p:cNvPr id="21" name="">
            <a:extLst xmlns:a="http://schemas.openxmlformats.org/drawingml/2006/main">
              <a:ext uri="{FF2B5EF4-FFF2-40B4-BE49-F238E27FC236}">
                <a16:creationId xmlns:a16="http://schemas.microsoft.com/office/drawing/2014/main" id="{326B3196-CB6A-4B26-BC45-5EA19A7282A4}"/>
              </a:ext>
            </a:extLst>
          </p:cNvPr>
          <p:cNvCxnSpPr/>
          <p:nvPr/>
        </p:nvCxnSpPr>
        <p:spPr>
          <a:xfrm xmlns:a="http://schemas.openxmlformats.org/drawingml/2006/main" flipH="0" flipV="0">
            <a:off x="8096250" y="3657600"/>
            <a:ext cx="0" cy="190500"/>
          </a:xfrm>
          <a:prstGeom xmlns:a="http://schemas.openxmlformats.org/drawingml/2006/main" prst="straightConnector1">
            <a:avLst/>
          </a:prstGeom>
          <a:ln xmlns:a="http://schemas.openxmlformats.org/drawingml/2006/main" w="9525">
            <a:solidFill>
              <a:srgbClr val="5D6C78"/>
            </a:solidFill>
            <a:prstDash val="solid"/>
          </a:ln>
        </p:spPr>
      </p:cxnSp>
      <p:cxnSp>
        <p:nvCxnSpPr>
          <p:cNvPr id="22" name="">
            <a:extLst xmlns:a="http://schemas.openxmlformats.org/drawingml/2006/main">
              <a:ext uri="{FF2B5EF4-FFF2-40B4-BE49-F238E27FC236}">
                <a16:creationId xmlns:a16="http://schemas.microsoft.com/office/drawing/2014/main" id="{72B58C5F-F694-4EA6-A10C-165E37B49BFC}"/>
              </a:ext>
            </a:extLst>
          </p:cNvPr>
          <p:cNvCxnSpPr/>
          <p:nvPr/>
        </p:nvCxnSpPr>
        <p:spPr>
          <a:xfrm xmlns:a="http://schemas.openxmlformats.org/drawingml/2006/main" flipH="0" flipV="0">
            <a:off x="3778250" y="3752850"/>
            <a:ext cx="4318000" cy="0"/>
          </a:xfrm>
          <a:prstGeom xmlns:a="http://schemas.openxmlformats.org/drawingml/2006/main" prst="straightConnector1">
            <a:avLst/>
          </a:prstGeom>
          <a:ln xmlns:a="http://schemas.openxmlformats.org/drawingml/2006/main" w="14288">
            <a:solidFill>
              <a:srgbClr val="5D6C78"/>
            </a:solidFill>
            <a:headEnd type="triangle" w="med" len="med"/>
            <a:tailEnd type="triangle" w="med" len="med"/>
          </a:ln>
        </p:spPr>
      </p:cxnSp>
      <p:sp>
        <p:nvSpPr>
          <p:cNvPr id="23" name="">
            <a:extLst xmlns:a="http://schemas.openxmlformats.org/drawingml/2006/main">
              <a:ext uri="{FF2B5EF4-FFF2-40B4-BE49-F238E27FC236}">
                <a16:creationId xmlns:a16="http://schemas.microsoft.com/office/drawing/2014/main" id="{C91A910F-29A7-47EA-A65E-09DE52D58A84}"/>
              </a:ext>
            </a:extLst>
          </p:cNvPr>
          <p:cNvSpPr>
            <a:spLocks xmlns:a="http://schemas.openxmlformats.org/drawingml/2006/main" noGrp="1"/>
          </p:cNvSpPr>
          <p:nvPr/>
        </p:nvSpPr>
        <p:spPr>
          <a:xfrm xmlns:a="http://schemas.openxmlformats.org/drawingml/2006/main">
            <a:off x="4937125" y="37909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5D6C78"/>
                </a:solidFill>
                <a:latin typeface="Yu Gothic"/>
                <a:ea typeface="Yu Gothic"/>
                <a:cs typeface="Yu Gothic"/>
              </a:defRPr>
            </a:defPPr>
            <a:lvl1pPr algn="ctr">
              <a:buNone/>
              <a:defRPr sz="1725" b="0">
                <a:solidFill>
                  <a:srgbClr val="5D6C78"/>
                </a:solidFill>
                <a:latin typeface="Yu Gothic"/>
                <a:ea typeface="Yu Gothic"/>
                <a:cs typeface="Yu Gothic"/>
              </a:defRPr>
            </a:lvl1pPr>
            <a:lvl2pPr algn="ctr">
              <a:buNone/>
              <a:defRPr sz="1725" b="0">
                <a:solidFill>
                  <a:srgbClr val="5D6C78"/>
                </a:solidFill>
                <a:latin typeface="Yu Gothic"/>
                <a:ea typeface="Yu Gothic"/>
                <a:cs typeface="Yu Gothic"/>
              </a:defRPr>
            </a:lvl2pPr>
            <a:lvl3pPr algn="ctr">
              <a:buNone/>
              <a:defRPr sz="1725" b="0">
                <a:solidFill>
                  <a:srgbClr val="5D6C78"/>
                </a:solidFill>
                <a:latin typeface="Yu Gothic"/>
                <a:ea typeface="Yu Gothic"/>
                <a:cs typeface="Yu Gothic"/>
              </a:defRPr>
            </a:lvl3pPr>
            <a:lvl4pPr algn="ctr">
              <a:buNone/>
              <a:defRPr sz="1725" b="0">
                <a:solidFill>
                  <a:srgbClr val="5D6C78"/>
                </a:solidFill>
                <a:latin typeface="Yu Gothic"/>
                <a:ea typeface="Yu Gothic"/>
                <a:cs typeface="Yu Gothic"/>
              </a:defRPr>
            </a:lvl4pPr>
            <a:lvl5pPr algn="ctr">
              <a:buNone/>
              <a:defRPr sz="1725" b="0">
                <a:solidFill>
                  <a:srgbClr val="5D6C78"/>
                </a:solidFill>
                <a:latin typeface="Yu Gothic"/>
                <a:ea typeface="Yu Gothic"/>
                <a:cs typeface="Yu Gothic"/>
              </a:defRPr>
            </a:lvl5pPr>
            <a:lvl6pPr algn="ctr">
              <a:buNone/>
              <a:defRPr sz="1725" b="0">
                <a:solidFill>
                  <a:srgbClr val="5D6C78"/>
                </a:solidFill>
                <a:latin typeface="Yu Gothic"/>
                <a:ea typeface="Yu Gothic"/>
                <a:cs typeface="Yu Gothic"/>
              </a:defRPr>
            </a:lvl6pPr>
            <a:lvl7pPr algn="ctr">
              <a:buNone/>
              <a:defRPr sz="1725" b="0">
                <a:solidFill>
                  <a:srgbClr val="5D6C78"/>
                </a:solidFill>
                <a:latin typeface="Yu Gothic"/>
                <a:ea typeface="Yu Gothic"/>
                <a:cs typeface="Yu Gothic"/>
              </a:defRPr>
            </a:lvl7pPr>
            <a:lvl8pPr algn="ctr">
              <a:buNone/>
              <a:defRPr sz="1725" b="0">
                <a:solidFill>
                  <a:srgbClr val="5D6C78"/>
                </a:solidFill>
                <a:latin typeface="Yu Gothic"/>
                <a:ea typeface="Yu Gothic"/>
                <a:cs typeface="Yu Gothic"/>
              </a:defRPr>
            </a:lvl8pPr>
            <a:lvl9pPr algn="ctr">
              <a:buNone/>
              <a:defRPr sz="1725" b="0">
                <a:solidFill>
                  <a:srgbClr val="5D6C78"/>
                </a:solidFill>
                <a:latin typeface="Yu Gothic"/>
                <a:ea typeface="Yu Gothic"/>
                <a:cs typeface="Yu Gothic"/>
              </a:defRPr>
            </a:lvl9pPr>
          </a:lstStyle>
          <a:p xmlns:a="http://schemas.openxmlformats.org/drawingml/2006/main">
            <a:pPr algn="ctr">
              <a:buNone/>
              <a:defRPr sz="1725" b="0">
                <a:solidFill>
                  <a:srgbClr val="5D6C78"/>
                </a:solidFill>
                <a:latin typeface="Yu Gothic"/>
                <a:ea typeface="Yu Gothic"/>
                <a:cs typeface="Yu Gothic"/>
              </a:defRPr>
            </a:pPr>
            <a:r>
              <a:rPr sz="1725" b="0">
                <a:solidFill>
                  <a:srgbClr val="5D6C78"/>
                </a:solidFill>
                <a:latin typeface="Yu Gothic"/>
                <a:ea typeface="Yu Gothic"/>
                <a:cs typeface="Yu Gothic"/>
              </a:rPr>
              <a:t>0.8 m</a:t>
            </a:r>
          </a:p>
        </p:txBody>
      </p:sp>
      <p:sp>
        <p:nvSpPr>
          <p:cNvPr id="24" name="">
            <a:extLst xmlns:a="http://schemas.openxmlformats.org/drawingml/2006/main">
              <a:ext uri="{FF2B5EF4-FFF2-40B4-BE49-F238E27FC236}">
                <a16:creationId xmlns:a16="http://schemas.microsoft.com/office/drawing/2014/main" id="{B956481A-B8CC-449B-81D7-6000324F159A}"/>
              </a:ext>
            </a:extLst>
          </p:cNvPr>
          <p:cNvSpPr>
            <a:spLocks xmlns:a="http://schemas.openxmlformats.org/drawingml/2006/main" noGrp="1"/>
          </p:cNvSpPr>
          <p:nvPr/>
        </p:nvSpPr>
        <p:spPr>
          <a:xfrm xmlns:a="http://schemas.openxmlformats.org/drawingml/2006/main">
            <a:off x="685800" y="44100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xmlns:a="http://schemas.openxmlformats.org/drawingml/2006/main">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a　反力を求め直し、左右区間の V と SFD を描く</a:t>
            </a:r>
          </a:p>
        </p:txBody>
      </p:sp>
      <p:sp>
        <p:nvSpPr>
          <p:cNvPr id="25" name="">
            <a:extLst xmlns:a="http://schemas.openxmlformats.org/drawingml/2006/main">
              <a:ext uri="{FF2B5EF4-FFF2-40B4-BE49-F238E27FC236}">
                <a16:creationId xmlns:a16="http://schemas.microsoft.com/office/drawing/2014/main" id="{B829794F-7BD6-43A3-8430-D81E8CE27E7C}"/>
              </a:ext>
            </a:extLst>
          </p:cNvPr>
          <p:cNvSpPr>
            <a:spLocks xmlns:a="http://schemas.openxmlformats.org/drawingml/2006/main" noGrp="1"/>
          </p:cNvSpPr>
          <p:nvPr/>
        </p:nvSpPr>
        <p:spPr>
          <a:xfrm xmlns:a="http://schemas.openxmlformats.org/drawingml/2006/main">
            <a:off x="685800" y="48863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xmlns:a="http://schemas.openxmlformats.org/drawingml/2006/main">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b　荷重点と両端の M を求め、BMD を描く</a:t>
            </a:r>
          </a:p>
        </p:txBody>
      </p:sp>
      <p:sp>
        <p:nvSpPr>
          <p:cNvPr id="26" name="">
            <a:extLst xmlns:a="http://schemas.openxmlformats.org/drawingml/2006/main">
              <a:ext uri="{FF2B5EF4-FFF2-40B4-BE49-F238E27FC236}">
                <a16:creationId xmlns:a16="http://schemas.microsoft.com/office/drawing/2014/main" id="{2B0E555E-D151-44F0-A5FA-6D70ED854F99}"/>
              </a:ext>
            </a:extLst>
          </p:cNvPr>
          <p:cNvSpPr>
            <a:spLocks xmlns:a="http://schemas.openxmlformats.org/drawingml/2006/main" noGrp="1"/>
          </p:cNvSpPr>
          <p:nvPr/>
        </p:nvSpPr>
        <p:spPr>
          <a:xfrm xmlns:a="http://schemas.openxmlformats.org/drawingml/2006/main">
            <a:off x="685800" y="53625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xmlns:a="http://schemas.openxmlformats.org/drawingml/2006/main">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c　最大の M とその位置。SFDの面積でも検算する</a:t>
            </a:r>
          </a:p>
        </p:txBody>
      </p:sp>
      <p:sp>
        <p:nvSpPr>
          <p:cNvPr id="27" name="">
            <a:extLst xmlns:a="http://schemas.openxmlformats.org/drawingml/2006/main">
              <a:ext uri="{FF2B5EF4-FFF2-40B4-BE49-F238E27FC236}">
                <a16:creationId xmlns:a16="http://schemas.microsoft.com/office/drawing/2014/main" id="{01A78FD4-E79E-4C3E-831A-5869760D1D44}"/>
              </a:ext>
            </a:extLst>
          </p:cNvPr>
          <p:cNvSpPr>
            <a:spLocks xmlns:a="http://schemas.openxmlformats.org/drawingml/2006/main" noGrp="1"/>
          </p:cNvSpPr>
          <p:nvPr/>
        </p:nvSpPr>
        <p:spPr>
          <a:xfrm xmlns:a="http://schemas.openxmlformats.org/drawingml/2006/main">
            <a:off x="685800" y="57721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演習1と同じはり。最大位置を「中央」と決めつけない</a:t>
            </a:r>
          </a:p>
        </p:txBody>
      </p:sp>
    </p:spTree>
    <p:extLst>
      <p:ext uri="{BB962C8B-B14F-4D97-AF65-F5344CB8AC3E}">
        <p14:creationId xmlns:p14="http://schemas.microsoft.com/office/powerpoint/2010/main" val="122175439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9D59C179-9802-4640-B03B-7A41320E2A33}"/>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演習3の解答：最大値は荷重点で80 N·m</a:t>
            </a:r>
          </a:p>
        </p:txBody>
      </p:sp>
      <p:cxnSp>
        <p:nvCxnSpPr>
          <p:cNvPr id="2" name="">
            <a:extLst xmlns:a="http://schemas.openxmlformats.org/drawingml/2006/main">
              <a:ext uri="{FF2B5EF4-FFF2-40B4-BE49-F238E27FC236}">
                <a16:creationId xmlns:a16="http://schemas.microsoft.com/office/drawing/2014/main" id="{5B3A9167-A692-4B54-B2E2-B140EF28470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86E09A0C-F69C-4DE0-93FB-6522D0B346F3}"/>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5DBBF328-45F4-4E4D-AC76-64477348FF82}"/>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29 / 49</a:t>
            </a:r>
          </a:p>
        </p:txBody>
      </p:sp>
      <p:sp>
        <p:nvSpPr>
          <p:cNvPr id="5" name="">
            <a:extLst xmlns:a="http://schemas.openxmlformats.org/drawingml/2006/main">
              <a:ext uri="{FF2B5EF4-FFF2-40B4-BE49-F238E27FC236}">
                <a16:creationId xmlns:a16="http://schemas.microsoft.com/office/drawing/2014/main" id="{D9CC335F-2F9E-4842-94FA-F41793A542A3}"/>
              </a:ext>
            </a:extLst>
          </p:cNvPr>
          <p:cNvSpPr>
            <a:spLocks xmlns:a="http://schemas.openxmlformats.org/drawingml/2006/main" noGrp="1"/>
          </p:cNvSpPr>
          <p:nvPr/>
        </p:nvSpPr>
        <p:spPr>
          <a:xfrm xmlns:a="http://schemas.openxmlformats.org/drawingml/2006/main">
            <a:off x="1571625" y="2238375"/>
            <a:ext cx="6191250" cy="171450"/>
          </a:xfrm>
          <a:prstGeom xmlns:a="http://schemas.openxmlformats.org/drawingml/2006/main" prst="rect">
            <a:avLst/>
          </a:prstGeom>
          <a:solidFill xmlns:a="http://schemas.openxmlformats.org/drawingml/2006/main">
            <a:srgbClr val="E3EBF1"/>
          </a:solidFill>
          <a:ln xmlns:a="http://schemas.openxmlformats.org/drawingml/2006/main" w="13335">
            <a:solidFill>
              <a:srgbClr val="18364F"/>
            </a:solidFill>
          </a:ln>
        </p:spPr>
      </p:sp>
      <p:sp>
        <p:nvSpPr>
          <p:cNvPr id="6" name="">
            <a:extLst xmlns:a="http://schemas.openxmlformats.org/drawingml/2006/main">
              <a:ext uri="{FF2B5EF4-FFF2-40B4-BE49-F238E27FC236}">
                <a16:creationId xmlns:a16="http://schemas.microsoft.com/office/drawing/2014/main" id="{4364FCE8-7A76-4A4B-B851-7DD25D033E95}"/>
              </a:ext>
            </a:extLst>
          </p:cNvPr>
          <p:cNvSpPr>
            <a:spLocks xmlns:a="http://schemas.openxmlformats.org/drawingml/2006/main" noGrp="1"/>
          </p:cNvSpPr>
          <p:nvPr/>
        </p:nvSpPr>
        <p:spPr>
          <a:xfrm xmlns:a="http://schemas.openxmlformats.org/drawingml/2006/main">
            <a:off x="1390650" y="2409825"/>
            <a:ext cx="361950" cy="295275"/>
          </a:xfrm>
          <a:custGeom xmlns:a="http://schemas.openxmlformats.org/drawingml/2006/main">
            <a:pathLst>
              <a:path w="361950" h="295275">
                <a:moveTo>
                  <a:pt x="180975" y="0"/>
                </a:moveTo>
                <a:lnTo>
                  <a:pt x="0" y="295275"/>
                </a:lnTo>
                <a:lnTo>
                  <a:pt x="361950" y="295275"/>
                </a:lnTo>
                <a:close/>
              </a:path>
            </a:pathLst>
          </a:custGeom>
          <a:solidFill xmlns:a="http://schemas.openxmlformats.org/drawingml/2006/main">
            <a:srgbClr val="EDF2F6"/>
          </a:solidFill>
          <a:ln xmlns:a="http://schemas.openxmlformats.org/drawingml/2006/main" w="19050">
            <a:solidFill>
              <a:srgbClr val="245C98"/>
            </a:solidFill>
          </a:ln>
        </p:spPr>
      </p:sp>
      <p:cxnSp>
        <p:nvCxnSpPr>
          <p:cNvPr id="7" name="">
            <a:extLst xmlns:a="http://schemas.openxmlformats.org/drawingml/2006/main">
              <a:ext uri="{FF2B5EF4-FFF2-40B4-BE49-F238E27FC236}">
                <a16:creationId xmlns:a16="http://schemas.microsoft.com/office/drawing/2014/main" id="{C0C7C6F1-8BE4-47ED-A1C2-EDC38A874304}"/>
              </a:ext>
            </a:extLst>
          </p:cNvPr>
          <p:cNvCxnSpPr/>
          <p:nvPr/>
        </p:nvCxnSpPr>
        <p:spPr>
          <a:xfrm xmlns:a="http://schemas.openxmlformats.org/drawingml/2006/main" flipH="0" flipV="0">
            <a:off x="1238250" y="2743200"/>
            <a:ext cx="666750" cy="0"/>
          </a:xfrm>
          <a:prstGeom xmlns:a="http://schemas.openxmlformats.org/drawingml/2006/main" prst="straightConnector1">
            <a:avLst/>
          </a:prstGeom>
          <a:ln xmlns:a="http://schemas.openxmlformats.org/drawingml/2006/main" w="19050">
            <a:solidFill>
              <a:srgbClr val="5D6C78"/>
            </a:solidFill>
            <a:prstDash val="solid"/>
          </a:ln>
        </p:spPr>
      </p:cxnSp>
      <p:sp>
        <p:nvSpPr>
          <p:cNvPr id="8" name="">
            <a:extLst xmlns:a="http://schemas.openxmlformats.org/drawingml/2006/main">
              <a:ext uri="{FF2B5EF4-FFF2-40B4-BE49-F238E27FC236}">
                <a16:creationId xmlns:a16="http://schemas.microsoft.com/office/drawing/2014/main" id="{7244D40B-AE4A-4047-8A4C-2A2151A2F1C2}"/>
              </a:ext>
            </a:extLst>
          </p:cNvPr>
          <p:cNvSpPr>
            <a:spLocks xmlns:a="http://schemas.openxmlformats.org/drawingml/2006/main" noGrp="1"/>
          </p:cNvSpPr>
          <p:nvPr/>
        </p:nvSpPr>
        <p:spPr>
          <a:xfrm xmlns:a="http://schemas.openxmlformats.org/drawingml/2006/main">
            <a:off x="7581900" y="2409825"/>
            <a:ext cx="361950" cy="295275"/>
          </a:xfrm>
          <a:custGeom xmlns:a="http://schemas.openxmlformats.org/drawingml/2006/main">
            <a:pathLst>
              <a:path w="361950" h="295275">
                <a:moveTo>
                  <a:pt x="180975" y="0"/>
                </a:moveTo>
                <a:lnTo>
                  <a:pt x="0" y="295275"/>
                </a:lnTo>
                <a:lnTo>
                  <a:pt x="361950" y="295275"/>
                </a:lnTo>
                <a:close/>
              </a:path>
            </a:pathLst>
          </a:custGeom>
          <a:solidFill xmlns:a="http://schemas.openxmlformats.org/drawingml/2006/main">
            <a:srgbClr val="EDF2F6"/>
          </a:solidFill>
          <a:ln xmlns:a="http://schemas.openxmlformats.org/drawingml/2006/main" w="19050">
            <a:solidFill>
              <a:srgbClr val="245C98"/>
            </a:solidFill>
          </a:ln>
        </p:spPr>
      </p:sp>
      <p:sp>
        <p:nvSpPr>
          <p:cNvPr id="9" name="">
            <a:extLst xmlns:a="http://schemas.openxmlformats.org/drawingml/2006/main">
              <a:ext uri="{FF2B5EF4-FFF2-40B4-BE49-F238E27FC236}">
                <a16:creationId xmlns:a16="http://schemas.microsoft.com/office/drawing/2014/main" id="{1A84F188-AEA1-4F47-8A6F-45F9C1421835}"/>
              </a:ext>
            </a:extLst>
          </p:cNvPr>
          <p:cNvSpPr>
            <a:spLocks xmlns:a="http://schemas.openxmlformats.org/drawingml/2006/main" noGrp="1"/>
          </p:cNvSpPr>
          <p:nvPr/>
        </p:nvSpPr>
        <p:spPr>
          <a:xfrm xmlns:a="http://schemas.openxmlformats.org/drawingml/2006/main">
            <a:off x="7629525" y="2714625"/>
            <a:ext cx="95250" cy="95250"/>
          </a:xfrm>
          <a:prstGeom xmlns:a="http://schemas.openxmlformats.org/drawingml/2006/main" prst="ellipse">
            <a:avLst/>
          </a:prstGeom>
          <a:solidFill xmlns:a="http://schemas.openxmlformats.org/drawingml/2006/main">
            <a:srgbClr val="EDF2F6"/>
          </a:solidFill>
          <a:ln xmlns:a="http://schemas.openxmlformats.org/drawingml/2006/main" w="19050">
            <a:solidFill>
              <a:srgbClr val="C8D3DD"/>
            </a:solidFill>
          </a:ln>
        </p:spPr>
      </p:sp>
      <p:sp>
        <p:nvSpPr>
          <p:cNvPr id="10" name="">
            <a:extLst xmlns:a="http://schemas.openxmlformats.org/drawingml/2006/main">
              <a:ext uri="{FF2B5EF4-FFF2-40B4-BE49-F238E27FC236}">
                <a16:creationId xmlns:a16="http://schemas.microsoft.com/office/drawing/2014/main" id="{2E96412E-85B5-4D03-BD95-B0D25EED26A3}"/>
              </a:ext>
            </a:extLst>
          </p:cNvPr>
          <p:cNvSpPr>
            <a:spLocks xmlns:a="http://schemas.openxmlformats.org/drawingml/2006/main" noGrp="1"/>
          </p:cNvSpPr>
          <p:nvPr/>
        </p:nvSpPr>
        <p:spPr>
          <a:xfrm xmlns:a="http://schemas.openxmlformats.org/drawingml/2006/main">
            <a:off x="7800975" y="2714625"/>
            <a:ext cx="95250" cy="95250"/>
          </a:xfrm>
          <a:prstGeom xmlns:a="http://schemas.openxmlformats.org/drawingml/2006/main" prst="ellipse">
            <a:avLst/>
          </a:prstGeom>
          <a:solidFill xmlns:a="http://schemas.openxmlformats.org/drawingml/2006/main">
            <a:srgbClr val="EDF2F6"/>
          </a:solidFill>
          <a:ln xmlns:a="http://schemas.openxmlformats.org/drawingml/2006/main" w="19050">
            <a:solidFill>
              <a:srgbClr val="C8D3DD"/>
            </a:solidFill>
          </a:ln>
        </p:spPr>
      </p:sp>
      <p:cxnSp>
        <p:nvCxnSpPr>
          <p:cNvPr id="11" name="">
            <a:extLst xmlns:a="http://schemas.openxmlformats.org/drawingml/2006/main">
              <a:ext uri="{FF2B5EF4-FFF2-40B4-BE49-F238E27FC236}">
                <a16:creationId xmlns:a16="http://schemas.microsoft.com/office/drawing/2014/main" id="{D7520C08-A5F1-4175-8EA7-BAFD228D31CC}"/>
              </a:ext>
            </a:extLst>
          </p:cNvPr>
          <p:cNvCxnSpPr/>
          <p:nvPr/>
        </p:nvCxnSpPr>
        <p:spPr>
          <a:xfrm xmlns:a="http://schemas.openxmlformats.org/drawingml/2006/main" flipH="0" flipV="0">
            <a:off x="7429500" y="2828925"/>
            <a:ext cx="666750" cy="0"/>
          </a:xfrm>
          <a:prstGeom xmlns:a="http://schemas.openxmlformats.org/drawingml/2006/main" prst="straightConnector1">
            <a:avLst/>
          </a:prstGeom>
          <a:ln xmlns:a="http://schemas.openxmlformats.org/drawingml/2006/main" w="19050">
            <a:solidFill>
              <a:srgbClr val="5D6C78"/>
            </a:solidFill>
            <a:prstDash val="solid"/>
          </a:ln>
        </p:spPr>
      </p:cxnSp>
      <p:cxnSp>
        <p:nvCxnSpPr>
          <p:cNvPr id="12" name="">
            <a:extLst xmlns:a="http://schemas.openxmlformats.org/drawingml/2006/main">
              <a:ext uri="{FF2B5EF4-FFF2-40B4-BE49-F238E27FC236}">
                <a16:creationId xmlns:a16="http://schemas.microsoft.com/office/drawing/2014/main" id="{181E27F2-9E78-4F34-B05A-2B0B69233A87}"/>
              </a:ext>
            </a:extLst>
          </p:cNvPr>
          <p:cNvCxnSpPr/>
          <p:nvPr/>
        </p:nvCxnSpPr>
        <p:spPr>
          <a:xfrm xmlns:a="http://schemas.openxmlformats.org/drawingml/2006/main" flipH="0" flipV="0">
            <a:off x="3635375" y="1762125"/>
            <a:ext cx="0" cy="438150"/>
          </a:xfrm>
          <a:prstGeom xmlns:a="http://schemas.openxmlformats.org/drawingml/2006/main" prst="straightConnector1">
            <a:avLst/>
          </a:prstGeom>
          <a:ln xmlns:a="http://schemas.openxmlformats.org/drawingml/2006/main" w="38100">
            <a:solidFill>
              <a:srgbClr val="C53D3D"/>
            </a:solidFill>
            <a:tailEnd type="triangle" w="med" len="med"/>
          </a:ln>
        </p:spPr>
      </p:cxnSp>
      <p:sp>
        <p:nvSpPr>
          <p:cNvPr id="13" name="">
            <a:extLst xmlns:a="http://schemas.openxmlformats.org/drawingml/2006/main">
              <a:ext uri="{FF2B5EF4-FFF2-40B4-BE49-F238E27FC236}">
                <a16:creationId xmlns:a16="http://schemas.microsoft.com/office/drawing/2014/main" id="{EDD24D55-26F1-406F-95D0-8255C8DE3AA9}"/>
              </a:ext>
            </a:extLst>
          </p:cNvPr>
          <p:cNvSpPr>
            <a:spLocks xmlns:a="http://schemas.openxmlformats.org/drawingml/2006/main" noGrp="1"/>
          </p:cNvSpPr>
          <p:nvPr/>
        </p:nvSpPr>
        <p:spPr>
          <a:xfrm xmlns:a="http://schemas.openxmlformats.org/drawingml/2006/main">
            <a:off x="2587625" y="12858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C53D3D"/>
                </a:solidFill>
                <a:latin typeface="Yu Gothic"/>
                <a:ea typeface="Yu Gothic"/>
                <a:cs typeface="Yu Gothic"/>
              </a:defRPr>
            </a:defPPr>
            <a:lvl1pPr algn="ctr">
              <a:buNone/>
              <a:defRPr sz="2250" b="1">
                <a:solidFill>
                  <a:srgbClr val="C53D3D"/>
                </a:solidFill>
                <a:latin typeface="Yu Gothic"/>
                <a:ea typeface="Yu Gothic"/>
                <a:cs typeface="Yu Gothic"/>
              </a:defRPr>
            </a:lvl1pPr>
            <a:lvl2pPr algn="ctr">
              <a:buNone/>
              <a:defRPr sz="2250" b="1">
                <a:solidFill>
                  <a:srgbClr val="C53D3D"/>
                </a:solidFill>
                <a:latin typeface="Yu Gothic"/>
                <a:ea typeface="Yu Gothic"/>
                <a:cs typeface="Yu Gothic"/>
              </a:defRPr>
            </a:lvl2pPr>
            <a:lvl3pPr algn="ctr">
              <a:buNone/>
              <a:defRPr sz="2250" b="1">
                <a:solidFill>
                  <a:srgbClr val="C53D3D"/>
                </a:solidFill>
                <a:latin typeface="Yu Gothic"/>
                <a:ea typeface="Yu Gothic"/>
                <a:cs typeface="Yu Gothic"/>
              </a:defRPr>
            </a:lvl3pPr>
            <a:lvl4pPr algn="ctr">
              <a:buNone/>
              <a:defRPr sz="2250" b="1">
                <a:solidFill>
                  <a:srgbClr val="C53D3D"/>
                </a:solidFill>
                <a:latin typeface="Yu Gothic"/>
                <a:ea typeface="Yu Gothic"/>
                <a:cs typeface="Yu Gothic"/>
              </a:defRPr>
            </a:lvl4pPr>
            <a:lvl5pPr algn="ctr">
              <a:buNone/>
              <a:defRPr sz="2250" b="1">
                <a:solidFill>
                  <a:srgbClr val="C53D3D"/>
                </a:solidFill>
                <a:latin typeface="Yu Gothic"/>
                <a:ea typeface="Yu Gothic"/>
                <a:cs typeface="Yu Gothic"/>
              </a:defRPr>
            </a:lvl5pPr>
            <a:lvl6pPr algn="ctr">
              <a:buNone/>
              <a:defRPr sz="2250" b="1">
                <a:solidFill>
                  <a:srgbClr val="C53D3D"/>
                </a:solidFill>
                <a:latin typeface="Yu Gothic"/>
                <a:ea typeface="Yu Gothic"/>
                <a:cs typeface="Yu Gothic"/>
              </a:defRPr>
            </a:lvl6pPr>
            <a:lvl7pPr algn="ctr">
              <a:buNone/>
              <a:defRPr sz="2250" b="1">
                <a:solidFill>
                  <a:srgbClr val="C53D3D"/>
                </a:solidFill>
                <a:latin typeface="Yu Gothic"/>
                <a:ea typeface="Yu Gothic"/>
                <a:cs typeface="Yu Gothic"/>
              </a:defRPr>
            </a:lvl7pPr>
            <a:lvl8pPr algn="ctr">
              <a:buNone/>
              <a:defRPr sz="2250" b="1">
                <a:solidFill>
                  <a:srgbClr val="C53D3D"/>
                </a:solidFill>
                <a:latin typeface="Yu Gothic"/>
                <a:ea typeface="Yu Gothic"/>
                <a:cs typeface="Yu Gothic"/>
              </a:defRPr>
            </a:lvl8pPr>
            <a:lvl9pPr algn="ctr">
              <a:buNone/>
              <a:defRPr sz="2250" b="1">
                <a:solidFill>
                  <a:srgbClr val="C53D3D"/>
                </a:solidFill>
                <a:latin typeface="Yu Gothic"/>
                <a:ea typeface="Yu Gothic"/>
                <a:cs typeface="Yu Gothic"/>
              </a:defRPr>
            </a:lvl9pPr>
          </a:lstStyle>
          <a:p xmlns:a="http://schemas.openxmlformats.org/drawingml/2006/main">
            <a:pPr algn="ctr">
              <a:buNone/>
              <a:defRPr sz="2250" b="1">
                <a:solidFill>
                  <a:srgbClr val="C53D3D"/>
                </a:solidFill>
                <a:latin typeface="Yu Gothic"/>
                <a:ea typeface="Yu Gothic"/>
                <a:cs typeface="Yu Gothic"/>
              </a:defRPr>
            </a:pPr>
            <a:r>
              <a:rPr sz="2250" b="1">
                <a:solidFill>
                  <a:srgbClr val="C53D3D"/>
                </a:solidFill>
                <a:latin typeface="Yu Gothic"/>
                <a:ea typeface="Yu Gothic"/>
                <a:cs typeface="Yu Gothic"/>
              </a:rPr>
              <a:t>300 N</a:t>
            </a:r>
          </a:p>
        </p:txBody>
      </p:sp>
      <p:sp>
        <p:nvSpPr>
          <p:cNvPr id="14" name="">
            <a:extLst xmlns:a="http://schemas.openxmlformats.org/drawingml/2006/main">
              <a:ext uri="{FF2B5EF4-FFF2-40B4-BE49-F238E27FC236}">
                <a16:creationId xmlns:a16="http://schemas.microsoft.com/office/drawing/2014/main" id="{9C3B0C7E-5EBB-426D-9C6A-CF7DADCEB4D2}"/>
              </a:ext>
            </a:extLst>
          </p:cNvPr>
          <p:cNvSpPr>
            <a:spLocks xmlns:a="http://schemas.openxmlformats.org/drawingml/2006/main" noGrp="1"/>
          </p:cNvSpPr>
          <p:nvPr/>
        </p:nvSpPr>
        <p:spPr>
          <a:xfrm xmlns:a="http://schemas.openxmlformats.org/drawingml/2006/main">
            <a:off x="1000125" y="2428875"/>
            <a:ext cx="333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245C98"/>
                </a:solidFill>
                <a:latin typeface="Yu Gothic"/>
                <a:ea typeface="Yu Gothic"/>
                <a:cs typeface="Yu Gothic"/>
              </a:defRPr>
            </a:defPPr>
            <a:lvl1pPr algn="l">
              <a:buNone/>
              <a:defRPr sz="1875" b="1">
                <a:solidFill>
                  <a:srgbClr val="245C98"/>
                </a:solidFill>
                <a:latin typeface="Yu Gothic"/>
                <a:ea typeface="Yu Gothic"/>
                <a:cs typeface="Yu Gothic"/>
              </a:defRPr>
            </a:lvl1pPr>
            <a:lvl2pPr algn="l">
              <a:buNone/>
              <a:defRPr sz="1875" b="1">
                <a:solidFill>
                  <a:srgbClr val="245C98"/>
                </a:solidFill>
                <a:latin typeface="Yu Gothic"/>
                <a:ea typeface="Yu Gothic"/>
                <a:cs typeface="Yu Gothic"/>
              </a:defRPr>
            </a:lvl2pPr>
            <a:lvl3pPr algn="l">
              <a:buNone/>
              <a:defRPr sz="1875" b="1">
                <a:solidFill>
                  <a:srgbClr val="245C98"/>
                </a:solidFill>
                <a:latin typeface="Yu Gothic"/>
                <a:ea typeface="Yu Gothic"/>
                <a:cs typeface="Yu Gothic"/>
              </a:defRPr>
            </a:lvl3pPr>
            <a:lvl4pPr algn="l">
              <a:buNone/>
              <a:defRPr sz="1875" b="1">
                <a:solidFill>
                  <a:srgbClr val="245C98"/>
                </a:solidFill>
                <a:latin typeface="Yu Gothic"/>
                <a:ea typeface="Yu Gothic"/>
                <a:cs typeface="Yu Gothic"/>
              </a:defRPr>
            </a:lvl4pPr>
            <a:lvl5pPr algn="l">
              <a:buNone/>
              <a:defRPr sz="1875" b="1">
                <a:solidFill>
                  <a:srgbClr val="245C98"/>
                </a:solidFill>
                <a:latin typeface="Yu Gothic"/>
                <a:ea typeface="Yu Gothic"/>
                <a:cs typeface="Yu Gothic"/>
              </a:defRPr>
            </a:lvl5pPr>
            <a:lvl6pPr algn="l">
              <a:buNone/>
              <a:defRPr sz="1875" b="1">
                <a:solidFill>
                  <a:srgbClr val="245C98"/>
                </a:solidFill>
                <a:latin typeface="Yu Gothic"/>
                <a:ea typeface="Yu Gothic"/>
                <a:cs typeface="Yu Gothic"/>
              </a:defRPr>
            </a:lvl6pPr>
            <a:lvl7pPr algn="l">
              <a:buNone/>
              <a:defRPr sz="1875" b="1">
                <a:solidFill>
                  <a:srgbClr val="245C98"/>
                </a:solidFill>
                <a:latin typeface="Yu Gothic"/>
                <a:ea typeface="Yu Gothic"/>
                <a:cs typeface="Yu Gothic"/>
              </a:defRPr>
            </a:lvl7pPr>
            <a:lvl8pPr algn="l">
              <a:buNone/>
              <a:defRPr sz="1875" b="1">
                <a:solidFill>
                  <a:srgbClr val="245C98"/>
                </a:solidFill>
                <a:latin typeface="Yu Gothic"/>
                <a:ea typeface="Yu Gothic"/>
                <a:cs typeface="Yu Gothic"/>
              </a:defRPr>
            </a:lvl8pPr>
            <a:lvl9pPr algn="l">
              <a:buNone/>
              <a:defRPr sz="1875" b="1">
                <a:solidFill>
                  <a:srgbClr val="245C98"/>
                </a:solidFill>
                <a:latin typeface="Yu Gothic"/>
                <a:ea typeface="Yu Gothic"/>
                <a:cs typeface="Yu Gothic"/>
              </a:defRPr>
            </a:lvl9pPr>
          </a:lstStyle>
          <a:p xmlns:a="http://schemas.openxmlformats.org/drawingml/2006/main">
            <a:pPr algn="l">
              <a:buNone/>
              <a:defRPr sz="1875" b="1">
                <a:solidFill>
                  <a:srgbClr val="245C98"/>
                </a:solidFill>
                <a:latin typeface="Yu Gothic"/>
                <a:ea typeface="Yu Gothic"/>
                <a:cs typeface="Yu Gothic"/>
              </a:defRPr>
            </a:pPr>
            <a:r>
              <a:rPr sz="1875" b="1">
                <a:solidFill>
                  <a:srgbClr val="245C98"/>
                </a:solidFill>
                <a:latin typeface="Yu Gothic"/>
                <a:ea typeface="Yu Gothic"/>
                <a:cs typeface="Yu Gothic"/>
              </a:rPr>
              <a:t>A</a:t>
            </a:r>
          </a:p>
        </p:txBody>
      </p:sp>
      <p:sp>
        <p:nvSpPr>
          <p:cNvPr id="15" name="">
            <a:extLst xmlns:a="http://schemas.openxmlformats.org/drawingml/2006/main">
              <a:ext uri="{FF2B5EF4-FFF2-40B4-BE49-F238E27FC236}">
                <a16:creationId xmlns:a16="http://schemas.microsoft.com/office/drawing/2014/main" id="{F75560F1-6B61-43AB-BDD2-946E0614056B}"/>
              </a:ext>
            </a:extLst>
          </p:cNvPr>
          <p:cNvSpPr>
            <a:spLocks xmlns:a="http://schemas.openxmlformats.org/drawingml/2006/main" noGrp="1"/>
          </p:cNvSpPr>
          <p:nvPr/>
        </p:nvSpPr>
        <p:spPr>
          <a:xfrm xmlns:a="http://schemas.openxmlformats.org/drawingml/2006/main">
            <a:off x="8001000" y="2428875"/>
            <a:ext cx="333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245C98"/>
                </a:solidFill>
                <a:latin typeface="Yu Gothic"/>
                <a:ea typeface="Yu Gothic"/>
                <a:cs typeface="Yu Gothic"/>
              </a:defRPr>
            </a:defPPr>
            <a:lvl1pPr algn="l">
              <a:buNone/>
              <a:defRPr sz="1875" b="1">
                <a:solidFill>
                  <a:srgbClr val="245C98"/>
                </a:solidFill>
                <a:latin typeface="Yu Gothic"/>
                <a:ea typeface="Yu Gothic"/>
                <a:cs typeface="Yu Gothic"/>
              </a:defRPr>
            </a:lvl1pPr>
            <a:lvl2pPr algn="l">
              <a:buNone/>
              <a:defRPr sz="1875" b="1">
                <a:solidFill>
                  <a:srgbClr val="245C98"/>
                </a:solidFill>
                <a:latin typeface="Yu Gothic"/>
                <a:ea typeface="Yu Gothic"/>
                <a:cs typeface="Yu Gothic"/>
              </a:defRPr>
            </a:lvl2pPr>
            <a:lvl3pPr algn="l">
              <a:buNone/>
              <a:defRPr sz="1875" b="1">
                <a:solidFill>
                  <a:srgbClr val="245C98"/>
                </a:solidFill>
                <a:latin typeface="Yu Gothic"/>
                <a:ea typeface="Yu Gothic"/>
                <a:cs typeface="Yu Gothic"/>
              </a:defRPr>
            </a:lvl3pPr>
            <a:lvl4pPr algn="l">
              <a:buNone/>
              <a:defRPr sz="1875" b="1">
                <a:solidFill>
                  <a:srgbClr val="245C98"/>
                </a:solidFill>
                <a:latin typeface="Yu Gothic"/>
                <a:ea typeface="Yu Gothic"/>
                <a:cs typeface="Yu Gothic"/>
              </a:defRPr>
            </a:lvl4pPr>
            <a:lvl5pPr algn="l">
              <a:buNone/>
              <a:defRPr sz="1875" b="1">
                <a:solidFill>
                  <a:srgbClr val="245C98"/>
                </a:solidFill>
                <a:latin typeface="Yu Gothic"/>
                <a:ea typeface="Yu Gothic"/>
                <a:cs typeface="Yu Gothic"/>
              </a:defRPr>
            </a:lvl5pPr>
            <a:lvl6pPr algn="l">
              <a:buNone/>
              <a:defRPr sz="1875" b="1">
                <a:solidFill>
                  <a:srgbClr val="245C98"/>
                </a:solidFill>
                <a:latin typeface="Yu Gothic"/>
                <a:ea typeface="Yu Gothic"/>
                <a:cs typeface="Yu Gothic"/>
              </a:defRPr>
            </a:lvl6pPr>
            <a:lvl7pPr algn="l">
              <a:buNone/>
              <a:defRPr sz="1875" b="1">
                <a:solidFill>
                  <a:srgbClr val="245C98"/>
                </a:solidFill>
                <a:latin typeface="Yu Gothic"/>
                <a:ea typeface="Yu Gothic"/>
                <a:cs typeface="Yu Gothic"/>
              </a:defRPr>
            </a:lvl7pPr>
            <a:lvl8pPr algn="l">
              <a:buNone/>
              <a:defRPr sz="1875" b="1">
                <a:solidFill>
                  <a:srgbClr val="245C98"/>
                </a:solidFill>
                <a:latin typeface="Yu Gothic"/>
                <a:ea typeface="Yu Gothic"/>
                <a:cs typeface="Yu Gothic"/>
              </a:defRPr>
            </a:lvl8pPr>
            <a:lvl9pPr algn="l">
              <a:buNone/>
              <a:defRPr sz="1875" b="1">
                <a:solidFill>
                  <a:srgbClr val="245C98"/>
                </a:solidFill>
                <a:latin typeface="Yu Gothic"/>
                <a:ea typeface="Yu Gothic"/>
                <a:cs typeface="Yu Gothic"/>
              </a:defRPr>
            </a:lvl9pPr>
          </a:lstStyle>
          <a:p xmlns:a="http://schemas.openxmlformats.org/drawingml/2006/main">
            <a:pPr algn="l">
              <a:buNone/>
              <a:defRPr sz="1875" b="1">
                <a:solidFill>
                  <a:srgbClr val="245C98"/>
                </a:solidFill>
                <a:latin typeface="Yu Gothic"/>
                <a:ea typeface="Yu Gothic"/>
                <a:cs typeface="Yu Gothic"/>
              </a:defRPr>
            </a:pPr>
            <a:r>
              <a:rPr sz="1875" b="1">
                <a:solidFill>
                  <a:srgbClr val="245C98"/>
                </a:solidFill>
                <a:latin typeface="Yu Gothic"/>
                <a:ea typeface="Yu Gothic"/>
                <a:cs typeface="Yu Gothic"/>
              </a:rPr>
              <a:t>B</a:t>
            </a:r>
          </a:p>
        </p:txBody>
      </p:sp>
      <p:sp>
        <p:nvSpPr>
          <p:cNvPr id="16" name="">
            <a:extLst xmlns:a="http://schemas.openxmlformats.org/drawingml/2006/main">
              <a:ext uri="{FF2B5EF4-FFF2-40B4-BE49-F238E27FC236}">
                <a16:creationId xmlns:a16="http://schemas.microsoft.com/office/drawing/2014/main" id="{4E42835D-BF9F-4585-BDDE-7A12A129AE0C}"/>
              </a:ext>
            </a:extLst>
          </p:cNvPr>
          <p:cNvSpPr>
            <a:spLocks xmlns:a="http://schemas.openxmlformats.org/drawingml/2006/main" noGrp="1"/>
          </p:cNvSpPr>
          <p:nvPr/>
        </p:nvSpPr>
        <p:spPr>
          <a:xfrm xmlns:a="http://schemas.openxmlformats.org/drawingml/2006/main">
            <a:off x="8572500" y="1762125"/>
            <a:ext cx="2933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8364F"/>
                </a:solidFill>
                <a:latin typeface="Yu Gothic"/>
                <a:ea typeface="Yu Gothic"/>
                <a:cs typeface="Yu Gothic"/>
              </a:defRPr>
            </a:defPPr>
            <a:lvl1pPr algn="l">
              <a:buNone/>
              <a:defRPr sz="2100" b="1">
                <a:solidFill>
                  <a:srgbClr val="18364F"/>
                </a:solidFill>
                <a:latin typeface="Yu Gothic"/>
                <a:ea typeface="Yu Gothic"/>
                <a:cs typeface="Yu Gothic"/>
              </a:defRPr>
            </a:lvl1pPr>
            <a:lvl2pPr algn="l">
              <a:buNone/>
              <a:defRPr sz="2100" b="1">
                <a:solidFill>
                  <a:srgbClr val="18364F"/>
                </a:solidFill>
                <a:latin typeface="Yu Gothic"/>
                <a:ea typeface="Yu Gothic"/>
                <a:cs typeface="Yu Gothic"/>
              </a:defRPr>
            </a:lvl2pPr>
            <a:lvl3pPr algn="l">
              <a:buNone/>
              <a:defRPr sz="2100" b="1">
                <a:solidFill>
                  <a:srgbClr val="18364F"/>
                </a:solidFill>
                <a:latin typeface="Yu Gothic"/>
                <a:ea typeface="Yu Gothic"/>
                <a:cs typeface="Yu Gothic"/>
              </a:defRPr>
            </a:lvl3pPr>
            <a:lvl4pPr algn="l">
              <a:buNone/>
              <a:defRPr sz="2100" b="1">
                <a:solidFill>
                  <a:srgbClr val="18364F"/>
                </a:solidFill>
                <a:latin typeface="Yu Gothic"/>
                <a:ea typeface="Yu Gothic"/>
                <a:cs typeface="Yu Gothic"/>
              </a:defRPr>
            </a:lvl4pPr>
            <a:lvl5pPr algn="l">
              <a:buNone/>
              <a:defRPr sz="2100" b="1">
                <a:solidFill>
                  <a:srgbClr val="18364F"/>
                </a:solidFill>
                <a:latin typeface="Yu Gothic"/>
                <a:ea typeface="Yu Gothic"/>
                <a:cs typeface="Yu Gothic"/>
              </a:defRPr>
            </a:lvl5pPr>
            <a:lvl6pPr algn="l">
              <a:buNone/>
              <a:defRPr sz="2100" b="1">
                <a:solidFill>
                  <a:srgbClr val="18364F"/>
                </a:solidFill>
                <a:latin typeface="Yu Gothic"/>
                <a:ea typeface="Yu Gothic"/>
                <a:cs typeface="Yu Gothic"/>
              </a:defRPr>
            </a:lvl6pPr>
            <a:lvl7pPr algn="l">
              <a:buNone/>
              <a:defRPr sz="2100" b="1">
                <a:solidFill>
                  <a:srgbClr val="18364F"/>
                </a:solidFill>
                <a:latin typeface="Yu Gothic"/>
                <a:ea typeface="Yu Gothic"/>
                <a:cs typeface="Yu Gothic"/>
              </a:defRPr>
            </a:lvl7pPr>
            <a:lvl8pPr algn="l">
              <a:buNone/>
              <a:defRPr sz="2100" b="1">
                <a:solidFill>
                  <a:srgbClr val="18364F"/>
                </a:solidFill>
                <a:latin typeface="Yu Gothic"/>
                <a:ea typeface="Yu Gothic"/>
                <a:cs typeface="Yu Gothic"/>
              </a:defRPr>
            </a:lvl8pPr>
            <a:lvl9pPr algn="l">
              <a:buNone/>
              <a:defRPr sz="2100" b="1">
                <a:solidFill>
                  <a:srgbClr val="18364F"/>
                </a:solidFill>
                <a:latin typeface="Yu Gothic"/>
                <a:ea typeface="Yu Gothic"/>
                <a:cs typeface="Yu Gothic"/>
              </a:defRPr>
            </a:lvl9pPr>
          </a:lstStyle>
          <a:p xmlns:a="http://schemas.openxmlformats.org/drawingml/2006/main">
            <a:pPr algn="l">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L = 1.2 m</a:t>
            </a:r>
          </a:p>
        </p:txBody>
      </p:sp>
      <p:cxnSp>
        <p:nvCxnSpPr>
          <p:cNvPr id="17" name="">
            <a:extLst xmlns:a="http://schemas.openxmlformats.org/drawingml/2006/main">
              <a:ext uri="{FF2B5EF4-FFF2-40B4-BE49-F238E27FC236}">
                <a16:creationId xmlns:a16="http://schemas.microsoft.com/office/drawing/2014/main" id="{9162047F-CB5C-4727-85EB-4635EA6A2212}"/>
              </a:ext>
            </a:extLst>
          </p:cNvPr>
          <p:cNvCxnSpPr/>
          <p:nvPr/>
        </p:nvCxnSpPr>
        <p:spPr>
          <a:xfrm xmlns:a="http://schemas.openxmlformats.org/drawingml/2006/main" flipH="0" flipV="0">
            <a:off x="1571625" y="3714750"/>
            <a:ext cx="6381750" cy="0"/>
          </a:xfrm>
          <a:prstGeom xmlns:a="http://schemas.openxmlformats.org/drawingml/2006/main" prst="straightConnector1">
            <a:avLst/>
          </a:prstGeom>
          <a:ln xmlns:a="http://schemas.openxmlformats.org/drawingml/2006/main" w="17145">
            <a:solidFill>
              <a:srgbClr val="5D6C78"/>
            </a:solidFill>
            <a:tailEnd type="triangle" w="med" len="med"/>
          </a:ln>
        </p:spPr>
      </p:cxnSp>
      <p:cxnSp>
        <p:nvCxnSpPr>
          <p:cNvPr id="18" name="">
            <a:extLst xmlns:a="http://schemas.openxmlformats.org/drawingml/2006/main">
              <a:ext uri="{FF2B5EF4-FFF2-40B4-BE49-F238E27FC236}">
                <a16:creationId xmlns:a16="http://schemas.microsoft.com/office/drawing/2014/main" id="{22B1A97B-0E90-47A5-820E-72FC8EFBD517}"/>
              </a:ext>
            </a:extLst>
          </p:cNvPr>
          <p:cNvCxnSpPr/>
          <p:nvPr/>
        </p:nvCxnSpPr>
        <p:spPr>
          <a:xfrm xmlns:a="http://schemas.openxmlformats.org/drawingml/2006/main" flipH="0" flipV="0">
            <a:off x="1571625" y="3286125"/>
            <a:ext cx="0" cy="857250"/>
          </a:xfrm>
          <a:prstGeom xmlns:a="http://schemas.openxmlformats.org/drawingml/2006/main" prst="straightConnector1">
            <a:avLst/>
          </a:prstGeom>
          <a:ln xmlns:a="http://schemas.openxmlformats.org/drawingml/2006/main" w="14288">
            <a:solidFill>
              <a:srgbClr val="5D6C78"/>
            </a:solidFill>
            <a:prstDash val="solid"/>
          </a:ln>
        </p:spPr>
      </p:cxnSp>
      <p:sp>
        <p:nvSpPr>
          <p:cNvPr id="19" name="">
            <a:extLst xmlns:a="http://schemas.openxmlformats.org/drawingml/2006/main">
              <a:ext uri="{FF2B5EF4-FFF2-40B4-BE49-F238E27FC236}">
                <a16:creationId xmlns:a16="http://schemas.microsoft.com/office/drawing/2014/main" id="{AEE6FDB4-8399-4878-88B4-324AF4B3B726}"/>
              </a:ext>
            </a:extLst>
          </p:cNvPr>
          <p:cNvSpPr>
            <a:spLocks xmlns:a="http://schemas.openxmlformats.org/drawingml/2006/main" noGrp="1"/>
          </p:cNvSpPr>
          <p:nvPr/>
        </p:nvSpPr>
        <p:spPr>
          <a:xfrm xmlns:a="http://schemas.openxmlformats.org/drawingml/2006/main">
            <a:off x="1209675" y="3543300"/>
            <a:ext cx="266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xmlns:a="http://schemas.openxmlformats.org/drawingml/2006/main">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0</a:t>
            </a:r>
          </a:p>
        </p:txBody>
      </p:sp>
      <p:sp>
        <p:nvSpPr>
          <p:cNvPr id="20" name="">
            <a:extLst xmlns:a="http://schemas.openxmlformats.org/drawingml/2006/main">
              <a:ext uri="{FF2B5EF4-FFF2-40B4-BE49-F238E27FC236}">
                <a16:creationId xmlns:a16="http://schemas.microsoft.com/office/drawing/2014/main" id="{D2EB961A-3088-40B3-BFA3-37EB25614024}"/>
              </a:ext>
            </a:extLst>
          </p:cNvPr>
          <p:cNvSpPr>
            <a:spLocks xmlns:a="http://schemas.openxmlformats.org/drawingml/2006/main" noGrp="1"/>
          </p:cNvSpPr>
          <p:nvPr/>
        </p:nvSpPr>
        <p:spPr>
          <a:xfrm xmlns:a="http://schemas.openxmlformats.org/drawingml/2006/main">
            <a:off x="666750" y="29527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8364F"/>
                </a:solidFill>
                <a:latin typeface="Yu Gothic"/>
                <a:ea typeface="Yu Gothic"/>
                <a:cs typeface="Yu Gothic"/>
              </a:defRPr>
            </a:defPPr>
            <a:lvl1pPr algn="l">
              <a:buNone/>
              <a:defRPr sz="1800" b="1">
                <a:solidFill>
                  <a:srgbClr val="18364F"/>
                </a:solidFill>
                <a:latin typeface="Yu Gothic"/>
                <a:ea typeface="Yu Gothic"/>
                <a:cs typeface="Yu Gothic"/>
              </a:defRPr>
            </a:lvl1pPr>
            <a:lvl2pPr algn="l">
              <a:buNone/>
              <a:defRPr sz="1800" b="1">
                <a:solidFill>
                  <a:srgbClr val="18364F"/>
                </a:solidFill>
                <a:latin typeface="Yu Gothic"/>
                <a:ea typeface="Yu Gothic"/>
                <a:cs typeface="Yu Gothic"/>
              </a:defRPr>
            </a:lvl2pPr>
            <a:lvl3pPr algn="l">
              <a:buNone/>
              <a:defRPr sz="1800" b="1">
                <a:solidFill>
                  <a:srgbClr val="18364F"/>
                </a:solidFill>
                <a:latin typeface="Yu Gothic"/>
                <a:ea typeface="Yu Gothic"/>
                <a:cs typeface="Yu Gothic"/>
              </a:defRPr>
            </a:lvl3pPr>
            <a:lvl4pPr algn="l">
              <a:buNone/>
              <a:defRPr sz="1800" b="1">
                <a:solidFill>
                  <a:srgbClr val="18364F"/>
                </a:solidFill>
                <a:latin typeface="Yu Gothic"/>
                <a:ea typeface="Yu Gothic"/>
                <a:cs typeface="Yu Gothic"/>
              </a:defRPr>
            </a:lvl4pPr>
            <a:lvl5pPr algn="l">
              <a:buNone/>
              <a:defRPr sz="1800" b="1">
                <a:solidFill>
                  <a:srgbClr val="18364F"/>
                </a:solidFill>
                <a:latin typeface="Yu Gothic"/>
                <a:ea typeface="Yu Gothic"/>
                <a:cs typeface="Yu Gothic"/>
              </a:defRPr>
            </a:lvl5pPr>
            <a:lvl6pPr algn="l">
              <a:buNone/>
              <a:defRPr sz="1800" b="1">
                <a:solidFill>
                  <a:srgbClr val="18364F"/>
                </a:solidFill>
                <a:latin typeface="Yu Gothic"/>
                <a:ea typeface="Yu Gothic"/>
                <a:cs typeface="Yu Gothic"/>
              </a:defRPr>
            </a:lvl6pPr>
            <a:lvl7pPr algn="l">
              <a:buNone/>
              <a:defRPr sz="1800" b="1">
                <a:solidFill>
                  <a:srgbClr val="18364F"/>
                </a:solidFill>
                <a:latin typeface="Yu Gothic"/>
                <a:ea typeface="Yu Gothic"/>
                <a:cs typeface="Yu Gothic"/>
              </a:defRPr>
            </a:lvl7pPr>
            <a:lvl8pPr algn="l">
              <a:buNone/>
              <a:defRPr sz="1800" b="1">
                <a:solidFill>
                  <a:srgbClr val="18364F"/>
                </a:solidFill>
                <a:latin typeface="Yu Gothic"/>
                <a:ea typeface="Yu Gothic"/>
                <a:cs typeface="Yu Gothic"/>
              </a:defRPr>
            </a:lvl8pPr>
            <a:lvl9pPr algn="l">
              <a:buNone/>
              <a:defRPr sz="1800" b="1">
                <a:solidFill>
                  <a:srgbClr val="18364F"/>
                </a:solidFill>
                <a:latin typeface="Yu Gothic"/>
                <a:ea typeface="Yu Gothic"/>
                <a:cs typeface="Yu Gothic"/>
              </a:defRPr>
            </a:lvl9pPr>
          </a:lstStyle>
          <a:p xmlns:a="http://schemas.openxmlformats.org/drawingml/2006/main">
            <a:pPr algn="l">
              <a:buNone/>
              <a:defRPr sz="1800" b="1">
                <a:solidFill>
                  <a:srgbClr val="18364F"/>
                </a:solidFill>
                <a:latin typeface="Yu Gothic"/>
                <a:ea typeface="Yu Gothic"/>
                <a:cs typeface="Yu Gothic"/>
              </a:defRPr>
            </a:pPr>
            <a:r>
              <a:rPr sz="1800" b="1">
                <a:solidFill>
                  <a:srgbClr val="18364F"/>
                </a:solidFill>
                <a:latin typeface="Yu Gothic"/>
                <a:ea typeface="Yu Gothic"/>
                <a:cs typeface="Yu Gothic"/>
              </a:rPr>
              <a:t>V / N</a:t>
            </a:r>
          </a:p>
        </p:txBody>
      </p:sp>
      <p:sp>
        <p:nvSpPr>
          <p:cNvPr id="21" name="">
            <a:extLst xmlns:a="http://schemas.openxmlformats.org/drawingml/2006/main">
              <a:ext uri="{FF2B5EF4-FFF2-40B4-BE49-F238E27FC236}">
                <a16:creationId xmlns:a16="http://schemas.microsoft.com/office/drawing/2014/main" id="{E1CDC973-2DB0-4AD8-A4CC-593EF25D2A9B}"/>
              </a:ext>
            </a:extLst>
          </p:cNvPr>
          <p:cNvSpPr>
            <a:spLocks xmlns:a="http://schemas.openxmlformats.org/drawingml/2006/main" noGrp="1"/>
          </p:cNvSpPr>
          <p:nvPr/>
        </p:nvSpPr>
        <p:spPr>
          <a:xfrm xmlns:a="http://schemas.openxmlformats.org/drawingml/2006/main">
            <a:off x="8010525" y="354330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xmlns:a="http://schemas.openxmlformats.org/drawingml/2006/main">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x / m</a:t>
            </a:r>
          </a:p>
        </p:txBody>
      </p:sp>
      <p:sp>
        <p:nvSpPr>
          <p:cNvPr id="22" name="">
            <a:extLst xmlns:a="http://schemas.openxmlformats.org/drawingml/2006/main">
              <a:ext uri="{FF2B5EF4-FFF2-40B4-BE49-F238E27FC236}">
                <a16:creationId xmlns:a16="http://schemas.microsoft.com/office/drawing/2014/main" id="{34E06A48-B5C1-49F3-9A12-788C66E6C613}"/>
              </a:ext>
            </a:extLst>
          </p:cNvPr>
          <p:cNvSpPr>
            <a:spLocks xmlns:a="http://schemas.openxmlformats.org/drawingml/2006/main" noGrp="1"/>
          </p:cNvSpPr>
          <p:nvPr/>
        </p:nvSpPr>
        <p:spPr>
          <a:xfrm xmlns:a="http://schemas.openxmlformats.org/drawingml/2006/main">
            <a:off x="1571625" y="3286125"/>
            <a:ext cx="6191250" cy="642938"/>
          </a:xfrm>
          <a:custGeom xmlns:a="http://schemas.openxmlformats.org/drawingml/2006/main">
            <a:pathLst>
              <a:path w="6191250" h="642938">
                <a:moveTo>
                  <a:pt x="0" y="428625"/>
                </a:moveTo>
                <a:lnTo>
                  <a:pt x="0" y="0"/>
                </a:lnTo>
                <a:lnTo>
                  <a:pt x="2063750" y="0"/>
                </a:lnTo>
                <a:lnTo>
                  <a:pt x="2063750" y="642938"/>
                </a:lnTo>
                <a:lnTo>
                  <a:pt x="6191250" y="642938"/>
                </a:lnTo>
                <a:lnTo>
                  <a:pt x="6191250" y="428625"/>
                </a:lnTo>
              </a:path>
            </a:pathLst>
          </a:custGeom>
          <a:noFill xmlns:a="http://schemas.openxmlformats.org/drawingml/2006/main"/>
          <a:ln xmlns:a="http://schemas.openxmlformats.org/drawingml/2006/main" w="38100">
            <a:solidFill>
              <a:srgbClr val="7352A3"/>
            </a:solidFill>
          </a:ln>
        </p:spPr>
      </p:sp>
      <p:sp>
        <p:nvSpPr>
          <p:cNvPr id="23" name="">
            <a:extLst xmlns:a="http://schemas.openxmlformats.org/drawingml/2006/main">
              <a:ext uri="{FF2B5EF4-FFF2-40B4-BE49-F238E27FC236}">
                <a16:creationId xmlns:a16="http://schemas.microsoft.com/office/drawing/2014/main" id="{57F1AFDB-90C9-4B16-9670-9EB5D152C1D6}"/>
              </a:ext>
            </a:extLst>
          </p:cNvPr>
          <p:cNvSpPr>
            <a:spLocks xmlns:a="http://schemas.openxmlformats.org/drawingml/2006/main" noGrp="1"/>
          </p:cNvSpPr>
          <p:nvPr/>
        </p:nvSpPr>
        <p:spPr>
          <a:xfrm xmlns:a="http://schemas.openxmlformats.org/drawingml/2006/main">
            <a:off x="1514475" y="2905125"/>
            <a:ext cx="1104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7352A3"/>
                </a:solidFill>
                <a:latin typeface="Yu Gothic"/>
                <a:ea typeface="Yu Gothic"/>
                <a:cs typeface="Yu Gothic"/>
              </a:defRPr>
            </a:defPPr>
            <a:lvl1pPr algn="ctr">
              <a:buNone/>
              <a:defRPr sz="1800" b="1">
                <a:solidFill>
                  <a:srgbClr val="7352A3"/>
                </a:solidFill>
                <a:latin typeface="Yu Gothic"/>
                <a:ea typeface="Yu Gothic"/>
                <a:cs typeface="Yu Gothic"/>
              </a:defRPr>
            </a:lvl1pPr>
            <a:lvl2pPr algn="ctr">
              <a:buNone/>
              <a:defRPr sz="1800" b="1">
                <a:solidFill>
                  <a:srgbClr val="7352A3"/>
                </a:solidFill>
                <a:latin typeface="Yu Gothic"/>
                <a:ea typeface="Yu Gothic"/>
                <a:cs typeface="Yu Gothic"/>
              </a:defRPr>
            </a:lvl2pPr>
            <a:lvl3pPr algn="ctr">
              <a:buNone/>
              <a:defRPr sz="1800" b="1">
                <a:solidFill>
                  <a:srgbClr val="7352A3"/>
                </a:solidFill>
                <a:latin typeface="Yu Gothic"/>
                <a:ea typeface="Yu Gothic"/>
                <a:cs typeface="Yu Gothic"/>
              </a:defRPr>
            </a:lvl3pPr>
            <a:lvl4pPr algn="ctr">
              <a:buNone/>
              <a:defRPr sz="1800" b="1">
                <a:solidFill>
                  <a:srgbClr val="7352A3"/>
                </a:solidFill>
                <a:latin typeface="Yu Gothic"/>
                <a:ea typeface="Yu Gothic"/>
                <a:cs typeface="Yu Gothic"/>
              </a:defRPr>
            </a:lvl4pPr>
            <a:lvl5pPr algn="ctr">
              <a:buNone/>
              <a:defRPr sz="1800" b="1">
                <a:solidFill>
                  <a:srgbClr val="7352A3"/>
                </a:solidFill>
                <a:latin typeface="Yu Gothic"/>
                <a:ea typeface="Yu Gothic"/>
                <a:cs typeface="Yu Gothic"/>
              </a:defRPr>
            </a:lvl5pPr>
            <a:lvl6pPr algn="ctr">
              <a:buNone/>
              <a:defRPr sz="1800" b="1">
                <a:solidFill>
                  <a:srgbClr val="7352A3"/>
                </a:solidFill>
                <a:latin typeface="Yu Gothic"/>
                <a:ea typeface="Yu Gothic"/>
                <a:cs typeface="Yu Gothic"/>
              </a:defRPr>
            </a:lvl6pPr>
            <a:lvl7pPr algn="ctr">
              <a:buNone/>
              <a:defRPr sz="1800" b="1">
                <a:solidFill>
                  <a:srgbClr val="7352A3"/>
                </a:solidFill>
                <a:latin typeface="Yu Gothic"/>
                <a:ea typeface="Yu Gothic"/>
                <a:cs typeface="Yu Gothic"/>
              </a:defRPr>
            </a:lvl7pPr>
            <a:lvl8pPr algn="ctr">
              <a:buNone/>
              <a:defRPr sz="1800" b="1">
                <a:solidFill>
                  <a:srgbClr val="7352A3"/>
                </a:solidFill>
                <a:latin typeface="Yu Gothic"/>
                <a:ea typeface="Yu Gothic"/>
                <a:cs typeface="Yu Gothic"/>
              </a:defRPr>
            </a:lvl8pPr>
            <a:lvl9pPr algn="ctr">
              <a:buNone/>
              <a:defRPr sz="1800" b="1">
                <a:solidFill>
                  <a:srgbClr val="7352A3"/>
                </a:solidFill>
                <a:latin typeface="Yu Gothic"/>
                <a:ea typeface="Yu Gothic"/>
                <a:cs typeface="Yu Gothic"/>
              </a:defRPr>
            </a:lvl9pPr>
          </a:lstStyle>
          <a:p xmlns:a="http://schemas.openxmlformats.org/drawingml/2006/main">
            <a:pPr algn="ctr">
              <a:buNone/>
              <a:defRPr sz="1800" b="1">
                <a:solidFill>
                  <a:srgbClr val="7352A3"/>
                </a:solidFill>
                <a:latin typeface="Yu Gothic"/>
                <a:ea typeface="Yu Gothic"/>
                <a:cs typeface="Yu Gothic"/>
              </a:defRPr>
            </a:pPr>
            <a:r>
              <a:rPr sz="1800" b="1">
                <a:solidFill>
                  <a:srgbClr val="7352A3"/>
                </a:solidFill>
                <a:latin typeface="Yu Gothic"/>
                <a:ea typeface="Yu Gothic"/>
                <a:cs typeface="Yu Gothic"/>
              </a:rPr>
              <a:t>+200</a:t>
            </a:r>
          </a:p>
        </p:txBody>
      </p:sp>
      <p:sp>
        <p:nvSpPr>
          <p:cNvPr id="24" name="">
            <a:extLst xmlns:a="http://schemas.openxmlformats.org/drawingml/2006/main">
              <a:ext uri="{FF2B5EF4-FFF2-40B4-BE49-F238E27FC236}">
                <a16:creationId xmlns:a16="http://schemas.microsoft.com/office/drawing/2014/main" id="{E9D0387F-C4D3-416C-9845-03F7CB5F4FC4}"/>
              </a:ext>
            </a:extLst>
          </p:cNvPr>
          <p:cNvSpPr>
            <a:spLocks xmlns:a="http://schemas.openxmlformats.org/drawingml/2006/main" noGrp="1"/>
          </p:cNvSpPr>
          <p:nvPr/>
        </p:nvSpPr>
        <p:spPr>
          <a:xfrm xmlns:a="http://schemas.openxmlformats.org/drawingml/2006/main">
            <a:off x="6591300" y="3929063"/>
            <a:ext cx="1104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7352A3"/>
                </a:solidFill>
                <a:latin typeface="Yu Gothic"/>
                <a:ea typeface="Yu Gothic"/>
                <a:cs typeface="Yu Gothic"/>
              </a:defRPr>
            </a:defPPr>
            <a:lvl1pPr algn="ctr">
              <a:buNone/>
              <a:defRPr sz="1800" b="1">
                <a:solidFill>
                  <a:srgbClr val="7352A3"/>
                </a:solidFill>
                <a:latin typeface="Yu Gothic"/>
                <a:ea typeface="Yu Gothic"/>
                <a:cs typeface="Yu Gothic"/>
              </a:defRPr>
            </a:lvl1pPr>
            <a:lvl2pPr algn="ctr">
              <a:buNone/>
              <a:defRPr sz="1800" b="1">
                <a:solidFill>
                  <a:srgbClr val="7352A3"/>
                </a:solidFill>
                <a:latin typeface="Yu Gothic"/>
                <a:ea typeface="Yu Gothic"/>
                <a:cs typeface="Yu Gothic"/>
              </a:defRPr>
            </a:lvl2pPr>
            <a:lvl3pPr algn="ctr">
              <a:buNone/>
              <a:defRPr sz="1800" b="1">
                <a:solidFill>
                  <a:srgbClr val="7352A3"/>
                </a:solidFill>
                <a:latin typeface="Yu Gothic"/>
                <a:ea typeface="Yu Gothic"/>
                <a:cs typeface="Yu Gothic"/>
              </a:defRPr>
            </a:lvl3pPr>
            <a:lvl4pPr algn="ctr">
              <a:buNone/>
              <a:defRPr sz="1800" b="1">
                <a:solidFill>
                  <a:srgbClr val="7352A3"/>
                </a:solidFill>
                <a:latin typeface="Yu Gothic"/>
                <a:ea typeface="Yu Gothic"/>
                <a:cs typeface="Yu Gothic"/>
              </a:defRPr>
            </a:lvl4pPr>
            <a:lvl5pPr algn="ctr">
              <a:buNone/>
              <a:defRPr sz="1800" b="1">
                <a:solidFill>
                  <a:srgbClr val="7352A3"/>
                </a:solidFill>
                <a:latin typeface="Yu Gothic"/>
                <a:ea typeface="Yu Gothic"/>
                <a:cs typeface="Yu Gothic"/>
              </a:defRPr>
            </a:lvl5pPr>
            <a:lvl6pPr algn="ctr">
              <a:buNone/>
              <a:defRPr sz="1800" b="1">
                <a:solidFill>
                  <a:srgbClr val="7352A3"/>
                </a:solidFill>
                <a:latin typeface="Yu Gothic"/>
                <a:ea typeface="Yu Gothic"/>
                <a:cs typeface="Yu Gothic"/>
              </a:defRPr>
            </a:lvl6pPr>
            <a:lvl7pPr algn="ctr">
              <a:buNone/>
              <a:defRPr sz="1800" b="1">
                <a:solidFill>
                  <a:srgbClr val="7352A3"/>
                </a:solidFill>
                <a:latin typeface="Yu Gothic"/>
                <a:ea typeface="Yu Gothic"/>
                <a:cs typeface="Yu Gothic"/>
              </a:defRPr>
            </a:lvl7pPr>
            <a:lvl8pPr algn="ctr">
              <a:buNone/>
              <a:defRPr sz="1800" b="1">
                <a:solidFill>
                  <a:srgbClr val="7352A3"/>
                </a:solidFill>
                <a:latin typeface="Yu Gothic"/>
                <a:ea typeface="Yu Gothic"/>
                <a:cs typeface="Yu Gothic"/>
              </a:defRPr>
            </a:lvl8pPr>
            <a:lvl9pPr algn="ctr">
              <a:buNone/>
              <a:defRPr sz="1800" b="1">
                <a:solidFill>
                  <a:srgbClr val="7352A3"/>
                </a:solidFill>
                <a:latin typeface="Yu Gothic"/>
                <a:ea typeface="Yu Gothic"/>
                <a:cs typeface="Yu Gothic"/>
              </a:defRPr>
            </a:lvl9pPr>
          </a:lstStyle>
          <a:p xmlns:a="http://schemas.openxmlformats.org/drawingml/2006/main">
            <a:pPr algn="ctr">
              <a:buNone/>
              <a:defRPr sz="1800" b="1">
                <a:solidFill>
                  <a:srgbClr val="7352A3"/>
                </a:solidFill>
                <a:latin typeface="Yu Gothic"/>
                <a:ea typeface="Yu Gothic"/>
                <a:cs typeface="Yu Gothic"/>
              </a:defRPr>
            </a:pPr>
            <a:r>
              <a:rPr sz="1800" b="1">
                <a:solidFill>
                  <a:srgbClr val="7352A3"/>
                </a:solidFill>
                <a:latin typeface="Yu Gothic"/>
                <a:ea typeface="Yu Gothic"/>
                <a:cs typeface="Yu Gothic"/>
              </a:rPr>
              <a:t>−100</a:t>
            </a:r>
          </a:p>
        </p:txBody>
      </p:sp>
      <p:cxnSp>
        <p:nvCxnSpPr>
          <p:cNvPr id="25" name="">
            <a:extLst xmlns:a="http://schemas.openxmlformats.org/drawingml/2006/main">
              <a:ext uri="{FF2B5EF4-FFF2-40B4-BE49-F238E27FC236}">
                <a16:creationId xmlns:a16="http://schemas.microsoft.com/office/drawing/2014/main" id="{EAF983A9-4CC0-4687-BC2A-46014ABD1BFA}"/>
              </a:ext>
            </a:extLst>
          </p:cNvPr>
          <p:cNvCxnSpPr/>
          <p:nvPr/>
        </p:nvCxnSpPr>
        <p:spPr>
          <a:xfrm xmlns:a="http://schemas.openxmlformats.org/drawingml/2006/main" flipH="0" flipV="0">
            <a:off x="1571625" y="5095875"/>
            <a:ext cx="6381750" cy="0"/>
          </a:xfrm>
          <a:prstGeom xmlns:a="http://schemas.openxmlformats.org/drawingml/2006/main" prst="straightConnector1">
            <a:avLst/>
          </a:prstGeom>
          <a:ln xmlns:a="http://schemas.openxmlformats.org/drawingml/2006/main" w="17145">
            <a:solidFill>
              <a:srgbClr val="5D6C78"/>
            </a:solidFill>
            <a:tailEnd type="triangle" w="med" len="med"/>
          </a:ln>
        </p:spPr>
      </p:cxnSp>
      <p:cxnSp>
        <p:nvCxnSpPr>
          <p:cNvPr id="26" name="">
            <a:extLst xmlns:a="http://schemas.openxmlformats.org/drawingml/2006/main">
              <a:ext uri="{FF2B5EF4-FFF2-40B4-BE49-F238E27FC236}">
                <a16:creationId xmlns:a16="http://schemas.microsoft.com/office/drawing/2014/main" id="{02398D54-BEBB-4DFA-9A49-004DACE079D0}"/>
              </a:ext>
            </a:extLst>
          </p:cNvPr>
          <p:cNvCxnSpPr/>
          <p:nvPr/>
        </p:nvCxnSpPr>
        <p:spPr>
          <a:xfrm xmlns:a="http://schemas.openxmlformats.org/drawingml/2006/main" flipH="0" flipV="0">
            <a:off x="1571625" y="4638675"/>
            <a:ext cx="0" cy="885825"/>
          </a:xfrm>
          <a:prstGeom xmlns:a="http://schemas.openxmlformats.org/drawingml/2006/main" prst="straightConnector1">
            <a:avLst/>
          </a:prstGeom>
          <a:ln xmlns:a="http://schemas.openxmlformats.org/drawingml/2006/main" w="14288">
            <a:solidFill>
              <a:srgbClr val="5D6C78"/>
            </a:solidFill>
            <a:prstDash val="solid"/>
          </a:ln>
        </p:spPr>
      </p:cxnSp>
      <p:sp>
        <p:nvSpPr>
          <p:cNvPr id="27" name="">
            <a:extLst xmlns:a="http://schemas.openxmlformats.org/drawingml/2006/main">
              <a:ext uri="{FF2B5EF4-FFF2-40B4-BE49-F238E27FC236}">
                <a16:creationId xmlns:a16="http://schemas.microsoft.com/office/drawing/2014/main" id="{92AFAFEA-D58D-4C91-B187-8F845A78F269}"/>
              </a:ext>
            </a:extLst>
          </p:cNvPr>
          <p:cNvSpPr>
            <a:spLocks xmlns:a="http://schemas.openxmlformats.org/drawingml/2006/main" noGrp="1"/>
          </p:cNvSpPr>
          <p:nvPr/>
        </p:nvSpPr>
        <p:spPr>
          <a:xfrm xmlns:a="http://schemas.openxmlformats.org/drawingml/2006/main">
            <a:off x="1209675" y="4924425"/>
            <a:ext cx="266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xmlns:a="http://schemas.openxmlformats.org/drawingml/2006/main">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0</a:t>
            </a:r>
          </a:p>
        </p:txBody>
      </p:sp>
      <p:sp>
        <p:nvSpPr>
          <p:cNvPr id="28" name="">
            <a:extLst xmlns:a="http://schemas.openxmlformats.org/drawingml/2006/main">
              <a:ext uri="{FF2B5EF4-FFF2-40B4-BE49-F238E27FC236}">
                <a16:creationId xmlns:a16="http://schemas.microsoft.com/office/drawing/2014/main" id="{9F23BF83-CBC0-46BC-BCD5-22D0A53B134D}"/>
              </a:ext>
            </a:extLst>
          </p:cNvPr>
          <p:cNvSpPr>
            <a:spLocks xmlns:a="http://schemas.openxmlformats.org/drawingml/2006/main" noGrp="1"/>
          </p:cNvSpPr>
          <p:nvPr/>
        </p:nvSpPr>
        <p:spPr>
          <a:xfrm xmlns:a="http://schemas.openxmlformats.org/drawingml/2006/main">
            <a:off x="666750" y="43053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8364F"/>
                </a:solidFill>
                <a:latin typeface="Yu Gothic"/>
                <a:ea typeface="Yu Gothic"/>
                <a:cs typeface="Yu Gothic"/>
              </a:defRPr>
            </a:defPPr>
            <a:lvl1pPr algn="l">
              <a:buNone/>
              <a:defRPr sz="1800" b="1">
                <a:solidFill>
                  <a:srgbClr val="18364F"/>
                </a:solidFill>
                <a:latin typeface="Yu Gothic"/>
                <a:ea typeface="Yu Gothic"/>
                <a:cs typeface="Yu Gothic"/>
              </a:defRPr>
            </a:lvl1pPr>
            <a:lvl2pPr algn="l">
              <a:buNone/>
              <a:defRPr sz="1800" b="1">
                <a:solidFill>
                  <a:srgbClr val="18364F"/>
                </a:solidFill>
                <a:latin typeface="Yu Gothic"/>
                <a:ea typeface="Yu Gothic"/>
                <a:cs typeface="Yu Gothic"/>
              </a:defRPr>
            </a:lvl2pPr>
            <a:lvl3pPr algn="l">
              <a:buNone/>
              <a:defRPr sz="1800" b="1">
                <a:solidFill>
                  <a:srgbClr val="18364F"/>
                </a:solidFill>
                <a:latin typeface="Yu Gothic"/>
                <a:ea typeface="Yu Gothic"/>
                <a:cs typeface="Yu Gothic"/>
              </a:defRPr>
            </a:lvl3pPr>
            <a:lvl4pPr algn="l">
              <a:buNone/>
              <a:defRPr sz="1800" b="1">
                <a:solidFill>
                  <a:srgbClr val="18364F"/>
                </a:solidFill>
                <a:latin typeface="Yu Gothic"/>
                <a:ea typeface="Yu Gothic"/>
                <a:cs typeface="Yu Gothic"/>
              </a:defRPr>
            </a:lvl4pPr>
            <a:lvl5pPr algn="l">
              <a:buNone/>
              <a:defRPr sz="1800" b="1">
                <a:solidFill>
                  <a:srgbClr val="18364F"/>
                </a:solidFill>
                <a:latin typeface="Yu Gothic"/>
                <a:ea typeface="Yu Gothic"/>
                <a:cs typeface="Yu Gothic"/>
              </a:defRPr>
            </a:lvl5pPr>
            <a:lvl6pPr algn="l">
              <a:buNone/>
              <a:defRPr sz="1800" b="1">
                <a:solidFill>
                  <a:srgbClr val="18364F"/>
                </a:solidFill>
                <a:latin typeface="Yu Gothic"/>
                <a:ea typeface="Yu Gothic"/>
                <a:cs typeface="Yu Gothic"/>
              </a:defRPr>
            </a:lvl6pPr>
            <a:lvl7pPr algn="l">
              <a:buNone/>
              <a:defRPr sz="1800" b="1">
                <a:solidFill>
                  <a:srgbClr val="18364F"/>
                </a:solidFill>
                <a:latin typeface="Yu Gothic"/>
                <a:ea typeface="Yu Gothic"/>
                <a:cs typeface="Yu Gothic"/>
              </a:defRPr>
            </a:lvl7pPr>
            <a:lvl8pPr algn="l">
              <a:buNone/>
              <a:defRPr sz="1800" b="1">
                <a:solidFill>
                  <a:srgbClr val="18364F"/>
                </a:solidFill>
                <a:latin typeface="Yu Gothic"/>
                <a:ea typeface="Yu Gothic"/>
                <a:cs typeface="Yu Gothic"/>
              </a:defRPr>
            </a:lvl8pPr>
            <a:lvl9pPr algn="l">
              <a:buNone/>
              <a:defRPr sz="1800" b="1">
                <a:solidFill>
                  <a:srgbClr val="18364F"/>
                </a:solidFill>
                <a:latin typeface="Yu Gothic"/>
                <a:ea typeface="Yu Gothic"/>
                <a:cs typeface="Yu Gothic"/>
              </a:defRPr>
            </a:lvl9pPr>
          </a:lstStyle>
          <a:p xmlns:a="http://schemas.openxmlformats.org/drawingml/2006/main">
            <a:pPr algn="l">
              <a:buNone/>
              <a:defRPr sz="1800" b="1">
                <a:solidFill>
                  <a:srgbClr val="18364F"/>
                </a:solidFill>
                <a:latin typeface="Yu Gothic"/>
                <a:ea typeface="Yu Gothic"/>
                <a:cs typeface="Yu Gothic"/>
              </a:defRPr>
            </a:pPr>
            <a:r>
              <a:rPr sz="1800" b="1">
                <a:solidFill>
                  <a:srgbClr val="18364F"/>
                </a:solidFill>
                <a:latin typeface="Yu Gothic"/>
                <a:ea typeface="Yu Gothic"/>
                <a:cs typeface="Yu Gothic"/>
              </a:rPr>
              <a:t>M / N·m</a:t>
            </a:r>
          </a:p>
        </p:txBody>
      </p:sp>
      <p:sp>
        <p:nvSpPr>
          <p:cNvPr id="29" name="">
            <a:extLst xmlns:a="http://schemas.openxmlformats.org/drawingml/2006/main">
              <a:ext uri="{FF2B5EF4-FFF2-40B4-BE49-F238E27FC236}">
                <a16:creationId xmlns:a16="http://schemas.microsoft.com/office/drawing/2014/main" id="{9CFF361F-B708-4820-B06C-52BD6B4E815B}"/>
              </a:ext>
            </a:extLst>
          </p:cNvPr>
          <p:cNvSpPr>
            <a:spLocks xmlns:a="http://schemas.openxmlformats.org/drawingml/2006/main" noGrp="1"/>
          </p:cNvSpPr>
          <p:nvPr/>
        </p:nvSpPr>
        <p:spPr>
          <a:xfrm xmlns:a="http://schemas.openxmlformats.org/drawingml/2006/main">
            <a:off x="8010525" y="49244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xmlns:a="http://schemas.openxmlformats.org/drawingml/2006/main">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x / m</a:t>
            </a:r>
          </a:p>
        </p:txBody>
      </p:sp>
      <p:sp>
        <p:nvSpPr>
          <p:cNvPr id="30" name="">
            <a:extLst xmlns:a="http://schemas.openxmlformats.org/drawingml/2006/main">
              <a:ext uri="{FF2B5EF4-FFF2-40B4-BE49-F238E27FC236}">
                <a16:creationId xmlns:a16="http://schemas.microsoft.com/office/drawing/2014/main" id="{21E051CD-6D12-4865-BBA4-28616DED4E20}"/>
              </a:ext>
            </a:extLst>
          </p:cNvPr>
          <p:cNvSpPr>
            <a:spLocks xmlns:a="http://schemas.openxmlformats.org/drawingml/2006/main" noGrp="1"/>
          </p:cNvSpPr>
          <p:nvPr/>
        </p:nvSpPr>
        <p:spPr>
          <a:xfrm xmlns:a="http://schemas.openxmlformats.org/drawingml/2006/main">
            <a:off x="1571625" y="4638675"/>
            <a:ext cx="6191250" cy="457200"/>
          </a:xfrm>
          <a:custGeom xmlns:a="http://schemas.openxmlformats.org/drawingml/2006/main">
            <a:pathLst>
              <a:path w="6191250" h="457200">
                <a:moveTo>
                  <a:pt x="0" y="457200"/>
                </a:moveTo>
                <a:lnTo>
                  <a:pt x="2063750" y="0"/>
                </a:lnTo>
                <a:lnTo>
                  <a:pt x="6191250" y="457200"/>
                </a:lnTo>
              </a:path>
            </a:pathLst>
          </a:custGeom>
          <a:noFill xmlns:a="http://schemas.openxmlformats.org/drawingml/2006/main"/>
          <a:ln xmlns:a="http://schemas.openxmlformats.org/drawingml/2006/main" w="38100">
            <a:solidFill>
              <a:srgbClr val="226FAE"/>
            </a:solidFill>
          </a:ln>
        </p:spPr>
      </p:sp>
      <p:cxnSp>
        <p:nvCxnSpPr>
          <p:cNvPr id="31" name="">
            <a:extLst xmlns:a="http://schemas.openxmlformats.org/drawingml/2006/main">
              <a:ext uri="{FF2B5EF4-FFF2-40B4-BE49-F238E27FC236}">
                <a16:creationId xmlns:a16="http://schemas.microsoft.com/office/drawing/2014/main" id="{E6127742-8309-4161-B1D9-A34CB5E13F0D}"/>
              </a:ext>
            </a:extLst>
          </p:cNvPr>
          <p:cNvCxnSpPr/>
          <p:nvPr/>
        </p:nvCxnSpPr>
        <p:spPr>
          <a:xfrm xmlns:a="http://schemas.openxmlformats.org/drawingml/2006/main" flipH="0" flipV="0">
            <a:off x="3635375" y="5048250"/>
            <a:ext cx="0" cy="95250"/>
          </a:xfrm>
          <a:prstGeom xmlns:a="http://schemas.openxmlformats.org/drawingml/2006/main" prst="straightConnector1">
            <a:avLst/>
          </a:prstGeom>
          <a:ln xmlns:a="http://schemas.openxmlformats.org/drawingml/2006/main" w="9525">
            <a:solidFill>
              <a:srgbClr val="5D6C78"/>
            </a:solidFill>
            <a:prstDash val="solid"/>
          </a:ln>
        </p:spPr>
      </p:cxnSp>
      <p:sp>
        <p:nvSpPr>
          <p:cNvPr id="32" name="">
            <a:extLst xmlns:a="http://schemas.openxmlformats.org/drawingml/2006/main">
              <a:ext uri="{FF2B5EF4-FFF2-40B4-BE49-F238E27FC236}">
                <a16:creationId xmlns:a16="http://schemas.microsoft.com/office/drawing/2014/main" id="{865B5996-DA4C-4913-BAA8-F9EF09FBD463}"/>
              </a:ext>
            </a:extLst>
          </p:cNvPr>
          <p:cNvSpPr>
            <a:spLocks xmlns:a="http://schemas.openxmlformats.org/drawingml/2006/main" noGrp="1"/>
          </p:cNvSpPr>
          <p:nvPr/>
        </p:nvSpPr>
        <p:spPr>
          <a:xfrm xmlns:a="http://schemas.openxmlformats.org/drawingml/2006/main">
            <a:off x="3206750" y="51720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5D6C78"/>
                </a:solidFill>
                <a:latin typeface="Yu Gothic"/>
                <a:ea typeface="Yu Gothic"/>
                <a:cs typeface="Yu Gothic"/>
              </a:defRPr>
            </a:defPPr>
            <a:lvl1pPr algn="ctr">
              <a:buNone/>
              <a:defRPr sz="1650" b="0">
                <a:solidFill>
                  <a:srgbClr val="5D6C78"/>
                </a:solidFill>
                <a:latin typeface="Yu Gothic"/>
                <a:ea typeface="Yu Gothic"/>
                <a:cs typeface="Yu Gothic"/>
              </a:defRPr>
            </a:lvl1pPr>
            <a:lvl2pPr algn="ctr">
              <a:buNone/>
              <a:defRPr sz="1650" b="0">
                <a:solidFill>
                  <a:srgbClr val="5D6C78"/>
                </a:solidFill>
                <a:latin typeface="Yu Gothic"/>
                <a:ea typeface="Yu Gothic"/>
                <a:cs typeface="Yu Gothic"/>
              </a:defRPr>
            </a:lvl2pPr>
            <a:lvl3pPr algn="ctr">
              <a:buNone/>
              <a:defRPr sz="1650" b="0">
                <a:solidFill>
                  <a:srgbClr val="5D6C78"/>
                </a:solidFill>
                <a:latin typeface="Yu Gothic"/>
                <a:ea typeface="Yu Gothic"/>
                <a:cs typeface="Yu Gothic"/>
              </a:defRPr>
            </a:lvl3pPr>
            <a:lvl4pPr algn="ctr">
              <a:buNone/>
              <a:defRPr sz="1650" b="0">
                <a:solidFill>
                  <a:srgbClr val="5D6C78"/>
                </a:solidFill>
                <a:latin typeface="Yu Gothic"/>
                <a:ea typeface="Yu Gothic"/>
                <a:cs typeface="Yu Gothic"/>
              </a:defRPr>
            </a:lvl4pPr>
            <a:lvl5pPr algn="ctr">
              <a:buNone/>
              <a:defRPr sz="1650" b="0">
                <a:solidFill>
                  <a:srgbClr val="5D6C78"/>
                </a:solidFill>
                <a:latin typeface="Yu Gothic"/>
                <a:ea typeface="Yu Gothic"/>
                <a:cs typeface="Yu Gothic"/>
              </a:defRPr>
            </a:lvl5pPr>
            <a:lvl6pPr algn="ctr">
              <a:buNone/>
              <a:defRPr sz="1650" b="0">
                <a:solidFill>
                  <a:srgbClr val="5D6C78"/>
                </a:solidFill>
                <a:latin typeface="Yu Gothic"/>
                <a:ea typeface="Yu Gothic"/>
                <a:cs typeface="Yu Gothic"/>
              </a:defRPr>
            </a:lvl6pPr>
            <a:lvl7pPr algn="ctr">
              <a:buNone/>
              <a:defRPr sz="1650" b="0">
                <a:solidFill>
                  <a:srgbClr val="5D6C78"/>
                </a:solidFill>
                <a:latin typeface="Yu Gothic"/>
                <a:ea typeface="Yu Gothic"/>
                <a:cs typeface="Yu Gothic"/>
              </a:defRPr>
            </a:lvl7pPr>
            <a:lvl8pPr algn="ctr">
              <a:buNone/>
              <a:defRPr sz="1650" b="0">
                <a:solidFill>
                  <a:srgbClr val="5D6C78"/>
                </a:solidFill>
                <a:latin typeface="Yu Gothic"/>
                <a:ea typeface="Yu Gothic"/>
                <a:cs typeface="Yu Gothic"/>
              </a:defRPr>
            </a:lvl8pPr>
            <a:lvl9pPr algn="ctr">
              <a:buNone/>
              <a:defRPr sz="1650" b="0">
                <a:solidFill>
                  <a:srgbClr val="5D6C78"/>
                </a:solidFill>
                <a:latin typeface="Yu Gothic"/>
                <a:ea typeface="Yu Gothic"/>
                <a:cs typeface="Yu Gothic"/>
              </a:defRPr>
            </a:lvl9pPr>
          </a:lstStyle>
          <a:p xmlns:a="http://schemas.openxmlformats.org/drawingml/2006/main">
            <a:pPr algn="ctr">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0.4</a:t>
            </a:r>
          </a:p>
        </p:txBody>
      </p:sp>
      <p:cxnSp>
        <p:nvCxnSpPr>
          <p:cNvPr id="33" name="">
            <a:extLst xmlns:a="http://schemas.openxmlformats.org/drawingml/2006/main">
              <a:ext uri="{FF2B5EF4-FFF2-40B4-BE49-F238E27FC236}">
                <a16:creationId xmlns:a16="http://schemas.microsoft.com/office/drawing/2014/main" id="{96ADF361-E82A-47F7-B4FA-60D4DDA8547B}"/>
              </a:ext>
            </a:extLst>
          </p:cNvPr>
          <p:cNvCxnSpPr/>
          <p:nvPr/>
        </p:nvCxnSpPr>
        <p:spPr>
          <a:xfrm xmlns:a="http://schemas.openxmlformats.org/drawingml/2006/main" flipH="0" flipV="0">
            <a:off x="7762875" y="5048250"/>
            <a:ext cx="0" cy="95250"/>
          </a:xfrm>
          <a:prstGeom xmlns:a="http://schemas.openxmlformats.org/drawingml/2006/main" prst="straightConnector1">
            <a:avLst/>
          </a:prstGeom>
          <a:ln xmlns:a="http://schemas.openxmlformats.org/drawingml/2006/main" w="9525">
            <a:solidFill>
              <a:srgbClr val="5D6C78"/>
            </a:solidFill>
            <a:prstDash val="solid"/>
          </a:ln>
        </p:spPr>
      </p:cxnSp>
      <p:sp>
        <p:nvSpPr>
          <p:cNvPr id="34" name="">
            <a:extLst xmlns:a="http://schemas.openxmlformats.org/drawingml/2006/main">
              <a:ext uri="{FF2B5EF4-FFF2-40B4-BE49-F238E27FC236}">
                <a16:creationId xmlns:a16="http://schemas.microsoft.com/office/drawing/2014/main" id="{0C811FA2-EDA2-441B-B75E-E0C51757E4DC}"/>
              </a:ext>
            </a:extLst>
          </p:cNvPr>
          <p:cNvSpPr>
            <a:spLocks xmlns:a="http://schemas.openxmlformats.org/drawingml/2006/main" noGrp="1"/>
          </p:cNvSpPr>
          <p:nvPr/>
        </p:nvSpPr>
        <p:spPr>
          <a:xfrm xmlns:a="http://schemas.openxmlformats.org/drawingml/2006/main">
            <a:off x="7334250" y="51720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5D6C78"/>
                </a:solidFill>
                <a:latin typeface="Yu Gothic"/>
                <a:ea typeface="Yu Gothic"/>
                <a:cs typeface="Yu Gothic"/>
              </a:defRPr>
            </a:defPPr>
            <a:lvl1pPr algn="ctr">
              <a:buNone/>
              <a:defRPr sz="1650" b="0">
                <a:solidFill>
                  <a:srgbClr val="5D6C78"/>
                </a:solidFill>
                <a:latin typeface="Yu Gothic"/>
                <a:ea typeface="Yu Gothic"/>
                <a:cs typeface="Yu Gothic"/>
              </a:defRPr>
            </a:lvl1pPr>
            <a:lvl2pPr algn="ctr">
              <a:buNone/>
              <a:defRPr sz="1650" b="0">
                <a:solidFill>
                  <a:srgbClr val="5D6C78"/>
                </a:solidFill>
                <a:latin typeface="Yu Gothic"/>
                <a:ea typeface="Yu Gothic"/>
                <a:cs typeface="Yu Gothic"/>
              </a:defRPr>
            </a:lvl2pPr>
            <a:lvl3pPr algn="ctr">
              <a:buNone/>
              <a:defRPr sz="1650" b="0">
                <a:solidFill>
                  <a:srgbClr val="5D6C78"/>
                </a:solidFill>
                <a:latin typeface="Yu Gothic"/>
                <a:ea typeface="Yu Gothic"/>
                <a:cs typeface="Yu Gothic"/>
              </a:defRPr>
            </a:lvl3pPr>
            <a:lvl4pPr algn="ctr">
              <a:buNone/>
              <a:defRPr sz="1650" b="0">
                <a:solidFill>
                  <a:srgbClr val="5D6C78"/>
                </a:solidFill>
                <a:latin typeface="Yu Gothic"/>
                <a:ea typeface="Yu Gothic"/>
                <a:cs typeface="Yu Gothic"/>
              </a:defRPr>
            </a:lvl4pPr>
            <a:lvl5pPr algn="ctr">
              <a:buNone/>
              <a:defRPr sz="1650" b="0">
                <a:solidFill>
                  <a:srgbClr val="5D6C78"/>
                </a:solidFill>
                <a:latin typeface="Yu Gothic"/>
                <a:ea typeface="Yu Gothic"/>
                <a:cs typeface="Yu Gothic"/>
              </a:defRPr>
            </a:lvl5pPr>
            <a:lvl6pPr algn="ctr">
              <a:buNone/>
              <a:defRPr sz="1650" b="0">
                <a:solidFill>
                  <a:srgbClr val="5D6C78"/>
                </a:solidFill>
                <a:latin typeface="Yu Gothic"/>
                <a:ea typeface="Yu Gothic"/>
                <a:cs typeface="Yu Gothic"/>
              </a:defRPr>
            </a:lvl6pPr>
            <a:lvl7pPr algn="ctr">
              <a:buNone/>
              <a:defRPr sz="1650" b="0">
                <a:solidFill>
                  <a:srgbClr val="5D6C78"/>
                </a:solidFill>
                <a:latin typeface="Yu Gothic"/>
                <a:ea typeface="Yu Gothic"/>
                <a:cs typeface="Yu Gothic"/>
              </a:defRPr>
            </a:lvl7pPr>
            <a:lvl8pPr algn="ctr">
              <a:buNone/>
              <a:defRPr sz="1650" b="0">
                <a:solidFill>
                  <a:srgbClr val="5D6C78"/>
                </a:solidFill>
                <a:latin typeface="Yu Gothic"/>
                <a:ea typeface="Yu Gothic"/>
                <a:cs typeface="Yu Gothic"/>
              </a:defRPr>
            </a:lvl8pPr>
            <a:lvl9pPr algn="ctr">
              <a:buNone/>
              <a:defRPr sz="1650" b="0">
                <a:solidFill>
                  <a:srgbClr val="5D6C78"/>
                </a:solidFill>
                <a:latin typeface="Yu Gothic"/>
                <a:ea typeface="Yu Gothic"/>
                <a:cs typeface="Yu Gothic"/>
              </a:defRPr>
            </a:lvl9pPr>
          </a:lstStyle>
          <a:p xmlns:a="http://schemas.openxmlformats.org/drawingml/2006/main">
            <a:pPr algn="ctr">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1.2</a:t>
            </a:r>
          </a:p>
        </p:txBody>
      </p:sp>
      <p:sp>
        <p:nvSpPr>
          <p:cNvPr id="35" name="">
            <a:extLst xmlns:a="http://schemas.openxmlformats.org/drawingml/2006/main">
              <a:ext uri="{FF2B5EF4-FFF2-40B4-BE49-F238E27FC236}">
                <a16:creationId xmlns:a16="http://schemas.microsoft.com/office/drawing/2014/main" id="{75DCE1AC-09E0-47F4-B579-4E9265370892}"/>
              </a:ext>
            </a:extLst>
          </p:cNvPr>
          <p:cNvSpPr>
            <a:spLocks xmlns:a="http://schemas.openxmlformats.org/drawingml/2006/main" noGrp="1"/>
          </p:cNvSpPr>
          <p:nvPr/>
        </p:nvSpPr>
        <p:spPr>
          <a:xfrm xmlns:a="http://schemas.openxmlformats.org/drawingml/2006/main">
            <a:off x="3082925" y="4257675"/>
            <a:ext cx="1104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226FAE"/>
                </a:solidFill>
                <a:latin typeface="Yu Gothic"/>
                <a:ea typeface="Yu Gothic"/>
                <a:cs typeface="Yu Gothic"/>
              </a:defRPr>
            </a:defPPr>
            <a:lvl1pPr algn="ctr">
              <a:buNone/>
              <a:defRPr sz="1800" b="1">
                <a:solidFill>
                  <a:srgbClr val="226FAE"/>
                </a:solidFill>
                <a:latin typeface="Yu Gothic"/>
                <a:ea typeface="Yu Gothic"/>
                <a:cs typeface="Yu Gothic"/>
              </a:defRPr>
            </a:lvl1pPr>
            <a:lvl2pPr algn="ctr">
              <a:buNone/>
              <a:defRPr sz="1800" b="1">
                <a:solidFill>
                  <a:srgbClr val="226FAE"/>
                </a:solidFill>
                <a:latin typeface="Yu Gothic"/>
                <a:ea typeface="Yu Gothic"/>
                <a:cs typeface="Yu Gothic"/>
              </a:defRPr>
            </a:lvl2pPr>
            <a:lvl3pPr algn="ctr">
              <a:buNone/>
              <a:defRPr sz="1800" b="1">
                <a:solidFill>
                  <a:srgbClr val="226FAE"/>
                </a:solidFill>
                <a:latin typeface="Yu Gothic"/>
                <a:ea typeface="Yu Gothic"/>
                <a:cs typeface="Yu Gothic"/>
              </a:defRPr>
            </a:lvl3pPr>
            <a:lvl4pPr algn="ctr">
              <a:buNone/>
              <a:defRPr sz="1800" b="1">
                <a:solidFill>
                  <a:srgbClr val="226FAE"/>
                </a:solidFill>
                <a:latin typeface="Yu Gothic"/>
                <a:ea typeface="Yu Gothic"/>
                <a:cs typeface="Yu Gothic"/>
              </a:defRPr>
            </a:lvl4pPr>
            <a:lvl5pPr algn="ctr">
              <a:buNone/>
              <a:defRPr sz="1800" b="1">
                <a:solidFill>
                  <a:srgbClr val="226FAE"/>
                </a:solidFill>
                <a:latin typeface="Yu Gothic"/>
                <a:ea typeface="Yu Gothic"/>
                <a:cs typeface="Yu Gothic"/>
              </a:defRPr>
            </a:lvl5pPr>
            <a:lvl6pPr algn="ctr">
              <a:buNone/>
              <a:defRPr sz="1800" b="1">
                <a:solidFill>
                  <a:srgbClr val="226FAE"/>
                </a:solidFill>
                <a:latin typeface="Yu Gothic"/>
                <a:ea typeface="Yu Gothic"/>
                <a:cs typeface="Yu Gothic"/>
              </a:defRPr>
            </a:lvl6pPr>
            <a:lvl7pPr algn="ctr">
              <a:buNone/>
              <a:defRPr sz="1800" b="1">
                <a:solidFill>
                  <a:srgbClr val="226FAE"/>
                </a:solidFill>
                <a:latin typeface="Yu Gothic"/>
                <a:ea typeface="Yu Gothic"/>
                <a:cs typeface="Yu Gothic"/>
              </a:defRPr>
            </a:lvl7pPr>
            <a:lvl8pPr algn="ctr">
              <a:buNone/>
              <a:defRPr sz="1800" b="1">
                <a:solidFill>
                  <a:srgbClr val="226FAE"/>
                </a:solidFill>
                <a:latin typeface="Yu Gothic"/>
                <a:ea typeface="Yu Gothic"/>
                <a:cs typeface="Yu Gothic"/>
              </a:defRPr>
            </a:lvl8pPr>
            <a:lvl9pPr algn="ctr">
              <a:buNone/>
              <a:defRPr sz="1800" b="1">
                <a:solidFill>
                  <a:srgbClr val="226FAE"/>
                </a:solidFill>
                <a:latin typeface="Yu Gothic"/>
                <a:ea typeface="Yu Gothic"/>
                <a:cs typeface="Yu Gothic"/>
              </a:defRPr>
            </a:lvl9pPr>
          </a:lstStyle>
          <a:p xmlns:a="http://schemas.openxmlformats.org/drawingml/2006/main">
            <a:pPr algn="ctr">
              <a:buNone/>
              <a:defRPr sz="1800" b="1">
                <a:solidFill>
                  <a:srgbClr val="226FAE"/>
                </a:solidFill>
                <a:latin typeface="Yu Gothic"/>
                <a:ea typeface="Yu Gothic"/>
                <a:cs typeface="Yu Gothic"/>
              </a:defRPr>
            </a:pPr>
            <a:r>
              <a:rPr sz="1800" b="1">
                <a:solidFill>
                  <a:srgbClr val="226FAE"/>
                </a:solidFill>
                <a:latin typeface="Yu Gothic"/>
                <a:ea typeface="Yu Gothic"/>
                <a:cs typeface="Yu Gothic"/>
              </a:rPr>
              <a:t>80</a:t>
            </a:r>
          </a:p>
        </p:txBody>
      </p:sp>
      <p:sp>
        <p:nvSpPr>
          <p:cNvPr id="36" name="">
            <a:extLst xmlns:a="http://schemas.openxmlformats.org/drawingml/2006/main">
              <a:ext uri="{FF2B5EF4-FFF2-40B4-BE49-F238E27FC236}">
                <a16:creationId xmlns:a16="http://schemas.microsoft.com/office/drawing/2014/main" id="{AD8480D9-01D5-44F2-895A-4A41123A9777}"/>
              </a:ext>
            </a:extLst>
          </p:cNvPr>
          <p:cNvSpPr>
            <a:spLocks xmlns:a="http://schemas.openxmlformats.org/drawingml/2006/main" noGrp="1"/>
          </p:cNvSpPr>
          <p:nvPr/>
        </p:nvSpPr>
        <p:spPr>
          <a:xfrm xmlns:a="http://schemas.openxmlformats.org/drawingml/2006/main">
            <a:off x="8715375" y="2733675"/>
            <a:ext cx="2790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253C4D"/>
                </a:solidFill>
                <a:latin typeface="Yu Gothic"/>
                <a:ea typeface="Yu Gothic"/>
                <a:cs typeface="Yu Gothic"/>
              </a:defRPr>
            </a:defPPr>
            <a:lvl1pPr algn="l">
              <a:buNone/>
              <a:defRPr sz="1875" b="0">
                <a:solidFill>
                  <a:srgbClr val="253C4D"/>
                </a:solidFill>
                <a:latin typeface="Yu Gothic"/>
                <a:ea typeface="Yu Gothic"/>
                <a:cs typeface="Yu Gothic"/>
              </a:defRPr>
            </a:lvl1pPr>
            <a:lvl2pPr algn="l">
              <a:buNone/>
              <a:defRPr sz="1875" b="0">
                <a:solidFill>
                  <a:srgbClr val="253C4D"/>
                </a:solidFill>
                <a:latin typeface="Yu Gothic"/>
                <a:ea typeface="Yu Gothic"/>
                <a:cs typeface="Yu Gothic"/>
              </a:defRPr>
            </a:lvl2pPr>
            <a:lvl3pPr algn="l">
              <a:buNone/>
              <a:defRPr sz="1875" b="0">
                <a:solidFill>
                  <a:srgbClr val="253C4D"/>
                </a:solidFill>
                <a:latin typeface="Yu Gothic"/>
                <a:ea typeface="Yu Gothic"/>
                <a:cs typeface="Yu Gothic"/>
              </a:defRPr>
            </a:lvl3pPr>
            <a:lvl4pPr algn="l">
              <a:buNone/>
              <a:defRPr sz="1875" b="0">
                <a:solidFill>
                  <a:srgbClr val="253C4D"/>
                </a:solidFill>
                <a:latin typeface="Yu Gothic"/>
                <a:ea typeface="Yu Gothic"/>
                <a:cs typeface="Yu Gothic"/>
              </a:defRPr>
            </a:lvl4pPr>
            <a:lvl5pPr algn="l">
              <a:buNone/>
              <a:defRPr sz="1875" b="0">
                <a:solidFill>
                  <a:srgbClr val="253C4D"/>
                </a:solidFill>
                <a:latin typeface="Yu Gothic"/>
                <a:ea typeface="Yu Gothic"/>
                <a:cs typeface="Yu Gothic"/>
              </a:defRPr>
            </a:lvl5pPr>
            <a:lvl6pPr algn="l">
              <a:buNone/>
              <a:defRPr sz="1875" b="0">
                <a:solidFill>
                  <a:srgbClr val="253C4D"/>
                </a:solidFill>
                <a:latin typeface="Yu Gothic"/>
                <a:ea typeface="Yu Gothic"/>
                <a:cs typeface="Yu Gothic"/>
              </a:defRPr>
            </a:lvl6pPr>
            <a:lvl7pPr algn="l">
              <a:buNone/>
              <a:defRPr sz="1875" b="0">
                <a:solidFill>
                  <a:srgbClr val="253C4D"/>
                </a:solidFill>
                <a:latin typeface="Yu Gothic"/>
                <a:ea typeface="Yu Gothic"/>
                <a:cs typeface="Yu Gothic"/>
              </a:defRPr>
            </a:lvl7pPr>
            <a:lvl8pPr algn="l">
              <a:buNone/>
              <a:defRPr sz="1875" b="0">
                <a:solidFill>
                  <a:srgbClr val="253C4D"/>
                </a:solidFill>
                <a:latin typeface="Yu Gothic"/>
                <a:ea typeface="Yu Gothic"/>
                <a:cs typeface="Yu Gothic"/>
              </a:defRPr>
            </a:lvl8pPr>
            <a:lvl9pPr algn="l">
              <a:buNone/>
              <a:defRPr sz="1875" b="0">
                <a:solidFill>
                  <a:srgbClr val="253C4D"/>
                </a:solidFill>
                <a:latin typeface="Yu Gothic"/>
                <a:ea typeface="Yu Gothic"/>
                <a:cs typeface="Yu Gothic"/>
              </a:defRPr>
            </a:lvl9pPr>
          </a:lstStyle>
          <a:p xmlns:a="http://schemas.openxmlformats.org/drawingml/2006/main">
            <a:pPr algn="l">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RA + RB = 300</a:t>
            </a:r>
          </a:p>
        </p:txBody>
      </p:sp>
      <p:sp>
        <p:nvSpPr>
          <p:cNvPr id="37" name="">
            <a:extLst xmlns:a="http://schemas.openxmlformats.org/drawingml/2006/main">
              <a:ext uri="{FF2B5EF4-FFF2-40B4-BE49-F238E27FC236}">
                <a16:creationId xmlns:a16="http://schemas.microsoft.com/office/drawing/2014/main" id="{C22AAC7F-E5EB-4B71-9046-80B47BF625BD}"/>
              </a:ext>
            </a:extLst>
          </p:cNvPr>
          <p:cNvSpPr>
            <a:spLocks xmlns:a="http://schemas.openxmlformats.org/drawingml/2006/main" noGrp="1"/>
          </p:cNvSpPr>
          <p:nvPr/>
        </p:nvSpPr>
        <p:spPr>
          <a:xfrm xmlns:a="http://schemas.openxmlformats.org/drawingml/2006/main">
            <a:off x="8715375" y="3248025"/>
            <a:ext cx="2790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253C4D"/>
                </a:solidFill>
                <a:latin typeface="Yu Gothic"/>
                <a:ea typeface="Yu Gothic"/>
                <a:cs typeface="Yu Gothic"/>
              </a:defRPr>
            </a:defPPr>
            <a:lvl1pPr algn="l">
              <a:buNone/>
              <a:defRPr sz="1875" b="0">
                <a:solidFill>
                  <a:srgbClr val="253C4D"/>
                </a:solidFill>
                <a:latin typeface="Yu Gothic"/>
                <a:ea typeface="Yu Gothic"/>
                <a:cs typeface="Yu Gothic"/>
              </a:defRPr>
            </a:lvl1pPr>
            <a:lvl2pPr algn="l">
              <a:buNone/>
              <a:defRPr sz="1875" b="0">
                <a:solidFill>
                  <a:srgbClr val="253C4D"/>
                </a:solidFill>
                <a:latin typeface="Yu Gothic"/>
                <a:ea typeface="Yu Gothic"/>
                <a:cs typeface="Yu Gothic"/>
              </a:defRPr>
            </a:lvl2pPr>
            <a:lvl3pPr algn="l">
              <a:buNone/>
              <a:defRPr sz="1875" b="0">
                <a:solidFill>
                  <a:srgbClr val="253C4D"/>
                </a:solidFill>
                <a:latin typeface="Yu Gothic"/>
                <a:ea typeface="Yu Gothic"/>
                <a:cs typeface="Yu Gothic"/>
              </a:defRPr>
            </a:lvl3pPr>
            <a:lvl4pPr algn="l">
              <a:buNone/>
              <a:defRPr sz="1875" b="0">
                <a:solidFill>
                  <a:srgbClr val="253C4D"/>
                </a:solidFill>
                <a:latin typeface="Yu Gothic"/>
                <a:ea typeface="Yu Gothic"/>
                <a:cs typeface="Yu Gothic"/>
              </a:defRPr>
            </a:lvl4pPr>
            <a:lvl5pPr algn="l">
              <a:buNone/>
              <a:defRPr sz="1875" b="0">
                <a:solidFill>
                  <a:srgbClr val="253C4D"/>
                </a:solidFill>
                <a:latin typeface="Yu Gothic"/>
                <a:ea typeface="Yu Gothic"/>
                <a:cs typeface="Yu Gothic"/>
              </a:defRPr>
            </a:lvl5pPr>
            <a:lvl6pPr algn="l">
              <a:buNone/>
              <a:defRPr sz="1875" b="0">
                <a:solidFill>
                  <a:srgbClr val="253C4D"/>
                </a:solidFill>
                <a:latin typeface="Yu Gothic"/>
                <a:ea typeface="Yu Gothic"/>
                <a:cs typeface="Yu Gothic"/>
              </a:defRPr>
            </a:lvl6pPr>
            <a:lvl7pPr algn="l">
              <a:buNone/>
              <a:defRPr sz="1875" b="0">
                <a:solidFill>
                  <a:srgbClr val="253C4D"/>
                </a:solidFill>
                <a:latin typeface="Yu Gothic"/>
                <a:ea typeface="Yu Gothic"/>
                <a:cs typeface="Yu Gothic"/>
              </a:defRPr>
            </a:lvl7pPr>
            <a:lvl8pPr algn="l">
              <a:buNone/>
              <a:defRPr sz="1875" b="0">
                <a:solidFill>
                  <a:srgbClr val="253C4D"/>
                </a:solidFill>
                <a:latin typeface="Yu Gothic"/>
                <a:ea typeface="Yu Gothic"/>
                <a:cs typeface="Yu Gothic"/>
              </a:defRPr>
            </a:lvl8pPr>
            <a:lvl9pPr algn="l">
              <a:buNone/>
              <a:defRPr sz="1875" b="0">
                <a:solidFill>
                  <a:srgbClr val="253C4D"/>
                </a:solidFill>
                <a:latin typeface="Yu Gothic"/>
                <a:ea typeface="Yu Gothic"/>
                <a:cs typeface="Yu Gothic"/>
              </a:defRPr>
            </a:lvl9pPr>
          </a:lstStyle>
          <a:p xmlns:a="http://schemas.openxmlformats.org/drawingml/2006/main">
            <a:pPr algn="l">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1.2 RB = 300×0.4</a:t>
            </a:r>
          </a:p>
        </p:txBody>
      </p:sp>
      <p:sp>
        <p:nvSpPr>
          <p:cNvPr id="38" name="">
            <a:extLst xmlns:a="http://schemas.openxmlformats.org/drawingml/2006/main">
              <a:ext uri="{FF2B5EF4-FFF2-40B4-BE49-F238E27FC236}">
                <a16:creationId xmlns:a16="http://schemas.microsoft.com/office/drawing/2014/main" id="{70452CFE-9928-4E87-B946-B33CCA2839CA}"/>
              </a:ext>
            </a:extLst>
          </p:cNvPr>
          <p:cNvSpPr>
            <a:spLocks xmlns:a="http://schemas.openxmlformats.org/drawingml/2006/main" noGrp="1"/>
          </p:cNvSpPr>
          <p:nvPr/>
        </p:nvSpPr>
        <p:spPr>
          <a:xfrm xmlns:a="http://schemas.openxmlformats.org/drawingml/2006/main">
            <a:off x="8715375" y="3762375"/>
            <a:ext cx="2790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253C4D"/>
                </a:solidFill>
                <a:latin typeface="Yu Gothic"/>
                <a:ea typeface="Yu Gothic"/>
                <a:cs typeface="Yu Gothic"/>
              </a:defRPr>
            </a:defPPr>
            <a:lvl1pPr algn="l">
              <a:buNone/>
              <a:defRPr sz="1875" b="0">
                <a:solidFill>
                  <a:srgbClr val="253C4D"/>
                </a:solidFill>
                <a:latin typeface="Yu Gothic"/>
                <a:ea typeface="Yu Gothic"/>
                <a:cs typeface="Yu Gothic"/>
              </a:defRPr>
            </a:lvl1pPr>
            <a:lvl2pPr algn="l">
              <a:buNone/>
              <a:defRPr sz="1875" b="0">
                <a:solidFill>
                  <a:srgbClr val="253C4D"/>
                </a:solidFill>
                <a:latin typeface="Yu Gothic"/>
                <a:ea typeface="Yu Gothic"/>
                <a:cs typeface="Yu Gothic"/>
              </a:defRPr>
            </a:lvl2pPr>
            <a:lvl3pPr algn="l">
              <a:buNone/>
              <a:defRPr sz="1875" b="0">
                <a:solidFill>
                  <a:srgbClr val="253C4D"/>
                </a:solidFill>
                <a:latin typeface="Yu Gothic"/>
                <a:ea typeface="Yu Gothic"/>
                <a:cs typeface="Yu Gothic"/>
              </a:defRPr>
            </a:lvl3pPr>
            <a:lvl4pPr algn="l">
              <a:buNone/>
              <a:defRPr sz="1875" b="0">
                <a:solidFill>
                  <a:srgbClr val="253C4D"/>
                </a:solidFill>
                <a:latin typeface="Yu Gothic"/>
                <a:ea typeface="Yu Gothic"/>
                <a:cs typeface="Yu Gothic"/>
              </a:defRPr>
            </a:lvl4pPr>
            <a:lvl5pPr algn="l">
              <a:buNone/>
              <a:defRPr sz="1875" b="0">
                <a:solidFill>
                  <a:srgbClr val="253C4D"/>
                </a:solidFill>
                <a:latin typeface="Yu Gothic"/>
                <a:ea typeface="Yu Gothic"/>
                <a:cs typeface="Yu Gothic"/>
              </a:defRPr>
            </a:lvl5pPr>
            <a:lvl6pPr algn="l">
              <a:buNone/>
              <a:defRPr sz="1875" b="0">
                <a:solidFill>
                  <a:srgbClr val="253C4D"/>
                </a:solidFill>
                <a:latin typeface="Yu Gothic"/>
                <a:ea typeface="Yu Gothic"/>
                <a:cs typeface="Yu Gothic"/>
              </a:defRPr>
            </a:lvl6pPr>
            <a:lvl7pPr algn="l">
              <a:buNone/>
              <a:defRPr sz="1875" b="0">
                <a:solidFill>
                  <a:srgbClr val="253C4D"/>
                </a:solidFill>
                <a:latin typeface="Yu Gothic"/>
                <a:ea typeface="Yu Gothic"/>
                <a:cs typeface="Yu Gothic"/>
              </a:defRPr>
            </a:lvl7pPr>
            <a:lvl8pPr algn="l">
              <a:buNone/>
              <a:defRPr sz="1875" b="0">
                <a:solidFill>
                  <a:srgbClr val="253C4D"/>
                </a:solidFill>
                <a:latin typeface="Yu Gothic"/>
                <a:ea typeface="Yu Gothic"/>
                <a:cs typeface="Yu Gothic"/>
              </a:defRPr>
            </a:lvl8pPr>
            <a:lvl9pPr algn="l">
              <a:buNone/>
              <a:defRPr sz="1875" b="0">
                <a:solidFill>
                  <a:srgbClr val="253C4D"/>
                </a:solidFill>
                <a:latin typeface="Yu Gothic"/>
                <a:ea typeface="Yu Gothic"/>
                <a:cs typeface="Yu Gothic"/>
              </a:defRPr>
            </a:lvl9pPr>
          </a:lstStyle>
          <a:p xmlns:a="http://schemas.openxmlformats.org/drawingml/2006/main">
            <a:pPr algn="l">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RA = 200 N</a:t>
            </a:r>
          </a:p>
        </p:txBody>
      </p:sp>
      <p:sp>
        <p:nvSpPr>
          <p:cNvPr id="39" name="">
            <a:extLst xmlns:a="http://schemas.openxmlformats.org/drawingml/2006/main">
              <a:ext uri="{FF2B5EF4-FFF2-40B4-BE49-F238E27FC236}">
                <a16:creationId xmlns:a16="http://schemas.microsoft.com/office/drawing/2014/main" id="{4F79FB99-9E08-4529-B467-F4CA1E6A86EF}"/>
              </a:ext>
            </a:extLst>
          </p:cNvPr>
          <p:cNvSpPr>
            <a:spLocks xmlns:a="http://schemas.openxmlformats.org/drawingml/2006/main" noGrp="1"/>
          </p:cNvSpPr>
          <p:nvPr/>
        </p:nvSpPr>
        <p:spPr>
          <a:xfrm xmlns:a="http://schemas.openxmlformats.org/drawingml/2006/main">
            <a:off x="8715375" y="4276725"/>
            <a:ext cx="2790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253C4D"/>
                </a:solidFill>
                <a:latin typeface="Yu Gothic"/>
                <a:ea typeface="Yu Gothic"/>
                <a:cs typeface="Yu Gothic"/>
              </a:defRPr>
            </a:defPPr>
            <a:lvl1pPr algn="l">
              <a:buNone/>
              <a:defRPr sz="1875" b="0">
                <a:solidFill>
                  <a:srgbClr val="253C4D"/>
                </a:solidFill>
                <a:latin typeface="Yu Gothic"/>
                <a:ea typeface="Yu Gothic"/>
                <a:cs typeface="Yu Gothic"/>
              </a:defRPr>
            </a:lvl1pPr>
            <a:lvl2pPr algn="l">
              <a:buNone/>
              <a:defRPr sz="1875" b="0">
                <a:solidFill>
                  <a:srgbClr val="253C4D"/>
                </a:solidFill>
                <a:latin typeface="Yu Gothic"/>
                <a:ea typeface="Yu Gothic"/>
                <a:cs typeface="Yu Gothic"/>
              </a:defRPr>
            </a:lvl2pPr>
            <a:lvl3pPr algn="l">
              <a:buNone/>
              <a:defRPr sz="1875" b="0">
                <a:solidFill>
                  <a:srgbClr val="253C4D"/>
                </a:solidFill>
                <a:latin typeface="Yu Gothic"/>
                <a:ea typeface="Yu Gothic"/>
                <a:cs typeface="Yu Gothic"/>
              </a:defRPr>
            </a:lvl3pPr>
            <a:lvl4pPr algn="l">
              <a:buNone/>
              <a:defRPr sz="1875" b="0">
                <a:solidFill>
                  <a:srgbClr val="253C4D"/>
                </a:solidFill>
                <a:latin typeface="Yu Gothic"/>
                <a:ea typeface="Yu Gothic"/>
                <a:cs typeface="Yu Gothic"/>
              </a:defRPr>
            </a:lvl4pPr>
            <a:lvl5pPr algn="l">
              <a:buNone/>
              <a:defRPr sz="1875" b="0">
                <a:solidFill>
                  <a:srgbClr val="253C4D"/>
                </a:solidFill>
                <a:latin typeface="Yu Gothic"/>
                <a:ea typeface="Yu Gothic"/>
                <a:cs typeface="Yu Gothic"/>
              </a:defRPr>
            </a:lvl5pPr>
            <a:lvl6pPr algn="l">
              <a:buNone/>
              <a:defRPr sz="1875" b="0">
                <a:solidFill>
                  <a:srgbClr val="253C4D"/>
                </a:solidFill>
                <a:latin typeface="Yu Gothic"/>
                <a:ea typeface="Yu Gothic"/>
                <a:cs typeface="Yu Gothic"/>
              </a:defRPr>
            </a:lvl6pPr>
            <a:lvl7pPr algn="l">
              <a:buNone/>
              <a:defRPr sz="1875" b="0">
                <a:solidFill>
                  <a:srgbClr val="253C4D"/>
                </a:solidFill>
                <a:latin typeface="Yu Gothic"/>
                <a:ea typeface="Yu Gothic"/>
                <a:cs typeface="Yu Gothic"/>
              </a:defRPr>
            </a:lvl7pPr>
            <a:lvl8pPr algn="l">
              <a:buNone/>
              <a:defRPr sz="1875" b="0">
                <a:solidFill>
                  <a:srgbClr val="253C4D"/>
                </a:solidFill>
                <a:latin typeface="Yu Gothic"/>
                <a:ea typeface="Yu Gothic"/>
                <a:cs typeface="Yu Gothic"/>
              </a:defRPr>
            </a:lvl8pPr>
            <a:lvl9pPr algn="l">
              <a:buNone/>
              <a:defRPr sz="1875" b="0">
                <a:solidFill>
                  <a:srgbClr val="253C4D"/>
                </a:solidFill>
                <a:latin typeface="Yu Gothic"/>
                <a:ea typeface="Yu Gothic"/>
                <a:cs typeface="Yu Gothic"/>
              </a:defRPr>
            </a:lvl9pPr>
          </a:lstStyle>
          <a:p xmlns:a="http://schemas.openxmlformats.org/drawingml/2006/main">
            <a:pPr algn="l">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RB = 100 N</a:t>
            </a:r>
          </a:p>
        </p:txBody>
      </p:sp>
      <p:sp>
        <p:nvSpPr>
          <p:cNvPr id="40" name="">
            <a:extLst xmlns:a="http://schemas.openxmlformats.org/drawingml/2006/main">
              <a:ext uri="{FF2B5EF4-FFF2-40B4-BE49-F238E27FC236}">
                <a16:creationId xmlns:a16="http://schemas.microsoft.com/office/drawing/2014/main" id="{C2435792-3B0F-42DA-A3B7-7DC87F2248C7}"/>
              </a:ext>
            </a:extLst>
          </p:cNvPr>
          <p:cNvSpPr>
            <a:spLocks xmlns:a="http://schemas.openxmlformats.org/drawingml/2006/main" noGrp="1"/>
          </p:cNvSpPr>
          <p:nvPr/>
        </p:nvSpPr>
        <p:spPr>
          <a:xfrm xmlns:a="http://schemas.openxmlformats.org/drawingml/2006/main">
            <a:off x="8667750" y="5019675"/>
            <a:ext cx="2838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226FAE"/>
                </a:solidFill>
                <a:latin typeface="Yu Gothic"/>
                <a:ea typeface="Yu Gothic"/>
                <a:cs typeface="Yu Gothic"/>
              </a:defRPr>
            </a:defPPr>
            <a:lvl1pPr algn="l">
              <a:buNone/>
              <a:defRPr sz="2025" b="1">
                <a:solidFill>
                  <a:srgbClr val="226FAE"/>
                </a:solidFill>
                <a:latin typeface="Yu Gothic"/>
                <a:ea typeface="Yu Gothic"/>
                <a:cs typeface="Yu Gothic"/>
              </a:defRPr>
            </a:lvl1pPr>
            <a:lvl2pPr algn="l">
              <a:buNone/>
              <a:defRPr sz="2025" b="1">
                <a:solidFill>
                  <a:srgbClr val="226FAE"/>
                </a:solidFill>
                <a:latin typeface="Yu Gothic"/>
                <a:ea typeface="Yu Gothic"/>
                <a:cs typeface="Yu Gothic"/>
              </a:defRPr>
            </a:lvl2pPr>
            <a:lvl3pPr algn="l">
              <a:buNone/>
              <a:defRPr sz="2025" b="1">
                <a:solidFill>
                  <a:srgbClr val="226FAE"/>
                </a:solidFill>
                <a:latin typeface="Yu Gothic"/>
                <a:ea typeface="Yu Gothic"/>
                <a:cs typeface="Yu Gothic"/>
              </a:defRPr>
            </a:lvl3pPr>
            <a:lvl4pPr algn="l">
              <a:buNone/>
              <a:defRPr sz="2025" b="1">
                <a:solidFill>
                  <a:srgbClr val="226FAE"/>
                </a:solidFill>
                <a:latin typeface="Yu Gothic"/>
                <a:ea typeface="Yu Gothic"/>
                <a:cs typeface="Yu Gothic"/>
              </a:defRPr>
            </a:lvl4pPr>
            <a:lvl5pPr algn="l">
              <a:buNone/>
              <a:defRPr sz="2025" b="1">
                <a:solidFill>
                  <a:srgbClr val="226FAE"/>
                </a:solidFill>
                <a:latin typeface="Yu Gothic"/>
                <a:ea typeface="Yu Gothic"/>
                <a:cs typeface="Yu Gothic"/>
              </a:defRPr>
            </a:lvl5pPr>
            <a:lvl6pPr algn="l">
              <a:buNone/>
              <a:defRPr sz="2025" b="1">
                <a:solidFill>
                  <a:srgbClr val="226FAE"/>
                </a:solidFill>
                <a:latin typeface="Yu Gothic"/>
                <a:ea typeface="Yu Gothic"/>
                <a:cs typeface="Yu Gothic"/>
              </a:defRPr>
            </a:lvl6pPr>
            <a:lvl7pPr algn="l">
              <a:buNone/>
              <a:defRPr sz="2025" b="1">
                <a:solidFill>
                  <a:srgbClr val="226FAE"/>
                </a:solidFill>
                <a:latin typeface="Yu Gothic"/>
                <a:ea typeface="Yu Gothic"/>
                <a:cs typeface="Yu Gothic"/>
              </a:defRPr>
            </a:lvl7pPr>
            <a:lvl8pPr algn="l">
              <a:buNone/>
              <a:defRPr sz="2025" b="1">
                <a:solidFill>
                  <a:srgbClr val="226FAE"/>
                </a:solidFill>
                <a:latin typeface="Yu Gothic"/>
                <a:ea typeface="Yu Gothic"/>
                <a:cs typeface="Yu Gothic"/>
              </a:defRPr>
            </a:lvl8pPr>
            <a:lvl9pPr algn="l">
              <a:buNone/>
              <a:defRPr sz="2025" b="1">
                <a:solidFill>
                  <a:srgbClr val="226FAE"/>
                </a:solidFill>
                <a:latin typeface="Yu Gothic"/>
                <a:ea typeface="Yu Gothic"/>
                <a:cs typeface="Yu Gothic"/>
              </a:defRPr>
            </a:lvl9pPr>
          </a:lstStyle>
          <a:p xmlns:a="http://schemas.openxmlformats.org/drawingml/2006/main">
            <a:pPr algn="l">
              <a:buNone/>
              <a:defRPr sz="2025" b="1">
                <a:solidFill>
                  <a:srgbClr val="226FAE"/>
                </a:solidFill>
                <a:latin typeface="Yu Gothic"/>
                <a:ea typeface="Yu Gothic"/>
                <a:cs typeface="Yu Gothic"/>
              </a:defRPr>
            </a:pPr>
            <a:r>
              <a:rPr sz="2025" b="1">
                <a:solidFill>
                  <a:srgbClr val="226FAE"/>
                </a:solidFill>
                <a:latin typeface="Yu Gothic"/>
                <a:ea typeface="Yu Gothic"/>
                <a:cs typeface="Yu Gothic"/>
              </a:rPr>
              <a:t>M最大 = 80 N·m</a:t>
            </a:r>
          </a:p>
        </p:txBody>
      </p:sp>
      <p:sp>
        <p:nvSpPr>
          <p:cNvPr id="41" name="">
            <a:extLst xmlns:a="http://schemas.openxmlformats.org/drawingml/2006/main">
              <a:ext uri="{FF2B5EF4-FFF2-40B4-BE49-F238E27FC236}">
                <a16:creationId xmlns:a16="http://schemas.microsoft.com/office/drawing/2014/main" id="{D5E36D6F-A464-43A7-8438-63D44940F1A2}"/>
              </a:ext>
            </a:extLst>
          </p:cNvPr>
          <p:cNvSpPr>
            <a:spLocks xmlns:a="http://schemas.openxmlformats.org/drawingml/2006/main" noGrp="1"/>
          </p:cNvSpPr>
          <p:nvPr/>
        </p:nvSpPr>
        <p:spPr>
          <a:xfrm xmlns:a="http://schemas.openxmlformats.org/drawingml/2006/main">
            <a:off x="685800" y="57721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＋200×0.40 = ＋80、−100×0.80 = −80 N·m。最後に0へ戻る</a:t>
            </a:r>
          </a:p>
        </p:txBody>
      </p:sp>
      <p:sp>
        <p:nvSpPr>
          <p:cNvPr id="43" name="">
            <a:extLst xmlns:a="http://schemas.openxmlformats.org/drawingml/2006/main">
              <a:ext uri="{FF2B5EF4-FFF2-40B4-BE49-F238E27FC236}">
                <a16:creationId xmlns:a16="http://schemas.microsoft.com/office/drawing/2014/main" id="{130BA499-0B46-41CA-8550-A45FFCE0F91F}"/>
              </a:ext>
            </a:extLst>
          </p:cNvPr>
          <p:cNvSpPr>
            <a:spLocks xmlns:a="http://schemas.openxmlformats.org/drawingml/2006/main" noGrp="1"/>
          </p:cNvSpPr>
          <p:nvPr/>
        </p:nvSpPr>
        <p:spPr>
          <a:xfrm xmlns:a="http://schemas.openxmlformats.org/drawingml/2006/main">
            <a:off x="3635375" y="2847975"/>
            <a:ext cx="9525" cy="62865"/>
          </a:xfrm>
          <a:custGeom xmlns:a="http://schemas.openxmlformats.org/drawingml/2006/main">
            <a:pathLst>
              <a:path w="9525" h="62865">
                <a:moveTo>
                  <a:pt x="0" y="0"/>
                </a:moveTo>
                <a:lnTo>
                  <a:pt x="0" y="62865"/>
                </a:lnTo>
              </a:path>
            </a:pathLst>
          </a:custGeom>
          <a:noFill xmlns:a="http://schemas.openxmlformats.org/drawingml/2006/main"/>
          <a:ln xmlns:a="http://schemas.openxmlformats.org/drawingml/2006/main" w="11430">
            <a:solidFill>
              <a:srgbClr val="087E8B"/>
            </a:solidFill>
          </a:ln>
        </p:spPr>
      </p:sp>
      <p:sp>
        <p:nvSpPr>
          <p:cNvPr id="44" name="">
            <a:extLst xmlns:a="http://schemas.openxmlformats.org/drawingml/2006/main">
              <a:ext uri="{FF2B5EF4-FFF2-40B4-BE49-F238E27FC236}">
                <a16:creationId xmlns:a16="http://schemas.microsoft.com/office/drawing/2014/main" id="{B964EED1-EE9D-4982-8F73-1D03992F7A1D}"/>
              </a:ext>
            </a:extLst>
          </p:cNvPr>
          <p:cNvSpPr>
            <a:spLocks xmlns:a="http://schemas.openxmlformats.org/drawingml/2006/main" noGrp="1"/>
          </p:cNvSpPr>
          <p:nvPr/>
        </p:nvSpPr>
        <p:spPr>
          <a:xfrm xmlns:a="http://schemas.openxmlformats.org/drawingml/2006/main">
            <a:off x="3635375" y="2962275"/>
            <a:ext cx="9525" cy="62865"/>
          </a:xfrm>
          <a:custGeom xmlns:a="http://schemas.openxmlformats.org/drawingml/2006/main">
            <a:pathLst>
              <a:path w="9525" h="62865">
                <a:moveTo>
                  <a:pt x="0" y="0"/>
                </a:moveTo>
                <a:lnTo>
                  <a:pt x="0" y="62865"/>
                </a:lnTo>
              </a:path>
            </a:pathLst>
          </a:custGeom>
          <a:noFill xmlns:a="http://schemas.openxmlformats.org/drawingml/2006/main"/>
          <a:ln xmlns:a="http://schemas.openxmlformats.org/drawingml/2006/main" w="11430">
            <a:solidFill>
              <a:srgbClr val="087E8B"/>
            </a:solidFill>
          </a:ln>
        </p:spPr>
      </p:sp>
      <p:sp>
        <p:nvSpPr>
          <p:cNvPr id="45" name="">
            <a:extLst xmlns:a="http://schemas.openxmlformats.org/drawingml/2006/main">
              <a:ext uri="{FF2B5EF4-FFF2-40B4-BE49-F238E27FC236}">
                <a16:creationId xmlns:a16="http://schemas.microsoft.com/office/drawing/2014/main" id="{3BBDF81D-BE9C-41CB-A278-4654EB8F7510}"/>
              </a:ext>
            </a:extLst>
          </p:cNvPr>
          <p:cNvSpPr>
            <a:spLocks xmlns:a="http://schemas.openxmlformats.org/drawingml/2006/main" noGrp="1"/>
          </p:cNvSpPr>
          <p:nvPr/>
        </p:nvSpPr>
        <p:spPr>
          <a:xfrm xmlns:a="http://schemas.openxmlformats.org/drawingml/2006/main">
            <a:off x="3635375" y="3076575"/>
            <a:ext cx="9525" cy="62865"/>
          </a:xfrm>
          <a:custGeom xmlns:a="http://schemas.openxmlformats.org/drawingml/2006/main">
            <a:pathLst>
              <a:path w="9525" h="62865">
                <a:moveTo>
                  <a:pt x="0" y="0"/>
                </a:moveTo>
                <a:lnTo>
                  <a:pt x="0" y="62865"/>
                </a:lnTo>
              </a:path>
            </a:pathLst>
          </a:custGeom>
          <a:noFill xmlns:a="http://schemas.openxmlformats.org/drawingml/2006/main"/>
          <a:ln xmlns:a="http://schemas.openxmlformats.org/drawingml/2006/main" w="11430">
            <a:solidFill>
              <a:srgbClr val="087E8B"/>
            </a:solidFill>
          </a:ln>
        </p:spPr>
      </p:sp>
      <p:sp>
        <p:nvSpPr>
          <p:cNvPr id="46" name="">
            <a:extLst xmlns:a="http://schemas.openxmlformats.org/drawingml/2006/main">
              <a:ext uri="{FF2B5EF4-FFF2-40B4-BE49-F238E27FC236}">
                <a16:creationId xmlns:a16="http://schemas.microsoft.com/office/drawing/2014/main" id="{C2DC4D7B-0A94-4791-A386-6E853BE509BE}"/>
              </a:ext>
            </a:extLst>
          </p:cNvPr>
          <p:cNvSpPr>
            <a:spLocks xmlns:a="http://schemas.openxmlformats.org/drawingml/2006/main" noGrp="1"/>
          </p:cNvSpPr>
          <p:nvPr/>
        </p:nvSpPr>
        <p:spPr>
          <a:xfrm xmlns:a="http://schemas.openxmlformats.org/drawingml/2006/main">
            <a:off x="3635375" y="4000500"/>
            <a:ext cx="9525" cy="54134"/>
          </a:xfrm>
          <a:custGeom xmlns:a="http://schemas.openxmlformats.org/drawingml/2006/main">
            <a:pathLst>
              <a:path w="9525" h="54134">
                <a:moveTo>
                  <a:pt x="0" y="0"/>
                </a:moveTo>
                <a:lnTo>
                  <a:pt x="0" y="54134"/>
                </a:lnTo>
              </a:path>
            </a:pathLst>
          </a:custGeom>
          <a:noFill xmlns:a="http://schemas.openxmlformats.org/drawingml/2006/main"/>
          <a:ln xmlns:a="http://schemas.openxmlformats.org/drawingml/2006/main" w="11430">
            <a:solidFill>
              <a:srgbClr val="087E8B"/>
            </a:solidFill>
          </a:ln>
        </p:spPr>
      </p:sp>
      <p:sp>
        <p:nvSpPr>
          <p:cNvPr id="47" name="">
            <a:extLst xmlns:a="http://schemas.openxmlformats.org/drawingml/2006/main">
              <a:ext uri="{FF2B5EF4-FFF2-40B4-BE49-F238E27FC236}">
                <a16:creationId xmlns:a16="http://schemas.microsoft.com/office/drawing/2014/main" id="{40952E6B-D012-43D6-9D90-B5F1F2972064}"/>
              </a:ext>
            </a:extLst>
          </p:cNvPr>
          <p:cNvSpPr>
            <a:spLocks xmlns:a="http://schemas.openxmlformats.org/drawingml/2006/main" noGrp="1"/>
          </p:cNvSpPr>
          <p:nvPr/>
        </p:nvSpPr>
        <p:spPr>
          <a:xfrm xmlns:a="http://schemas.openxmlformats.org/drawingml/2006/main">
            <a:off x="3635375" y="4098925"/>
            <a:ext cx="9525" cy="54134"/>
          </a:xfrm>
          <a:custGeom xmlns:a="http://schemas.openxmlformats.org/drawingml/2006/main">
            <a:pathLst>
              <a:path w="9525" h="54134">
                <a:moveTo>
                  <a:pt x="0" y="0"/>
                </a:moveTo>
                <a:lnTo>
                  <a:pt x="0" y="54134"/>
                </a:lnTo>
              </a:path>
            </a:pathLst>
          </a:custGeom>
          <a:noFill xmlns:a="http://schemas.openxmlformats.org/drawingml/2006/main"/>
          <a:ln xmlns:a="http://schemas.openxmlformats.org/drawingml/2006/main" w="11430">
            <a:solidFill>
              <a:srgbClr val="087E8B"/>
            </a:solidFill>
          </a:ln>
        </p:spPr>
      </p:sp>
      <p:sp>
        <p:nvSpPr>
          <p:cNvPr id="48" name="">
            <a:extLst xmlns:a="http://schemas.openxmlformats.org/drawingml/2006/main">
              <a:ext uri="{FF2B5EF4-FFF2-40B4-BE49-F238E27FC236}">
                <a16:creationId xmlns:a16="http://schemas.microsoft.com/office/drawing/2014/main" id="{11548DCE-8639-4109-89C1-4C93A9B8E0ED}"/>
              </a:ext>
            </a:extLst>
          </p:cNvPr>
          <p:cNvSpPr>
            <a:spLocks xmlns:a="http://schemas.openxmlformats.org/drawingml/2006/main" noGrp="1"/>
          </p:cNvSpPr>
          <p:nvPr/>
        </p:nvSpPr>
        <p:spPr>
          <a:xfrm xmlns:a="http://schemas.openxmlformats.org/drawingml/2006/main">
            <a:off x="3635375" y="4197350"/>
            <a:ext cx="9525" cy="54134"/>
          </a:xfrm>
          <a:custGeom xmlns:a="http://schemas.openxmlformats.org/drawingml/2006/main">
            <a:pathLst>
              <a:path w="9525" h="54134">
                <a:moveTo>
                  <a:pt x="0" y="0"/>
                </a:moveTo>
                <a:lnTo>
                  <a:pt x="0" y="54134"/>
                </a:lnTo>
              </a:path>
            </a:pathLst>
          </a:custGeom>
          <a:noFill xmlns:a="http://schemas.openxmlformats.org/drawingml/2006/main"/>
          <a:ln xmlns:a="http://schemas.openxmlformats.org/drawingml/2006/main" w="11430">
            <a:solidFill>
              <a:srgbClr val="087E8B"/>
            </a:solidFill>
          </a:ln>
        </p:spPr>
      </p:sp>
      <p:sp>
        <p:nvSpPr>
          <p:cNvPr id="49" name="">
            <a:extLst xmlns:a="http://schemas.openxmlformats.org/drawingml/2006/main">
              <a:ext uri="{FF2B5EF4-FFF2-40B4-BE49-F238E27FC236}">
                <a16:creationId xmlns:a16="http://schemas.microsoft.com/office/drawing/2014/main" id="{95E64B41-A53D-4B23-80D7-519FFB709C0E}"/>
              </a:ext>
            </a:extLst>
          </p:cNvPr>
          <p:cNvSpPr>
            <a:spLocks xmlns:a="http://schemas.openxmlformats.org/drawingml/2006/main" noGrp="1"/>
          </p:cNvSpPr>
          <p:nvPr/>
        </p:nvSpPr>
        <p:spPr>
          <a:xfrm xmlns:a="http://schemas.openxmlformats.org/drawingml/2006/main">
            <a:off x="3635375" y="4772025"/>
            <a:ext cx="9525" cy="65484"/>
          </a:xfrm>
          <a:custGeom xmlns:a="http://schemas.openxmlformats.org/drawingml/2006/main">
            <a:pathLst>
              <a:path w="9525" h="65484">
                <a:moveTo>
                  <a:pt x="0" y="0"/>
                </a:moveTo>
                <a:lnTo>
                  <a:pt x="0" y="65484"/>
                </a:lnTo>
              </a:path>
            </a:pathLst>
          </a:custGeom>
          <a:noFill xmlns:a="http://schemas.openxmlformats.org/drawingml/2006/main"/>
          <a:ln xmlns:a="http://schemas.openxmlformats.org/drawingml/2006/main" w="11430">
            <a:solidFill>
              <a:srgbClr val="087E8B"/>
            </a:solidFill>
          </a:ln>
        </p:spPr>
      </p:sp>
      <p:sp>
        <p:nvSpPr>
          <p:cNvPr id="50" name="">
            <a:extLst xmlns:a="http://schemas.openxmlformats.org/drawingml/2006/main">
              <a:ext uri="{FF2B5EF4-FFF2-40B4-BE49-F238E27FC236}">
                <a16:creationId xmlns:a16="http://schemas.microsoft.com/office/drawing/2014/main" id="{E9FD6F4E-08E7-4EDE-9450-16A5121144D1}"/>
              </a:ext>
            </a:extLst>
          </p:cNvPr>
          <p:cNvSpPr>
            <a:spLocks xmlns:a="http://schemas.openxmlformats.org/drawingml/2006/main" noGrp="1"/>
          </p:cNvSpPr>
          <p:nvPr/>
        </p:nvSpPr>
        <p:spPr>
          <a:xfrm xmlns:a="http://schemas.openxmlformats.org/drawingml/2006/main">
            <a:off x="3635375" y="4891088"/>
            <a:ext cx="9525" cy="65484"/>
          </a:xfrm>
          <a:custGeom xmlns:a="http://schemas.openxmlformats.org/drawingml/2006/main">
            <a:pathLst>
              <a:path w="9525" h="65484">
                <a:moveTo>
                  <a:pt x="0" y="0"/>
                </a:moveTo>
                <a:lnTo>
                  <a:pt x="0" y="65484"/>
                </a:lnTo>
              </a:path>
            </a:pathLst>
          </a:custGeom>
          <a:noFill xmlns:a="http://schemas.openxmlformats.org/drawingml/2006/main"/>
          <a:ln xmlns:a="http://schemas.openxmlformats.org/drawingml/2006/main" w="11430">
            <a:solidFill>
              <a:srgbClr val="087E8B"/>
            </a:solidFill>
          </a:ln>
        </p:spPr>
      </p:sp>
      <p:sp>
        <p:nvSpPr>
          <p:cNvPr id="51" name="">
            <a:extLst xmlns:a="http://schemas.openxmlformats.org/drawingml/2006/main">
              <a:ext uri="{FF2B5EF4-FFF2-40B4-BE49-F238E27FC236}">
                <a16:creationId xmlns:a16="http://schemas.microsoft.com/office/drawing/2014/main" id="{E27A4FC3-7AEC-4D98-A8F9-CE4A793E52A3}"/>
              </a:ext>
            </a:extLst>
          </p:cNvPr>
          <p:cNvSpPr>
            <a:spLocks xmlns:a="http://schemas.openxmlformats.org/drawingml/2006/main" noGrp="1"/>
          </p:cNvSpPr>
          <p:nvPr/>
        </p:nvSpPr>
        <p:spPr>
          <a:xfrm xmlns:a="http://schemas.openxmlformats.org/drawingml/2006/main">
            <a:off x="3587750" y="459105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87E8B"/>
            </a:solidFill>
          </a:ln>
        </p:spPr>
      </p:sp>
    </p:spTree>
    <p:extLst>
      <p:ext uri="{BB962C8B-B14F-4D97-AF65-F5344CB8AC3E}">
        <p14:creationId xmlns:p14="http://schemas.microsoft.com/office/powerpoint/2010/main" val="182406188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C1804B7-D264-49E0-A594-9C213F0EA065}"/>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片持ちばり：固定端は回転も止める</a:t>
            </a:r>
          </a:p>
        </p:txBody>
      </p:sp>
      <p:cxnSp>
        <p:nvCxnSpPr>
          <p:cNvPr id="2" name="">
            <a:extLst xmlns:a="http://schemas.openxmlformats.org/drawingml/2006/main">
              <a:ext uri="{FF2B5EF4-FFF2-40B4-BE49-F238E27FC236}">
                <a16:creationId xmlns:a16="http://schemas.microsoft.com/office/drawing/2014/main" id="{442D33E7-8910-4904-A2DA-B86BD3C0C279}"/>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142BA8DA-FCA5-4020-8831-C03C8E6DA2A6}"/>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346177E9-AAB0-4CCA-974D-C169E83DF9CB}"/>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30 / 49</a:t>
            </a:r>
          </a:p>
        </p:txBody>
      </p:sp>
      <p:sp>
        <p:nvSpPr>
          <p:cNvPr id="29" name="">
            <a:extLst xmlns:a="http://schemas.openxmlformats.org/drawingml/2006/main">
              <a:ext uri="{FF2B5EF4-FFF2-40B4-BE49-F238E27FC236}">
                <a16:creationId xmlns:a16="http://schemas.microsoft.com/office/drawing/2014/main" id="{5A23C8CA-717D-4FA5-B672-A5F6C60C9341}"/>
              </a:ext>
            </a:extLst>
          </p:cNvPr>
          <p:cNvSpPr>
            <a:spLocks xmlns:a="http://schemas.openxmlformats.org/drawingml/2006/main" noGrp="1"/>
          </p:cNvSpPr>
          <p:nvPr/>
        </p:nvSpPr>
        <p:spPr>
          <a:xfrm xmlns:a="http://schemas.openxmlformats.org/drawingml/2006/main">
            <a:off x="809625" y="1571625"/>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はり全体に働く外力</a:t>
            </a:r>
          </a:p>
        </p:txBody>
      </p:sp>
      <p:sp>
        <p:nvSpPr>
          <p:cNvPr id="30" name="">
            <a:extLst xmlns:a="http://schemas.openxmlformats.org/drawingml/2006/main">
              <a:ext uri="{FF2B5EF4-FFF2-40B4-BE49-F238E27FC236}">
                <a16:creationId xmlns:a16="http://schemas.microsoft.com/office/drawing/2014/main" id="{57FDE8C2-C6E3-465C-ACA8-B289E5913FDC}"/>
              </a:ext>
            </a:extLst>
          </p:cNvPr>
          <p:cNvSpPr>
            <a:spLocks xmlns:a="http://schemas.openxmlformats.org/drawingml/2006/main" noGrp="1"/>
          </p:cNvSpPr>
          <p:nvPr/>
        </p:nvSpPr>
        <p:spPr>
          <a:xfrm xmlns:a="http://schemas.openxmlformats.org/drawingml/2006/main">
            <a:off x="1619250" y="2952750"/>
            <a:ext cx="457200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31" name="">
            <a:extLst xmlns:a="http://schemas.openxmlformats.org/drawingml/2006/main">
              <a:ext uri="{FF2B5EF4-FFF2-40B4-BE49-F238E27FC236}">
                <a16:creationId xmlns:a16="http://schemas.microsoft.com/office/drawing/2014/main" id="{01F9A8BB-6D57-483D-B43B-C2E10147E656}"/>
              </a:ext>
            </a:extLst>
          </p:cNvPr>
          <p:cNvSpPr>
            <a:spLocks xmlns:a="http://schemas.openxmlformats.org/drawingml/2006/main" noGrp="1"/>
          </p:cNvSpPr>
          <p:nvPr/>
        </p:nvSpPr>
        <p:spPr>
          <a:xfrm xmlns:a="http://schemas.openxmlformats.org/drawingml/2006/main">
            <a:off x="1400175" y="2586038"/>
            <a:ext cx="219075" cy="904875"/>
          </a:xfrm>
          <a:prstGeom xmlns:a="http://schemas.openxmlformats.org/drawingml/2006/main" prst="rect">
            <a:avLst/>
          </a:prstGeom>
          <a:solidFill xmlns:a="http://schemas.openxmlformats.org/drawingml/2006/main">
            <a:srgbClr val="D8E3EB"/>
          </a:solidFill>
          <a:ln xmlns:a="http://schemas.openxmlformats.org/drawingml/2006/main" w="16193">
            <a:solidFill>
              <a:srgbClr val="71818B"/>
            </a:solidFill>
          </a:ln>
        </p:spPr>
      </p:sp>
      <p:sp>
        <p:nvSpPr>
          <p:cNvPr id="32" name="">
            <a:extLst xmlns:a="http://schemas.openxmlformats.org/drawingml/2006/main">
              <a:ext uri="{FF2B5EF4-FFF2-40B4-BE49-F238E27FC236}">
                <a16:creationId xmlns:a16="http://schemas.microsoft.com/office/drawing/2014/main" id="{9B644D3C-6637-43AC-AC9A-049EB4E35830}"/>
              </a:ext>
            </a:extLst>
          </p:cNvPr>
          <p:cNvSpPr>
            <a:spLocks xmlns:a="http://schemas.openxmlformats.org/drawingml/2006/main" noGrp="1"/>
          </p:cNvSpPr>
          <p:nvPr/>
        </p:nvSpPr>
        <p:spPr>
          <a:xfrm xmlns:a="http://schemas.openxmlformats.org/drawingml/2006/main">
            <a:off x="1257300" y="2586038"/>
            <a:ext cx="142875" cy="133350"/>
          </a:xfrm>
          <a:custGeom xmlns:a="http://schemas.openxmlformats.org/drawingml/2006/main">
            <a:pathLst>
              <a:path w="142875" h="133350">
                <a:moveTo>
                  <a:pt x="142875" y="0"/>
                </a:moveTo>
                <a:lnTo>
                  <a:pt x="0" y="133350"/>
                </a:lnTo>
              </a:path>
            </a:pathLst>
          </a:custGeom>
          <a:noFill xmlns:a="http://schemas.openxmlformats.org/drawingml/2006/main"/>
          <a:ln xmlns:a="http://schemas.openxmlformats.org/drawingml/2006/main" w="14288">
            <a:solidFill>
              <a:srgbClr val="71818B"/>
            </a:solidFill>
          </a:ln>
        </p:spPr>
      </p:sp>
      <p:sp>
        <p:nvSpPr>
          <p:cNvPr id="33" name="">
            <a:extLst xmlns:a="http://schemas.openxmlformats.org/drawingml/2006/main">
              <a:ext uri="{FF2B5EF4-FFF2-40B4-BE49-F238E27FC236}">
                <a16:creationId xmlns:a16="http://schemas.microsoft.com/office/drawing/2014/main" id="{CD378B79-D02E-44A8-AB68-4558BD01B965}"/>
              </a:ext>
            </a:extLst>
          </p:cNvPr>
          <p:cNvSpPr>
            <a:spLocks xmlns:a="http://schemas.openxmlformats.org/drawingml/2006/main" noGrp="1"/>
          </p:cNvSpPr>
          <p:nvPr/>
        </p:nvSpPr>
        <p:spPr>
          <a:xfrm xmlns:a="http://schemas.openxmlformats.org/drawingml/2006/main">
            <a:off x="1257300" y="2738438"/>
            <a:ext cx="142875" cy="133350"/>
          </a:xfrm>
          <a:custGeom xmlns:a="http://schemas.openxmlformats.org/drawingml/2006/main">
            <a:pathLst>
              <a:path w="142875" h="133350">
                <a:moveTo>
                  <a:pt x="142875" y="0"/>
                </a:moveTo>
                <a:lnTo>
                  <a:pt x="0" y="133350"/>
                </a:lnTo>
              </a:path>
            </a:pathLst>
          </a:custGeom>
          <a:noFill xmlns:a="http://schemas.openxmlformats.org/drawingml/2006/main"/>
          <a:ln xmlns:a="http://schemas.openxmlformats.org/drawingml/2006/main" w="14288">
            <a:solidFill>
              <a:srgbClr val="71818B"/>
            </a:solidFill>
          </a:ln>
        </p:spPr>
      </p:sp>
      <p:sp>
        <p:nvSpPr>
          <p:cNvPr id="34" name="">
            <a:extLst xmlns:a="http://schemas.openxmlformats.org/drawingml/2006/main">
              <a:ext uri="{FF2B5EF4-FFF2-40B4-BE49-F238E27FC236}">
                <a16:creationId xmlns:a16="http://schemas.microsoft.com/office/drawing/2014/main" id="{65CE682D-CE4B-4092-9148-4FED6B9E3A1C}"/>
              </a:ext>
            </a:extLst>
          </p:cNvPr>
          <p:cNvSpPr>
            <a:spLocks xmlns:a="http://schemas.openxmlformats.org/drawingml/2006/main" noGrp="1"/>
          </p:cNvSpPr>
          <p:nvPr/>
        </p:nvSpPr>
        <p:spPr>
          <a:xfrm xmlns:a="http://schemas.openxmlformats.org/drawingml/2006/main">
            <a:off x="1257300" y="2890838"/>
            <a:ext cx="142875" cy="133350"/>
          </a:xfrm>
          <a:custGeom xmlns:a="http://schemas.openxmlformats.org/drawingml/2006/main">
            <a:pathLst>
              <a:path w="142875" h="133350">
                <a:moveTo>
                  <a:pt x="142875" y="0"/>
                </a:moveTo>
                <a:lnTo>
                  <a:pt x="0" y="133350"/>
                </a:lnTo>
              </a:path>
            </a:pathLst>
          </a:custGeom>
          <a:noFill xmlns:a="http://schemas.openxmlformats.org/drawingml/2006/main"/>
          <a:ln xmlns:a="http://schemas.openxmlformats.org/drawingml/2006/main" w="14288">
            <a:solidFill>
              <a:srgbClr val="71818B"/>
            </a:solidFill>
          </a:ln>
        </p:spPr>
      </p:sp>
      <p:sp>
        <p:nvSpPr>
          <p:cNvPr id="35" name="">
            <a:extLst xmlns:a="http://schemas.openxmlformats.org/drawingml/2006/main">
              <a:ext uri="{FF2B5EF4-FFF2-40B4-BE49-F238E27FC236}">
                <a16:creationId xmlns:a16="http://schemas.microsoft.com/office/drawing/2014/main" id="{0BC79E55-7C07-479F-8B21-CC3E844A49E9}"/>
              </a:ext>
            </a:extLst>
          </p:cNvPr>
          <p:cNvSpPr>
            <a:spLocks xmlns:a="http://schemas.openxmlformats.org/drawingml/2006/main" noGrp="1"/>
          </p:cNvSpPr>
          <p:nvPr/>
        </p:nvSpPr>
        <p:spPr>
          <a:xfrm xmlns:a="http://schemas.openxmlformats.org/drawingml/2006/main">
            <a:off x="1257300" y="3043238"/>
            <a:ext cx="142875" cy="133350"/>
          </a:xfrm>
          <a:custGeom xmlns:a="http://schemas.openxmlformats.org/drawingml/2006/main">
            <a:pathLst>
              <a:path w="142875" h="133350">
                <a:moveTo>
                  <a:pt x="142875" y="0"/>
                </a:moveTo>
                <a:lnTo>
                  <a:pt x="0" y="133350"/>
                </a:lnTo>
              </a:path>
            </a:pathLst>
          </a:custGeom>
          <a:noFill xmlns:a="http://schemas.openxmlformats.org/drawingml/2006/main"/>
          <a:ln xmlns:a="http://schemas.openxmlformats.org/drawingml/2006/main" w="14288">
            <a:solidFill>
              <a:srgbClr val="71818B"/>
            </a:solidFill>
          </a:ln>
        </p:spPr>
      </p:sp>
      <p:sp>
        <p:nvSpPr>
          <p:cNvPr id="36" name="">
            <a:extLst xmlns:a="http://schemas.openxmlformats.org/drawingml/2006/main">
              <a:ext uri="{FF2B5EF4-FFF2-40B4-BE49-F238E27FC236}">
                <a16:creationId xmlns:a16="http://schemas.microsoft.com/office/drawing/2014/main" id="{D44E69F0-5F23-4C58-9726-78293B137990}"/>
              </a:ext>
            </a:extLst>
          </p:cNvPr>
          <p:cNvSpPr>
            <a:spLocks xmlns:a="http://schemas.openxmlformats.org/drawingml/2006/main" noGrp="1"/>
          </p:cNvSpPr>
          <p:nvPr/>
        </p:nvSpPr>
        <p:spPr>
          <a:xfrm xmlns:a="http://schemas.openxmlformats.org/drawingml/2006/main">
            <a:off x="1257300" y="3195638"/>
            <a:ext cx="142875" cy="133350"/>
          </a:xfrm>
          <a:custGeom xmlns:a="http://schemas.openxmlformats.org/drawingml/2006/main">
            <a:pathLst>
              <a:path w="142875" h="133350">
                <a:moveTo>
                  <a:pt x="142875" y="0"/>
                </a:moveTo>
                <a:lnTo>
                  <a:pt x="0" y="133350"/>
                </a:lnTo>
              </a:path>
            </a:pathLst>
          </a:custGeom>
          <a:noFill xmlns:a="http://schemas.openxmlformats.org/drawingml/2006/main"/>
          <a:ln xmlns:a="http://schemas.openxmlformats.org/drawingml/2006/main" w="14288">
            <a:solidFill>
              <a:srgbClr val="71818B"/>
            </a:solidFill>
          </a:ln>
        </p:spPr>
      </p:sp>
      <p:sp>
        <p:nvSpPr>
          <p:cNvPr id="37" name="">
            <a:extLst xmlns:a="http://schemas.openxmlformats.org/drawingml/2006/main">
              <a:ext uri="{FF2B5EF4-FFF2-40B4-BE49-F238E27FC236}">
                <a16:creationId xmlns:a16="http://schemas.microsoft.com/office/drawing/2014/main" id="{DC378DE5-1A03-494C-B79A-9F06CB9B1059}"/>
              </a:ext>
            </a:extLst>
          </p:cNvPr>
          <p:cNvSpPr>
            <a:spLocks xmlns:a="http://schemas.openxmlformats.org/drawingml/2006/main" noGrp="1"/>
          </p:cNvSpPr>
          <p:nvPr/>
        </p:nvSpPr>
        <p:spPr>
          <a:xfrm xmlns:a="http://schemas.openxmlformats.org/drawingml/2006/main">
            <a:off x="1257300" y="3348038"/>
            <a:ext cx="142875" cy="133350"/>
          </a:xfrm>
          <a:custGeom xmlns:a="http://schemas.openxmlformats.org/drawingml/2006/main">
            <a:pathLst>
              <a:path w="142875" h="133350">
                <a:moveTo>
                  <a:pt x="142875" y="0"/>
                </a:moveTo>
                <a:lnTo>
                  <a:pt x="0" y="133350"/>
                </a:lnTo>
              </a:path>
            </a:pathLst>
          </a:custGeom>
          <a:noFill xmlns:a="http://schemas.openxmlformats.org/drawingml/2006/main"/>
          <a:ln xmlns:a="http://schemas.openxmlformats.org/drawingml/2006/main" w="14288">
            <a:solidFill>
              <a:srgbClr val="71818B"/>
            </a:solidFill>
          </a:ln>
        </p:spPr>
      </p:sp>
      <p:sp>
        <p:nvSpPr>
          <p:cNvPr id="38" name="">
            <a:extLst xmlns:a="http://schemas.openxmlformats.org/drawingml/2006/main">
              <a:ext uri="{FF2B5EF4-FFF2-40B4-BE49-F238E27FC236}">
                <a16:creationId xmlns:a16="http://schemas.microsoft.com/office/drawing/2014/main" id="{EA522715-FC48-4498-A9BC-FD8A5A59CD2E}"/>
              </a:ext>
            </a:extLst>
          </p:cNvPr>
          <p:cNvSpPr>
            <a:spLocks xmlns:a="http://schemas.openxmlformats.org/drawingml/2006/main" noGrp="1"/>
          </p:cNvSpPr>
          <p:nvPr/>
        </p:nvSpPr>
        <p:spPr>
          <a:xfrm xmlns:a="http://schemas.openxmlformats.org/drawingml/2006/main">
            <a:off x="6191250" y="2333625"/>
            <a:ext cx="9525" cy="581025"/>
          </a:xfrm>
          <a:custGeom xmlns:a="http://schemas.openxmlformats.org/drawingml/2006/main">
            <a:pathLst>
              <a:path w="9525" h="581025">
                <a:moveTo>
                  <a:pt x="0" y="0"/>
                </a:moveTo>
                <a:lnTo>
                  <a:pt x="0" y="581025"/>
                </a:lnTo>
              </a:path>
            </a:pathLst>
          </a:custGeom>
          <a:noFill xmlns:a="http://schemas.openxmlformats.org/drawingml/2006/main"/>
          <a:ln xmlns:a="http://schemas.openxmlformats.org/drawingml/2006/main" w="28575">
            <a:solidFill>
              <a:srgbClr val="C4483C"/>
            </a:solidFill>
          </a:ln>
        </p:spPr>
      </p:sp>
      <p:sp>
        <p:nvSpPr>
          <p:cNvPr id="39" name="">
            <a:extLst xmlns:a="http://schemas.openxmlformats.org/drawingml/2006/main">
              <a:ext uri="{FF2B5EF4-FFF2-40B4-BE49-F238E27FC236}">
                <a16:creationId xmlns:a16="http://schemas.microsoft.com/office/drawing/2014/main" id="{39F4622E-93FD-4113-B26F-9995B88E35E5}"/>
              </a:ext>
            </a:extLst>
          </p:cNvPr>
          <p:cNvSpPr>
            <a:spLocks xmlns:a="http://schemas.openxmlformats.org/drawingml/2006/main" noGrp="1"/>
          </p:cNvSpPr>
          <p:nvPr/>
        </p:nvSpPr>
        <p:spPr>
          <a:xfrm xmlns:a="http://schemas.openxmlformats.org/drawingml/2006/main">
            <a:off x="6151245" y="2819400"/>
            <a:ext cx="80010" cy="95250"/>
          </a:xfrm>
          <a:custGeom xmlns:a="http://schemas.openxmlformats.org/drawingml/2006/main">
            <a:pathLst>
              <a:path w="80010" h="95250">
                <a:moveTo>
                  <a:pt x="40005" y="95250"/>
                </a:moveTo>
                <a:lnTo>
                  <a:pt x="80010"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40" name="">
            <a:extLst xmlns:a="http://schemas.openxmlformats.org/drawingml/2006/main">
              <a:ext uri="{FF2B5EF4-FFF2-40B4-BE49-F238E27FC236}">
                <a16:creationId xmlns:a16="http://schemas.microsoft.com/office/drawing/2014/main" id="{03DD174B-4227-4494-8A12-1BF7E5F97293}"/>
              </a:ext>
            </a:extLst>
          </p:cNvPr>
          <p:cNvSpPr>
            <a:spLocks xmlns:a="http://schemas.openxmlformats.org/drawingml/2006/main" noGrp="1"/>
          </p:cNvSpPr>
          <p:nvPr/>
        </p:nvSpPr>
        <p:spPr>
          <a:xfrm xmlns:a="http://schemas.openxmlformats.org/drawingml/2006/main">
            <a:off x="5572125" y="1857375"/>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100 N</a:t>
            </a:r>
          </a:p>
        </p:txBody>
      </p:sp>
      <p:sp>
        <p:nvSpPr>
          <p:cNvPr id="41" name="">
            <a:extLst xmlns:a="http://schemas.openxmlformats.org/drawingml/2006/main">
              <a:ext uri="{FF2B5EF4-FFF2-40B4-BE49-F238E27FC236}">
                <a16:creationId xmlns:a16="http://schemas.microsoft.com/office/drawing/2014/main" id="{0E072A1F-C790-40B7-8798-471AE2C8922B}"/>
              </a:ext>
            </a:extLst>
          </p:cNvPr>
          <p:cNvSpPr>
            <a:spLocks xmlns:a="http://schemas.openxmlformats.org/drawingml/2006/main" noGrp="1"/>
          </p:cNvSpPr>
          <p:nvPr/>
        </p:nvSpPr>
        <p:spPr>
          <a:xfrm xmlns:a="http://schemas.openxmlformats.org/drawingml/2006/main">
            <a:off x="1790700" y="3248025"/>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A</a:t>
            </a:r>
          </a:p>
        </p:txBody>
      </p:sp>
      <p:sp>
        <p:nvSpPr>
          <p:cNvPr id="42" name="">
            <a:extLst xmlns:a="http://schemas.openxmlformats.org/drawingml/2006/main">
              <a:ext uri="{FF2B5EF4-FFF2-40B4-BE49-F238E27FC236}">
                <a16:creationId xmlns:a16="http://schemas.microsoft.com/office/drawing/2014/main" id="{A90DD45E-C62F-4FB8-AF19-ED457A876E2F}"/>
              </a:ext>
            </a:extLst>
          </p:cNvPr>
          <p:cNvSpPr>
            <a:spLocks xmlns:a="http://schemas.openxmlformats.org/drawingml/2006/main" noGrp="1"/>
          </p:cNvSpPr>
          <p:nvPr/>
        </p:nvSpPr>
        <p:spPr>
          <a:xfrm xmlns:a="http://schemas.openxmlformats.org/drawingml/2006/main">
            <a:off x="5429250" y="3314700"/>
            <a:ext cx="1000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buNone/>
              <a:defRPr sz="1800" b="1">
                <a:solidFill>
                  <a:srgbClr val="2876A8"/>
                </a:solidFill>
                <a:latin typeface="Yu Gothic"/>
                <a:ea typeface="Yu Gothic"/>
                <a:cs typeface="Yu Gothic"/>
              </a:defRPr>
            </a:lvl1pPr>
            <a:lvl2pPr>
              <a:buNone/>
              <a:defRPr sz="1800" b="1">
                <a:solidFill>
                  <a:srgbClr val="2876A8"/>
                </a:solidFill>
                <a:latin typeface="Yu Gothic"/>
                <a:ea typeface="Yu Gothic"/>
                <a:cs typeface="Yu Gothic"/>
              </a:defRPr>
            </a:lvl2pPr>
            <a:lvl3pPr>
              <a:buNone/>
              <a:defRPr sz="1800" b="1">
                <a:solidFill>
                  <a:srgbClr val="2876A8"/>
                </a:solidFill>
                <a:latin typeface="Yu Gothic"/>
                <a:ea typeface="Yu Gothic"/>
                <a:cs typeface="Yu Gothic"/>
              </a:defRPr>
            </a:lvl3pPr>
            <a:lvl4pPr>
              <a:buNone/>
              <a:defRPr sz="1800" b="1">
                <a:solidFill>
                  <a:srgbClr val="2876A8"/>
                </a:solidFill>
                <a:latin typeface="Yu Gothic"/>
                <a:ea typeface="Yu Gothic"/>
                <a:cs typeface="Yu Gothic"/>
              </a:defRPr>
            </a:lvl4pPr>
            <a:lvl5pPr>
              <a:buNone/>
              <a:defRPr sz="1800" b="1">
                <a:solidFill>
                  <a:srgbClr val="2876A8"/>
                </a:solidFill>
                <a:latin typeface="Yu Gothic"/>
                <a:ea typeface="Yu Gothic"/>
                <a:cs typeface="Yu Gothic"/>
              </a:defRPr>
            </a:lvl5pPr>
            <a:lvl6pPr>
              <a:buNone/>
              <a:defRPr sz="1800" b="1">
                <a:solidFill>
                  <a:srgbClr val="2876A8"/>
                </a:solidFill>
                <a:latin typeface="Yu Gothic"/>
                <a:ea typeface="Yu Gothic"/>
                <a:cs typeface="Yu Gothic"/>
              </a:defRPr>
            </a:lvl6pPr>
            <a:lvl7pPr>
              <a:buNone/>
              <a:defRPr sz="1800" b="1">
                <a:solidFill>
                  <a:srgbClr val="2876A8"/>
                </a:solidFill>
                <a:latin typeface="Yu Gothic"/>
                <a:ea typeface="Yu Gothic"/>
                <a:cs typeface="Yu Gothic"/>
              </a:defRPr>
            </a:lvl7pPr>
            <a:lvl8pPr>
              <a:buNone/>
              <a:defRPr sz="1800" b="1">
                <a:solidFill>
                  <a:srgbClr val="2876A8"/>
                </a:solidFill>
                <a:latin typeface="Yu Gothic"/>
                <a:ea typeface="Yu Gothic"/>
                <a:cs typeface="Yu Gothic"/>
              </a:defRPr>
            </a:lvl8pPr>
            <a:lvl9pPr>
              <a:buNone/>
              <a:defRPr sz="1800" b="1">
                <a:solidFill>
                  <a:srgbClr val="2876A8"/>
                </a:solidFill>
                <a:latin typeface="Yu Gothic"/>
                <a:ea typeface="Yu Gothic"/>
                <a:cs typeface="Yu Gothic"/>
              </a:defRPr>
            </a:lvl9pPr>
          </a:lstStyle>
          <a:p xmlns:a="http://schemas.openxmlformats.org/drawingml/2006/main">
            <a:pPr>
              <a:buNone/>
              <a:defRPr sz="1800" b="1">
                <a:solidFill>
                  <a:srgbClr val="2876A8"/>
                </a:solidFill>
                <a:latin typeface="Yu Gothic"/>
                <a:ea typeface="Yu Gothic"/>
                <a:cs typeface="Yu Gothic"/>
              </a:defRPr>
            </a:pPr>
            <a:r>
              <a:rPr sz="1800" b="1">
                <a:solidFill>
                  <a:srgbClr val="2876A8"/>
                </a:solidFill>
                <a:latin typeface="Yu Gothic"/>
                <a:ea typeface="Yu Gothic"/>
                <a:cs typeface="Yu Gothic"/>
              </a:rPr>
              <a:t>自由端</a:t>
            </a:r>
          </a:p>
        </p:txBody>
      </p:sp>
      <p:sp>
        <p:nvSpPr>
          <p:cNvPr id="43" name="">
            <a:extLst xmlns:a="http://schemas.openxmlformats.org/drawingml/2006/main">
              <a:ext uri="{FF2B5EF4-FFF2-40B4-BE49-F238E27FC236}">
                <a16:creationId xmlns:a16="http://schemas.microsoft.com/office/drawing/2014/main" id="{867F0F82-7561-441F-9537-32F792A5AC6B}"/>
              </a:ext>
            </a:extLst>
          </p:cNvPr>
          <p:cNvSpPr>
            <a:spLocks xmlns:a="http://schemas.openxmlformats.org/drawingml/2006/main" noGrp="1"/>
          </p:cNvSpPr>
          <p:nvPr/>
        </p:nvSpPr>
        <p:spPr>
          <a:xfrm xmlns:a="http://schemas.openxmlformats.org/drawingml/2006/main">
            <a:off x="1619250" y="3162300"/>
            <a:ext cx="9525" cy="790575"/>
          </a:xfrm>
          <a:custGeom xmlns:a="http://schemas.openxmlformats.org/drawingml/2006/main">
            <a:pathLst>
              <a:path w="9525" h="790575">
                <a:moveTo>
                  <a:pt x="0" y="790575"/>
                </a:moveTo>
                <a:lnTo>
                  <a:pt x="0" y="0"/>
                </a:lnTo>
              </a:path>
            </a:pathLst>
          </a:custGeom>
          <a:noFill xmlns:a="http://schemas.openxmlformats.org/drawingml/2006/main"/>
          <a:ln xmlns:a="http://schemas.openxmlformats.org/drawingml/2006/main" w="28575">
            <a:solidFill>
              <a:srgbClr val="2876A8"/>
            </a:solidFill>
          </a:ln>
        </p:spPr>
      </p:sp>
      <p:sp>
        <p:nvSpPr>
          <p:cNvPr id="44" name="">
            <a:extLst xmlns:a="http://schemas.openxmlformats.org/drawingml/2006/main">
              <a:ext uri="{FF2B5EF4-FFF2-40B4-BE49-F238E27FC236}">
                <a16:creationId xmlns:a16="http://schemas.microsoft.com/office/drawing/2014/main" id="{276F6F74-B459-4ADD-8503-657E352670BE}"/>
              </a:ext>
            </a:extLst>
          </p:cNvPr>
          <p:cNvSpPr>
            <a:spLocks xmlns:a="http://schemas.openxmlformats.org/drawingml/2006/main" noGrp="1"/>
          </p:cNvSpPr>
          <p:nvPr/>
        </p:nvSpPr>
        <p:spPr>
          <a:xfrm xmlns:a="http://schemas.openxmlformats.org/drawingml/2006/main">
            <a:off x="1579245" y="3162300"/>
            <a:ext cx="80010" cy="95250"/>
          </a:xfrm>
          <a:custGeom xmlns:a="http://schemas.openxmlformats.org/drawingml/2006/main">
            <a:pathLst>
              <a:path w="80010" h="95250">
                <a:moveTo>
                  <a:pt x="40005" y="0"/>
                </a:moveTo>
                <a:lnTo>
                  <a:pt x="0" y="95250"/>
                </a:lnTo>
                <a:lnTo>
                  <a:pt x="80010" y="95250"/>
                </a:lnTo>
                <a:close/>
              </a:path>
            </a:pathLst>
          </a:custGeom>
          <a:solidFill xmlns:a="http://schemas.openxmlformats.org/drawingml/2006/main">
            <a:srgbClr val="2876A8"/>
          </a:solidFill>
          <a:ln xmlns:a="http://schemas.openxmlformats.org/drawingml/2006/main" w="4763">
            <a:solidFill>
              <a:srgbClr val="2876A8"/>
            </a:solidFill>
          </a:ln>
        </p:spPr>
      </p:sp>
      <p:sp>
        <p:nvSpPr>
          <p:cNvPr id="45" name="">
            <a:extLst xmlns:a="http://schemas.openxmlformats.org/drawingml/2006/main">
              <a:ext uri="{FF2B5EF4-FFF2-40B4-BE49-F238E27FC236}">
                <a16:creationId xmlns:a16="http://schemas.microsoft.com/office/drawing/2014/main" id="{7CC07045-B541-4662-9C64-10F50BC5B4C9}"/>
              </a:ext>
            </a:extLst>
          </p:cNvPr>
          <p:cNvSpPr>
            <a:spLocks xmlns:a="http://schemas.openxmlformats.org/drawingml/2006/main" noGrp="1"/>
          </p:cNvSpPr>
          <p:nvPr/>
        </p:nvSpPr>
        <p:spPr>
          <a:xfrm xmlns:a="http://schemas.openxmlformats.org/drawingml/2006/main">
            <a:off x="809625" y="3914775"/>
            <a:ext cx="1666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RA = 100 N</a:t>
            </a:r>
          </a:p>
        </p:txBody>
      </p:sp>
      <p:sp>
        <p:nvSpPr>
          <p:cNvPr id="46" name="">
            <a:extLst xmlns:a="http://schemas.openxmlformats.org/drawingml/2006/main">
              <a:ext uri="{FF2B5EF4-FFF2-40B4-BE49-F238E27FC236}">
                <a16:creationId xmlns:a16="http://schemas.microsoft.com/office/drawing/2014/main" id="{613E4426-709C-460C-80E4-F593B319552A}"/>
              </a:ext>
            </a:extLst>
          </p:cNvPr>
          <p:cNvSpPr>
            <a:spLocks xmlns:a="http://schemas.openxmlformats.org/drawingml/2006/main" noGrp="1"/>
          </p:cNvSpPr>
          <p:nvPr/>
        </p:nvSpPr>
        <p:spPr>
          <a:xfrm xmlns:a="http://schemas.openxmlformats.org/drawingml/2006/main">
            <a:off x="686575" y="3114869"/>
            <a:ext cx="723077" cy="675214"/>
          </a:xfrm>
          <a:custGeom xmlns:a="http://schemas.openxmlformats.org/drawingml/2006/main">
            <a:pathLst>
              <a:path w="723077" h="675214">
                <a:moveTo>
                  <a:pt x="542150" y="675214"/>
                </a:moveTo>
                <a:lnTo>
                  <a:pt x="586185" y="645267"/>
                </a:lnTo>
                <a:lnTo>
                  <a:pt x="625349" y="609182"/>
                </a:lnTo>
                <a:lnTo>
                  <a:pt x="658795" y="567742"/>
                </a:lnTo>
                <a:lnTo>
                  <a:pt x="685798" y="521843"/>
                </a:lnTo>
                <a:lnTo>
                  <a:pt x="705774" y="472478"/>
                </a:lnTo>
                <a:lnTo>
                  <a:pt x="718291" y="420716"/>
                </a:lnTo>
                <a:lnTo>
                  <a:pt x="723077" y="367678"/>
                </a:lnTo>
                <a:lnTo>
                  <a:pt x="720029" y="314512"/>
                </a:lnTo>
                <a:lnTo>
                  <a:pt x="709212" y="262369"/>
                </a:lnTo>
                <a:lnTo>
                  <a:pt x="690862" y="212377"/>
                </a:lnTo>
                <a:lnTo>
                  <a:pt x="665375" y="165619"/>
                </a:lnTo>
                <a:lnTo>
                  <a:pt x="633303" y="123106"/>
                </a:lnTo>
                <a:lnTo>
                  <a:pt x="595341" y="85759"/>
                </a:lnTo>
                <a:lnTo>
                  <a:pt x="552309" y="54387"/>
                </a:lnTo>
                <a:lnTo>
                  <a:pt x="505140" y="29669"/>
                </a:lnTo>
                <a:lnTo>
                  <a:pt x="454855" y="12139"/>
                </a:lnTo>
                <a:lnTo>
                  <a:pt x="402541" y="2178"/>
                </a:lnTo>
                <a:lnTo>
                  <a:pt x="349332" y="0"/>
                </a:lnTo>
                <a:lnTo>
                  <a:pt x="296380" y="5653"/>
                </a:lnTo>
                <a:lnTo>
                  <a:pt x="244830" y="19015"/>
                </a:lnTo>
                <a:lnTo>
                  <a:pt x="195799" y="39796"/>
                </a:lnTo>
                <a:lnTo>
                  <a:pt x="150347" y="67546"/>
                </a:lnTo>
                <a:lnTo>
                  <a:pt x="109460" y="101666"/>
                </a:lnTo>
                <a:lnTo>
                  <a:pt x="74021" y="141415"/>
                </a:lnTo>
                <a:lnTo>
                  <a:pt x="44798" y="185934"/>
                </a:lnTo>
                <a:lnTo>
                  <a:pt x="22424" y="234259"/>
                </a:lnTo>
                <a:lnTo>
                  <a:pt x="7383" y="285344"/>
                </a:lnTo>
                <a:lnTo>
                  <a:pt x="0" y="338084"/>
                </a:lnTo>
                <a:lnTo>
                  <a:pt x="436" y="391335"/>
                </a:lnTo>
                <a:lnTo>
                  <a:pt x="8680" y="443946"/>
                </a:lnTo>
                <a:lnTo>
                  <a:pt x="24555" y="494779"/>
                </a:lnTo>
                <a:lnTo>
                  <a:pt x="47717" y="542731"/>
                </a:lnTo>
              </a:path>
            </a:pathLst>
          </a:custGeom>
          <a:noFill xmlns:a="http://schemas.openxmlformats.org/drawingml/2006/main"/>
          <a:ln xmlns:a="http://schemas.openxmlformats.org/drawingml/2006/main" w="28575">
            <a:solidFill>
              <a:srgbClr val="2876A8"/>
            </a:solidFill>
          </a:ln>
        </p:spPr>
      </p:sp>
      <p:sp>
        <p:nvSpPr>
          <p:cNvPr id="47" name="">
            <a:extLst xmlns:a="http://schemas.openxmlformats.org/drawingml/2006/main">
              <a:ext uri="{FF2B5EF4-FFF2-40B4-BE49-F238E27FC236}">
                <a16:creationId xmlns:a16="http://schemas.microsoft.com/office/drawing/2014/main" id="{EBCE57B2-8A91-457F-AE2C-CCB2ED9ED0CB}"/>
              </a:ext>
            </a:extLst>
          </p:cNvPr>
          <p:cNvSpPr>
            <a:spLocks xmlns:a="http://schemas.openxmlformats.org/drawingml/2006/main" noGrp="1"/>
          </p:cNvSpPr>
          <p:nvPr/>
        </p:nvSpPr>
        <p:spPr>
          <a:xfrm xmlns:a="http://schemas.openxmlformats.org/drawingml/2006/main">
            <a:off x="711130" y="3609647"/>
            <a:ext cx="23162" cy="47953"/>
          </a:xfrm>
          <a:custGeom xmlns:a="http://schemas.openxmlformats.org/drawingml/2006/main">
            <a:pathLst>
              <a:path w="23162" h="47953">
                <a:moveTo>
                  <a:pt x="0" y="0"/>
                </a:moveTo>
                <a:lnTo>
                  <a:pt x="23162" y="47953"/>
                </a:lnTo>
              </a:path>
            </a:pathLst>
          </a:custGeom>
          <a:noFill xmlns:a="http://schemas.openxmlformats.org/drawingml/2006/main"/>
          <a:ln xmlns:a="http://schemas.openxmlformats.org/drawingml/2006/main" w="28575">
            <a:solidFill>
              <a:srgbClr val="2876A8"/>
            </a:solidFill>
          </a:ln>
        </p:spPr>
      </p:sp>
      <p:sp>
        <p:nvSpPr>
          <p:cNvPr id="48" name="">
            <a:extLst xmlns:a="http://schemas.openxmlformats.org/drawingml/2006/main">
              <a:ext uri="{FF2B5EF4-FFF2-40B4-BE49-F238E27FC236}">
                <a16:creationId xmlns:a16="http://schemas.microsoft.com/office/drawing/2014/main" id="{29292B76-C17F-4911-A1FE-E83FBA689BFE}"/>
              </a:ext>
            </a:extLst>
          </p:cNvPr>
          <p:cNvSpPr>
            <a:spLocks xmlns:a="http://schemas.openxmlformats.org/drawingml/2006/main" noGrp="1"/>
          </p:cNvSpPr>
          <p:nvPr/>
        </p:nvSpPr>
        <p:spPr>
          <a:xfrm xmlns:a="http://schemas.openxmlformats.org/drawingml/2006/main">
            <a:off x="656841" y="3554431"/>
            <a:ext cx="77451" cy="103169"/>
          </a:xfrm>
          <a:custGeom xmlns:a="http://schemas.openxmlformats.org/drawingml/2006/main">
            <a:pathLst>
              <a:path w="77451" h="103169">
                <a:moveTo>
                  <a:pt x="77451" y="103169"/>
                </a:moveTo>
                <a:lnTo>
                  <a:pt x="72046" y="0"/>
                </a:lnTo>
                <a:lnTo>
                  <a:pt x="0" y="34799"/>
                </a:lnTo>
                <a:close/>
              </a:path>
            </a:pathLst>
          </a:custGeom>
          <a:solidFill xmlns:a="http://schemas.openxmlformats.org/drawingml/2006/main">
            <a:srgbClr val="2876A8"/>
          </a:solidFill>
          <a:ln xmlns:a="http://schemas.openxmlformats.org/drawingml/2006/main" w="4763">
            <a:solidFill>
              <a:srgbClr val="2876A8"/>
            </a:solidFill>
          </a:ln>
        </p:spPr>
      </p:sp>
      <p:sp>
        <p:nvSpPr>
          <p:cNvPr id="49" name="">
            <a:extLst xmlns:a="http://schemas.openxmlformats.org/drawingml/2006/main">
              <a:ext uri="{FF2B5EF4-FFF2-40B4-BE49-F238E27FC236}">
                <a16:creationId xmlns:a16="http://schemas.microsoft.com/office/drawing/2014/main" id="{C7F29821-9F4C-4CB2-A7BD-D23CD3777B6B}"/>
              </a:ext>
            </a:extLst>
          </p:cNvPr>
          <p:cNvSpPr>
            <a:spLocks xmlns:a="http://schemas.openxmlformats.org/drawingml/2006/main" noGrp="1"/>
          </p:cNvSpPr>
          <p:nvPr/>
        </p:nvSpPr>
        <p:spPr>
          <a:xfrm xmlns:a="http://schemas.openxmlformats.org/drawingml/2006/main">
            <a:off x="619125" y="2619375"/>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876A8"/>
                </a:solidFill>
                <a:latin typeface="Yu Gothic"/>
                <a:ea typeface="Yu Gothic"/>
                <a:cs typeface="Yu Gothic"/>
              </a:defRPr>
            </a:defPPr>
            <a:lvl1pPr>
              <a:buNone/>
              <a:defRPr sz="2025" b="1">
                <a:solidFill>
                  <a:srgbClr val="2876A8"/>
                </a:solidFill>
                <a:latin typeface="Yu Gothic"/>
                <a:ea typeface="Yu Gothic"/>
                <a:cs typeface="Yu Gothic"/>
              </a:defRPr>
            </a:lvl1pPr>
            <a:lvl2pPr>
              <a:buNone/>
              <a:defRPr sz="2025" b="1">
                <a:solidFill>
                  <a:srgbClr val="2876A8"/>
                </a:solidFill>
                <a:latin typeface="Yu Gothic"/>
                <a:ea typeface="Yu Gothic"/>
                <a:cs typeface="Yu Gothic"/>
              </a:defRPr>
            </a:lvl2pPr>
            <a:lvl3pPr>
              <a:buNone/>
              <a:defRPr sz="2025" b="1">
                <a:solidFill>
                  <a:srgbClr val="2876A8"/>
                </a:solidFill>
                <a:latin typeface="Yu Gothic"/>
                <a:ea typeface="Yu Gothic"/>
                <a:cs typeface="Yu Gothic"/>
              </a:defRPr>
            </a:lvl3pPr>
            <a:lvl4pPr>
              <a:buNone/>
              <a:defRPr sz="2025" b="1">
                <a:solidFill>
                  <a:srgbClr val="2876A8"/>
                </a:solidFill>
                <a:latin typeface="Yu Gothic"/>
                <a:ea typeface="Yu Gothic"/>
                <a:cs typeface="Yu Gothic"/>
              </a:defRPr>
            </a:lvl4pPr>
            <a:lvl5pPr>
              <a:buNone/>
              <a:defRPr sz="2025" b="1">
                <a:solidFill>
                  <a:srgbClr val="2876A8"/>
                </a:solidFill>
                <a:latin typeface="Yu Gothic"/>
                <a:ea typeface="Yu Gothic"/>
                <a:cs typeface="Yu Gothic"/>
              </a:defRPr>
            </a:lvl5pPr>
            <a:lvl6pPr>
              <a:buNone/>
              <a:defRPr sz="2025" b="1">
                <a:solidFill>
                  <a:srgbClr val="2876A8"/>
                </a:solidFill>
                <a:latin typeface="Yu Gothic"/>
                <a:ea typeface="Yu Gothic"/>
                <a:cs typeface="Yu Gothic"/>
              </a:defRPr>
            </a:lvl6pPr>
            <a:lvl7pPr>
              <a:buNone/>
              <a:defRPr sz="2025" b="1">
                <a:solidFill>
                  <a:srgbClr val="2876A8"/>
                </a:solidFill>
                <a:latin typeface="Yu Gothic"/>
                <a:ea typeface="Yu Gothic"/>
                <a:cs typeface="Yu Gothic"/>
              </a:defRPr>
            </a:lvl7pPr>
            <a:lvl8pPr>
              <a:buNone/>
              <a:defRPr sz="2025" b="1">
                <a:solidFill>
                  <a:srgbClr val="2876A8"/>
                </a:solidFill>
                <a:latin typeface="Yu Gothic"/>
                <a:ea typeface="Yu Gothic"/>
                <a:cs typeface="Yu Gothic"/>
              </a:defRPr>
            </a:lvl8pPr>
            <a:lvl9pPr>
              <a:buNone/>
              <a:defRPr sz="2025" b="1">
                <a:solidFill>
                  <a:srgbClr val="2876A8"/>
                </a:solidFill>
                <a:latin typeface="Yu Gothic"/>
                <a:ea typeface="Yu Gothic"/>
                <a:cs typeface="Yu Gothic"/>
              </a:defRPr>
            </a:lvl9pPr>
          </a:lstStyle>
          <a:p xmlns:a="http://schemas.openxmlformats.org/drawingml/2006/main">
            <a:pP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MA</a:t>
            </a:r>
          </a:p>
        </p:txBody>
      </p:sp>
      <p:sp>
        <p:nvSpPr>
          <p:cNvPr id="50" name="">
            <a:extLst xmlns:a="http://schemas.openxmlformats.org/drawingml/2006/main">
              <a:ext uri="{FF2B5EF4-FFF2-40B4-BE49-F238E27FC236}">
                <a16:creationId xmlns:a16="http://schemas.microsoft.com/office/drawing/2014/main" id="{498CBB44-C610-451B-9798-3EA1D1B2DF50}"/>
              </a:ext>
            </a:extLst>
          </p:cNvPr>
          <p:cNvSpPr>
            <a:spLocks xmlns:a="http://schemas.openxmlformats.org/drawingml/2006/main" noGrp="1"/>
          </p:cNvSpPr>
          <p:nvPr/>
        </p:nvSpPr>
        <p:spPr>
          <a:xfrm xmlns:a="http://schemas.openxmlformats.org/drawingml/2006/main">
            <a:off x="1619250" y="4572000"/>
            <a:ext cx="4572000" cy="9525"/>
          </a:xfrm>
          <a:custGeom xmlns:a="http://schemas.openxmlformats.org/drawingml/2006/main">
            <a:pathLst>
              <a:path w="4572000" h="9525">
                <a:moveTo>
                  <a:pt x="0" y="0"/>
                </a:moveTo>
                <a:lnTo>
                  <a:pt x="4572000" y="0"/>
                </a:lnTo>
              </a:path>
            </a:pathLst>
          </a:custGeom>
          <a:noFill xmlns:a="http://schemas.openxmlformats.org/drawingml/2006/main"/>
          <a:ln xmlns:a="http://schemas.openxmlformats.org/drawingml/2006/main" w="13335">
            <a:solidFill>
              <a:srgbClr val="71818B"/>
            </a:solidFill>
          </a:ln>
        </p:spPr>
      </p:sp>
      <p:sp>
        <p:nvSpPr>
          <p:cNvPr id="51" name="">
            <a:extLst xmlns:a="http://schemas.openxmlformats.org/drawingml/2006/main">
              <a:ext uri="{FF2B5EF4-FFF2-40B4-BE49-F238E27FC236}">
                <a16:creationId xmlns:a16="http://schemas.microsoft.com/office/drawing/2014/main" id="{20A0A2B3-1F86-4582-972E-C3090586DFC9}"/>
              </a:ext>
            </a:extLst>
          </p:cNvPr>
          <p:cNvSpPr>
            <a:spLocks xmlns:a="http://schemas.openxmlformats.org/drawingml/2006/main" noGrp="1"/>
          </p:cNvSpPr>
          <p:nvPr/>
        </p:nvSpPr>
        <p:spPr>
          <a:xfrm xmlns:a="http://schemas.openxmlformats.org/drawingml/2006/main">
            <a:off x="6124575" y="4543997"/>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52" name="">
            <a:extLst xmlns:a="http://schemas.openxmlformats.org/drawingml/2006/main">
              <a:ext uri="{FF2B5EF4-FFF2-40B4-BE49-F238E27FC236}">
                <a16:creationId xmlns:a16="http://schemas.microsoft.com/office/drawing/2014/main" id="{549BFA48-98E5-4ADB-922C-E12B8F74E5E7}"/>
              </a:ext>
            </a:extLst>
          </p:cNvPr>
          <p:cNvSpPr>
            <a:spLocks xmlns:a="http://schemas.openxmlformats.org/drawingml/2006/main" noGrp="1"/>
          </p:cNvSpPr>
          <p:nvPr/>
        </p:nvSpPr>
        <p:spPr>
          <a:xfrm xmlns:a="http://schemas.openxmlformats.org/drawingml/2006/main">
            <a:off x="1619250" y="4572000"/>
            <a:ext cx="4572000" cy="9525"/>
          </a:xfrm>
          <a:custGeom xmlns:a="http://schemas.openxmlformats.org/drawingml/2006/main">
            <a:pathLst>
              <a:path w="4572000" h="9525">
                <a:moveTo>
                  <a:pt x="4572000" y="0"/>
                </a:moveTo>
                <a:lnTo>
                  <a:pt x="0" y="0"/>
                </a:lnTo>
              </a:path>
            </a:pathLst>
          </a:custGeom>
          <a:noFill xmlns:a="http://schemas.openxmlformats.org/drawingml/2006/main"/>
          <a:ln xmlns:a="http://schemas.openxmlformats.org/drawingml/2006/main" w="13335">
            <a:solidFill>
              <a:srgbClr val="71818B"/>
            </a:solidFill>
          </a:ln>
        </p:spPr>
      </p:sp>
      <p:sp>
        <p:nvSpPr>
          <p:cNvPr id="53" name="">
            <a:extLst xmlns:a="http://schemas.openxmlformats.org/drawingml/2006/main">
              <a:ext uri="{FF2B5EF4-FFF2-40B4-BE49-F238E27FC236}">
                <a16:creationId xmlns:a16="http://schemas.microsoft.com/office/drawing/2014/main" id="{F7037D6C-E60E-4649-92D9-33268F2CDAE5}"/>
              </a:ext>
            </a:extLst>
          </p:cNvPr>
          <p:cNvSpPr>
            <a:spLocks xmlns:a="http://schemas.openxmlformats.org/drawingml/2006/main" noGrp="1"/>
          </p:cNvSpPr>
          <p:nvPr/>
        </p:nvSpPr>
        <p:spPr>
          <a:xfrm xmlns:a="http://schemas.openxmlformats.org/drawingml/2006/main">
            <a:off x="1619250" y="4543997"/>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54" name="">
            <a:extLst xmlns:a="http://schemas.openxmlformats.org/drawingml/2006/main">
              <a:ext uri="{FF2B5EF4-FFF2-40B4-BE49-F238E27FC236}">
                <a16:creationId xmlns:a16="http://schemas.microsoft.com/office/drawing/2014/main" id="{17763AB5-CBD0-4320-9F68-0067C8579C8D}"/>
              </a:ext>
            </a:extLst>
          </p:cNvPr>
          <p:cNvSpPr>
            <a:spLocks xmlns:a="http://schemas.openxmlformats.org/drawingml/2006/main" noGrp="1"/>
          </p:cNvSpPr>
          <p:nvPr/>
        </p:nvSpPr>
        <p:spPr>
          <a:xfrm xmlns:a="http://schemas.openxmlformats.org/drawingml/2006/main">
            <a:off x="1619250" y="4619625"/>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71818B"/>
                </a:solidFill>
                <a:latin typeface="Yu Gothic"/>
                <a:ea typeface="Yu Gothic"/>
                <a:cs typeface="Yu Gothic"/>
              </a:defRPr>
            </a:defPPr>
            <a:lvl1pPr algn="ctr">
              <a:buNone/>
              <a:defRPr sz="1725" b="0">
                <a:solidFill>
                  <a:srgbClr val="71818B"/>
                </a:solidFill>
                <a:latin typeface="Yu Gothic"/>
                <a:ea typeface="Yu Gothic"/>
                <a:cs typeface="Yu Gothic"/>
              </a:defRPr>
            </a:lvl1pPr>
            <a:lvl2pPr algn="ctr">
              <a:buNone/>
              <a:defRPr sz="1725" b="0">
                <a:solidFill>
                  <a:srgbClr val="71818B"/>
                </a:solidFill>
                <a:latin typeface="Yu Gothic"/>
                <a:ea typeface="Yu Gothic"/>
                <a:cs typeface="Yu Gothic"/>
              </a:defRPr>
            </a:lvl2pPr>
            <a:lvl3pPr algn="ctr">
              <a:buNone/>
              <a:defRPr sz="1725" b="0">
                <a:solidFill>
                  <a:srgbClr val="71818B"/>
                </a:solidFill>
                <a:latin typeface="Yu Gothic"/>
                <a:ea typeface="Yu Gothic"/>
                <a:cs typeface="Yu Gothic"/>
              </a:defRPr>
            </a:lvl3pPr>
            <a:lvl4pPr algn="ctr">
              <a:buNone/>
              <a:defRPr sz="1725" b="0">
                <a:solidFill>
                  <a:srgbClr val="71818B"/>
                </a:solidFill>
                <a:latin typeface="Yu Gothic"/>
                <a:ea typeface="Yu Gothic"/>
                <a:cs typeface="Yu Gothic"/>
              </a:defRPr>
            </a:lvl4pPr>
            <a:lvl5pPr algn="ctr">
              <a:buNone/>
              <a:defRPr sz="1725" b="0">
                <a:solidFill>
                  <a:srgbClr val="71818B"/>
                </a:solidFill>
                <a:latin typeface="Yu Gothic"/>
                <a:ea typeface="Yu Gothic"/>
                <a:cs typeface="Yu Gothic"/>
              </a:defRPr>
            </a:lvl5pPr>
            <a:lvl6pPr algn="ctr">
              <a:buNone/>
              <a:defRPr sz="1725" b="0">
                <a:solidFill>
                  <a:srgbClr val="71818B"/>
                </a:solidFill>
                <a:latin typeface="Yu Gothic"/>
                <a:ea typeface="Yu Gothic"/>
                <a:cs typeface="Yu Gothic"/>
              </a:defRPr>
            </a:lvl6pPr>
            <a:lvl7pPr algn="ctr">
              <a:buNone/>
              <a:defRPr sz="1725" b="0">
                <a:solidFill>
                  <a:srgbClr val="71818B"/>
                </a:solidFill>
                <a:latin typeface="Yu Gothic"/>
                <a:ea typeface="Yu Gothic"/>
                <a:cs typeface="Yu Gothic"/>
              </a:defRPr>
            </a:lvl7pPr>
            <a:lvl8pPr algn="ctr">
              <a:buNone/>
              <a:defRPr sz="1725" b="0">
                <a:solidFill>
                  <a:srgbClr val="71818B"/>
                </a:solidFill>
                <a:latin typeface="Yu Gothic"/>
                <a:ea typeface="Yu Gothic"/>
                <a:cs typeface="Yu Gothic"/>
              </a:defRPr>
            </a:lvl8pPr>
            <a:lvl9pPr algn="ctr">
              <a:buNone/>
              <a:defRPr sz="1725" b="0">
                <a:solidFill>
                  <a:srgbClr val="71818B"/>
                </a:solidFill>
                <a:latin typeface="Yu Gothic"/>
                <a:ea typeface="Yu Gothic"/>
                <a:cs typeface="Yu Gothic"/>
              </a:defRPr>
            </a:lvl9pPr>
          </a:lstStyle>
          <a:p xmlns:a="http://schemas.openxmlformats.org/drawingml/2006/main">
            <a:pPr algn="ctr">
              <a:buNone/>
              <a:defRPr sz="1725" b="0">
                <a:solidFill>
                  <a:srgbClr val="71818B"/>
                </a:solidFill>
                <a:latin typeface="Yu Gothic"/>
                <a:ea typeface="Yu Gothic"/>
                <a:cs typeface="Yu Gothic"/>
              </a:defRPr>
            </a:pPr>
            <a:r>
              <a:rPr sz="1725" b="0">
                <a:solidFill>
                  <a:srgbClr val="71818B"/>
                </a:solidFill>
                <a:latin typeface="Yu Gothic"/>
                <a:ea typeface="Yu Gothic"/>
                <a:cs typeface="Yu Gothic"/>
              </a:rPr>
              <a:t>0.80 m</a:t>
            </a:r>
          </a:p>
        </p:txBody>
      </p:sp>
      <p:sp>
        <p:nvSpPr>
          <p:cNvPr id="55" name="">
            <a:extLst xmlns:a="http://schemas.openxmlformats.org/drawingml/2006/main">
              <a:ext uri="{FF2B5EF4-FFF2-40B4-BE49-F238E27FC236}">
                <a16:creationId xmlns:a16="http://schemas.microsoft.com/office/drawing/2014/main" id="{E462BF15-35C0-4F08-95C3-29EDC0ED708F}"/>
              </a:ext>
            </a:extLst>
          </p:cNvPr>
          <p:cNvSpPr>
            <a:spLocks xmlns:a="http://schemas.openxmlformats.org/drawingml/2006/main" noGrp="1"/>
          </p:cNvSpPr>
          <p:nvPr/>
        </p:nvSpPr>
        <p:spPr>
          <a:xfrm xmlns:a="http://schemas.openxmlformats.org/drawingml/2006/main">
            <a:off x="7477125" y="1857375"/>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RA − 100 = 0</a:t>
            </a:r>
          </a:p>
        </p:txBody>
      </p:sp>
      <p:sp>
        <p:nvSpPr>
          <p:cNvPr id="56" name="">
            <a:extLst xmlns:a="http://schemas.openxmlformats.org/drawingml/2006/main">
              <a:ext uri="{FF2B5EF4-FFF2-40B4-BE49-F238E27FC236}">
                <a16:creationId xmlns:a16="http://schemas.microsoft.com/office/drawing/2014/main" id="{E55316FD-0A08-41F0-AC57-C1B9158DBB3F}"/>
              </a:ext>
            </a:extLst>
          </p:cNvPr>
          <p:cNvSpPr>
            <a:spLocks xmlns:a="http://schemas.openxmlformats.org/drawingml/2006/main" noGrp="1"/>
          </p:cNvSpPr>
          <p:nvPr/>
        </p:nvSpPr>
        <p:spPr>
          <a:xfrm xmlns:a="http://schemas.openxmlformats.org/drawingml/2006/main">
            <a:off x="7477125" y="2428875"/>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MA − 100×0.80 = 0</a:t>
            </a:r>
          </a:p>
        </p:txBody>
      </p:sp>
      <p:sp>
        <p:nvSpPr>
          <p:cNvPr id="57" name="">
            <a:extLst xmlns:a="http://schemas.openxmlformats.org/drawingml/2006/main">
              <a:ext uri="{FF2B5EF4-FFF2-40B4-BE49-F238E27FC236}">
                <a16:creationId xmlns:a16="http://schemas.microsoft.com/office/drawing/2014/main" id="{85B7031F-7DEF-4924-8595-9B41438030C3}"/>
              </a:ext>
            </a:extLst>
          </p:cNvPr>
          <p:cNvSpPr>
            <a:spLocks xmlns:a="http://schemas.openxmlformats.org/drawingml/2006/main" noGrp="1"/>
          </p:cNvSpPr>
          <p:nvPr/>
        </p:nvSpPr>
        <p:spPr>
          <a:xfrm xmlns:a="http://schemas.openxmlformats.org/drawingml/2006/main">
            <a:off x="7477125" y="3000375"/>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876A8"/>
                </a:solidFill>
                <a:latin typeface="Yu Gothic"/>
                <a:ea typeface="Yu Gothic"/>
                <a:cs typeface="Yu Gothic"/>
              </a:defRPr>
            </a:defPPr>
            <a:lvl1pPr>
              <a:buNone/>
              <a:defRPr sz="2400" b="1">
                <a:solidFill>
                  <a:srgbClr val="2876A8"/>
                </a:solidFill>
                <a:latin typeface="Yu Gothic"/>
                <a:ea typeface="Yu Gothic"/>
                <a:cs typeface="Yu Gothic"/>
              </a:defRPr>
            </a:lvl1pPr>
            <a:lvl2pPr>
              <a:buNone/>
              <a:defRPr sz="2400" b="1">
                <a:solidFill>
                  <a:srgbClr val="2876A8"/>
                </a:solidFill>
                <a:latin typeface="Yu Gothic"/>
                <a:ea typeface="Yu Gothic"/>
                <a:cs typeface="Yu Gothic"/>
              </a:defRPr>
            </a:lvl2pPr>
            <a:lvl3pPr>
              <a:buNone/>
              <a:defRPr sz="2400" b="1">
                <a:solidFill>
                  <a:srgbClr val="2876A8"/>
                </a:solidFill>
                <a:latin typeface="Yu Gothic"/>
                <a:ea typeface="Yu Gothic"/>
                <a:cs typeface="Yu Gothic"/>
              </a:defRPr>
            </a:lvl3pPr>
            <a:lvl4pPr>
              <a:buNone/>
              <a:defRPr sz="2400" b="1">
                <a:solidFill>
                  <a:srgbClr val="2876A8"/>
                </a:solidFill>
                <a:latin typeface="Yu Gothic"/>
                <a:ea typeface="Yu Gothic"/>
                <a:cs typeface="Yu Gothic"/>
              </a:defRPr>
            </a:lvl4pPr>
            <a:lvl5pPr>
              <a:buNone/>
              <a:defRPr sz="2400" b="1">
                <a:solidFill>
                  <a:srgbClr val="2876A8"/>
                </a:solidFill>
                <a:latin typeface="Yu Gothic"/>
                <a:ea typeface="Yu Gothic"/>
                <a:cs typeface="Yu Gothic"/>
              </a:defRPr>
            </a:lvl5pPr>
            <a:lvl6pPr>
              <a:buNone/>
              <a:defRPr sz="2400" b="1">
                <a:solidFill>
                  <a:srgbClr val="2876A8"/>
                </a:solidFill>
                <a:latin typeface="Yu Gothic"/>
                <a:ea typeface="Yu Gothic"/>
                <a:cs typeface="Yu Gothic"/>
              </a:defRPr>
            </a:lvl6pPr>
            <a:lvl7pPr>
              <a:buNone/>
              <a:defRPr sz="2400" b="1">
                <a:solidFill>
                  <a:srgbClr val="2876A8"/>
                </a:solidFill>
                <a:latin typeface="Yu Gothic"/>
                <a:ea typeface="Yu Gothic"/>
                <a:cs typeface="Yu Gothic"/>
              </a:defRPr>
            </a:lvl7pPr>
            <a:lvl8pPr>
              <a:buNone/>
              <a:defRPr sz="2400" b="1">
                <a:solidFill>
                  <a:srgbClr val="2876A8"/>
                </a:solidFill>
                <a:latin typeface="Yu Gothic"/>
                <a:ea typeface="Yu Gothic"/>
                <a:cs typeface="Yu Gothic"/>
              </a:defRPr>
            </a:lvl8pPr>
            <a:lvl9pPr>
              <a:buNone/>
              <a:defRPr sz="2400" b="1">
                <a:solidFill>
                  <a:srgbClr val="2876A8"/>
                </a:solidFill>
                <a:latin typeface="Yu Gothic"/>
                <a:ea typeface="Yu Gothic"/>
                <a:cs typeface="Yu Gothic"/>
              </a:defRPr>
            </a:lvl9pPr>
          </a:lstStyle>
          <a:p xmlns:a="http://schemas.openxmlformats.org/drawingml/2006/main">
            <a:pPr>
              <a:buNone/>
              <a:defRPr sz="2400" b="1">
                <a:solidFill>
                  <a:srgbClr val="2876A8"/>
                </a:solidFill>
                <a:latin typeface="Yu Gothic"/>
                <a:ea typeface="Yu Gothic"/>
                <a:cs typeface="Yu Gothic"/>
              </a:defRPr>
            </a:pPr>
            <a:r>
              <a:rPr sz="2400" b="1">
                <a:solidFill>
                  <a:srgbClr val="2876A8"/>
                </a:solidFill>
                <a:latin typeface="Yu Gothic"/>
                <a:ea typeface="Yu Gothic"/>
                <a:cs typeface="Yu Gothic"/>
              </a:rPr>
              <a:t>MA = ＋80 N·m</a:t>
            </a:r>
          </a:p>
        </p:txBody>
      </p:sp>
      <p:sp>
        <p:nvSpPr>
          <p:cNvPr id="58" name="">
            <a:extLst xmlns:a="http://schemas.openxmlformats.org/drawingml/2006/main">
              <a:ext uri="{FF2B5EF4-FFF2-40B4-BE49-F238E27FC236}">
                <a16:creationId xmlns:a16="http://schemas.microsoft.com/office/drawing/2014/main" id="{7A203B2D-9278-4369-ACAB-41086A2331C9}"/>
              </a:ext>
            </a:extLst>
          </p:cNvPr>
          <p:cNvSpPr>
            <a:spLocks xmlns:a="http://schemas.openxmlformats.org/drawingml/2006/main" noGrp="1"/>
          </p:cNvSpPr>
          <p:nvPr/>
        </p:nvSpPr>
        <p:spPr>
          <a:xfrm xmlns:a="http://schemas.openxmlformats.org/drawingml/2006/main">
            <a:off x="7477125" y="3762375"/>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A直後の右切断面</a:t>
            </a:r>
          </a:p>
        </p:txBody>
      </p:sp>
      <p:sp>
        <p:nvSpPr>
          <p:cNvPr id="59" name="">
            <a:extLst xmlns:a="http://schemas.openxmlformats.org/drawingml/2006/main">
              <a:ext uri="{FF2B5EF4-FFF2-40B4-BE49-F238E27FC236}">
                <a16:creationId xmlns:a16="http://schemas.microsoft.com/office/drawing/2014/main" id="{59108A5A-6020-4B4B-AFE5-469380555AAC}"/>
              </a:ext>
            </a:extLst>
          </p:cNvPr>
          <p:cNvSpPr>
            <a:spLocks xmlns:a="http://schemas.openxmlformats.org/drawingml/2006/main" noGrp="1"/>
          </p:cNvSpPr>
          <p:nvPr/>
        </p:nvSpPr>
        <p:spPr>
          <a:xfrm xmlns:a="http://schemas.openxmlformats.org/drawingml/2006/main">
            <a:off x="7762875" y="4524375"/>
            <a:ext cx="1476375"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60" name="">
            <a:extLst xmlns:a="http://schemas.openxmlformats.org/drawingml/2006/main">
              <a:ext uri="{FF2B5EF4-FFF2-40B4-BE49-F238E27FC236}">
                <a16:creationId xmlns:a16="http://schemas.microsoft.com/office/drawing/2014/main" id="{8D9AF3B1-F608-43BC-AF4F-64A35C123DCF}"/>
              </a:ext>
            </a:extLst>
          </p:cNvPr>
          <p:cNvSpPr>
            <a:spLocks xmlns:a="http://schemas.openxmlformats.org/drawingml/2006/main" noGrp="1"/>
          </p:cNvSpPr>
          <p:nvPr/>
        </p:nvSpPr>
        <p:spPr>
          <a:xfrm xmlns:a="http://schemas.openxmlformats.org/drawingml/2006/main">
            <a:off x="9525714" y="4330914"/>
            <a:ext cx="665992" cy="621908"/>
          </a:xfrm>
          <a:custGeom xmlns:a="http://schemas.openxmlformats.org/drawingml/2006/main">
            <a:pathLst>
              <a:path w="665992" h="621908">
                <a:moveTo>
                  <a:pt x="499349" y="0"/>
                </a:moveTo>
                <a:lnTo>
                  <a:pt x="539907" y="27583"/>
                </a:lnTo>
                <a:lnTo>
                  <a:pt x="575980" y="60819"/>
                </a:lnTo>
                <a:lnTo>
                  <a:pt x="606785" y="98987"/>
                </a:lnTo>
                <a:lnTo>
                  <a:pt x="631656" y="141263"/>
                </a:lnTo>
                <a:lnTo>
                  <a:pt x="650055" y="186731"/>
                </a:lnTo>
                <a:lnTo>
                  <a:pt x="661583" y="234406"/>
                </a:lnTo>
                <a:lnTo>
                  <a:pt x="665992" y="283257"/>
                </a:lnTo>
                <a:lnTo>
                  <a:pt x="663184" y="332225"/>
                </a:lnTo>
                <a:lnTo>
                  <a:pt x="653222" y="380252"/>
                </a:lnTo>
                <a:lnTo>
                  <a:pt x="636320" y="426297"/>
                </a:lnTo>
                <a:lnTo>
                  <a:pt x="612846" y="469364"/>
                </a:lnTo>
                <a:lnTo>
                  <a:pt x="583306" y="508521"/>
                </a:lnTo>
                <a:lnTo>
                  <a:pt x="548340" y="542919"/>
                </a:lnTo>
                <a:lnTo>
                  <a:pt x="508706" y="571814"/>
                </a:lnTo>
                <a:lnTo>
                  <a:pt x="465261" y="594581"/>
                </a:lnTo>
                <a:lnTo>
                  <a:pt x="418945" y="610727"/>
                </a:lnTo>
                <a:lnTo>
                  <a:pt x="370762" y="619902"/>
                </a:lnTo>
                <a:lnTo>
                  <a:pt x="321753" y="621908"/>
                </a:lnTo>
                <a:lnTo>
                  <a:pt x="272981" y="616701"/>
                </a:lnTo>
                <a:lnTo>
                  <a:pt x="225501" y="604394"/>
                </a:lnTo>
                <a:lnTo>
                  <a:pt x="180341" y="585254"/>
                </a:lnTo>
                <a:lnTo>
                  <a:pt x="138478" y="559694"/>
                </a:lnTo>
                <a:lnTo>
                  <a:pt x="100818" y="528268"/>
                </a:lnTo>
                <a:lnTo>
                  <a:pt x="68177" y="491657"/>
                </a:lnTo>
                <a:lnTo>
                  <a:pt x="41261" y="450653"/>
                </a:lnTo>
                <a:lnTo>
                  <a:pt x="20654" y="406143"/>
                </a:lnTo>
                <a:lnTo>
                  <a:pt x="6800" y="359091"/>
                </a:lnTo>
                <a:lnTo>
                  <a:pt x="0" y="310515"/>
                </a:lnTo>
                <a:lnTo>
                  <a:pt x="401" y="261467"/>
                </a:lnTo>
                <a:lnTo>
                  <a:pt x="7995" y="213010"/>
                </a:lnTo>
                <a:lnTo>
                  <a:pt x="22617" y="166191"/>
                </a:lnTo>
                <a:lnTo>
                  <a:pt x="43950" y="122024"/>
                </a:lnTo>
              </a:path>
            </a:pathLst>
          </a:custGeom>
          <a:noFill xmlns:a="http://schemas.openxmlformats.org/drawingml/2006/main"/>
          <a:ln xmlns:a="http://schemas.openxmlformats.org/drawingml/2006/main" w="28575">
            <a:solidFill>
              <a:srgbClr val="7655A5"/>
            </a:solidFill>
          </a:ln>
        </p:spPr>
      </p:sp>
      <p:sp>
        <p:nvSpPr>
          <p:cNvPr id="61" name="">
            <a:extLst xmlns:a="http://schemas.openxmlformats.org/drawingml/2006/main">
              <a:ext uri="{FF2B5EF4-FFF2-40B4-BE49-F238E27FC236}">
                <a16:creationId xmlns:a16="http://schemas.microsoft.com/office/drawing/2014/main" id="{EEBE3E2C-E3C4-468C-AA98-7C76D3BF02D7}"/>
              </a:ext>
            </a:extLst>
          </p:cNvPr>
          <p:cNvSpPr>
            <a:spLocks xmlns:a="http://schemas.openxmlformats.org/drawingml/2006/main" noGrp="1"/>
          </p:cNvSpPr>
          <p:nvPr/>
        </p:nvSpPr>
        <p:spPr>
          <a:xfrm xmlns:a="http://schemas.openxmlformats.org/drawingml/2006/main">
            <a:off x="9548331" y="4452938"/>
            <a:ext cx="21333" cy="44167"/>
          </a:xfrm>
          <a:custGeom xmlns:a="http://schemas.openxmlformats.org/drawingml/2006/main">
            <a:pathLst>
              <a:path w="21333" h="44167">
                <a:moveTo>
                  <a:pt x="0" y="44167"/>
                </a:moveTo>
                <a:lnTo>
                  <a:pt x="21333" y="0"/>
                </a:lnTo>
              </a:path>
            </a:pathLst>
          </a:custGeom>
          <a:noFill xmlns:a="http://schemas.openxmlformats.org/drawingml/2006/main"/>
          <a:ln xmlns:a="http://schemas.openxmlformats.org/drawingml/2006/main" w="28575">
            <a:solidFill>
              <a:srgbClr val="7655A5"/>
            </a:solidFill>
          </a:ln>
        </p:spPr>
      </p:sp>
      <p:sp>
        <p:nvSpPr>
          <p:cNvPr id="62" name="">
            <a:extLst xmlns:a="http://schemas.openxmlformats.org/drawingml/2006/main">
              <a:ext uri="{FF2B5EF4-FFF2-40B4-BE49-F238E27FC236}">
                <a16:creationId xmlns:a16="http://schemas.microsoft.com/office/drawing/2014/main" id="{8B68865C-4A84-49D2-950F-BD36F1F58260}"/>
              </a:ext>
            </a:extLst>
          </p:cNvPr>
          <p:cNvSpPr>
            <a:spLocks xmlns:a="http://schemas.openxmlformats.org/drawingml/2006/main" noGrp="1"/>
          </p:cNvSpPr>
          <p:nvPr/>
        </p:nvSpPr>
        <p:spPr>
          <a:xfrm xmlns:a="http://schemas.openxmlformats.org/drawingml/2006/main">
            <a:off x="9492213" y="4452938"/>
            <a:ext cx="77451" cy="103169"/>
          </a:xfrm>
          <a:custGeom xmlns:a="http://schemas.openxmlformats.org/drawingml/2006/main">
            <a:pathLst>
              <a:path w="77451" h="103169">
                <a:moveTo>
                  <a:pt x="77451" y="0"/>
                </a:moveTo>
                <a:lnTo>
                  <a:pt x="0" y="68369"/>
                </a:lnTo>
                <a:lnTo>
                  <a:pt x="72046" y="103169"/>
                </a:lnTo>
                <a:close/>
              </a:path>
            </a:pathLst>
          </a:custGeom>
          <a:solidFill xmlns:a="http://schemas.openxmlformats.org/drawingml/2006/main">
            <a:srgbClr val="7655A5"/>
          </a:solidFill>
          <a:ln xmlns:a="http://schemas.openxmlformats.org/drawingml/2006/main" w="4763">
            <a:solidFill>
              <a:srgbClr val="7655A5"/>
            </a:solidFill>
          </a:ln>
        </p:spPr>
      </p:sp>
      <p:sp>
        <p:nvSpPr>
          <p:cNvPr id="63" name="">
            <a:extLst xmlns:a="http://schemas.openxmlformats.org/drawingml/2006/main">
              <a:ext uri="{FF2B5EF4-FFF2-40B4-BE49-F238E27FC236}">
                <a16:creationId xmlns:a16="http://schemas.microsoft.com/office/drawing/2014/main" id="{3ECF72DE-0579-4A82-A002-7D85D7DCA520}"/>
              </a:ext>
            </a:extLst>
          </p:cNvPr>
          <p:cNvSpPr>
            <a:spLocks xmlns:a="http://schemas.openxmlformats.org/drawingml/2006/main" noGrp="1"/>
          </p:cNvSpPr>
          <p:nvPr/>
        </p:nvSpPr>
        <p:spPr>
          <a:xfrm xmlns:a="http://schemas.openxmlformats.org/drawingml/2006/main">
            <a:off x="7477125" y="5095875"/>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7655A5"/>
                </a:solidFill>
                <a:latin typeface="Yu Gothic"/>
                <a:ea typeface="Yu Gothic"/>
                <a:cs typeface="Yu Gothic"/>
              </a:defRPr>
            </a:defPPr>
            <a:lvl1pPr>
              <a:buNone/>
              <a:defRPr sz="2175" b="1">
                <a:solidFill>
                  <a:srgbClr val="7655A5"/>
                </a:solidFill>
                <a:latin typeface="Yu Gothic"/>
                <a:ea typeface="Yu Gothic"/>
                <a:cs typeface="Yu Gothic"/>
              </a:defRPr>
            </a:lvl1pPr>
            <a:lvl2pPr>
              <a:buNone/>
              <a:defRPr sz="2175" b="1">
                <a:solidFill>
                  <a:srgbClr val="7655A5"/>
                </a:solidFill>
                <a:latin typeface="Yu Gothic"/>
                <a:ea typeface="Yu Gothic"/>
                <a:cs typeface="Yu Gothic"/>
              </a:defRPr>
            </a:lvl2pPr>
            <a:lvl3pPr>
              <a:buNone/>
              <a:defRPr sz="2175" b="1">
                <a:solidFill>
                  <a:srgbClr val="7655A5"/>
                </a:solidFill>
                <a:latin typeface="Yu Gothic"/>
                <a:ea typeface="Yu Gothic"/>
                <a:cs typeface="Yu Gothic"/>
              </a:defRPr>
            </a:lvl3pPr>
            <a:lvl4pPr>
              <a:buNone/>
              <a:defRPr sz="2175" b="1">
                <a:solidFill>
                  <a:srgbClr val="7655A5"/>
                </a:solidFill>
                <a:latin typeface="Yu Gothic"/>
                <a:ea typeface="Yu Gothic"/>
                <a:cs typeface="Yu Gothic"/>
              </a:defRPr>
            </a:lvl4pPr>
            <a:lvl5pPr>
              <a:buNone/>
              <a:defRPr sz="2175" b="1">
                <a:solidFill>
                  <a:srgbClr val="7655A5"/>
                </a:solidFill>
                <a:latin typeface="Yu Gothic"/>
                <a:ea typeface="Yu Gothic"/>
                <a:cs typeface="Yu Gothic"/>
              </a:defRPr>
            </a:lvl5pPr>
            <a:lvl6pPr>
              <a:buNone/>
              <a:defRPr sz="2175" b="1">
                <a:solidFill>
                  <a:srgbClr val="7655A5"/>
                </a:solidFill>
                <a:latin typeface="Yu Gothic"/>
                <a:ea typeface="Yu Gothic"/>
                <a:cs typeface="Yu Gothic"/>
              </a:defRPr>
            </a:lvl6pPr>
            <a:lvl7pPr>
              <a:buNone/>
              <a:defRPr sz="2175" b="1">
                <a:solidFill>
                  <a:srgbClr val="7655A5"/>
                </a:solidFill>
                <a:latin typeface="Yu Gothic"/>
                <a:ea typeface="Yu Gothic"/>
                <a:cs typeface="Yu Gothic"/>
              </a:defRPr>
            </a:lvl7pPr>
            <a:lvl8pPr>
              <a:buNone/>
              <a:defRPr sz="2175" b="1">
                <a:solidFill>
                  <a:srgbClr val="7655A5"/>
                </a:solidFill>
                <a:latin typeface="Yu Gothic"/>
                <a:ea typeface="Yu Gothic"/>
                <a:cs typeface="Yu Gothic"/>
              </a:defRPr>
            </a:lvl8pPr>
            <a:lvl9pPr>
              <a:buNone/>
              <a:defRPr sz="2175" b="1">
                <a:solidFill>
                  <a:srgbClr val="7655A5"/>
                </a:solidFill>
                <a:latin typeface="Yu Gothic"/>
                <a:ea typeface="Yu Gothic"/>
                <a:cs typeface="Yu Gothic"/>
              </a:defRPr>
            </a:lvl9pPr>
          </a:lstStyle>
          <a:p xmlns:a="http://schemas.openxmlformats.org/drawingml/2006/main">
            <a:pPr>
              <a:buNone/>
              <a:defRPr sz="2175" b="1">
                <a:solidFill>
                  <a:srgbClr val="7655A5"/>
                </a:solidFill>
                <a:latin typeface="Yu Gothic"/>
                <a:ea typeface="Yu Gothic"/>
                <a:cs typeface="Yu Gothic"/>
              </a:defRPr>
            </a:pPr>
            <a:r>
              <a:rPr sz="2175" b="1">
                <a:solidFill>
                  <a:srgbClr val="7655A5"/>
                </a:solidFill>
                <a:latin typeface="Yu Gothic"/>
                <a:ea typeface="Yu Gothic"/>
                <a:cs typeface="Yu Gothic"/>
              </a:rPr>
              <a:t>内部M = −80 N·m</a:t>
            </a:r>
          </a:p>
        </p:txBody>
      </p:sp>
      <p:sp>
        <p:nvSpPr>
          <p:cNvPr id="64" name="">
            <a:extLst xmlns:a="http://schemas.openxmlformats.org/drawingml/2006/main">
              <a:ext uri="{FF2B5EF4-FFF2-40B4-BE49-F238E27FC236}">
                <a16:creationId xmlns:a16="http://schemas.microsoft.com/office/drawing/2014/main" id="{95551293-59FF-4843-9989-5AC2FD527308}"/>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外力のMAは反時計回り。内部Mは左部分の右切断面で定義するため、A直後では負になる。</a:t>
            </a:r>
          </a:p>
        </p:txBody>
      </p:sp>
    </p:spTree>
    <p:extLst>
      <p:ext uri="{BB962C8B-B14F-4D97-AF65-F5344CB8AC3E}">
        <p14:creationId xmlns:p14="http://schemas.microsoft.com/office/powerpoint/2010/main" val="148096587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5A491667-2BD1-4D54-9C2C-597E93DC9D15}"/>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片持ちばりの SFD・BMD</a:t>
            </a:r>
          </a:p>
        </p:txBody>
      </p:sp>
      <p:cxnSp>
        <p:nvCxnSpPr>
          <p:cNvPr id="2" name="">
            <a:extLst xmlns:a="http://schemas.openxmlformats.org/drawingml/2006/main">
              <a:ext uri="{FF2B5EF4-FFF2-40B4-BE49-F238E27FC236}">
                <a16:creationId xmlns:a16="http://schemas.microsoft.com/office/drawing/2014/main" id="{A7D13170-D02B-47FB-B735-931AA69FAAE2}"/>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CDCEE5AE-323D-4090-8A49-9F2F622A75F5}"/>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2F5EE44D-62AD-438A-A98B-8970722B9C51}"/>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31 / 49</a:t>
            </a:r>
          </a:p>
        </p:txBody>
      </p:sp>
      <p:sp>
        <p:nvSpPr>
          <p:cNvPr id="5" name="">
            <a:extLst xmlns:a="http://schemas.openxmlformats.org/drawingml/2006/main">
              <a:ext uri="{FF2B5EF4-FFF2-40B4-BE49-F238E27FC236}">
                <a16:creationId xmlns:a16="http://schemas.microsoft.com/office/drawing/2014/main" id="{9A08AE90-BC08-4566-9DBF-1A9CCCE3094F}"/>
              </a:ext>
            </a:extLst>
          </p:cNvPr>
          <p:cNvSpPr>
            <a:spLocks xmlns:a="http://schemas.openxmlformats.org/drawingml/2006/main" noGrp="1"/>
          </p:cNvSpPr>
          <p:nvPr/>
        </p:nvSpPr>
        <p:spPr>
          <a:xfrm xmlns:a="http://schemas.openxmlformats.org/drawingml/2006/main">
            <a:off x="1571625" y="2238375"/>
            <a:ext cx="6191250" cy="171450"/>
          </a:xfrm>
          <a:prstGeom xmlns:a="http://schemas.openxmlformats.org/drawingml/2006/main" prst="rect">
            <a:avLst/>
          </a:prstGeom>
          <a:solidFill xmlns:a="http://schemas.openxmlformats.org/drawingml/2006/main">
            <a:srgbClr val="E3EBF1"/>
          </a:solidFill>
          <a:ln xmlns:a="http://schemas.openxmlformats.org/drawingml/2006/main" w="13335">
            <a:solidFill>
              <a:srgbClr val="18364F"/>
            </a:solidFill>
          </a:ln>
        </p:spPr>
      </p:sp>
      <p:sp>
        <p:nvSpPr>
          <p:cNvPr id="6" name="">
            <a:extLst xmlns:a="http://schemas.openxmlformats.org/drawingml/2006/main">
              <a:ext uri="{FF2B5EF4-FFF2-40B4-BE49-F238E27FC236}">
                <a16:creationId xmlns:a16="http://schemas.microsoft.com/office/drawing/2014/main" id="{58F681D4-2BCC-4DD3-8665-D8DAB0A1B00C}"/>
              </a:ext>
            </a:extLst>
          </p:cNvPr>
          <p:cNvSpPr>
            <a:spLocks xmlns:a="http://schemas.openxmlformats.org/drawingml/2006/main" noGrp="1"/>
          </p:cNvSpPr>
          <p:nvPr/>
        </p:nvSpPr>
        <p:spPr>
          <a:xfrm xmlns:a="http://schemas.openxmlformats.org/drawingml/2006/main">
            <a:off x="1323975" y="1905000"/>
            <a:ext cx="247650" cy="904875"/>
          </a:xfrm>
          <a:prstGeom xmlns:a="http://schemas.openxmlformats.org/drawingml/2006/main" prst="rect">
            <a:avLst/>
          </a:prstGeom>
          <a:solidFill xmlns:a="http://schemas.openxmlformats.org/drawingml/2006/main">
            <a:srgbClr val="D9E3EA"/>
          </a:solidFill>
          <a:ln xmlns:a="http://schemas.openxmlformats.org/drawingml/2006/main" w="13335">
            <a:solidFill>
              <a:srgbClr val="5D6C78"/>
            </a:solidFill>
          </a:ln>
        </p:spPr>
      </p:sp>
      <p:cxnSp>
        <p:nvCxnSpPr>
          <p:cNvPr id="7" name="">
            <a:extLst xmlns:a="http://schemas.openxmlformats.org/drawingml/2006/main">
              <a:ext uri="{FF2B5EF4-FFF2-40B4-BE49-F238E27FC236}">
                <a16:creationId xmlns:a16="http://schemas.microsoft.com/office/drawing/2014/main" id="{CD98A3E9-2443-43CD-B2C7-B2EFCF1563F5}"/>
              </a:ext>
            </a:extLst>
          </p:cNvPr>
          <p:cNvCxnSpPr/>
          <p:nvPr/>
        </p:nvCxnSpPr>
        <p:spPr>
          <a:xfrm xmlns:a="http://schemas.openxmlformats.org/drawingml/2006/main" flipH="1" flipV="0">
            <a:off x="1181100" y="1905000"/>
            <a:ext cx="142875" cy="142875"/>
          </a:xfrm>
          <a:prstGeom xmlns:a="http://schemas.openxmlformats.org/drawingml/2006/main" prst="straightConnector1">
            <a:avLst/>
          </a:prstGeom>
          <a:ln xmlns:a="http://schemas.openxmlformats.org/drawingml/2006/main" w="14288">
            <a:solidFill>
              <a:srgbClr val="5D6C78"/>
            </a:solidFill>
            <a:prstDash val="solid"/>
          </a:ln>
        </p:spPr>
      </p:cxnSp>
      <p:cxnSp>
        <p:nvCxnSpPr>
          <p:cNvPr id="8" name="">
            <a:extLst xmlns:a="http://schemas.openxmlformats.org/drawingml/2006/main">
              <a:ext uri="{FF2B5EF4-FFF2-40B4-BE49-F238E27FC236}">
                <a16:creationId xmlns:a16="http://schemas.microsoft.com/office/drawing/2014/main" id="{F5E0E3BB-D18B-4BEB-99A3-A0DEB3C93CF9}"/>
              </a:ext>
            </a:extLst>
          </p:cNvPr>
          <p:cNvCxnSpPr/>
          <p:nvPr/>
        </p:nvCxnSpPr>
        <p:spPr>
          <a:xfrm xmlns:a="http://schemas.openxmlformats.org/drawingml/2006/main" flipH="1" flipV="0">
            <a:off x="1181100" y="2076450"/>
            <a:ext cx="142875" cy="142875"/>
          </a:xfrm>
          <a:prstGeom xmlns:a="http://schemas.openxmlformats.org/drawingml/2006/main" prst="straightConnector1">
            <a:avLst/>
          </a:prstGeom>
          <a:ln xmlns:a="http://schemas.openxmlformats.org/drawingml/2006/main" w="14288">
            <a:solidFill>
              <a:srgbClr val="5D6C78"/>
            </a:solidFill>
            <a:prstDash val="solid"/>
          </a:ln>
        </p:spPr>
      </p:cxnSp>
      <p:cxnSp>
        <p:nvCxnSpPr>
          <p:cNvPr id="9" name="">
            <a:extLst xmlns:a="http://schemas.openxmlformats.org/drawingml/2006/main">
              <a:ext uri="{FF2B5EF4-FFF2-40B4-BE49-F238E27FC236}">
                <a16:creationId xmlns:a16="http://schemas.microsoft.com/office/drawing/2014/main" id="{FED8141E-5EF2-48AD-AC87-C2727B7623E3}"/>
              </a:ext>
            </a:extLst>
          </p:cNvPr>
          <p:cNvCxnSpPr/>
          <p:nvPr/>
        </p:nvCxnSpPr>
        <p:spPr>
          <a:xfrm xmlns:a="http://schemas.openxmlformats.org/drawingml/2006/main" flipH="1" flipV="0">
            <a:off x="1181100" y="2247900"/>
            <a:ext cx="142875" cy="142875"/>
          </a:xfrm>
          <a:prstGeom xmlns:a="http://schemas.openxmlformats.org/drawingml/2006/main" prst="straightConnector1">
            <a:avLst/>
          </a:prstGeom>
          <a:ln xmlns:a="http://schemas.openxmlformats.org/drawingml/2006/main" w="14288">
            <a:solidFill>
              <a:srgbClr val="5D6C78"/>
            </a:solidFill>
            <a:prstDash val="solid"/>
          </a:ln>
        </p:spPr>
      </p:cxnSp>
      <p:cxnSp>
        <p:nvCxnSpPr>
          <p:cNvPr id="10" name="">
            <a:extLst xmlns:a="http://schemas.openxmlformats.org/drawingml/2006/main">
              <a:ext uri="{FF2B5EF4-FFF2-40B4-BE49-F238E27FC236}">
                <a16:creationId xmlns:a16="http://schemas.microsoft.com/office/drawing/2014/main" id="{DD22D5FF-FF8B-4970-A3DC-FEE1609B76BD}"/>
              </a:ext>
            </a:extLst>
          </p:cNvPr>
          <p:cNvCxnSpPr/>
          <p:nvPr/>
        </p:nvCxnSpPr>
        <p:spPr>
          <a:xfrm xmlns:a="http://schemas.openxmlformats.org/drawingml/2006/main" flipH="1" flipV="0">
            <a:off x="1181100" y="2419350"/>
            <a:ext cx="142875" cy="142875"/>
          </a:xfrm>
          <a:prstGeom xmlns:a="http://schemas.openxmlformats.org/drawingml/2006/main" prst="straightConnector1">
            <a:avLst/>
          </a:prstGeom>
          <a:ln xmlns:a="http://schemas.openxmlformats.org/drawingml/2006/main" w="14288">
            <a:solidFill>
              <a:srgbClr val="5D6C78"/>
            </a:solidFill>
            <a:prstDash val="solid"/>
          </a:ln>
        </p:spPr>
      </p:cxnSp>
      <p:cxnSp>
        <p:nvCxnSpPr>
          <p:cNvPr id="11" name="">
            <a:extLst xmlns:a="http://schemas.openxmlformats.org/drawingml/2006/main">
              <a:ext uri="{FF2B5EF4-FFF2-40B4-BE49-F238E27FC236}">
                <a16:creationId xmlns:a16="http://schemas.microsoft.com/office/drawing/2014/main" id="{8305711F-0A69-489B-804E-40EB2ECC9D2A}"/>
              </a:ext>
            </a:extLst>
          </p:cNvPr>
          <p:cNvCxnSpPr/>
          <p:nvPr/>
        </p:nvCxnSpPr>
        <p:spPr>
          <a:xfrm xmlns:a="http://schemas.openxmlformats.org/drawingml/2006/main" flipH="1" flipV="0">
            <a:off x="1181100" y="2590800"/>
            <a:ext cx="142875" cy="142875"/>
          </a:xfrm>
          <a:prstGeom xmlns:a="http://schemas.openxmlformats.org/drawingml/2006/main" prst="straightConnector1">
            <a:avLst/>
          </a:prstGeom>
          <a:ln xmlns:a="http://schemas.openxmlformats.org/drawingml/2006/main" w="14288">
            <a:solidFill>
              <a:srgbClr val="5D6C78"/>
            </a:solidFill>
            <a:prstDash val="solid"/>
          </a:ln>
        </p:spPr>
      </p:cxnSp>
      <p:cxnSp>
        <p:nvCxnSpPr>
          <p:cNvPr id="12" name="">
            <a:extLst xmlns:a="http://schemas.openxmlformats.org/drawingml/2006/main">
              <a:ext uri="{FF2B5EF4-FFF2-40B4-BE49-F238E27FC236}">
                <a16:creationId xmlns:a16="http://schemas.microsoft.com/office/drawing/2014/main" id="{7F55854B-D367-438E-8041-47D414330102}"/>
              </a:ext>
            </a:extLst>
          </p:cNvPr>
          <p:cNvCxnSpPr/>
          <p:nvPr/>
        </p:nvCxnSpPr>
        <p:spPr>
          <a:xfrm xmlns:a="http://schemas.openxmlformats.org/drawingml/2006/main" flipH="1" flipV="0">
            <a:off x="1181100" y="2762250"/>
            <a:ext cx="142875" cy="142875"/>
          </a:xfrm>
          <a:prstGeom xmlns:a="http://schemas.openxmlformats.org/drawingml/2006/main" prst="straightConnector1">
            <a:avLst/>
          </a:prstGeom>
          <a:ln xmlns:a="http://schemas.openxmlformats.org/drawingml/2006/main" w="14288">
            <a:solidFill>
              <a:srgbClr val="5D6C78"/>
            </a:solidFill>
            <a:prstDash val="solid"/>
          </a:ln>
        </p:spPr>
      </p:cxnSp>
      <p:cxnSp>
        <p:nvCxnSpPr>
          <p:cNvPr id="13" name="">
            <a:extLst xmlns:a="http://schemas.openxmlformats.org/drawingml/2006/main">
              <a:ext uri="{FF2B5EF4-FFF2-40B4-BE49-F238E27FC236}">
                <a16:creationId xmlns:a16="http://schemas.microsoft.com/office/drawing/2014/main" id="{114DF5AC-73CC-4777-BF56-EF29D73E0B8F}"/>
              </a:ext>
            </a:extLst>
          </p:cNvPr>
          <p:cNvCxnSpPr/>
          <p:nvPr/>
        </p:nvCxnSpPr>
        <p:spPr>
          <a:xfrm xmlns:a="http://schemas.openxmlformats.org/drawingml/2006/main" flipH="0" flipV="0">
            <a:off x="7762875" y="1762125"/>
            <a:ext cx="0" cy="438150"/>
          </a:xfrm>
          <a:prstGeom xmlns:a="http://schemas.openxmlformats.org/drawingml/2006/main" prst="straightConnector1">
            <a:avLst/>
          </a:prstGeom>
          <a:ln xmlns:a="http://schemas.openxmlformats.org/drawingml/2006/main" w="38100">
            <a:solidFill>
              <a:srgbClr val="C53D3D"/>
            </a:solidFill>
            <a:tailEnd type="triangle" w="med" len="med"/>
          </a:ln>
        </p:spPr>
      </p:cxnSp>
      <p:sp>
        <p:nvSpPr>
          <p:cNvPr id="14" name="">
            <a:extLst xmlns:a="http://schemas.openxmlformats.org/drawingml/2006/main">
              <a:ext uri="{FF2B5EF4-FFF2-40B4-BE49-F238E27FC236}">
                <a16:creationId xmlns:a16="http://schemas.microsoft.com/office/drawing/2014/main" id="{939B36CD-6E19-4A0F-9FD0-5030866601E2}"/>
              </a:ext>
            </a:extLst>
          </p:cNvPr>
          <p:cNvSpPr>
            <a:spLocks xmlns:a="http://schemas.openxmlformats.org/drawingml/2006/main" noGrp="1"/>
          </p:cNvSpPr>
          <p:nvPr/>
        </p:nvSpPr>
        <p:spPr>
          <a:xfrm xmlns:a="http://schemas.openxmlformats.org/drawingml/2006/main">
            <a:off x="6715125" y="12858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C53D3D"/>
                </a:solidFill>
                <a:latin typeface="Yu Gothic"/>
                <a:ea typeface="Yu Gothic"/>
                <a:cs typeface="Yu Gothic"/>
              </a:defRPr>
            </a:defPPr>
            <a:lvl1pPr algn="ctr">
              <a:buNone/>
              <a:defRPr sz="2250" b="1">
                <a:solidFill>
                  <a:srgbClr val="C53D3D"/>
                </a:solidFill>
                <a:latin typeface="Yu Gothic"/>
                <a:ea typeface="Yu Gothic"/>
                <a:cs typeface="Yu Gothic"/>
              </a:defRPr>
            </a:lvl1pPr>
            <a:lvl2pPr algn="ctr">
              <a:buNone/>
              <a:defRPr sz="2250" b="1">
                <a:solidFill>
                  <a:srgbClr val="C53D3D"/>
                </a:solidFill>
                <a:latin typeface="Yu Gothic"/>
                <a:ea typeface="Yu Gothic"/>
                <a:cs typeface="Yu Gothic"/>
              </a:defRPr>
            </a:lvl2pPr>
            <a:lvl3pPr algn="ctr">
              <a:buNone/>
              <a:defRPr sz="2250" b="1">
                <a:solidFill>
                  <a:srgbClr val="C53D3D"/>
                </a:solidFill>
                <a:latin typeface="Yu Gothic"/>
                <a:ea typeface="Yu Gothic"/>
                <a:cs typeface="Yu Gothic"/>
              </a:defRPr>
            </a:lvl3pPr>
            <a:lvl4pPr algn="ctr">
              <a:buNone/>
              <a:defRPr sz="2250" b="1">
                <a:solidFill>
                  <a:srgbClr val="C53D3D"/>
                </a:solidFill>
                <a:latin typeface="Yu Gothic"/>
                <a:ea typeface="Yu Gothic"/>
                <a:cs typeface="Yu Gothic"/>
              </a:defRPr>
            </a:lvl4pPr>
            <a:lvl5pPr algn="ctr">
              <a:buNone/>
              <a:defRPr sz="2250" b="1">
                <a:solidFill>
                  <a:srgbClr val="C53D3D"/>
                </a:solidFill>
                <a:latin typeface="Yu Gothic"/>
                <a:ea typeface="Yu Gothic"/>
                <a:cs typeface="Yu Gothic"/>
              </a:defRPr>
            </a:lvl5pPr>
            <a:lvl6pPr algn="ctr">
              <a:buNone/>
              <a:defRPr sz="2250" b="1">
                <a:solidFill>
                  <a:srgbClr val="C53D3D"/>
                </a:solidFill>
                <a:latin typeface="Yu Gothic"/>
                <a:ea typeface="Yu Gothic"/>
                <a:cs typeface="Yu Gothic"/>
              </a:defRPr>
            </a:lvl6pPr>
            <a:lvl7pPr algn="ctr">
              <a:buNone/>
              <a:defRPr sz="2250" b="1">
                <a:solidFill>
                  <a:srgbClr val="C53D3D"/>
                </a:solidFill>
                <a:latin typeface="Yu Gothic"/>
                <a:ea typeface="Yu Gothic"/>
                <a:cs typeface="Yu Gothic"/>
              </a:defRPr>
            </a:lvl7pPr>
            <a:lvl8pPr algn="ctr">
              <a:buNone/>
              <a:defRPr sz="2250" b="1">
                <a:solidFill>
                  <a:srgbClr val="C53D3D"/>
                </a:solidFill>
                <a:latin typeface="Yu Gothic"/>
                <a:ea typeface="Yu Gothic"/>
                <a:cs typeface="Yu Gothic"/>
              </a:defRPr>
            </a:lvl8pPr>
            <a:lvl9pPr algn="ctr">
              <a:buNone/>
              <a:defRPr sz="2250" b="1">
                <a:solidFill>
                  <a:srgbClr val="C53D3D"/>
                </a:solidFill>
                <a:latin typeface="Yu Gothic"/>
                <a:ea typeface="Yu Gothic"/>
                <a:cs typeface="Yu Gothic"/>
              </a:defRPr>
            </a:lvl9pPr>
          </a:lstStyle>
          <a:p xmlns:a="http://schemas.openxmlformats.org/drawingml/2006/main">
            <a:pPr algn="ctr">
              <a:buNone/>
              <a:defRPr sz="2250" b="1">
                <a:solidFill>
                  <a:srgbClr val="C53D3D"/>
                </a:solidFill>
                <a:latin typeface="Yu Gothic"/>
                <a:ea typeface="Yu Gothic"/>
                <a:cs typeface="Yu Gothic"/>
              </a:defRPr>
            </a:pPr>
            <a:r>
              <a:rPr sz="2250" b="1">
                <a:solidFill>
                  <a:srgbClr val="C53D3D"/>
                </a:solidFill>
                <a:latin typeface="Yu Gothic"/>
                <a:ea typeface="Yu Gothic"/>
                <a:cs typeface="Yu Gothic"/>
              </a:rPr>
              <a:t>100 N</a:t>
            </a:r>
          </a:p>
        </p:txBody>
      </p:sp>
      <p:sp>
        <p:nvSpPr>
          <p:cNvPr id="15" name="">
            <a:extLst xmlns:a="http://schemas.openxmlformats.org/drawingml/2006/main">
              <a:ext uri="{FF2B5EF4-FFF2-40B4-BE49-F238E27FC236}">
                <a16:creationId xmlns:a16="http://schemas.microsoft.com/office/drawing/2014/main" id="{BBB15C3D-2A13-4CFE-8988-CEFE74FEFE34}"/>
              </a:ext>
            </a:extLst>
          </p:cNvPr>
          <p:cNvSpPr>
            <a:spLocks xmlns:a="http://schemas.openxmlformats.org/drawingml/2006/main" noGrp="1"/>
          </p:cNvSpPr>
          <p:nvPr/>
        </p:nvSpPr>
        <p:spPr>
          <a:xfrm xmlns:a="http://schemas.openxmlformats.org/drawingml/2006/main">
            <a:off x="1000125" y="2428875"/>
            <a:ext cx="333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245C98"/>
                </a:solidFill>
                <a:latin typeface="Yu Gothic"/>
                <a:ea typeface="Yu Gothic"/>
                <a:cs typeface="Yu Gothic"/>
              </a:defRPr>
            </a:defPPr>
            <a:lvl1pPr algn="l">
              <a:buNone/>
              <a:defRPr sz="1875" b="1">
                <a:solidFill>
                  <a:srgbClr val="245C98"/>
                </a:solidFill>
                <a:latin typeface="Yu Gothic"/>
                <a:ea typeface="Yu Gothic"/>
                <a:cs typeface="Yu Gothic"/>
              </a:defRPr>
            </a:lvl1pPr>
            <a:lvl2pPr algn="l">
              <a:buNone/>
              <a:defRPr sz="1875" b="1">
                <a:solidFill>
                  <a:srgbClr val="245C98"/>
                </a:solidFill>
                <a:latin typeface="Yu Gothic"/>
                <a:ea typeface="Yu Gothic"/>
                <a:cs typeface="Yu Gothic"/>
              </a:defRPr>
            </a:lvl2pPr>
            <a:lvl3pPr algn="l">
              <a:buNone/>
              <a:defRPr sz="1875" b="1">
                <a:solidFill>
                  <a:srgbClr val="245C98"/>
                </a:solidFill>
                <a:latin typeface="Yu Gothic"/>
                <a:ea typeface="Yu Gothic"/>
                <a:cs typeface="Yu Gothic"/>
              </a:defRPr>
            </a:lvl3pPr>
            <a:lvl4pPr algn="l">
              <a:buNone/>
              <a:defRPr sz="1875" b="1">
                <a:solidFill>
                  <a:srgbClr val="245C98"/>
                </a:solidFill>
                <a:latin typeface="Yu Gothic"/>
                <a:ea typeface="Yu Gothic"/>
                <a:cs typeface="Yu Gothic"/>
              </a:defRPr>
            </a:lvl4pPr>
            <a:lvl5pPr algn="l">
              <a:buNone/>
              <a:defRPr sz="1875" b="1">
                <a:solidFill>
                  <a:srgbClr val="245C98"/>
                </a:solidFill>
                <a:latin typeface="Yu Gothic"/>
                <a:ea typeface="Yu Gothic"/>
                <a:cs typeface="Yu Gothic"/>
              </a:defRPr>
            </a:lvl5pPr>
            <a:lvl6pPr algn="l">
              <a:buNone/>
              <a:defRPr sz="1875" b="1">
                <a:solidFill>
                  <a:srgbClr val="245C98"/>
                </a:solidFill>
                <a:latin typeface="Yu Gothic"/>
                <a:ea typeface="Yu Gothic"/>
                <a:cs typeface="Yu Gothic"/>
              </a:defRPr>
            </a:lvl6pPr>
            <a:lvl7pPr algn="l">
              <a:buNone/>
              <a:defRPr sz="1875" b="1">
                <a:solidFill>
                  <a:srgbClr val="245C98"/>
                </a:solidFill>
                <a:latin typeface="Yu Gothic"/>
                <a:ea typeface="Yu Gothic"/>
                <a:cs typeface="Yu Gothic"/>
              </a:defRPr>
            </a:lvl7pPr>
            <a:lvl8pPr algn="l">
              <a:buNone/>
              <a:defRPr sz="1875" b="1">
                <a:solidFill>
                  <a:srgbClr val="245C98"/>
                </a:solidFill>
                <a:latin typeface="Yu Gothic"/>
                <a:ea typeface="Yu Gothic"/>
                <a:cs typeface="Yu Gothic"/>
              </a:defRPr>
            </a:lvl8pPr>
            <a:lvl9pPr algn="l">
              <a:buNone/>
              <a:defRPr sz="1875" b="1">
                <a:solidFill>
                  <a:srgbClr val="245C98"/>
                </a:solidFill>
                <a:latin typeface="Yu Gothic"/>
                <a:ea typeface="Yu Gothic"/>
                <a:cs typeface="Yu Gothic"/>
              </a:defRPr>
            </a:lvl9pPr>
          </a:lstStyle>
          <a:p xmlns:a="http://schemas.openxmlformats.org/drawingml/2006/main">
            <a:pPr algn="l">
              <a:buNone/>
              <a:defRPr sz="1875" b="1">
                <a:solidFill>
                  <a:srgbClr val="245C98"/>
                </a:solidFill>
                <a:latin typeface="Yu Gothic"/>
                <a:ea typeface="Yu Gothic"/>
                <a:cs typeface="Yu Gothic"/>
              </a:defRPr>
            </a:pPr>
            <a:r>
              <a:rPr sz="1875" b="1">
                <a:solidFill>
                  <a:srgbClr val="245C98"/>
                </a:solidFill>
                <a:latin typeface="Yu Gothic"/>
                <a:ea typeface="Yu Gothic"/>
                <a:cs typeface="Yu Gothic"/>
              </a:rPr>
              <a:t>A</a:t>
            </a:r>
          </a:p>
        </p:txBody>
      </p:sp>
      <p:sp>
        <p:nvSpPr>
          <p:cNvPr id="16" name="">
            <a:extLst xmlns:a="http://schemas.openxmlformats.org/drawingml/2006/main">
              <a:ext uri="{FF2B5EF4-FFF2-40B4-BE49-F238E27FC236}">
                <a16:creationId xmlns:a16="http://schemas.microsoft.com/office/drawing/2014/main" id="{CABB3985-4D48-4F06-B700-B59539612F51}"/>
              </a:ext>
            </a:extLst>
          </p:cNvPr>
          <p:cNvSpPr>
            <a:spLocks xmlns:a="http://schemas.openxmlformats.org/drawingml/2006/main" noGrp="1"/>
          </p:cNvSpPr>
          <p:nvPr/>
        </p:nvSpPr>
        <p:spPr>
          <a:xfrm xmlns:a="http://schemas.openxmlformats.org/drawingml/2006/main">
            <a:off x="7191375" y="2476500"/>
            <a:ext cx="123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5D6C78"/>
                </a:solidFill>
                <a:latin typeface="Yu Gothic"/>
                <a:ea typeface="Yu Gothic"/>
                <a:cs typeface="Yu Gothic"/>
              </a:defRPr>
            </a:defPPr>
            <a:lvl1pPr algn="l">
              <a:buNone/>
              <a:defRPr sz="1800" b="0">
                <a:solidFill>
                  <a:srgbClr val="5D6C78"/>
                </a:solidFill>
                <a:latin typeface="Yu Gothic"/>
                <a:ea typeface="Yu Gothic"/>
                <a:cs typeface="Yu Gothic"/>
              </a:defRPr>
            </a:lvl1pPr>
            <a:lvl2pPr algn="l">
              <a:buNone/>
              <a:defRPr sz="1800" b="0">
                <a:solidFill>
                  <a:srgbClr val="5D6C78"/>
                </a:solidFill>
                <a:latin typeface="Yu Gothic"/>
                <a:ea typeface="Yu Gothic"/>
                <a:cs typeface="Yu Gothic"/>
              </a:defRPr>
            </a:lvl2pPr>
            <a:lvl3pPr algn="l">
              <a:buNone/>
              <a:defRPr sz="1800" b="0">
                <a:solidFill>
                  <a:srgbClr val="5D6C78"/>
                </a:solidFill>
                <a:latin typeface="Yu Gothic"/>
                <a:ea typeface="Yu Gothic"/>
                <a:cs typeface="Yu Gothic"/>
              </a:defRPr>
            </a:lvl3pPr>
            <a:lvl4pPr algn="l">
              <a:buNone/>
              <a:defRPr sz="1800" b="0">
                <a:solidFill>
                  <a:srgbClr val="5D6C78"/>
                </a:solidFill>
                <a:latin typeface="Yu Gothic"/>
                <a:ea typeface="Yu Gothic"/>
                <a:cs typeface="Yu Gothic"/>
              </a:defRPr>
            </a:lvl4pPr>
            <a:lvl5pPr algn="l">
              <a:buNone/>
              <a:defRPr sz="1800" b="0">
                <a:solidFill>
                  <a:srgbClr val="5D6C78"/>
                </a:solidFill>
                <a:latin typeface="Yu Gothic"/>
                <a:ea typeface="Yu Gothic"/>
                <a:cs typeface="Yu Gothic"/>
              </a:defRPr>
            </a:lvl5pPr>
            <a:lvl6pPr algn="l">
              <a:buNone/>
              <a:defRPr sz="1800" b="0">
                <a:solidFill>
                  <a:srgbClr val="5D6C78"/>
                </a:solidFill>
                <a:latin typeface="Yu Gothic"/>
                <a:ea typeface="Yu Gothic"/>
                <a:cs typeface="Yu Gothic"/>
              </a:defRPr>
            </a:lvl6pPr>
            <a:lvl7pPr algn="l">
              <a:buNone/>
              <a:defRPr sz="1800" b="0">
                <a:solidFill>
                  <a:srgbClr val="5D6C78"/>
                </a:solidFill>
                <a:latin typeface="Yu Gothic"/>
                <a:ea typeface="Yu Gothic"/>
                <a:cs typeface="Yu Gothic"/>
              </a:defRPr>
            </a:lvl7pPr>
            <a:lvl8pPr algn="l">
              <a:buNone/>
              <a:defRPr sz="1800" b="0">
                <a:solidFill>
                  <a:srgbClr val="5D6C78"/>
                </a:solidFill>
                <a:latin typeface="Yu Gothic"/>
                <a:ea typeface="Yu Gothic"/>
                <a:cs typeface="Yu Gothic"/>
              </a:defRPr>
            </a:lvl8pPr>
            <a:lvl9pPr algn="l">
              <a:buNone/>
              <a:defRPr sz="1800" b="0">
                <a:solidFill>
                  <a:srgbClr val="5D6C78"/>
                </a:solidFill>
                <a:latin typeface="Yu Gothic"/>
                <a:ea typeface="Yu Gothic"/>
                <a:cs typeface="Yu Gothic"/>
              </a:defRPr>
            </a:lvl9pPr>
          </a:lstStyle>
          <a:p xmlns:a="http://schemas.openxmlformats.org/drawingml/2006/main">
            <a:pPr algn="l">
              <a:buNone/>
              <a:defRPr sz="1800" b="0">
                <a:solidFill>
                  <a:srgbClr val="5D6C78"/>
                </a:solidFill>
                <a:latin typeface="Yu Gothic"/>
                <a:ea typeface="Yu Gothic"/>
                <a:cs typeface="Yu Gothic"/>
              </a:defRPr>
            </a:pPr>
            <a:r>
              <a:rPr sz="1800" b="0">
                <a:solidFill>
                  <a:srgbClr val="5D6C78"/>
                </a:solidFill>
                <a:latin typeface="Yu Gothic"/>
                <a:ea typeface="Yu Gothic"/>
                <a:cs typeface="Yu Gothic"/>
              </a:rPr>
              <a:t>自由端</a:t>
            </a:r>
          </a:p>
        </p:txBody>
      </p:sp>
      <p:sp>
        <p:nvSpPr>
          <p:cNvPr id="17" name="">
            <a:extLst xmlns:a="http://schemas.openxmlformats.org/drawingml/2006/main">
              <a:ext uri="{FF2B5EF4-FFF2-40B4-BE49-F238E27FC236}">
                <a16:creationId xmlns:a16="http://schemas.microsoft.com/office/drawing/2014/main" id="{05B74AB9-3BD8-4DE4-9665-BD085DE25C87}"/>
              </a:ext>
            </a:extLst>
          </p:cNvPr>
          <p:cNvSpPr>
            <a:spLocks xmlns:a="http://schemas.openxmlformats.org/drawingml/2006/main" noGrp="1"/>
          </p:cNvSpPr>
          <p:nvPr/>
        </p:nvSpPr>
        <p:spPr>
          <a:xfrm xmlns:a="http://schemas.openxmlformats.org/drawingml/2006/main">
            <a:off x="8572500" y="1762125"/>
            <a:ext cx="2933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8364F"/>
                </a:solidFill>
                <a:latin typeface="Yu Gothic"/>
                <a:ea typeface="Yu Gothic"/>
                <a:cs typeface="Yu Gothic"/>
              </a:defRPr>
            </a:defPPr>
            <a:lvl1pPr algn="l">
              <a:buNone/>
              <a:defRPr sz="2100" b="1">
                <a:solidFill>
                  <a:srgbClr val="18364F"/>
                </a:solidFill>
                <a:latin typeface="Yu Gothic"/>
                <a:ea typeface="Yu Gothic"/>
                <a:cs typeface="Yu Gothic"/>
              </a:defRPr>
            </a:lvl1pPr>
            <a:lvl2pPr algn="l">
              <a:buNone/>
              <a:defRPr sz="2100" b="1">
                <a:solidFill>
                  <a:srgbClr val="18364F"/>
                </a:solidFill>
                <a:latin typeface="Yu Gothic"/>
                <a:ea typeface="Yu Gothic"/>
                <a:cs typeface="Yu Gothic"/>
              </a:defRPr>
            </a:lvl2pPr>
            <a:lvl3pPr algn="l">
              <a:buNone/>
              <a:defRPr sz="2100" b="1">
                <a:solidFill>
                  <a:srgbClr val="18364F"/>
                </a:solidFill>
                <a:latin typeface="Yu Gothic"/>
                <a:ea typeface="Yu Gothic"/>
                <a:cs typeface="Yu Gothic"/>
              </a:defRPr>
            </a:lvl3pPr>
            <a:lvl4pPr algn="l">
              <a:buNone/>
              <a:defRPr sz="2100" b="1">
                <a:solidFill>
                  <a:srgbClr val="18364F"/>
                </a:solidFill>
                <a:latin typeface="Yu Gothic"/>
                <a:ea typeface="Yu Gothic"/>
                <a:cs typeface="Yu Gothic"/>
              </a:defRPr>
            </a:lvl4pPr>
            <a:lvl5pPr algn="l">
              <a:buNone/>
              <a:defRPr sz="2100" b="1">
                <a:solidFill>
                  <a:srgbClr val="18364F"/>
                </a:solidFill>
                <a:latin typeface="Yu Gothic"/>
                <a:ea typeface="Yu Gothic"/>
                <a:cs typeface="Yu Gothic"/>
              </a:defRPr>
            </a:lvl5pPr>
            <a:lvl6pPr algn="l">
              <a:buNone/>
              <a:defRPr sz="2100" b="1">
                <a:solidFill>
                  <a:srgbClr val="18364F"/>
                </a:solidFill>
                <a:latin typeface="Yu Gothic"/>
                <a:ea typeface="Yu Gothic"/>
                <a:cs typeface="Yu Gothic"/>
              </a:defRPr>
            </a:lvl6pPr>
            <a:lvl7pPr algn="l">
              <a:buNone/>
              <a:defRPr sz="2100" b="1">
                <a:solidFill>
                  <a:srgbClr val="18364F"/>
                </a:solidFill>
                <a:latin typeface="Yu Gothic"/>
                <a:ea typeface="Yu Gothic"/>
                <a:cs typeface="Yu Gothic"/>
              </a:defRPr>
            </a:lvl7pPr>
            <a:lvl8pPr algn="l">
              <a:buNone/>
              <a:defRPr sz="2100" b="1">
                <a:solidFill>
                  <a:srgbClr val="18364F"/>
                </a:solidFill>
                <a:latin typeface="Yu Gothic"/>
                <a:ea typeface="Yu Gothic"/>
                <a:cs typeface="Yu Gothic"/>
              </a:defRPr>
            </a:lvl8pPr>
            <a:lvl9pPr algn="l">
              <a:buNone/>
              <a:defRPr sz="2100" b="1">
                <a:solidFill>
                  <a:srgbClr val="18364F"/>
                </a:solidFill>
                <a:latin typeface="Yu Gothic"/>
                <a:ea typeface="Yu Gothic"/>
                <a:cs typeface="Yu Gothic"/>
              </a:defRPr>
            </a:lvl9pPr>
          </a:lstStyle>
          <a:p xmlns:a="http://schemas.openxmlformats.org/drawingml/2006/main">
            <a:pPr algn="l">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L = 0.8 m</a:t>
            </a:r>
          </a:p>
        </p:txBody>
      </p:sp>
      <p:cxnSp>
        <p:nvCxnSpPr>
          <p:cNvPr id="18" name="">
            <a:extLst xmlns:a="http://schemas.openxmlformats.org/drawingml/2006/main">
              <a:ext uri="{FF2B5EF4-FFF2-40B4-BE49-F238E27FC236}">
                <a16:creationId xmlns:a16="http://schemas.microsoft.com/office/drawing/2014/main" id="{1B4AAEE9-4E05-4C51-BBE7-A7492E1BABAC}"/>
              </a:ext>
            </a:extLst>
          </p:cNvPr>
          <p:cNvCxnSpPr/>
          <p:nvPr/>
        </p:nvCxnSpPr>
        <p:spPr>
          <a:xfrm xmlns:a="http://schemas.openxmlformats.org/drawingml/2006/main" flipH="0" flipV="0">
            <a:off x="1571625" y="3714750"/>
            <a:ext cx="6381750" cy="0"/>
          </a:xfrm>
          <a:prstGeom xmlns:a="http://schemas.openxmlformats.org/drawingml/2006/main" prst="straightConnector1">
            <a:avLst/>
          </a:prstGeom>
          <a:ln xmlns:a="http://schemas.openxmlformats.org/drawingml/2006/main" w="17145">
            <a:solidFill>
              <a:srgbClr val="5D6C78"/>
            </a:solidFill>
            <a:tailEnd type="triangle" w="med" len="med"/>
          </a:ln>
        </p:spPr>
      </p:cxnSp>
      <p:cxnSp>
        <p:nvCxnSpPr>
          <p:cNvPr id="19" name="">
            <a:extLst xmlns:a="http://schemas.openxmlformats.org/drawingml/2006/main">
              <a:ext uri="{FF2B5EF4-FFF2-40B4-BE49-F238E27FC236}">
                <a16:creationId xmlns:a16="http://schemas.microsoft.com/office/drawing/2014/main" id="{E4F917D7-21D6-4545-B602-35F4D9729787}"/>
              </a:ext>
            </a:extLst>
          </p:cNvPr>
          <p:cNvCxnSpPr/>
          <p:nvPr/>
        </p:nvCxnSpPr>
        <p:spPr>
          <a:xfrm xmlns:a="http://schemas.openxmlformats.org/drawingml/2006/main" flipH="0" flipV="0">
            <a:off x="1571625" y="3286125"/>
            <a:ext cx="0" cy="857250"/>
          </a:xfrm>
          <a:prstGeom xmlns:a="http://schemas.openxmlformats.org/drawingml/2006/main" prst="straightConnector1">
            <a:avLst/>
          </a:prstGeom>
          <a:ln xmlns:a="http://schemas.openxmlformats.org/drawingml/2006/main" w="14288">
            <a:solidFill>
              <a:srgbClr val="5D6C78"/>
            </a:solidFill>
            <a:prstDash val="solid"/>
          </a:ln>
        </p:spPr>
      </p:cxnSp>
      <p:sp>
        <p:nvSpPr>
          <p:cNvPr id="20" name="">
            <a:extLst xmlns:a="http://schemas.openxmlformats.org/drawingml/2006/main">
              <a:ext uri="{FF2B5EF4-FFF2-40B4-BE49-F238E27FC236}">
                <a16:creationId xmlns:a16="http://schemas.microsoft.com/office/drawing/2014/main" id="{6F987152-4FE3-4042-9C35-918F4B414DDB}"/>
              </a:ext>
            </a:extLst>
          </p:cNvPr>
          <p:cNvSpPr>
            <a:spLocks xmlns:a="http://schemas.openxmlformats.org/drawingml/2006/main" noGrp="1"/>
          </p:cNvSpPr>
          <p:nvPr/>
        </p:nvSpPr>
        <p:spPr>
          <a:xfrm xmlns:a="http://schemas.openxmlformats.org/drawingml/2006/main">
            <a:off x="1209675" y="3543300"/>
            <a:ext cx="266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xmlns:a="http://schemas.openxmlformats.org/drawingml/2006/main">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0</a:t>
            </a:r>
          </a:p>
        </p:txBody>
      </p:sp>
      <p:sp>
        <p:nvSpPr>
          <p:cNvPr id="21" name="">
            <a:extLst xmlns:a="http://schemas.openxmlformats.org/drawingml/2006/main">
              <a:ext uri="{FF2B5EF4-FFF2-40B4-BE49-F238E27FC236}">
                <a16:creationId xmlns:a16="http://schemas.microsoft.com/office/drawing/2014/main" id="{1A609127-6F81-4CF8-824C-98DDBA950B37}"/>
              </a:ext>
            </a:extLst>
          </p:cNvPr>
          <p:cNvSpPr>
            <a:spLocks xmlns:a="http://schemas.openxmlformats.org/drawingml/2006/main" noGrp="1"/>
          </p:cNvSpPr>
          <p:nvPr/>
        </p:nvSpPr>
        <p:spPr>
          <a:xfrm xmlns:a="http://schemas.openxmlformats.org/drawingml/2006/main">
            <a:off x="666750" y="29527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8364F"/>
                </a:solidFill>
                <a:latin typeface="Yu Gothic"/>
                <a:ea typeface="Yu Gothic"/>
                <a:cs typeface="Yu Gothic"/>
              </a:defRPr>
            </a:defPPr>
            <a:lvl1pPr algn="l">
              <a:buNone/>
              <a:defRPr sz="1800" b="1">
                <a:solidFill>
                  <a:srgbClr val="18364F"/>
                </a:solidFill>
                <a:latin typeface="Yu Gothic"/>
                <a:ea typeface="Yu Gothic"/>
                <a:cs typeface="Yu Gothic"/>
              </a:defRPr>
            </a:lvl1pPr>
            <a:lvl2pPr algn="l">
              <a:buNone/>
              <a:defRPr sz="1800" b="1">
                <a:solidFill>
                  <a:srgbClr val="18364F"/>
                </a:solidFill>
                <a:latin typeface="Yu Gothic"/>
                <a:ea typeface="Yu Gothic"/>
                <a:cs typeface="Yu Gothic"/>
              </a:defRPr>
            </a:lvl2pPr>
            <a:lvl3pPr algn="l">
              <a:buNone/>
              <a:defRPr sz="1800" b="1">
                <a:solidFill>
                  <a:srgbClr val="18364F"/>
                </a:solidFill>
                <a:latin typeface="Yu Gothic"/>
                <a:ea typeface="Yu Gothic"/>
                <a:cs typeface="Yu Gothic"/>
              </a:defRPr>
            </a:lvl3pPr>
            <a:lvl4pPr algn="l">
              <a:buNone/>
              <a:defRPr sz="1800" b="1">
                <a:solidFill>
                  <a:srgbClr val="18364F"/>
                </a:solidFill>
                <a:latin typeface="Yu Gothic"/>
                <a:ea typeface="Yu Gothic"/>
                <a:cs typeface="Yu Gothic"/>
              </a:defRPr>
            </a:lvl4pPr>
            <a:lvl5pPr algn="l">
              <a:buNone/>
              <a:defRPr sz="1800" b="1">
                <a:solidFill>
                  <a:srgbClr val="18364F"/>
                </a:solidFill>
                <a:latin typeface="Yu Gothic"/>
                <a:ea typeface="Yu Gothic"/>
                <a:cs typeface="Yu Gothic"/>
              </a:defRPr>
            </a:lvl5pPr>
            <a:lvl6pPr algn="l">
              <a:buNone/>
              <a:defRPr sz="1800" b="1">
                <a:solidFill>
                  <a:srgbClr val="18364F"/>
                </a:solidFill>
                <a:latin typeface="Yu Gothic"/>
                <a:ea typeface="Yu Gothic"/>
                <a:cs typeface="Yu Gothic"/>
              </a:defRPr>
            </a:lvl6pPr>
            <a:lvl7pPr algn="l">
              <a:buNone/>
              <a:defRPr sz="1800" b="1">
                <a:solidFill>
                  <a:srgbClr val="18364F"/>
                </a:solidFill>
                <a:latin typeface="Yu Gothic"/>
                <a:ea typeface="Yu Gothic"/>
                <a:cs typeface="Yu Gothic"/>
              </a:defRPr>
            </a:lvl7pPr>
            <a:lvl8pPr algn="l">
              <a:buNone/>
              <a:defRPr sz="1800" b="1">
                <a:solidFill>
                  <a:srgbClr val="18364F"/>
                </a:solidFill>
                <a:latin typeface="Yu Gothic"/>
                <a:ea typeface="Yu Gothic"/>
                <a:cs typeface="Yu Gothic"/>
              </a:defRPr>
            </a:lvl8pPr>
            <a:lvl9pPr algn="l">
              <a:buNone/>
              <a:defRPr sz="1800" b="1">
                <a:solidFill>
                  <a:srgbClr val="18364F"/>
                </a:solidFill>
                <a:latin typeface="Yu Gothic"/>
                <a:ea typeface="Yu Gothic"/>
                <a:cs typeface="Yu Gothic"/>
              </a:defRPr>
            </a:lvl9pPr>
          </a:lstStyle>
          <a:p xmlns:a="http://schemas.openxmlformats.org/drawingml/2006/main">
            <a:pPr algn="l">
              <a:buNone/>
              <a:defRPr sz="1800" b="1">
                <a:solidFill>
                  <a:srgbClr val="18364F"/>
                </a:solidFill>
                <a:latin typeface="Yu Gothic"/>
                <a:ea typeface="Yu Gothic"/>
                <a:cs typeface="Yu Gothic"/>
              </a:defRPr>
            </a:pPr>
            <a:r>
              <a:rPr sz="1800" b="1">
                <a:solidFill>
                  <a:srgbClr val="18364F"/>
                </a:solidFill>
                <a:latin typeface="Yu Gothic"/>
                <a:ea typeface="Yu Gothic"/>
                <a:cs typeface="Yu Gothic"/>
              </a:rPr>
              <a:t>V / N</a:t>
            </a:r>
          </a:p>
        </p:txBody>
      </p:sp>
      <p:sp>
        <p:nvSpPr>
          <p:cNvPr id="22" name="">
            <a:extLst xmlns:a="http://schemas.openxmlformats.org/drawingml/2006/main">
              <a:ext uri="{FF2B5EF4-FFF2-40B4-BE49-F238E27FC236}">
                <a16:creationId xmlns:a16="http://schemas.microsoft.com/office/drawing/2014/main" id="{BD3750A8-9CDB-441B-987E-DFBD8DD99E0C}"/>
              </a:ext>
            </a:extLst>
          </p:cNvPr>
          <p:cNvSpPr>
            <a:spLocks xmlns:a="http://schemas.openxmlformats.org/drawingml/2006/main" noGrp="1"/>
          </p:cNvSpPr>
          <p:nvPr/>
        </p:nvSpPr>
        <p:spPr>
          <a:xfrm xmlns:a="http://schemas.openxmlformats.org/drawingml/2006/main">
            <a:off x="8010525" y="354330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xmlns:a="http://schemas.openxmlformats.org/drawingml/2006/main">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x / m</a:t>
            </a:r>
          </a:p>
        </p:txBody>
      </p:sp>
      <p:sp>
        <p:nvSpPr>
          <p:cNvPr id="23" name="">
            <a:extLst xmlns:a="http://schemas.openxmlformats.org/drawingml/2006/main">
              <a:ext uri="{FF2B5EF4-FFF2-40B4-BE49-F238E27FC236}">
                <a16:creationId xmlns:a16="http://schemas.microsoft.com/office/drawing/2014/main" id="{E9C80397-BCBC-4A6C-9374-8F583B69082B}"/>
              </a:ext>
            </a:extLst>
          </p:cNvPr>
          <p:cNvSpPr>
            <a:spLocks xmlns:a="http://schemas.openxmlformats.org/drawingml/2006/main" noGrp="1"/>
          </p:cNvSpPr>
          <p:nvPr/>
        </p:nvSpPr>
        <p:spPr>
          <a:xfrm xmlns:a="http://schemas.openxmlformats.org/drawingml/2006/main">
            <a:off x="1571625" y="3286125"/>
            <a:ext cx="6191250" cy="428625"/>
          </a:xfrm>
          <a:custGeom xmlns:a="http://schemas.openxmlformats.org/drawingml/2006/main">
            <a:pathLst>
              <a:path w="6191250" h="428625">
                <a:moveTo>
                  <a:pt x="0" y="428625"/>
                </a:moveTo>
                <a:lnTo>
                  <a:pt x="0" y="0"/>
                </a:lnTo>
                <a:lnTo>
                  <a:pt x="6191250" y="0"/>
                </a:lnTo>
                <a:lnTo>
                  <a:pt x="6191250" y="428625"/>
                </a:lnTo>
              </a:path>
            </a:pathLst>
          </a:custGeom>
          <a:noFill xmlns:a="http://schemas.openxmlformats.org/drawingml/2006/main"/>
          <a:ln xmlns:a="http://schemas.openxmlformats.org/drawingml/2006/main" w="38100">
            <a:solidFill>
              <a:srgbClr val="7352A3"/>
            </a:solidFill>
          </a:ln>
        </p:spPr>
      </p:sp>
      <p:sp>
        <p:nvSpPr>
          <p:cNvPr id="24" name="">
            <a:extLst xmlns:a="http://schemas.openxmlformats.org/drawingml/2006/main">
              <a:ext uri="{FF2B5EF4-FFF2-40B4-BE49-F238E27FC236}">
                <a16:creationId xmlns:a16="http://schemas.microsoft.com/office/drawing/2014/main" id="{FBC4A0A8-B653-4DE1-A42B-A6D36622C0FE}"/>
              </a:ext>
            </a:extLst>
          </p:cNvPr>
          <p:cNvSpPr>
            <a:spLocks xmlns:a="http://schemas.openxmlformats.org/drawingml/2006/main" noGrp="1"/>
          </p:cNvSpPr>
          <p:nvPr/>
        </p:nvSpPr>
        <p:spPr>
          <a:xfrm xmlns:a="http://schemas.openxmlformats.org/drawingml/2006/main">
            <a:off x="1514475" y="2905125"/>
            <a:ext cx="1104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7352A3"/>
                </a:solidFill>
                <a:latin typeface="Yu Gothic"/>
                <a:ea typeface="Yu Gothic"/>
                <a:cs typeface="Yu Gothic"/>
              </a:defRPr>
            </a:defPPr>
            <a:lvl1pPr algn="ctr">
              <a:buNone/>
              <a:defRPr sz="1800" b="1">
                <a:solidFill>
                  <a:srgbClr val="7352A3"/>
                </a:solidFill>
                <a:latin typeface="Yu Gothic"/>
                <a:ea typeface="Yu Gothic"/>
                <a:cs typeface="Yu Gothic"/>
              </a:defRPr>
            </a:lvl1pPr>
            <a:lvl2pPr algn="ctr">
              <a:buNone/>
              <a:defRPr sz="1800" b="1">
                <a:solidFill>
                  <a:srgbClr val="7352A3"/>
                </a:solidFill>
                <a:latin typeface="Yu Gothic"/>
                <a:ea typeface="Yu Gothic"/>
                <a:cs typeface="Yu Gothic"/>
              </a:defRPr>
            </a:lvl2pPr>
            <a:lvl3pPr algn="ctr">
              <a:buNone/>
              <a:defRPr sz="1800" b="1">
                <a:solidFill>
                  <a:srgbClr val="7352A3"/>
                </a:solidFill>
                <a:latin typeface="Yu Gothic"/>
                <a:ea typeface="Yu Gothic"/>
                <a:cs typeface="Yu Gothic"/>
              </a:defRPr>
            </a:lvl3pPr>
            <a:lvl4pPr algn="ctr">
              <a:buNone/>
              <a:defRPr sz="1800" b="1">
                <a:solidFill>
                  <a:srgbClr val="7352A3"/>
                </a:solidFill>
                <a:latin typeface="Yu Gothic"/>
                <a:ea typeface="Yu Gothic"/>
                <a:cs typeface="Yu Gothic"/>
              </a:defRPr>
            </a:lvl4pPr>
            <a:lvl5pPr algn="ctr">
              <a:buNone/>
              <a:defRPr sz="1800" b="1">
                <a:solidFill>
                  <a:srgbClr val="7352A3"/>
                </a:solidFill>
                <a:latin typeface="Yu Gothic"/>
                <a:ea typeface="Yu Gothic"/>
                <a:cs typeface="Yu Gothic"/>
              </a:defRPr>
            </a:lvl5pPr>
            <a:lvl6pPr algn="ctr">
              <a:buNone/>
              <a:defRPr sz="1800" b="1">
                <a:solidFill>
                  <a:srgbClr val="7352A3"/>
                </a:solidFill>
                <a:latin typeface="Yu Gothic"/>
                <a:ea typeface="Yu Gothic"/>
                <a:cs typeface="Yu Gothic"/>
              </a:defRPr>
            </a:lvl6pPr>
            <a:lvl7pPr algn="ctr">
              <a:buNone/>
              <a:defRPr sz="1800" b="1">
                <a:solidFill>
                  <a:srgbClr val="7352A3"/>
                </a:solidFill>
                <a:latin typeface="Yu Gothic"/>
                <a:ea typeface="Yu Gothic"/>
                <a:cs typeface="Yu Gothic"/>
              </a:defRPr>
            </a:lvl7pPr>
            <a:lvl8pPr algn="ctr">
              <a:buNone/>
              <a:defRPr sz="1800" b="1">
                <a:solidFill>
                  <a:srgbClr val="7352A3"/>
                </a:solidFill>
                <a:latin typeface="Yu Gothic"/>
                <a:ea typeface="Yu Gothic"/>
                <a:cs typeface="Yu Gothic"/>
              </a:defRPr>
            </a:lvl8pPr>
            <a:lvl9pPr algn="ctr">
              <a:buNone/>
              <a:defRPr sz="1800" b="1">
                <a:solidFill>
                  <a:srgbClr val="7352A3"/>
                </a:solidFill>
                <a:latin typeface="Yu Gothic"/>
                <a:ea typeface="Yu Gothic"/>
                <a:cs typeface="Yu Gothic"/>
              </a:defRPr>
            </a:lvl9pPr>
          </a:lstStyle>
          <a:p xmlns:a="http://schemas.openxmlformats.org/drawingml/2006/main">
            <a:pPr algn="ctr">
              <a:buNone/>
              <a:defRPr sz="1800" b="1">
                <a:solidFill>
                  <a:srgbClr val="7352A3"/>
                </a:solidFill>
                <a:latin typeface="Yu Gothic"/>
                <a:ea typeface="Yu Gothic"/>
                <a:cs typeface="Yu Gothic"/>
              </a:defRPr>
            </a:pPr>
            <a:r>
              <a:rPr sz="1800" b="1">
                <a:solidFill>
                  <a:srgbClr val="7352A3"/>
                </a:solidFill>
                <a:latin typeface="Yu Gothic"/>
                <a:ea typeface="Yu Gothic"/>
                <a:cs typeface="Yu Gothic"/>
              </a:rPr>
              <a:t>+100</a:t>
            </a:r>
          </a:p>
        </p:txBody>
      </p:sp>
      <p:sp>
        <p:nvSpPr>
          <p:cNvPr id="25" name="">
            <a:extLst xmlns:a="http://schemas.openxmlformats.org/drawingml/2006/main">
              <a:ext uri="{FF2B5EF4-FFF2-40B4-BE49-F238E27FC236}">
                <a16:creationId xmlns:a16="http://schemas.microsoft.com/office/drawing/2014/main" id="{AA8A5BA8-70D3-45E3-AD47-0406DC723547}"/>
              </a:ext>
            </a:extLst>
          </p:cNvPr>
          <p:cNvSpPr>
            <a:spLocks xmlns:a="http://schemas.openxmlformats.org/drawingml/2006/main" noGrp="1"/>
          </p:cNvSpPr>
          <p:nvPr/>
        </p:nvSpPr>
        <p:spPr>
          <a:xfrm xmlns:a="http://schemas.openxmlformats.org/drawingml/2006/main">
            <a:off x="6591300" y="2905125"/>
            <a:ext cx="1104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7352A3"/>
                </a:solidFill>
                <a:latin typeface="Yu Gothic"/>
                <a:ea typeface="Yu Gothic"/>
                <a:cs typeface="Yu Gothic"/>
              </a:defRPr>
            </a:defPPr>
            <a:lvl1pPr algn="ctr">
              <a:buNone/>
              <a:defRPr sz="1800" b="1">
                <a:solidFill>
                  <a:srgbClr val="7352A3"/>
                </a:solidFill>
                <a:latin typeface="Yu Gothic"/>
                <a:ea typeface="Yu Gothic"/>
                <a:cs typeface="Yu Gothic"/>
              </a:defRPr>
            </a:lvl1pPr>
            <a:lvl2pPr algn="ctr">
              <a:buNone/>
              <a:defRPr sz="1800" b="1">
                <a:solidFill>
                  <a:srgbClr val="7352A3"/>
                </a:solidFill>
                <a:latin typeface="Yu Gothic"/>
                <a:ea typeface="Yu Gothic"/>
                <a:cs typeface="Yu Gothic"/>
              </a:defRPr>
            </a:lvl2pPr>
            <a:lvl3pPr algn="ctr">
              <a:buNone/>
              <a:defRPr sz="1800" b="1">
                <a:solidFill>
                  <a:srgbClr val="7352A3"/>
                </a:solidFill>
                <a:latin typeface="Yu Gothic"/>
                <a:ea typeface="Yu Gothic"/>
                <a:cs typeface="Yu Gothic"/>
              </a:defRPr>
            </a:lvl3pPr>
            <a:lvl4pPr algn="ctr">
              <a:buNone/>
              <a:defRPr sz="1800" b="1">
                <a:solidFill>
                  <a:srgbClr val="7352A3"/>
                </a:solidFill>
                <a:latin typeface="Yu Gothic"/>
                <a:ea typeface="Yu Gothic"/>
                <a:cs typeface="Yu Gothic"/>
              </a:defRPr>
            </a:lvl4pPr>
            <a:lvl5pPr algn="ctr">
              <a:buNone/>
              <a:defRPr sz="1800" b="1">
                <a:solidFill>
                  <a:srgbClr val="7352A3"/>
                </a:solidFill>
                <a:latin typeface="Yu Gothic"/>
                <a:ea typeface="Yu Gothic"/>
                <a:cs typeface="Yu Gothic"/>
              </a:defRPr>
            </a:lvl5pPr>
            <a:lvl6pPr algn="ctr">
              <a:buNone/>
              <a:defRPr sz="1800" b="1">
                <a:solidFill>
                  <a:srgbClr val="7352A3"/>
                </a:solidFill>
                <a:latin typeface="Yu Gothic"/>
                <a:ea typeface="Yu Gothic"/>
                <a:cs typeface="Yu Gothic"/>
              </a:defRPr>
            </a:lvl6pPr>
            <a:lvl7pPr algn="ctr">
              <a:buNone/>
              <a:defRPr sz="1800" b="1">
                <a:solidFill>
                  <a:srgbClr val="7352A3"/>
                </a:solidFill>
                <a:latin typeface="Yu Gothic"/>
                <a:ea typeface="Yu Gothic"/>
                <a:cs typeface="Yu Gothic"/>
              </a:defRPr>
            </a:lvl7pPr>
            <a:lvl8pPr algn="ctr">
              <a:buNone/>
              <a:defRPr sz="1800" b="1">
                <a:solidFill>
                  <a:srgbClr val="7352A3"/>
                </a:solidFill>
                <a:latin typeface="Yu Gothic"/>
                <a:ea typeface="Yu Gothic"/>
                <a:cs typeface="Yu Gothic"/>
              </a:defRPr>
            </a:lvl8pPr>
            <a:lvl9pPr algn="ctr">
              <a:buNone/>
              <a:defRPr sz="1800" b="1">
                <a:solidFill>
                  <a:srgbClr val="7352A3"/>
                </a:solidFill>
                <a:latin typeface="Yu Gothic"/>
                <a:ea typeface="Yu Gothic"/>
                <a:cs typeface="Yu Gothic"/>
              </a:defRPr>
            </a:lvl9pPr>
          </a:lstStyle>
          <a:p xmlns:a="http://schemas.openxmlformats.org/drawingml/2006/main">
            <a:pPr algn="ctr">
              <a:buNone/>
              <a:defRPr sz="1800" b="1">
                <a:solidFill>
                  <a:srgbClr val="7352A3"/>
                </a:solidFill>
                <a:latin typeface="Yu Gothic"/>
                <a:ea typeface="Yu Gothic"/>
                <a:cs typeface="Yu Gothic"/>
              </a:defRPr>
            </a:pPr>
            <a:r>
              <a:rPr sz="1800" b="1">
                <a:solidFill>
                  <a:srgbClr val="7352A3"/>
                </a:solidFill>
                <a:latin typeface="Yu Gothic"/>
                <a:ea typeface="Yu Gothic"/>
                <a:cs typeface="Yu Gothic"/>
              </a:rPr>
              <a:t>+100</a:t>
            </a:r>
          </a:p>
        </p:txBody>
      </p:sp>
      <p:cxnSp>
        <p:nvCxnSpPr>
          <p:cNvPr id="26" name="">
            <a:extLst xmlns:a="http://schemas.openxmlformats.org/drawingml/2006/main">
              <a:ext uri="{FF2B5EF4-FFF2-40B4-BE49-F238E27FC236}">
                <a16:creationId xmlns:a16="http://schemas.microsoft.com/office/drawing/2014/main" id="{27BA81FA-1553-40B8-8B6C-87454181EBC1}"/>
              </a:ext>
            </a:extLst>
          </p:cNvPr>
          <p:cNvCxnSpPr/>
          <p:nvPr/>
        </p:nvCxnSpPr>
        <p:spPr>
          <a:xfrm xmlns:a="http://schemas.openxmlformats.org/drawingml/2006/main" flipH="0" flipV="0">
            <a:off x="1571625" y="5095875"/>
            <a:ext cx="6381750" cy="0"/>
          </a:xfrm>
          <a:prstGeom xmlns:a="http://schemas.openxmlformats.org/drawingml/2006/main" prst="straightConnector1">
            <a:avLst/>
          </a:prstGeom>
          <a:ln xmlns:a="http://schemas.openxmlformats.org/drawingml/2006/main" w="17145">
            <a:solidFill>
              <a:srgbClr val="5D6C78"/>
            </a:solidFill>
            <a:tailEnd type="triangle" w="med" len="med"/>
          </a:ln>
        </p:spPr>
      </p:cxnSp>
      <p:cxnSp>
        <p:nvCxnSpPr>
          <p:cNvPr id="27" name="">
            <a:extLst xmlns:a="http://schemas.openxmlformats.org/drawingml/2006/main">
              <a:ext uri="{FF2B5EF4-FFF2-40B4-BE49-F238E27FC236}">
                <a16:creationId xmlns:a16="http://schemas.microsoft.com/office/drawing/2014/main" id="{1A1D0525-88B5-4AE8-A918-9FB55A695DEE}"/>
              </a:ext>
            </a:extLst>
          </p:cNvPr>
          <p:cNvCxnSpPr/>
          <p:nvPr/>
        </p:nvCxnSpPr>
        <p:spPr>
          <a:xfrm xmlns:a="http://schemas.openxmlformats.org/drawingml/2006/main" flipH="0" flipV="0">
            <a:off x="1571625" y="4638675"/>
            <a:ext cx="0" cy="885825"/>
          </a:xfrm>
          <a:prstGeom xmlns:a="http://schemas.openxmlformats.org/drawingml/2006/main" prst="straightConnector1">
            <a:avLst/>
          </a:prstGeom>
          <a:ln xmlns:a="http://schemas.openxmlformats.org/drawingml/2006/main" w="14288">
            <a:solidFill>
              <a:srgbClr val="5D6C78"/>
            </a:solidFill>
            <a:prstDash val="solid"/>
          </a:ln>
        </p:spPr>
      </p:cxnSp>
      <p:sp>
        <p:nvSpPr>
          <p:cNvPr id="28" name="">
            <a:extLst xmlns:a="http://schemas.openxmlformats.org/drawingml/2006/main">
              <a:ext uri="{FF2B5EF4-FFF2-40B4-BE49-F238E27FC236}">
                <a16:creationId xmlns:a16="http://schemas.microsoft.com/office/drawing/2014/main" id="{9F4F4F43-80E3-4930-956C-C294863F32E5}"/>
              </a:ext>
            </a:extLst>
          </p:cNvPr>
          <p:cNvSpPr>
            <a:spLocks xmlns:a="http://schemas.openxmlformats.org/drawingml/2006/main" noGrp="1"/>
          </p:cNvSpPr>
          <p:nvPr/>
        </p:nvSpPr>
        <p:spPr>
          <a:xfrm xmlns:a="http://schemas.openxmlformats.org/drawingml/2006/main">
            <a:off x="1209675" y="4924425"/>
            <a:ext cx="266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xmlns:a="http://schemas.openxmlformats.org/drawingml/2006/main">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0</a:t>
            </a:r>
          </a:p>
        </p:txBody>
      </p:sp>
      <p:sp>
        <p:nvSpPr>
          <p:cNvPr id="29" name="">
            <a:extLst xmlns:a="http://schemas.openxmlformats.org/drawingml/2006/main">
              <a:ext uri="{FF2B5EF4-FFF2-40B4-BE49-F238E27FC236}">
                <a16:creationId xmlns:a16="http://schemas.microsoft.com/office/drawing/2014/main" id="{D7088898-2941-41FF-B816-AD7B1A74566C}"/>
              </a:ext>
            </a:extLst>
          </p:cNvPr>
          <p:cNvSpPr>
            <a:spLocks xmlns:a="http://schemas.openxmlformats.org/drawingml/2006/main" noGrp="1"/>
          </p:cNvSpPr>
          <p:nvPr/>
        </p:nvSpPr>
        <p:spPr>
          <a:xfrm xmlns:a="http://schemas.openxmlformats.org/drawingml/2006/main">
            <a:off x="666750" y="43053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8364F"/>
                </a:solidFill>
                <a:latin typeface="Yu Gothic"/>
                <a:ea typeface="Yu Gothic"/>
                <a:cs typeface="Yu Gothic"/>
              </a:defRPr>
            </a:defPPr>
            <a:lvl1pPr algn="l">
              <a:buNone/>
              <a:defRPr sz="1800" b="1">
                <a:solidFill>
                  <a:srgbClr val="18364F"/>
                </a:solidFill>
                <a:latin typeface="Yu Gothic"/>
                <a:ea typeface="Yu Gothic"/>
                <a:cs typeface="Yu Gothic"/>
              </a:defRPr>
            </a:lvl1pPr>
            <a:lvl2pPr algn="l">
              <a:buNone/>
              <a:defRPr sz="1800" b="1">
                <a:solidFill>
                  <a:srgbClr val="18364F"/>
                </a:solidFill>
                <a:latin typeface="Yu Gothic"/>
                <a:ea typeface="Yu Gothic"/>
                <a:cs typeface="Yu Gothic"/>
              </a:defRPr>
            </a:lvl2pPr>
            <a:lvl3pPr algn="l">
              <a:buNone/>
              <a:defRPr sz="1800" b="1">
                <a:solidFill>
                  <a:srgbClr val="18364F"/>
                </a:solidFill>
                <a:latin typeface="Yu Gothic"/>
                <a:ea typeface="Yu Gothic"/>
                <a:cs typeface="Yu Gothic"/>
              </a:defRPr>
            </a:lvl3pPr>
            <a:lvl4pPr algn="l">
              <a:buNone/>
              <a:defRPr sz="1800" b="1">
                <a:solidFill>
                  <a:srgbClr val="18364F"/>
                </a:solidFill>
                <a:latin typeface="Yu Gothic"/>
                <a:ea typeface="Yu Gothic"/>
                <a:cs typeface="Yu Gothic"/>
              </a:defRPr>
            </a:lvl4pPr>
            <a:lvl5pPr algn="l">
              <a:buNone/>
              <a:defRPr sz="1800" b="1">
                <a:solidFill>
                  <a:srgbClr val="18364F"/>
                </a:solidFill>
                <a:latin typeface="Yu Gothic"/>
                <a:ea typeface="Yu Gothic"/>
                <a:cs typeface="Yu Gothic"/>
              </a:defRPr>
            </a:lvl5pPr>
            <a:lvl6pPr algn="l">
              <a:buNone/>
              <a:defRPr sz="1800" b="1">
                <a:solidFill>
                  <a:srgbClr val="18364F"/>
                </a:solidFill>
                <a:latin typeface="Yu Gothic"/>
                <a:ea typeface="Yu Gothic"/>
                <a:cs typeface="Yu Gothic"/>
              </a:defRPr>
            </a:lvl6pPr>
            <a:lvl7pPr algn="l">
              <a:buNone/>
              <a:defRPr sz="1800" b="1">
                <a:solidFill>
                  <a:srgbClr val="18364F"/>
                </a:solidFill>
                <a:latin typeface="Yu Gothic"/>
                <a:ea typeface="Yu Gothic"/>
                <a:cs typeface="Yu Gothic"/>
              </a:defRPr>
            </a:lvl7pPr>
            <a:lvl8pPr algn="l">
              <a:buNone/>
              <a:defRPr sz="1800" b="1">
                <a:solidFill>
                  <a:srgbClr val="18364F"/>
                </a:solidFill>
                <a:latin typeface="Yu Gothic"/>
                <a:ea typeface="Yu Gothic"/>
                <a:cs typeface="Yu Gothic"/>
              </a:defRPr>
            </a:lvl8pPr>
            <a:lvl9pPr algn="l">
              <a:buNone/>
              <a:defRPr sz="1800" b="1">
                <a:solidFill>
                  <a:srgbClr val="18364F"/>
                </a:solidFill>
                <a:latin typeface="Yu Gothic"/>
                <a:ea typeface="Yu Gothic"/>
                <a:cs typeface="Yu Gothic"/>
              </a:defRPr>
            </a:lvl9pPr>
          </a:lstStyle>
          <a:p xmlns:a="http://schemas.openxmlformats.org/drawingml/2006/main">
            <a:pPr algn="l">
              <a:buNone/>
              <a:defRPr sz="1800" b="1">
                <a:solidFill>
                  <a:srgbClr val="18364F"/>
                </a:solidFill>
                <a:latin typeface="Yu Gothic"/>
                <a:ea typeface="Yu Gothic"/>
                <a:cs typeface="Yu Gothic"/>
              </a:defRPr>
            </a:pPr>
            <a:r>
              <a:rPr sz="1800" b="1">
                <a:solidFill>
                  <a:srgbClr val="18364F"/>
                </a:solidFill>
                <a:latin typeface="Yu Gothic"/>
                <a:ea typeface="Yu Gothic"/>
                <a:cs typeface="Yu Gothic"/>
              </a:rPr>
              <a:t>M / N·m</a:t>
            </a:r>
          </a:p>
        </p:txBody>
      </p:sp>
      <p:sp>
        <p:nvSpPr>
          <p:cNvPr id="30" name="">
            <a:extLst xmlns:a="http://schemas.openxmlformats.org/drawingml/2006/main">
              <a:ext uri="{FF2B5EF4-FFF2-40B4-BE49-F238E27FC236}">
                <a16:creationId xmlns:a16="http://schemas.microsoft.com/office/drawing/2014/main" id="{B21BCD2A-A4E0-4030-A0BB-76F062982408}"/>
              </a:ext>
            </a:extLst>
          </p:cNvPr>
          <p:cNvSpPr>
            <a:spLocks xmlns:a="http://schemas.openxmlformats.org/drawingml/2006/main" noGrp="1"/>
          </p:cNvSpPr>
          <p:nvPr/>
        </p:nvSpPr>
        <p:spPr>
          <a:xfrm xmlns:a="http://schemas.openxmlformats.org/drawingml/2006/main">
            <a:off x="8010525" y="49244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xmlns:a="http://schemas.openxmlformats.org/drawingml/2006/main">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x / m</a:t>
            </a:r>
          </a:p>
        </p:txBody>
      </p:sp>
      <p:sp>
        <p:nvSpPr>
          <p:cNvPr id="31" name="">
            <a:extLst xmlns:a="http://schemas.openxmlformats.org/drawingml/2006/main">
              <a:ext uri="{FF2B5EF4-FFF2-40B4-BE49-F238E27FC236}">
                <a16:creationId xmlns:a16="http://schemas.microsoft.com/office/drawing/2014/main" id="{58634092-E6C7-42FB-9742-50AA96F787B1}"/>
              </a:ext>
            </a:extLst>
          </p:cNvPr>
          <p:cNvSpPr>
            <a:spLocks xmlns:a="http://schemas.openxmlformats.org/drawingml/2006/main" noGrp="1"/>
          </p:cNvSpPr>
          <p:nvPr/>
        </p:nvSpPr>
        <p:spPr>
          <a:xfrm xmlns:a="http://schemas.openxmlformats.org/drawingml/2006/main">
            <a:off x="1571625" y="5095875"/>
            <a:ext cx="6191250" cy="457200"/>
          </a:xfrm>
          <a:custGeom xmlns:a="http://schemas.openxmlformats.org/drawingml/2006/main">
            <a:pathLst>
              <a:path w="6191250" h="457200">
                <a:moveTo>
                  <a:pt x="0" y="457200"/>
                </a:moveTo>
                <a:lnTo>
                  <a:pt x="6191250" y="0"/>
                </a:lnTo>
              </a:path>
            </a:pathLst>
          </a:custGeom>
          <a:noFill xmlns:a="http://schemas.openxmlformats.org/drawingml/2006/main"/>
          <a:ln xmlns:a="http://schemas.openxmlformats.org/drawingml/2006/main" w="38100">
            <a:solidFill>
              <a:srgbClr val="226FAE"/>
            </a:solidFill>
          </a:ln>
        </p:spPr>
      </p:sp>
      <p:cxnSp>
        <p:nvCxnSpPr>
          <p:cNvPr id="32" name="">
            <a:extLst xmlns:a="http://schemas.openxmlformats.org/drawingml/2006/main">
              <a:ext uri="{FF2B5EF4-FFF2-40B4-BE49-F238E27FC236}">
                <a16:creationId xmlns:a16="http://schemas.microsoft.com/office/drawing/2014/main" id="{0EE25F6D-68E2-44DD-B11A-3FC8796B0994}"/>
              </a:ext>
            </a:extLst>
          </p:cNvPr>
          <p:cNvCxnSpPr/>
          <p:nvPr/>
        </p:nvCxnSpPr>
        <p:spPr>
          <a:xfrm xmlns:a="http://schemas.openxmlformats.org/drawingml/2006/main" flipH="0" flipV="0">
            <a:off x="7762875" y="5048250"/>
            <a:ext cx="0" cy="95250"/>
          </a:xfrm>
          <a:prstGeom xmlns:a="http://schemas.openxmlformats.org/drawingml/2006/main" prst="straightConnector1">
            <a:avLst/>
          </a:prstGeom>
          <a:ln xmlns:a="http://schemas.openxmlformats.org/drawingml/2006/main" w="9525">
            <a:solidFill>
              <a:srgbClr val="5D6C78"/>
            </a:solidFill>
            <a:prstDash val="solid"/>
          </a:ln>
        </p:spPr>
      </p:cxnSp>
      <p:sp>
        <p:nvSpPr>
          <p:cNvPr id="33" name="">
            <a:extLst xmlns:a="http://schemas.openxmlformats.org/drawingml/2006/main">
              <a:ext uri="{FF2B5EF4-FFF2-40B4-BE49-F238E27FC236}">
                <a16:creationId xmlns:a16="http://schemas.microsoft.com/office/drawing/2014/main" id="{A8A68FB5-B758-4741-8B75-C6156D155DEE}"/>
              </a:ext>
            </a:extLst>
          </p:cNvPr>
          <p:cNvSpPr>
            <a:spLocks xmlns:a="http://schemas.openxmlformats.org/drawingml/2006/main" noGrp="1"/>
          </p:cNvSpPr>
          <p:nvPr/>
        </p:nvSpPr>
        <p:spPr>
          <a:xfrm xmlns:a="http://schemas.openxmlformats.org/drawingml/2006/main">
            <a:off x="7334250" y="51720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5D6C78"/>
                </a:solidFill>
                <a:latin typeface="Yu Gothic"/>
                <a:ea typeface="Yu Gothic"/>
                <a:cs typeface="Yu Gothic"/>
              </a:defRPr>
            </a:defPPr>
            <a:lvl1pPr algn="ctr">
              <a:buNone/>
              <a:defRPr sz="1650" b="0">
                <a:solidFill>
                  <a:srgbClr val="5D6C78"/>
                </a:solidFill>
                <a:latin typeface="Yu Gothic"/>
                <a:ea typeface="Yu Gothic"/>
                <a:cs typeface="Yu Gothic"/>
              </a:defRPr>
            </a:lvl1pPr>
            <a:lvl2pPr algn="ctr">
              <a:buNone/>
              <a:defRPr sz="1650" b="0">
                <a:solidFill>
                  <a:srgbClr val="5D6C78"/>
                </a:solidFill>
                <a:latin typeface="Yu Gothic"/>
                <a:ea typeface="Yu Gothic"/>
                <a:cs typeface="Yu Gothic"/>
              </a:defRPr>
            </a:lvl2pPr>
            <a:lvl3pPr algn="ctr">
              <a:buNone/>
              <a:defRPr sz="1650" b="0">
                <a:solidFill>
                  <a:srgbClr val="5D6C78"/>
                </a:solidFill>
                <a:latin typeface="Yu Gothic"/>
                <a:ea typeface="Yu Gothic"/>
                <a:cs typeface="Yu Gothic"/>
              </a:defRPr>
            </a:lvl3pPr>
            <a:lvl4pPr algn="ctr">
              <a:buNone/>
              <a:defRPr sz="1650" b="0">
                <a:solidFill>
                  <a:srgbClr val="5D6C78"/>
                </a:solidFill>
                <a:latin typeface="Yu Gothic"/>
                <a:ea typeface="Yu Gothic"/>
                <a:cs typeface="Yu Gothic"/>
              </a:defRPr>
            </a:lvl4pPr>
            <a:lvl5pPr algn="ctr">
              <a:buNone/>
              <a:defRPr sz="1650" b="0">
                <a:solidFill>
                  <a:srgbClr val="5D6C78"/>
                </a:solidFill>
                <a:latin typeface="Yu Gothic"/>
                <a:ea typeface="Yu Gothic"/>
                <a:cs typeface="Yu Gothic"/>
              </a:defRPr>
            </a:lvl5pPr>
            <a:lvl6pPr algn="ctr">
              <a:buNone/>
              <a:defRPr sz="1650" b="0">
                <a:solidFill>
                  <a:srgbClr val="5D6C78"/>
                </a:solidFill>
                <a:latin typeface="Yu Gothic"/>
                <a:ea typeface="Yu Gothic"/>
                <a:cs typeface="Yu Gothic"/>
              </a:defRPr>
            </a:lvl6pPr>
            <a:lvl7pPr algn="ctr">
              <a:buNone/>
              <a:defRPr sz="1650" b="0">
                <a:solidFill>
                  <a:srgbClr val="5D6C78"/>
                </a:solidFill>
                <a:latin typeface="Yu Gothic"/>
                <a:ea typeface="Yu Gothic"/>
                <a:cs typeface="Yu Gothic"/>
              </a:defRPr>
            </a:lvl7pPr>
            <a:lvl8pPr algn="ctr">
              <a:buNone/>
              <a:defRPr sz="1650" b="0">
                <a:solidFill>
                  <a:srgbClr val="5D6C78"/>
                </a:solidFill>
                <a:latin typeface="Yu Gothic"/>
                <a:ea typeface="Yu Gothic"/>
                <a:cs typeface="Yu Gothic"/>
              </a:defRPr>
            </a:lvl8pPr>
            <a:lvl9pPr algn="ctr">
              <a:buNone/>
              <a:defRPr sz="1650" b="0">
                <a:solidFill>
                  <a:srgbClr val="5D6C78"/>
                </a:solidFill>
                <a:latin typeface="Yu Gothic"/>
                <a:ea typeface="Yu Gothic"/>
                <a:cs typeface="Yu Gothic"/>
              </a:defRPr>
            </a:lvl9pPr>
          </a:lstStyle>
          <a:p xmlns:a="http://schemas.openxmlformats.org/drawingml/2006/main">
            <a:pPr algn="ctr">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0.8</a:t>
            </a:r>
          </a:p>
        </p:txBody>
      </p:sp>
      <p:sp>
        <p:nvSpPr>
          <p:cNvPr id="34" name="">
            <a:extLst xmlns:a="http://schemas.openxmlformats.org/drawingml/2006/main">
              <a:ext uri="{FF2B5EF4-FFF2-40B4-BE49-F238E27FC236}">
                <a16:creationId xmlns:a16="http://schemas.microsoft.com/office/drawing/2014/main" id="{641057FF-6906-4CAE-A839-B7DE3DE60996}"/>
              </a:ext>
            </a:extLst>
          </p:cNvPr>
          <p:cNvSpPr>
            <a:spLocks xmlns:a="http://schemas.openxmlformats.org/drawingml/2006/main" noGrp="1"/>
          </p:cNvSpPr>
          <p:nvPr/>
        </p:nvSpPr>
        <p:spPr>
          <a:xfrm xmlns:a="http://schemas.openxmlformats.org/drawingml/2006/main">
            <a:off x="714375" y="5410200"/>
            <a:ext cx="781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226FAE"/>
                </a:solidFill>
                <a:latin typeface="Yu Gothic"/>
                <a:ea typeface="Yu Gothic"/>
                <a:cs typeface="Yu Gothic"/>
              </a:defRPr>
            </a:defPPr>
            <a:lvl1pPr algn="l">
              <a:buNone/>
              <a:defRPr sz="1800" b="1">
                <a:solidFill>
                  <a:srgbClr val="226FAE"/>
                </a:solidFill>
                <a:latin typeface="Yu Gothic"/>
                <a:ea typeface="Yu Gothic"/>
                <a:cs typeface="Yu Gothic"/>
              </a:defRPr>
            </a:lvl1pPr>
            <a:lvl2pPr algn="l">
              <a:buNone/>
              <a:defRPr sz="1800" b="1">
                <a:solidFill>
                  <a:srgbClr val="226FAE"/>
                </a:solidFill>
                <a:latin typeface="Yu Gothic"/>
                <a:ea typeface="Yu Gothic"/>
                <a:cs typeface="Yu Gothic"/>
              </a:defRPr>
            </a:lvl2pPr>
            <a:lvl3pPr algn="l">
              <a:buNone/>
              <a:defRPr sz="1800" b="1">
                <a:solidFill>
                  <a:srgbClr val="226FAE"/>
                </a:solidFill>
                <a:latin typeface="Yu Gothic"/>
                <a:ea typeface="Yu Gothic"/>
                <a:cs typeface="Yu Gothic"/>
              </a:defRPr>
            </a:lvl3pPr>
            <a:lvl4pPr algn="l">
              <a:buNone/>
              <a:defRPr sz="1800" b="1">
                <a:solidFill>
                  <a:srgbClr val="226FAE"/>
                </a:solidFill>
                <a:latin typeface="Yu Gothic"/>
                <a:ea typeface="Yu Gothic"/>
                <a:cs typeface="Yu Gothic"/>
              </a:defRPr>
            </a:lvl4pPr>
            <a:lvl5pPr algn="l">
              <a:buNone/>
              <a:defRPr sz="1800" b="1">
                <a:solidFill>
                  <a:srgbClr val="226FAE"/>
                </a:solidFill>
                <a:latin typeface="Yu Gothic"/>
                <a:ea typeface="Yu Gothic"/>
                <a:cs typeface="Yu Gothic"/>
              </a:defRPr>
            </a:lvl5pPr>
            <a:lvl6pPr algn="l">
              <a:buNone/>
              <a:defRPr sz="1800" b="1">
                <a:solidFill>
                  <a:srgbClr val="226FAE"/>
                </a:solidFill>
                <a:latin typeface="Yu Gothic"/>
                <a:ea typeface="Yu Gothic"/>
                <a:cs typeface="Yu Gothic"/>
              </a:defRPr>
            </a:lvl6pPr>
            <a:lvl7pPr algn="l">
              <a:buNone/>
              <a:defRPr sz="1800" b="1">
                <a:solidFill>
                  <a:srgbClr val="226FAE"/>
                </a:solidFill>
                <a:latin typeface="Yu Gothic"/>
                <a:ea typeface="Yu Gothic"/>
                <a:cs typeface="Yu Gothic"/>
              </a:defRPr>
            </a:lvl7pPr>
            <a:lvl8pPr algn="l">
              <a:buNone/>
              <a:defRPr sz="1800" b="1">
                <a:solidFill>
                  <a:srgbClr val="226FAE"/>
                </a:solidFill>
                <a:latin typeface="Yu Gothic"/>
                <a:ea typeface="Yu Gothic"/>
                <a:cs typeface="Yu Gothic"/>
              </a:defRPr>
            </a:lvl8pPr>
            <a:lvl9pPr algn="l">
              <a:buNone/>
              <a:defRPr sz="1800" b="1">
                <a:solidFill>
                  <a:srgbClr val="226FAE"/>
                </a:solidFill>
                <a:latin typeface="Yu Gothic"/>
                <a:ea typeface="Yu Gothic"/>
                <a:cs typeface="Yu Gothic"/>
              </a:defRPr>
            </a:lvl9pPr>
          </a:lstStyle>
          <a:p xmlns:a="http://schemas.openxmlformats.org/drawingml/2006/main">
            <a:pPr algn="l">
              <a:buNone/>
              <a:defRPr sz="1800" b="1">
                <a:solidFill>
                  <a:srgbClr val="226FAE"/>
                </a:solidFill>
                <a:latin typeface="Yu Gothic"/>
                <a:ea typeface="Yu Gothic"/>
                <a:cs typeface="Yu Gothic"/>
              </a:defRPr>
            </a:pPr>
            <a:r>
              <a:rPr sz="1800" b="1">
                <a:solidFill>
                  <a:srgbClr val="226FAE"/>
                </a:solidFill>
                <a:latin typeface="Yu Gothic"/>
                <a:ea typeface="Yu Gothic"/>
                <a:cs typeface="Yu Gothic"/>
              </a:rPr>
              <a:t>−80</a:t>
            </a:r>
          </a:p>
        </p:txBody>
      </p:sp>
      <p:sp>
        <p:nvSpPr>
          <p:cNvPr id="35" name="">
            <a:extLst xmlns:a="http://schemas.openxmlformats.org/drawingml/2006/main">
              <a:ext uri="{FF2B5EF4-FFF2-40B4-BE49-F238E27FC236}">
                <a16:creationId xmlns:a16="http://schemas.microsoft.com/office/drawing/2014/main" id="{5173E5EE-3B81-4587-A3A4-A75F4959CD20}"/>
              </a:ext>
            </a:extLst>
          </p:cNvPr>
          <p:cNvSpPr>
            <a:spLocks xmlns:a="http://schemas.openxmlformats.org/drawingml/2006/main" noGrp="1"/>
          </p:cNvSpPr>
          <p:nvPr/>
        </p:nvSpPr>
        <p:spPr>
          <a:xfrm xmlns:a="http://schemas.openxmlformats.org/drawingml/2006/main">
            <a:off x="8667750" y="3028950"/>
            <a:ext cx="2838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253C4D"/>
                </a:solidFill>
                <a:latin typeface="Yu Gothic"/>
                <a:ea typeface="Yu Gothic"/>
                <a:cs typeface="Yu Gothic"/>
              </a:defRPr>
            </a:defPPr>
            <a:lvl1pPr algn="l">
              <a:buNone/>
              <a:defRPr sz="1800" b="0">
                <a:solidFill>
                  <a:srgbClr val="253C4D"/>
                </a:solidFill>
                <a:latin typeface="Yu Gothic"/>
                <a:ea typeface="Yu Gothic"/>
                <a:cs typeface="Yu Gothic"/>
              </a:defRPr>
            </a:lvl1pPr>
            <a:lvl2pPr algn="l">
              <a:buNone/>
              <a:defRPr sz="1800" b="0">
                <a:solidFill>
                  <a:srgbClr val="253C4D"/>
                </a:solidFill>
                <a:latin typeface="Yu Gothic"/>
                <a:ea typeface="Yu Gothic"/>
                <a:cs typeface="Yu Gothic"/>
              </a:defRPr>
            </a:lvl2pPr>
            <a:lvl3pPr algn="l">
              <a:buNone/>
              <a:defRPr sz="1800" b="0">
                <a:solidFill>
                  <a:srgbClr val="253C4D"/>
                </a:solidFill>
                <a:latin typeface="Yu Gothic"/>
                <a:ea typeface="Yu Gothic"/>
                <a:cs typeface="Yu Gothic"/>
              </a:defRPr>
            </a:lvl3pPr>
            <a:lvl4pPr algn="l">
              <a:buNone/>
              <a:defRPr sz="1800" b="0">
                <a:solidFill>
                  <a:srgbClr val="253C4D"/>
                </a:solidFill>
                <a:latin typeface="Yu Gothic"/>
                <a:ea typeface="Yu Gothic"/>
                <a:cs typeface="Yu Gothic"/>
              </a:defRPr>
            </a:lvl4pPr>
            <a:lvl5pPr algn="l">
              <a:buNone/>
              <a:defRPr sz="1800" b="0">
                <a:solidFill>
                  <a:srgbClr val="253C4D"/>
                </a:solidFill>
                <a:latin typeface="Yu Gothic"/>
                <a:ea typeface="Yu Gothic"/>
                <a:cs typeface="Yu Gothic"/>
              </a:defRPr>
            </a:lvl5pPr>
            <a:lvl6pPr algn="l">
              <a:buNone/>
              <a:defRPr sz="1800" b="0">
                <a:solidFill>
                  <a:srgbClr val="253C4D"/>
                </a:solidFill>
                <a:latin typeface="Yu Gothic"/>
                <a:ea typeface="Yu Gothic"/>
                <a:cs typeface="Yu Gothic"/>
              </a:defRPr>
            </a:lvl6pPr>
            <a:lvl7pPr algn="l">
              <a:buNone/>
              <a:defRPr sz="1800" b="0">
                <a:solidFill>
                  <a:srgbClr val="253C4D"/>
                </a:solidFill>
                <a:latin typeface="Yu Gothic"/>
                <a:ea typeface="Yu Gothic"/>
                <a:cs typeface="Yu Gothic"/>
              </a:defRPr>
            </a:lvl7pPr>
            <a:lvl8pPr algn="l">
              <a:buNone/>
              <a:defRPr sz="1800" b="0">
                <a:solidFill>
                  <a:srgbClr val="253C4D"/>
                </a:solidFill>
                <a:latin typeface="Yu Gothic"/>
                <a:ea typeface="Yu Gothic"/>
                <a:cs typeface="Yu Gothic"/>
              </a:defRPr>
            </a:lvl8pPr>
            <a:lvl9pPr algn="l">
              <a:buNone/>
              <a:defRPr sz="1800" b="0">
                <a:solidFill>
                  <a:srgbClr val="253C4D"/>
                </a:solidFill>
                <a:latin typeface="Yu Gothic"/>
                <a:ea typeface="Yu Gothic"/>
                <a:cs typeface="Yu Gothic"/>
              </a:defRPr>
            </a:lvl9pPr>
          </a:lstStyle>
          <a:p xmlns:a="http://schemas.openxmlformats.org/drawingml/2006/main">
            <a:pPr algn="l">
              <a:buNone/>
              <a:defRPr sz="1800" b="0">
                <a:solidFill>
                  <a:srgbClr val="253C4D"/>
                </a:solidFill>
                <a:latin typeface="Yu Gothic"/>
                <a:ea typeface="Yu Gothic"/>
                <a:cs typeface="Yu Gothic"/>
              </a:defRPr>
            </a:pPr>
            <a:r>
              <a:rPr sz="1800" b="0">
                <a:solidFill>
                  <a:srgbClr val="253C4D"/>
                </a:solidFill>
                <a:latin typeface="Yu Gothic"/>
                <a:ea typeface="Yu Gothic"/>
                <a:cs typeface="Yu Gothic"/>
              </a:rPr>
              <a:t>② 100 − V = 0</a:t>
            </a:r>
          </a:p>
        </p:txBody>
      </p:sp>
      <p:sp>
        <p:nvSpPr>
          <p:cNvPr id="36" name="">
            <a:extLst xmlns:a="http://schemas.openxmlformats.org/drawingml/2006/main">
              <a:ext uri="{FF2B5EF4-FFF2-40B4-BE49-F238E27FC236}">
                <a16:creationId xmlns:a16="http://schemas.microsoft.com/office/drawing/2014/main" id="{64F8308C-B303-4868-AAF7-6925FA366D68}"/>
              </a:ext>
            </a:extLst>
          </p:cNvPr>
          <p:cNvSpPr>
            <a:spLocks xmlns:a="http://schemas.openxmlformats.org/drawingml/2006/main" noGrp="1"/>
          </p:cNvSpPr>
          <p:nvPr/>
        </p:nvSpPr>
        <p:spPr>
          <a:xfrm xmlns:a="http://schemas.openxmlformats.org/drawingml/2006/main">
            <a:off x="8667750" y="3714750"/>
            <a:ext cx="2838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253C4D"/>
                </a:solidFill>
                <a:latin typeface="Yu Gothic"/>
                <a:ea typeface="Yu Gothic"/>
                <a:cs typeface="Yu Gothic"/>
              </a:defRPr>
            </a:defPPr>
            <a:lvl1pPr algn="l">
              <a:buNone/>
              <a:defRPr sz="1800" b="0">
                <a:solidFill>
                  <a:srgbClr val="253C4D"/>
                </a:solidFill>
                <a:latin typeface="Yu Gothic"/>
                <a:ea typeface="Yu Gothic"/>
                <a:cs typeface="Yu Gothic"/>
              </a:defRPr>
            </a:lvl1pPr>
            <a:lvl2pPr algn="l">
              <a:buNone/>
              <a:defRPr sz="1800" b="0">
                <a:solidFill>
                  <a:srgbClr val="253C4D"/>
                </a:solidFill>
                <a:latin typeface="Yu Gothic"/>
                <a:ea typeface="Yu Gothic"/>
                <a:cs typeface="Yu Gothic"/>
              </a:defRPr>
            </a:lvl2pPr>
            <a:lvl3pPr algn="l">
              <a:buNone/>
              <a:defRPr sz="1800" b="0">
                <a:solidFill>
                  <a:srgbClr val="253C4D"/>
                </a:solidFill>
                <a:latin typeface="Yu Gothic"/>
                <a:ea typeface="Yu Gothic"/>
                <a:cs typeface="Yu Gothic"/>
              </a:defRPr>
            </a:lvl3pPr>
            <a:lvl4pPr algn="l">
              <a:buNone/>
              <a:defRPr sz="1800" b="0">
                <a:solidFill>
                  <a:srgbClr val="253C4D"/>
                </a:solidFill>
                <a:latin typeface="Yu Gothic"/>
                <a:ea typeface="Yu Gothic"/>
                <a:cs typeface="Yu Gothic"/>
              </a:defRPr>
            </a:lvl4pPr>
            <a:lvl5pPr algn="l">
              <a:buNone/>
              <a:defRPr sz="1800" b="0">
                <a:solidFill>
                  <a:srgbClr val="253C4D"/>
                </a:solidFill>
                <a:latin typeface="Yu Gothic"/>
                <a:ea typeface="Yu Gothic"/>
                <a:cs typeface="Yu Gothic"/>
              </a:defRPr>
            </a:lvl5pPr>
            <a:lvl6pPr algn="l">
              <a:buNone/>
              <a:defRPr sz="1800" b="0">
                <a:solidFill>
                  <a:srgbClr val="253C4D"/>
                </a:solidFill>
                <a:latin typeface="Yu Gothic"/>
                <a:ea typeface="Yu Gothic"/>
                <a:cs typeface="Yu Gothic"/>
              </a:defRPr>
            </a:lvl6pPr>
            <a:lvl7pPr algn="l">
              <a:buNone/>
              <a:defRPr sz="1800" b="0">
                <a:solidFill>
                  <a:srgbClr val="253C4D"/>
                </a:solidFill>
                <a:latin typeface="Yu Gothic"/>
                <a:ea typeface="Yu Gothic"/>
                <a:cs typeface="Yu Gothic"/>
              </a:defRPr>
            </a:lvl7pPr>
            <a:lvl8pPr algn="l">
              <a:buNone/>
              <a:defRPr sz="1800" b="0">
                <a:solidFill>
                  <a:srgbClr val="253C4D"/>
                </a:solidFill>
                <a:latin typeface="Yu Gothic"/>
                <a:ea typeface="Yu Gothic"/>
                <a:cs typeface="Yu Gothic"/>
              </a:defRPr>
            </a:lvl8pPr>
            <a:lvl9pPr algn="l">
              <a:buNone/>
              <a:defRPr sz="1800" b="0">
                <a:solidFill>
                  <a:srgbClr val="253C4D"/>
                </a:solidFill>
                <a:latin typeface="Yu Gothic"/>
                <a:ea typeface="Yu Gothic"/>
                <a:cs typeface="Yu Gothic"/>
              </a:defRPr>
            </a:lvl9pPr>
          </a:lstStyle>
          <a:p xmlns:a="http://schemas.openxmlformats.org/drawingml/2006/main">
            <a:pPr algn="l">
              <a:buNone/>
              <a:defRPr sz="1800" b="0">
                <a:solidFill>
                  <a:srgbClr val="253C4D"/>
                </a:solidFill>
                <a:latin typeface="Yu Gothic"/>
                <a:ea typeface="Yu Gothic"/>
                <a:cs typeface="Yu Gothic"/>
              </a:defRPr>
            </a:pPr>
            <a:r>
              <a:rPr sz="1800" b="0">
                <a:solidFill>
                  <a:srgbClr val="253C4D"/>
                </a:solidFill>
                <a:latin typeface="Yu Gothic"/>
                <a:ea typeface="Yu Gothic"/>
                <a:cs typeface="Yu Gothic"/>
              </a:rPr>
              <a:t>③ 80 − 100x + M = 0</a:t>
            </a:r>
          </a:p>
        </p:txBody>
      </p:sp>
      <p:sp>
        <p:nvSpPr>
          <p:cNvPr id="37" name="">
            <a:extLst xmlns:a="http://schemas.openxmlformats.org/drawingml/2006/main">
              <a:ext uri="{FF2B5EF4-FFF2-40B4-BE49-F238E27FC236}">
                <a16:creationId xmlns:a16="http://schemas.microsoft.com/office/drawing/2014/main" id="{6B3780D8-8105-4E69-92FD-D7E4DE2B0756}"/>
              </a:ext>
            </a:extLst>
          </p:cNvPr>
          <p:cNvSpPr>
            <a:spLocks xmlns:a="http://schemas.openxmlformats.org/drawingml/2006/main" noGrp="1"/>
          </p:cNvSpPr>
          <p:nvPr/>
        </p:nvSpPr>
        <p:spPr>
          <a:xfrm xmlns:a="http://schemas.openxmlformats.org/drawingml/2006/main">
            <a:off x="8667750" y="4400550"/>
            <a:ext cx="2838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253C4D"/>
                </a:solidFill>
                <a:latin typeface="Yu Gothic"/>
                <a:ea typeface="Yu Gothic"/>
                <a:cs typeface="Yu Gothic"/>
              </a:defRPr>
            </a:defPPr>
            <a:lvl1pPr algn="l">
              <a:buNone/>
              <a:defRPr sz="1800" b="0">
                <a:solidFill>
                  <a:srgbClr val="253C4D"/>
                </a:solidFill>
                <a:latin typeface="Yu Gothic"/>
                <a:ea typeface="Yu Gothic"/>
                <a:cs typeface="Yu Gothic"/>
              </a:defRPr>
            </a:lvl1pPr>
            <a:lvl2pPr algn="l">
              <a:buNone/>
              <a:defRPr sz="1800" b="0">
                <a:solidFill>
                  <a:srgbClr val="253C4D"/>
                </a:solidFill>
                <a:latin typeface="Yu Gothic"/>
                <a:ea typeface="Yu Gothic"/>
                <a:cs typeface="Yu Gothic"/>
              </a:defRPr>
            </a:lvl2pPr>
            <a:lvl3pPr algn="l">
              <a:buNone/>
              <a:defRPr sz="1800" b="0">
                <a:solidFill>
                  <a:srgbClr val="253C4D"/>
                </a:solidFill>
                <a:latin typeface="Yu Gothic"/>
                <a:ea typeface="Yu Gothic"/>
                <a:cs typeface="Yu Gothic"/>
              </a:defRPr>
            </a:lvl3pPr>
            <a:lvl4pPr algn="l">
              <a:buNone/>
              <a:defRPr sz="1800" b="0">
                <a:solidFill>
                  <a:srgbClr val="253C4D"/>
                </a:solidFill>
                <a:latin typeface="Yu Gothic"/>
                <a:ea typeface="Yu Gothic"/>
                <a:cs typeface="Yu Gothic"/>
              </a:defRPr>
            </a:lvl4pPr>
            <a:lvl5pPr algn="l">
              <a:buNone/>
              <a:defRPr sz="1800" b="0">
                <a:solidFill>
                  <a:srgbClr val="253C4D"/>
                </a:solidFill>
                <a:latin typeface="Yu Gothic"/>
                <a:ea typeface="Yu Gothic"/>
                <a:cs typeface="Yu Gothic"/>
              </a:defRPr>
            </a:lvl5pPr>
            <a:lvl6pPr algn="l">
              <a:buNone/>
              <a:defRPr sz="1800" b="0">
                <a:solidFill>
                  <a:srgbClr val="253C4D"/>
                </a:solidFill>
                <a:latin typeface="Yu Gothic"/>
                <a:ea typeface="Yu Gothic"/>
                <a:cs typeface="Yu Gothic"/>
              </a:defRPr>
            </a:lvl6pPr>
            <a:lvl7pPr algn="l">
              <a:buNone/>
              <a:defRPr sz="1800" b="0">
                <a:solidFill>
                  <a:srgbClr val="253C4D"/>
                </a:solidFill>
                <a:latin typeface="Yu Gothic"/>
                <a:ea typeface="Yu Gothic"/>
                <a:cs typeface="Yu Gothic"/>
              </a:defRPr>
            </a:lvl7pPr>
            <a:lvl8pPr algn="l">
              <a:buNone/>
              <a:defRPr sz="1800" b="0">
                <a:solidFill>
                  <a:srgbClr val="253C4D"/>
                </a:solidFill>
                <a:latin typeface="Yu Gothic"/>
                <a:ea typeface="Yu Gothic"/>
                <a:cs typeface="Yu Gothic"/>
              </a:defRPr>
            </a:lvl8pPr>
            <a:lvl9pPr algn="l">
              <a:buNone/>
              <a:defRPr sz="1800" b="0">
                <a:solidFill>
                  <a:srgbClr val="253C4D"/>
                </a:solidFill>
                <a:latin typeface="Yu Gothic"/>
                <a:ea typeface="Yu Gothic"/>
                <a:cs typeface="Yu Gothic"/>
              </a:defRPr>
            </a:lvl9pPr>
          </a:lstStyle>
          <a:p xmlns:a="http://schemas.openxmlformats.org/drawingml/2006/main">
            <a:pPr algn="l">
              <a:buNone/>
              <a:defRPr sz="1800" b="0">
                <a:solidFill>
                  <a:srgbClr val="253C4D"/>
                </a:solidFill>
                <a:latin typeface="Yu Gothic"/>
                <a:ea typeface="Yu Gothic"/>
                <a:cs typeface="Yu Gothic"/>
              </a:defRPr>
            </a:pPr>
            <a:r>
              <a:rPr sz="1800" b="0">
                <a:solidFill>
                  <a:srgbClr val="253C4D"/>
                </a:solidFill>
                <a:latin typeface="Yu Gothic"/>
                <a:ea typeface="Yu Gothic"/>
                <a:cs typeface="Yu Gothic"/>
              </a:rPr>
              <a:t>M = −80 + 100x</a:t>
            </a:r>
          </a:p>
        </p:txBody>
      </p:sp>
      <p:sp>
        <p:nvSpPr>
          <p:cNvPr id="38" name="">
            <a:extLst xmlns:a="http://schemas.openxmlformats.org/drawingml/2006/main">
              <a:ext uri="{FF2B5EF4-FFF2-40B4-BE49-F238E27FC236}">
                <a16:creationId xmlns:a16="http://schemas.microsoft.com/office/drawing/2014/main" id="{3E4B3877-4D8B-413A-97CD-8D5F52E3A306}"/>
              </a:ext>
            </a:extLst>
          </p:cNvPr>
          <p:cNvSpPr>
            <a:spLocks xmlns:a="http://schemas.openxmlformats.org/drawingml/2006/main" noGrp="1"/>
          </p:cNvSpPr>
          <p:nvPr/>
        </p:nvSpPr>
        <p:spPr>
          <a:xfrm xmlns:a="http://schemas.openxmlformats.org/drawingml/2006/main">
            <a:off x="685800" y="57721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内部の M は −80 → 0 N·m。固定端の外力モーメントとは符号を区別</a:t>
            </a:r>
          </a:p>
        </p:txBody>
      </p:sp>
    </p:spTree>
    <p:extLst>
      <p:ext uri="{BB962C8B-B14F-4D97-AF65-F5344CB8AC3E}">
        <p14:creationId xmlns:p14="http://schemas.microsoft.com/office/powerpoint/2010/main" val="118679165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C335A8-3D1E-4247-B90C-91726CD2B6FF}"/>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A6D05D89-3C90-4C0D-B0CF-BAE47268F946}"/>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F8FA0703-1765-44E2-8A19-09C8CA1415A4}"/>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31FD2FC8-19AC-4F13-8631-B9E110FCCB9F}"/>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8FAA0F68-74FA-4526-B99F-4313CB0D4D26}"/>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再開後：演習4　片持ちばり〔自分で図を立てる〕</a:t>
            </a:r>
          </a:p>
        </p:txBody>
      </p:sp>
      <p:sp>
        <p:nvSpPr>
          <p:cNvPr id="6" name="">
            <a:extLst xmlns:a="http://schemas.openxmlformats.org/drawingml/2006/main">
              <a:ext uri="{FF2B5EF4-FFF2-40B4-BE49-F238E27FC236}">
                <a16:creationId xmlns:a16="http://schemas.microsoft.com/office/drawing/2014/main" id="{37F3C056-DD81-4296-8A7E-F9783B3F33A1}"/>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CCA27920-CF44-4EA7-A23F-77E330B158EC}"/>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sp>
        <p:nvSpPr>
          <p:cNvPr id="8" name="">
            <a:extLst xmlns:a="http://schemas.openxmlformats.org/drawingml/2006/main">
              <a:ext uri="{FF2B5EF4-FFF2-40B4-BE49-F238E27FC236}">
                <a16:creationId xmlns:a16="http://schemas.microsoft.com/office/drawing/2014/main" id="{0DBA0E73-740B-428D-A2A7-E9B63F552196}"/>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32 / 49</a:t>
            </a:r>
          </a:p>
        </p:txBody>
      </p:sp>
    </p:spTree>
    <p:extLst>
      <p:ext uri="{BB962C8B-B14F-4D97-AF65-F5344CB8AC3E}">
        <p14:creationId xmlns:p14="http://schemas.microsoft.com/office/powerpoint/2010/main" val="149643936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5EA8039-4D86-465A-8861-A02EEB654535}"/>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演習4　片持ちばり〔自分で図を立てる〕</a:t>
            </a:r>
          </a:p>
        </p:txBody>
      </p:sp>
      <p:cxnSp>
        <p:nvCxnSpPr>
          <p:cNvPr id="2" name="">
            <a:extLst xmlns:a="http://schemas.openxmlformats.org/drawingml/2006/main">
              <a:ext uri="{FF2B5EF4-FFF2-40B4-BE49-F238E27FC236}">
                <a16:creationId xmlns:a16="http://schemas.microsoft.com/office/drawing/2014/main" id="{7E0D3854-26F6-401D-87BB-9C7E49AEDED5}"/>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CAB456A8-D50D-4E89-ACCC-6B226CF0EB75}"/>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7DC1A8A3-F8A8-4647-9CD2-B5170F94E94E}"/>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33 / 49</a:t>
            </a:r>
          </a:p>
        </p:txBody>
      </p:sp>
      <p:sp>
        <p:nvSpPr>
          <p:cNvPr id="5" name="">
            <a:extLst xmlns:a="http://schemas.openxmlformats.org/drawingml/2006/main">
              <a:ext uri="{FF2B5EF4-FFF2-40B4-BE49-F238E27FC236}">
                <a16:creationId xmlns:a16="http://schemas.microsoft.com/office/drawing/2014/main" id="{49C00E53-74E5-4450-85BC-AE37EB298E56}"/>
              </a:ext>
            </a:extLst>
          </p:cNvPr>
          <p:cNvSpPr>
            <a:spLocks xmlns:a="http://schemas.openxmlformats.org/drawingml/2006/main" noGrp="1"/>
          </p:cNvSpPr>
          <p:nvPr/>
        </p:nvSpPr>
        <p:spPr>
          <a:xfrm xmlns:a="http://schemas.openxmlformats.org/drawingml/2006/main">
            <a:off x="1619250" y="2514600"/>
            <a:ext cx="6667500" cy="171450"/>
          </a:xfrm>
          <a:prstGeom xmlns:a="http://schemas.openxmlformats.org/drawingml/2006/main" prst="rect">
            <a:avLst/>
          </a:prstGeom>
          <a:solidFill xmlns:a="http://schemas.openxmlformats.org/drawingml/2006/main">
            <a:srgbClr val="E3EBF1"/>
          </a:solidFill>
          <a:ln xmlns:a="http://schemas.openxmlformats.org/drawingml/2006/main" w="13335">
            <a:solidFill>
              <a:srgbClr val="18364F"/>
            </a:solidFill>
          </a:ln>
        </p:spPr>
      </p:sp>
      <p:sp>
        <p:nvSpPr>
          <p:cNvPr id="6" name="">
            <a:extLst xmlns:a="http://schemas.openxmlformats.org/drawingml/2006/main">
              <a:ext uri="{FF2B5EF4-FFF2-40B4-BE49-F238E27FC236}">
                <a16:creationId xmlns:a16="http://schemas.microsoft.com/office/drawing/2014/main" id="{B39BD9F5-ED9A-490E-9BC5-85702A29808D}"/>
              </a:ext>
            </a:extLst>
          </p:cNvPr>
          <p:cNvSpPr>
            <a:spLocks xmlns:a="http://schemas.openxmlformats.org/drawingml/2006/main" noGrp="1"/>
          </p:cNvSpPr>
          <p:nvPr/>
        </p:nvSpPr>
        <p:spPr>
          <a:xfrm xmlns:a="http://schemas.openxmlformats.org/drawingml/2006/main">
            <a:off x="1371600" y="2181225"/>
            <a:ext cx="247650" cy="904875"/>
          </a:xfrm>
          <a:prstGeom xmlns:a="http://schemas.openxmlformats.org/drawingml/2006/main" prst="rect">
            <a:avLst/>
          </a:prstGeom>
          <a:solidFill xmlns:a="http://schemas.openxmlformats.org/drawingml/2006/main">
            <a:srgbClr val="D9E3EA"/>
          </a:solidFill>
          <a:ln xmlns:a="http://schemas.openxmlformats.org/drawingml/2006/main" w="13335">
            <a:solidFill>
              <a:srgbClr val="5D6C78"/>
            </a:solidFill>
          </a:ln>
        </p:spPr>
      </p:sp>
      <p:cxnSp>
        <p:nvCxnSpPr>
          <p:cNvPr id="7" name="">
            <a:extLst xmlns:a="http://schemas.openxmlformats.org/drawingml/2006/main">
              <a:ext uri="{FF2B5EF4-FFF2-40B4-BE49-F238E27FC236}">
                <a16:creationId xmlns:a16="http://schemas.microsoft.com/office/drawing/2014/main" id="{CCACEB53-CC3D-41E1-949C-11A7EA37A5B2}"/>
              </a:ext>
            </a:extLst>
          </p:cNvPr>
          <p:cNvCxnSpPr/>
          <p:nvPr/>
        </p:nvCxnSpPr>
        <p:spPr>
          <a:xfrm xmlns:a="http://schemas.openxmlformats.org/drawingml/2006/main" flipH="1" flipV="0">
            <a:off x="1228725" y="2181225"/>
            <a:ext cx="142875" cy="142875"/>
          </a:xfrm>
          <a:prstGeom xmlns:a="http://schemas.openxmlformats.org/drawingml/2006/main" prst="straightConnector1">
            <a:avLst/>
          </a:prstGeom>
          <a:ln xmlns:a="http://schemas.openxmlformats.org/drawingml/2006/main" w="14288">
            <a:solidFill>
              <a:srgbClr val="5D6C78"/>
            </a:solidFill>
            <a:prstDash val="solid"/>
          </a:ln>
        </p:spPr>
      </p:cxnSp>
      <p:cxnSp>
        <p:nvCxnSpPr>
          <p:cNvPr id="8" name="">
            <a:extLst xmlns:a="http://schemas.openxmlformats.org/drawingml/2006/main">
              <a:ext uri="{FF2B5EF4-FFF2-40B4-BE49-F238E27FC236}">
                <a16:creationId xmlns:a16="http://schemas.microsoft.com/office/drawing/2014/main" id="{4DE0E222-925B-4F74-9D28-D7052213846D}"/>
              </a:ext>
            </a:extLst>
          </p:cNvPr>
          <p:cNvCxnSpPr/>
          <p:nvPr/>
        </p:nvCxnSpPr>
        <p:spPr>
          <a:xfrm xmlns:a="http://schemas.openxmlformats.org/drawingml/2006/main" flipH="1" flipV="0">
            <a:off x="1228725" y="2352675"/>
            <a:ext cx="142875" cy="142875"/>
          </a:xfrm>
          <a:prstGeom xmlns:a="http://schemas.openxmlformats.org/drawingml/2006/main" prst="straightConnector1">
            <a:avLst/>
          </a:prstGeom>
          <a:ln xmlns:a="http://schemas.openxmlformats.org/drawingml/2006/main" w="14288">
            <a:solidFill>
              <a:srgbClr val="5D6C78"/>
            </a:solidFill>
            <a:prstDash val="solid"/>
          </a:ln>
        </p:spPr>
      </p:cxnSp>
      <p:cxnSp>
        <p:nvCxnSpPr>
          <p:cNvPr id="9" name="">
            <a:extLst xmlns:a="http://schemas.openxmlformats.org/drawingml/2006/main">
              <a:ext uri="{FF2B5EF4-FFF2-40B4-BE49-F238E27FC236}">
                <a16:creationId xmlns:a16="http://schemas.microsoft.com/office/drawing/2014/main" id="{01AF16B8-0133-483E-8FFF-ED8198B99565}"/>
              </a:ext>
            </a:extLst>
          </p:cNvPr>
          <p:cNvCxnSpPr/>
          <p:nvPr/>
        </p:nvCxnSpPr>
        <p:spPr>
          <a:xfrm xmlns:a="http://schemas.openxmlformats.org/drawingml/2006/main" flipH="1" flipV="0">
            <a:off x="1228725" y="2524125"/>
            <a:ext cx="142875" cy="142875"/>
          </a:xfrm>
          <a:prstGeom xmlns:a="http://schemas.openxmlformats.org/drawingml/2006/main" prst="straightConnector1">
            <a:avLst/>
          </a:prstGeom>
          <a:ln xmlns:a="http://schemas.openxmlformats.org/drawingml/2006/main" w="14288">
            <a:solidFill>
              <a:srgbClr val="5D6C78"/>
            </a:solidFill>
            <a:prstDash val="solid"/>
          </a:ln>
        </p:spPr>
      </p:cxnSp>
      <p:cxnSp>
        <p:nvCxnSpPr>
          <p:cNvPr id="10" name="">
            <a:extLst xmlns:a="http://schemas.openxmlformats.org/drawingml/2006/main">
              <a:ext uri="{FF2B5EF4-FFF2-40B4-BE49-F238E27FC236}">
                <a16:creationId xmlns:a16="http://schemas.microsoft.com/office/drawing/2014/main" id="{2D1DAC14-2D53-41AD-B612-4385CEA5E056}"/>
              </a:ext>
            </a:extLst>
          </p:cNvPr>
          <p:cNvCxnSpPr/>
          <p:nvPr/>
        </p:nvCxnSpPr>
        <p:spPr>
          <a:xfrm xmlns:a="http://schemas.openxmlformats.org/drawingml/2006/main" flipH="1" flipV="0">
            <a:off x="1228725" y="2695575"/>
            <a:ext cx="142875" cy="142875"/>
          </a:xfrm>
          <a:prstGeom xmlns:a="http://schemas.openxmlformats.org/drawingml/2006/main" prst="straightConnector1">
            <a:avLst/>
          </a:prstGeom>
          <a:ln xmlns:a="http://schemas.openxmlformats.org/drawingml/2006/main" w="14288">
            <a:solidFill>
              <a:srgbClr val="5D6C78"/>
            </a:solidFill>
            <a:prstDash val="solid"/>
          </a:ln>
        </p:spPr>
      </p:cxnSp>
      <p:cxnSp>
        <p:nvCxnSpPr>
          <p:cNvPr id="11" name="">
            <a:extLst xmlns:a="http://schemas.openxmlformats.org/drawingml/2006/main">
              <a:ext uri="{FF2B5EF4-FFF2-40B4-BE49-F238E27FC236}">
                <a16:creationId xmlns:a16="http://schemas.microsoft.com/office/drawing/2014/main" id="{F1109E8C-FAEC-408A-9622-BFD964C42539}"/>
              </a:ext>
            </a:extLst>
          </p:cNvPr>
          <p:cNvCxnSpPr/>
          <p:nvPr/>
        </p:nvCxnSpPr>
        <p:spPr>
          <a:xfrm xmlns:a="http://schemas.openxmlformats.org/drawingml/2006/main" flipH="1" flipV="0">
            <a:off x="1228725" y="2867025"/>
            <a:ext cx="142875" cy="142875"/>
          </a:xfrm>
          <a:prstGeom xmlns:a="http://schemas.openxmlformats.org/drawingml/2006/main" prst="straightConnector1">
            <a:avLst/>
          </a:prstGeom>
          <a:ln xmlns:a="http://schemas.openxmlformats.org/drawingml/2006/main" w="14288">
            <a:solidFill>
              <a:srgbClr val="5D6C78"/>
            </a:solidFill>
            <a:prstDash val="solid"/>
          </a:ln>
        </p:spPr>
      </p:cxnSp>
      <p:cxnSp>
        <p:nvCxnSpPr>
          <p:cNvPr id="12" name="">
            <a:extLst xmlns:a="http://schemas.openxmlformats.org/drawingml/2006/main">
              <a:ext uri="{FF2B5EF4-FFF2-40B4-BE49-F238E27FC236}">
                <a16:creationId xmlns:a16="http://schemas.microsoft.com/office/drawing/2014/main" id="{D6F6915F-665C-41FB-9897-A677591E3F7D}"/>
              </a:ext>
            </a:extLst>
          </p:cNvPr>
          <p:cNvCxnSpPr/>
          <p:nvPr/>
        </p:nvCxnSpPr>
        <p:spPr>
          <a:xfrm xmlns:a="http://schemas.openxmlformats.org/drawingml/2006/main" flipH="1" flipV="0">
            <a:off x="1228725" y="3038475"/>
            <a:ext cx="142875" cy="142875"/>
          </a:xfrm>
          <a:prstGeom xmlns:a="http://schemas.openxmlformats.org/drawingml/2006/main" prst="straightConnector1">
            <a:avLst/>
          </a:prstGeom>
          <a:ln xmlns:a="http://schemas.openxmlformats.org/drawingml/2006/main" w="14288">
            <a:solidFill>
              <a:srgbClr val="5D6C78"/>
            </a:solidFill>
            <a:prstDash val="solid"/>
          </a:ln>
        </p:spPr>
      </p:cxnSp>
      <p:cxnSp>
        <p:nvCxnSpPr>
          <p:cNvPr id="13" name="">
            <a:extLst xmlns:a="http://schemas.openxmlformats.org/drawingml/2006/main">
              <a:ext uri="{FF2B5EF4-FFF2-40B4-BE49-F238E27FC236}">
                <a16:creationId xmlns:a16="http://schemas.microsoft.com/office/drawing/2014/main" id="{7C9CB15E-6A0F-4002-A7EF-8C709C430EB8}"/>
              </a:ext>
            </a:extLst>
          </p:cNvPr>
          <p:cNvCxnSpPr/>
          <p:nvPr/>
        </p:nvCxnSpPr>
        <p:spPr>
          <a:xfrm xmlns:a="http://schemas.openxmlformats.org/drawingml/2006/main" flipH="0" flipV="0">
            <a:off x="8286750" y="2038350"/>
            <a:ext cx="0" cy="438150"/>
          </a:xfrm>
          <a:prstGeom xmlns:a="http://schemas.openxmlformats.org/drawingml/2006/main" prst="straightConnector1">
            <a:avLst/>
          </a:prstGeom>
          <a:ln xmlns:a="http://schemas.openxmlformats.org/drawingml/2006/main" w="38100">
            <a:solidFill>
              <a:srgbClr val="C53D3D"/>
            </a:solidFill>
            <a:tailEnd type="triangle" w="med" len="med"/>
          </a:ln>
        </p:spPr>
      </p:cxnSp>
      <p:sp>
        <p:nvSpPr>
          <p:cNvPr id="14" name="">
            <a:extLst xmlns:a="http://schemas.openxmlformats.org/drawingml/2006/main">
              <a:ext uri="{FF2B5EF4-FFF2-40B4-BE49-F238E27FC236}">
                <a16:creationId xmlns:a16="http://schemas.microsoft.com/office/drawing/2014/main" id="{335887E6-0B08-4DE2-86DB-1E24CB079436}"/>
              </a:ext>
            </a:extLst>
          </p:cNvPr>
          <p:cNvSpPr>
            <a:spLocks xmlns:a="http://schemas.openxmlformats.org/drawingml/2006/main" noGrp="1"/>
          </p:cNvSpPr>
          <p:nvPr/>
        </p:nvSpPr>
        <p:spPr>
          <a:xfrm xmlns:a="http://schemas.openxmlformats.org/drawingml/2006/main">
            <a:off x="7239000" y="156210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C53D3D"/>
                </a:solidFill>
                <a:latin typeface="Yu Gothic"/>
                <a:ea typeface="Yu Gothic"/>
                <a:cs typeface="Yu Gothic"/>
              </a:defRPr>
            </a:defPPr>
            <a:lvl1pPr algn="ctr">
              <a:buNone/>
              <a:defRPr sz="2250" b="1">
                <a:solidFill>
                  <a:srgbClr val="C53D3D"/>
                </a:solidFill>
                <a:latin typeface="Yu Gothic"/>
                <a:ea typeface="Yu Gothic"/>
                <a:cs typeface="Yu Gothic"/>
              </a:defRPr>
            </a:lvl1pPr>
            <a:lvl2pPr algn="ctr">
              <a:buNone/>
              <a:defRPr sz="2250" b="1">
                <a:solidFill>
                  <a:srgbClr val="C53D3D"/>
                </a:solidFill>
                <a:latin typeface="Yu Gothic"/>
                <a:ea typeface="Yu Gothic"/>
                <a:cs typeface="Yu Gothic"/>
              </a:defRPr>
            </a:lvl2pPr>
            <a:lvl3pPr algn="ctr">
              <a:buNone/>
              <a:defRPr sz="2250" b="1">
                <a:solidFill>
                  <a:srgbClr val="C53D3D"/>
                </a:solidFill>
                <a:latin typeface="Yu Gothic"/>
                <a:ea typeface="Yu Gothic"/>
                <a:cs typeface="Yu Gothic"/>
              </a:defRPr>
            </a:lvl3pPr>
            <a:lvl4pPr algn="ctr">
              <a:buNone/>
              <a:defRPr sz="2250" b="1">
                <a:solidFill>
                  <a:srgbClr val="C53D3D"/>
                </a:solidFill>
                <a:latin typeface="Yu Gothic"/>
                <a:ea typeface="Yu Gothic"/>
                <a:cs typeface="Yu Gothic"/>
              </a:defRPr>
            </a:lvl4pPr>
            <a:lvl5pPr algn="ctr">
              <a:buNone/>
              <a:defRPr sz="2250" b="1">
                <a:solidFill>
                  <a:srgbClr val="C53D3D"/>
                </a:solidFill>
                <a:latin typeface="Yu Gothic"/>
                <a:ea typeface="Yu Gothic"/>
                <a:cs typeface="Yu Gothic"/>
              </a:defRPr>
            </a:lvl5pPr>
            <a:lvl6pPr algn="ctr">
              <a:buNone/>
              <a:defRPr sz="2250" b="1">
                <a:solidFill>
                  <a:srgbClr val="C53D3D"/>
                </a:solidFill>
                <a:latin typeface="Yu Gothic"/>
                <a:ea typeface="Yu Gothic"/>
                <a:cs typeface="Yu Gothic"/>
              </a:defRPr>
            </a:lvl6pPr>
            <a:lvl7pPr algn="ctr">
              <a:buNone/>
              <a:defRPr sz="2250" b="1">
                <a:solidFill>
                  <a:srgbClr val="C53D3D"/>
                </a:solidFill>
                <a:latin typeface="Yu Gothic"/>
                <a:ea typeface="Yu Gothic"/>
                <a:cs typeface="Yu Gothic"/>
              </a:defRPr>
            </a:lvl7pPr>
            <a:lvl8pPr algn="ctr">
              <a:buNone/>
              <a:defRPr sz="2250" b="1">
                <a:solidFill>
                  <a:srgbClr val="C53D3D"/>
                </a:solidFill>
                <a:latin typeface="Yu Gothic"/>
                <a:ea typeface="Yu Gothic"/>
                <a:cs typeface="Yu Gothic"/>
              </a:defRPr>
            </a:lvl8pPr>
            <a:lvl9pPr algn="ctr">
              <a:buNone/>
              <a:defRPr sz="2250" b="1">
                <a:solidFill>
                  <a:srgbClr val="C53D3D"/>
                </a:solidFill>
                <a:latin typeface="Yu Gothic"/>
                <a:ea typeface="Yu Gothic"/>
                <a:cs typeface="Yu Gothic"/>
              </a:defRPr>
            </a:lvl9pPr>
          </a:lstStyle>
          <a:p xmlns:a="http://schemas.openxmlformats.org/drawingml/2006/main">
            <a:pPr algn="ctr">
              <a:buNone/>
              <a:defRPr sz="2250" b="1">
                <a:solidFill>
                  <a:srgbClr val="C53D3D"/>
                </a:solidFill>
                <a:latin typeface="Yu Gothic"/>
                <a:ea typeface="Yu Gothic"/>
                <a:cs typeface="Yu Gothic"/>
              </a:defRPr>
            </a:pPr>
            <a:r>
              <a:rPr sz="2250" b="1">
                <a:solidFill>
                  <a:srgbClr val="C53D3D"/>
                </a:solidFill>
                <a:latin typeface="Yu Gothic"/>
                <a:ea typeface="Yu Gothic"/>
                <a:cs typeface="Yu Gothic"/>
              </a:rPr>
              <a:t>120 N</a:t>
            </a:r>
          </a:p>
        </p:txBody>
      </p:sp>
      <p:sp>
        <p:nvSpPr>
          <p:cNvPr id="15" name="">
            <a:extLst xmlns:a="http://schemas.openxmlformats.org/drawingml/2006/main">
              <a:ext uri="{FF2B5EF4-FFF2-40B4-BE49-F238E27FC236}">
                <a16:creationId xmlns:a16="http://schemas.microsoft.com/office/drawing/2014/main" id="{BC042D91-9A6F-49B2-88A0-097911958A78}"/>
              </a:ext>
            </a:extLst>
          </p:cNvPr>
          <p:cNvSpPr>
            <a:spLocks xmlns:a="http://schemas.openxmlformats.org/drawingml/2006/main" noGrp="1"/>
          </p:cNvSpPr>
          <p:nvPr/>
        </p:nvSpPr>
        <p:spPr>
          <a:xfrm xmlns:a="http://schemas.openxmlformats.org/drawingml/2006/main">
            <a:off x="1828800" y="3114675"/>
            <a:ext cx="333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245C98"/>
                </a:solidFill>
                <a:latin typeface="Yu Gothic"/>
                <a:ea typeface="Yu Gothic"/>
                <a:cs typeface="Yu Gothic"/>
              </a:defRPr>
            </a:defPPr>
            <a:lvl1pPr algn="l">
              <a:buNone/>
              <a:defRPr sz="1875" b="1">
                <a:solidFill>
                  <a:srgbClr val="245C98"/>
                </a:solidFill>
                <a:latin typeface="Yu Gothic"/>
                <a:ea typeface="Yu Gothic"/>
                <a:cs typeface="Yu Gothic"/>
              </a:defRPr>
            </a:lvl1pPr>
            <a:lvl2pPr algn="l">
              <a:buNone/>
              <a:defRPr sz="1875" b="1">
                <a:solidFill>
                  <a:srgbClr val="245C98"/>
                </a:solidFill>
                <a:latin typeface="Yu Gothic"/>
                <a:ea typeface="Yu Gothic"/>
                <a:cs typeface="Yu Gothic"/>
              </a:defRPr>
            </a:lvl2pPr>
            <a:lvl3pPr algn="l">
              <a:buNone/>
              <a:defRPr sz="1875" b="1">
                <a:solidFill>
                  <a:srgbClr val="245C98"/>
                </a:solidFill>
                <a:latin typeface="Yu Gothic"/>
                <a:ea typeface="Yu Gothic"/>
                <a:cs typeface="Yu Gothic"/>
              </a:defRPr>
            </a:lvl3pPr>
            <a:lvl4pPr algn="l">
              <a:buNone/>
              <a:defRPr sz="1875" b="1">
                <a:solidFill>
                  <a:srgbClr val="245C98"/>
                </a:solidFill>
                <a:latin typeface="Yu Gothic"/>
                <a:ea typeface="Yu Gothic"/>
                <a:cs typeface="Yu Gothic"/>
              </a:defRPr>
            </a:lvl4pPr>
            <a:lvl5pPr algn="l">
              <a:buNone/>
              <a:defRPr sz="1875" b="1">
                <a:solidFill>
                  <a:srgbClr val="245C98"/>
                </a:solidFill>
                <a:latin typeface="Yu Gothic"/>
                <a:ea typeface="Yu Gothic"/>
                <a:cs typeface="Yu Gothic"/>
              </a:defRPr>
            </a:lvl5pPr>
            <a:lvl6pPr algn="l">
              <a:buNone/>
              <a:defRPr sz="1875" b="1">
                <a:solidFill>
                  <a:srgbClr val="245C98"/>
                </a:solidFill>
                <a:latin typeface="Yu Gothic"/>
                <a:ea typeface="Yu Gothic"/>
                <a:cs typeface="Yu Gothic"/>
              </a:defRPr>
            </a:lvl6pPr>
            <a:lvl7pPr algn="l">
              <a:buNone/>
              <a:defRPr sz="1875" b="1">
                <a:solidFill>
                  <a:srgbClr val="245C98"/>
                </a:solidFill>
                <a:latin typeface="Yu Gothic"/>
                <a:ea typeface="Yu Gothic"/>
                <a:cs typeface="Yu Gothic"/>
              </a:defRPr>
            </a:lvl7pPr>
            <a:lvl8pPr algn="l">
              <a:buNone/>
              <a:defRPr sz="1875" b="1">
                <a:solidFill>
                  <a:srgbClr val="245C98"/>
                </a:solidFill>
                <a:latin typeface="Yu Gothic"/>
                <a:ea typeface="Yu Gothic"/>
                <a:cs typeface="Yu Gothic"/>
              </a:defRPr>
            </a:lvl8pPr>
            <a:lvl9pPr algn="l">
              <a:buNone/>
              <a:defRPr sz="1875" b="1">
                <a:solidFill>
                  <a:srgbClr val="245C98"/>
                </a:solidFill>
                <a:latin typeface="Yu Gothic"/>
                <a:ea typeface="Yu Gothic"/>
                <a:cs typeface="Yu Gothic"/>
              </a:defRPr>
            </a:lvl9pPr>
          </a:lstStyle>
          <a:p xmlns:a="http://schemas.openxmlformats.org/drawingml/2006/main">
            <a:pPr algn="l">
              <a:buNone/>
              <a:defRPr sz="1875" b="1">
                <a:solidFill>
                  <a:srgbClr val="245C98"/>
                </a:solidFill>
                <a:latin typeface="Yu Gothic"/>
                <a:ea typeface="Yu Gothic"/>
                <a:cs typeface="Yu Gothic"/>
              </a:defRPr>
            </a:pPr>
            <a:r>
              <a:rPr sz="1875" b="1">
                <a:solidFill>
                  <a:srgbClr val="245C98"/>
                </a:solidFill>
                <a:latin typeface="Yu Gothic"/>
                <a:ea typeface="Yu Gothic"/>
                <a:cs typeface="Yu Gothic"/>
              </a:rPr>
              <a:t>A</a:t>
            </a:r>
          </a:p>
        </p:txBody>
      </p:sp>
      <p:sp>
        <p:nvSpPr>
          <p:cNvPr id="16" name="">
            <a:extLst xmlns:a="http://schemas.openxmlformats.org/drawingml/2006/main">
              <a:ext uri="{FF2B5EF4-FFF2-40B4-BE49-F238E27FC236}">
                <a16:creationId xmlns:a16="http://schemas.microsoft.com/office/drawing/2014/main" id="{F5F2BA7D-AAF4-43F2-88EA-DD6CD7A9D247}"/>
              </a:ext>
            </a:extLst>
          </p:cNvPr>
          <p:cNvSpPr>
            <a:spLocks xmlns:a="http://schemas.openxmlformats.org/drawingml/2006/main" noGrp="1"/>
          </p:cNvSpPr>
          <p:nvPr/>
        </p:nvSpPr>
        <p:spPr>
          <a:xfrm xmlns:a="http://schemas.openxmlformats.org/drawingml/2006/main">
            <a:off x="7715250" y="2847975"/>
            <a:ext cx="123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5D6C78"/>
                </a:solidFill>
                <a:latin typeface="Yu Gothic"/>
                <a:ea typeface="Yu Gothic"/>
                <a:cs typeface="Yu Gothic"/>
              </a:defRPr>
            </a:defPPr>
            <a:lvl1pPr algn="l">
              <a:buNone/>
              <a:defRPr sz="1800" b="0">
                <a:solidFill>
                  <a:srgbClr val="5D6C78"/>
                </a:solidFill>
                <a:latin typeface="Yu Gothic"/>
                <a:ea typeface="Yu Gothic"/>
                <a:cs typeface="Yu Gothic"/>
              </a:defRPr>
            </a:lvl1pPr>
            <a:lvl2pPr algn="l">
              <a:buNone/>
              <a:defRPr sz="1800" b="0">
                <a:solidFill>
                  <a:srgbClr val="5D6C78"/>
                </a:solidFill>
                <a:latin typeface="Yu Gothic"/>
                <a:ea typeface="Yu Gothic"/>
                <a:cs typeface="Yu Gothic"/>
              </a:defRPr>
            </a:lvl2pPr>
            <a:lvl3pPr algn="l">
              <a:buNone/>
              <a:defRPr sz="1800" b="0">
                <a:solidFill>
                  <a:srgbClr val="5D6C78"/>
                </a:solidFill>
                <a:latin typeface="Yu Gothic"/>
                <a:ea typeface="Yu Gothic"/>
                <a:cs typeface="Yu Gothic"/>
              </a:defRPr>
            </a:lvl3pPr>
            <a:lvl4pPr algn="l">
              <a:buNone/>
              <a:defRPr sz="1800" b="0">
                <a:solidFill>
                  <a:srgbClr val="5D6C78"/>
                </a:solidFill>
                <a:latin typeface="Yu Gothic"/>
                <a:ea typeface="Yu Gothic"/>
                <a:cs typeface="Yu Gothic"/>
              </a:defRPr>
            </a:lvl4pPr>
            <a:lvl5pPr algn="l">
              <a:buNone/>
              <a:defRPr sz="1800" b="0">
                <a:solidFill>
                  <a:srgbClr val="5D6C78"/>
                </a:solidFill>
                <a:latin typeface="Yu Gothic"/>
                <a:ea typeface="Yu Gothic"/>
                <a:cs typeface="Yu Gothic"/>
              </a:defRPr>
            </a:lvl5pPr>
            <a:lvl6pPr algn="l">
              <a:buNone/>
              <a:defRPr sz="1800" b="0">
                <a:solidFill>
                  <a:srgbClr val="5D6C78"/>
                </a:solidFill>
                <a:latin typeface="Yu Gothic"/>
                <a:ea typeface="Yu Gothic"/>
                <a:cs typeface="Yu Gothic"/>
              </a:defRPr>
            </a:lvl6pPr>
            <a:lvl7pPr algn="l">
              <a:buNone/>
              <a:defRPr sz="1800" b="0">
                <a:solidFill>
                  <a:srgbClr val="5D6C78"/>
                </a:solidFill>
                <a:latin typeface="Yu Gothic"/>
                <a:ea typeface="Yu Gothic"/>
                <a:cs typeface="Yu Gothic"/>
              </a:defRPr>
            </a:lvl7pPr>
            <a:lvl8pPr algn="l">
              <a:buNone/>
              <a:defRPr sz="1800" b="0">
                <a:solidFill>
                  <a:srgbClr val="5D6C78"/>
                </a:solidFill>
                <a:latin typeface="Yu Gothic"/>
                <a:ea typeface="Yu Gothic"/>
                <a:cs typeface="Yu Gothic"/>
              </a:defRPr>
            </a:lvl8pPr>
            <a:lvl9pPr algn="l">
              <a:buNone/>
              <a:defRPr sz="1800" b="0">
                <a:solidFill>
                  <a:srgbClr val="5D6C78"/>
                </a:solidFill>
                <a:latin typeface="Yu Gothic"/>
                <a:ea typeface="Yu Gothic"/>
                <a:cs typeface="Yu Gothic"/>
              </a:defRPr>
            </a:lvl9pPr>
          </a:lstStyle>
          <a:p xmlns:a="http://schemas.openxmlformats.org/drawingml/2006/main">
            <a:pPr algn="l">
              <a:buNone/>
              <a:defRPr sz="1800" b="0">
                <a:solidFill>
                  <a:srgbClr val="5D6C78"/>
                </a:solidFill>
                <a:latin typeface="Yu Gothic"/>
                <a:ea typeface="Yu Gothic"/>
                <a:cs typeface="Yu Gothic"/>
              </a:defRPr>
            </a:pPr>
            <a:r>
              <a:rPr sz="1800" b="0">
                <a:solidFill>
                  <a:srgbClr val="5D6C78"/>
                </a:solidFill>
                <a:latin typeface="Yu Gothic"/>
                <a:ea typeface="Yu Gothic"/>
                <a:cs typeface="Yu Gothic"/>
              </a:rPr>
              <a:t>自由端</a:t>
            </a:r>
          </a:p>
        </p:txBody>
      </p:sp>
      <p:cxnSp>
        <p:nvCxnSpPr>
          <p:cNvPr id="17" name="">
            <a:extLst xmlns:a="http://schemas.openxmlformats.org/drawingml/2006/main">
              <a:ext uri="{FF2B5EF4-FFF2-40B4-BE49-F238E27FC236}">
                <a16:creationId xmlns:a16="http://schemas.microsoft.com/office/drawing/2014/main" id="{DBEF66BA-2047-4197-AEE7-398A9DC0B5E2}"/>
              </a:ext>
            </a:extLst>
          </p:cNvPr>
          <p:cNvCxnSpPr/>
          <p:nvPr/>
        </p:nvCxnSpPr>
        <p:spPr>
          <a:xfrm xmlns:a="http://schemas.openxmlformats.org/drawingml/2006/main" flipH="0" flipV="0">
            <a:off x="1619250" y="3800475"/>
            <a:ext cx="0" cy="190500"/>
          </a:xfrm>
          <a:prstGeom xmlns:a="http://schemas.openxmlformats.org/drawingml/2006/main" prst="straightConnector1">
            <a:avLst/>
          </a:prstGeom>
          <a:ln xmlns:a="http://schemas.openxmlformats.org/drawingml/2006/main" w="9525">
            <a:solidFill>
              <a:srgbClr val="5D6C78"/>
            </a:solidFill>
            <a:prstDash val="solid"/>
          </a:ln>
        </p:spPr>
      </p:cxnSp>
      <p:cxnSp>
        <p:nvCxnSpPr>
          <p:cNvPr id="18" name="">
            <a:extLst xmlns:a="http://schemas.openxmlformats.org/drawingml/2006/main">
              <a:ext uri="{FF2B5EF4-FFF2-40B4-BE49-F238E27FC236}">
                <a16:creationId xmlns:a16="http://schemas.microsoft.com/office/drawing/2014/main" id="{479679D6-6F44-4517-9A10-CFD5490605EC}"/>
              </a:ext>
            </a:extLst>
          </p:cNvPr>
          <p:cNvCxnSpPr/>
          <p:nvPr/>
        </p:nvCxnSpPr>
        <p:spPr>
          <a:xfrm xmlns:a="http://schemas.openxmlformats.org/drawingml/2006/main" flipH="0" flipV="0">
            <a:off x="8286750" y="3800475"/>
            <a:ext cx="0" cy="190500"/>
          </a:xfrm>
          <a:prstGeom xmlns:a="http://schemas.openxmlformats.org/drawingml/2006/main" prst="straightConnector1">
            <a:avLst/>
          </a:prstGeom>
          <a:ln xmlns:a="http://schemas.openxmlformats.org/drawingml/2006/main" w="9525">
            <a:solidFill>
              <a:srgbClr val="5D6C78"/>
            </a:solidFill>
            <a:prstDash val="solid"/>
          </a:ln>
        </p:spPr>
      </p:cxnSp>
      <p:cxnSp>
        <p:nvCxnSpPr>
          <p:cNvPr id="19" name="">
            <a:extLst xmlns:a="http://schemas.openxmlformats.org/drawingml/2006/main">
              <a:ext uri="{FF2B5EF4-FFF2-40B4-BE49-F238E27FC236}">
                <a16:creationId xmlns:a16="http://schemas.microsoft.com/office/drawing/2014/main" id="{84D0262C-0701-48CA-9263-7631B4327424}"/>
              </a:ext>
            </a:extLst>
          </p:cNvPr>
          <p:cNvCxnSpPr/>
          <p:nvPr/>
        </p:nvCxnSpPr>
        <p:spPr>
          <a:xfrm xmlns:a="http://schemas.openxmlformats.org/drawingml/2006/main" flipH="0" flipV="0">
            <a:off x="1619250" y="3895725"/>
            <a:ext cx="6667500" cy="0"/>
          </a:xfrm>
          <a:prstGeom xmlns:a="http://schemas.openxmlformats.org/drawingml/2006/main" prst="straightConnector1">
            <a:avLst/>
          </a:prstGeom>
          <a:ln xmlns:a="http://schemas.openxmlformats.org/drawingml/2006/main" w="14288">
            <a:solidFill>
              <a:srgbClr val="5D6C78"/>
            </a:solidFill>
            <a:headEnd type="triangle" w="med" len="med"/>
            <a:tailEnd type="triangle" w="med" len="med"/>
          </a:ln>
        </p:spPr>
      </p:cxnSp>
      <p:sp>
        <p:nvSpPr>
          <p:cNvPr id="20" name="">
            <a:extLst xmlns:a="http://schemas.openxmlformats.org/drawingml/2006/main">
              <a:ext uri="{FF2B5EF4-FFF2-40B4-BE49-F238E27FC236}">
                <a16:creationId xmlns:a16="http://schemas.microsoft.com/office/drawing/2014/main" id="{B347420B-D083-458F-93A2-28C024AB9971}"/>
              </a:ext>
            </a:extLst>
          </p:cNvPr>
          <p:cNvSpPr>
            <a:spLocks xmlns:a="http://schemas.openxmlformats.org/drawingml/2006/main" noGrp="1"/>
          </p:cNvSpPr>
          <p:nvPr/>
        </p:nvSpPr>
        <p:spPr>
          <a:xfrm xmlns:a="http://schemas.openxmlformats.org/drawingml/2006/main">
            <a:off x="3952875" y="3933825"/>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5D6C78"/>
                </a:solidFill>
                <a:latin typeface="Yu Gothic"/>
                <a:ea typeface="Yu Gothic"/>
                <a:cs typeface="Yu Gothic"/>
              </a:defRPr>
            </a:defPPr>
            <a:lvl1pPr algn="ctr">
              <a:buNone/>
              <a:defRPr sz="1725" b="0">
                <a:solidFill>
                  <a:srgbClr val="5D6C78"/>
                </a:solidFill>
                <a:latin typeface="Yu Gothic"/>
                <a:ea typeface="Yu Gothic"/>
                <a:cs typeface="Yu Gothic"/>
              </a:defRPr>
            </a:lvl1pPr>
            <a:lvl2pPr algn="ctr">
              <a:buNone/>
              <a:defRPr sz="1725" b="0">
                <a:solidFill>
                  <a:srgbClr val="5D6C78"/>
                </a:solidFill>
                <a:latin typeface="Yu Gothic"/>
                <a:ea typeface="Yu Gothic"/>
                <a:cs typeface="Yu Gothic"/>
              </a:defRPr>
            </a:lvl2pPr>
            <a:lvl3pPr algn="ctr">
              <a:buNone/>
              <a:defRPr sz="1725" b="0">
                <a:solidFill>
                  <a:srgbClr val="5D6C78"/>
                </a:solidFill>
                <a:latin typeface="Yu Gothic"/>
                <a:ea typeface="Yu Gothic"/>
                <a:cs typeface="Yu Gothic"/>
              </a:defRPr>
            </a:lvl3pPr>
            <a:lvl4pPr algn="ctr">
              <a:buNone/>
              <a:defRPr sz="1725" b="0">
                <a:solidFill>
                  <a:srgbClr val="5D6C78"/>
                </a:solidFill>
                <a:latin typeface="Yu Gothic"/>
                <a:ea typeface="Yu Gothic"/>
                <a:cs typeface="Yu Gothic"/>
              </a:defRPr>
            </a:lvl4pPr>
            <a:lvl5pPr algn="ctr">
              <a:buNone/>
              <a:defRPr sz="1725" b="0">
                <a:solidFill>
                  <a:srgbClr val="5D6C78"/>
                </a:solidFill>
                <a:latin typeface="Yu Gothic"/>
                <a:ea typeface="Yu Gothic"/>
                <a:cs typeface="Yu Gothic"/>
              </a:defRPr>
            </a:lvl5pPr>
            <a:lvl6pPr algn="ctr">
              <a:buNone/>
              <a:defRPr sz="1725" b="0">
                <a:solidFill>
                  <a:srgbClr val="5D6C78"/>
                </a:solidFill>
                <a:latin typeface="Yu Gothic"/>
                <a:ea typeface="Yu Gothic"/>
                <a:cs typeface="Yu Gothic"/>
              </a:defRPr>
            </a:lvl6pPr>
            <a:lvl7pPr algn="ctr">
              <a:buNone/>
              <a:defRPr sz="1725" b="0">
                <a:solidFill>
                  <a:srgbClr val="5D6C78"/>
                </a:solidFill>
                <a:latin typeface="Yu Gothic"/>
                <a:ea typeface="Yu Gothic"/>
                <a:cs typeface="Yu Gothic"/>
              </a:defRPr>
            </a:lvl7pPr>
            <a:lvl8pPr algn="ctr">
              <a:buNone/>
              <a:defRPr sz="1725" b="0">
                <a:solidFill>
                  <a:srgbClr val="5D6C78"/>
                </a:solidFill>
                <a:latin typeface="Yu Gothic"/>
                <a:ea typeface="Yu Gothic"/>
                <a:cs typeface="Yu Gothic"/>
              </a:defRPr>
            </a:lvl8pPr>
            <a:lvl9pPr algn="ctr">
              <a:buNone/>
              <a:defRPr sz="1725" b="0">
                <a:solidFill>
                  <a:srgbClr val="5D6C78"/>
                </a:solidFill>
                <a:latin typeface="Yu Gothic"/>
                <a:ea typeface="Yu Gothic"/>
                <a:cs typeface="Yu Gothic"/>
              </a:defRPr>
            </a:lvl9pPr>
          </a:lstStyle>
          <a:p xmlns:a="http://schemas.openxmlformats.org/drawingml/2006/main">
            <a:pPr algn="ctr">
              <a:buNone/>
              <a:defRPr sz="1725" b="0">
                <a:solidFill>
                  <a:srgbClr val="5D6C78"/>
                </a:solidFill>
                <a:latin typeface="Yu Gothic"/>
                <a:ea typeface="Yu Gothic"/>
                <a:cs typeface="Yu Gothic"/>
              </a:defRPr>
            </a:pPr>
            <a:r>
              <a:rPr sz="1725" b="0">
                <a:solidFill>
                  <a:srgbClr val="5D6C78"/>
                </a:solidFill>
                <a:latin typeface="Yu Gothic"/>
                <a:ea typeface="Yu Gothic"/>
                <a:cs typeface="Yu Gothic"/>
              </a:rPr>
              <a:t>0.5 m</a:t>
            </a:r>
          </a:p>
        </p:txBody>
      </p:sp>
      <p:sp>
        <p:nvSpPr>
          <p:cNvPr id="21" name="">
            <a:extLst xmlns:a="http://schemas.openxmlformats.org/drawingml/2006/main">
              <a:ext uri="{FF2B5EF4-FFF2-40B4-BE49-F238E27FC236}">
                <a16:creationId xmlns:a16="http://schemas.microsoft.com/office/drawing/2014/main" id="{5EDF9458-A7A2-4EAD-ACD7-E20C64E2B376}"/>
              </a:ext>
            </a:extLst>
          </p:cNvPr>
          <p:cNvSpPr>
            <a:spLocks xmlns:a="http://schemas.openxmlformats.org/drawingml/2006/main" noGrp="1"/>
          </p:cNvSpPr>
          <p:nvPr/>
        </p:nvSpPr>
        <p:spPr>
          <a:xfrm xmlns:a="http://schemas.openxmlformats.org/drawingml/2006/main">
            <a:off x="685800" y="44196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xmlns:a="http://schemas.openxmlformats.org/drawingml/2006/main">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a　外力図を描き、反力と反力モーメントを求める</a:t>
            </a:r>
          </a:p>
        </p:txBody>
      </p:sp>
      <p:sp>
        <p:nvSpPr>
          <p:cNvPr id="22" name="">
            <a:extLst xmlns:a="http://schemas.openxmlformats.org/drawingml/2006/main">
              <a:ext uri="{FF2B5EF4-FFF2-40B4-BE49-F238E27FC236}">
                <a16:creationId xmlns:a16="http://schemas.microsoft.com/office/drawing/2014/main" id="{86721F9C-EC8A-4354-9C35-1E879DC5AC40}"/>
              </a:ext>
            </a:extLst>
          </p:cNvPr>
          <p:cNvSpPr>
            <a:spLocks xmlns:a="http://schemas.openxmlformats.org/drawingml/2006/main" noGrp="1"/>
          </p:cNvSpPr>
          <p:nvPr/>
        </p:nvSpPr>
        <p:spPr>
          <a:xfrm xmlns:a="http://schemas.openxmlformats.org/drawingml/2006/main">
            <a:off x="685800" y="48958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xmlns:a="http://schemas.openxmlformats.org/drawingml/2006/main">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b　V と M の式・線図を求める</a:t>
            </a:r>
          </a:p>
        </p:txBody>
      </p:sp>
      <p:sp>
        <p:nvSpPr>
          <p:cNvPr id="23" name="">
            <a:extLst xmlns:a="http://schemas.openxmlformats.org/drawingml/2006/main">
              <a:ext uri="{FF2B5EF4-FFF2-40B4-BE49-F238E27FC236}">
                <a16:creationId xmlns:a16="http://schemas.microsoft.com/office/drawing/2014/main" id="{0BCD05F3-B7DC-48A8-9D40-701154750D91}"/>
              </a:ext>
            </a:extLst>
          </p:cNvPr>
          <p:cNvSpPr>
            <a:spLocks xmlns:a="http://schemas.openxmlformats.org/drawingml/2006/main" noGrp="1"/>
          </p:cNvSpPr>
          <p:nvPr/>
        </p:nvSpPr>
        <p:spPr>
          <a:xfrm xmlns:a="http://schemas.openxmlformats.org/drawingml/2006/main">
            <a:off x="685800" y="53721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xmlns:a="http://schemas.openxmlformats.org/drawingml/2006/main">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c　|M| が最大になる位置と大きさを求める</a:t>
            </a:r>
          </a:p>
        </p:txBody>
      </p:sp>
      <p:sp>
        <p:nvSpPr>
          <p:cNvPr id="24" name="">
            <a:extLst xmlns:a="http://schemas.openxmlformats.org/drawingml/2006/main">
              <a:ext uri="{FF2B5EF4-FFF2-40B4-BE49-F238E27FC236}">
                <a16:creationId xmlns:a16="http://schemas.microsoft.com/office/drawing/2014/main" id="{E0523DEE-C7E8-4D7D-8715-8C3413F2BFAE}"/>
              </a:ext>
            </a:extLst>
          </p:cNvPr>
          <p:cNvSpPr>
            <a:spLocks xmlns:a="http://schemas.openxmlformats.org/drawingml/2006/main" noGrp="1"/>
          </p:cNvSpPr>
          <p:nvPr/>
        </p:nvSpPr>
        <p:spPr>
          <a:xfrm xmlns:a="http://schemas.openxmlformats.org/drawingml/2006/main">
            <a:off x="685800" y="57721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Mの正方向は、左部分の右切断面で反時計回り</a:t>
            </a:r>
          </a:p>
        </p:txBody>
      </p:sp>
    </p:spTree>
    <p:extLst>
      <p:ext uri="{BB962C8B-B14F-4D97-AF65-F5344CB8AC3E}">
        <p14:creationId xmlns:p14="http://schemas.microsoft.com/office/powerpoint/2010/main" val="146759566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330660EB-8724-474C-88AC-4F52C1DBC5F5}"/>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演習4の解答：外力と内部 M を区別</a:t>
            </a:r>
          </a:p>
        </p:txBody>
      </p:sp>
      <p:cxnSp>
        <p:nvCxnSpPr>
          <p:cNvPr id="2" name="">
            <a:extLst xmlns:a="http://schemas.openxmlformats.org/drawingml/2006/main">
              <a:ext uri="{FF2B5EF4-FFF2-40B4-BE49-F238E27FC236}">
                <a16:creationId xmlns:a16="http://schemas.microsoft.com/office/drawing/2014/main" id="{6E6D9FFD-43D0-43A9-B6C7-542D06387449}"/>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9C13E077-F67D-4B1E-83B4-804D5F6FDB62}"/>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E5DF2064-E944-46C6-AB09-B2E1271FE5D6}"/>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34 / 49</a:t>
            </a:r>
          </a:p>
        </p:txBody>
      </p:sp>
      <p:sp>
        <p:nvSpPr>
          <p:cNvPr id="5" name="">
            <a:extLst xmlns:a="http://schemas.openxmlformats.org/drawingml/2006/main">
              <a:ext uri="{FF2B5EF4-FFF2-40B4-BE49-F238E27FC236}">
                <a16:creationId xmlns:a16="http://schemas.microsoft.com/office/drawing/2014/main" id="{43D66F52-492C-47DE-BA19-6B3290BB7890}"/>
              </a:ext>
            </a:extLst>
          </p:cNvPr>
          <p:cNvSpPr>
            <a:spLocks xmlns:a="http://schemas.openxmlformats.org/drawingml/2006/main" noGrp="1"/>
          </p:cNvSpPr>
          <p:nvPr/>
        </p:nvSpPr>
        <p:spPr>
          <a:xfrm xmlns:a="http://schemas.openxmlformats.org/drawingml/2006/main">
            <a:off x="1571625" y="2238375"/>
            <a:ext cx="6191250" cy="171450"/>
          </a:xfrm>
          <a:prstGeom xmlns:a="http://schemas.openxmlformats.org/drawingml/2006/main" prst="rect">
            <a:avLst/>
          </a:prstGeom>
          <a:solidFill xmlns:a="http://schemas.openxmlformats.org/drawingml/2006/main">
            <a:srgbClr val="E3EBF1"/>
          </a:solidFill>
          <a:ln xmlns:a="http://schemas.openxmlformats.org/drawingml/2006/main" w="13335">
            <a:solidFill>
              <a:srgbClr val="18364F"/>
            </a:solidFill>
          </a:ln>
        </p:spPr>
      </p:sp>
      <p:sp>
        <p:nvSpPr>
          <p:cNvPr id="6" name="">
            <a:extLst xmlns:a="http://schemas.openxmlformats.org/drawingml/2006/main">
              <a:ext uri="{FF2B5EF4-FFF2-40B4-BE49-F238E27FC236}">
                <a16:creationId xmlns:a16="http://schemas.microsoft.com/office/drawing/2014/main" id="{719A3784-3997-46CB-8E72-6F768A4A1658}"/>
              </a:ext>
            </a:extLst>
          </p:cNvPr>
          <p:cNvSpPr>
            <a:spLocks xmlns:a="http://schemas.openxmlformats.org/drawingml/2006/main" noGrp="1"/>
          </p:cNvSpPr>
          <p:nvPr/>
        </p:nvSpPr>
        <p:spPr>
          <a:xfrm xmlns:a="http://schemas.openxmlformats.org/drawingml/2006/main">
            <a:off x="1323975" y="1905000"/>
            <a:ext cx="247650" cy="904875"/>
          </a:xfrm>
          <a:prstGeom xmlns:a="http://schemas.openxmlformats.org/drawingml/2006/main" prst="rect">
            <a:avLst/>
          </a:prstGeom>
          <a:solidFill xmlns:a="http://schemas.openxmlformats.org/drawingml/2006/main">
            <a:srgbClr val="D9E3EA"/>
          </a:solidFill>
          <a:ln xmlns:a="http://schemas.openxmlformats.org/drawingml/2006/main" w="13335">
            <a:solidFill>
              <a:srgbClr val="5D6C78"/>
            </a:solidFill>
          </a:ln>
        </p:spPr>
      </p:sp>
      <p:cxnSp>
        <p:nvCxnSpPr>
          <p:cNvPr id="7" name="">
            <a:extLst xmlns:a="http://schemas.openxmlformats.org/drawingml/2006/main">
              <a:ext uri="{FF2B5EF4-FFF2-40B4-BE49-F238E27FC236}">
                <a16:creationId xmlns:a16="http://schemas.microsoft.com/office/drawing/2014/main" id="{4D16ADFE-F281-4FD1-99C3-659E16855CE4}"/>
              </a:ext>
            </a:extLst>
          </p:cNvPr>
          <p:cNvCxnSpPr/>
          <p:nvPr/>
        </p:nvCxnSpPr>
        <p:spPr>
          <a:xfrm xmlns:a="http://schemas.openxmlformats.org/drawingml/2006/main" flipH="1" flipV="0">
            <a:off x="1181100" y="1905000"/>
            <a:ext cx="142875" cy="142875"/>
          </a:xfrm>
          <a:prstGeom xmlns:a="http://schemas.openxmlformats.org/drawingml/2006/main" prst="straightConnector1">
            <a:avLst/>
          </a:prstGeom>
          <a:ln xmlns:a="http://schemas.openxmlformats.org/drawingml/2006/main" w="14288">
            <a:solidFill>
              <a:srgbClr val="5D6C78"/>
            </a:solidFill>
            <a:prstDash val="solid"/>
          </a:ln>
        </p:spPr>
      </p:cxnSp>
      <p:cxnSp>
        <p:nvCxnSpPr>
          <p:cNvPr id="8" name="">
            <a:extLst xmlns:a="http://schemas.openxmlformats.org/drawingml/2006/main">
              <a:ext uri="{FF2B5EF4-FFF2-40B4-BE49-F238E27FC236}">
                <a16:creationId xmlns:a16="http://schemas.microsoft.com/office/drawing/2014/main" id="{84DA444E-7B7B-469E-B22C-2B6810FF982C}"/>
              </a:ext>
            </a:extLst>
          </p:cNvPr>
          <p:cNvCxnSpPr/>
          <p:nvPr/>
        </p:nvCxnSpPr>
        <p:spPr>
          <a:xfrm xmlns:a="http://schemas.openxmlformats.org/drawingml/2006/main" flipH="1" flipV="0">
            <a:off x="1181100" y="2076450"/>
            <a:ext cx="142875" cy="142875"/>
          </a:xfrm>
          <a:prstGeom xmlns:a="http://schemas.openxmlformats.org/drawingml/2006/main" prst="straightConnector1">
            <a:avLst/>
          </a:prstGeom>
          <a:ln xmlns:a="http://schemas.openxmlformats.org/drawingml/2006/main" w="14288">
            <a:solidFill>
              <a:srgbClr val="5D6C78"/>
            </a:solidFill>
            <a:prstDash val="solid"/>
          </a:ln>
        </p:spPr>
      </p:cxnSp>
      <p:cxnSp>
        <p:nvCxnSpPr>
          <p:cNvPr id="9" name="">
            <a:extLst xmlns:a="http://schemas.openxmlformats.org/drawingml/2006/main">
              <a:ext uri="{FF2B5EF4-FFF2-40B4-BE49-F238E27FC236}">
                <a16:creationId xmlns:a16="http://schemas.microsoft.com/office/drawing/2014/main" id="{B3E9A196-8E2E-4613-8C97-36BF363E1183}"/>
              </a:ext>
            </a:extLst>
          </p:cNvPr>
          <p:cNvCxnSpPr/>
          <p:nvPr/>
        </p:nvCxnSpPr>
        <p:spPr>
          <a:xfrm xmlns:a="http://schemas.openxmlformats.org/drawingml/2006/main" flipH="1" flipV="0">
            <a:off x="1181100" y="2247900"/>
            <a:ext cx="142875" cy="142875"/>
          </a:xfrm>
          <a:prstGeom xmlns:a="http://schemas.openxmlformats.org/drawingml/2006/main" prst="straightConnector1">
            <a:avLst/>
          </a:prstGeom>
          <a:ln xmlns:a="http://schemas.openxmlformats.org/drawingml/2006/main" w="14288">
            <a:solidFill>
              <a:srgbClr val="5D6C78"/>
            </a:solidFill>
            <a:prstDash val="solid"/>
          </a:ln>
        </p:spPr>
      </p:cxnSp>
      <p:cxnSp>
        <p:nvCxnSpPr>
          <p:cNvPr id="10" name="">
            <a:extLst xmlns:a="http://schemas.openxmlformats.org/drawingml/2006/main">
              <a:ext uri="{FF2B5EF4-FFF2-40B4-BE49-F238E27FC236}">
                <a16:creationId xmlns:a16="http://schemas.microsoft.com/office/drawing/2014/main" id="{7CB5958C-5284-41D7-A43D-0B483F5DCCBB}"/>
              </a:ext>
            </a:extLst>
          </p:cNvPr>
          <p:cNvCxnSpPr/>
          <p:nvPr/>
        </p:nvCxnSpPr>
        <p:spPr>
          <a:xfrm xmlns:a="http://schemas.openxmlformats.org/drawingml/2006/main" flipH="1" flipV="0">
            <a:off x="1181100" y="2419350"/>
            <a:ext cx="142875" cy="142875"/>
          </a:xfrm>
          <a:prstGeom xmlns:a="http://schemas.openxmlformats.org/drawingml/2006/main" prst="straightConnector1">
            <a:avLst/>
          </a:prstGeom>
          <a:ln xmlns:a="http://schemas.openxmlformats.org/drawingml/2006/main" w="14288">
            <a:solidFill>
              <a:srgbClr val="5D6C78"/>
            </a:solidFill>
            <a:prstDash val="solid"/>
          </a:ln>
        </p:spPr>
      </p:cxnSp>
      <p:cxnSp>
        <p:nvCxnSpPr>
          <p:cNvPr id="11" name="">
            <a:extLst xmlns:a="http://schemas.openxmlformats.org/drawingml/2006/main">
              <a:ext uri="{FF2B5EF4-FFF2-40B4-BE49-F238E27FC236}">
                <a16:creationId xmlns:a16="http://schemas.microsoft.com/office/drawing/2014/main" id="{F3895389-D4E2-4934-A4B6-FD7B8ACC2787}"/>
              </a:ext>
            </a:extLst>
          </p:cNvPr>
          <p:cNvCxnSpPr/>
          <p:nvPr/>
        </p:nvCxnSpPr>
        <p:spPr>
          <a:xfrm xmlns:a="http://schemas.openxmlformats.org/drawingml/2006/main" flipH="1" flipV="0">
            <a:off x="1181100" y="2590800"/>
            <a:ext cx="142875" cy="142875"/>
          </a:xfrm>
          <a:prstGeom xmlns:a="http://schemas.openxmlformats.org/drawingml/2006/main" prst="straightConnector1">
            <a:avLst/>
          </a:prstGeom>
          <a:ln xmlns:a="http://schemas.openxmlformats.org/drawingml/2006/main" w="14288">
            <a:solidFill>
              <a:srgbClr val="5D6C78"/>
            </a:solidFill>
            <a:prstDash val="solid"/>
          </a:ln>
        </p:spPr>
      </p:cxnSp>
      <p:cxnSp>
        <p:nvCxnSpPr>
          <p:cNvPr id="12" name="">
            <a:extLst xmlns:a="http://schemas.openxmlformats.org/drawingml/2006/main">
              <a:ext uri="{FF2B5EF4-FFF2-40B4-BE49-F238E27FC236}">
                <a16:creationId xmlns:a16="http://schemas.microsoft.com/office/drawing/2014/main" id="{81D68859-4398-4AA3-9A15-D3386472CC68}"/>
              </a:ext>
            </a:extLst>
          </p:cNvPr>
          <p:cNvCxnSpPr/>
          <p:nvPr/>
        </p:nvCxnSpPr>
        <p:spPr>
          <a:xfrm xmlns:a="http://schemas.openxmlformats.org/drawingml/2006/main" flipH="1" flipV="0">
            <a:off x="1181100" y="2762250"/>
            <a:ext cx="142875" cy="142875"/>
          </a:xfrm>
          <a:prstGeom xmlns:a="http://schemas.openxmlformats.org/drawingml/2006/main" prst="straightConnector1">
            <a:avLst/>
          </a:prstGeom>
          <a:ln xmlns:a="http://schemas.openxmlformats.org/drawingml/2006/main" w="14288">
            <a:solidFill>
              <a:srgbClr val="5D6C78"/>
            </a:solidFill>
            <a:prstDash val="solid"/>
          </a:ln>
        </p:spPr>
      </p:cxnSp>
      <p:cxnSp>
        <p:nvCxnSpPr>
          <p:cNvPr id="13" name="">
            <a:extLst xmlns:a="http://schemas.openxmlformats.org/drawingml/2006/main">
              <a:ext uri="{FF2B5EF4-FFF2-40B4-BE49-F238E27FC236}">
                <a16:creationId xmlns:a16="http://schemas.microsoft.com/office/drawing/2014/main" id="{B9AF6CC2-470B-489F-91AE-25B015D2325D}"/>
              </a:ext>
            </a:extLst>
          </p:cNvPr>
          <p:cNvCxnSpPr/>
          <p:nvPr/>
        </p:nvCxnSpPr>
        <p:spPr>
          <a:xfrm xmlns:a="http://schemas.openxmlformats.org/drawingml/2006/main" flipH="0" flipV="0">
            <a:off x="7762875" y="1762125"/>
            <a:ext cx="0" cy="438150"/>
          </a:xfrm>
          <a:prstGeom xmlns:a="http://schemas.openxmlformats.org/drawingml/2006/main" prst="straightConnector1">
            <a:avLst/>
          </a:prstGeom>
          <a:ln xmlns:a="http://schemas.openxmlformats.org/drawingml/2006/main" w="38100">
            <a:solidFill>
              <a:srgbClr val="C53D3D"/>
            </a:solidFill>
            <a:tailEnd type="triangle" w="med" len="med"/>
          </a:ln>
        </p:spPr>
      </p:cxnSp>
      <p:sp>
        <p:nvSpPr>
          <p:cNvPr id="14" name="">
            <a:extLst xmlns:a="http://schemas.openxmlformats.org/drawingml/2006/main">
              <a:ext uri="{FF2B5EF4-FFF2-40B4-BE49-F238E27FC236}">
                <a16:creationId xmlns:a16="http://schemas.microsoft.com/office/drawing/2014/main" id="{23561624-76F0-4938-AD12-CCFEC6E0DEDA}"/>
              </a:ext>
            </a:extLst>
          </p:cNvPr>
          <p:cNvSpPr>
            <a:spLocks xmlns:a="http://schemas.openxmlformats.org/drawingml/2006/main" noGrp="1"/>
          </p:cNvSpPr>
          <p:nvPr/>
        </p:nvSpPr>
        <p:spPr>
          <a:xfrm xmlns:a="http://schemas.openxmlformats.org/drawingml/2006/main">
            <a:off x="6715125" y="12858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C53D3D"/>
                </a:solidFill>
                <a:latin typeface="Yu Gothic"/>
                <a:ea typeface="Yu Gothic"/>
                <a:cs typeface="Yu Gothic"/>
              </a:defRPr>
            </a:defPPr>
            <a:lvl1pPr algn="ctr">
              <a:buNone/>
              <a:defRPr sz="2250" b="1">
                <a:solidFill>
                  <a:srgbClr val="C53D3D"/>
                </a:solidFill>
                <a:latin typeface="Yu Gothic"/>
                <a:ea typeface="Yu Gothic"/>
                <a:cs typeface="Yu Gothic"/>
              </a:defRPr>
            </a:lvl1pPr>
            <a:lvl2pPr algn="ctr">
              <a:buNone/>
              <a:defRPr sz="2250" b="1">
                <a:solidFill>
                  <a:srgbClr val="C53D3D"/>
                </a:solidFill>
                <a:latin typeface="Yu Gothic"/>
                <a:ea typeface="Yu Gothic"/>
                <a:cs typeface="Yu Gothic"/>
              </a:defRPr>
            </a:lvl2pPr>
            <a:lvl3pPr algn="ctr">
              <a:buNone/>
              <a:defRPr sz="2250" b="1">
                <a:solidFill>
                  <a:srgbClr val="C53D3D"/>
                </a:solidFill>
                <a:latin typeface="Yu Gothic"/>
                <a:ea typeface="Yu Gothic"/>
                <a:cs typeface="Yu Gothic"/>
              </a:defRPr>
            </a:lvl3pPr>
            <a:lvl4pPr algn="ctr">
              <a:buNone/>
              <a:defRPr sz="2250" b="1">
                <a:solidFill>
                  <a:srgbClr val="C53D3D"/>
                </a:solidFill>
                <a:latin typeface="Yu Gothic"/>
                <a:ea typeface="Yu Gothic"/>
                <a:cs typeface="Yu Gothic"/>
              </a:defRPr>
            </a:lvl4pPr>
            <a:lvl5pPr algn="ctr">
              <a:buNone/>
              <a:defRPr sz="2250" b="1">
                <a:solidFill>
                  <a:srgbClr val="C53D3D"/>
                </a:solidFill>
                <a:latin typeface="Yu Gothic"/>
                <a:ea typeface="Yu Gothic"/>
                <a:cs typeface="Yu Gothic"/>
              </a:defRPr>
            </a:lvl5pPr>
            <a:lvl6pPr algn="ctr">
              <a:buNone/>
              <a:defRPr sz="2250" b="1">
                <a:solidFill>
                  <a:srgbClr val="C53D3D"/>
                </a:solidFill>
                <a:latin typeface="Yu Gothic"/>
                <a:ea typeface="Yu Gothic"/>
                <a:cs typeface="Yu Gothic"/>
              </a:defRPr>
            </a:lvl6pPr>
            <a:lvl7pPr algn="ctr">
              <a:buNone/>
              <a:defRPr sz="2250" b="1">
                <a:solidFill>
                  <a:srgbClr val="C53D3D"/>
                </a:solidFill>
                <a:latin typeface="Yu Gothic"/>
                <a:ea typeface="Yu Gothic"/>
                <a:cs typeface="Yu Gothic"/>
              </a:defRPr>
            </a:lvl7pPr>
            <a:lvl8pPr algn="ctr">
              <a:buNone/>
              <a:defRPr sz="2250" b="1">
                <a:solidFill>
                  <a:srgbClr val="C53D3D"/>
                </a:solidFill>
                <a:latin typeface="Yu Gothic"/>
                <a:ea typeface="Yu Gothic"/>
                <a:cs typeface="Yu Gothic"/>
              </a:defRPr>
            </a:lvl8pPr>
            <a:lvl9pPr algn="ctr">
              <a:buNone/>
              <a:defRPr sz="2250" b="1">
                <a:solidFill>
                  <a:srgbClr val="C53D3D"/>
                </a:solidFill>
                <a:latin typeface="Yu Gothic"/>
                <a:ea typeface="Yu Gothic"/>
                <a:cs typeface="Yu Gothic"/>
              </a:defRPr>
            </a:lvl9pPr>
          </a:lstStyle>
          <a:p xmlns:a="http://schemas.openxmlformats.org/drawingml/2006/main">
            <a:pPr algn="ctr">
              <a:buNone/>
              <a:defRPr sz="2250" b="1">
                <a:solidFill>
                  <a:srgbClr val="C53D3D"/>
                </a:solidFill>
                <a:latin typeface="Yu Gothic"/>
                <a:ea typeface="Yu Gothic"/>
                <a:cs typeface="Yu Gothic"/>
              </a:defRPr>
            </a:pPr>
            <a:r>
              <a:rPr sz="2250" b="1">
                <a:solidFill>
                  <a:srgbClr val="C53D3D"/>
                </a:solidFill>
                <a:latin typeface="Yu Gothic"/>
                <a:ea typeface="Yu Gothic"/>
                <a:cs typeface="Yu Gothic"/>
              </a:rPr>
              <a:t>120 N</a:t>
            </a:r>
          </a:p>
        </p:txBody>
      </p:sp>
      <p:sp>
        <p:nvSpPr>
          <p:cNvPr id="15" name="">
            <a:extLst xmlns:a="http://schemas.openxmlformats.org/drawingml/2006/main">
              <a:ext uri="{FF2B5EF4-FFF2-40B4-BE49-F238E27FC236}">
                <a16:creationId xmlns:a16="http://schemas.microsoft.com/office/drawing/2014/main" id="{2CA5F89A-F6D0-44D5-ABBD-0E9565A57A95}"/>
              </a:ext>
            </a:extLst>
          </p:cNvPr>
          <p:cNvSpPr>
            <a:spLocks xmlns:a="http://schemas.openxmlformats.org/drawingml/2006/main" noGrp="1"/>
          </p:cNvSpPr>
          <p:nvPr/>
        </p:nvSpPr>
        <p:spPr>
          <a:xfrm xmlns:a="http://schemas.openxmlformats.org/drawingml/2006/main">
            <a:off x="1000125" y="2428875"/>
            <a:ext cx="333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245C98"/>
                </a:solidFill>
                <a:latin typeface="Yu Gothic"/>
                <a:ea typeface="Yu Gothic"/>
                <a:cs typeface="Yu Gothic"/>
              </a:defRPr>
            </a:defPPr>
            <a:lvl1pPr algn="l">
              <a:buNone/>
              <a:defRPr sz="1875" b="1">
                <a:solidFill>
                  <a:srgbClr val="245C98"/>
                </a:solidFill>
                <a:latin typeface="Yu Gothic"/>
                <a:ea typeface="Yu Gothic"/>
                <a:cs typeface="Yu Gothic"/>
              </a:defRPr>
            </a:lvl1pPr>
            <a:lvl2pPr algn="l">
              <a:buNone/>
              <a:defRPr sz="1875" b="1">
                <a:solidFill>
                  <a:srgbClr val="245C98"/>
                </a:solidFill>
                <a:latin typeface="Yu Gothic"/>
                <a:ea typeface="Yu Gothic"/>
                <a:cs typeface="Yu Gothic"/>
              </a:defRPr>
            </a:lvl2pPr>
            <a:lvl3pPr algn="l">
              <a:buNone/>
              <a:defRPr sz="1875" b="1">
                <a:solidFill>
                  <a:srgbClr val="245C98"/>
                </a:solidFill>
                <a:latin typeface="Yu Gothic"/>
                <a:ea typeface="Yu Gothic"/>
                <a:cs typeface="Yu Gothic"/>
              </a:defRPr>
            </a:lvl3pPr>
            <a:lvl4pPr algn="l">
              <a:buNone/>
              <a:defRPr sz="1875" b="1">
                <a:solidFill>
                  <a:srgbClr val="245C98"/>
                </a:solidFill>
                <a:latin typeface="Yu Gothic"/>
                <a:ea typeface="Yu Gothic"/>
                <a:cs typeface="Yu Gothic"/>
              </a:defRPr>
            </a:lvl4pPr>
            <a:lvl5pPr algn="l">
              <a:buNone/>
              <a:defRPr sz="1875" b="1">
                <a:solidFill>
                  <a:srgbClr val="245C98"/>
                </a:solidFill>
                <a:latin typeface="Yu Gothic"/>
                <a:ea typeface="Yu Gothic"/>
                <a:cs typeface="Yu Gothic"/>
              </a:defRPr>
            </a:lvl5pPr>
            <a:lvl6pPr algn="l">
              <a:buNone/>
              <a:defRPr sz="1875" b="1">
                <a:solidFill>
                  <a:srgbClr val="245C98"/>
                </a:solidFill>
                <a:latin typeface="Yu Gothic"/>
                <a:ea typeface="Yu Gothic"/>
                <a:cs typeface="Yu Gothic"/>
              </a:defRPr>
            </a:lvl6pPr>
            <a:lvl7pPr algn="l">
              <a:buNone/>
              <a:defRPr sz="1875" b="1">
                <a:solidFill>
                  <a:srgbClr val="245C98"/>
                </a:solidFill>
                <a:latin typeface="Yu Gothic"/>
                <a:ea typeface="Yu Gothic"/>
                <a:cs typeface="Yu Gothic"/>
              </a:defRPr>
            </a:lvl7pPr>
            <a:lvl8pPr algn="l">
              <a:buNone/>
              <a:defRPr sz="1875" b="1">
                <a:solidFill>
                  <a:srgbClr val="245C98"/>
                </a:solidFill>
                <a:latin typeface="Yu Gothic"/>
                <a:ea typeface="Yu Gothic"/>
                <a:cs typeface="Yu Gothic"/>
              </a:defRPr>
            </a:lvl8pPr>
            <a:lvl9pPr algn="l">
              <a:buNone/>
              <a:defRPr sz="1875" b="1">
                <a:solidFill>
                  <a:srgbClr val="245C98"/>
                </a:solidFill>
                <a:latin typeface="Yu Gothic"/>
                <a:ea typeface="Yu Gothic"/>
                <a:cs typeface="Yu Gothic"/>
              </a:defRPr>
            </a:lvl9pPr>
          </a:lstStyle>
          <a:p xmlns:a="http://schemas.openxmlformats.org/drawingml/2006/main">
            <a:pPr algn="l">
              <a:buNone/>
              <a:defRPr sz="1875" b="1">
                <a:solidFill>
                  <a:srgbClr val="245C98"/>
                </a:solidFill>
                <a:latin typeface="Yu Gothic"/>
                <a:ea typeface="Yu Gothic"/>
                <a:cs typeface="Yu Gothic"/>
              </a:defRPr>
            </a:pPr>
            <a:r>
              <a:rPr sz="1875" b="1">
                <a:solidFill>
                  <a:srgbClr val="245C98"/>
                </a:solidFill>
                <a:latin typeface="Yu Gothic"/>
                <a:ea typeface="Yu Gothic"/>
                <a:cs typeface="Yu Gothic"/>
              </a:rPr>
              <a:t>A</a:t>
            </a:r>
          </a:p>
        </p:txBody>
      </p:sp>
      <p:sp>
        <p:nvSpPr>
          <p:cNvPr id="16" name="">
            <a:extLst xmlns:a="http://schemas.openxmlformats.org/drawingml/2006/main">
              <a:ext uri="{FF2B5EF4-FFF2-40B4-BE49-F238E27FC236}">
                <a16:creationId xmlns:a16="http://schemas.microsoft.com/office/drawing/2014/main" id="{FBB5D0A8-D9DB-4103-A317-62E048177BA1}"/>
              </a:ext>
            </a:extLst>
          </p:cNvPr>
          <p:cNvSpPr>
            <a:spLocks xmlns:a="http://schemas.openxmlformats.org/drawingml/2006/main" noGrp="1"/>
          </p:cNvSpPr>
          <p:nvPr/>
        </p:nvSpPr>
        <p:spPr>
          <a:xfrm xmlns:a="http://schemas.openxmlformats.org/drawingml/2006/main">
            <a:off x="7191375" y="2476500"/>
            <a:ext cx="123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5D6C78"/>
                </a:solidFill>
                <a:latin typeface="Yu Gothic"/>
                <a:ea typeface="Yu Gothic"/>
                <a:cs typeface="Yu Gothic"/>
              </a:defRPr>
            </a:defPPr>
            <a:lvl1pPr algn="l">
              <a:buNone/>
              <a:defRPr sz="1800" b="0">
                <a:solidFill>
                  <a:srgbClr val="5D6C78"/>
                </a:solidFill>
                <a:latin typeface="Yu Gothic"/>
                <a:ea typeface="Yu Gothic"/>
                <a:cs typeface="Yu Gothic"/>
              </a:defRPr>
            </a:lvl1pPr>
            <a:lvl2pPr algn="l">
              <a:buNone/>
              <a:defRPr sz="1800" b="0">
                <a:solidFill>
                  <a:srgbClr val="5D6C78"/>
                </a:solidFill>
                <a:latin typeface="Yu Gothic"/>
                <a:ea typeface="Yu Gothic"/>
                <a:cs typeface="Yu Gothic"/>
              </a:defRPr>
            </a:lvl2pPr>
            <a:lvl3pPr algn="l">
              <a:buNone/>
              <a:defRPr sz="1800" b="0">
                <a:solidFill>
                  <a:srgbClr val="5D6C78"/>
                </a:solidFill>
                <a:latin typeface="Yu Gothic"/>
                <a:ea typeface="Yu Gothic"/>
                <a:cs typeface="Yu Gothic"/>
              </a:defRPr>
            </a:lvl3pPr>
            <a:lvl4pPr algn="l">
              <a:buNone/>
              <a:defRPr sz="1800" b="0">
                <a:solidFill>
                  <a:srgbClr val="5D6C78"/>
                </a:solidFill>
                <a:latin typeface="Yu Gothic"/>
                <a:ea typeface="Yu Gothic"/>
                <a:cs typeface="Yu Gothic"/>
              </a:defRPr>
            </a:lvl4pPr>
            <a:lvl5pPr algn="l">
              <a:buNone/>
              <a:defRPr sz="1800" b="0">
                <a:solidFill>
                  <a:srgbClr val="5D6C78"/>
                </a:solidFill>
                <a:latin typeface="Yu Gothic"/>
                <a:ea typeface="Yu Gothic"/>
                <a:cs typeface="Yu Gothic"/>
              </a:defRPr>
            </a:lvl5pPr>
            <a:lvl6pPr algn="l">
              <a:buNone/>
              <a:defRPr sz="1800" b="0">
                <a:solidFill>
                  <a:srgbClr val="5D6C78"/>
                </a:solidFill>
                <a:latin typeface="Yu Gothic"/>
                <a:ea typeface="Yu Gothic"/>
                <a:cs typeface="Yu Gothic"/>
              </a:defRPr>
            </a:lvl6pPr>
            <a:lvl7pPr algn="l">
              <a:buNone/>
              <a:defRPr sz="1800" b="0">
                <a:solidFill>
                  <a:srgbClr val="5D6C78"/>
                </a:solidFill>
                <a:latin typeface="Yu Gothic"/>
                <a:ea typeface="Yu Gothic"/>
                <a:cs typeface="Yu Gothic"/>
              </a:defRPr>
            </a:lvl7pPr>
            <a:lvl8pPr algn="l">
              <a:buNone/>
              <a:defRPr sz="1800" b="0">
                <a:solidFill>
                  <a:srgbClr val="5D6C78"/>
                </a:solidFill>
                <a:latin typeface="Yu Gothic"/>
                <a:ea typeface="Yu Gothic"/>
                <a:cs typeface="Yu Gothic"/>
              </a:defRPr>
            </a:lvl8pPr>
            <a:lvl9pPr algn="l">
              <a:buNone/>
              <a:defRPr sz="1800" b="0">
                <a:solidFill>
                  <a:srgbClr val="5D6C78"/>
                </a:solidFill>
                <a:latin typeface="Yu Gothic"/>
                <a:ea typeface="Yu Gothic"/>
                <a:cs typeface="Yu Gothic"/>
              </a:defRPr>
            </a:lvl9pPr>
          </a:lstStyle>
          <a:p xmlns:a="http://schemas.openxmlformats.org/drawingml/2006/main">
            <a:pPr algn="l">
              <a:buNone/>
              <a:defRPr sz="1800" b="0">
                <a:solidFill>
                  <a:srgbClr val="5D6C78"/>
                </a:solidFill>
                <a:latin typeface="Yu Gothic"/>
                <a:ea typeface="Yu Gothic"/>
                <a:cs typeface="Yu Gothic"/>
              </a:defRPr>
            </a:pPr>
            <a:r>
              <a:rPr sz="1800" b="0">
                <a:solidFill>
                  <a:srgbClr val="5D6C78"/>
                </a:solidFill>
                <a:latin typeface="Yu Gothic"/>
                <a:ea typeface="Yu Gothic"/>
                <a:cs typeface="Yu Gothic"/>
              </a:rPr>
              <a:t>自由端</a:t>
            </a:r>
          </a:p>
        </p:txBody>
      </p:sp>
      <p:sp>
        <p:nvSpPr>
          <p:cNvPr id="17" name="">
            <a:extLst xmlns:a="http://schemas.openxmlformats.org/drawingml/2006/main">
              <a:ext uri="{FF2B5EF4-FFF2-40B4-BE49-F238E27FC236}">
                <a16:creationId xmlns:a16="http://schemas.microsoft.com/office/drawing/2014/main" id="{3B4A936F-331A-414C-AA51-E3D10BA71E92}"/>
              </a:ext>
            </a:extLst>
          </p:cNvPr>
          <p:cNvSpPr>
            <a:spLocks xmlns:a="http://schemas.openxmlformats.org/drawingml/2006/main" noGrp="1"/>
          </p:cNvSpPr>
          <p:nvPr/>
        </p:nvSpPr>
        <p:spPr>
          <a:xfrm xmlns:a="http://schemas.openxmlformats.org/drawingml/2006/main">
            <a:off x="8572500" y="1762125"/>
            <a:ext cx="2933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8364F"/>
                </a:solidFill>
                <a:latin typeface="Yu Gothic"/>
                <a:ea typeface="Yu Gothic"/>
                <a:cs typeface="Yu Gothic"/>
              </a:defRPr>
            </a:defPPr>
            <a:lvl1pPr algn="l">
              <a:buNone/>
              <a:defRPr sz="2100" b="1">
                <a:solidFill>
                  <a:srgbClr val="18364F"/>
                </a:solidFill>
                <a:latin typeface="Yu Gothic"/>
                <a:ea typeface="Yu Gothic"/>
                <a:cs typeface="Yu Gothic"/>
              </a:defRPr>
            </a:lvl1pPr>
            <a:lvl2pPr algn="l">
              <a:buNone/>
              <a:defRPr sz="2100" b="1">
                <a:solidFill>
                  <a:srgbClr val="18364F"/>
                </a:solidFill>
                <a:latin typeface="Yu Gothic"/>
                <a:ea typeface="Yu Gothic"/>
                <a:cs typeface="Yu Gothic"/>
              </a:defRPr>
            </a:lvl2pPr>
            <a:lvl3pPr algn="l">
              <a:buNone/>
              <a:defRPr sz="2100" b="1">
                <a:solidFill>
                  <a:srgbClr val="18364F"/>
                </a:solidFill>
                <a:latin typeface="Yu Gothic"/>
                <a:ea typeface="Yu Gothic"/>
                <a:cs typeface="Yu Gothic"/>
              </a:defRPr>
            </a:lvl3pPr>
            <a:lvl4pPr algn="l">
              <a:buNone/>
              <a:defRPr sz="2100" b="1">
                <a:solidFill>
                  <a:srgbClr val="18364F"/>
                </a:solidFill>
                <a:latin typeface="Yu Gothic"/>
                <a:ea typeface="Yu Gothic"/>
                <a:cs typeface="Yu Gothic"/>
              </a:defRPr>
            </a:lvl4pPr>
            <a:lvl5pPr algn="l">
              <a:buNone/>
              <a:defRPr sz="2100" b="1">
                <a:solidFill>
                  <a:srgbClr val="18364F"/>
                </a:solidFill>
                <a:latin typeface="Yu Gothic"/>
                <a:ea typeface="Yu Gothic"/>
                <a:cs typeface="Yu Gothic"/>
              </a:defRPr>
            </a:lvl5pPr>
            <a:lvl6pPr algn="l">
              <a:buNone/>
              <a:defRPr sz="2100" b="1">
                <a:solidFill>
                  <a:srgbClr val="18364F"/>
                </a:solidFill>
                <a:latin typeface="Yu Gothic"/>
                <a:ea typeface="Yu Gothic"/>
                <a:cs typeface="Yu Gothic"/>
              </a:defRPr>
            </a:lvl6pPr>
            <a:lvl7pPr algn="l">
              <a:buNone/>
              <a:defRPr sz="2100" b="1">
                <a:solidFill>
                  <a:srgbClr val="18364F"/>
                </a:solidFill>
                <a:latin typeface="Yu Gothic"/>
                <a:ea typeface="Yu Gothic"/>
                <a:cs typeface="Yu Gothic"/>
              </a:defRPr>
            </a:lvl7pPr>
            <a:lvl8pPr algn="l">
              <a:buNone/>
              <a:defRPr sz="2100" b="1">
                <a:solidFill>
                  <a:srgbClr val="18364F"/>
                </a:solidFill>
                <a:latin typeface="Yu Gothic"/>
                <a:ea typeface="Yu Gothic"/>
                <a:cs typeface="Yu Gothic"/>
              </a:defRPr>
            </a:lvl8pPr>
            <a:lvl9pPr algn="l">
              <a:buNone/>
              <a:defRPr sz="2100" b="1">
                <a:solidFill>
                  <a:srgbClr val="18364F"/>
                </a:solidFill>
                <a:latin typeface="Yu Gothic"/>
                <a:ea typeface="Yu Gothic"/>
                <a:cs typeface="Yu Gothic"/>
              </a:defRPr>
            </a:lvl9pPr>
          </a:lstStyle>
          <a:p xmlns:a="http://schemas.openxmlformats.org/drawingml/2006/main">
            <a:pPr algn="l">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L = 0.5 m</a:t>
            </a:r>
          </a:p>
        </p:txBody>
      </p:sp>
      <p:cxnSp>
        <p:nvCxnSpPr>
          <p:cNvPr id="18" name="">
            <a:extLst xmlns:a="http://schemas.openxmlformats.org/drawingml/2006/main">
              <a:ext uri="{FF2B5EF4-FFF2-40B4-BE49-F238E27FC236}">
                <a16:creationId xmlns:a16="http://schemas.microsoft.com/office/drawing/2014/main" id="{6CF71996-7A0C-49CF-9094-2338D933A14F}"/>
              </a:ext>
            </a:extLst>
          </p:cNvPr>
          <p:cNvCxnSpPr/>
          <p:nvPr/>
        </p:nvCxnSpPr>
        <p:spPr>
          <a:xfrm xmlns:a="http://schemas.openxmlformats.org/drawingml/2006/main" flipH="0" flipV="0">
            <a:off x="1571625" y="3714750"/>
            <a:ext cx="6381750" cy="0"/>
          </a:xfrm>
          <a:prstGeom xmlns:a="http://schemas.openxmlformats.org/drawingml/2006/main" prst="straightConnector1">
            <a:avLst/>
          </a:prstGeom>
          <a:ln xmlns:a="http://schemas.openxmlformats.org/drawingml/2006/main" w="17145">
            <a:solidFill>
              <a:srgbClr val="5D6C78"/>
            </a:solidFill>
            <a:tailEnd type="triangle" w="med" len="med"/>
          </a:ln>
        </p:spPr>
      </p:cxnSp>
      <p:cxnSp>
        <p:nvCxnSpPr>
          <p:cNvPr id="19" name="">
            <a:extLst xmlns:a="http://schemas.openxmlformats.org/drawingml/2006/main">
              <a:ext uri="{FF2B5EF4-FFF2-40B4-BE49-F238E27FC236}">
                <a16:creationId xmlns:a16="http://schemas.microsoft.com/office/drawing/2014/main" id="{9D008579-E220-493D-AFA7-CB6CDEA96D00}"/>
              </a:ext>
            </a:extLst>
          </p:cNvPr>
          <p:cNvCxnSpPr/>
          <p:nvPr/>
        </p:nvCxnSpPr>
        <p:spPr>
          <a:xfrm xmlns:a="http://schemas.openxmlformats.org/drawingml/2006/main" flipH="0" flipV="0">
            <a:off x="1571625" y="3286125"/>
            <a:ext cx="0" cy="857250"/>
          </a:xfrm>
          <a:prstGeom xmlns:a="http://schemas.openxmlformats.org/drawingml/2006/main" prst="straightConnector1">
            <a:avLst/>
          </a:prstGeom>
          <a:ln xmlns:a="http://schemas.openxmlformats.org/drawingml/2006/main" w="14288">
            <a:solidFill>
              <a:srgbClr val="5D6C78"/>
            </a:solidFill>
            <a:prstDash val="solid"/>
          </a:ln>
        </p:spPr>
      </p:cxnSp>
      <p:sp>
        <p:nvSpPr>
          <p:cNvPr id="20" name="">
            <a:extLst xmlns:a="http://schemas.openxmlformats.org/drawingml/2006/main">
              <a:ext uri="{FF2B5EF4-FFF2-40B4-BE49-F238E27FC236}">
                <a16:creationId xmlns:a16="http://schemas.microsoft.com/office/drawing/2014/main" id="{68CBCEF8-0AB1-4B81-A876-C97C1DE91909}"/>
              </a:ext>
            </a:extLst>
          </p:cNvPr>
          <p:cNvSpPr>
            <a:spLocks xmlns:a="http://schemas.openxmlformats.org/drawingml/2006/main" noGrp="1"/>
          </p:cNvSpPr>
          <p:nvPr/>
        </p:nvSpPr>
        <p:spPr>
          <a:xfrm xmlns:a="http://schemas.openxmlformats.org/drawingml/2006/main">
            <a:off x="1209675" y="3543300"/>
            <a:ext cx="266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xmlns:a="http://schemas.openxmlformats.org/drawingml/2006/main">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0</a:t>
            </a:r>
          </a:p>
        </p:txBody>
      </p:sp>
      <p:sp>
        <p:nvSpPr>
          <p:cNvPr id="21" name="">
            <a:extLst xmlns:a="http://schemas.openxmlformats.org/drawingml/2006/main">
              <a:ext uri="{FF2B5EF4-FFF2-40B4-BE49-F238E27FC236}">
                <a16:creationId xmlns:a16="http://schemas.microsoft.com/office/drawing/2014/main" id="{DABCDF7E-C6E3-494B-940D-5B9340CC4323}"/>
              </a:ext>
            </a:extLst>
          </p:cNvPr>
          <p:cNvSpPr>
            <a:spLocks xmlns:a="http://schemas.openxmlformats.org/drawingml/2006/main" noGrp="1"/>
          </p:cNvSpPr>
          <p:nvPr/>
        </p:nvSpPr>
        <p:spPr>
          <a:xfrm xmlns:a="http://schemas.openxmlformats.org/drawingml/2006/main">
            <a:off x="666750" y="29527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8364F"/>
                </a:solidFill>
                <a:latin typeface="Yu Gothic"/>
                <a:ea typeface="Yu Gothic"/>
                <a:cs typeface="Yu Gothic"/>
              </a:defRPr>
            </a:defPPr>
            <a:lvl1pPr algn="l">
              <a:buNone/>
              <a:defRPr sz="1800" b="1">
                <a:solidFill>
                  <a:srgbClr val="18364F"/>
                </a:solidFill>
                <a:latin typeface="Yu Gothic"/>
                <a:ea typeface="Yu Gothic"/>
                <a:cs typeface="Yu Gothic"/>
              </a:defRPr>
            </a:lvl1pPr>
            <a:lvl2pPr algn="l">
              <a:buNone/>
              <a:defRPr sz="1800" b="1">
                <a:solidFill>
                  <a:srgbClr val="18364F"/>
                </a:solidFill>
                <a:latin typeface="Yu Gothic"/>
                <a:ea typeface="Yu Gothic"/>
                <a:cs typeface="Yu Gothic"/>
              </a:defRPr>
            </a:lvl2pPr>
            <a:lvl3pPr algn="l">
              <a:buNone/>
              <a:defRPr sz="1800" b="1">
                <a:solidFill>
                  <a:srgbClr val="18364F"/>
                </a:solidFill>
                <a:latin typeface="Yu Gothic"/>
                <a:ea typeface="Yu Gothic"/>
                <a:cs typeface="Yu Gothic"/>
              </a:defRPr>
            </a:lvl3pPr>
            <a:lvl4pPr algn="l">
              <a:buNone/>
              <a:defRPr sz="1800" b="1">
                <a:solidFill>
                  <a:srgbClr val="18364F"/>
                </a:solidFill>
                <a:latin typeface="Yu Gothic"/>
                <a:ea typeface="Yu Gothic"/>
                <a:cs typeface="Yu Gothic"/>
              </a:defRPr>
            </a:lvl4pPr>
            <a:lvl5pPr algn="l">
              <a:buNone/>
              <a:defRPr sz="1800" b="1">
                <a:solidFill>
                  <a:srgbClr val="18364F"/>
                </a:solidFill>
                <a:latin typeface="Yu Gothic"/>
                <a:ea typeface="Yu Gothic"/>
                <a:cs typeface="Yu Gothic"/>
              </a:defRPr>
            </a:lvl5pPr>
            <a:lvl6pPr algn="l">
              <a:buNone/>
              <a:defRPr sz="1800" b="1">
                <a:solidFill>
                  <a:srgbClr val="18364F"/>
                </a:solidFill>
                <a:latin typeface="Yu Gothic"/>
                <a:ea typeface="Yu Gothic"/>
                <a:cs typeface="Yu Gothic"/>
              </a:defRPr>
            </a:lvl6pPr>
            <a:lvl7pPr algn="l">
              <a:buNone/>
              <a:defRPr sz="1800" b="1">
                <a:solidFill>
                  <a:srgbClr val="18364F"/>
                </a:solidFill>
                <a:latin typeface="Yu Gothic"/>
                <a:ea typeface="Yu Gothic"/>
                <a:cs typeface="Yu Gothic"/>
              </a:defRPr>
            </a:lvl7pPr>
            <a:lvl8pPr algn="l">
              <a:buNone/>
              <a:defRPr sz="1800" b="1">
                <a:solidFill>
                  <a:srgbClr val="18364F"/>
                </a:solidFill>
                <a:latin typeface="Yu Gothic"/>
                <a:ea typeface="Yu Gothic"/>
                <a:cs typeface="Yu Gothic"/>
              </a:defRPr>
            </a:lvl8pPr>
            <a:lvl9pPr algn="l">
              <a:buNone/>
              <a:defRPr sz="1800" b="1">
                <a:solidFill>
                  <a:srgbClr val="18364F"/>
                </a:solidFill>
                <a:latin typeface="Yu Gothic"/>
                <a:ea typeface="Yu Gothic"/>
                <a:cs typeface="Yu Gothic"/>
              </a:defRPr>
            </a:lvl9pPr>
          </a:lstStyle>
          <a:p xmlns:a="http://schemas.openxmlformats.org/drawingml/2006/main">
            <a:pPr algn="l">
              <a:buNone/>
              <a:defRPr sz="1800" b="1">
                <a:solidFill>
                  <a:srgbClr val="18364F"/>
                </a:solidFill>
                <a:latin typeface="Yu Gothic"/>
                <a:ea typeface="Yu Gothic"/>
                <a:cs typeface="Yu Gothic"/>
              </a:defRPr>
            </a:pPr>
            <a:r>
              <a:rPr sz="1800" b="1">
                <a:solidFill>
                  <a:srgbClr val="18364F"/>
                </a:solidFill>
                <a:latin typeface="Yu Gothic"/>
                <a:ea typeface="Yu Gothic"/>
                <a:cs typeface="Yu Gothic"/>
              </a:rPr>
              <a:t>V / N</a:t>
            </a:r>
          </a:p>
        </p:txBody>
      </p:sp>
      <p:sp>
        <p:nvSpPr>
          <p:cNvPr id="22" name="">
            <a:extLst xmlns:a="http://schemas.openxmlformats.org/drawingml/2006/main">
              <a:ext uri="{FF2B5EF4-FFF2-40B4-BE49-F238E27FC236}">
                <a16:creationId xmlns:a16="http://schemas.microsoft.com/office/drawing/2014/main" id="{BDFB00FF-B455-4CDC-9A78-C5C400169D11}"/>
              </a:ext>
            </a:extLst>
          </p:cNvPr>
          <p:cNvSpPr>
            <a:spLocks xmlns:a="http://schemas.openxmlformats.org/drawingml/2006/main" noGrp="1"/>
          </p:cNvSpPr>
          <p:nvPr/>
        </p:nvSpPr>
        <p:spPr>
          <a:xfrm xmlns:a="http://schemas.openxmlformats.org/drawingml/2006/main">
            <a:off x="8010525" y="354330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xmlns:a="http://schemas.openxmlformats.org/drawingml/2006/main">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x / m</a:t>
            </a:r>
          </a:p>
        </p:txBody>
      </p:sp>
      <p:sp>
        <p:nvSpPr>
          <p:cNvPr id="23" name="">
            <a:extLst xmlns:a="http://schemas.openxmlformats.org/drawingml/2006/main">
              <a:ext uri="{FF2B5EF4-FFF2-40B4-BE49-F238E27FC236}">
                <a16:creationId xmlns:a16="http://schemas.microsoft.com/office/drawing/2014/main" id="{A4976322-8ED1-4B35-8D67-8133C21C8BD9}"/>
              </a:ext>
            </a:extLst>
          </p:cNvPr>
          <p:cNvSpPr>
            <a:spLocks xmlns:a="http://schemas.openxmlformats.org/drawingml/2006/main" noGrp="1"/>
          </p:cNvSpPr>
          <p:nvPr/>
        </p:nvSpPr>
        <p:spPr>
          <a:xfrm xmlns:a="http://schemas.openxmlformats.org/drawingml/2006/main">
            <a:off x="1571625" y="3286125"/>
            <a:ext cx="6191250" cy="428625"/>
          </a:xfrm>
          <a:custGeom xmlns:a="http://schemas.openxmlformats.org/drawingml/2006/main">
            <a:pathLst>
              <a:path w="6191250" h="428625">
                <a:moveTo>
                  <a:pt x="0" y="428625"/>
                </a:moveTo>
                <a:lnTo>
                  <a:pt x="0" y="0"/>
                </a:lnTo>
                <a:lnTo>
                  <a:pt x="6191250" y="0"/>
                </a:lnTo>
                <a:lnTo>
                  <a:pt x="6191250" y="428625"/>
                </a:lnTo>
              </a:path>
            </a:pathLst>
          </a:custGeom>
          <a:noFill xmlns:a="http://schemas.openxmlformats.org/drawingml/2006/main"/>
          <a:ln xmlns:a="http://schemas.openxmlformats.org/drawingml/2006/main" w="38100">
            <a:solidFill>
              <a:srgbClr val="7352A3"/>
            </a:solidFill>
          </a:ln>
        </p:spPr>
      </p:sp>
      <p:sp>
        <p:nvSpPr>
          <p:cNvPr id="24" name="">
            <a:extLst xmlns:a="http://schemas.openxmlformats.org/drawingml/2006/main">
              <a:ext uri="{FF2B5EF4-FFF2-40B4-BE49-F238E27FC236}">
                <a16:creationId xmlns:a16="http://schemas.microsoft.com/office/drawing/2014/main" id="{EB6724F3-AEB1-4018-A708-2424A94E4F30}"/>
              </a:ext>
            </a:extLst>
          </p:cNvPr>
          <p:cNvSpPr>
            <a:spLocks xmlns:a="http://schemas.openxmlformats.org/drawingml/2006/main" noGrp="1"/>
          </p:cNvSpPr>
          <p:nvPr/>
        </p:nvSpPr>
        <p:spPr>
          <a:xfrm xmlns:a="http://schemas.openxmlformats.org/drawingml/2006/main">
            <a:off x="1514475" y="2905125"/>
            <a:ext cx="1104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7352A3"/>
                </a:solidFill>
                <a:latin typeface="Yu Gothic"/>
                <a:ea typeface="Yu Gothic"/>
                <a:cs typeface="Yu Gothic"/>
              </a:defRPr>
            </a:defPPr>
            <a:lvl1pPr algn="ctr">
              <a:buNone/>
              <a:defRPr sz="1800" b="1">
                <a:solidFill>
                  <a:srgbClr val="7352A3"/>
                </a:solidFill>
                <a:latin typeface="Yu Gothic"/>
                <a:ea typeface="Yu Gothic"/>
                <a:cs typeface="Yu Gothic"/>
              </a:defRPr>
            </a:lvl1pPr>
            <a:lvl2pPr algn="ctr">
              <a:buNone/>
              <a:defRPr sz="1800" b="1">
                <a:solidFill>
                  <a:srgbClr val="7352A3"/>
                </a:solidFill>
                <a:latin typeface="Yu Gothic"/>
                <a:ea typeface="Yu Gothic"/>
                <a:cs typeface="Yu Gothic"/>
              </a:defRPr>
            </a:lvl2pPr>
            <a:lvl3pPr algn="ctr">
              <a:buNone/>
              <a:defRPr sz="1800" b="1">
                <a:solidFill>
                  <a:srgbClr val="7352A3"/>
                </a:solidFill>
                <a:latin typeface="Yu Gothic"/>
                <a:ea typeface="Yu Gothic"/>
                <a:cs typeface="Yu Gothic"/>
              </a:defRPr>
            </a:lvl3pPr>
            <a:lvl4pPr algn="ctr">
              <a:buNone/>
              <a:defRPr sz="1800" b="1">
                <a:solidFill>
                  <a:srgbClr val="7352A3"/>
                </a:solidFill>
                <a:latin typeface="Yu Gothic"/>
                <a:ea typeface="Yu Gothic"/>
                <a:cs typeface="Yu Gothic"/>
              </a:defRPr>
            </a:lvl4pPr>
            <a:lvl5pPr algn="ctr">
              <a:buNone/>
              <a:defRPr sz="1800" b="1">
                <a:solidFill>
                  <a:srgbClr val="7352A3"/>
                </a:solidFill>
                <a:latin typeface="Yu Gothic"/>
                <a:ea typeface="Yu Gothic"/>
                <a:cs typeface="Yu Gothic"/>
              </a:defRPr>
            </a:lvl5pPr>
            <a:lvl6pPr algn="ctr">
              <a:buNone/>
              <a:defRPr sz="1800" b="1">
                <a:solidFill>
                  <a:srgbClr val="7352A3"/>
                </a:solidFill>
                <a:latin typeface="Yu Gothic"/>
                <a:ea typeface="Yu Gothic"/>
                <a:cs typeface="Yu Gothic"/>
              </a:defRPr>
            </a:lvl6pPr>
            <a:lvl7pPr algn="ctr">
              <a:buNone/>
              <a:defRPr sz="1800" b="1">
                <a:solidFill>
                  <a:srgbClr val="7352A3"/>
                </a:solidFill>
                <a:latin typeface="Yu Gothic"/>
                <a:ea typeface="Yu Gothic"/>
                <a:cs typeface="Yu Gothic"/>
              </a:defRPr>
            </a:lvl7pPr>
            <a:lvl8pPr algn="ctr">
              <a:buNone/>
              <a:defRPr sz="1800" b="1">
                <a:solidFill>
                  <a:srgbClr val="7352A3"/>
                </a:solidFill>
                <a:latin typeface="Yu Gothic"/>
                <a:ea typeface="Yu Gothic"/>
                <a:cs typeface="Yu Gothic"/>
              </a:defRPr>
            </a:lvl8pPr>
            <a:lvl9pPr algn="ctr">
              <a:buNone/>
              <a:defRPr sz="1800" b="1">
                <a:solidFill>
                  <a:srgbClr val="7352A3"/>
                </a:solidFill>
                <a:latin typeface="Yu Gothic"/>
                <a:ea typeface="Yu Gothic"/>
                <a:cs typeface="Yu Gothic"/>
              </a:defRPr>
            </a:lvl9pPr>
          </a:lstStyle>
          <a:p xmlns:a="http://schemas.openxmlformats.org/drawingml/2006/main">
            <a:pPr algn="ctr">
              <a:buNone/>
              <a:defRPr sz="1800" b="1">
                <a:solidFill>
                  <a:srgbClr val="7352A3"/>
                </a:solidFill>
                <a:latin typeface="Yu Gothic"/>
                <a:ea typeface="Yu Gothic"/>
                <a:cs typeface="Yu Gothic"/>
              </a:defRPr>
            </a:pPr>
            <a:r>
              <a:rPr sz="1800" b="1">
                <a:solidFill>
                  <a:srgbClr val="7352A3"/>
                </a:solidFill>
                <a:latin typeface="Yu Gothic"/>
                <a:ea typeface="Yu Gothic"/>
                <a:cs typeface="Yu Gothic"/>
              </a:rPr>
              <a:t>+120</a:t>
            </a:r>
          </a:p>
        </p:txBody>
      </p:sp>
      <p:sp>
        <p:nvSpPr>
          <p:cNvPr id="25" name="">
            <a:extLst xmlns:a="http://schemas.openxmlformats.org/drawingml/2006/main">
              <a:ext uri="{FF2B5EF4-FFF2-40B4-BE49-F238E27FC236}">
                <a16:creationId xmlns:a16="http://schemas.microsoft.com/office/drawing/2014/main" id="{153E9D2E-DF98-4057-9BBB-CCB8358A4E43}"/>
              </a:ext>
            </a:extLst>
          </p:cNvPr>
          <p:cNvSpPr>
            <a:spLocks xmlns:a="http://schemas.openxmlformats.org/drawingml/2006/main" noGrp="1"/>
          </p:cNvSpPr>
          <p:nvPr/>
        </p:nvSpPr>
        <p:spPr>
          <a:xfrm xmlns:a="http://schemas.openxmlformats.org/drawingml/2006/main">
            <a:off x="6591300" y="2905125"/>
            <a:ext cx="1104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7352A3"/>
                </a:solidFill>
                <a:latin typeface="Yu Gothic"/>
                <a:ea typeface="Yu Gothic"/>
                <a:cs typeface="Yu Gothic"/>
              </a:defRPr>
            </a:defPPr>
            <a:lvl1pPr algn="ctr">
              <a:buNone/>
              <a:defRPr sz="1800" b="1">
                <a:solidFill>
                  <a:srgbClr val="7352A3"/>
                </a:solidFill>
                <a:latin typeface="Yu Gothic"/>
                <a:ea typeface="Yu Gothic"/>
                <a:cs typeface="Yu Gothic"/>
              </a:defRPr>
            </a:lvl1pPr>
            <a:lvl2pPr algn="ctr">
              <a:buNone/>
              <a:defRPr sz="1800" b="1">
                <a:solidFill>
                  <a:srgbClr val="7352A3"/>
                </a:solidFill>
                <a:latin typeface="Yu Gothic"/>
                <a:ea typeface="Yu Gothic"/>
                <a:cs typeface="Yu Gothic"/>
              </a:defRPr>
            </a:lvl2pPr>
            <a:lvl3pPr algn="ctr">
              <a:buNone/>
              <a:defRPr sz="1800" b="1">
                <a:solidFill>
                  <a:srgbClr val="7352A3"/>
                </a:solidFill>
                <a:latin typeface="Yu Gothic"/>
                <a:ea typeface="Yu Gothic"/>
                <a:cs typeface="Yu Gothic"/>
              </a:defRPr>
            </a:lvl3pPr>
            <a:lvl4pPr algn="ctr">
              <a:buNone/>
              <a:defRPr sz="1800" b="1">
                <a:solidFill>
                  <a:srgbClr val="7352A3"/>
                </a:solidFill>
                <a:latin typeface="Yu Gothic"/>
                <a:ea typeface="Yu Gothic"/>
                <a:cs typeface="Yu Gothic"/>
              </a:defRPr>
            </a:lvl4pPr>
            <a:lvl5pPr algn="ctr">
              <a:buNone/>
              <a:defRPr sz="1800" b="1">
                <a:solidFill>
                  <a:srgbClr val="7352A3"/>
                </a:solidFill>
                <a:latin typeface="Yu Gothic"/>
                <a:ea typeface="Yu Gothic"/>
                <a:cs typeface="Yu Gothic"/>
              </a:defRPr>
            </a:lvl5pPr>
            <a:lvl6pPr algn="ctr">
              <a:buNone/>
              <a:defRPr sz="1800" b="1">
                <a:solidFill>
                  <a:srgbClr val="7352A3"/>
                </a:solidFill>
                <a:latin typeface="Yu Gothic"/>
                <a:ea typeface="Yu Gothic"/>
                <a:cs typeface="Yu Gothic"/>
              </a:defRPr>
            </a:lvl6pPr>
            <a:lvl7pPr algn="ctr">
              <a:buNone/>
              <a:defRPr sz="1800" b="1">
                <a:solidFill>
                  <a:srgbClr val="7352A3"/>
                </a:solidFill>
                <a:latin typeface="Yu Gothic"/>
                <a:ea typeface="Yu Gothic"/>
                <a:cs typeface="Yu Gothic"/>
              </a:defRPr>
            </a:lvl7pPr>
            <a:lvl8pPr algn="ctr">
              <a:buNone/>
              <a:defRPr sz="1800" b="1">
                <a:solidFill>
                  <a:srgbClr val="7352A3"/>
                </a:solidFill>
                <a:latin typeface="Yu Gothic"/>
                <a:ea typeface="Yu Gothic"/>
                <a:cs typeface="Yu Gothic"/>
              </a:defRPr>
            </a:lvl8pPr>
            <a:lvl9pPr algn="ctr">
              <a:buNone/>
              <a:defRPr sz="1800" b="1">
                <a:solidFill>
                  <a:srgbClr val="7352A3"/>
                </a:solidFill>
                <a:latin typeface="Yu Gothic"/>
                <a:ea typeface="Yu Gothic"/>
                <a:cs typeface="Yu Gothic"/>
              </a:defRPr>
            </a:lvl9pPr>
          </a:lstStyle>
          <a:p xmlns:a="http://schemas.openxmlformats.org/drawingml/2006/main">
            <a:pPr algn="ctr">
              <a:buNone/>
              <a:defRPr sz="1800" b="1">
                <a:solidFill>
                  <a:srgbClr val="7352A3"/>
                </a:solidFill>
                <a:latin typeface="Yu Gothic"/>
                <a:ea typeface="Yu Gothic"/>
                <a:cs typeface="Yu Gothic"/>
              </a:defRPr>
            </a:pPr>
            <a:r>
              <a:rPr sz="1800" b="1">
                <a:solidFill>
                  <a:srgbClr val="7352A3"/>
                </a:solidFill>
                <a:latin typeface="Yu Gothic"/>
                <a:ea typeface="Yu Gothic"/>
                <a:cs typeface="Yu Gothic"/>
              </a:rPr>
              <a:t>+120</a:t>
            </a:r>
          </a:p>
        </p:txBody>
      </p:sp>
      <p:cxnSp>
        <p:nvCxnSpPr>
          <p:cNvPr id="26" name="">
            <a:extLst xmlns:a="http://schemas.openxmlformats.org/drawingml/2006/main">
              <a:ext uri="{FF2B5EF4-FFF2-40B4-BE49-F238E27FC236}">
                <a16:creationId xmlns:a16="http://schemas.microsoft.com/office/drawing/2014/main" id="{2F42A937-07A3-43FE-A7FC-6978E0D12FCB}"/>
              </a:ext>
            </a:extLst>
          </p:cNvPr>
          <p:cNvCxnSpPr/>
          <p:nvPr/>
        </p:nvCxnSpPr>
        <p:spPr>
          <a:xfrm xmlns:a="http://schemas.openxmlformats.org/drawingml/2006/main" flipH="0" flipV="0">
            <a:off x="1571625" y="5095875"/>
            <a:ext cx="6381750" cy="0"/>
          </a:xfrm>
          <a:prstGeom xmlns:a="http://schemas.openxmlformats.org/drawingml/2006/main" prst="straightConnector1">
            <a:avLst/>
          </a:prstGeom>
          <a:ln xmlns:a="http://schemas.openxmlformats.org/drawingml/2006/main" w="17145">
            <a:solidFill>
              <a:srgbClr val="5D6C78"/>
            </a:solidFill>
            <a:tailEnd type="triangle" w="med" len="med"/>
          </a:ln>
        </p:spPr>
      </p:cxnSp>
      <p:cxnSp>
        <p:nvCxnSpPr>
          <p:cNvPr id="27" name="">
            <a:extLst xmlns:a="http://schemas.openxmlformats.org/drawingml/2006/main">
              <a:ext uri="{FF2B5EF4-FFF2-40B4-BE49-F238E27FC236}">
                <a16:creationId xmlns:a16="http://schemas.microsoft.com/office/drawing/2014/main" id="{A4BA1796-D13A-451D-9E41-69490CA62C2E}"/>
              </a:ext>
            </a:extLst>
          </p:cNvPr>
          <p:cNvCxnSpPr/>
          <p:nvPr/>
        </p:nvCxnSpPr>
        <p:spPr>
          <a:xfrm xmlns:a="http://schemas.openxmlformats.org/drawingml/2006/main" flipH="0" flipV="0">
            <a:off x="1571625" y="4638675"/>
            <a:ext cx="0" cy="885825"/>
          </a:xfrm>
          <a:prstGeom xmlns:a="http://schemas.openxmlformats.org/drawingml/2006/main" prst="straightConnector1">
            <a:avLst/>
          </a:prstGeom>
          <a:ln xmlns:a="http://schemas.openxmlformats.org/drawingml/2006/main" w="14288">
            <a:solidFill>
              <a:srgbClr val="5D6C78"/>
            </a:solidFill>
            <a:prstDash val="solid"/>
          </a:ln>
        </p:spPr>
      </p:cxnSp>
      <p:sp>
        <p:nvSpPr>
          <p:cNvPr id="28" name="">
            <a:extLst xmlns:a="http://schemas.openxmlformats.org/drawingml/2006/main">
              <a:ext uri="{FF2B5EF4-FFF2-40B4-BE49-F238E27FC236}">
                <a16:creationId xmlns:a16="http://schemas.microsoft.com/office/drawing/2014/main" id="{53F596BB-9A71-43E5-8D8B-96531FC966AA}"/>
              </a:ext>
            </a:extLst>
          </p:cNvPr>
          <p:cNvSpPr>
            <a:spLocks xmlns:a="http://schemas.openxmlformats.org/drawingml/2006/main" noGrp="1"/>
          </p:cNvSpPr>
          <p:nvPr/>
        </p:nvSpPr>
        <p:spPr>
          <a:xfrm xmlns:a="http://schemas.openxmlformats.org/drawingml/2006/main">
            <a:off x="1209675" y="4924425"/>
            <a:ext cx="266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xmlns:a="http://schemas.openxmlformats.org/drawingml/2006/main">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0</a:t>
            </a:r>
          </a:p>
        </p:txBody>
      </p:sp>
      <p:sp>
        <p:nvSpPr>
          <p:cNvPr id="29" name="">
            <a:extLst xmlns:a="http://schemas.openxmlformats.org/drawingml/2006/main">
              <a:ext uri="{FF2B5EF4-FFF2-40B4-BE49-F238E27FC236}">
                <a16:creationId xmlns:a16="http://schemas.microsoft.com/office/drawing/2014/main" id="{DE339D69-ABAE-40CA-871C-3FFD9A818227}"/>
              </a:ext>
            </a:extLst>
          </p:cNvPr>
          <p:cNvSpPr>
            <a:spLocks xmlns:a="http://schemas.openxmlformats.org/drawingml/2006/main" noGrp="1"/>
          </p:cNvSpPr>
          <p:nvPr/>
        </p:nvSpPr>
        <p:spPr>
          <a:xfrm xmlns:a="http://schemas.openxmlformats.org/drawingml/2006/main">
            <a:off x="666750" y="43053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8364F"/>
                </a:solidFill>
                <a:latin typeface="Yu Gothic"/>
                <a:ea typeface="Yu Gothic"/>
                <a:cs typeface="Yu Gothic"/>
              </a:defRPr>
            </a:defPPr>
            <a:lvl1pPr algn="l">
              <a:buNone/>
              <a:defRPr sz="1800" b="1">
                <a:solidFill>
                  <a:srgbClr val="18364F"/>
                </a:solidFill>
                <a:latin typeface="Yu Gothic"/>
                <a:ea typeface="Yu Gothic"/>
                <a:cs typeface="Yu Gothic"/>
              </a:defRPr>
            </a:lvl1pPr>
            <a:lvl2pPr algn="l">
              <a:buNone/>
              <a:defRPr sz="1800" b="1">
                <a:solidFill>
                  <a:srgbClr val="18364F"/>
                </a:solidFill>
                <a:latin typeface="Yu Gothic"/>
                <a:ea typeface="Yu Gothic"/>
                <a:cs typeface="Yu Gothic"/>
              </a:defRPr>
            </a:lvl2pPr>
            <a:lvl3pPr algn="l">
              <a:buNone/>
              <a:defRPr sz="1800" b="1">
                <a:solidFill>
                  <a:srgbClr val="18364F"/>
                </a:solidFill>
                <a:latin typeface="Yu Gothic"/>
                <a:ea typeface="Yu Gothic"/>
                <a:cs typeface="Yu Gothic"/>
              </a:defRPr>
            </a:lvl3pPr>
            <a:lvl4pPr algn="l">
              <a:buNone/>
              <a:defRPr sz="1800" b="1">
                <a:solidFill>
                  <a:srgbClr val="18364F"/>
                </a:solidFill>
                <a:latin typeface="Yu Gothic"/>
                <a:ea typeface="Yu Gothic"/>
                <a:cs typeface="Yu Gothic"/>
              </a:defRPr>
            </a:lvl4pPr>
            <a:lvl5pPr algn="l">
              <a:buNone/>
              <a:defRPr sz="1800" b="1">
                <a:solidFill>
                  <a:srgbClr val="18364F"/>
                </a:solidFill>
                <a:latin typeface="Yu Gothic"/>
                <a:ea typeface="Yu Gothic"/>
                <a:cs typeface="Yu Gothic"/>
              </a:defRPr>
            </a:lvl5pPr>
            <a:lvl6pPr algn="l">
              <a:buNone/>
              <a:defRPr sz="1800" b="1">
                <a:solidFill>
                  <a:srgbClr val="18364F"/>
                </a:solidFill>
                <a:latin typeface="Yu Gothic"/>
                <a:ea typeface="Yu Gothic"/>
                <a:cs typeface="Yu Gothic"/>
              </a:defRPr>
            </a:lvl6pPr>
            <a:lvl7pPr algn="l">
              <a:buNone/>
              <a:defRPr sz="1800" b="1">
                <a:solidFill>
                  <a:srgbClr val="18364F"/>
                </a:solidFill>
                <a:latin typeface="Yu Gothic"/>
                <a:ea typeface="Yu Gothic"/>
                <a:cs typeface="Yu Gothic"/>
              </a:defRPr>
            </a:lvl7pPr>
            <a:lvl8pPr algn="l">
              <a:buNone/>
              <a:defRPr sz="1800" b="1">
                <a:solidFill>
                  <a:srgbClr val="18364F"/>
                </a:solidFill>
                <a:latin typeface="Yu Gothic"/>
                <a:ea typeface="Yu Gothic"/>
                <a:cs typeface="Yu Gothic"/>
              </a:defRPr>
            </a:lvl8pPr>
            <a:lvl9pPr algn="l">
              <a:buNone/>
              <a:defRPr sz="1800" b="1">
                <a:solidFill>
                  <a:srgbClr val="18364F"/>
                </a:solidFill>
                <a:latin typeface="Yu Gothic"/>
                <a:ea typeface="Yu Gothic"/>
                <a:cs typeface="Yu Gothic"/>
              </a:defRPr>
            </a:lvl9pPr>
          </a:lstStyle>
          <a:p xmlns:a="http://schemas.openxmlformats.org/drawingml/2006/main">
            <a:pPr algn="l">
              <a:buNone/>
              <a:defRPr sz="1800" b="1">
                <a:solidFill>
                  <a:srgbClr val="18364F"/>
                </a:solidFill>
                <a:latin typeface="Yu Gothic"/>
                <a:ea typeface="Yu Gothic"/>
                <a:cs typeface="Yu Gothic"/>
              </a:defRPr>
            </a:pPr>
            <a:r>
              <a:rPr sz="1800" b="1">
                <a:solidFill>
                  <a:srgbClr val="18364F"/>
                </a:solidFill>
                <a:latin typeface="Yu Gothic"/>
                <a:ea typeface="Yu Gothic"/>
                <a:cs typeface="Yu Gothic"/>
              </a:rPr>
              <a:t>M / N·m</a:t>
            </a:r>
          </a:p>
        </p:txBody>
      </p:sp>
      <p:sp>
        <p:nvSpPr>
          <p:cNvPr id="30" name="">
            <a:extLst xmlns:a="http://schemas.openxmlformats.org/drawingml/2006/main">
              <a:ext uri="{FF2B5EF4-FFF2-40B4-BE49-F238E27FC236}">
                <a16:creationId xmlns:a16="http://schemas.microsoft.com/office/drawing/2014/main" id="{1C94BDF3-A077-4E62-987C-88CDE96C7FD7}"/>
              </a:ext>
            </a:extLst>
          </p:cNvPr>
          <p:cNvSpPr>
            <a:spLocks xmlns:a="http://schemas.openxmlformats.org/drawingml/2006/main" noGrp="1"/>
          </p:cNvSpPr>
          <p:nvPr/>
        </p:nvSpPr>
        <p:spPr>
          <a:xfrm xmlns:a="http://schemas.openxmlformats.org/drawingml/2006/main">
            <a:off x="8010525" y="49244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xmlns:a="http://schemas.openxmlformats.org/drawingml/2006/main">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x / m</a:t>
            </a:r>
          </a:p>
        </p:txBody>
      </p:sp>
      <p:sp>
        <p:nvSpPr>
          <p:cNvPr id="31" name="">
            <a:extLst xmlns:a="http://schemas.openxmlformats.org/drawingml/2006/main">
              <a:ext uri="{FF2B5EF4-FFF2-40B4-BE49-F238E27FC236}">
                <a16:creationId xmlns:a16="http://schemas.microsoft.com/office/drawing/2014/main" id="{FC896CC6-7FEB-48B5-AE4F-F48B56A85223}"/>
              </a:ext>
            </a:extLst>
          </p:cNvPr>
          <p:cNvSpPr>
            <a:spLocks xmlns:a="http://schemas.openxmlformats.org/drawingml/2006/main" noGrp="1"/>
          </p:cNvSpPr>
          <p:nvPr/>
        </p:nvSpPr>
        <p:spPr>
          <a:xfrm xmlns:a="http://schemas.openxmlformats.org/drawingml/2006/main">
            <a:off x="1571625" y="5095875"/>
            <a:ext cx="6191250" cy="457200"/>
          </a:xfrm>
          <a:custGeom xmlns:a="http://schemas.openxmlformats.org/drawingml/2006/main">
            <a:pathLst>
              <a:path w="6191250" h="457200">
                <a:moveTo>
                  <a:pt x="0" y="457200"/>
                </a:moveTo>
                <a:lnTo>
                  <a:pt x="6191250" y="0"/>
                </a:lnTo>
              </a:path>
            </a:pathLst>
          </a:custGeom>
          <a:noFill xmlns:a="http://schemas.openxmlformats.org/drawingml/2006/main"/>
          <a:ln xmlns:a="http://schemas.openxmlformats.org/drawingml/2006/main" w="38100">
            <a:solidFill>
              <a:srgbClr val="226FAE"/>
            </a:solidFill>
          </a:ln>
        </p:spPr>
      </p:sp>
      <p:cxnSp>
        <p:nvCxnSpPr>
          <p:cNvPr id="32" name="">
            <a:extLst xmlns:a="http://schemas.openxmlformats.org/drawingml/2006/main">
              <a:ext uri="{FF2B5EF4-FFF2-40B4-BE49-F238E27FC236}">
                <a16:creationId xmlns:a16="http://schemas.microsoft.com/office/drawing/2014/main" id="{3CEB74B7-49B5-45DD-BFE2-D5D52499D0BB}"/>
              </a:ext>
            </a:extLst>
          </p:cNvPr>
          <p:cNvCxnSpPr/>
          <p:nvPr/>
        </p:nvCxnSpPr>
        <p:spPr>
          <a:xfrm xmlns:a="http://schemas.openxmlformats.org/drawingml/2006/main" flipH="0" flipV="0">
            <a:off x="7762875" y="5048250"/>
            <a:ext cx="0" cy="95250"/>
          </a:xfrm>
          <a:prstGeom xmlns:a="http://schemas.openxmlformats.org/drawingml/2006/main" prst="straightConnector1">
            <a:avLst/>
          </a:prstGeom>
          <a:ln xmlns:a="http://schemas.openxmlformats.org/drawingml/2006/main" w="9525">
            <a:solidFill>
              <a:srgbClr val="5D6C78"/>
            </a:solidFill>
            <a:prstDash val="solid"/>
          </a:ln>
        </p:spPr>
      </p:cxnSp>
      <p:sp>
        <p:nvSpPr>
          <p:cNvPr id="33" name="">
            <a:extLst xmlns:a="http://schemas.openxmlformats.org/drawingml/2006/main">
              <a:ext uri="{FF2B5EF4-FFF2-40B4-BE49-F238E27FC236}">
                <a16:creationId xmlns:a16="http://schemas.microsoft.com/office/drawing/2014/main" id="{8B12D5E5-91F4-4C8C-8C67-D218D5CA5BBB}"/>
              </a:ext>
            </a:extLst>
          </p:cNvPr>
          <p:cNvSpPr>
            <a:spLocks xmlns:a="http://schemas.openxmlformats.org/drawingml/2006/main" noGrp="1"/>
          </p:cNvSpPr>
          <p:nvPr/>
        </p:nvSpPr>
        <p:spPr>
          <a:xfrm xmlns:a="http://schemas.openxmlformats.org/drawingml/2006/main">
            <a:off x="7334250" y="51720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5D6C78"/>
                </a:solidFill>
                <a:latin typeface="Yu Gothic"/>
                <a:ea typeface="Yu Gothic"/>
                <a:cs typeface="Yu Gothic"/>
              </a:defRPr>
            </a:defPPr>
            <a:lvl1pPr algn="ctr">
              <a:buNone/>
              <a:defRPr sz="1650" b="0">
                <a:solidFill>
                  <a:srgbClr val="5D6C78"/>
                </a:solidFill>
                <a:latin typeface="Yu Gothic"/>
                <a:ea typeface="Yu Gothic"/>
                <a:cs typeface="Yu Gothic"/>
              </a:defRPr>
            </a:lvl1pPr>
            <a:lvl2pPr algn="ctr">
              <a:buNone/>
              <a:defRPr sz="1650" b="0">
                <a:solidFill>
                  <a:srgbClr val="5D6C78"/>
                </a:solidFill>
                <a:latin typeface="Yu Gothic"/>
                <a:ea typeface="Yu Gothic"/>
                <a:cs typeface="Yu Gothic"/>
              </a:defRPr>
            </a:lvl2pPr>
            <a:lvl3pPr algn="ctr">
              <a:buNone/>
              <a:defRPr sz="1650" b="0">
                <a:solidFill>
                  <a:srgbClr val="5D6C78"/>
                </a:solidFill>
                <a:latin typeface="Yu Gothic"/>
                <a:ea typeface="Yu Gothic"/>
                <a:cs typeface="Yu Gothic"/>
              </a:defRPr>
            </a:lvl3pPr>
            <a:lvl4pPr algn="ctr">
              <a:buNone/>
              <a:defRPr sz="1650" b="0">
                <a:solidFill>
                  <a:srgbClr val="5D6C78"/>
                </a:solidFill>
                <a:latin typeface="Yu Gothic"/>
                <a:ea typeface="Yu Gothic"/>
                <a:cs typeface="Yu Gothic"/>
              </a:defRPr>
            </a:lvl4pPr>
            <a:lvl5pPr algn="ctr">
              <a:buNone/>
              <a:defRPr sz="1650" b="0">
                <a:solidFill>
                  <a:srgbClr val="5D6C78"/>
                </a:solidFill>
                <a:latin typeface="Yu Gothic"/>
                <a:ea typeface="Yu Gothic"/>
                <a:cs typeface="Yu Gothic"/>
              </a:defRPr>
            </a:lvl5pPr>
            <a:lvl6pPr algn="ctr">
              <a:buNone/>
              <a:defRPr sz="1650" b="0">
                <a:solidFill>
                  <a:srgbClr val="5D6C78"/>
                </a:solidFill>
                <a:latin typeface="Yu Gothic"/>
                <a:ea typeface="Yu Gothic"/>
                <a:cs typeface="Yu Gothic"/>
              </a:defRPr>
            </a:lvl6pPr>
            <a:lvl7pPr algn="ctr">
              <a:buNone/>
              <a:defRPr sz="1650" b="0">
                <a:solidFill>
                  <a:srgbClr val="5D6C78"/>
                </a:solidFill>
                <a:latin typeface="Yu Gothic"/>
                <a:ea typeface="Yu Gothic"/>
                <a:cs typeface="Yu Gothic"/>
              </a:defRPr>
            </a:lvl7pPr>
            <a:lvl8pPr algn="ctr">
              <a:buNone/>
              <a:defRPr sz="1650" b="0">
                <a:solidFill>
                  <a:srgbClr val="5D6C78"/>
                </a:solidFill>
                <a:latin typeface="Yu Gothic"/>
                <a:ea typeface="Yu Gothic"/>
                <a:cs typeface="Yu Gothic"/>
              </a:defRPr>
            </a:lvl8pPr>
            <a:lvl9pPr algn="ctr">
              <a:buNone/>
              <a:defRPr sz="1650" b="0">
                <a:solidFill>
                  <a:srgbClr val="5D6C78"/>
                </a:solidFill>
                <a:latin typeface="Yu Gothic"/>
                <a:ea typeface="Yu Gothic"/>
                <a:cs typeface="Yu Gothic"/>
              </a:defRPr>
            </a:lvl9pPr>
          </a:lstStyle>
          <a:p xmlns:a="http://schemas.openxmlformats.org/drawingml/2006/main">
            <a:pPr algn="ctr">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0.5</a:t>
            </a:r>
          </a:p>
        </p:txBody>
      </p:sp>
      <p:sp>
        <p:nvSpPr>
          <p:cNvPr id="34" name="">
            <a:extLst xmlns:a="http://schemas.openxmlformats.org/drawingml/2006/main">
              <a:ext uri="{FF2B5EF4-FFF2-40B4-BE49-F238E27FC236}">
                <a16:creationId xmlns:a16="http://schemas.microsoft.com/office/drawing/2014/main" id="{00467952-5FD8-4D0D-A994-993B021754FD}"/>
              </a:ext>
            </a:extLst>
          </p:cNvPr>
          <p:cNvSpPr>
            <a:spLocks xmlns:a="http://schemas.openxmlformats.org/drawingml/2006/main" noGrp="1"/>
          </p:cNvSpPr>
          <p:nvPr/>
        </p:nvSpPr>
        <p:spPr>
          <a:xfrm xmlns:a="http://schemas.openxmlformats.org/drawingml/2006/main">
            <a:off x="714375" y="5410200"/>
            <a:ext cx="781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226FAE"/>
                </a:solidFill>
                <a:latin typeface="Yu Gothic"/>
                <a:ea typeface="Yu Gothic"/>
                <a:cs typeface="Yu Gothic"/>
              </a:defRPr>
            </a:defPPr>
            <a:lvl1pPr algn="l">
              <a:buNone/>
              <a:defRPr sz="1800" b="1">
                <a:solidFill>
                  <a:srgbClr val="226FAE"/>
                </a:solidFill>
                <a:latin typeface="Yu Gothic"/>
                <a:ea typeface="Yu Gothic"/>
                <a:cs typeface="Yu Gothic"/>
              </a:defRPr>
            </a:lvl1pPr>
            <a:lvl2pPr algn="l">
              <a:buNone/>
              <a:defRPr sz="1800" b="1">
                <a:solidFill>
                  <a:srgbClr val="226FAE"/>
                </a:solidFill>
                <a:latin typeface="Yu Gothic"/>
                <a:ea typeface="Yu Gothic"/>
                <a:cs typeface="Yu Gothic"/>
              </a:defRPr>
            </a:lvl2pPr>
            <a:lvl3pPr algn="l">
              <a:buNone/>
              <a:defRPr sz="1800" b="1">
                <a:solidFill>
                  <a:srgbClr val="226FAE"/>
                </a:solidFill>
                <a:latin typeface="Yu Gothic"/>
                <a:ea typeface="Yu Gothic"/>
                <a:cs typeface="Yu Gothic"/>
              </a:defRPr>
            </a:lvl3pPr>
            <a:lvl4pPr algn="l">
              <a:buNone/>
              <a:defRPr sz="1800" b="1">
                <a:solidFill>
                  <a:srgbClr val="226FAE"/>
                </a:solidFill>
                <a:latin typeface="Yu Gothic"/>
                <a:ea typeface="Yu Gothic"/>
                <a:cs typeface="Yu Gothic"/>
              </a:defRPr>
            </a:lvl4pPr>
            <a:lvl5pPr algn="l">
              <a:buNone/>
              <a:defRPr sz="1800" b="1">
                <a:solidFill>
                  <a:srgbClr val="226FAE"/>
                </a:solidFill>
                <a:latin typeface="Yu Gothic"/>
                <a:ea typeface="Yu Gothic"/>
                <a:cs typeface="Yu Gothic"/>
              </a:defRPr>
            </a:lvl5pPr>
            <a:lvl6pPr algn="l">
              <a:buNone/>
              <a:defRPr sz="1800" b="1">
                <a:solidFill>
                  <a:srgbClr val="226FAE"/>
                </a:solidFill>
                <a:latin typeface="Yu Gothic"/>
                <a:ea typeface="Yu Gothic"/>
                <a:cs typeface="Yu Gothic"/>
              </a:defRPr>
            </a:lvl6pPr>
            <a:lvl7pPr algn="l">
              <a:buNone/>
              <a:defRPr sz="1800" b="1">
                <a:solidFill>
                  <a:srgbClr val="226FAE"/>
                </a:solidFill>
                <a:latin typeface="Yu Gothic"/>
                <a:ea typeface="Yu Gothic"/>
                <a:cs typeface="Yu Gothic"/>
              </a:defRPr>
            </a:lvl7pPr>
            <a:lvl8pPr algn="l">
              <a:buNone/>
              <a:defRPr sz="1800" b="1">
                <a:solidFill>
                  <a:srgbClr val="226FAE"/>
                </a:solidFill>
                <a:latin typeface="Yu Gothic"/>
                <a:ea typeface="Yu Gothic"/>
                <a:cs typeface="Yu Gothic"/>
              </a:defRPr>
            </a:lvl8pPr>
            <a:lvl9pPr algn="l">
              <a:buNone/>
              <a:defRPr sz="1800" b="1">
                <a:solidFill>
                  <a:srgbClr val="226FAE"/>
                </a:solidFill>
                <a:latin typeface="Yu Gothic"/>
                <a:ea typeface="Yu Gothic"/>
                <a:cs typeface="Yu Gothic"/>
              </a:defRPr>
            </a:lvl9pPr>
          </a:lstStyle>
          <a:p xmlns:a="http://schemas.openxmlformats.org/drawingml/2006/main">
            <a:pPr algn="l">
              <a:buNone/>
              <a:defRPr sz="1800" b="1">
                <a:solidFill>
                  <a:srgbClr val="226FAE"/>
                </a:solidFill>
                <a:latin typeface="Yu Gothic"/>
                <a:ea typeface="Yu Gothic"/>
                <a:cs typeface="Yu Gothic"/>
              </a:defRPr>
            </a:pPr>
            <a:r>
              <a:rPr sz="1800" b="1">
                <a:solidFill>
                  <a:srgbClr val="226FAE"/>
                </a:solidFill>
                <a:latin typeface="Yu Gothic"/>
                <a:ea typeface="Yu Gothic"/>
                <a:cs typeface="Yu Gothic"/>
              </a:rPr>
              <a:t>−60</a:t>
            </a:r>
          </a:p>
        </p:txBody>
      </p:sp>
      <p:sp>
        <p:nvSpPr>
          <p:cNvPr id="35" name="">
            <a:extLst xmlns:a="http://schemas.openxmlformats.org/drawingml/2006/main">
              <a:ext uri="{FF2B5EF4-FFF2-40B4-BE49-F238E27FC236}">
                <a16:creationId xmlns:a16="http://schemas.microsoft.com/office/drawing/2014/main" id="{7FCA21D8-8136-4335-B972-730B7843A86F}"/>
              </a:ext>
            </a:extLst>
          </p:cNvPr>
          <p:cNvSpPr>
            <a:spLocks xmlns:a="http://schemas.openxmlformats.org/drawingml/2006/main" noGrp="1"/>
          </p:cNvSpPr>
          <p:nvPr/>
        </p:nvSpPr>
        <p:spPr>
          <a:xfrm xmlns:a="http://schemas.openxmlformats.org/drawingml/2006/main">
            <a:off x="8667750" y="3028950"/>
            <a:ext cx="2838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253C4D"/>
                </a:solidFill>
                <a:latin typeface="Yu Gothic"/>
                <a:ea typeface="Yu Gothic"/>
                <a:cs typeface="Yu Gothic"/>
              </a:defRPr>
            </a:defPPr>
            <a:lvl1pPr algn="l">
              <a:buNone/>
              <a:defRPr sz="1800" b="0">
                <a:solidFill>
                  <a:srgbClr val="253C4D"/>
                </a:solidFill>
                <a:latin typeface="Yu Gothic"/>
                <a:ea typeface="Yu Gothic"/>
                <a:cs typeface="Yu Gothic"/>
              </a:defRPr>
            </a:lvl1pPr>
            <a:lvl2pPr algn="l">
              <a:buNone/>
              <a:defRPr sz="1800" b="0">
                <a:solidFill>
                  <a:srgbClr val="253C4D"/>
                </a:solidFill>
                <a:latin typeface="Yu Gothic"/>
                <a:ea typeface="Yu Gothic"/>
                <a:cs typeface="Yu Gothic"/>
              </a:defRPr>
            </a:lvl2pPr>
            <a:lvl3pPr algn="l">
              <a:buNone/>
              <a:defRPr sz="1800" b="0">
                <a:solidFill>
                  <a:srgbClr val="253C4D"/>
                </a:solidFill>
                <a:latin typeface="Yu Gothic"/>
                <a:ea typeface="Yu Gothic"/>
                <a:cs typeface="Yu Gothic"/>
              </a:defRPr>
            </a:lvl3pPr>
            <a:lvl4pPr algn="l">
              <a:buNone/>
              <a:defRPr sz="1800" b="0">
                <a:solidFill>
                  <a:srgbClr val="253C4D"/>
                </a:solidFill>
                <a:latin typeface="Yu Gothic"/>
                <a:ea typeface="Yu Gothic"/>
                <a:cs typeface="Yu Gothic"/>
              </a:defRPr>
            </a:lvl4pPr>
            <a:lvl5pPr algn="l">
              <a:buNone/>
              <a:defRPr sz="1800" b="0">
                <a:solidFill>
                  <a:srgbClr val="253C4D"/>
                </a:solidFill>
                <a:latin typeface="Yu Gothic"/>
                <a:ea typeface="Yu Gothic"/>
                <a:cs typeface="Yu Gothic"/>
              </a:defRPr>
            </a:lvl5pPr>
            <a:lvl6pPr algn="l">
              <a:buNone/>
              <a:defRPr sz="1800" b="0">
                <a:solidFill>
                  <a:srgbClr val="253C4D"/>
                </a:solidFill>
                <a:latin typeface="Yu Gothic"/>
                <a:ea typeface="Yu Gothic"/>
                <a:cs typeface="Yu Gothic"/>
              </a:defRPr>
            </a:lvl6pPr>
            <a:lvl7pPr algn="l">
              <a:buNone/>
              <a:defRPr sz="1800" b="0">
                <a:solidFill>
                  <a:srgbClr val="253C4D"/>
                </a:solidFill>
                <a:latin typeface="Yu Gothic"/>
                <a:ea typeface="Yu Gothic"/>
                <a:cs typeface="Yu Gothic"/>
              </a:defRPr>
            </a:lvl7pPr>
            <a:lvl8pPr algn="l">
              <a:buNone/>
              <a:defRPr sz="1800" b="0">
                <a:solidFill>
                  <a:srgbClr val="253C4D"/>
                </a:solidFill>
                <a:latin typeface="Yu Gothic"/>
                <a:ea typeface="Yu Gothic"/>
                <a:cs typeface="Yu Gothic"/>
              </a:defRPr>
            </a:lvl8pPr>
            <a:lvl9pPr algn="l">
              <a:buNone/>
              <a:defRPr sz="1800" b="0">
                <a:solidFill>
                  <a:srgbClr val="253C4D"/>
                </a:solidFill>
                <a:latin typeface="Yu Gothic"/>
                <a:ea typeface="Yu Gothic"/>
                <a:cs typeface="Yu Gothic"/>
              </a:defRPr>
            </a:lvl9pPr>
          </a:lstStyle>
          <a:p xmlns:a="http://schemas.openxmlformats.org/drawingml/2006/main">
            <a:pPr algn="l">
              <a:buNone/>
              <a:defRPr sz="1800" b="0">
                <a:solidFill>
                  <a:srgbClr val="253C4D"/>
                </a:solidFill>
                <a:latin typeface="Yu Gothic"/>
                <a:ea typeface="Yu Gothic"/>
                <a:cs typeface="Yu Gothic"/>
              </a:defRPr>
            </a:pPr>
            <a:r>
              <a:rPr sz="1800" b="0">
                <a:solidFill>
                  <a:srgbClr val="253C4D"/>
                </a:solidFill>
                <a:latin typeface="Yu Gothic"/>
                <a:ea typeface="Yu Gothic"/>
                <a:cs typeface="Yu Gothic"/>
              </a:rPr>
              <a:t>② 120 − V = 0</a:t>
            </a:r>
          </a:p>
        </p:txBody>
      </p:sp>
      <p:sp>
        <p:nvSpPr>
          <p:cNvPr id="36" name="">
            <a:extLst xmlns:a="http://schemas.openxmlformats.org/drawingml/2006/main">
              <a:ext uri="{FF2B5EF4-FFF2-40B4-BE49-F238E27FC236}">
                <a16:creationId xmlns:a16="http://schemas.microsoft.com/office/drawing/2014/main" id="{3AD05E80-54AE-417C-B9A6-6ACCC2C8BEA2}"/>
              </a:ext>
            </a:extLst>
          </p:cNvPr>
          <p:cNvSpPr>
            <a:spLocks xmlns:a="http://schemas.openxmlformats.org/drawingml/2006/main" noGrp="1"/>
          </p:cNvSpPr>
          <p:nvPr/>
        </p:nvSpPr>
        <p:spPr>
          <a:xfrm xmlns:a="http://schemas.openxmlformats.org/drawingml/2006/main">
            <a:off x="8667750" y="3714750"/>
            <a:ext cx="2838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253C4D"/>
                </a:solidFill>
                <a:latin typeface="Yu Gothic"/>
                <a:ea typeface="Yu Gothic"/>
                <a:cs typeface="Yu Gothic"/>
              </a:defRPr>
            </a:defPPr>
            <a:lvl1pPr algn="l">
              <a:buNone/>
              <a:defRPr sz="1800" b="0">
                <a:solidFill>
                  <a:srgbClr val="253C4D"/>
                </a:solidFill>
                <a:latin typeface="Yu Gothic"/>
                <a:ea typeface="Yu Gothic"/>
                <a:cs typeface="Yu Gothic"/>
              </a:defRPr>
            </a:lvl1pPr>
            <a:lvl2pPr algn="l">
              <a:buNone/>
              <a:defRPr sz="1800" b="0">
                <a:solidFill>
                  <a:srgbClr val="253C4D"/>
                </a:solidFill>
                <a:latin typeface="Yu Gothic"/>
                <a:ea typeface="Yu Gothic"/>
                <a:cs typeface="Yu Gothic"/>
              </a:defRPr>
            </a:lvl2pPr>
            <a:lvl3pPr algn="l">
              <a:buNone/>
              <a:defRPr sz="1800" b="0">
                <a:solidFill>
                  <a:srgbClr val="253C4D"/>
                </a:solidFill>
                <a:latin typeface="Yu Gothic"/>
                <a:ea typeface="Yu Gothic"/>
                <a:cs typeface="Yu Gothic"/>
              </a:defRPr>
            </a:lvl3pPr>
            <a:lvl4pPr algn="l">
              <a:buNone/>
              <a:defRPr sz="1800" b="0">
                <a:solidFill>
                  <a:srgbClr val="253C4D"/>
                </a:solidFill>
                <a:latin typeface="Yu Gothic"/>
                <a:ea typeface="Yu Gothic"/>
                <a:cs typeface="Yu Gothic"/>
              </a:defRPr>
            </a:lvl4pPr>
            <a:lvl5pPr algn="l">
              <a:buNone/>
              <a:defRPr sz="1800" b="0">
                <a:solidFill>
                  <a:srgbClr val="253C4D"/>
                </a:solidFill>
                <a:latin typeface="Yu Gothic"/>
                <a:ea typeface="Yu Gothic"/>
                <a:cs typeface="Yu Gothic"/>
              </a:defRPr>
            </a:lvl5pPr>
            <a:lvl6pPr algn="l">
              <a:buNone/>
              <a:defRPr sz="1800" b="0">
                <a:solidFill>
                  <a:srgbClr val="253C4D"/>
                </a:solidFill>
                <a:latin typeface="Yu Gothic"/>
                <a:ea typeface="Yu Gothic"/>
                <a:cs typeface="Yu Gothic"/>
              </a:defRPr>
            </a:lvl6pPr>
            <a:lvl7pPr algn="l">
              <a:buNone/>
              <a:defRPr sz="1800" b="0">
                <a:solidFill>
                  <a:srgbClr val="253C4D"/>
                </a:solidFill>
                <a:latin typeface="Yu Gothic"/>
                <a:ea typeface="Yu Gothic"/>
                <a:cs typeface="Yu Gothic"/>
              </a:defRPr>
            </a:lvl7pPr>
            <a:lvl8pPr algn="l">
              <a:buNone/>
              <a:defRPr sz="1800" b="0">
                <a:solidFill>
                  <a:srgbClr val="253C4D"/>
                </a:solidFill>
                <a:latin typeface="Yu Gothic"/>
                <a:ea typeface="Yu Gothic"/>
                <a:cs typeface="Yu Gothic"/>
              </a:defRPr>
            </a:lvl8pPr>
            <a:lvl9pPr algn="l">
              <a:buNone/>
              <a:defRPr sz="1800" b="0">
                <a:solidFill>
                  <a:srgbClr val="253C4D"/>
                </a:solidFill>
                <a:latin typeface="Yu Gothic"/>
                <a:ea typeface="Yu Gothic"/>
                <a:cs typeface="Yu Gothic"/>
              </a:defRPr>
            </a:lvl9pPr>
          </a:lstStyle>
          <a:p xmlns:a="http://schemas.openxmlformats.org/drawingml/2006/main">
            <a:pPr algn="l">
              <a:buNone/>
              <a:defRPr sz="1800" b="0">
                <a:solidFill>
                  <a:srgbClr val="253C4D"/>
                </a:solidFill>
                <a:latin typeface="Yu Gothic"/>
                <a:ea typeface="Yu Gothic"/>
                <a:cs typeface="Yu Gothic"/>
              </a:defRPr>
            </a:pPr>
            <a:r>
              <a:rPr sz="1800" b="0">
                <a:solidFill>
                  <a:srgbClr val="253C4D"/>
                </a:solidFill>
                <a:latin typeface="Yu Gothic"/>
                <a:ea typeface="Yu Gothic"/>
                <a:cs typeface="Yu Gothic"/>
              </a:rPr>
              <a:t>③ 60 − 120x + M = 0</a:t>
            </a:r>
          </a:p>
        </p:txBody>
      </p:sp>
      <p:sp>
        <p:nvSpPr>
          <p:cNvPr id="37" name="">
            <a:extLst xmlns:a="http://schemas.openxmlformats.org/drawingml/2006/main">
              <a:ext uri="{FF2B5EF4-FFF2-40B4-BE49-F238E27FC236}">
                <a16:creationId xmlns:a16="http://schemas.microsoft.com/office/drawing/2014/main" id="{69A8CB55-F29D-4DFC-BC71-2D7A8A15A045}"/>
              </a:ext>
            </a:extLst>
          </p:cNvPr>
          <p:cNvSpPr>
            <a:spLocks xmlns:a="http://schemas.openxmlformats.org/drawingml/2006/main" noGrp="1"/>
          </p:cNvSpPr>
          <p:nvPr/>
        </p:nvSpPr>
        <p:spPr>
          <a:xfrm xmlns:a="http://schemas.openxmlformats.org/drawingml/2006/main">
            <a:off x="8667750" y="4400550"/>
            <a:ext cx="2838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253C4D"/>
                </a:solidFill>
                <a:latin typeface="Yu Gothic"/>
                <a:ea typeface="Yu Gothic"/>
                <a:cs typeface="Yu Gothic"/>
              </a:defRPr>
            </a:defPPr>
            <a:lvl1pPr algn="l">
              <a:buNone/>
              <a:defRPr sz="1800" b="0">
                <a:solidFill>
                  <a:srgbClr val="253C4D"/>
                </a:solidFill>
                <a:latin typeface="Yu Gothic"/>
                <a:ea typeface="Yu Gothic"/>
                <a:cs typeface="Yu Gothic"/>
              </a:defRPr>
            </a:lvl1pPr>
            <a:lvl2pPr algn="l">
              <a:buNone/>
              <a:defRPr sz="1800" b="0">
                <a:solidFill>
                  <a:srgbClr val="253C4D"/>
                </a:solidFill>
                <a:latin typeface="Yu Gothic"/>
                <a:ea typeface="Yu Gothic"/>
                <a:cs typeface="Yu Gothic"/>
              </a:defRPr>
            </a:lvl2pPr>
            <a:lvl3pPr algn="l">
              <a:buNone/>
              <a:defRPr sz="1800" b="0">
                <a:solidFill>
                  <a:srgbClr val="253C4D"/>
                </a:solidFill>
                <a:latin typeface="Yu Gothic"/>
                <a:ea typeface="Yu Gothic"/>
                <a:cs typeface="Yu Gothic"/>
              </a:defRPr>
            </a:lvl3pPr>
            <a:lvl4pPr algn="l">
              <a:buNone/>
              <a:defRPr sz="1800" b="0">
                <a:solidFill>
                  <a:srgbClr val="253C4D"/>
                </a:solidFill>
                <a:latin typeface="Yu Gothic"/>
                <a:ea typeface="Yu Gothic"/>
                <a:cs typeface="Yu Gothic"/>
              </a:defRPr>
            </a:lvl4pPr>
            <a:lvl5pPr algn="l">
              <a:buNone/>
              <a:defRPr sz="1800" b="0">
                <a:solidFill>
                  <a:srgbClr val="253C4D"/>
                </a:solidFill>
                <a:latin typeface="Yu Gothic"/>
                <a:ea typeface="Yu Gothic"/>
                <a:cs typeface="Yu Gothic"/>
              </a:defRPr>
            </a:lvl5pPr>
            <a:lvl6pPr algn="l">
              <a:buNone/>
              <a:defRPr sz="1800" b="0">
                <a:solidFill>
                  <a:srgbClr val="253C4D"/>
                </a:solidFill>
                <a:latin typeface="Yu Gothic"/>
                <a:ea typeface="Yu Gothic"/>
                <a:cs typeface="Yu Gothic"/>
              </a:defRPr>
            </a:lvl6pPr>
            <a:lvl7pPr algn="l">
              <a:buNone/>
              <a:defRPr sz="1800" b="0">
                <a:solidFill>
                  <a:srgbClr val="253C4D"/>
                </a:solidFill>
                <a:latin typeface="Yu Gothic"/>
                <a:ea typeface="Yu Gothic"/>
                <a:cs typeface="Yu Gothic"/>
              </a:defRPr>
            </a:lvl7pPr>
            <a:lvl8pPr algn="l">
              <a:buNone/>
              <a:defRPr sz="1800" b="0">
                <a:solidFill>
                  <a:srgbClr val="253C4D"/>
                </a:solidFill>
                <a:latin typeface="Yu Gothic"/>
                <a:ea typeface="Yu Gothic"/>
                <a:cs typeface="Yu Gothic"/>
              </a:defRPr>
            </a:lvl8pPr>
            <a:lvl9pPr algn="l">
              <a:buNone/>
              <a:defRPr sz="1800" b="0">
                <a:solidFill>
                  <a:srgbClr val="253C4D"/>
                </a:solidFill>
                <a:latin typeface="Yu Gothic"/>
                <a:ea typeface="Yu Gothic"/>
                <a:cs typeface="Yu Gothic"/>
              </a:defRPr>
            </a:lvl9pPr>
          </a:lstStyle>
          <a:p xmlns:a="http://schemas.openxmlformats.org/drawingml/2006/main">
            <a:pPr algn="l">
              <a:buNone/>
              <a:defRPr sz="1800" b="0">
                <a:solidFill>
                  <a:srgbClr val="253C4D"/>
                </a:solidFill>
                <a:latin typeface="Yu Gothic"/>
                <a:ea typeface="Yu Gothic"/>
                <a:cs typeface="Yu Gothic"/>
              </a:defRPr>
            </a:pPr>
            <a:r>
              <a:rPr sz="1800" b="0">
                <a:solidFill>
                  <a:srgbClr val="253C4D"/>
                </a:solidFill>
                <a:latin typeface="Yu Gothic"/>
                <a:ea typeface="Yu Gothic"/>
                <a:cs typeface="Yu Gothic"/>
              </a:rPr>
              <a:t>M = −60 + 120x</a:t>
            </a:r>
          </a:p>
        </p:txBody>
      </p:sp>
      <p:sp>
        <p:nvSpPr>
          <p:cNvPr id="38" name="">
            <a:extLst xmlns:a="http://schemas.openxmlformats.org/drawingml/2006/main">
              <a:ext uri="{FF2B5EF4-FFF2-40B4-BE49-F238E27FC236}">
                <a16:creationId xmlns:a16="http://schemas.microsoft.com/office/drawing/2014/main" id="{EE5C6C5C-A0D5-4734-9DA2-3C296D8B383F}"/>
              </a:ext>
            </a:extLst>
          </p:cNvPr>
          <p:cNvSpPr>
            <a:spLocks xmlns:a="http://schemas.openxmlformats.org/drawingml/2006/main" noGrp="1"/>
          </p:cNvSpPr>
          <p:nvPr/>
        </p:nvSpPr>
        <p:spPr>
          <a:xfrm xmlns:a="http://schemas.openxmlformats.org/drawingml/2006/main">
            <a:off x="685800" y="57721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外力：MA = ＋60 N·m。内部：M(x) = −60 + 120x N·m</a:t>
            </a:r>
          </a:p>
        </p:txBody>
      </p:sp>
    </p:spTree>
    <p:extLst>
      <p:ext uri="{BB962C8B-B14F-4D97-AF65-F5344CB8AC3E}">
        <p14:creationId xmlns:p14="http://schemas.microsoft.com/office/powerpoint/2010/main" val="209238114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DABF718-658A-4E19-A194-1CEADBBD9062}"/>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等分布荷重：まず全体のつり合いから</a:t>
            </a:r>
          </a:p>
        </p:txBody>
      </p:sp>
      <p:cxnSp>
        <p:nvCxnSpPr>
          <p:cNvPr id="2" name="">
            <a:extLst xmlns:a="http://schemas.openxmlformats.org/drawingml/2006/main">
              <a:ext uri="{FF2B5EF4-FFF2-40B4-BE49-F238E27FC236}">
                <a16:creationId xmlns:a16="http://schemas.microsoft.com/office/drawing/2014/main" id="{93BFE839-3A1C-4620-A9AA-94CDBFB8B2A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37428C45-AC00-4C47-8CB7-95D989A313E7}"/>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880C1510-C56A-4D40-B180-AC3795F2EB14}"/>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35 / 49</a:t>
            </a:r>
          </a:p>
        </p:txBody>
      </p:sp>
      <p:sp>
        <p:nvSpPr>
          <p:cNvPr id="35" name="">
            <a:extLst xmlns:a="http://schemas.openxmlformats.org/drawingml/2006/main">
              <a:ext uri="{FF2B5EF4-FFF2-40B4-BE49-F238E27FC236}">
                <a16:creationId xmlns:a16="http://schemas.microsoft.com/office/drawing/2014/main" id="{C4BD8816-9B1B-422B-8543-B2667E8E5EBA}"/>
              </a:ext>
            </a:extLst>
          </p:cNvPr>
          <p:cNvSpPr>
            <a:spLocks xmlns:a="http://schemas.openxmlformats.org/drawingml/2006/main" noGrp="1"/>
          </p:cNvSpPr>
          <p:nvPr/>
        </p:nvSpPr>
        <p:spPr>
          <a:xfrm xmlns:a="http://schemas.openxmlformats.org/drawingml/2006/main">
            <a:off x="809625" y="14763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全体に等しく分布する荷重</a:t>
            </a:r>
          </a:p>
        </p:txBody>
      </p:sp>
      <p:sp>
        <p:nvSpPr>
          <p:cNvPr id="36" name="">
            <a:extLst xmlns:a="http://schemas.openxmlformats.org/drawingml/2006/main">
              <a:ext uri="{FF2B5EF4-FFF2-40B4-BE49-F238E27FC236}">
                <a16:creationId xmlns:a16="http://schemas.microsoft.com/office/drawing/2014/main" id="{03152BA9-BACE-47A5-8680-9F7D17E2252C}"/>
              </a:ext>
            </a:extLst>
          </p:cNvPr>
          <p:cNvSpPr>
            <a:spLocks xmlns:a="http://schemas.openxmlformats.org/drawingml/2006/main" noGrp="1"/>
          </p:cNvSpPr>
          <p:nvPr/>
        </p:nvSpPr>
        <p:spPr>
          <a:xfrm xmlns:a="http://schemas.openxmlformats.org/drawingml/2006/main">
            <a:off x="1619250" y="2667000"/>
            <a:ext cx="571500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37" name="">
            <a:extLst xmlns:a="http://schemas.openxmlformats.org/drawingml/2006/main">
              <a:ext uri="{FF2B5EF4-FFF2-40B4-BE49-F238E27FC236}">
                <a16:creationId xmlns:a16="http://schemas.microsoft.com/office/drawing/2014/main" id="{2427E88C-7B2F-49E6-842B-855EA610D5F9}"/>
              </a:ext>
            </a:extLst>
          </p:cNvPr>
          <p:cNvSpPr>
            <a:spLocks xmlns:a="http://schemas.openxmlformats.org/drawingml/2006/main" noGrp="1"/>
          </p:cNvSpPr>
          <p:nvPr/>
        </p:nvSpPr>
        <p:spPr>
          <a:xfrm xmlns:a="http://schemas.openxmlformats.org/drawingml/2006/main">
            <a:off x="1457325" y="283845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38" name="">
            <a:extLst xmlns:a="http://schemas.openxmlformats.org/drawingml/2006/main">
              <a:ext uri="{FF2B5EF4-FFF2-40B4-BE49-F238E27FC236}">
                <a16:creationId xmlns:a16="http://schemas.microsoft.com/office/drawing/2014/main" id="{F73CB52D-D04E-4CB0-8629-5EC9083BAA91}"/>
              </a:ext>
            </a:extLst>
          </p:cNvPr>
          <p:cNvSpPr>
            <a:spLocks xmlns:a="http://schemas.openxmlformats.org/drawingml/2006/main" noGrp="1"/>
          </p:cNvSpPr>
          <p:nvPr/>
        </p:nvSpPr>
        <p:spPr>
          <a:xfrm xmlns:a="http://schemas.openxmlformats.org/drawingml/2006/main">
            <a:off x="1343025" y="313372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39" name="">
            <a:extLst xmlns:a="http://schemas.openxmlformats.org/drawingml/2006/main">
              <a:ext uri="{FF2B5EF4-FFF2-40B4-BE49-F238E27FC236}">
                <a16:creationId xmlns:a16="http://schemas.microsoft.com/office/drawing/2014/main" id="{E59F4E82-4CF2-4B0A-AAF7-1F0F375DC33D}"/>
              </a:ext>
            </a:extLst>
          </p:cNvPr>
          <p:cNvSpPr>
            <a:spLocks xmlns:a="http://schemas.openxmlformats.org/drawingml/2006/main" noGrp="1"/>
          </p:cNvSpPr>
          <p:nvPr/>
        </p:nvSpPr>
        <p:spPr>
          <a:xfrm xmlns:a="http://schemas.openxmlformats.org/drawingml/2006/main">
            <a:off x="7172325" y="283845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40" name="">
            <a:extLst xmlns:a="http://schemas.openxmlformats.org/drawingml/2006/main">
              <a:ext uri="{FF2B5EF4-FFF2-40B4-BE49-F238E27FC236}">
                <a16:creationId xmlns:a16="http://schemas.microsoft.com/office/drawing/2014/main" id="{F9E0304E-C2B5-426D-A653-89DD672ABC80}"/>
              </a:ext>
            </a:extLst>
          </p:cNvPr>
          <p:cNvSpPr>
            <a:spLocks xmlns:a="http://schemas.openxmlformats.org/drawingml/2006/main" noGrp="1"/>
          </p:cNvSpPr>
          <p:nvPr/>
        </p:nvSpPr>
        <p:spPr>
          <a:xfrm xmlns:a="http://schemas.openxmlformats.org/drawingml/2006/main">
            <a:off x="7210425"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41" name="">
            <a:extLst xmlns:a="http://schemas.openxmlformats.org/drawingml/2006/main">
              <a:ext uri="{FF2B5EF4-FFF2-40B4-BE49-F238E27FC236}">
                <a16:creationId xmlns:a16="http://schemas.microsoft.com/office/drawing/2014/main" id="{4430D201-53B6-4B28-A93B-A876F6BDCF0F}"/>
              </a:ext>
            </a:extLst>
          </p:cNvPr>
          <p:cNvSpPr>
            <a:spLocks xmlns:a="http://schemas.openxmlformats.org/drawingml/2006/main" noGrp="1"/>
          </p:cNvSpPr>
          <p:nvPr/>
        </p:nvSpPr>
        <p:spPr>
          <a:xfrm xmlns:a="http://schemas.openxmlformats.org/drawingml/2006/main">
            <a:off x="7362825"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42" name="">
            <a:extLst xmlns:a="http://schemas.openxmlformats.org/drawingml/2006/main">
              <a:ext uri="{FF2B5EF4-FFF2-40B4-BE49-F238E27FC236}">
                <a16:creationId xmlns:a16="http://schemas.microsoft.com/office/drawing/2014/main" id="{6E42BDA2-67EB-4895-88CD-406DD4BDAC3E}"/>
              </a:ext>
            </a:extLst>
          </p:cNvPr>
          <p:cNvSpPr>
            <a:spLocks xmlns:a="http://schemas.openxmlformats.org/drawingml/2006/main" noGrp="1"/>
          </p:cNvSpPr>
          <p:nvPr/>
        </p:nvSpPr>
        <p:spPr>
          <a:xfrm xmlns:a="http://schemas.openxmlformats.org/drawingml/2006/main">
            <a:off x="7058025" y="320992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43" name="">
            <a:extLst xmlns:a="http://schemas.openxmlformats.org/drawingml/2006/main">
              <a:ext uri="{FF2B5EF4-FFF2-40B4-BE49-F238E27FC236}">
                <a16:creationId xmlns:a16="http://schemas.microsoft.com/office/drawing/2014/main" id="{F6B5FAB1-C44B-4CBF-A04C-B80799D2D7D8}"/>
              </a:ext>
            </a:extLst>
          </p:cNvPr>
          <p:cNvSpPr>
            <a:spLocks xmlns:a="http://schemas.openxmlformats.org/drawingml/2006/main" noGrp="1"/>
          </p:cNvSpPr>
          <p:nvPr/>
        </p:nvSpPr>
        <p:spPr>
          <a:xfrm xmlns:a="http://schemas.openxmlformats.org/drawingml/2006/main">
            <a:off x="1619250" y="2057400"/>
            <a:ext cx="5715000" cy="9525"/>
          </a:xfrm>
          <a:custGeom xmlns:a="http://schemas.openxmlformats.org/drawingml/2006/main">
            <a:pathLst>
              <a:path w="5715000" h="9525">
                <a:moveTo>
                  <a:pt x="0" y="0"/>
                </a:moveTo>
                <a:lnTo>
                  <a:pt x="5715000" y="0"/>
                </a:lnTo>
              </a:path>
            </a:pathLst>
          </a:custGeom>
          <a:noFill xmlns:a="http://schemas.openxmlformats.org/drawingml/2006/main"/>
          <a:ln xmlns:a="http://schemas.openxmlformats.org/drawingml/2006/main" w="19050">
            <a:solidFill>
              <a:srgbClr val="C4483C"/>
            </a:solidFill>
          </a:ln>
        </p:spPr>
      </p:sp>
      <p:sp>
        <p:nvSpPr>
          <p:cNvPr id="44" name="">
            <a:extLst xmlns:a="http://schemas.openxmlformats.org/drawingml/2006/main">
              <a:ext uri="{FF2B5EF4-FFF2-40B4-BE49-F238E27FC236}">
                <a16:creationId xmlns:a16="http://schemas.microsoft.com/office/drawing/2014/main" id="{01F6F900-67C8-424D-8A6B-14E47BF78753}"/>
              </a:ext>
            </a:extLst>
          </p:cNvPr>
          <p:cNvSpPr>
            <a:spLocks xmlns:a="http://schemas.openxmlformats.org/drawingml/2006/main" noGrp="1"/>
          </p:cNvSpPr>
          <p:nvPr/>
        </p:nvSpPr>
        <p:spPr>
          <a:xfrm xmlns:a="http://schemas.openxmlformats.org/drawingml/2006/main">
            <a:off x="1619250" y="205740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45" name="">
            <a:extLst xmlns:a="http://schemas.openxmlformats.org/drawingml/2006/main">
              <a:ext uri="{FF2B5EF4-FFF2-40B4-BE49-F238E27FC236}">
                <a16:creationId xmlns:a16="http://schemas.microsoft.com/office/drawing/2014/main" id="{5C99BEA3-4883-449B-BEA0-0FA70A7BB9D8}"/>
              </a:ext>
            </a:extLst>
          </p:cNvPr>
          <p:cNvSpPr>
            <a:spLocks xmlns:a="http://schemas.openxmlformats.org/drawingml/2006/main" noGrp="1"/>
          </p:cNvSpPr>
          <p:nvPr/>
        </p:nvSpPr>
        <p:spPr>
          <a:xfrm xmlns:a="http://schemas.openxmlformats.org/drawingml/2006/main">
            <a:off x="1587246" y="255270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46" name="">
            <a:extLst xmlns:a="http://schemas.openxmlformats.org/drawingml/2006/main">
              <a:ext uri="{FF2B5EF4-FFF2-40B4-BE49-F238E27FC236}">
                <a16:creationId xmlns:a16="http://schemas.microsoft.com/office/drawing/2014/main" id="{ABD0D9E8-2325-4F0C-8298-96E4706720E1}"/>
              </a:ext>
            </a:extLst>
          </p:cNvPr>
          <p:cNvSpPr>
            <a:spLocks xmlns:a="http://schemas.openxmlformats.org/drawingml/2006/main" noGrp="1"/>
          </p:cNvSpPr>
          <p:nvPr/>
        </p:nvSpPr>
        <p:spPr>
          <a:xfrm xmlns:a="http://schemas.openxmlformats.org/drawingml/2006/main">
            <a:off x="2190750" y="205740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47" name="">
            <a:extLst xmlns:a="http://schemas.openxmlformats.org/drawingml/2006/main">
              <a:ext uri="{FF2B5EF4-FFF2-40B4-BE49-F238E27FC236}">
                <a16:creationId xmlns:a16="http://schemas.microsoft.com/office/drawing/2014/main" id="{B5FE42CE-197B-4625-8072-F08F554ABD1B}"/>
              </a:ext>
            </a:extLst>
          </p:cNvPr>
          <p:cNvSpPr>
            <a:spLocks xmlns:a="http://schemas.openxmlformats.org/drawingml/2006/main" noGrp="1"/>
          </p:cNvSpPr>
          <p:nvPr/>
        </p:nvSpPr>
        <p:spPr>
          <a:xfrm xmlns:a="http://schemas.openxmlformats.org/drawingml/2006/main">
            <a:off x="2158746" y="255270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48" name="">
            <a:extLst xmlns:a="http://schemas.openxmlformats.org/drawingml/2006/main">
              <a:ext uri="{FF2B5EF4-FFF2-40B4-BE49-F238E27FC236}">
                <a16:creationId xmlns:a16="http://schemas.microsoft.com/office/drawing/2014/main" id="{2C1C4834-ED6E-4EF6-9274-F2D5510E840F}"/>
              </a:ext>
            </a:extLst>
          </p:cNvPr>
          <p:cNvSpPr>
            <a:spLocks xmlns:a="http://schemas.openxmlformats.org/drawingml/2006/main" noGrp="1"/>
          </p:cNvSpPr>
          <p:nvPr/>
        </p:nvSpPr>
        <p:spPr>
          <a:xfrm xmlns:a="http://schemas.openxmlformats.org/drawingml/2006/main">
            <a:off x="2762250" y="205740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49" name="">
            <a:extLst xmlns:a="http://schemas.openxmlformats.org/drawingml/2006/main">
              <a:ext uri="{FF2B5EF4-FFF2-40B4-BE49-F238E27FC236}">
                <a16:creationId xmlns:a16="http://schemas.microsoft.com/office/drawing/2014/main" id="{5C52BF5E-E857-466A-94B0-1EA55A250D2D}"/>
              </a:ext>
            </a:extLst>
          </p:cNvPr>
          <p:cNvSpPr>
            <a:spLocks xmlns:a="http://schemas.openxmlformats.org/drawingml/2006/main" noGrp="1"/>
          </p:cNvSpPr>
          <p:nvPr/>
        </p:nvSpPr>
        <p:spPr>
          <a:xfrm xmlns:a="http://schemas.openxmlformats.org/drawingml/2006/main">
            <a:off x="2730246" y="255270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50" name="">
            <a:extLst xmlns:a="http://schemas.openxmlformats.org/drawingml/2006/main">
              <a:ext uri="{FF2B5EF4-FFF2-40B4-BE49-F238E27FC236}">
                <a16:creationId xmlns:a16="http://schemas.microsoft.com/office/drawing/2014/main" id="{22D7A75C-466D-4C75-8052-187069074FDE}"/>
              </a:ext>
            </a:extLst>
          </p:cNvPr>
          <p:cNvSpPr>
            <a:spLocks xmlns:a="http://schemas.openxmlformats.org/drawingml/2006/main" noGrp="1"/>
          </p:cNvSpPr>
          <p:nvPr/>
        </p:nvSpPr>
        <p:spPr>
          <a:xfrm xmlns:a="http://schemas.openxmlformats.org/drawingml/2006/main">
            <a:off x="3333750" y="205740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51" name="">
            <a:extLst xmlns:a="http://schemas.openxmlformats.org/drawingml/2006/main">
              <a:ext uri="{FF2B5EF4-FFF2-40B4-BE49-F238E27FC236}">
                <a16:creationId xmlns:a16="http://schemas.microsoft.com/office/drawing/2014/main" id="{8F820A29-0E53-4F82-99B6-6556FEEC0F20}"/>
              </a:ext>
            </a:extLst>
          </p:cNvPr>
          <p:cNvSpPr>
            <a:spLocks xmlns:a="http://schemas.openxmlformats.org/drawingml/2006/main" noGrp="1"/>
          </p:cNvSpPr>
          <p:nvPr/>
        </p:nvSpPr>
        <p:spPr>
          <a:xfrm xmlns:a="http://schemas.openxmlformats.org/drawingml/2006/main">
            <a:off x="3301746" y="255270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52" name="">
            <a:extLst xmlns:a="http://schemas.openxmlformats.org/drawingml/2006/main">
              <a:ext uri="{FF2B5EF4-FFF2-40B4-BE49-F238E27FC236}">
                <a16:creationId xmlns:a16="http://schemas.microsoft.com/office/drawing/2014/main" id="{49413C10-EEEA-48D1-86B6-870D0587B5F1}"/>
              </a:ext>
            </a:extLst>
          </p:cNvPr>
          <p:cNvSpPr>
            <a:spLocks xmlns:a="http://schemas.openxmlformats.org/drawingml/2006/main" noGrp="1"/>
          </p:cNvSpPr>
          <p:nvPr/>
        </p:nvSpPr>
        <p:spPr>
          <a:xfrm xmlns:a="http://schemas.openxmlformats.org/drawingml/2006/main">
            <a:off x="3905250" y="205740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53" name="">
            <a:extLst xmlns:a="http://schemas.openxmlformats.org/drawingml/2006/main">
              <a:ext uri="{FF2B5EF4-FFF2-40B4-BE49-F238E27FC236}">
                <a16:creationId xmlns:a16="http://schemas.microsoft.com/office/drawing/2014/main" id="{7670AC9D-8BBA-4911-8D68-473073644E93}"/>
              </a:ext>
            </a:extLst>
          </p:cNvPr>
          <p:cNvSpPr>
            <a:spLocks xmlns:a="http://schemas.openxmlformats.org/drawingml/2006/main" noGrp="1"/>
          </p:cNvSpPr>
          <p:nvPr/>
        </p:nvSpPr>
        <p:spPr>
          <a:xfrm xmlns:a="http://schemas.openxmlformats.org/drawingml/2006/main">
            <a:off x="3873246" y="255270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54" name="">
            <a:extLst xmlns:a="http://schemas.openxmlformats.org/drawingml/2006/main">
              <a:ext uri="{FF2B5EF4-FFF2-40B4-BE49-F238E27FC236}">
                <a16:creationId xmlns:a16="http://schemas.microsoft.com/office/drawing/2014/main" id="{12187E03-212B-4D00-A6E1-94F048E50183}"/>
              </a:ext>
            </a:extLst>
          </p:cNvPr>
          <p:cNvSpPr>
            <a:spLocks xmlns:a="http://schemas.openxmlformats.org/drawingml/2006/main" noGrp="1"/>
          </p:cNvSpPr>
          <p:nvPr/>
        </p:nvSpPr>
        <p:spPr>
          <a:xfrm xmlns:a="http://schemas.openxmlformats.org/drawingml/2006/main">
            <a:off x="4476750" y="205740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55" name="">
            <a:extLst xmlns:a="http://schemas.openxmlformats.org/drawingml/2006/main">
              <a:ext uri="{FF2B5EF4-FFF2-40B4-BE49-F238E27FC236}">
                <a16:creationId xmlns:a16="http://schemas.microsoft.com/office/drawing/2014/main" id="{454ED2E1-B58A-4930-86F9-0CF6B792A4B7}"/>
              </a:ext>
            </a:extLst>
          </p:cNvPr>
          <p:cNvSpPr>
            <a:spLocks xmlns:a="http://schemas.openxmlformats.org/drawingml/2006/main" noGrp="1"/>
          </p:cNvSpPr>
          <p:nvPr/>
        </p:nvSpPr>
        <p:spPr>
          <a:xfrm xmlns:a="http://schemas.openxmlformats.org/drawingml/2006/main">
            <a:off x="4444746" y="255270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56" name="">
            <a:extLst xmlns:a="http://schemas.openxmlformats.org/drawingml/2006/main">
              <a:ext uri="{FF2B5EF4-FFF2-40B4-BE49-F238E27FC236}">
                <a16:creationId xmlns:a16="http://schemas.microsoft.com/office/drawing/2014/main" id="{961584FE-ABEB-4DE7-B432-D7F141CA3683}"/>
              </a:ext>
            </a:extLst>
          </p:cNvPr>
          <p:cNvSpPr>
            <a:spLocks xmlns:a="http://schemas.openxmlformats.org/drawingml/2006/main" noGrp="1"/>
          </p:cNvSpPr>
          <p:nvPr/>
        </p:nvSpPr>
        <p:spPr>
          <a:xfrm xmlns:a="http://schemas.openxmlformats.org/drawingml/2006/main">
            <a:off x="5048250" y="205740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57" name="">
            <a:extLst xmlns:a="http://schemas.openxmlformats.org/drawingml/2006/main">
              <a:ext uri="{FF2B5EF4-FFF2-40B4-BE49-F238E27FC236}">
                <a16:creationId xmlns:a16="http://schemas.microsoft.com/office/drawing/2014/main" id="{5960EDD8-CCA2-46A9-A728-5669D2BB37A6}"/>
              </a:ext>
            </a:extLst>
          </p:cNvPr>
          <p:cNvSpPr>
            <a:spLocks xmlns:a="http://schemas.openxmlformats.org/drawingml/2006/main" noGrp="1"/>
          </p:cNvSpPr>
          <p:nvPr/>
        </p:nvSpPr>
        <p:spPr>
          <a:xfrm xmlns:a="http://schemas.openxmlformats.org/drawingml/2006/main">
            <a:off x="5016246" y="255270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58" name="">
            <a:extLst xmlns:a="http://schemas.openxmlformats.org/drawingml/2006/main">
              <a:ext uri="{FF2B5EF4-FFF2-40B4-BE49-F238E27FC236}">
                <a16:creationId xmlns:a16="http://schemas.microsoft.com/office/drawing/2014/main" id="{F08D6CE7-3E21-46C4-BD23-68F216A51CCC}"/>
              </a:ext>
            </a:extLst>
          </p:cNvPr>
          <p:cNvSpPr>
            <a:spLocks xmlns:a="http://schemas.openxmlformats.org/drawingml/2006/main" noGrp="1"/>
          </p:cNvSpPr>
          <p:nvPr/>
        </p:nvSpPr>
        <p:spPr>
          <a:xfrm xmlns:a="http://schemas.openxmlformats.org/drawingml/2006/main">
            <a:off x="5619750" y="205740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59" name="">
            <a:extLst xmlns:a="http://schemas.openxmlformats.org/drawingml/2006/main">
              <a:ext uri="{FF2B5EF4-FFF2-40B4-BE49-F238E27FC236}">
                <a16:creationId xmlns:a16="http://schemas.microsoft.com/office/drawing/2014/main" id="{39D4D8D5-21C2-4C70-B095-4466672F9D9F}"/>
              </a:ext>
            </a:extLst>
          </p:cNvPr>
          <p:cNvSpPr>
            <a:spLocks xmlns:a="http://schemas.openxmlformats.org/drawingml/2006/main" noGrp="1"/>
          </p:cNvSpPr>
          <p:nvPr/>
        </p:nvSpPr>
        <p:spPr>
          <a:xfrm xmlns:a="http://schemas.openxmlformats.org/drawingml/2006/main">
            <a:off x="5587746" y="255270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60" name="">
            <a:extLst xmlns:a="http://schemas.openxmlformats.org/drawingml/2006/main">
              <a:ext uri="{FF2B5EF4-FFF2-40B4-BE49-F238E27FC236}">
                <a16:creationId xmlns:a16="http://schemas.microsoft.com/office/drawing/2014/main" id="{49DEC658-25E1-402A-BAF3-2BD3B9825488}"/>
              </a:ext>
            </a:extLst>
          </p:cNvPr>
          <p:cNvSpPr>
            <a:spLocks xmlns:a="http://schemas.openxmlformats.org/drawingml/2006/main" noGrp="1"/>
          </p:cNvSpPr>
          <p:nvPr/>
        </p:nvSpPr>
        <p:spPr>
          <a:xfrm xmlns:a="http://schemas.openxmlformats.org/drawingml/2006/main">
            <a:off x="6191250" y="205740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61" name="">
            <a:extLst xmlns:a="http://schemas.openxmlformats.org/drawingml/2006/main">
              <a:ext uri="{FF2B5EF4-FFF2-40B4-BE49-F238E27FC236}">
                <a16:creationId xmlns:a16="http://schemas.microsoft.com/office/drawing/2014/main" id="{F097A093-714B-41D7-AB3C-07BE91EA3407}"/>
              </a:ext>
            </a:extLst>
          </p:cNvPr>
          <p:cNvSpPr>
            <a:spLocks xmlns:a="http://schemas.openxmlformats.org/drawingml/2006/main" noGrp="1"/>
          </p:cNvSpPr>
          <p:nvPr/>
        </p:nvSpPr>
        <p:spPr>
          <a:xfrm xmlns:a="http://schemas.openxmlformats.org/drawingml/2006/main">
            <a:off x="6159246" y="255270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62" name="">
            <a:extLst xmlns:a="http://schemas.openxmlformats.org/drawingml/2006/main">
              <a:ext uri="{FF2B5EF4-FFF2-40B4-BE49-F238E27FC236}">
                <a16:creationId xmlns:a16="http://schemas.microsoft.com/office/drawing/2014/main" id="{2EA5F018-8235-4DCA-8A6C-DF525B2F505C}"/>
              </a:ext>
            </a:extLst>
          </p:cNvPr>
          <p:cNvSpPr>
            <a:spLocks xmlns:a="http://schemas.openxmlformats.org/drawingml/2006/main" noGrp="1"/>
          </p:cNvSpPr>
          <p:nvPr/>
        </p:nvSpPr>
        <p:spPr>
          <a:xfrm xmlns:a="http://schemas.openxmlformats.org/drawingml/2006/main">
            <a:off x="6762750" y="205740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63" name="">
            <a:extLst xmlns:a="http://schemas.openxmlformats.org/drawingml/2006/main">
              <a:ext uri="{FF2B5EF4-FFF2-40B4-BE49-F238E27FC236}">
                <a16:creationId xmlns:a16="http://schemas.microsoft.com/office/drawing/2014/main" id="{EF1647F8-01A5-4168-85E1-E10D44B5AACC}"/>
              </a:ext>
            </a:extLst>
          </p:cNvPr>
          <p:cNvSpPr>
            <a:spLocks xmlns:a="http://schemas.openxmlformats.org/drawingml/2006/main" noGrp="1"/>
          </p:cNvSpPr>
          <p:nvPr/>
        </p:nvSpPr>
        <p:spPr>
          <a:xfrm xmlns:a="http://schemas.openxmlformats.org/drawingml/2006/main">
            <a:off x="6730746" y="255270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64" name="">
            <a:extLst xmlns:a="http://schemas.openxmlformats.org/drawingml/2006/main">
              <a:ext uri="{FF2B5EF4-FFF2-40B4-BE49-F238E27FC236}">
                <a16:creationId xmlns:a16="http://schemas.microsoft.com/office/drawing/2014/main" id="{7E8D8655-C811-48BF-ACC0-BAD5E2266FBF}"/>
              </a:ext>
            </a:extLst>
          </p:cNvPr>
          <p:cNvSpPr>
            <a:spLocks xmlns:a="http://schemas.openxmlformats.org/drawingml/2006/main" noGrp="1"/>
          </p:cNvSpPr>
          <p:nvPr/>
        </p:nvSpPr>
        <p:spPr>
          <a:xfrm xmlns:a="http://schemas.openxmlformats.org/drawingml/2006/main">
            <a:off x="7334250" y="205740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65" name="">
            <a:extLst xmlns:a="http://schemas.openxmlformats.org/drawingml/2006/main">
              <a:ext uri="{FF2B5EF4-FFF2-40B4-BE49-F238E27FC236}">
                <a16:creationId xmlns:a16="http://schemas.microsoft.com/office/drawing/2014/main" id="{0C994F63-2705-4B1F-B197-09CD08E15196}"/>
              </a:ext>
            </a:extLst>
          </p:cNvPr>
          <p:cNvSpPr>
            <a:spLocks xmlns:a="http://schemas.openxmlformats.org/drawingml/2006/main" noGrp="1"/>
          </p:cNvSpPr>
          <p:nvPr/>
        </p:nvSpPr>
        <p:spPr>
          <a:xfrm xmlns:a="http://schemas.openxmlformats.org/drawingml/2006/main">
            <a:off x="7302246" y="255270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66" name="">
            <a:extLst xmlns:a="http://schemas.openxmlformats.org/drawingml/2006/main">
              <a:ext uri="{FF2B5EF4-FFF2-40B4-BE49-F238E27FC236}">
                <a16:creationId xmlns:a16="http://schemas.microsoft.com/office/drawing/2014/main" id="{29B5D1E7-F2C0-42D8-A2D7-8F30DF692BE6}"/>
              </a:ext>
            </a:extLst>
          </p:cNvPr>
          <p:cNvSpPr>
            <a:spLocks xmlns:a="http://schemas.openxmlformats.org/drawingml/2006/main" noGrp="1"/>
          </p:cNvSpPr>
          <p:nvPr/>
        </p:nvSpPr>
        <p:spPr>
          <a:xfrm xmlns:a="http://schemas.openxmlformats.org/drawingml/2006/main">
            <a:off x="1000125" y="2962275"/>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A</a:t>
            </a:r>
          </a:p>
        </p:txBody>
      </p:sp>
      <p:sp>
        <p:nvSpPr>
          <p:cNvPr id="67" name="">
            <a:extLst xmlns:a="http://schemas.openxmlformats.org/drawingml/2006/main">
              <a:ext uri="{FF2B5EF4-FFF2-40B4-BE49-F238E27FC236}">
                <a16:creationId xmlns:a16="http://schemas.microsoft.com/office/drawing/2014/main" id="{1D2343D3-C9F1-47EE-AD20-59CB57903880}"/>
              </a:ext>
            </a:extLst>
          </p:cNvPr>
          <p:cNvSpPr>
            <a:spLocks xmlns:a="http://schemas.openxmlformats.org/drawingml/2006/main" noGrp="1"/>
          </p:cNvSpPr>
          <p:nvPr/>
        </p:nvSpPr>
        <p:spPr>
          <a:xfrm xmlns:a="http://schemas.openxmlformats.org/drawingml/2006/main">
            <a:off x="7648575" y="3028950"/>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buNone/>
              <a:defRPr sz="1800" b="1">
                <a:solidFill>
                  <a:srgbClr val="2876A8"/>
                </a:solidFill>
                <a:latin typeface="Yu Gothic"/>
                <a:ea typeface="Yu Gothic"/>
                <a:cs typeface="Yu Gothic"/>
              </a:defRPr>
            </a:lvl1pPr>
            <a:lvl2pPr>
              <a:buNone/>
              <a:defRPr sz="1800" b="1">
                <a:solidFill>
                  <a:srgbClr val="2876A8"/>
                </a:solidFill>
                <a:latin typeface="Yu Gothic"/>
                <a:ea typeface="Yu Gothic"/>
                <a:cs typeface="Yu Gothic"/>
              </a:defRPr>
            </a:lvl2pPr>
            <a:lvl3pPr>
              <a:buNone/>
              <a:defRPr sz="1800" b="1">
                <a:solidFill>
                  <a:srgbClr val="2876A8"/>
                </a:solidFill>
                <a:latin typeface="Yu Gothic"/>
                <a:ea typeface="Yu Gothic"/>
                <a:cs typeface="Yu Gothic"/>
              </a:defRPr>
            </a:lvl3pPr>
            <a:lvl4pPr>
              <a:buNone/>
              <a:defRPr sz="1800" b="1">
                <a:solidFill>
                  <a:srgbClr val="2876A8"/>
                </a:solidFill>
                <a:latin typeface="Yu Gothic"/>
                <a:ea typeface="Yu Gothic"/>
                <a:cs typeface="Yu Gothic"/>
              </a:defRPr>
            </a:lvl4pPr>
            <a:lvl5pPr>
              <a:buNone/>
              <a:defRPr sz="1800" b="1">
                <a:solidFill>
                  <a:srgbClr val="2876A8"/>
                </a:solidFill>
                <a:latin typeface="Yu Gothic"/>
                <a:ea typeface="Yu Gothic"/>
                <a:cs typeface="Yu Gothic"/>
              </a:defRPr>
            </a:lvl5pPr>
            <a:lvl6pPr>
              <a:buNone/>
              <a:defRPr sz="1800" b="1">
                <a:solidFill>
                  <a:srgbClr val="2876A8"/>
                </a:solidFill>
                <a:latin typeface="Yu Gothic"/>
                <a:ea typeface="Yu Gothic"/>
                <a:cs typeface="Yu Gothic"/>
              </a:defRPr>
            </a:lvl6pPr>
            <a:lvl7pPr>
              <a:buNone/>
              <a:defRPr sz="1800" b="1">
                <a:solidFill>
                  <a:srgbClr val="2876A8"/>
                </a:solidFill>
                <a:latin typeface="Yu Gothic"/>
                <a:ea typeface="Yu Gothic"/>
                <a:cs typeface="Yu Gothic"/>
              </a:defRPr>
            </a:lvl7pPr>
            <a:lvl8pPr>
              <a:buNone/>
              <a:defRPr sz="1800" b="1">
                <a:solidFill>
                  <a:srgbClr val="2876A8"/>
                </a:solidFill>
                <a:latin typeface="Yu Gothic"/>
                <a:ea typeface="Yu Gothic"/>
                <a:cs typeface="Yu Gothic"/>
              </a:defRPr>
            </a:lvl8pPr>
            <a:lvl9pPr>
              <a:buNone/>
              <a:defRPr sz="1800" b="1">
                <a:solidFill>
                  <a:srgbClr val="2876A8"/>
                </a:solidFill>
                <a:latin typeface="Yu Gothic"/>
                <a:ea typeface="Yu Gothic"/>
                <a:cs typeface="Yu Gothic"/>
              </a:defRPr>
            </a:lvl9pPr>
          </a:lstStyle>
          <a:p xmlns:a="http://schemas.openxmlformats.org/drawingml/2006/main">
            <a:pPr>
              <a:buNone/>
              <a:defRPr sz="1800" b="1">
                <a:solidFill>
                  <a:srgbClr val="2876A8"/>
                </a:solidFill>
                <a:latin typeface="Yu Gothic"/>
                <a:ea typeface="Yu Gothic"/>
                <a:cs typeface="Yu Gothic"/>
              </a:defRPr>
            </a:pPr>
            <a:r>
              <a:rPr sz="1800" b="1">
                <a:solidFill>
                  <a:srgbClr val="2876A8"/>
                </a:solidFill>
                <a:latin typeface="Yu Gothic"/>
                <a:ea typeface="Yu Gothic"/>
                <a:cs typeface="Yu Gothic"/>
              </a:rPr>
              <a:t>B</a:t>
            </a:r>
          </a:p>
        </p:txBody>
      </p:sp>
      <p:sp>
        <p:nvSpPr>
          <p:cNvPr id="68" name="">
            <a:extLst xmlns:a="http://schemas.openxmlformats.org/drawingml/2006/main">
              <a:ext uri="{FF2B5EF4-FFF2-40B4-BE49-F238E27FC236}">
                <a16:creationId xmlns:a16="http://schemas.microsoft.com/office/drawing/2014/main" id="{557C0F29-155C-4504-9E0A-D535D8CB2A3C}"/>
              </a:ext>
            </a:extLst>
          </p:cNvPr>
          <p:cNvSpPr>
            <a:spLocks xmlns:a="http://schemas.openxmlformats.org/drawingml/2006/main" noGrp="1"/>
          </p:cNvSpPr>
          <p:nvPr/>
        </p:nvSpPr>
        <p:spPr>
          <a:xfrm xmlns:a="http://schemas.openxmlformats.org/drawingml/2006/main">
            <a:off x="5000625" y="14763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C4483C"/>
                </a:solidFill>
                <a:latin typeface="Yu Gothic"/>
                <a:ea typeface="Yu Gothic"/>
                <a:cs typeface="Yu Gothic"/>
              </a:defRPr>
            </a:defPPr>
            <a:lvl1pPr>
              <a:buNone/>
              <a:defRPr sz="2175" b="1">
                <a:solidFill>
                  <a:srgbClr val="C4483C"/>
                </a:solidFill>
                <a:latin typeface="Yu Gothic"/>
                <a:ea typeface="Yu Gothic"/>
                <a:cs typeface="Yu Gothic"/>
              </a:defRPr>
            </a:lvl1pPr>
            <a:lvl2pPr>
              <a:buNone/>
              <a:defRPr sz="2175" b="1">
                <a:solidFill>
                  <a:srgbClr val="C4483C"/>
                </a:solidFill>
                <a:latin typeface="Yu Gothic"/>
                <a:ea typeface="Yu Gothic"/>
                <a:cs typeface="Yu Gothic"/>
              </a:defRPr>
            </a:lvl2pPr>
            <a:lvl3pPr>
              <a:buNone/>
              <a:defRPr sz="2175" b="1">
                <a:solidFill>
                  <a:srgbClr val="C4483C"/>
                </a:solidFill>
                <a:latin typeface="Yu Gothic"/>
                <a:ea typeface="Yu Gothic"/>
                <a:cs typeface="Yu Gothic"/>
              </a:defRPr>
            </a:lvl3pPr>
            <a:lvl4pPr>
              <a:buNone/>
              <a:defRPr sz="2175" b="1">
                <a:solidFill>
                  <a:srgbClr val="C4483C"/>
                </a:solidFill>
                <a:latin typeface="Yu Gothic"/>
                <a:ea typeface="Yu Gothic"/>
                <a:cs typeface="Yu Gothic"/>
              </a:defRPr>
            </a:lvl4pPr>
            <a:lvl5pPr>
              <a:buNone/>
              <a:defRPr sz="2175" b="1">
                <a:solidFill>
                  <a:srgbClr val="C4483C"/>
                </a:solidFill>
                <a:latin typeface="Yu Gothic"/>
                <a:ea typeface="Yu Gothic"/>
                <a:cs typeface="Yu Gothic"/>
              </a:defRPr>
            </a:lvl5pPr>
            <a:lvl6pPr>
              <a:buNone/>
              <a:defRPr sz="2175" b="1">
                <a:solidFill>
                  <a:srgbClr val="C4483C"/>
                </a:solidFill>
                <a:latin typeface="Yu Gothic"/>
                <a:ea typeface="Yu Gothic"/>
                <a:cs typeface="Yu Gothic"/>
              </a:defRPr>
            </a:lvl6pPr>
            <a:lvl7pPr>
              <a:buNone/>
              <a:defRPr sz="2175" b="1">
                <a:solidFill>
                  <a:srgbClr val="C4483C"/>
                </a:solidFill>
                <a:latin typeface="Yu Gothic"/>
                <a:ea typeface="Yu Gothic"/>
                <a:cs typeface="Yu Gothic"/>
              </a:defRPr>
            </a:lvl7pPr>
            <a:lvl8pPr>
              <a:buNone/>
              <a:defRPr sz="2175" b="1">
                <a:solidFill>
                  <a:srgbClr val="C4483C"/>
                </a:solidFill>
                <a:latin typeface="Yu Gothic"/>
                <a:ea typeface="Yu Gothic"/>
                <a:cs typeface="Yu Gothic"/>
              </a:defRPr>
            </a:lvl8pPr>
            <a:lvl9pPr>
              <a:buNone/>
              <a:defRPr sz="2175" b="1">
                <a:solidFill>
                  <a:srgbClr val="C4483C"/>
                </a:solidFill>
                <a:latin typeface="Yu Gothic"/>
                <a:ea typeface="Yu Gothic"/>
                <a:cs typeface="Yu Gothic"/>
              </a:defRPr>
            </a:lvl9pPr>
          </a:lstStyle>
          <a:p xmlns:a="http://schemas.openxmlformats.org/drawingml/2006/main">
            <a:pPr>
              <a:buNone/>
              <a:defRPr sz="2175" b="1">
                <a:solidFill>
                  <a:srgbClr val="C4483C"/>
                </a:solidFill>
                <a:latin typeface="Yu Gothic"/>
                <a:ea typeface="Yu Gothic"/>
                <a:cs typeface="Yu Gothic"/>
              </a:defRPr>
            </a:pPr>
            <a:r>
              <a:rPr sz="2175" b="1">
                <a:solidFill>
                  <a:srgbClr val="C4483C"/>
                </a:solidFill>
                <a:latin typeface="Yu Gothic"/>
                <a:ea typeface="Yu Gothic"/>
                <a:cs typeface="Yu Gothic"/>
              </a:rPr>
              <a:t>w = 400 N/m</a:t>
            </a:r>
          </a:p>
        </p:txBody>
      </p:sp>
      <p:sp>
        <p:nvSpPr>
          <p:cNvPr id="69" name="">
            <a:extLst xmlns:a="http://schemas.openxmlformats.org/drawingml/2006/main">
              <a:ext uri="{FF2B5EF4-FFF2-40B4-BE49-F238E27FC236}">
                <a16:creationId xmlns:a16="http://schemas.microsoft.com/office/drawing/2014/main" id="{F5785A50-0005-4042-A2BE-9E72E2C48F5E}"/>
              </a:ext>
            </a:extLst>
          </p:cNvPr>
          <p:cNvSpPr>
            <a:spLocks xmlns:a="http://schemas.openxmlformats.org/drawingml/2006/main" noGrp="1"/>
          </p:cNvSpPr>
          <p:nvPr/>
        </p:nvSpPr>
        <p:spPr>
          <a:xfrm xmlns:a="http://schemas.openxmlformats.org/drawingml/2006/main">
            <a:off x="1619250" y="3524250"/>
            <a:ext cx="5715000" cy="9525"/>
          </a:xfrm>
          <a:custGeom xmlns:a="http://schemas.openxmlformats.org/drawingml/2006/main">
            <a:pathLst>
              <a:path w="5715000" h="9525">
                <a:moveTo>
                  <a:pt x="0" y="0"/>
                </a:moveTo>
                <a:lnTo>
                  <a:pt x="5715000" y="0"/>
                </a:lnTo>
              </a:path>
            </a:pathLst>
          </a:custGeom>
          <a:noFill xmlns:a="http://schemas.openxmlformats.org/drawingml/2006/main"/>
          <a:ln xmlns:a="http://schemas.openxmlformats.org/drawingml/2006/main" w="13335">
            <a:solidFill>
              <a:srgbClr val="71818B"/>
            </a:solidFill>
          </a:ln>
        </p:spPr>
      </p:sp>
      <p:sp>
        <p:nvSpPr>
          <p:cNvPr id="70" name="">
            <a:extLst xmlns:a="http://schemas.openxmlformats.org/drawingml/2006/main">
              <a:ext uri="{FF2B5EF4-FFF2-40B4-BE49-F238E27FC236}">
                <a16:creationId xmlns:a16="http://schemas.microsoft.com/office/drawing/2014/main" id="{C0EA6EAD-F0BA-4108-8E35-1324C4F3766D}"/>
              </a:ext>
            </a:extLst>
          </p:cNvPr>
          <p:cNvSpPr>
            <a:spLocks xmlns:a="http://schemas.openxmlformats.org/drawingml/2006/main" noGrp="1"/>
          </p:cNvSpPr>
          <p:nvPr/>
        </p:nvSpPr>
        <p:spPr>
          <a:xfrm xmlns:a="http://schemas.openxmlformats.org/drawingml/2006/main">
            <a:off x="7267575" y="3496247"/>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71" name="">
            <a:extLst xmlns:a="http://schemas.openxmlformats.org/drawingml/2006/main">
              <a:ext uri="{FF2B5EF4-FFF2-40B4-BE49-F238E27FC236}">
                <a16:creationId xmlns:a16="http://schemas.microsoft.com/office/drawing/2014/main" id="{171C99D2-D4F9-419E-944B-0D99C374E1C1}"/>
              </a:ext>
            </a:extLst>
          </p:cNvPr>
          <p:cNvSpPr>
            <a:spLocks xmlns:a="http://schemas.openxmlformats.org/drawingml/2006/main" noGrp="1"/>
          </p:cNvSpPr>
          <p:nvPr/>
        </p:nvSpPr>
        <p:spPr>
          <a:xfrm xmlns:a="http://schemas.openxmlformats.org/drawingml/2006/main">
            <a:off x="1619250" y="3524250"/>
            <a:ext cx="5715000" cy="9525"/>
          </a:xfrm>
          <a:custGeom xmlns:a="http://schemas.openxmlformats.org/drawingml/2006/main">
            <a:pathLst>
              <a:path w="5715000" h="9525">
                <a:moveTo>
                  <a:pt x="5715000" y="0"/>
                </a:moveTo>
                <a:lnTo>
                  <a:pt x="0" y="0"/>
                </a:lnTo>
              </a:path>
            </a:pathLst>
          </a:custGeom>
          <a:noFill xmlns:a="http://schemas.openxmlformats.org/drawingml/2006/main"/>
          <a:ln xmlns:a="http://schemas.openxmlformats.org/drawingml/2006/main" w="13335">
            <a:solidFill>
              <a:srgbClr val="71818B"/>
            </a:solidFill>
          </a:ln>
        </p:spPr>
      </p:sp>
      <p:sp>
        <p:nvSpPr>
          <p:cNvPr id="72" name="">
            <a:extLst xmlns:a="http://schemas.openxmlformats.org/drawingml/2006/main">
              <a:ext uri="{FF2B5EF4-FFF2-40B4-BE49-F238E27FC236}">
                <a16:creationId xmlns:a16="http://schemas.microsoft.com/office/drawing/2014/main" id="{6C5B4492-033D-4EEF-8F86-C3773C6799F1}"/>
              </a:ext>
            </a:extLst>
          </p:cNvPr>
          <p:cNvSpPr>
            <a:spLocks xmlns:a="http://schemas.openxmlformats.org/drawingml/2006/main" noGrp="1"/>
          </p:cNvSpPr>
          <p:nvPr/>
        </p:nvSpPr>
        <p:spPr>
          <a:xfrm xmlns:a="http://schemas.openxmlformats.org/drawingml/2006/main">
            <a:off x="1619250" y="3496247"/>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73" name="">
            <a:extLst xmlns:a="http://schemas.openxmlformats.org/drawingml/2006/main">
              <a:ext uri="{FF2B5EF4-FFF2-40B4-BE49-F238E27FC236}">
                <a16:creationId xmlns:a16="http://schemas.microsoft.com/office/drawing/2014/main" id="{83AFBF4E-2CEE-4C5F-8371-BF2E211F4253}"/>
              </a:ext>
            </a:extLst>
          </p:cNvPr>
          <p:cNvSpPr>
            <a:spLocks xmlns:a="http://schemas.openxmlformats.org/drawingml/2006/main" noGrp="1"/>
          </p:cNvSpPr>
          <p:nvPr/>
        </p:nvSpPr>
        <p:spPr>
          <a:xfrm xmlns:a="http://schemas.openxmlformats.org/drawingml/2006/main">
            <a:off x="1619250" y="3571875"/>
            <a:ext cx="571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71818B"/>
                </a:solidFill>
                <a:latin typeface="Yu Gothic"/>
                <a:ea typeface="Yu Gothic"/>
                <a:cs typeface="Yu Gothic"/>
              </a:defRPr>
            </a:defPPr>
            <a:lvl1pPr algn="ctr">
              <a:buNone/>
              <a:defRPr sz="1725" b="0">
                <a:solidFill>
                  <a:srgbClr val="71818B"/>
                </a:solidFill>
                <a:latin typeface="Yu Gothic"/>
                <a:ea typeface="Yu Gothic"/>
                <a:cs typeface="Yu Gothic"/>
              </a:defRPr>
            </a:lvl1pPr>
            <a:lvl2pPr algn="ctr">
              <a:buNone/>
              <a:defRPr sz="1725" b="0">
                <a:solidFill>
                  <a:srgbClr val="71818B"/>
                </a:solidFill>
                <a:latin typeface="Yu Gothic"/>
                <a:ea typeface="Yu Gothic"/>
                <a:cs typeface="Yu Gothic"/>
              </a:defRPr>
            </a:lvl2pPr>
            <a:lvl3pPr algn="ctr">
              <a:buNone/>
              <a:defRPr sz="1725" b="0">
                <a:solidFill>
                  <a:srgbClr val="71818B"/>
                </a:solidFill>
                <a:latin typeface="Yu Gothic"/>
                <a:ea typeface="Yu Gothic"/>
                <a:cs typeface="Yu Gothic"/>
              </a:defRPr>
            </a:lvl3pPr>
            <a:lvl4pPr algn="ctr">
              <a:buNone/>
              <a:defRPr sz="1725" b="0">
                <a:solidFill>
                  <a:srgbClr val="71818B"/>
                </a:solidFill>
                <a:latin typeface="Yu Gothic"/>
                <a:ea typeface="Yu Gothic"/>
                <a:cs typeface="Yu Gothic"/>
              </a:defRPr>
            </a:lvl4pPr>
            <a:lvl5pPr algn="ctr">
              <a:buNone/>
              <a:defRPr sz="1725" b="0">
                <a:solidFill>
                  <a:srgbClr val="71818B"/>
                </a:solidFill>
                <a:latin typeface="Yu Gothic"/>
                <a:ea typeface="Yu Gothic"/>
                <a:cs typeface="Yu Gothic"/>
              </a:defRPr>
            </a:lvl5pPr>
            <a:lvl6pPr algn="ctr">
              <a:buNone/>
              <a:defRPr sz="1725" b="0">
                <a:solidFill>
                  <a:srgbClr val="71818B"/>
                </a:solidFill>
                <a:latin typeface="Yu Gothic"/>
                <a:ea typeface="Yu Gothic"/>
                <a:cs typeface="Yu Gothic"/>
              </a:defRPr>
            </a:lvl6pPr>
            <a:lvl7pPr algn="ctr">
              <a:buNone/>
              <a:defRPr sz="1725" b="0">
                <a:solidFill>
                  <a:srgbClr val="71818B"/>
                </a:solidFill>
                <a:latin typeface="Yu Gothic"/>
                <a:ea typeface="Yu Gothic"/>
                <a:cs typeface="Yu Gothic"/>
              </a:defRPr>
            </a:lvl7pPr>
            <a:lvl8pPr algn="ctr">
              <a:buNone/>
              <a:defRPr sz="1725" b="0">
                <a:solidFill>
                  <a:srgbClr val="71818B"/>
                </a:solidFill>
                <a:latin typeface="Yu Gothic"/>
                <a:ea typeface="Yu Gothic"/>
                <a:cs typeface="Yu Gothic"/>
              </a:defRPr>
            </a:lvl8pPr>
            <a:lvl9pPr algn="ctr">
              <a:buNone/>
              <a:defRPr sz="1725" b="0">
                <a:solidFill>
                  <a:srgbClr val="71818B"/>
                </a:solidFill>
                <a:latin typeface="Yu Gothic"/>
                <a:ea typeface="Yu Gothic"/>
                <a:cs typeface="Yu Gothic"/>
              </a:defRPr>
            </a:lvl9pPr>
          </a:lstStyle>
          <a:p xmlns:a="http://schemas.openxmlformats.org/drawingml/2006/main">
            <a:pPr algn="ctr">
              <a:buNone/>
              <a:defRPr sz="1725" b="0">
                <a:solidFill>
                  <a:srgbClr val="71818B"/>
                </a:solidFill>
                <a:latin typeface="Yu Gothic"/>
                <a:ea typeface="Yu Gothic"/>
                <a:cs typeface="Yu Gothic"/>
              </a:defRPr>
            </a:pPr>
            <a:r>
              <a:rPr sz="1725" b="0">
                <a:solidFill>
                  <a:srgbClr val="71818B"/>
                </a:solidFill>
                <a:latin typeface="Yu Gothic"/>
                <a:ea typeface="Yu Gothic"/>
                <a:cs typeface="Yu Gothic"/>
              </a:rPr>
              <a:t>L</a:t>
            </a:r>
          </a:p>
        </p:txBody>
      </p:sp>
      <p:sp>
        <p:nvSpPr>
          <p:cNvPr id="74" name="">
            <a:extLst xmlns:a="http://schemas.openxmlformats.org/drawingml/2006/main">
              <a:ext uri="{FF2B5EF4-FFF2-40B4-BE49-F238E27FC236}">
                <a16:creationId xmlns:a16="http://schemas.microsoft.com/office/drawing/2014/main" id="{99F02971-4F52-4542-95BF-1FE5F34B48E1}"/>
              </a:ext>
            </a:extLst>
          </p:cNvPr>
          <p:cNvSpPr>
            <a:spLocks xmlns:a="http://schemas.openxmlformats.org/drawingml/2006/main" noGrp="1"/>
          </p:cNvSpPr>
          <p:nvPr/>
        </p:nvSpPr>
        <p:spPr>
          <a:xfrm xmlns:a="http://schemas.openxmlformats.org/drawingml/2006/main">
            <a:off x="809625" y="409575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全体のつり合いに使う合力</a:t>
            </a:r>
          </a:p>
        </p:txBody>
      </p:sp>
      <p:sp>
        <p:nvSpPr>
          <p:cNvPr id="75" name="">
            <a:extLst xmlns:a="http://schemas.openxmlformats.org/drawingml/2006/main">
              <a:ext uri="{FF2B5EF4-FFF2-40B4-BE49-F238E27FC236}">
                <a16:creationId xmlns:a16="http://schemas.microsoft.com/office/drawing/2014/main" id="{EE5A8AE5-E73D-4F0E-9974-309B08521449}"/>
              </a:ext>
            </a:extLst>
          </p:cNvPr>
          <p:cNvSpPr>
            <a:spLocks xmlns:a="http://schemas.openxmlformats.org/drawingml/2006/main" noGrp="1"/>
          </p:cNvSpPr>
          <p:nvPr/>
        </p:nvSpPr>
        <p:spPr>
          <a:xfrm xmlns:a="http://schemas.openxmlformats.org/drawingml/2006/main">
            <a:off x="1619250" y="5000625"/>
            <a:ext cx="571500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76" name="">
            <a:extLst xmlns:a="http://schemas.openxmlformats.org/drawingml/2006/main">
              <a:ext uri="{FF2B5EF4-FFF2-40B4-BE49-F238E27FC236}">
                <a16:creationId xmlns:a16="http://schemas.microsoft.com/office/drawing/2014/main" id="{FA993CDF-35F7-4B66-8558-12A8466E73B6}"/>
              </a:ext>
            </a:extLst>
          </p:cNvPr>
          <p:cNvSpPr>
            <a:spLocks xmlns:a="http://schemas.openxmlformats.org/drawingml/2006/main" noGrp="1"/>
          </p:cNvSpPr>
          <p:nvPr/>
        </p:nvSpPr>
        <p:spPr>
          <a:xfrm xmlns:a="http://schemas.openxmlformats.org/drawingml/2006/main">
            <a:off x="1457325" y="5172075"/>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77" name="">
            <a:extLst xmlns:a="http://schemas.openxmlformats.org/drawingml/2006/main">
              <a:ext uri="{FF2B5EF4-FFF2-40B4-BE49-F238E27FC236}">
                <a16:creationId xmlns:a16="http://schemas.microsoft.com/office/drawing/2014/main" id="{B5C93126-96F6-44FD-A76A-FF0EDDBE3035}"/>
              </a:ext>
            </a:extLst>
          </p:cNvPr>
          <p:cNvSpPr>
            <a:spLocks xmlns:a="http://schemas.openxmlformats.org/drawingml/2006/main" noGrp="1"/>
          </p:cNvSpPr>
          <p:nvPr/>
        </p:nvSpPr>
        <p:spPr>
          <a:xfrm xmlns:a="http://schemas.openxmlformats.org/drawingml/2006/main">
            <a:off x="1343025" y="5467350"/>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78" name="">
            <a:extLst xmlns:a="http://schemas.openxmlformats.org/drawingml/2006/main">
              <a:ext uri="{FF2B5EF4-FFF2-40B4-BE49-F238E27FC236}">
                <a16:creationId xmlns:a16="http://schemas.microsoft.com/office/drawing/2014/main" id="{4B757F7F-5267-4B5A-AA93-C6ECF6A573F6}"/>
              </a:ext>
            </a:extLst>
          </p:cNvPr>
          <p:cNvSpPr>
            <a:spLocks xmlns:a="http://schemas.openxmlformats.org/drawingml/2006/main" noGrp="1"/>
          </p:cNvSpPr>
          <p:nvPr/>
        </p:nvSpPr>
        <p:spPr>
          <a:xfrm xmlns:a="http://schemas.openxmlformats.org/drawingml/2006/main">
            <a:off x="7172325" y="5172075"/>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79" name="">
            <a:extLst xmlns:a="http://schemas.openxmlformats.org/drawingml/2006/main">
              <a:ext uri="{FF2B5EF4-FFF2-40B4-BE49-F238E27FC236}">
                <a16:creationId xmlns:a16="http://schemas.microsoft.com/office/drawing/2014/main" id="{D469DBCB-6717-4B5C-B9C1-E5B6737E5F24}"/>
              </a:ext>
            </a:extLst>
          </p:cNvPr>
          <p:cNvSpPr>
            <a:spLocks xmlns:a="http://schemas.openxmlformats.org/drawingml/2006/main" noGrp="1"/>
          </p:cNvSpPr>
          <p:nvPr/>
        </p:nvSpPr>
        <p:spPr>
          <a:xfrm xmlns:a="http://schemas.openxmlformats.org/drawingml/2006/main">
            <a:off x="7210425" y="542925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80" name="">
            <a:extLst xmlns:a="http://schemas.openxmlformats.org/drawingml/2006/main">
              <a:ext uri="{FF2B5EF4-FFF2-40B4-BE49-F238E27FC236}">
                <a16:creationId xmlns:a16="http://schemas.microsoft.com/office/drawing/2014/main" id="{BE5EED16-F389-464F-BE53-A9FEB22DAD0B}"/>
              </a:ext>
            </a:extLst>
          </p:cNvPr>
          <p:cNvSpPr>
            <a:spLocks xmlns:a="http://schemas.openxmlformats.org/drawingml/2006/main" noGrp="1"/>
          </p:cNvSpPr>
          <p:nvPr/>
        </p:nvSpPr>
        <p:spPr>
          <a:xfrm xmlns:a="http://schemas.openxmlformats.org/drawingml/2006/main">
            <a:off x="7362825" y="542925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81" name="">
            <a:extLst xmlns:a="http://schemas.openxmlformats.org/drawingml/2006/main">
              <a:ext uri="{FF2B5EF4-FFF2-40B4-BE49-F238E27FC236}">
                <a16:creationId xmlns:a16="http://schemas.microsoft.com/office/drawing/2014/main" id="{DD301367-5831-4D3C-BA41-ADD00A907107}"/>
              </a:ext>
            </a:extLst>
          </p:cNvPr>
          <p:cNvSpPr>
            <a:spLocks xmlns:a="http://schemas.openxmlformats.org/drawingml/2006/main" noGrp="1"/>
          </p:cNvSpPr>
          <p:nvPr/>
        </p:nvSpPr>
        <p:spPr>
          <a:xfrm xmlns:a="http://schemas.openxmlformats.org/drawingml/2006/main">
            <a:off x="7058025" y="5543550"/>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82" name="">
            <a:extLst xmlns:a="http://schemas.openxmlformats.org/drawingml/2006/main">
              <a:ext uri="{FF2B5EF4-FFF2-40B4-BE49-F238E27FC236}">
                <a16:creationId xmlns:a16="http://schemas.microsoft.com/office/drawing/2014/main" id="{FF2D2DAE-B1D8-4F1E-8020-4A32B9031BAA}"/>
              </a:ext>
            </a:extLst>
          </p:cNvPr>
          <p:cNvSpPr>
            <a:spLocks xmlns:a="http://schemas.openxmlformats.org/drawingml/2006/main" noGrp="1"/>
          </p:cNvSpPr>
          <p:nvPr/>
        </p:nvSpPr>
        <p:spPr>
          <a:xfrm xmlns:a="http://schemas.openxmlformats.org/drawingml/2006/main">
            <a:off x="1000125" y="5295900"/>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A</a:t>
            </a:r>
          </a:p>
        </p:txBody>
      </p:sp>
      <p:sp>
        <p:nvSpPr>
          <p:cNvPr id="83" name="">
            <a:extLst xmlns:a="http://schemas.openxmlformats.org/drawingml/2006/main">
              <a:ext uri="{FF2B5EF4-FFF2-40B4-BE49-F238E27FC236}">
                <a16:creationId xmlns:a16="http://schemas.microsoft.com/office/drawing/2014/main" id="{0D688BE7-09AE-471E-BDAB-C21D0BA0583D}"/>
              </a:ext>
            </a:extLst>
          </p:cNvPr>
          <p:cNvSpPr>
            <a:spLocks xmlns:a="http://schemas.openxmlformats.org/drawingml/2006/main" noGrp="1"/>
          </p:cNvSpPr>
          <p:nvPr/>
        </p:nvSpPr>
        <p:spPr>
          <a:xfrm xmlns:a="http://schemas.openxmlformats.org/drawingml/2006/main">
            <a:off x="7648575" y="5362575"/>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buNone/>
              <a:defRPr sz="1800" b="1">
                <a:solidFill>
                  <a:srgbClr val="2876A8"/>
                </a:solidFill>
                <a:latin typeface="Yu Gothic"/>
                <a:ea typeface="Yu Gothic"/>
                <a:cs typeface="Yu Gothic"/>
              </a:defRPr>
            </a:lvl1pPr>
            <a:lvl2pPr>
              <a:buNone/>
              <a:defRPr sz="1800" b="1">
                <a:solidFill>
                  <a:srgbClr val="2876A8"/>
                </a:solidFill>
                <a:latin typeface="Yu Gothic"/>
                <a:ea typeface="Yu Gothic"/>
                <a:cs typeface="Yu Gothic"/>
              </a:defRPr>
            </a:lvl2pPr>
            <a:lvl3pPr>
              <a:buNone/>
              <a:defRPr sz="1800" b="1">
                <a:solidFill>
                  <a:srgbClr val="2876A8"/>
                </a:solidFill>
                <a:latin typeface="Yu Gothic"/>
                <a:ea typeface="Yu Gothic"/>
                <a:cs typeface="Yu Gothic"/>
              </a:defRPr>
            </a:lvl3pPr>
            <a:lvl4pPr>
              <a:buNone/>
              <a:defRPr sz="1800" b="1">
                <a:solidFill>
                  <a:srgbClr val="2876A8"/>
                </a:solidFill>
                <a:latin typeface="Yu Gothic"/>
                <a:ea typeface="Yu Gothic"/>
                <a:cs typeface="Yu Gothic"/>
              </a:defRPr>
            </a:lvl4pPr>
            <a:lvl5pPr>
              <a:buNone/>
              <a:defRPr sz="1800" b="1">
                <a:solidFill>
                  <a:srgbClr val="2876A8"/>
                </a:solidFill>
                <a:latin typeface="Yu Gothic"/>
                <a:ea typeface="Yu Gothic"/>
                <a:cs typeface="Yu Gothic"/>
              </a:defRPr>
            </a:lvl5pPr>
            <a:lvl6pPr>
              <a:buNone/>
              <a:defRPr sz="1800" b="1">
                <a:solidFill>
                  <a:srgbClr val="2876A8"/>
                </a:solidFill>
                <a:latin typeface="Yu Gothic"/>
                <a:ea typeface="Yu Gothic"/>
                <a:cs typeface="Yu Gothic"/>
              </a:defRPr>
            </a:lvl6pPr>
            <a:lvl7pPr>
              <a:buNone/>
              <a:defRPr sz="1800" b="1">
                <a:solidFill>
                  <a:srgbClr val="2876A8"/>
                </a:solidFill>
                <a:latin typeface="Yu Gothic"/>
                <a:ea typeface="Yu Gothic"/>
                <a:cs typeface="Yu Gothic"/>
              </a:defRPr>
            </a:lvl7pPr>
            <a:lvl8pPr>
              <a:buNone/>
              <a:defRPr sz="1800" b="1">
                <a:solidFill>
                  <a:srgbClr val="2876A8"/>
                </a:solidFill>
                <a:latin typeface="Yu Gothic"/>
                <a:ea typeface="Yu Gothic"/>
                <a:cs typeface="Yu Gothic"/>
              </a:defRPr>
            </a:lvl8pPr>
            <a:lvl9pPr>
              <a:buNone/>
              <a:defRPr sz="1800" b="1">
                <a:solidFill>
                  <a:srgbClr val="2876A8"/>
                </a:solidFill>
                <a:latin typeface="Yu Gothic"/>
                <a:ea typeface="Yu Gothic"/>
                <a:cs typeface="Yu Gothic"/>
              </a:defRPr>
            </a:lvl9pPr>
          </a:lstStyle>
          <a:p xmlns:a="http://schemas.openxmlformats.org/drawingml/2006/main">
            <a:pPr>
              <a:buNone/>
              <a:defRPr sz="1800" b="1">
                <a:solidFill>
                  <a:srgbClr val="2876A8"/>
                </a:solidFill>
                <a:latin typeface="Yu Gothic"/>
                <a:ea typeface="Yu Gothic"/>
                <a:cs typeface="Yu Gothic"/>
              </a:defRPr>
            </a:pPr>
            <a:r>
              <a:rPr sz="1800" b="1">
                <a:solidFill>
                  <a:srgbClr val="2876A8"/>
                </a:solidFill>
                <a:latin typeface="Yu Gothic"/>
                <a:ea typeface="Yu Gothic"/>
                <a:cs typeface="Yu Gothic"/>
              </a:rPr>
              <a:t>B</a:t>
            </a:r>
          </a:p>
        </p:txBody>
      </p:sp>
      <p:sp>
        <p:nvSpPr>
          <p:cNvPr id="84" name="">
            <a:extLst xmlns:a="http://schemas.openxmlformats.org/drawingml/2006/main">
              <a:ext uri="{FF2B5EF4-FFF2-40B4-BE49-F238E27FC236}">
                <a16:creationId xmlns:a16="http://schemas.microsoft.com/office/drawing/2014/main" id="{D722B649-D931-4F46-9AF4-63931782865F}"/>
              </a:ext>
            </a:extLst>
          </p:cNvPr>
          <p:cNvSpPr>
            <a:spLocks xmlns:a="http://schemas.openxmlformats.org/drawingml/2006/main" noGrp="1"/>
          </p:cNvSpPr>
          <p:nvPr/>
        </p:nvSpPr>
        <p:spPr>
          <a:xfrm xmlns:a="http://schemas.openxmlformats.org/drawingml/2006/main">
            <a:off x="4476750" y="4352925"/>
            <a:ext cx="9525" cy="600075"/>
          </a:xfrm>
          <a:custGeom xmlns:a="http://schemas.openxmlformats.org/drawingml/2006/main">
            <a:pathLst>
              <a:path w="9525" h="600075">
                <a:moveTo>
                  <a:pt x="0" y="0"/>
                </a:moveTo>
                <a:lnTo>
                  <a:pt x="0" y="600075"/>
                </a:lnTo>
              </a:path>
            </a:pathLst>
          </a:custGeom>
          <a:noFill xmlns:a="http://schemas.openxmlformats.org/drawingml/2006/main"/>
          <a:ln xmlns:a="http://schemas.openxmlformats.org/drawingml/2006/main" w="28575">
            <a:solidFill>
              <a:srgbClr val="C4483C"/>
            </a:solidFill>
          </a:ln>
        </p:spPr>
      </p:sp>
      <p:sp>
        <p:nvSpPr>
          <p:cNvPr id="85" name="">
            <a:extLst xmlns:a="http://schemas.openxmlformats.org/drawingml/2006/main">
              <a:ext uri="{FF2B5EF4-FFF2-40B4-BE49-F238E27FC236}">
                <a16:creationId xmlns:a16="http://schemas.microsoft.com/office/drawing/2014/main" id="{F66A648F-1CAF-4832-8703-15E4D791A1FA}"/>
              </a:ext>
            </a:extLst>
          </p:cNvPr>
          <p:cNvSpPr>
            <a:spLocks xmlns:a="http://schemas.openxmlformats.org/drawingml/2006/main" noGrp="1"/>
          </p:cNvSpPr>
          <p:nvPr/>
        </p:nvSpPr>
        <p:spPr>
          <a:xfrm xmlns:a="http://schemas.openxmlformats.org/drawingml/2006/main">
            <a:off x="4428744" y="483870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86" name="">
            <a:extLst xmlns:a="http://schemas.openxmlformats.org/drawingml/2006/main">
              <a:ext uri="{FF2B5EF4-FFF2-40B4-BE49-F238E27FC236}">
                <a16:creationId xmlns:a16="http://schemas.microsoft.com/office/drawing/2014/main" id="{44B850B4-86F6-42F1-84A0-00FE4D3F8D7D}"/>
              </a:ext>
            </a:extLst>
          </p:cNvPr>
          <p:cNvSpPr>
            <a:spLocks xmlns:a="http://schemas.openxmlformats.org/drawingml/2006/main" noGrp="1"/>
          </p:cNvSpPr>
          <p:nvPr/>
        </p:nvSpPr>
        <p:spPr>
          <a:xfrm xmlns:a="http://schemas.openxmlformats.org/drawingml/2006/main">
            <a:off x="5000625" y="447675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C4483C"/>
                </a:solidFill>
                <a:latin typeface="Yu Gothic"/>
                <a:ea typeface="Yu Gothic"/>
                <a:cs typeface="Yu Gothic"/>
              </a:defRPr>
            </a:defPPr>
            <a:lvl1pPr>
              <a:buNone/>
              <a:defRPr sz="2175" b="1">
                <a:solidFill>
                  <a:srgbClr val="C4483C"/>
                </a:solidFill>
                <a:latin typeface="Yu Gothic"/>
                <a:ea typeface="Yu Gothic"/>
                <a:cs typeface="Yu Gothic"/>
              </a:defRPr>
            </a:lvl1pPr>
            <a:lvl2pPr>
              <a:buNone/>
              <a:defRPr sz="2175" b="1">
                <a:solidFill>
                  <a:srgbClr val="C4483C"/>
                </a:solidFill>
                <a:latin typeface="Yu Gothic"/>
                <a:ea typeface="Yu Gothic"/>
                <a:cs typeface="Yu Gothic"/>
              </a:defRPr>
            </a:lvl2pPr>
            <a:lvl3pPr>
              <a:buNone/>
              <a:defRPr sz="2175" b="1">
                <a:solidFill>
                  <a:srgbClr val="C4483C"/>
                </a:solidFill>
                <a:latin typeface="Yu Gothic"/>
                <a:ea typeface="Yu Gothic"/>
                <a:cs typeface="Yu Gothic"/>
              </a:defRPr>
            </a:lvl3pPr>
            <a:lvl4pPr>
              <a:buNone/>
              <a:defRPr sz="2175" b="1">
                <a:solidFill>
                  <a:srgbClr val="C4483C"/>
                </a:solidFill>
                <a:latin typeface="Yu Gothic"/>
                <a:ea typeface="Yu Gothic"/>
                <a:cs typeface="Yu Gothic"/>
              </a:defRPr>
            </a:lvl4pPr>
            <a:lvl5pPr>
              <a:buNone/>
              <a:defRPr sz="2175" b="1">
                <a:solidFill>
                  <a:srgbClr val="C4483C"/>
                </a:solidFill>
                <a:latin typeface="Yu Gothic"/>
                <a:ea typeface="Yu Gothic"/>
                <a:cs typeface="Yu Gothic"/>
              </a:defRPr>
            </a:lvl5pPr>
            <a:lvl6pPr>
              <a:buNone/>
              <a:defRPr sz="2175" b="1">
                <a:solidFill>
                  <a:srgbClr val="C4483C"/>
                </a:solidFill>
                <a:latin typeface="Yu Gothic"/>
                <a:ea typeface="Yu Gothic"/>
                <a:cs typeface="Yu Gothic"/>
              </a:defRPr>
            </a:lvl6pPr>
            <a:lvl7pPr>
              <a:buNone/>
              <a:defRPr sz="2175" b="1">
                <a:solidFill>
                  <a:srgbClr val="C4483C"/>
                </a:solidFill>
                <a:latin typeface="Yu Gothic"/>
                <a:ea typeface="Yu Gothic"/>
                <a:cs typeface="Yu Gothic"/>
              </a:defRPr>
            </a:lvl7pPr>
            <a:lvl8pPr>
              <a:buNone/>
              <a:defRPr sz="2175" b="1">
                <a:solidFill>
                  <a:srgbClr val="C4483C"/>
                </a:solidFill>
                <a:latin typeface="Yu Gothic"/>
                <a:ea typeface="Yu Gothic"/>
                <a:cs typeface="Yu Gothic"/>
              </a:defRPr>
            </a:lvl8pPr>
            <a:lvl9pPr>
              <a:buNone/>
              <a:defRPr sz="2175" b="1">
                <a:solidFill>
                  <a:srgbClr val="C4483C"/>
                </a:solidFill>
                <a:latin typeface="Yu Gothic"/>
                <a:ea typeface="Yu Gothic"/>
                <a:cs typeface="Yu Gothic"/>
              </a:defRPr>
            </a:lvl9pPr>
          </a:lstStyle>
          <a:p xmlns:a="http://schemas.openxmlformats.org/drawingml/2006/main">
            <a:pPr>
              <a:buNone/>
              <a:defRPr sz="2175" b="1">
                <a:solidFill>
                  <a:srgbClr val="C4483C"/>
                </a:solidFill>
                <a:latin typeface="Yu Gothic"/>
                <a:ea typeface="Yu Gothic"/>
                <a:cs typeface="Yu Gothic"/>
              </a:defRPr>
            </a:pPr>
            <a:r>
              <a:rPr sz="2175" b="1">
                <a:solidFill>
                  <a:srgbClr val="C4483C"/>
                </a:solidFill>
                <a:latin typeface="Yu Gothic"/>
                <a:ea typeface="Yu Gothic"/>
                <a:cs typeface="Yu Gothic"/>
              </a:rPr>
              <a:t>W = wL</a:t>
            </a:r>
          </a:p>
        </p:txBody>
      </p:sp>
      <p:sp>
        <p:nvSpPr>
          <p:cNvPr id="87" name="">
            <a:extLst xmlns:a="http://schemas.openxmlformats.org/drawingml/2006/main">
              <a:ext uri="{FF2B5EF4-FFF2-40B4-BE49-F238E27FC236}">
                <a16:creationId xmlns:a16="http://schemas.microsoft.com/office/drawing/2014/main" id="{FCB9B020-49FF-49E7-8D40-E78D6420BD57}"/>
              </a:ext>
            </a:extLst>
          </p:cNvPr>
          <p:cNvSpPr>
            <a:spLocks xmlns:a="http://schemas.openxmlformats.org/drawingml/2006/main" noGrp="1"/>
          </p:cNvSpPr>
          <p:nvPr/>
        </p:nvSpPr>
        <p:spPr>
          <a:xfrm xmlns:a="http://schemas.openxmlformats.org/drawingml/2006/main">
            <a:off x="1619250" y="5429250"/>
            <a:ext cx="2857500" cy="9525"/>
          </a:xfrm>
          <a:custGeom xmlns:a="http://schemas.openxmlformats.org/drawingml/2006/main">
            <a:pathLst>
              <a:path w="2857500" h="9525">
                <a:moveTo>
                  <a:pt x="0" y="0"/>
                </a:moveTo>
                <a:lnTo>
                  <a:pt x="2857500" y="0"/>
                </a:lnTo>
              </a:path>
            </a:pathLst>
          </a:custGeom>
          <a:noFill xmlns:a="http://schemas.openxmlformats.org/drawingml/2006/main"/>
          <a:ln xmlns:a="http://schemas.openxmlformats.org/drawingml/2006/main" w="13335">
            <a:solidFill>
              <a:srgbClr val="C4483C"/>
            </a:solidFill>
          </a:ln>
        </p:spPr>
      </p:sp>
      <p:sp>
        <p:nvSpPr>
          <p:cNvPr id="88" name="">
            <a:extLst xmlns:a="http://schemas.openxmlformats.org/drawingml/2006/main">
              <a:ext uri="{FF2B5EF4-FFF2-40B4-BE49-F238E27FC236}">
                <a16:creationId xmlns:a16="http://schemas.microsoft.com/office/drawing/2014/main" id="{49A9E7B5-3ACC-457C-9195-41301B9254CB}"/>
              </a:ext>
            </a:extLst>
          </p:cNvPr>
          <p:cNvSpPr>
            <a:spLocks xmlns:a="http://schemas.openxmlformats.org/drawingml/2006/main" noGrp="1"/>
          </p:cNvSpPr>
          <p:nvPr/>
        </p:nvSpPr>
        <p:spPr>
          <a:xfrm xmlns:a="http://schemas.openxmlformats.org/drawingml/2006/main">
            <a:off x="4410075" y="5401246"/>
            <a:ext cx="66675" cy="56007"/>
          </a:xfrm>
          <a:custGeom xmlns:a="http://schemas.openxmlformats.org/drawingml/2006/main">
            <a:pathLst>
              <a:path w="66675" h="56007">
                <a:moveTo>
                  <a:pt x="66675" y="28004"/>
                </a:moveTo>
                <a:lnTo>
                  <a:pt x="0" y="0"/>
                </a:lnTo>
                <a:lnTo>
                  <a:pt x="0" y="56007"/>
                </a:lnTo>
                <a:close/>
              </a:path>
            </a:pathLst>
          </a:custGeom>
          <a:solidFill xmlns:a="http://schemas.openxmlformats.org/drawingml/2006/main">
            <a:srgbClr val="C4483C"/>
          </a:solidFill>
          <a:ln xmlns:a="http://schemas.openxmlformats.org/drawingml/2006/main" w="4763">
            <a:solidFill>
              <a:srgbClr val="C4483C"/>
            </a:solidFill>
          </a:ln>
        </p:spPr>
      </p:sp>
      <p:sp>
        <p:nvSpPr>
          <p:cNvPr id="89" name="">
            <a:extLst xmlns:a="http://schemas.openxmlformats.org/drawingml/2006/main">
              <a:ext uri="{FF2B5EF4-FFF2-40B4-BE49-F238E27FC236}">
                <a16:creationId xmlns:a16="http://schemas.microsoft.com/office/drawing/2014/main" id="{4E7705FB-EEBB-40F8-A666-08281F17C62A}"/>
              </a:ext>
            </a:extLst>
          </p:cNvPr>
          <p:cNvSpPr>
            <a:spLocks xmlns:a="http://schemas.openxmlformats.org/drawingml/2006/main" noGrp="1"/>
          </p:cNvSpPr>
          <p:nvPr/>
        </p:nvSpPr>
        <p:spPr>
          <a:xfrm xmlns:a="http://schemas.openxmlformats.org/drawingml/2006/main">
            <a:off x="1619250" y="5429250"/>
            <a:ext cx="2857500" cy="9525"/>
          </a:xfrm>
          <a:custGeom xmlns:a="http://schemas.openxmlformats.org/drawingml/2006/main">
            <a:pathLst>
              <a:path w="2857500" h="9525">
                <a:moveTo>
                  <a:pt x="2857500" y="0"/>
                </a:moveTo>
                <a:lnTo>
                  <a:pt x="0" y="0"/>
                </a:lnTo>
              </a:path>
            </a:pathLst>
          </a:custGeom>
          <a:noFill xmlns:a="http://schemas.openxmlformats.org/drawingml/2006/main"/>
          <a:ln xmlns:a="http://schemas.openxmlformats.org/drawingml/2006/main" w="13335">
            <a:solidFill>
              <a:srgbClr val="C4483C"/>
            </a:solidFill>
          </a:ln>
        </p:spPr>
      </p:sp>
      <p:sp>
        <p:nvSpPr>
          <p:cNvPr id="90" name="">
            <a:extLst xmlns:a="http://schemas.openxmlformats.org/drawingml/2006/main">
              <a:ext uri="{FF2B5EF4-FFF2-40B4-BE49-F238E27FC236}">
                <a16:creationId xmlns:a16="http://schemas.microsoft.com/office/drawing/2014/main" id="{75ED7954-9740-4484-9B19-478B4ABBB126}"/>
              </a:ext>
            </a:extLst>
          </p:cNvPr>
          <p:cNvSpPr>
            <a:spLocks xmlns:a="http://schemas.openxmlformats.org/drawingml/2006/main" noGrp="1"/>
          </p:cNvSpPr>
          <p:nvPr/>
        </p:nvSpPr>
        <p:spPr>
          <a:xfrm xmlns:a="http://schemas.openxmlformats.org/drawingml/2006/main">
            <a:off x="1619250" y="5401246"/>
            <a:ext cx="66675" cy="56007"/>
          </a:xfrm>
          <a:custGeom xmlns:a="http://schemas.openxmlformats.org/drawingml/2006/main">
            <a:pathLst>
              <a:path w="66675" h="56007">
                <a:moveTo>
                  <a:pt x="0" y="28004"/>
                </a:moveTo>
                <a:lnTo>
                  <a:pt x="66675" y="56007"/>
                </a:lnTo>
                <a:lnTo>
                  <a:pt x="66675" y="0"/>
                </a:lnTo>
                <a:close/>
              </a:path>
            </a:pathLst>
          </a:custGeom>
          <a:solidFill xmlns:a="http://schemas.openxmlformats.org/drawingml/2006/main">
            <a:srgbClr val="C4483C"/>
          </a:solidFill>
          <a:ln xmlns:a="http://schemas.openxmlformats.org/drawingml/2006/main" w="4763">
            <a:solidFill>
              <a:srgbClr val="C4483C"/>
            </a:solidFill>
          </a:ln>
        </p:spPr>
      </p:sp>
      <p:sp>
        <p:nvSpPr>
          <p:cNvPr id="91" name="">
            <a:extLst xmlns:a="http://schemas.openxmlformats.org/drawingml/2006/main">
              <a:ext uri="{FF2B5EF4-FFF2-40B4-BE49-F238E27FC236}">
                <a16:creationId xmlns:a16="http://schemas.microsoft.com/office/drawing/2014/main" id="{652E1A4B-B157-4C36-8387-D2A1B9C6EF62}"/>
              </a:ext>
            </a:extLst>
          </p:cNvPr>
          <p:cNvSpPr>
            <a:spLocks xmlns:a="http://schemas.openxmlformats.org/drawingml/2006/main" noGrp="1"/>
          </p:cNvSpPr>
          <p:nvPr/>
        </p:nvSpPr>
        <p:spPr>
          <a:xfrm xmlns:a="http://schemas.openxmlformats.org/drawingml/2006/main">
            <a:off x="1619250" y="54768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C4483C"/>
                </a:solidFill>
                <a:latin typeface="Yu Gothic"/>
                <a:ea typeface="Yu Gothic"/>
                <a:cs typeface="Yu Gothic"/>
              </a:defRPr>
            </a:defPPr>
            <a:lvl1pPr algn="ctr">
              <a:buNone/>
              <a:defRPr sz="1725" b="0">
                <a:solidFill>
                  <a:srgbClr val="C4483C"/>
                </a:solidFill>
                <a:latin typeface="Yu Gothic"/>
                <a:ea typeface="Yu Gothic"/>
                <a:cs typeface="Yu Gothic"/>
              </a:defRPr>
            </a:lvl1pPr>
            <a:lvl2pPr algn="ctr">
              <a:buNone/>
              <a:defRPr sz="1725" b="0">
                <a:solidFill>
                  <a:srgbClr val="C4483C"/>
                </a:solidFill>
                <a:latin typeface="Yu Gothic"/>
                <a:ea typeface="Yu Gothic"/>
                <a:cs typeface="Yu Gothic"/>
              </a:defRPr>
            </a:lvl2pPr>
            <a:lvl3pPr algn="ctr">
              <a:buNone/>
              <a:defRPr sz="1725" b="0">
                <a:solidFill>
                  <a:srgbClr val="C4483C"/>
                </a:solidFill>
                <a:latin typeface="Yu Gothic"/>
                <a:ea typeface="Yu Gothic"/>
                <a:cs typeface="Yu Gothic"/>
              </a:defRPr>
            </a:lvl3pPr>
            <a:lvl4pPr algn="ctr">
              <a:buNone/>
              <a:defRPr sz="1725" b="0">
                <a:solidFill>
                  <a:srgbClr val="C4483C"/>
                </a:solidFill>
                <a:latin typeface="Yu Gothic"/>
                <a:ea typeface="Yu Gothic"/>
                <a:cs typeface="Yu Gothic"/>
              </a:defRPr>
            </a:lvl4pPr>
            <a:lvl5pPr algn="ctr">
              <a:buNone/>
              <a:defRPr sz="1725" b="0">
                <a:solidFill>
                  <a:srgbClr val="C4483C"/>
                </a:solidFill>
                <a:latin typeface="Yu Gothic"/>
                <a:ea typeface="Yu Gothic"/>
                <a:cs typeface="Yu Gothic"/>
              </a:defRPr>
            </a:lvl5pPr>
            <a:lvl6pPr algn="ctr">
              <a:buNone/>
              <a:defRPr sz="1725" b="0">
                <a:solidFill>
                  <a:srgbClr val="C4483C"/>
                </a:solidFill>
                <a:latin typeface="Yu Gothic"/>
                <a:ea typeface="Yu Gothic"/>
                <a:cs typeface="Yu Gothic"/>
              </a:defRPr>
            </a:lvl6pPr>
            <a:lvl7pPr algn="ctr">
              <a:buNone/>
              <a:defRPr sz="1725" b="0">
                <a:solidFill>
                  <a:srgbClr val="C4483C"/>
                </a:solidFill>
                <a:latin typeface="Yu Gothic"/>
                <a:ea typeface="Yu Gothic"/>
                <a:cs typeface="Yu Gothic"/>
              </a:defRPr>
            </a:lvl7pPr>
            <a:lvl8pPr algn="ctr">
              <a:buNone/>
              <a:defRPr sz="1725" b="0">
                <a:solidFill>
                  <a:srgbClr val="C4483C"/>
                </a:solidFill>
                <a:latin typeface="Yu Gothic"/>
                <a:ea typeface="Yu Gothic"/>
                <a:cs typeface="Yu Gothic"/>
              </a:defRPr>
            </a:lvl8pPr>
            <a:lvl9pPr algn="ctr">
              <a:buNone/>
              <a:defRPr sz="1725" b="0">
                <a:solidFill>
                  <a:srgbClr val="C4483C"/>
                </a:solidFill>
                <a:latin typeface="Yu Gothic"/>
                <a:ea typeface="Yu Gothic"/>
                <a:cs typeface="Yu Gothic"/>
              </a:defRPr>
            </a:lvl9pPr>
          </a:lstStyle>
          <a:p xmlns:a="http://schemas.openxmlformats.org/drawingml/2006/main">
            <a:pPr algn="ctr">
              <a:buNone/>
              <a:defRPr sz="1725" b="0">
                <a:solidFill>
                  <a:srgbClr val="C4483C"/>
                </a:solidFill>
                <a:latin typeface="Yu Gothic"/>
                <a:ea typeface="Yu Gothic"/>
                <a:cs typeface="Yu Gothic"/>
              </a:defRPr>
            </a:pPr>
            <a:r>
              <a:rPr sz="1725" b="0">
                <a:solidFill>
                  <a:srgbClr val="C4483C"/>
                </a:solidFill>
                <a:latin typeface="Yu Gothic"/>
                <a:ea typeface="Yu Gothic"/>
                <a:cs typeface="Yu Gothic"/>
              </a:rPr>
              <a:t>L/2</a:t>
            </a:r>
          </a:p>
        </p:txBody>
      </p:sp>
      <p:sp>
        <p:nvSpPr>
          <p:cNvPr id="92" name="">
            <a:extLst xmlns:a="http://schemas.openxmlformats.org/drawingml/2006/main">
              <a:ext uri="{FF2B5EF4-FFF2-40B4-BE49-F238E27FC236}">
                <a16:creationId xmlns:a16="http://schemas.microsoft.com/office/drawing/2014/main" id="{5EC76209-28E1-4EE8-8134-E9A069923AFB}"/>
              </a:ext>
            </a:extLst>
          </p:cNvPr>
          <p:cNvSpPr>
            <a:spLocks xmlns:a="http://schemas.openxmlformats.org/drawingml/2006/main" noGrp="1"/>
          </p:cNvSpPr>
          <p:nvPr/>
        </p:nvSpPr>
        <p:spPr>
          <a:xfrm xmlns:a="http://schemas.openxmlformats.org/drawingml/2006/main">
            <a:off x="8239125" y="20955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RA + RB = wL</a:t>
            </a:r>
          </a:p>
        </p:txBody>
      </p:sp>
      <p:sp>
        <p:nvSpPr>
          <p:cNvPr id="93" name="">
            <a:extLst xmlns:a="http://schemas.openxmlformats.org/drawingml/2006/main">
              <a:ext uri="{FF2B5EF4-FFF2-40B4-BE49-F238E27FC236}">
                <a16:creationId xmlns:a16="http://schemas.microsoft.com/office/drawing/2014/main" id="{77766340-F44F-4B30-8E5E-9BFA95ED8C06}"/>
              </a:ext>
            </a:extLst>
          </p:cNvPr>
          <p:cNvSpPr>
            <a:spLocks xmlns:a="http://schemas.openxmlformats.org/drawingml/2006/main" noGrp="1"/>
          </p:cNvSpPr>
          <p:nvPr/>
        </p:nvSpPr>
        <p:spPr>
          <a:xfrm xmlns:a="http://schemas.openxmlformats.org/drawingml/2006/main">
            <a:off x="8239125" y="28575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LRB − (wL)(L/2) = 0</a:t>
            </a:r>
          </a:p>
        </p:txBody>
      </p:sp>
      <p:sp>
        <p:nvSpPr>
          <p:cNvPr id="94" name="">
            <a:extLst xmlns:a="http://schemas.openxmlformats.org/drawingml/2006/main">
              <a:ext uri="{FF2B5EF4-FFF2-40B4-BE49-F238E27FC236}">
                <a16:creationId xmlns:a16="http://schemas.microsoft.com/office/drawing/2014/main" id="{A3B45AE5-BABA-4597-A499-0E5CD64E3C2A}"/>
              </a:ext>
            </a:extLst>
          </p:cNvPr>
          <p:cNvSpPr>
            <a:spLocks xmlns:a="http://schemas.openxmlformats.org/drawingml/2006/main" noGrp="1"/>
          </p:cNvSpPr>
          <p:nvPr/>
        </p:nvSpPr>
        <p:spPr>
          <a:xfrm xmlns:a="http://schemas.openxmlformats.org/drawingml/2006/main">
            <a:off x="8239125" y="41910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buNone/>
              <a:defRPr sz="1950" b="0">
                <a:solidFill>
                  <a:srgbClr val="263D4D"/>
                </a:solidFill>
                <a:latin typeface="Yu Gothic"/>
                <a:ea typeface="Yu Gothic"/>
                <a:cs typeface="Yu Gothic"/>
              </a:defRPr>
            </a:lvl1pPr>
            <a:lvl2pPr>
              <a:buNone/>
              <a:defRPr sz="1950" b="0">
                <a:solidFill>
                  <a:srgbClr val="263D4D"/>
                </a:solidFill>
                <a:latin typeface="Yu Gothic"/>
                <a:ea typeface="Yu Gothic"/>
                <a:cs typeface="Yu Gothic"/>
              </a:defRPr>
            </a:lvl2pPr>
            <a:lvl3pPr>
              <a:buNone/>
              <a:defRPr sz="1950" b="0">
                <a:solidFill>
                  <a:srgbClr val="263D4D"/>
                </a:solidFill>
                <a:latin typeface="Yu Gothic"/>
                <a:ea typeface="Yu Gothic"/>
                <a:cs typeface="Yu Gothic"/>
              </a:defRPr>
            </a:lvl3pPr>
            <a:lvl4pPr>
              <a:buNone/>
              <a:defRPr sz="1950" b="0">
                <a:solidFill>
                  <a:srgbClr val="263D4D"/>
                </a:solidFill>
                <a:latin typeface="Yu Gothic"/>
                <a:ea typeface="Yu Gothic"/>
                <a:cs typeface="Yu Gothic"/>
              </a:defRPr>
            </a:lvl4pPr>
            <a:lvl5pPr>
              <a:buNone/>
              <a:defRPr sz="1950" b="0">
                <a:solidFill>
                  <a:srgbClr val="263D4D"/>
                </a:solidFill>
                <a:latin typeface="Yu Gothic"/>
                <a:ea typeface="Yu Gothic"/>
                <a:cs typeface="Yu Gothic"/>
              </a:defRPr>
            </a:lvl5pPr>
            <a:lvl6pPr>
              <a:buNone/>
              <a:defRPr sz="1950" b="0">
                <a:solidFill>
                  <a:srgbClr val="263D4D"/>
                </a:solidFill>
                <a:latin typeface="Yu Gothic"/>
                <a:ea typeface="Yu Gothic"/>
                <a:cs typeface="Yu Gothic"/>
              </a:defRPr>
            </a:lvl6pPr>
            <a:lvl7pPr>
              <a:buNone/>
              <a:defRPr sz="1950" b="0">
                <a:solidFill>
                  <a:srgbClr val="263D4D"/>
                </a:solidFill>
                <a:latin typeface="Yu Gothic"/>
                <a:ea typeface="Yu Gothic"/>
                <a:cs typeface="Yu Gothic"/>
              </a:defRPr>
            </a:lvl7pPr>
            <a:lvl8pPr>
              <a:buNone/>
              <a:defRPr sz="1950" b="0">
                <a:solidFill>
                  <a:srgbClr val="263D4D"/>
                </a:solidFill>
                <a:latin typeface="Yu Gothic"/>
                <a:ea typeface="Yu Gothic"/>
                <a:cs typeface="Yu Gothic"/>
              </a:defRPr>
            </a:lvl8pPr>
            <a:lvl9pPr>
              <a:buNone/>
              <a:defRPr sz="1950" b="0">
                <a:solidFill>
                  <a:srgbClr val="263D4D"/>
                </a:solidFill>
                <a:latin typeface="Yu Gothic"/>
                <a:ea typeface="Yu Gothic"/>
                <a:cs typeface="Yu Gothic"/>
              </a:defRPr>
            </a:lvl9pPr>
          </a:lstStyle>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w：1 mあたりの荷重</a:t>
            </a:r>
          </a:p>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W：全体の荷重</a:t>
            </a:r>
          </a:p>
        </p:txBody>
      </p:sp>
      <p:sp>
        <p:nvSpPr>
          <p:cNvPr id="95" name="">
            <a:extLst xmlns:a="http://schemas.openxmlformats.org/drawingml/2006/main">
              <a:ext uri="{FF2B5EF4-FFF2-40B4-BE49-F238E27FC236}">
                <a16:creationId xmlns:a16="http://schemas.microsoft.com/office/drawing/2014/main" id="{758380B9-0A3A-4D04-98FC-B9070FFC9341}"/>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この置換で求められるのは全体の反力。切断面の左右への荷重の分かれ方までは保たない。</a:t>
            </a:r>
          </a:p>
        </p:txBody>
      </p:sp>
    </p:spTree>
    <p:extLst>
      <p:ext uri="{BB962C8B-B14F-4D97-AF65-F5344CB8AC3E}">
        <p14:creationId xmlns:p14="http://schemas.microsoft.com/office/powerpoint/2010/main" val="57090792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186A2A1-BE2D-48A6-8F64-D254FBE64FEC}"/>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等分布荷重の SFD は直線、BMD は放物線</a:t>
            </a:r>
          </a:p>
        </p:txBody>
      </p:sp>
      <p:cxnSp>
        <p:nvCxnSpPr>
          <p:cNvPr id="2" name="">
            <a:extLst xmlns:a="http://schemas.openxmlformats.org/drawingml/2006/main">
              <a:ext uri="{FF2B5EF4-FFF2-40B4-BE49-F238E27FC236}">
                <a16:creationId xmlns:a16="http://schemas.microsoft.com/office/drawing/2014/main" id="{E6931595-CC46-4CC0-9377-8F2B1060E051}"/>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529F2931-02F9-422C-85D1-E8A6E2ED18B5}"/>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71B568D3-407F-4BFF-966B-D4A80C339F77}"/>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36 / 49</a:t>
            </a:r>
          </a:p>
        </p:txBody>
      </p:sp>
      <p:sp>
        <p:nvSpPr>
          <p:cNvPr id="31" name="">
            <a:extLst xmlns:a="http://schemas.openxmlformats.org/drawingml/2006/main">
              <a:ext uri="{FF2B5EF4-FFF2-40B4-BE49-F238E27FC236}">
                <a16:creationId xmlns:a16="http://schemas.microsoft.com/office/drawing/2014/main" id="{A22FFE31-8CCF-44A4-AA6B-0EB5F04E0E43}"/>
              </a:ext>
            </a:extLst>
          </p:cNvPr>
          <p:cNvSpPr>
            <a:spLocks xmlns:a="http://schemas.openxmlformats.org/drawingml/2006/main" noGrp="1"/>
          </p:cNvSpPr>
          <p:nvPr/>
        </p:nvSpPr>
        <p:spPr>
          <a:xfrm xmlns:a="http://schemas.openxmlformats.org/drawingml/2006/main">
            <a:off x="809625" y="147637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左部分だけを取り出す</a:t>
            </a:r>
          </a:p>
        </p:txBody>
      </p:sp>
      <p:sp>
        <p:nvSpPr>
          <p:cNvPr id="32" name="">
            <a:extLst xmlns:a="http://schemas.openxmlformats.org/drawingml/2006/main">
              <a:ext uri="{FF2B5EF4-FFF2-40B4-BE49-F238E27FC236}">
                <a16:creationId xmlns:a16="http://schemas.microsoft.com/office/drawing/2014/main" id="{9F11D7EE-1F26-49E9-9FF2-196072D804FB}"/>
              </a:ext>
            </a:extLst>
          </p:cNvPr>
          <p:cNvSpPr>
            <a:spLocks xmlns:a="http://schemas.openxmlformats.org/drawingml/2006/main" noGrp="1"/>
          </p:cNvSpPr>
          <p:nvPr/>
        </p:nvSpPr>
        <p:spPr>
          <a:xfrm xmlns:a="http://schemas.openxmlformats.org/drawingml/2006/main">
            <a:off x="1428750" y="2619375"/>
            <a:ext cx="419100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33" name="">
            <a:extLst xmlns:a="http://schemas.openxmlformats.org/drawingml/2006/main">
              <a:ext uri="{FF2B5EF4-FFF2-40B4-BE49-F238E27FC236}">
                <a16:creationId xmlns:a16="http://schemas.microsoft.com/office/drawing/2014/main" id="{8838207F-F0AC-4812-96F4-0147BEE72804}"/>
              </a:ext>
            </a:extLst>
          </p:cNvPr>
          <p:cNvSpPr>
            <a:spLocks xmlns:a="http://schemas.openxmlformats.org/drawingml/2006/main" noGrp="1"/>
          </p:cNvSpPr>
          <p:nvPr/>
        </p:nvSpPr>
        <p:spPr>
          <a:xfrm xmlns:a="http://schemas.openxmlformats.org/drawingml/2006/main">
            <a:off x="1428750" y="2028825"/>
            <a:ext cx="4191000" cy="9525"/>
          </a:xfrm>
          <a:custGeom xmlns:a="http://schemas.openxmlformats.org/drawingml/2006/main">
            <a:pathLst>
              <a:path w="4191000" h="9525">
                <a:moveTo>
                  <a:pt x="0" y="0"/>
                </a:moveTo>
                <a:lnTo>
                  <a:pt x="4191000" y="0"/>
                </a:lnTo>
              </a:path>
            </a:pathLst>
          </a:custGeom>
          <a:noFill xmlns:a="http://schemas.openxmlformats.org/drawingml/2006/main"/>
          <a:ln xmlns:a="http://schemas.openxmlformats.org/drawingml/2006/main" w="19050">
            <a:solidFill>
              <a:srgbClr val="C4483C"/>
            </a:solidFill>
          </a:ln>
        </p:spPr>
      </p:sp>
      <p:sp>
        <p:nvSpPr>
          <p:cNvPr id="34" name="">
            <a:extLst xmlns:a="http://schemas.openxmlformats.org/drawingml/2006/main">
              <a:ext uri="{FF2B5EF4-FFF2-40B4-BE49-F238E27FC236}">
                <a16:creationId xmlns:a16="http://schemas.microsoft.com/office/drawing/2014/main" id="{6313D6FD-D8D2-4AC4-9126-F3B2D844DA0A}"/>
              </a:ext>
            </a:extLst>
          </p:cNvPr>
          <p:cNvSpPr>
            <a:spLocks xmlns:a="http://schemas.openxmlformats.org/drawingml/2006/main" noGrp="1"/>
          </p:cNvSpPr>
          <p:nvPr/>
        </p:nvSpPr>
        <p:spPr>
          <a:xfrm xmlns:a="http://schemas.openxmlformats.org/drawingml/2006/main">
            <a:off x="1428750" y="2028825"/>
            <a:ext cx="9525" cy="542925"/>
          </a:xfrm>
          <a:custGeom xmlns:a="http://schemas.openxmlformats.org/drawingml/2006/main">
            <a:pathLst>
              <a:path w="9525" h="542925">
                <a:moveTo>
                  <a:pt x="0" y="0"/>
                </a:moveTo>
                <a:lnTo>
                  <a:pt x="0" y="542925"/>
                </a:lnTo>
              </a:path>
            </a:pathLst>
          </a:custGeom>
          <a:noFill xmlns:a="http://schemas.openxmlformats.org/drawingml/2006/main"/>
          <a:ln xmlns:a="http://schemas.openxmlformats.org/drawingml/2006/main" w="19050">
            <a:solidFill>
              <a:srgbClr val="C4483C"/>
            </a:solidFill>
          </a:ln>
        </p:spPr>
      </p:sp>
      <p:sp>
        <p:nvSpPr>
          <p:cNvPr id="35" name="">
            <a:extLst xmlns:a="http://schemas.openxmlformats.org/drawingml/2006/main">
              <a:ext uri="{FF2B5EF4-FFF2-40B4-BE49-F238E27FC236}">
                <a16:creationId xmlns:a16="http://schemas.microsoft.com/office/drawing/2014/main" id="{A03013BF-8E25-4FE0-BCD1-3096038D7BD9}"/>
              </a:ext>
            </a:extLst>
          </p:cNvPr>
          <p:cNvSpPr>
            <a:spLocks xmlns:a="http://schemas.openxmlformats.org/drawingml/2006/main" noGrp="1"/>
          </p:cNvSpPr>
          <p:nvPr/>
        </p:nvSpPr>
        <p:spPr>
          <a:xfrm xmlns:a="http://schemas.openxmlformats.org/drawingml/2006/main">
            <a:off x="1396746" y="249555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6" name="">
            <a:extLst xmlns:a="http://schemas.openxmlformats.org/drawingml/2006/main">
              <a:ext uri="{FF2B5EF4-FFF2-40B4-BE49-F238E27FC236}">
                <a16:creationId xmlns:a16="http://schemas.microsoft.com/office/drawing/2014/main" id="{1BD4CB8E-C1B6-49F0-A692-381EA5D78D57}"/>
              </a:ext>
            </a:extLst>
          </p:cNvPr>
          <p:cNvSpPr>
            <a:spLocks xmlns:a="http://schemas.openxmlformats.org/drawingml/2006/main" noGrp="1"/>
          </p:cNvSpPr>
          <p:nvPr/>
        </p:nvSpPr>
        <p:spPr>
          <a:xfrm xmlns:a="http://schemas.openxmlformats.org/drawingml/2006/main">
            <a:off x="1952625" y="2028825"/>
            <a:ext cx="9525" cy="542925"/>
          </a:xfrm>
          <a:custGeom xmlns:a="http://schemas.openxmlformats.org/drawingml/2006/main">
            <a:pathLst>
              <a:path w="9525" h="542925">
                <a:moveTo>
                  <a:pt x="0" y="0"/>
                </a:moveTo>
                <a:lnTo>
                  <a:pt x="0" y="542925"/>
                </a:lnTo>
              </a:path>
            </a:pathLst>
          </a:custGeom>
          <a:noFill xmlns:a="http://schemas.openxmlformats.org/drawingml/2006/main"/>
          <a:ln xmlns:a="http://schemas.openxmlformats.org/drawingml/2006/main" w="19050">
            <a:solidFill>
              <a:srgbClr val="C4483C"/>
            </a:solidFill>
          </a:ln>
        </p:spPr>
      </p:sp>
      <p:sp>
        <p:nvSpPr>
          <p:cNvPr id="37" name="">
            <a:extLst xmlns:a="http://schemas.openxmlformats.org/drawingml/2006/main">
              <a:ext uri="{FF2B5EF4-FFF2-40B4-BE49-F238E27FC236}">
                <a16:creationId xmlns:a16="http://schemas.microsoft.com/office/drawing/2014/main" id="{260CA6C8-91DA-464A-BA33-260EF4EC7FCB}"/>
              </a:ext>
            </a:extLst>
          </p:cNvPr>
          <p:cNvSpPr>
            <a:spLocks xmlns:a="http://schemas.openxmlformats.org/drawingml/2006/main" noGrp="1"/>
          </p:cNvSpPr>
          <p:nvPr/>
        </p:nvSpPr>
        <p:spPr>
          <a:xfrm xmlns:a="http://schemas.openxmlformats.org/drawingml/2006/main">
            <a:off x="1920621" y="249555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8" name="">
            <a:extLst xmlns:a="http://schemas.openxmlformats.org/drawingml/2006/main">
              <a:ext uri="{FF2B5EF4-FFF2-40B4-BE49-F238E27FC236}">
                <a16:creationId xmlns:a16="http://schemas.microsoft.com/office/drawing/2014/main" id="{EBF7C583-EC8E-4C9B-8D39-1AF9623C1D64}"/>
              </a:ext>
            </a:extLst>
          </p:cNvPr>
          <p:cNvSpPr>
            <a:spLocks xmlns:a="http://schemas.openxmlformats.org/drawingml/2006/main" noGrp="1"/>
          </p:cNvSpPr>
          <p:nvPr/>
        </p:nvSpPr>
        <p:spPr>
          <a:xfrm xmlns:a="http://schemas.openxmlformats.org/drawingml/2006/main">
            <a:off x="2476500" y="2028825"/>
            <a:ext cx="9525" cy="542925"/>
          </a:xfrm>
          <a:custGeom xmlns:a="http://schemas.openxmlformats.org/drawingml/2006/main">
            <a:pathLst>
              <a:path w="9525" h="542925">
                <a:moveTo>
                  <a:pt x="0" y="0"/>
                </a:moveTo>
                <a:lnTo>
                  <a:pt x="0" y="542925"/>
                </a:lnTo>
              </a:path>
            </a:pathLst>
          </a:custGeom>
          <a:noFill xmlns:a="http://schemas.openxmlformats.org/drawingml/2006/main"/>
          <a:ln xmlns:a="http://schemas.openxmlformats.org/drawingml/2006/main" w="19050">
            <a:solidFill>
              <a:srgbClr val="C4483C"/>
            </a:solidFill>
          </a:ln>
        </p:spPr>
      </p:sp>
      <p:sp>
        <p:nvSpPr>
          <p:cNvPr id="39" name="">
            <a:extLst xmlns:a="http://schemas.openxmlformats.org/drawingml/2006/main">
              <a:ext uri="{FF2B5EF4-FFF2-40B4-BE49-F238E27FC236}">
                <a16:creationId xmlns:a16="http://schemas.microsoft.com/office/drawing/2014/main" id="{3767C5F1-B184-48D4-83F5-8F5971A13497}"/>
              </a:ext>
            </a:extLst>
          </p:cNvPr>
          <p:cNvSpPr>
            <a:spLocks xmlns:a="http://schemas.openxmlformats.org/drawingml/2006/main" noGrp="1"/>
          </p:cNvSpPr>
          <p:nvPr/>
        </p:nvSpPr>
        <p:spPr>
          <a:xfrm xmlns:a="http://schemas.openxmlformats.org/drawingml/2006/main">
            <a:off x="2444496" y="249555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40" name="">
            <a:extLst xmlns:a="http://schemas.openxmlformats.org/drawingml/2006/main">
              <a:ext uri="{FF2B5EF4-FFF2-40B4-BE49-F238E27FC236}">
                <a16:creationId xmlns:a16="http://schemas.microsoft.com/office/drawing/2014/main" id="{599C8B5C-468B-447A-A9BE-32B18F88CE04}"/>
              </a:ext>
            </a:extLst>
          </p:cNvPr>
          <p:cNvSpPr>
            <a:spLocks xmlns:a="http://schemas.openxmlformats.org/drawingml/2006/main" noGrp="1"/>
          </p:cNvSpPr>
          <p:nvPr/>
        </p:nvSpPr>
        <p:spPr>
          <a:xfrm xmlns:a="http://schemas.openxmlformats.org/drawingml/2006/main">
            <a:off x="3000375" y="2028825"/>
            <a:ext cx="9525" cy="542925"/>
          </a:xfrm>
          <a:custGeom xmlns:a="http://schemas.openxmlformats.org/drawingml/2006/main">
            <a:pathLst>
              <a:path w="9525" h="542925">
                <a:moveTo>
                  <a:pt x="0" y="0"/>
                </a:moveTo>
                <a:lnTo>
                  <a:pt x="0" y="542925"/>
                </a:lnTo>
              </a:path>
            </a:pathLst>
          </a:custGeom>
          <a:noFill xmlns:a="http://schemas.openxmlformats.org/drawingml/2006/main"/>
          <a:ln xmlns:a="http://schemas.openxmlformats.org/drawingml/2006/main" w="19050">
            <a:solidFill>
              <a:srgbClr val="C4483C"/>
            </a:solidFill>
          </a:ln>
        </p:spPr>
      </p:sp>
      <p:sp>
        <p:nvSpPr>
          <p:cNvPr id="41" name="">
            <a:extLst xmlns:a="http://schemas.openxmlformats.org/drawingml/2006/main">
              <a:ext uri="{FF2B5EF4-FFF2-40B4-BE49-F238E27FC236}">
                <a16:creationId xmlns:a16="http://schemas.microsoft.com/office/drawing/2014/main" id="{20D3D3B7-E7CE-4132-B699-58CDD4E9540B}"/>
              </a:ext>
            </a:extLst>
          </p:cNvPr>
          <p:cNvSpPr>
            <a:spLocks xmlns:a="http://schemas.openxmlformats.org/drawingml/2006/main" noGrp="1"/>
          </p:cNvSpPr>
          <p:nvPr/>
        </p:nvSpPr>
        <p:spPr>
          <a:xfrm xmlns:a="http://schemas.openxmlformats.org/drawingml/2006/main">
            <a:off x="2968371" y="249555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42" name="">
            <a:extLst xmlns:a="http://schemas.openxmlformats.org/drawingml/2006/main">
              <a:ext uri="{FF2B5EF4-FFF2-40B4-BE49-F238E27FC236}">
                <a16:creationId xmlns:a16="http://schemas.microsoft.com/office/drawing/2014/main" id="{DBAF4BC0-0F7A-4385-B6C4-BC669D1ECF6A}"/>
              </a:ext>
            </a:extLst>
          </p:cNvPr>
          <p:cNvSpPr>
            <a:spLocks xmlns:a="http://schemas.openxmlformats.org/drawingml/2006/main" noGrp="1"/>
          </p:cNvSpPr>
          <p:nvPr/>
        </p:nvSpPr>
        <p:spPr>
          <a:xfrm xmlns:a="http://schemas.openxmlformats.org/drawingml/2006/main">
            <a:off x="3524250" y="2028825"/>
            <a:ext cx="9525" cy="542925"/>
          </a:xfrm>
          <a:custGeom xmlns:a="http://schemas.openxmlformats.org/drawingml/2006/main">
            <a:pathLst>
              <a:path w="9525" h="542925">
                <a:moveTo>
                  <a:pt x="0" y="0"/>
                </a:moveTo>
                <a:lnTo>
                  <a:pt x="0" y="542925"/>
                </a:lnTo>
              </a:path>
            </a:pathLst>
          </a:custGeom>
          <a:noFill xmlns:a="http://schemas.openxmlformats.org/drawingml/2006/main"/>
          <a:ln xmlns:a="http://schemas.openxmlformats.org/drawingml/2006/main" w="19050">
            <a:solidFill>
              <a:srgbClr val="C4483C"/>
            </a:solidFill>
          </a:ln>
        </p:spPr>
      </p:sp>
      <p:sp>
        <p:nvSpPr>
          <p:cNvPr id="43" name="">
            <a:extLst xmlns:a="http://schemas.openxmlformats.org/drawingml/2006/main">
              <a:ext uri="{FF2B5EF4-FFF2-40B4-BE49-F238E27FC236}">
                <a16:creationId xmlns:a16="http://schemas.microsoft.com/office/drawing/2014/main" id="{4DA46A6A-A708-4094-A15C-6317BBC07145}"/>
              </a:ext>
            </a:extLst>
          </p:cNvPr>
          <p:cNvSpPr>
            <a:spLocks xmlns:a="http://schemas.openxmlformats.org/drawingml/2006/main" noGrp="1"/>
          </p:cNvSpPr>
          <p:nvPr/>
        </p:nvSpPr>
        <p:spPr>
          <a:xfrm xmlns:a="http://schemas.openxmlformats.org/drawingml/2006/main">
            <a:off x="3492246" y="249555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44" name="">
            <a:extLst xmlns:a="http://schemas.openxmlformats.org/drawingml/2006/main">
              <a:ext uri="{FF2B5EF4-FFF2-40B4-BE49-F238E27FC236}">
                <a16:creationId xmlns:a16="http://schemas.microsoft.com/office/drawing/2014/main" id="{C3C6E179-32E3-4342-885F-18613543D361}"/>
              </a:ext>
            </a:extLst>
          </p:cNvPr>
          <p:cNvSpPr>
            <a:spLocks xmlns:a="http://schemas.openxmlformats.org/drawingml/2006/main" noGrp="1"/>
          </p:cNvSpPr>
          <p:nvPr/>
        </p:nvSpPr>
        <p:spPr>
          <a:xfrm xmlns:a="http://schemas.openxmlformats.org/drawingml/2006/main">
            <a:off x="4048125" y="2028825"/>
            <a:ext cx="9525" cy="542925"/>
          </a:xfrm>
          <a:custGeom xmlns:a="http://schemas.openxmlformats.org/drawingml/2006/main">
            <a:pathLst>
              <a:path w="9525" h="542925">
                <a:moveTo>
                  <a:pt x="0" y="0"/>
                </a:moveTo>
                <a:lnTo>
                  <a:pt x="0" y="542925"/>
                </a:lnTo>
              </a:path>
            </a:pathLst>
          </a:custGeom>
          <a:noFill xmlns:a="http://schemas.openxmlformats.org/drawingml/2006/main"/>
          <a:ln xmlns:a="http://schemas.openxmlformats.org/drawingml/2006/main" w="19050">
            <a:solidFill>
              <a:srgbClr val="C4483C"/>
            </a:solidFill>
          </a:ln>
        </p:spPr>
      </p:sp>
      <p:sp>
        <p:nvSpPr>
          <p:cNvPr id="45" name="">
            <a:extLst xmlns:a="http://schemas.openxmlformats.org/drawingml/2006/main">
              <a:ext uri="{FF2B5EF4-FFF2-40B4-BE49-F238E27FC236}">
                <a16:creationId xmlns:a16="http://schemas.microsoft.com/office/drawing/2014/main" id="{FAA0144B-7B01-49B6-95F7-BF12C466EC4A}"/>
              </a:ext>
            </a:extLst>
          </p:cNvPr>
          <p:cNvSpPr>
            <a:spLocks xmlns:a="http://schemas.openxmlformats.org/drawingml/2006/main" noGrp="1"/>
          </p:cNvSpPr>
          <p:nvPr/>
        </p:nvSpPr>
        <p:spPr>
          <a:xfrm xmlns:a="http://schemas.openxmlformats.org/drawingml/2006/main">
            <a:off x="4016121" y="249555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46" name="">
            <a:extLst xmlns:a="http://schemas.openxmlformats.org/drawingml/2006/main">
              <a:ext uri="{FF2B5EF4-FFF2-40B4-BE49-F238E27FC236}">
                <a16:creationId xmlns:a16="http://schemas.microsoft.com/office/drawing/2014/main" id="{7B8B0226-6277-485A-8211-72434F6D365F}"/>
              </a:ext>
            </a:extLst>
          </p:cNvPr>
          <p:cNvSpPr>
            <a:spLocks xmlns:a="http://schemas.openxmlformats.org/drawingml/2006/main" noGrp="1"/>
          </p:cNvSpPr>
          <p:nvPr/>
        </p:nvSpPr>
        <p:spPr>
          <a:xfrm xmlns:a="http://schemas.openxmlformats.org/drawingml/2006/main">
            <a:off x="4572000" y="2028825"/>
            <a:ext cx="9525" cy="542925"/>
          </a:xfrm>
          <a:custGeom xmlns:a="http://schemas.openxmlformats.org/drawingml/2006/main">
            <a:pathLst>
              <a:path w="9525" h="542925">
                <a:moveTo>
                  <a:pt x="0" y="0"/>
                </a:moveTo>
                <a:lnTo>
                  <a:pt x="0" y="542925"/>
                </a:lnTo>
              </a:path>
            </a:pathLst>
          </a:custGeom>
          <a:noFill xmlns:a="http://schemas.openxmlformats.org/drawingml/2006/main"/>
          <a:ln xmlns:a="http://schemas.openxmlformats.org/drawingml/2006/main" w="19050">
            <a:solidFill>
              <a:srgbClr val="C4483C"/>
            </a:solidFill>
          </a:ln>
        </p:spPr>
      </p:sp>
      <p:sp>
        <p:nvSpPr>
          <p:cNvPr id="47" name="">
            <a:extLst xmlns:a="http://schemas.openxmlformats.org/drawingml/2006/main">
              <a:ext uri="{FF2B5EF4-FFF2-40B4-BE49-F238E27FC236}">
                <a16:creationId xmlns:a16="http://schemas.microsoft.com/office/drawing/2014/main" id="{61B2FAF9-0FB1-4337-8057-E6A093DBFBB6}"/>
              </a:ext>
            </a:extLst>
          </p:cNvPr>
          <p:cNvSpPr>
            <a:spLocks xmlns:a="http://schemas.openxmlformats.org/drawingml/2006/main" noGrp="1"/>
          </p:cNvSpPr>
          <p:nvPr/>
        </p:nvSpPr>
        <p:spPr>
          <a:xfrm xmlns:a="http://schemas.openxmlformats.org/drawingml/2006/main">
            <a:off x="4539996" y="249555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48" name="">
            <a:extLst xmlns:a="http://schemas.openxmlformats.org/drawingml/2006/main">
              <a:ext uri="{FF2B5EF4-FFF2-40B4-BE49-F238E27FC236}">
                <a16:creationId xmlns:a16="http://schemas.microsoft.com/office/drawing/2014/main" id="{23E5675E-C4A5-499D-A98D-D093344D93DE}"/>
              </a:ext>
            </a:extLst>
          </p:cNvPr>
          <p:cNvSpPr>
            <a:spLocks xmlns:a="http://schemas.openxmlformats.org/drawingml/2006/main" noGrp="1"/>
          </p:cNvSpPr>
          <p:nvPr/>
        </p:nvSpPr>
        <p:spPr>
          <a:xfrm xmlns:a="http://schemas.openxmlformats.org/drawingml/2006/main">
            <a:off x="5095875" y="2028825"/>
            <a:ext cx="9525" cy="542925"/>
          </a:xfrm>
          <a:custGeom xmlns:a="http://schemas.openxmlformats.org/drawingml/2006/main">
            <a:pathLst>
              <a:path w="9525" h="542925">
                <a:moveTo>
                  <a:pt x="0" y="0"/>
                </a:moveTo>
                <a:lnTo>
                  <a:pt x="0" y="542925"/>
                </a:lnTo>
              </a:path>
            </a:pathLst>
          </a:custGeom>
          <a:noFill xmlns:a="http://schemas.openxmlformats.org/drawingml/2006/main"/>
          <a:ln xmlns:a="http://schemas.openxmlformats.org/drawingml/2006/main" w="19050">
            <a:solidFill>
              <a:srgbClr val="C4483C"/>
            </a:solidFill>
          </a:ln>
        </p:spPr>
      </p:sp>
      <p:sp>
        <p:nvSpPr>
          <p:cNvPr id="49" name="">
            <a:extLst xmlns:a="http://schemas.openxmlformats.org/drawingml/2006/main">
              <a:ext uri="{FF2B5EF4-FFF2-40B4-BE49-F238E27FC236}">
                <a16:creationId xmlns:a16="http://schemas.microsoft.com/office/drawing/2014/main" id="{5B595F43-4E35-4325-8061-FD5895A09861}"/>
              </a:ext>
            </a:extLst>
          </p:cNvPr>
          <p:cNvSpPr>
            <a:spLocks xmlns:a="http://schemas.openxmlformats.org/drawingml/2006/main" noGrp="1"/>
          </p:cNvSpPr>
          <p:nvPr/>
        </p:nvSpPr>
        <p:spPr>
          <a:xfrm xmlns:a="http://schemas.openxmlformats.org/drawingml/2006/main">
            <a:off x="5063871" y="249555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50" name="">
            <a:extLst xmlns:a="http://schemas.openxmlformats.org/drawingml/2006/main">
              <a:ext uri="{FF2B5EF4-FFF2-40B4-BE49-F238E27FC236}">
                <a16:creationId xmlns:a16="http://schemas.microsoft.com/office/drawing/2014/main" id="{5C6F7E44-BAE0-411F-9A5D-94A0F42C6DBD}"/>
              </a:ext>
            </a:extLst>
          </p:cNvPr>
          <p:cNvSpPr>
            <a:spLocks xmlns:a="http://schemas.openxmlformats.org/drawingml/2006/main" noGrp="1"/>
          </p:cNvSpPr>
          <p:nvPr/>
        </p:nvSpPr>
        <p:spPr>
          <a:xfrm xmlns:a="http://schemas.openxmlformats.org/drawingml/2006/main">
            <a:off x="5619750" y="2028825"/>
            <a:ext cx="9525" cy="542925"/>
          </a:xfrm>
          <a:custGeom xmlns:a="http://schemas.openxmlformats.org/drawingml/2006/main">
            <a:pathLst>
              <a:path w="9525" h="542925">
                <a:moveTo>
                  <a:pt x="0" y="0"/>
                </a:moveTo>
                <a:lnTo>
                  <a:pt x="0" y="542925"/>
                </a:lnTo>
              </a:path>
            </a:pathLst>
          </a:custGeom>
          <a:noFill xmlns:a="http://schemas.openxmlformats.org/drawingml/2006/main"/>
          <a:ln xmlns:a="http://schemas.openxmlformats.org/drawingml/2006/main" w="19050">
            <a:solidFill>
              <a:srgbClr val="C4483C"/>
            </a:solidFill>
          </a:ln>
        </p:spPr>
      </p:sp>
      <p:sp>
        <p:nvSpPr>
          <p:cNvPr id="51" name="">
            <a:extLst xmlns:a="http://schemas.openxmlformats.org/drawingml/2006/main">
              <a:ext uri="{FF2B5EF4-FFF2-40B4-BE49-F238E27FC236}">
                <a16:creationId xmlns:a16="http://schemas.microsoft.com/office/drawing/2014/main" id="{7B872A83-3884-46D8-80DD-F12B5D5910D3}"/>
              </a:ext>
            </a:extLst>
          </p:cNvPr>
          <p:cNvSpPr>
            <a:spLocks xmlns:a="http://schemas.openxmlformats.org/drawingml/2006/main" noGrp="1"/>
          </p:cNvSpPr>
          <p:nvPr/>
        </p:nvSpPr>
        <p:spPr>
          <a:xfrm xmlns:a="http://schemas.openxmlformats.org/drawingml/2006/main">
            <a:off x="5587746" y="249555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52" name="">
            <a:extLst xmlns:a="http://schemas.openxmlformats.org/drawingml/2006/main">
              <a:ext uri="{FF2B5EF4-FFF2-40B4-BE49-F238E27FC236}">
                <a16:creationId xmlns:a16="http://schemas.microsoft.com/office/drawing/2014/main" id="{26BB4958-DDE4-47B7-8D18-9191141B58BC}"/>
              </a:ext>
            </a:extLst>
          </p:cNvPr>
          <p:cNvSpPr>
            <a:spLocks xmlns:a="http://schemas.openxmlformats.org/drawingml/2006/main" noGrp="1"/>
          </p:cNvSpPr>
          <p:nvPr/>
        </p:nvSpPr>
        <p:spPr>
          <a:xfrm xmlns:a="http://schemas.openxmlformats.org/drawingml/2006/main">
            <a:off x="5619750" y="2190750"/>
            <a:ext cx="9525" cy="69850"/>
          </a:xfrm>
          <a:custGeom xmlns:a="http://schemas.openxmlformats.org/drawingml/2006/main">
            <a:pathLst>
              <a:path w="9525" h="69850">
                <a:moveTo>
                  <a:pt x="0" y="0"/>
                </a:moveTo>
                <a:lnTo>
                  <a:pt x="0" y="69850"/>
                </a:lnTo>
              </a:path>
            </a:pathLst>
          </a:custGeom>
          <a:noFill xmlns:a="http://schemas.openxmlformats.org/drawingml/2006/main"/>
          <a:ln xmlns:a="http://schemas.openxmlformats.org/drawingml/2006/main" w="11430">
            <a:solidFill>
              <a:srgbClr val="71818B"/>
            </a:solidFill>
          </a:ln>
        </p:spPr>
      </p:sp>
      <p:sp>
        <p:nvSpPr>
          <p:cNvPr id="53" name="">
            <a:extLst xmlns:a="http://schemas.openxmlformats.org/drawingml/2006/main">
              <a:ext uri="{FF2B5EF4-FFF2-40B4-BE49-F238E27FC236}">
                <a16:creationId xmlns:a16="http://schemas.microsoft.com/office/drawing/2014/main" id="{D47C522B-5B9E-4607-933C-187F9F38606E}"/>
              </a:ext>
            </a:extLst>
          </p:cNvPr>
          <p:cNvSpPr>
            <a:spLocks xmlns:a="http://schemas.openxmlformats.org/drawingml/2006/main" noGrp="1"/>
          </p:cNvSpPr>
          <p:nvPr/>
        </p:nvSpPr>
        <p:spPr>
          <a:xfrm xmlns:a="http://schemas.openxmlformats.org/drawingml/2006/main">
            <a:off x="5619750" y="2317750"/>
            <a:ext cx="9525" cy="69850"/>
          </a:xfrm>
          <a:custGeom xmlns:a="http://schemas.openxmlformats.org/drawingml/2006/main">
            <a:pathLst>
              <a:path w="9525" h="69850">
                <a:moveTo>
                  <a:pt x="0" y="0"/>
                </a:moveTo>
                <a:lnTo>
                  <a:pt x="0" y="69850"/>
                </a:lnTo>
              </a:path>
            </a:pathLst>
          </a:custGeom>
          <a:noFill xmlns:a="http://schemas.openxmlformats.org/drawingml/2006/main"/>
          <a:ln xmlns:a="http://schemas.openxmlformats.org/drawingml/2006/main" w="11430">
            <a:solidFill>
              <a:srgbClr val="71818B"/>
            </a:solidFill>
          </a:ln>
        </p:spPr>
      </p:sp>
      <p:sp>
        <p:nvSpPr>
          <p:cNvPr id="54" name="">
            <a:extLst xmlns:a="http://schemas.openxmlformats.org/drawingml/2006/main">
              <a:ext uri="{FF2B5EF4-FFF2-40B4-BE49-F238E27FC236}">
                <a16:creationId xmlns:a16="http://schemas.microsoft.com/office/drawing/2014/main" id="{E112F4CC-9F6D-4829-96D4-3DDDEC334306}"/>
              </a:ext>
            </a:extLst>
          </p:cNvPr>
          <p:cNvSpPr>
            <a:spLocks xmlns:a="http://schemas.openxmlformats.org/drawingml/2006/main" noGrp="1"/>
          </p:cNvSpPr>
          <p:nvPr/>
        </p:nvSpPr>
        <p:spPr>
          <a:xfrm xmlns:a="http://schemas.openxmlformats.org/drawingml/2006/main">
            <a:off x="5619750" y="2444750"/>
            <a:ext cx="9525" cy="69850"/>
          </a:xfrm>
          <a:custGeom xmlns:a="http://schemas.openxmlformats.org/drawingml/2006/main">
            <a:pathLst>
              <a:path w="9525" h="69850">
                <a:moveTo>
                  <a:pt x="0" y="0"/>
                </a:moveTo>
                <a:lnTo>
                  <a:pt x="0" y="69850"/>
                </a:lnTo>
              </a:path>
            </a:pathLst>
          </a:custGeom>
          <a:noFill xmlns:a="http://schemas.openxmlformats.org/drawingml/2006/main"/>
          <a:ln xmlns:a="http://schemas.openxmlformats.org/drawingml/2006/main" w="11430">
            <a:solidFill>
              <a:srgbClr val="71818B"/>
            </a:solidFill>
          </a:ln>
        </p:spPr>
      </p:sp>
      <p:sp>
        <p:nvSpPr>
          <p:cNvPr id="55" name="">
            <a:extLst xmlns:a="http://schemas.openxmlformats.org/drawingml/2006/main">
              <a:ext uri="{FF2B5EF4-FFF2-40B4-BE49-F238E27FC236}">
                <a16:creationId xmlns:a16="http://schemas.microsoft.com/office/drawing/2014/main" id="{B71FF7B0-6CA2-4507-9F0B-24B108C23FCA}"/>
              </a:ext>
            </a:extLst>
          </p:cNvPr>
          <p:cNvSpPr>
            <a:spLocks xmlns:a="http://schemas.openxmlformats.org/drawingml/2006/main" noGrp="1"/>
          </p:cNvSpPr>
          <p:nvPr/>
        </p:nvSpPr>
        <p:spPr>
          <a:xfrm xmlns:a="http://schemas.openxmlformats.org/drawingml/2006/main">
            <a:off x="5619750" y="2571750"/>
            <a:ext cx="9525" cy="69850"/>
          </a:xfrm>
          <a:custGeom xmlns:a="http://schemas.openxmlformats.org/drawingml/2006/main">
            <a:pathLst>
              <a:path w="9525" h="69850">
                <a:moveTo>
                  <a:pt x="0" y="0"/>
                </a:moveTo>
                <a:lnTo>
                  <a:pt x="0" y="69850"/>
                </a:lnTo>
              </a:path>
            </a:pathLst>
          </a:custGeom>
          <a:noFill xmlns:a="http://schemas.openxmlformats.org/drawingml/2006/main"/>
          <a:ln xmlns:a="http://schemas.openxmlformats.org/drawingml/2006/main" w="11430">
            <a:solidFill>
              <a:srgbClr val="71818B"/>
            </a:solidFill>
          </a:ln>
        </p:spPr>
      </p:sp>
      <p:sp>
        <p:nvSpPr>
          <p:cNvPr id="56" name="">
            <a:extLst xmlns:a="http://schemas.openxmlformats.org/drawingml/2006/main">
              <a:ext uri="{FF2B5EF4-FFF2-40B4-BE49-F238E27FC236}">
                <a16:creationId xmlns:a16="http://schemas.microsoft.com/office/drawing/2014/main" id="{F06EF82F-0938-4FE4-B07B-03EA11414A15}"/>
              </a:ext>
            </a:extLst>
          </p:cNvPr>
          <p:cNvSpPr>
            <a:spLocks xmlns:a="http://schemas.openxmlformats.org/drawingml/2006/main" noGrp="1"/>
          </p:cNvSpPr>
          <p:nvPr/>
        </p:nvSpPr>
        <p:spPr>
          <a:xfrm xmlns:a="http://schemas.openxmlformats.org/drawingml/2006/main">
            <a:off x="5619750" y="2698750"/>
            <a:ext cx="9525" cy="69850"/>
          </a:xfrm>
          <a:custGeom xmlns:a="http://schemas.openxmlformats.org/drawingml/2006/main">
            <a:pathLst>
              <a:path w="9525" h="69850">
                <a:moveTo>
                  <a:pt x="0" y="0"/>
                </a:moveTo>
                <a:lnTo>
                  <a:pt x="0" y="69850"/>
                </a:lnTo>
              </a:path>
            </a:pathLst>
          </a:custGeom>
          <a:noFill xmlns:a="http://schemas.openxmlformats.org/drawingml/2006/main"/>
          <a:ln xmlns:a="http://schemas.openxmlformats.org/drawingml/2006/main" w="11430">
            <a:solidFill>
              <a:srgbClr val="71818B"/>
            </a:solidFill>
          </a:ln>
        </p:spPr>
      </p:sp>
      <p:sp>
        <p:nvSpPr>
          <p:cNvPr id="57" name="">
            <a:extLst xmlns:a="http://schemas.openxmlformats.org/drawingml/2006/main">
              <a:ext uri="{FF2B5EF4-FFF2-40B4-BE49-F238E27FC236}">
                <a16:creationId xmlns:a16="http://schemas.microsoft.com/office/drawing/2014/main" id="{45CDA2FD-27D8-4499-81B5-29A708BBC27F}"/>
              </a:ext>
            </a:extLst>
          </p:cNvPr>
          <p:cNvSpPr>
            <a:spLocks xmlns:a="http://schemas.openxmlformats.org/drawingml/2006/main" noGrp="1"/>
          </p:cNvSpPr>
          <p:nvPr/>
        </p:nvSpPr>
        <p:spPr>
          <a:xfrm xmlns:a="http://schemas.openxmlformats.org/drawingml/2006/main">
            <a:off x="5619750" y="2825750"/>
            <a:ext cx="9525" cy="69850"/>
          </a:xfrm>
          <a:custGeom xmlns:a="http://schemas.openxmlformats.org/drawingml/2006/main">
            <a:pathLst>
              <a:path w="9525" h="69850">
                <a:moveTo>
                  <a:pt x="0" y="0"/>
                </a:moveTo>
                <a:lnTo>
                  <a:pt x="0" y="69850"/>
                </a:lnTo>
              </a:path>
            </a:pathLst>
          </a:custGeom>
          <a:noFill xmlns:a="http://schemas.openxmlformats.org/drawingml/2006/main"/>
          <a:ln xmlns:a="http://schemas.openxmlformats.org/drawingml/2006/main" w="11430">
            <a:solidFill>
              <a:srgbClr val="71818B"/>
            </a:solidFill>
          </a:ln>
        </p:spPr>
      </p:sp>
      <p:sp>
        <p:nvSpPr>
          <p:cNvPr id="58" name="">
            <a:extLst xmlns:a="http://schemas.openxmlformats.org/drawingml/2006/main">
              <a:ext uri="{FF2B5EF4-FFF2-40B4-BE49-F238E27FC236}">
                <a16:creationId xmlns:a16="http://schemas.microsoft.com/office/drawing/2014/main" id="{E8CD15D6-60C8-4252-AA30-ED02FB20D8A5}"/>
              </a:ext>
            </a:extLst>
          </p:cNvPr>
          <p:cNvSpPr>
            <a:spLocks xmlns:a="http://schemas.openxmlformats.org/drawingml/2006/main" noGrp="1"/>
          </p:cNvSpPr>
          <p:nvPr/>
        </p:nvSpPr>
        <p:spPr>
          <a:xfrm xmlns:a="http://schemas.openxmlformats.org/drawingml/2006/main">
            <a:off x="5619750" y="2952750"/>
            <a:ext cx="9525" cy="69850"/>
          </a:xfrm>
          <a:custGeom xmlns:a="http://schemas.openxmlformats.org/drawingml/2006/main">
            <a:pathLst>
              <a:path w="9525" h="69850">
                <a:moveTo>
                  <a:pt x="0" y="0"/>
                </a:moveTo>
                <a:lnTo>
                  <a:pt x="0" y="69850"/>
                </a:lnTo>
              </a:path>
            </a:pathLst>
          </a:custGeom>
          <a:noFill xmlns:a="http://schemas.openxmlformats.org/drawingml/2006/main"/>
          <a:ln xmlns:a="http://schemas.openxmlformats.org/drawingml/2006/main" w="11430">
            <a:solidFill>
              <a:srgbClr val="71818B"/>
            </a:solidFill>
          </a:ln>
        </p:spPr>
      </p:sp>
      <p:sp>
        <p:nvSpPr>
          <p:cNvPr id="59" name="">
            <a:extLst xmlns:a="http://schemas.openxmlformats.org/drawingml/2006/main">
              <a:ext uri="{FF2B5EF4-FFF2-40B4-BE49-F238E27FC236}">
                <a16:creationId xmlns:a16="http://schemas.microsoft.com/office/drawing/2014/main" id="{647B305C-3370-4E1F-A291-C70CFE82A79E}"/>
              </a:ext>
            </a:extLst>
          </p:cNvPr>
          <p:cNvSpPr>
            <a:spLocks xmlns:a="http://schemas.openxmlformats.org/drawingml/2006/main" noGrp="1"/>
          </p:cNvSpPr>
          <p:nvPr/>
        </p:nvSpPr>
        <p:spPr>
          <a:xfrm xmlns:a="http://schemas.openxmlformats.org/drawingml/2006/main">
            <a:off x="5619750" y="3079750"/>
            <a:ext cx="9525" cy="69850"/>
          </a:xfrm>
          <a:custGeom xmlns:a="http://schemas.openxmlformats.org/drawingml/2006/main">
            <a:pathLst>
              <a:path w="9525" h="69850">
                <a:moveTo>
                  <a:pt x="0" y="0"/>
                </a:moveTo>
                <a:lnTo>
                  <a:pt x="0" y="69850"/>
                </a:lnTo>
              </a:path>
            </a:pathLst>
          </a:custGeom>
          <a:noFill xmlns:a="http://schemas.openxmlformats.org/drawingml/2006/main"/>
          <a:ln xmlns:a="http://schemas.openxmlformats.org/drawingml/2006/main" w="11430">
            <a:solidFill>
              <a:srgbClr val="71818B"/>
            </a:solidFill>
          </a:ln>
        </p:spPr>
      </p:sp>
      <p:sp>
        <p:nvSpPr>
          <p:cNvPr id="60" name="">
            <a:extLst xmlns:a="http://schemas.openxmlformats.org/drawingml/2006/main">
              <a:ext uri="{FF2B5EF4-FFF2-40B4-BE49-F238E27FC236}">
                <a16:creationId xmlns:a16="http://schemas.microsoft.com/office/drawing/2014/main" id="{03617C36-9B92-4F8D-91A5-6D01BB6B132E}"/>
              </a:ext>
            </a:extLst>
          </p:cNvPr>
          <p:cNvSpPr>
            <a:spLocks xmlns:a="http://schemas.openxmlformats.org/drawingml/2006/main" noGrp="1"/>
          </p:cNvSpPr>
          <p:nvPr/>
        </p:nvSpPr>
        <p:spPr>
          <a:xfrm xmlns:a="http://schemas.openxmlformats.org/drawingml/2006/main">
            <a:off x="5619750" y="3206750"/>
            <a:ext cx="9525" cy="69850"/>
          </a:xfrm>
          <a:custGeom xmlns:a="http://schemas.openxmlformats.org/drawingml/2006/main">
            <a:pathLst>
              <a:path w="9525" h="69850">
                <a:moveTo>
                  <a:pt x="0" y="0"/>
                </a:moveTo>
                <a:lnTo>
                  <a:pt x="0" y="69850"/>
                </a:lnTo>
              </a:path>
            </a:pathLst>
          </a:custGeom>
          <a:noFill xmlns:a="http://schemas.openxmlformats.org/drawingml/2006/main"/>
          <a:ln xmlns:a="http://schemas.openxmlformats.org/drawingml/2006/main" w="11430">
            <a:solidFill>
              <a:srgbClr val="71818B"/>
            </a:solidFill>
          </a:ln>
        </p:spPr>
      </p:sp>
      <p:sp>
        <p:nvSpPr>
          <p:cNvPr id="61" name="">
            <a:extLst xmlns:a="http://schemas.openxmlformats.org/drawingml/2006/main">
              <a:ext uri="{FF2B5EF4-FFF2-40B4-BE49-F238E27FC236}">
                <a16:creationId xmlns:a16="http://schemas.microsoft.com/office/drawing/2014/main" id="{608DFCD6-165A-4D17-B63F-5541D968AF86}"/>
              </a:ext>
            </a:extLst>
          </p:cNvPr>
          <p:cNvSpPr>
            <a:spLocks xmlns:a="http://schemas.openxmlformats.org/drawingml/2006/main" noGrp="1"/>
          </p:cNvSpPr>
          <p:nvPr/>
        </p:nvSpPr>
        <p:spPr>
          <a:xfrm xmlns:a="http://schemas.openxmlformats.org/drawingml/2006/main">
            <a:off x="1428750" y="2828925"/>
            <a:ext cx="9525" cy="647700"/>
          </a:xfrm>
          <a:custGeom xmlns:a="http://schemas.openxmlformats.org/drawingml/2006/main">
            <a:pathLst>
              <a:path w="9525" h="647700">
                <a:moveTo>
                  <a:pt x="0" y="647700"/>
                </a:moveTo>
                <a:lnTo>
                  <a:pt x="0" y="0"/>
                </a:lnTo>
              </a:path>
            </a:pathLst>
          </a:custGeom>
          <a:noFill xmlns:a="http://schemas.openxmlformats.org/drawingml/2006/main"/>
          <a:ln xmlns:a="http://schemas.openxmlformats.org/drawingml/2006/main" w="28575">
            <a:solidFill>
              <a:srgbClr val="2876A8"/>
            </a:solidFill>
          </a:ln>
        </p:spPr>
      </p:sp>
      <p:sp>
        <p:nvSpPr>
          <p:cNvPr id="62" name="">
            <a:extLst xmlns:a="http://schemas.openxmlformats.org/drawingml/2006/main">
              <a:ext uri="{FF2B5EF4-FFF2-40B4-BE49-F238E27FC236}">
                <a16:creationId xmlns:a16="http://schemas.microsoft.com/office/drawing/2014/main" id="{CF89D37D-5F2E-40DC-944C-6138F5A4189D}"/>
              </a:ext>
            </a:extLst>
          </p:cNvPr>
          <p:cNvSpPr>
            <a:spLocks xmlns:a="http://schemas.openxmlformats.org/drawingml/2006/main" noGrp="1"/>
          </p:cNvSpPr>
          <p:nvPr/>
        </p:nvSpPr>
        <p:spPr>
          <a:xfrm xmlns:a="http://schemas.openxmlformats.org/drawingml/2006/main">
            <a:off x="1380744" y="2828925"/>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2876A8"/>
          </a:solidFill>
          <a:ln xmlns:a="http://schemas.openxmlformats.org/drawingml/2006/main" w="4763">
            <a:solidFill>
              <a:srgbClr val="2876A8"/>
            </a:solidFill>
          </a:ln>
        </p:spPr>
      </p:sp>
      <p:sp>
        <p:nvSpPr>
          <p:cNvPr id="63" name="">
            <a:extLst xmlns:a="http://schemas.openxmlformats.org/drawingml/2006/main">
              <a:ext uri="{FF2B5EF4-FFF2-40B4-BE49-F238E27FC236}">
                <a16:creationId xmlns:a16="http://schemas.microsoft.com/office/drawing/2014/main" id="{156BF5C4-17E6-4931-BA01-51E6BEE7C436}"/>
              </a:ext>
            </a:extLst>
          </p:cNvPr>
          <p:cNvSpPr>
            <a:spLocks xmlns:a="http://schemas.openxmlformats.org/drawingml/2006/main" noGrp="1"/>
          </p:cNvSpPr>
          <p:nvPr/>
        </p:nvSpPr>
        <p:spPr>
          <a:xfrm xmlns:a="http://schemas.openxmlformats.org/drawingml/2006/main">
            <a:off x="809625" y="314325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2876A8"/>
                </a:solidFill>
                <a:latin typeface="Yu Gothic"/>
                <a:ea typeface="Yu Gothic"/>
                <a:cs typeface="Yu Gothic"/>
              </a:defRPr>
            </a:defPPr>
            <a:lvl1pPr>
              <a:buNone/>
              <a:defRPr sz="1950" b="1">
                <a:solidFill>
                  <a:srgbClr val="2876A8"/>
                </a:solidFill>
                <a:latin typeface="Yu Gothic"/>
                <a:ea typeface="Yu Gothic"/>
                <a:cs typeface="Yu Gothic"/>
              </a:defRPr>
            </a:lvl1pPr>
            <a:lvl2pPr>
              <a:buNone/>
              <a:defRPr sz="1950" b="1">
                <a:solidFill>
                  <a:srgbClr val="2876A8"/>
                </a:solidFill>
                <a:latin typeface="Yu Gothic"/>
                <a:ea typeface="Yu Gothic"/>
                <a:cs typeface="Yu Gothic"/>
              </a:defRPr>
            </a:lvl2pPr>
            <a:lvl3pPr>
              <a:buNone/>
              <a:defRPr sz="1950" b="1">
                <a:solidFill>
                  <a:srgbClr val="2876A8"/>
                </a:solidFill>
                <a:latin typeface="Yu Gothic"/>
                <a:ea typeface="Yu Gothic"/>
                <a:cs typeface="Yu Gothic"/>
              </a:defRPr>
            </a:lvl3pPr>
            <a:lvl4pPr>
              <a:buNone/>
              <a:defRPr sz="1950" b="1">
                <a:solidFill>
                  <a:srgbClr val="2876A8"/>
                </a:solidFill>
                <a:latin typeface="Yu Gothic"/>
                <a:ea typeface="Yu Gothic"/>
                <a:cs typeface="Yu Gothic"/>
              </a:defRPr>
            </a:lvl4pPr>
            <a:lvl5pPr>
              <a:buNone/>
              <a:defRPr sz="1950" b="1">
                <a:solidFill>
                  <a:srgbClr val="2876A8"/>
                </a:solidFill>
                <a:latin typeface="Yu Gothic"/>
                <a:ea typeface="Yu Gothic"/>
                <a:cs typeface="Yu Gothic"/>
              </a:defRPr>
            </a:lvl5pPr>
            <a:lvl6pPr>
              <a:buNone/>
              <a:defRPr sz="1950" b="1">
                <a:solidFill>
                  <a:srgbClr val="2876A8"/>
                </a:solidFill>
                <a:latin typeface="Yu Gothic"/>
                <a:ea typeface="Yu Gothic"/>
                <a:cs typeface="Yu Gothic"/>
              </a:defRPr>
            </a:lvl6pPr>
            <a:lvl7pPr>
              <a:buNone/>
              <a:defRPr sz="1950" b="1">
                <a:solidFill>
                  <a:srgbClr val="2876A8"/>
                </a:solidFill>
                <a:latin typeface="Yu Gothic"/>
                <a:ea typeface="Yu Gothic"/>
                <a:cs typeface="Yu Gothic"/>
              </a:defRPr>
            </a:lvl7pPr>
            <a:lvl8pPr>
              <a:buNone/>
              <a:defRPr sz="1950" b="1">
                <a:solidFill>
                  <a:srgbClr val="2876A8"/>
                </a:solidFill>
                <a:latin typeface="Yu Gothic"/>
                <a:ea typeface="Yu Gothic"/>
                <a:cs typeface="Yu Gothic"/>
              </a:defRPr>
            </a:lvl8pPr>
            <a:lvl9pPr>
              <a:buNone/>
              <a:defRPr sz="1950" b="1">
                <a:solidFill>
                  <a:srgbClr val="2876A8"/>
                </a:solidFill>
                <a:latin typeface="Yu Gothic"/>
                <a:ea typeface="Yu Gothic"/>
                <a:cs typeface="Yu Gothic"/>
              </a:defRPr>
            </a:lvl9pPr>
          </a:lstStyle>
          <a:p xmlns:a="http://schemas.openxmlformats.org/drawingml/2006/main">
            <a:pPr>
              <a:buNone/>
              <a:defRPr sz="1950" b="1">
                <a:solidFill>
                  <a:srgbClr val="2876A8"/>
                </a:solidFill>
                <a:latin typeface="Yu Gothic"/>
                <a:ea typeface="Yu Gothic"/>
                <a:cs typeface="Yu Gothic"/>
              </a:defRPr>
            </a:pPr>
            <a:r>
              <a:rPr sz="1950" b="1">
                <a:solidFill>
                  <a:srgbClr val="2876A8"/>
                </a:solidFill>
                <a:latin typeface="Yu Gothic"/>
                <a:ea typeface="Yu Gothic"/>
                <a:cs typeface="Yu Gothic"/>
              </a:rPr>
              <a:t>RA</a:t>
            </a:r>
          </a:p>
        </p:txBody>
      </p:sp>
      <p:sp>
        <p:nvSpPr>
          <p:cNvPr id="64" name="">
            <a:extLst xmlns:a="http://schemas.openxmlformats.org/drawingml/2006/main">
              <a:ext uri="{FF2B5EF4-FFF2-40B4-BE49-F238E27FC236}">
                <a16:creationId xmlns:a16="http://schemas.microsoft.com/office/drawing/2014/main" id="{E1689D2F-DC47-4046-85E9-58EC475C09DA}"/>
              </a:ext>
            </a:extLst>
          </p:cNvPr>
          <p:cNvSpPr>
            <a:spLocks xmlns:a="http://schemas.openxmlformats.org/drawingml/2006/main" noGrp="1"/>
          </p:cNvSpPr>
          <p:nvPr/>
        </p:nvSpPr>
        <p:spPr>
          <a:xfrm xmlns:a="http://schemas.openxmlformats.org/drawingml/2006/main">
            <a:off x="5619750" y="2762250"/>
            <a:ext cx="9525" cy="714375"/>
          </a:xfrm>
          <a:custGeom xmlns:a="http://schemas.openxmlformats.org/drawingml/2006/main">
            <a:pathLst>
              <a:path w="9525" h="714375">
                <a:moveTo>
                  <a:pt x="0" y="0"/>
                </a:moveTo>
                <a:lnTo>
                  <a:pt x="0" y="714375"/>
                </a:lnTo>
              </a:path>
            </a:pathLst>
          </a:custGeom>
          <a:noFill xmlns:a="http://schemas.openxmlformats.org/drawingml/2006/main"/>
          <a:ln xmlns:a="http://schemas.openxmlformats.org/drawingml/2006/main" w="28575">
            <a:solidFill>
              <a:srgbClr val="7655A5"/>
            </a:solidFill>
          </a:ln>
        </p:spPr>
      </p:sp>
      <p:sp>
        <p:nvSpPr>
          <p:cNvPr id="65" name="">
            <a:extLst xmlns:a="http://schemas.openxmlformats.org/drawingml/2006/main">
              <a:ext uri="{FF2B5EF4-FFF2-40B4-BE49-F238E27FC236}">
                <a16:creationId xmlns:a16="http://schemas.microsoft.com/office/drawing/2014/main" id="{6D0CED89-8AEC-4C67-8C24-340881B70DF0}"/>
              </a:ext>
            </a:extLst>
          </p:cNvPr>
          <p:cNvSpPr>
            <a:spLocks xmlns:a="http://schemas.openxmlformats.org/drawingml/2006/main" noGrp="1"/>
          </p:cNvSpPr>
          <p:nvPr/>
        </p:nvSpPr>
        <p:spPr>
          <a:xfrm xmlns:a="http://schemas.openxmlformats.org/drawingml/2006/main">
            <a:off x="5571744" y="336232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7655A5"/>
          </a:solidFill>
          <a:ln xmlns:a="http://schemas.openxmlformats.org/drawingml/2006/main" w="4763">
            <a:solidFill>
              <a:srgbClr val="7655A5"/>
            </a:solidFill>
          </a:ln>
        </p:spPr>
      </p:sp>
      <p:sp>
        <p:nvSpPr>
          <p:cNvPr id="66" name="">
            <a:extLst xmlns:a="http://schemas.openxmlformats.org/drawingml/2006/main">
              <a:ext uri="{FF2B5EF4-FFF2-40B4-BE49-F238E27FC236}">
                <a16:creationId xmlns:a16="http://schemas.microsoft.com/office/drawing/2014/main" id="{3261FCBC-0D48-4B3D-AD9A-7B0FD286CB66}"/>
              </a:ext>
            </a:extLst>
          </p:cNvPr>
          <p:cNvSpPr>
            <a:spLocks xmlns:a="http://schemas.openxmlformats.org/drawingml/2006/main" noGrp="1"/>
          </p:cNvSpPr>
          <p:nvPr/>
        </p:nvSpPr>
        <p:spPr>
          <a:xfrm xmlns:a="http://schemas.openxmlformats.org/drawingml/2006/main">
            <a:off x="5810250" y="3143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7655A5"/>
                </a:solidFill>
                <a:latin typeface="Yu Gothic"/>
                <a:ea typeface="Yu Gothic"/>
                <a:cs typeface="Yu Gothic"/>
              </a:defRPr>
            </a:defPPr>
            <a:lvl1pPr>
              <a:buNone/>
              <a:defRPr sz="1950" b="1">
                <a:solidFill>
                  <a:srgbClr val="7655A5"/>
                </a:solidFill>
                <a:latin typeface="Yu Gothic"/>
                <a:ea typeface="Yu Gothic"/>
                <a:cs typeface="Yu Gothic"/>
              </a:defRPr>
            </a:lvl1pPr>
            <a:lvl2pPr>
              <a:buNone/>
              <a:defRPr sz="1950" b="1">
                <a:solidFill>
                  <a:srgbClr val="7655A5"/>
                </a:solidFill>
                <a:latin typeface="Yu Gothic"/>
                <a:ea typeface="Yu Gothic"/>
                <a:cs typeface="Yu Gothic"/>
              </a:defRPr>
            </a:lvl2pPr>
            <a:lvl3pPr>
              <a:buNone/>
              <a:defRPr sz="1950" b="1">
                <a:solidFill>
                  <a:srgbClr val="7655A5"/>
                </a:solidFill>
                <a:latin typeface="Yu Gothic"/>
                <a:ea typeface="Yu Gothic"/>
                <a:cs typeface="Yu Gothic"/>
              </a:defRPr>
            </a:lvl3pPr>
            <a:lvl4pPr>
              <a:buNone/>
              <a:defRPr sz="1950" b="1">
                <a:solidFill>
                  <a:srgbClr val="7655A5"/>
                </a:solidFill>
                <a:latin typeface="Yu Gothic"/>
                <a:ea typeface="Yu Gothic"/>
                <a:cs typeface="Yu Gothic"/>
              </a:defRPr>
            </a:lvl4pPr>
            <a:lvl5pPr>
              <a:buNone/>
              <a:defRPr sz="1950" b="1">
                <a:solidFill>
                  <a:srgbClr val="7655A5"/>
                </a:solidFill>
                <a:latin typeface="Yu Gothic"/>
                <a:ea typeface="Yu Gothic"/>
                <a:cs typeface="Yu Gothic"/>
              </a:defRPr>
            </a:lvl5pPr>
            <a:lvl6pPr>
              <a:buNone/>
              <a:defRPr sz="1950" b="1">
                <a:solidFill>
                  <a:srgbClr val="7655A5"/>
                </a:solidFill>
                <a:latin typeface="Yu Gothic"/>
                <a:ea typeface="Yu Gothic"/>
                <a:cs typeface="Yu Gothic"/>
              </a:defRPr>
            </a:lvl6pPr>
            <a:lvl7pPr>
              <a:buNone/>
              <a:defRPr sz="1950" b="1">
                <a:solidFill>
                  <a:srgbClr val="7655A5"/>
                </a:solidFill>
                <a:latin typeface="Yu Gothic"/>
                <a:ea typeface="Yu Gothic"/>
                <a:cs typeface="Yu Gothic"/>
              </a:defRPr>
            </a:lvl7pPr>
            <a:lvl8pPr>
              <a:buNone/>
              <a:defRPr sz="1950" b="1">
                <a:solidFill>
                  <a:srgbClr val="7655A5"/>
                </a:solidFill>
                <a:latin typeface="Yu Gothic"/>
                <a:ea typeface="Yu Gothic"/>
                <a:cs typeface="Yu Gothic"/>
              </a:defRPr>
            </a:lvl8pPr>
            <a:lvl9pPr>
              <a:buNone/>
              <a:defRPr sz="1950" b="1">
                <a:solidFill>
                  <a:srgbClr val="7655A5"/>
                </a:solidFill>
                <a:latin typeface="Yu Gothic"/>
                <a:ea typeface="Yu Gothic"/>
                <a:cs typeface="Yu Gothic"/>
              </a:defRPr>
            </a:lvl9pPr>
          </a:lstStyle>
          <a:p xmlns:a="http://schemas.openxmlformats.org/drawingml/2006/main">
            <a:pPr>
              <a:buNone/>
              <a:defRPr sz="1950" b="1">
                <a:solidFill>
                  <a:srgbClr val="7655A5"/>
                </a:solidFill>
                <a:latin typeface="Yu Gothic"/>
                <a:ea typeface="Yu Gothic"/>
                <a:cs typeface="Yu Gothic"/>
              </a:defRPr>
            </a:pPr>
            <a:r>
              <a:rPr sz="1950" b="1">
                <a:solidFill>
                  <a:srgbClr val="7655A5"/>
                </a:solidFill>
                <a:latin typeface="Yu Gothic"/>
                <a:ea typeface="Yu Gothic"/>
                <a:cs typeface="Yu Gothic"/>
              </a:rPr>
              <a:t>V</a:t>
            </a:r>
          </a:p>
        </p:txBody>
      </p:sp>
      <p:sp>
        <p:nvSpPr>
          <p:cNvPr id="67" name="">
            <a:extLst xmlns:a="http://schemas.openxmlformats.org/drawingml/2006/main">
              <a:ext uri="{FF2B5EF4-FFF2-40B4-BE49-F238E27FC236}">
                <a16:creationId xmlns:a16="http://schemas.microsoft.com/office/drawing/2014/main" id="{529609E0-485E-4421-B2BE-93907D8F36F8}"/>
              </a:ext>
            </a:extLst>
          </p:cNvPr>
          <p:cNvSpPr>
            <a:spLocks xmlns:a="http://schemas.openxmlformats.org/drawingml/2006/main" noGrp="1"/>
          </p:cNvSpPr>
          <p:nvPr/>
        </p:nvSpPr>
        <p:spPr>
          <a:xfrm xmlns:a="http://schemas.openxmlformats.org/drawingml/2006/main">
            <a:off x="6039482" y="2419508"/>
            <a:ext cx="589878" cy="550833"/>
          </a:xfrm>
          <a:custGeom xmlns:a="http://schemas.openxmlformats.org/drawingml/2006/main">
            <a:pathLst>
              <a:path w="589878" h="550833">
                <a:moveTo>
                  <a:pt x="442280" y="550833"/>
                </a:moveTo>
                <a:lnTo>
                  <a:pt x="478204" y="526402"/>
                </a:lnTo>
                <a:lnTo>
                  <a:pt x="510153" y="496965"/>
                </a:lnTo>
                <a:lnTo>
                  <a:pt x="537438" y="463158"/>
                </a:lnTo>
                <a:lnTo>
                  <a:pt x="559467" y="425714"/>
                </a:lnTo>
                <a:lnTo>
                  <a:pt x="575763" y="385442"/>
                </a:lnTo>
                <a:lnTo>
                  <a:pt x="585974" y="343216"/>
                </a:lnTo>
                <a:lnTo>
                  <a:pt x="589878" y="299948"/>
                </a:lnTo>
                <a:lnTo>
                  <a:pt x="587392" y="256576"/>
                </a:lnTo>
                <a:lnTo>
                  <a:pt x="578568" y="214038"/>
                </a:lnTo>
                <a:lnTo>
                  <a:pt x="563598" y="173255"/>
                </a:lnTo>
                <a:lnTo>
                  <a:pt x="542806" y="135110"/>
                </a:lnTo>
                <a:lnTo>
                  <a:pt x="516642" y="100429"/>
                </a:lnTo>
                <a:lnTo>
                  <a:pt x="485673" y="69962"/>
                </a:lnTo>
                <a:lnTo>
                  <a:pt x="450568" y="44369"/>
                </a:lnTo>
                <a:lnTo>
                  <a:pt x="412088" y="24204"/>
                </a:lnTo>
                <a:lnTo>
                  <a:pt x="371066" y="9903"/>
                </a:lnTo>
                <a:lnTo>
                  <a:pt x="328389" y="1777"/>
                </a:lnTo>
                <a:lnTo>
                  <a:pt x="284982" y="0"/>
                </a:lnTo>
                <a:lnTo>
                  <a:pt x="241784" y="4612"/>
                </a:lnTo>
                <a:lnTo>
                  <a:pt x="199730" y="15512"/>
                </a:lnTo>
                <a:lnTo>
                  <a:pt x="159731" y="32465"/>
                </a:lnTo>
                <a:lnTo>
                  <a:pt x="122652" y="55104"/>
                </a:lnTo>
                <a:lnTo>
                  <a:pt x="89296" y="82938"/>
                </a:lnTo>
                <a:lnTo>
                  <a:pt x="60385" y="115365"/>
                </a:lnTo>
                <a:lnTo>
                  <a:pt x="36546" y="151683"/>
                </a:lnTo>
                <a:lnTo>
                  <a:pt x="18293" y="191106"/>
                </a:lnTo>
                <a:lnTo>
                  <a:pt x="6023" y="232781"/>
                </a:lnTo>
                <a:lnTo>
                  <a:pt x="0" y="275805"/>
                </a:lnTo>
                <a:lnTo>
                  <a:pt x="355" y="319247"/>
                </a:lnTo>
                <a:lnTo>
                  <a:pt x="7081" y="362167"/>
                </a:lnTo>
                <a:lnTo>
                  <a:pt x="20032" y="403635"/>
                </a:lnTo>
                <a:lnTo>
                  <a:pt x="38927" y="442754"/>
                </a:lnTo>
              </a:path>
            </a:pathLst>
          </a:custGeom>
          <a:noFill xmlns:a="http://schemas.openxmlformats.org/drawingml/2006/main"/>
          <a:ln xmlns:a="http://schemas.openxmlformats.org/drawingml/2006/main" w="28575">
            <a:solidFill>
              <a:srgbClr val="2876A8"/>
            </a:solidFill>
          </a:ln>
        </p:spPr>
      </p:sp>
      <p:sp>
        <p:nvSpPr>
          <p:cNvPr id="68" name="">
            <a:extLst xmlns:a="http://schemas.openxmlformats.org/drawingml/2006/main">
              <a:ext uri="{FF2B5EF4-FFF2-40B4-BE49-F238E27FC236}">
                <a16:creationId xmlns:a16="http://schemas.microsoft.com/office/drawing/2014/main" id="{289179A1-C13C-4B60-A7D1-4015729B366C}"/>
              </a:ext>
            </a:extLst>
          </p:cNvPr>
          <p:cNvSpPr>
            <a:spLocks xmlns:a="http://schemas.openxmlformats.org/drawingml/2006/main" noGrp="1"/>
          </p:cNvSpPr>
          <p:nvPr/>
        </p:nvSpPr>
        <p:spPr>
          <a:xfrm xmlns:a="http://schemas.openxmlformats.org/drawingml/2006/main">
            <a:off x="6059514" y="2823143"/>
            <a:ext cx="18895" cy="39119"/>
          </a:xfrm>
          <a:custGeom xmlns:a="http://schemas.openxmlformats.org/drawingml/2006/main">
            <a:pathLst>
              <a:path w="18895" h="39119">
                <a:moveTo>
                  <a:pt x="0" y="0"/>
                </a:moveTo>
                <a:lnTo>
                  <a:pt x="18895" y="39119"/>
                </a:lnTo>
              </a:path>
            </a:pathLst>
          </a:custGeom>
          <a:noFill xmlns:a="http://schemas.openxmlformats.org/drawingml/2006/main"/>
          <a:ln xmlns:a="http://schemas.openxmlformats.org/drawingml/2006/main" w="28575">
            <a:solidFill>
              <a:srgbClr val="2876A8"/>
            </a:solidFill>
          </a:ln>
        </p:spPr>
      </p:sp>
      <p:sp>
        <p:nvSpPr>
          <p:cNvPr id="69" name="">
            <a:extLst xmlns:a="http://schemas.openxmlformats.org/drawingml/2006/main">
              <a:ext uri="{FF2B5EF4-FFF2-40B4-BE49-F238E27FC236}">
                <a16:creationId xmlns:a16="http://schemas.microsoft.com/office/drawing/2014/main" id="{AA6A3DA8-46C4-47FC-B998-8203B2D114E5}"/>
              </a:ext>
            </a:extLst>
          </p:cNvPr>
          <p:cNvSpPr>
            <a:spLocks xmlns:a="http://schemas.openxmlformats.org/drawingml/2006/main" noGrp="1"/>
          </p:cNvSpPr>
          <p:nvPr/>
        </p:nvSpPr>
        <p:spPr>
          <a:xfrm xmlns:a="http://schemas.openxmlformats.org/drawingml/2006/main">
            <a:off x="6000959" y="2759094"/>
            <a:ext cx="77451" cy="103169"/>
          </a:xfrm>
          <a:custGeom xmlns:a="http://schemas.openxmlformats.org/drawingml/2006/main">
            <a:pathLst>
              <a:path w="77451" h="103169">
                <a:moveTo>
                  <a:pt x="77451" y="103169"/>
                </a:moveTo>
                <a:lnTo>
                  <a:pt x="72046" y="0"/>
                </a:lnTo>
                <a:lnTo>
                  <a:pt x="0" y="34799"/>
                </a:lnTo>
                <a:close/>
              </a:path>
            </a:pathLst>
          </a:custGeom>
          <a:solidFill xmlns:a="http://schemas.openxmlformats.org/drawingml/2006/main">
            <a:srgbClr val="2876A8"/>
          </a:solidFill>
          <a:ln xmlns:a="http://schemas.openxmlformats.org/drawingml/2006/main" w="4763">
            <a:solidFill>
              <a:srgbClr val="2876A8"/>
            </a:solidFill>
          </a:ln>
        </p:spPr>
      </p:sp>
      <p:sp>
        <p:nvSpPr>
          <p:cNvPr id="70" name="">
            <a:extLst xmlns:a="http://schemas.openxmlformats.org/drawingml/2006/main">
              <a:ext uri="{FF2B5EF4-FFF2-40B4-BE49-F238E27FC236}">
                <a16:creationId xmlns:a16="http://schemas.microsoft.com/office/drawing/2014/main" id="{1340B8D6-DEC4-42E0-8683-F523EA44E4C7}"/>
              </a:ext>
            </a:extLst>
          </p:cNvPr>
          <p:cNvSpPr>
            <a:spLocks xmlns:a="http://schemas.openxmlformats.org/drawingml/2006/main" noGrp="1"/>
          </p:cNvSpPr>
          <p:nvPr/>
        </p:nvSpPr>
        <p:spPr>
          <a:xfrm xmlns:a="http://schemas.openxmlformats.org/drawingml/2006/main">
            <a:off x="6743700" y="25241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876A8"/>
                </a:solidFill>
                <a:latin typeface="Yu Gothic"/>
                <a:ea typeface="Yu Gothic"/>
                <a:cs typeface="Yu Gothic"/>
              </a:defRPr>
            </a:defPPr>
            <a:lvl1pPr>
              <a:buNone/>
              <a:defRPr sz="2025" b="1">
                <a:solidFill>
                  <a:srgbClr val="2876A8"/>
                </a:solidFill>
                <a:latin typeface="Yu Gothic"/>
                <a:ea typeface="Yu Gothic"/>
                <a:cs typeface="Yu Gothic"/>
              </a:defRPr>
            </a:lvl1pPr>
            <a:lvl2pPr>
              <a:buNone/>
              <a:defRPr sz="2025" b="1">
                <a:solidFill>
                  <a:srgbClr val="2876A8"/>
                </a:solidFill>
                <a:latin typeface="Yu Gothic"/>
                <a:ea typeface="Yu Gothic"/>
                <a:cs typeface="Yu Gothic"/>
              </a:defRPr>
            </a:lvl2pPr>
            <a:lvl3pPr>
              <a:buNone/>
              <a:defRPr sz="2025" b="1">
                <a:solidFill>
                  <a:srgbClr val="2876A8"/>
                </a:solidFill>
                <a:latin typeface="Yu Gothic"/>
                <a:ea typeface="Yu Gothic"/>
                <a:cs typeface="Yu Gothic"/>
              </a:defRPr>
            </a:lvl3pPr>
            <a:lvl4pPr>
              <a:buNone/>
              <a:defRPr sz="2025" b="1">
                <a:solidFill>
                  <a:srgbClr val="2876A8"/>
                </a:solidFill>
                <a:latin typeface="Yu Gothic"/>
                <a:ea typeface="Yu Gothic"/>
                <a:cs typeface="Yu Gothic"/>
              </a:defRPr>
            </a:lvl4pPr>
            <a:lvl5pPr>
              <a:buNone/>
              <a:defRPr sz="2025" b="1">
                <a:solidFill>
                  <a:srgbClr val="2876A8"/>
                </a:solidFill>
                <a:latin typeface="Yu Gothic"/>
                <a:ea typeface="Yu Gothic"/>
                <a:cs typeface="Yu Gothic"/>
              </a:defRPr>
            </a:lvl5pPr>
            <a:lvl6pPr>
              <a:buNone/>
              <a:defRPr sz="2025" b="1">
                <a:solidFill>
                  <a:srgbClr val="2876A8"/>
                </a:solidFill>
                <a:latin typeface="Yu Gothic"/>
                <a:ea typeface="Yu Gothic"/>
                <a:cs typeface="Yu Gothic"/>
              </a:defRPr>
            </a:lvl6pPr>
            <a:lvl7pPr>
              <a:buNone/>
              <a:defRPr sz="2025" b="1">
                <a:solidFill>
                  <a:srgbClr val="2876A8"/>
                </a:solidFill>
                <a:latin typeface="Yu Gothic"/>
                <a:ea typeface="Yu Gothic"/>
                <a:cs typeface="Yu Gothic"/>
              </a:defRPr>
            </a:lvl7pPr>
            <a:lvl8pPr>
              <a:buNone/>
              <a:defRPr sz="2025" b="1">
                <a:solidFill>
                  <a:srgbClr val="2876A8"/>
                </a:solidFill>
                <a:latin typeface="Yu Gothic"/>
                <a:ea typeface="Yu Gothic"/>
                <a:cs typeface="Yu Gothic"/>
              </a:defRPr>
            </a:lvl8pPr>
            <a:lvl9pPr>
              <a:buNone/>
              <a:defRPr sz="2025" b="1">
                <a:solidFill>
                  <a:srgbClr val="2876A8"/>
                </a:solidFill>
                <a:latin typeface="Yu Gothic"/>
                <a:ea typeface="Yu Gothic"/>
                <a:cs typeface="Yu Gothic"/>
              </a:defRPr>
            </a:lvl9pPr>
          </a:lstStyle>
          <a:p xmlns:a="http://schemas.openxmlformats.org/drawingml/2006/main">
            <a:pP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M</a:t>
            </a:r>
          </a:p>
        </p:txBody>
      </p:sp>
      <p:sp>
        <p:nvSpPr>
          <p:cNvPr id="71" name="">
            <a:extLst xmlns:a="http://schemas.openxmlformats.org/drawingml/2006/main">
              <a:ext uri="{FF2B5EF4-FFF2-40B4-BE49-F238E27FC236}">
                <a16:creationId xmlns:a16="http://schemas.microsoft.com/office/drawing/2014/main" id="{4DAD697F-ABD2-48E3-AE97-47817E4B3E02}"/>
              </a:ext>
            </a:extLst>
          </p:cNvPr>
          <p:cNvSpPr>
            <a:spLocks xmlns:a="http://schemas.openxmlformats.org/drawingml/2006/main" noGrp="1"/>
          </p:cNvSpPr>
          <p:nvPr/>
        </p:nvSpPr>
        <p:spPr>
          <a:xfrm xmlns:a="http://schemas.openxmlformats.org/drawingml/2006/main">
            <a:off x="3524250" y="1952625"/>
            <a:ext cx="9525" cy="619125"/>
          </a:xfrm>
          <a:custGeom xmlns:a="http://schemas.openxmlformats.org/drawingml/2006/main">
            <a:pathLst>
              <a:path w="9525" h="619125">
                <a:moveTo>
                  <a:pt x="0" y="0"/>
                </a:moveTo>
                <a:lnTo>
                  <a:pt x="0" y="619125"/>
                </a:lnTo>
              </a:path>
            </a:pathLst>
          </a:custGeom>
          <a:noFill xmlns:a="http://schemas.openxmlformats.org/drawingml/2006/main"/>
          <a:ln xmlns:a="http://schemas.openxmlformats.org/drawingml/2006/main" w="38100">
            <a:solidFill>
              <a:srgbClr val="AD8760"/>
            </a:solidFill>
          </a:ln>
        </p:spPr>
      </p:sp>
      <p:sp>
        <p:nvSpPr>
          <p:cNvPr id="72" name="">
            <a:extLst xmlns:a="http://schemas.openxmlformats.org/drawingml/2006/main">
              <a:ext uri="{FF2B5EF4-FFF2-40B4-BE49-F238E27FC236}">
                <a16:creationId xmlns:a16="http://schemas.microsoft.com/office/drawing/2014/main" id="{1B817706-A0AE-4404-9ECE-B3ECD710A081}"/>
              </a:ext>
            </a:extLst>
          </p:cNvPr>
          <p:cNvSpPr>
            <a:spLocks xmlns:a="http://schemas.openxmlformats.org/drawingml/2006/main" noGrp="1"/>
          </p:cNvSpPr>
          <p:nvPr/>
        </p:nvSpPr>
        <p:spPr>
          <a:xfrm xmlns:a="http://schemas.openxmlformats.org/drawingml/2006/main">
            <a:off x="3476244" y="24574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AD8760"/>
          </a:solidFill>
          <a:ln xmlns:a="http://schemas.openxmlformats.org/drawingml/2006/main" w="4763">
            <a:solidFill>
              <a:srgbClr val="AD8760"/>
            </a:solidFill>
          </a:ln>
        </p:spPr>
      </p:sp>
      <p:sp>
        <p:nvSpPr>
          <p:cNvPr id="73" name="">
            <a:extLst xmlns:a="http://schemas.openxmlformats.org/drawingml/2006/main">
              <a:ext uri="{FF2B5EF4-FFF2-40B4-BE49-F238E27FC236}">
                <a16:creationId xmlns:a16="http://schemas.microsoft.com/office/drawing/2014/main" id="{D397F1FC-4AA2-4E3B-A577-34C9D7129AF3}"/>
              </a:ext>
            </a:extLst>
          </p:cNvPr>
          <p:cNvSpPr>
            <a:spLocks xmlns:a="http://schemas.openxmlformats.org/drawingml/2006/main" noGrp="1"/>
          </p:cNvSpPr>
          <p:nvPr/>
        </p:nvSpPr>
        <p:spPr>
          <a:xfrm xmlns:a="http://schemas.openxmlformats.org/drawingml/2006/main">
            <a:off x="3810000" y="15716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AD8760"/>
                </a:solidFill>
                <a:latin typeface="Yu Gothic"/>
                <a:ea typeface="Yu Gothic"/>
                <a:cs typeface="Yu Gothic"/>
              </a:defRPr>
            </a:defPPr>
            <a:lvl1pPr>
              <a:buNone/>
              <a:defRPr sz="1950" b="1">
                <a:solidFill>
                  <a:srgbClr val="AD8760"/>
                </a:solidFill>
                <a:latin typeface="Yu Gothic"/>
                <a:ea typeface="Yu Gothic"/>
                <a:cs typeface="Yu Gothic"/>
              </a:defRPr>
            </a:lvl1pPr>
            <a:lvl2pPr>
              <a:buNone/>
              <a:defRPr sz="1950" b="1">
                <a:solidFill>
                  <a:srgbClr val="AD8760"/>
                </a:solidFill>
                <a:latin typeface="Yu Gothic"/>
                <a:ea typeface="Yu Gothic"/>
                <a:cs typeface="Yu Gothic"/>
              </a:defRPr>
            </a:lvl2pPr>
            <a:lvl3pPr>
              <a:buNone/>
              <a:defRPr sz="1950" b="1">
                <a:solidFill>
                  <a:srgbClr val="AD8760"/>
                </a:solidFill>
                <a:latin typeface="Yu Gothic"/>
                <a:ea typeface="Yu Gothic"/>
                <a:cs typeface="Yu Gothic"/>
              </a:defRPr>
            </a:lvl3pPr>
            <a:lvl4pPr>
              <a:buNone/>
              <a:defRPr sz="1950" b="1">
                <a:solidFill>
                  <a:srgbClr val="AD8760"/>
                </a:solidFill>
                <a:latin typeface="Yu Gothic"/>
                <a:ea typeface="Yu Gothic"/>
                <a:cs typeface="Yu Gothic"/>
              </a:defRPr>
            </a:lvl4pPr>
            <a:lvl5pPr>
              <a:buNone/>
              <a:defRPr sz="1950" b="1">
                <a:solidFill>
                  <a:srgbClr val="AD8760"/>
                </a:solidFill>
                <a:latin typeface="Yu Gothic"/>
                <a:ea typeface="Yu Gothic"/>
                <a:cs typeface="Yu Gothic"/>
              </a:defRPr>
            </a:lvl5pPr>
            <a:lvl6pPr>
              <a:buNone/>
              <a:defRPr sz="1950" b="1">
                <a:solidFill>
                  <a:srgbClr val="AD8760"/>
                </a:solidFill>
                <a:latin typeface="Yu Gothic"/>
                <a:ea typeface="Yu Gothic"/>
                <a:cs typeface="Yu Gothic"/>
              </a:defRPr>
            </a:lvl6pPr>
            <a:lvl7pPr>
              <a:buNone/>
              <a:defRPr sz="1950" b="1">
                <a:solidFill>
                  <a:srgbClr val="AD8760"/>
                </a:solidFill>
                <a:latin typeface="Yu Gothic"/>
                <a:ea typeface="Yu Gothic"/>
                <a:cs typeface="Yu Gothic"/>
              </a:defRPr>
            </a:lvl7pPr>
            <a:lvl8pPr>
              <a:buNone/>
              <a:defRPr sz="1950" b="1">
                <a:solidFill>
                  <a:srgbClr val="AD8760"/>
                </a:solidFill>
                <a:latin typeface="Yu Gothic"/>
                <a:ea typeface="Yu Gothic"/>
                <a:cs typeface="Yu Gothic"/>
              </a:defRPr>
            </a:lvl8pPr>
            <a:lvl9pPr>
              <a:buNone/>
              <a:defRPr sz="1950" b="1">
                <a:solidFill>
                  <a:srgbClr val="AD8760"/>
                </a:solidFill>
                <a:latin typeface="Yu Gothic"/>
                <a:ea typeface="Yu Gothic"/>
                <a:cs typeface="Yu Gothic"/>
              </a:defRPr>
            </a:lvl9pPr>
          </a:lstStyle>
          <a:p xmlns:a="http://schemas.openxmlformats.org/drawingml/2006/main">
            <a:pPr>
              <a:buNone/>
              <a:defRPr sz="1950" b="1">
                <a:solidFill>
                  <a:srgbClr val="AD8760"/>
                </a:solidFill>
                <a:latin typeface="Yu Gothic"/>
                <a:ea typeface="Yu Gothic"/>
                <a:cs typeface="Yu Gothic"/>
              </a:defRPr>
            </a:pPr>
            <a:r>
              <a:rPr sz="1950" b="1">
                <a:solidFill>
                  <a:srgbClr val="AD8760"/>
                </a:solidFill>
                <a:latin typeface="Yu Gothic"/>
                <a:ea typeface="Yu Gothic"/>
                <a:cs typeface="Yu Gothic"/>
              </a:rPr>
              <a:t>合力wxで置換</a:t>
            </a:r>
          </a:p>
        </p:txBody>
      </p:sp>
      <p:sp>
        <p:nvSpPr>
          <p:cNvPr id="74" name="">
            <a:extLst xmlns:a="http://schemas.openxmlformats.org/drawingml/2006/main">
              <a:ext uri="{FF2B5EF4-FFF2-40B4-BE49-F238E27FC236}">
                <a16:creationId xmlns:a16="http://schemas.microsoft.com/office/drawing/2014/main" id="{F7226711-3D1D-43F5-90B8-DC6B3DB83CFC}"/>
              </a:ext>
            </a:extLst>
          </p:cNvPr>
          <p:cNvSpPr>
            <a:spLocks xmlns:a="http://schemas.openxmlformats.org/drawingml/2006/main" noGrp="1"/>
          </p:cNvSpPr>
          <p:nvPr/>
        </p:nvSpPr>
        <p:spPr>
          <a:xfrm xmlns:a="http://schemas.openxmlformats.org/drawingml/2006/main">
            <a:off x="1428750" y="3762375"/>
            <a:ext cx="4191000" cy="9525"/>
          </a:xfrm>
          <a:custGeom xmlns:a="http://schemas.openxmlformats.org/drawingml/2006/main">
            <a:pathLst>
              <a:path w="4191000" h="9525">
                <a:moveTo>
                  <a:pt x="0" y="0"/>
                </a:moveTo>
                <a:lnTo>
                  <a:pt x="4191000" y="0"/>
                </a:lnTo>
              </a:path>
            </a:pathLst>
          </a:custGeom>
          <a:noFill xmlns:a="http://schemas.openxmlformats.org/drawingml/2006/main"/>
          <a:ln xmlns:a="http://schemas.openxmlformats.org/drawingml/2006/main" w="13335">
            <a:solidFill>
              <a:srgbClr val="71818B"/>
            </a:solidFill>
          </a:ln>
        </p:spPr>
      </p:sp>
      <p:sp>
        <p:nvSpPr>
          <p:cNvPr id="75" name="">
            <a:extLst xmlns:a="http://schemas.openxmlformats.org/drawingml/2006/main">
              <a:ext uri="{FF2B5EF4-FFF2-40B4-BE49-F238E27FC236}">
                <a16:creationId xmlns:a16="http://schemas.microsoft.com/office/drawing/2014/main" id="{498A6966-D4FC-4465-9FDD-20AD0D18483F}"/>
              </a:ext>
            </a:extLst>
          </p:cNvPr>
          <p:cNvSpPr>
            <a:spLocks xmlns:a="http://schemas.openxmlformats.org/drawingml/2006/main" noGrp="1"/>
          </p:cNvSpPr>
          <p:nvPr/>
        </p:nvSpPr>
        <p:spPr>
          <a:xfrm xmlns:a="http://schemas.openxmlformats.org/drawingml/2006/main">
            <a:off x="5553075" y="3734372"/>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76" name="">
            <a:extLst xmlns:a="http://schemas.openxmlformats.org/drawingml/2006/main">
              <a:ext uri="{FF2B5EF4-FFF2-40B4-BE49-F238E27FC236}">
                <a16:creationId xmlns:a16="http://schemas.microsoft.com/office/drawing/2014/main" id="{BCE6EDC4-351A-4A42-92C9-18A722FAB7B4}"/>
              </a:ext>
            </a:extLst>
          </p:cNvPr>
          <p:cNvSpPr>
            <a:spLocks xmlns:a="http://schemas.openxmlformats.org/drawingml/2006/main" noGrp="1"/>
          </p:cNvSpPr>
          <p:nvPr/>
        </p:nvSpPr>
        <p:spPr>
          <a:xfrm xmlns:a="http://schemas.openxmlformats.org/drawingml/2006/main">
            <a:off x="1428750" y="3762375"/>
            <a:ext cx="4191000" cy="9525"/>
          </a:xfrm>
          <a:custGeom xmlns:a="http://schemas.openxmlformats.org/drawingml/2006/main">
            <a:pathLst>
              <a:path w="4191000" h="9525">
                <a:moveTo>
                  <a:pt x="4191000" y="0"/>
                </a:moveTo>
                <a:lnTo>
                  <a:pt x="0" y="0"/>
                </a:lnTo>
              </a:path>
            </a:pathLst>
          </a:custGeom>
          <a:noFill xmlns:a="http://schemas.openxmlformats.org/drawingml/2006/main"/>
          <a:ln xmlns:a="http://schemas.openxmlformats.org/drawingml/2006/main" w="13335">
            <a:solidFill>
              <a:srgbClr val="71818B"/>
            </a:solidFill>
          </a:ln>
        </p:spPr>
      </p:sp>
      <p:sp>
        <p:nvSpPr>
          <p:cNvPr id="77" name="">
            <a:extLst xmlns:a="http://schemas.openxmlformats.org/drawingml/2006/main">
              <a:ext uri="{FF2B5EF4-FFF2-40B4-BE49-F238E27FC236}">
                <a16:creationId xmlns:a16="http://schemas.microsoft.com/office/drawing/2014/main" id="{E40DFD9C-1791-403F-BAC7-0F922E3E4FAA}"/>
              </a:ext>
            </a:extLst>
          </p:cNvPr>
          <p:cNvSpPr>
            <a:spLocks xmlns:a="http://schemas.openxmlformats.org/drawingml/2006/main" noGrp="1"/>
          </p:cNvSpPr>
          <p:nvPr/>
        </p:nvSpPr>
        <p:spPr>
          <a:xfrm xmlns:a="http://schemas.openxmlformats.org/drawingml/2006/main">
            <a:off x="1428750" y="3734372"/>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78" name="">
            <a:extLst xmlns:a="http://schemas.openxmlformats.org/drawingml/2006/main">
              <a:ext uri="{FF2B5EF4-FFF2-40B4-BE49-F238E27FC236}">
                <a16:creationId xmlns:a16="http://schemas.microsoft.com/office/drawing/2014/main" id="{1B460E0C-49C2-4990-AE6D-B752521F5632}"/>
              </a:ext>
            </a:extLst>
          </p:cNvPr>
          <p:cNvSpPr>
            <a:spLocks xmlns:a="http://schemas.openxmlformats.org/drawingml/2006/main" noGrp="1"/>
          </p:cNvSpPr>
          <p:nvPr/>
        </p:nvSpPr>
        <p:spPr>
          <a:xfrm xmlns:a="http://schemas.openxmlformats.org/drawingml/2006/main">
            <a:off x="1428750" y="381000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71818B"/>
                </a:solidFill>
                <a:latin typeface="Yu Gothic"/>
                <a:ea typeface="Yu Gothic"/>
                <a:cs typeface="Yu Gothic"/>
              </a:defRPr>
            </a:defPPr>
            <a:lvl1pPr algn="ctr">
              <a:buNone/>
              <a:defRPr sz="1725" b="0">
                <a:solidFill>
                  <a:srgbClr val="71818B"/>
                </a:solidFill>
                <a:latin typeface="Yu Gothic"/>
                <a:ea typeface="Yu Gothic"/>
                <a:cs typeface="Yu Gothic"/>
              </a:defRPr>
            </a:lvl1pPr>
            <a:lvl2pPr algn="ctr">
              <a:buNone/>
              <a:defRPr sz="1725" b="0">
                <a:solidFill>
                  <a:srgbClr val="71818B"/>
                </a:solidFill>
                <a:latin typeface="Yu Gothic"/>
                <a:ea typeface="Yu Gothic"/>
                <a:cs typeface="Yu Gothic"/>
              </a:defRPr>
            </a:lvl2pPr>
            <a:lvl3pPr algn="ctr">
              <a:buNone/>
              <a:defRPr sz="1725" b="0">
                <a:solidFill>
                  <a:srgbClr val="71818B"/>
                </a:solidFill>
                <a:latin typeface="Yu Gothic"/>
                <a:ea typeface="Yu Gothic"/>
                <a:cs typeface="Yu Gothic"/>
              </a:defRPr>
            </a:lvl3pPr>
            <a:lvl4pPr algn="ctr">
              <a:buNone/>
              <a:defRPr sz="1725" b="0">
                <a:solidFill>
                  <a:srgbClr val="71818B"/>
                </a:solidFill>
                <a:latin typeface="Yu Gothic"/>
                <a:ea typeface="Yu Gothic"/>
                <a:cs typeface="Yu Gothic"/>
              </a:defRPr>
            </a:lvl4pPr>
            <a:lvl5pPr algn="ctr">
              <a:buNone/>
              <a:defRPr sz="1725" b="0">
                <a:solidFill>
                  <a:srgbClr val="71818B"/>
                </a:solidFill>
                <a:latin typeface="Yu Gothic"/>
                <a:ea typeface="Yu Gothic"/>
                <a:cs typeface="Yu Gothic"/>
              </a:defRPr>
            </a:lvl5pPr>
            <a:lvl6pPr algn="ctr">
              <a:buNone/>
              <a:defRPr sz="1725" b="0">
                <a:solidFill>
                  <a:srgbClr val="71818B"/>
                </a:solidFill>
                <a:latin typeface="Yu Gothic"/>
                <a:ea typeface="Yu Gothic"/>
                <a:cs typeface="Yu Gothic"/>
              </a:defRPr>
            </a:lvl6pPr>
            <a:lvl7pPr algn="ctr">
              <a:buNone/>
              <a:defRPr sz="1725" b="0">
                <a:solidFill>
                  <a:srgbClr val="71818B"/>
                </a:solidFill>
                <a:latin typeface="Yu Gothic"/>
                <a:ea typeface="Yu Gothic"/>
                <a:cs typeface="Yu Gothic"/>
              </a:defRPr>
            </a:lvl7pPr>
            <a:lvl8pPr algn="ctr">
              <a:buNone/>
              <a:defRPr sz="1725" b="0">
                <a:solidFill>
                  <a:srgbClr val="71818B"/>
                </a:solidFill>
                <a:latin typeface="Yu Gothic"/>
                <a:ea typeface="Yu Gothic"/>
                <a:cs typeface="Yu Gothic"/>
              </a:defRPr>
            </a:lvl8pPr>
            <a:lvl9pPr algn="ctr">
              <a:buNone/>
              <a:defRPr sz="1725" b="0">
                <a:solidFill>
                  <a:srgbClr val="71818B"/>
                </a:solidFill>
                <a:latin typeface="Yu Gothic"/>
                <a:ea typeface="Yu Gothic"/>
                <a:cs typeface="Yu Gothic"/>
              </a:defRPr>
            </a:lvl9pPr>
          </a:lstStyle>
          <a:p xmlns:a="http://schemas.openxmlformats.org/drawingml/2006/main">
            <a:pPr algn="ctr">
              <a:buNone/>
              <a:defRPr sz="1725" b="0">
                <a:solidFill>
                  <a:srgbClr val="71818B"/>
                </a:solidFill>
                <a:latin typeface="Yu Gothic"/>
                <a:ea typeface="Yu Gothic"/>
                <a:cs typeface="Yu Gothic"/>
              </a:defRPr>
            </a:pPr>
            <a:r>
              <a:rPr sz="1725" b="0">
                <a:solidFill>
                  <a:srgbClr val="71818B"/>
                </a:solidFill>
                <a:latin typeface="Yu Gothic"/>
                <a:ea typeface="Yu Gothic"/>
                <a:cs typeface="Yu Gothic"/>
              </a:rPr>
              <a:t>x</a:t>
            </a:r>
          </a:p>
        </p:txBody>
      </p:sp>
      <p:sp>
        <p:nvSpPr>
          <p:cNvPr id="79" name="">
            <a:extLst xmlns:a="http://schemas.openxmlformats.org/drawingml/2006/main">
              <a:ext uri="{FF2B5EF4-FFF2-40B4-BE49-F238E27FC236}">
                <a16:creationId xmlns:a16="http://schemas.microsoft.com/office/drawing/2014/main" id="{4E408EB6-6549-4742-B0D6-C6A5DB87EDDA}"/>
              </a:ext>
            </a:extLst>
          </p:cNvPr>
          <p:cNvSpPr>
            <a:spLocks xmlns:a="http://schemas.openxmlformats.org/drawingml/2006/main" noGrp="1"/>
          </p:cNvSpPr>
          <p:nvPr/>
        </p:nvSpPr>
        <p:spPr>
          <a:xfrm xmlns:a="http://schemas.openxmlformats.org/drawingml/2006/main">
            <a:off x="3524250" y="3371850"/>
            <a:ext cx="2095500" cy="9525"/>
          </a:xfrm>
          <a:custGeom xmlns:a="http://schemas.openxmlformats.org/drawingml/2006/main">
            <a:pathLst>
              <a:path w="2095500" h="9525">
                <a:moveTo>
                  <a:pt x="0" y="0"/>
                </a:moveTo>
                <a:lnTo>
                  <a:pt x="2095500" y="0"/>
                </a:lnTo>
              </a:path>
            </a:pathLst>
          </a:custGeom>
          <a:noFill xmlns:a="http://schemas.openxmlformats.org/drawingml/2006/main"/>
          <a:ln xmlns:a="http://schemas.openxmlformats.org/drawingml/2006/main" w="13335">
            <a:solidFill>
              <a:srgbClr val="AD8760"/>
            </a:solidFill>
          </a:ln>
        </p:spPr>
      </p:sp>
      <p:sp>
        <p:nvSpPr>
          <p:cNvPr id="80" name="">
            <a:extLst xmlns:a="http://schemas.openxmlformats.org/drawingml/2006/main">
              <a:ext uri="{FF2B5EF4-FFF2-40B4-BE49-F238E27FC236}">
                <a16:creationId xmlns:a16="http://schemas.microsoft.com/office/drawing/2014/main" id="{F610AA30-9846-46D5-B026-ADA50A3B222B}"/>
              </a:ext>
            </a:extLst>
          </p:cNvPr>
          <p:cNvSpPr>
            <a:spLocks xmlns:a="http://schemas.openxmlformats.org/drawingml/2006/main" noGrp="1"/>
          </p:cNvSpPr>
          <p:nvPr/>
        </p:nvSpPr>
        <p:spPr>
          <a:xfrm xmlns:a="http://schemas.openxmlformats.org/drawingml/2006/main">
            <a:off x="5553075" y="3343847"/>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AD8760"/>
          </a:solidFill>
          <a:ln xmlns:a="http://schemas.openxmlformats.org/drawingml/2006/main" w="4763">
            <a:solidFill>
              <a:srgbClr val="AD8760"/>
            </a:solidFill>
          </a:ln>
        </p:spPr>
      </p:sp>
      <p:sp>
        <p:nvSpPr>
          <p:cNvPr id="81" name="">
            <a:extLst xmlns:a="http://schemas.openxmlformats.org/drawingml/2006/main">
              <a:ext uri="{FF2B5EF4-FFF2-40B4-BE49-F238E27FC236}">
                <a16:creationId xmlns:a16="http://schemas.microsoft.com/office/drawing/2014/main" id="{5BF4B297-6705-4C4F-8025-90B632829AE9}"/>
              </a:ext>
            </a:extLst>
          </p:cNvPr>
          <p:cNvSpPr>
            <a:spLocks xmlns:a="http://schemas.openxmlformats.org/drawingml/2006/main" noGrp="1"/>
          </p:cNvSpPr>
          <p:nvPr/>
        </p:nvSpPr>
        <p:spPr>
          <a:xfrm xmlns:a="http://schemas.openxmlformats.org/drawingml/2006/main">
            <a:off x="3524250" y="3371850"/>
            <a:ext cx="2095500" cy="9525"/>
          </a:xfrm>
          <a:custGeom xmlns:a="http://schemas.openxmlformats.org/drawingml/2006/main">
            <a:pathLst>
              <a:path w="2095500" h="9525">
                <a:moveTo>
                  <a:pt x="2095500" y="0"/>
                </a:moveTo>
                <a:lnTo>
                  <a:pt x="0" y="0"/>
                </a:lnTo>
              </a:path>
            </a:pathLst>
          </a:custGeom>
          <a:noFill xmlns:a="http://schemas.openxmlformats.org/drawingml/2006/main"/>
          <a:ln xmlns:a="http://schemas.openxmlformats.org/drawingml/2006/main" w="13335">
            <a:solidFill>
              <a:srgbClr val="AD8760"/>
            </a:solidFill>
          </a:ln>
        </p:spPr>
      </p:sp>
      <p:sp>
        <p:nvSpPr>
          <p:cNvPr id="82" name="">
            <a:extLst xmlns:a="http://schemas.openxmlformats.org/drawingml/2006/main">
              <a:ext uri="{FF2B5EF4-FFF2-40B4-BE49-F238E27FC236}">
                <a16:creationId xmlns:a16="http://schemas.microsoft.com/office/drawing/2014/main" id="{35A36E91-E4E0-41E1-AF85-EECFFFE8B92B}"/>
              </a:ext>
            </a:extLst>
          </p:cNvPr>
          <p:cNvSpPr>
            <a:spLocks xmlns:a="http://schemas.openxmlformats.org/drawingml/2006/main" noGrp="1"/>
          </p:cNvSpPr>
          <p:nvPr/>
        </p:nvSpPr>
        <p:spPr>
          <a:xfrm xmlns:a="http://schemas.openxmlformats.org/drawingml/2006/main">
            <a:off x="3524250" y="3343847"/>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AD8760"/>
          </a:solidFill>
          <a:ln xmlns:a="http://schemas.openxmlformats.org/drawingml/2006/main" w="4763">
            <a:solidFill>
              <a:srgbClr val="AD8760"/>
            </a:solidFill>
          </a:ln>
        </p:spPr>
      </p:sp>
      <p:sp>
        <p:nvSpPr>
          <p:cNvPr id="83" name="">
            <a:extLst xmlns:a="http://schemas.openxmlformats.org/drawingml/2006/main">
              <a:ext uri="{FF2B5EF4-FFF2-40B4-BE49-F238E27FC236}">
                <a16:creationId xmlns:a16="http://schemas.microsoft.com/office/drawing/2014/main" id="{EA4BB005-E4F6-4917-B59F-D8D929792BAE}"/>
              </a:ext>
            </a:extLst>
          </p:cNvPr>
          <p:cNvSpPr>
            <a:spLocks xmlns:a="http://schemas.openxmlformats.org/drawingml/2006/main" noGrp="1"/>
          </p:cNvSpPr>
          <p:nvPr/>
        </p:nvSpPr>
        <p:spPr>
          <a:xfrm xmlns:a="http://schemas.openxmlformats.org/drawingml/2006/main">
            <a:off x="3524250" y="34194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AD8760"/>
                </a:solidFill>
                <a:latin typeface="Yu Gothic"/>
                <a:ea typeface="Yu Gothic"/>
                <a:cs typeface="Yu Gothic"/>
              </a:defRPr>
            </a:defPPr>
            <a:lvl1pPr algn="ctr">
              <a:buNone/>
              <a:defRPr sz="1725" b="0">
                <a:solidFill>
                  <a:srgbClr val="AD8760"/>
                </a:solidFill>
                <a:latin typeface="Yu Gothic"/>
                <a:ea typeface="Yu Gothic"/>
                <a:cs typeface="Yu Gothic"/>
              </a:defRPr>
            </a:lvl1pPr>
            <a:lvl2pPr algn="ctr">
              <a:buNone/>
              <a:defRPr sz="1725" b="0">
                <a:solidFill>
                  <a:srgbClr val="AD8760"/>
                </a:solidFill>
                <a:latin typeface="Yu Gothic"/>
                <a:ea typeface="Yu Gothic"/>
                <a:cs typeface="Yu Gothic"/>
              </a:defRPr>
            </a:lvl2pPr>
            <a:lvl3pPr algn="ctr">
              <a:buNone/>
              <a:defRPr sz="1725" b="0">
                <a:solidFill>
                  <a:srgbClr val="AD8760"/>
                </a:solidFill>
                <a:latin typeface="Yu Gothic"/>
                <a:ea typeface="Yu Gothic"/>
                <a:cs typeface="Yu Gothic"/>
              </a:defRPr>
            </a:lvl3pPr>
            <a:lvl4pPr algn="ctr">
              <a:buNone/>
              <a:defRPr sz="1725" b="0">
                <a:solidFill>
                  <a:srgbClr val="AD8760"/>
                </a:solidFill>
                <a:latin typeface="Yu Gothic"/>
                <a:ea typeface="Yu Gothic"/>
                <a:cs typeface="Yu Gothic"/>
              </a:defRPr>
            </a:lvl4pPr>
            <a:lvl5pPr algn="ctr">
              <a:buNone/>
              <a:defRPr sz="1725" b="0">
                <a:solidFill>
                  <a:srgbClr val="AD8760"/>
                </a:solidFill>
                <a:latin typeface="Yu Gothic"/>
                <a:ea typeface="Yu Gothic"/>
                <a:cs typeface="Yu Gothic"/>
              </a:defRPr>
            </a:lvl5pPr>
            <a:lvl6pPr algn="ctr">
              <a:buNone/>
              <a:defRPr sz="1725" b="0">
                <a:solidFill>
                  <a:srgbClr val="AD8760"/>
                </a:solidFill>
                <a:latin typeface="Yu Gothic"/>
                <a:ea typeface="Yu Gothic"/>
                <a:cs typeface="Yu Gothic"/>
              </a:defRPr>
            </a:lvl6pPr>
            <a:lvl7pPr algn="ctr">
              <a:buNone/>
              <a:defRPr sz="1725" b="0">
                <a:solidFill>
                  <a:srgbClr val="AD8760"/>
                </a:solidFill>
                <a:latin typeface="Yu Gothic"/>
                <a:ea typeface="Yu Gothic"/>
                <a:cs typeface="Yu Gothic"/>
              </a:defRPr>
            </a:lvl7pPr>
            <a:lvl8pPr algn="ctr">
              <a:buNone/>
              <a:defRPr sz="1725" b="0">
                <a:solidFill>
                  <a:srgbClr val="AD8760"/>
                </a:solidFill>
                <a:latin typeface="Yu Gothic"/>
                <a:ea typeface="Yu Gothic"/>
                <a:cs typeface="Yu Gothic"/>
              </a:defRPr>
            </a:lvl8pPr>
            <a:lvl9pPr algn="ctr">
              <a:buNone/>
              <a:defRPr sz="1725" b="0">
                <a:solidFill>
                  <a:srgbClr val="AD8760"/>
                </a:solidFill>
                <a:latin typeface="Yu Gothic"/>
                <a:ea typeface="Yu Gothic"/>
                <a:cs typeface="Yu Gothic"/>
              </a:defRPr>
            </a:lvl9pPr>
          </a:lstStyle>
          <a:p xmlns:a="http://schemas.openxmlformats.org/drawingml/2006/main">
            <a:pPr algn="ctr">
              <a:buNone/>
              <a:defRPr sz="1725" b="0">
                <a:solidFill>
                  <a:srgbClr val="AD8760"/>
                </a:solidFill>
                <a:latin typeface="Yu Gothic"/>
                <a:ea typeface="Yu Gothic"/>
                <a:cs typeface="Yu Gothic"/>
              </a:defRPr>
            </a:pPr>
            <a:r>
              <a:rPr sz="1725" b="0">
                <a:solidFill>
                  <a:srgbClr val="AD8760"/>
                </a:solidFill>
                <a:latin typeface="Yu Gothic"/>
                <a:ea typeface="Yu Gothic"/>
                <a:cs typeface="Yu Gothic"/>
              </a:rPr>
              <a:t>x/2</a:t>
            </a:r>
          </a:p>
        </p:txBody>
      </p:sp>
      <p:sp>
        <p:nvSpPr>
          <p:cNvPr id="84" name="">
            <a:extLst xmlns:a="http://schemas.openxmlformats.org/drawingml/2006/main">
              <a:ext uri="{FF2B5EF4-FFF2-40B4-BE49-F238E27FC236}">
                <a16:creationId xmlns:a16="http://schemas.microsoft.com/office/drawing/2014/main" id="{BE313667-CE36-43E4-A0C7-6C3138630D63}"/>
              </a:ext>
            </a:extLst>
          </p:cNvPr>
          <p:cNvSpPr>
            <a:spLocks xmlns:a="http://schemas.openxmlformats.org/drawingml/2006/main" noGrp="1"/>
          </p:cNvSpPr>
          <p:nvPr/>
        </p:nvSpPr>
        <p:spPr>
          <a:xfrm xmlns:a="http://schemas.openxmlformats.org/drawingml/2006/main">
            <a:off x="7810500" y="1762125"/>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RA − wx − V = 0</a:t>
            </a:r>
          </a:p>
        </p:txBody>
      </p:sp>
      <p:sp>
        <p:nvSpPr>
          <p:cNvPr id="85" name="">
            <a:extLst xmlns:a="http://schemas.openxmlformats.org/drawingml/2006/main">
              <a:ext uri="{FF2B5EF4-FFF2-40B4-BE49-F238E27FC236}">
                <a16:creationId xmlns:a16="http://schemas.microsoft.com/office/drawing/2014/main" id="{EC615D4D-08D9-4244-B050-3B7D88575952}"/>
              </a:ext>
            </a:extLst>
          </p:cNvPr>
          <p:cNvSpPr>
            <a:spLocks xmlns:a="http://schemas.openxmlformats.org/drawingml/2006/main" noGrp="1"/>
          </p:cNvSpPr>
          <p:nvPr/>
        </p:nvSpPr>
        <p:spPr>
          <a:xfrm xmlns:a="http://schemas.openxmlformats.org/drawingml/2006/main">
            <a:off x="7810500" y="2238375"/>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7655A5"/>
                </a:solidFill>
                <a:latin typeface="Yu Gothic"/>
                <a:ea typeface="Yu Gothic"/>
                <a:cs typeface="Yu Gothic"/>
              </a:defRPr>
            </a:defPPr>
            <a:lvl1pPr>
              <a:buNone/>
              <a:defRPr sz="2250" b="1">
                <a:solidFill>
                  <a:srgbClr val="7655A5"/>
                </a:solidFill>
                <a:latin typeface="Yu Gothic"/>
                <a:ea typeface="Yu Gothic"/>
                <a:cs typeface="Yu Gothic"/>
              </a:defRPr>
            </a:lvl1pPr>
            <a:lvl2pPr>
              <a:buNone/>
              <a:defRPr sz="2250" b="1">
                <a:solidFill>
                  <a:srgbClr val="7655A5"/>
                </a:solidFill>
                <a:latin typeface="Yu Gothic"/>
                <a:ea typeface="Yu Gothic"/>
                <a:cs typeface="Yu Gothic"/>
              </a:defRPr>
            </a:lvl2pPr>
            <a:lvl3pPr>
              <a:buNone/>
              <a:defRPr sz="2250" b="1">
                <a:solidFill>
                  <a:srgbClr val="7655A5"/>
                </a:solidFill>
                <a:latin typeface="Yu Gothic"/>
                <a:ea typeface="Yu Gothic"/>
                <a:cs typeface="Yu Gothic"/>
              </a:defRPr>
            </a:lvl3pPr>
            <a:lvl4pPr>
              <a:buNone/>
              <a:defRPr sz="2250" b="1">
                <a:solidFill>
                  <a:srgbClr val="7655A5"/>
                </a:solidFill>
                <a:latin typeface="Yu Gothic"/>
                <a:ea typeface="Yu Gothic"/>
                <a:cs typeface="Yu Gothic"/>
              </a:defRPr>
            </a:lvl4pPr>
            <a:lvl5pPr>
              <a:buNone/>
              <a:defRPr sz="2250" b="1">
                <a:solidFill>
                  <a:srgbClr val="7655A5"/>
                </a:solidFill>
                <a:latin typeface="Yu Gothic"/>
                <a:ea typeface="Yu Gothic"/>
                <a:cs typeface="Yu Gothic"/>
              </a:defRPr>
            </a:lvl5pPr>
            <a:lvl6pPr>
              <a:buNone/>
              <a:defRPr sz="2250" b="1">
                <a:solidFill>
                  <a:srgbClr val="7655A5"/>
                </a:solidFill>
                <a:latin typeface="Yu Gothic"/>
                <a:ea typeface="Yu Gothic"/>
                <a:cs typeface="Yu Gothic"/>
              </a:defRPr>
            </a:lvl6pPr>
            <a:lvl7pPr>
              <a:buNone/>
              <a:defRPr sz="2250" b="1">
                <a:solidFill>
                  <a:srgbClr val="7655A5"/>
                </a:solidFill>
                <a:latin typeface="Yu Gothic"/>
                <a:ea typeface="Yu Gothic"/>
                <a:cs typeface="Yu Gothic"/>
              </a:defRPr>
            </a:lvl7pPr>
            <a:lvl8pPr>
              <a:buNone/>
              <a:defRPr sz="2250" b="1">
                <a:solidFill>
                  <a:srgbClr val="7655A5"/>
                </a:solidFill>
                <a:latin typeface="Yu Gothic"/>
                <a:ea typeface="Yu Gothic"/>
                <a:cs typeface="Yu Gothic"/>
              </a:defRPr>
            </a:lvl8pPr>
            <a:lvl9pPr>
              <a:buNone/>
              <a:defRPr sz="2250" b="1">
                <a:solidFill>
                  <a:srgbClr val="7655A5"/>
                </a:solidFill>
                <a:latin typeface="Yu Gothic"/>
                <a:ea typeface="Yu Gothic"/>
                <a:cs typeface="Yu Gothic"/>
              </a:defRPr>
            </a:lvl9pPr>
          </a:lstStyle>
          <a:p xmlns:a="http://schemas.openxmlformats.org/drawingml/2006/main">
            <a:pPr>
              <a:buNone/>
              <a:defRPr sz="2250" b="1">
                <a:solidFill>
                  <a:srgbClr val="7655A5"/>
                </a:solidFill>
                <a:latin typeface="Yu Gothic"/>
                <a:ea typeface="Yu Gothic"/>
                <a:cs typeface="Yu Gothic"/>
              </a:defRPr>
            </a:pPr>
            <a:r>
              <a:rPr sz="2250" b="1">
                <a:solidFill>
                  <a:srgbClr val="7655A5"/>
                </a:solidFill>
                <a:latin typeface="Yu Gothic"/>
                <a:ea typeface="Yu Gothic"/>
                <a:cs typeface="Yu Gothic"/>
              </a:rPr>
              <a:t>V = RA − wx</a:t>
            </a:r>
          </a:p>
        </p:txBody>
      </p:sp>
      <p:sp>
        <p:nvSpPr>
          <p:cNvPr id="86" name="">
            <a:extLst xmlns:a="http://schemas.openxmlformats.org/drawingml/2006/main">
              <a:ext uri="{FF2B5EF4-FFF2-40B4-BE49-F238E27FC236}">
                <a16:creationId xmlns:a16="http://schemas.microsoft.com/office/drawing/2014/main" id="{35E921A4-31DA-4243-A5DE-7826F8BC24E9}"/>
              </a:ext>
            </a:extLst>
          </p:cNvPr>
          <p:cNvSpPr>
            <a:spLocks xmlns:a="http://schemas.openxmlformats.org/drawingml/2006/main" noGrp="1"/>
          </p:cNvSpPr>
          <p:nvPr/>
        </p:nvSpPr>
        <p:spPr>
          <a:xfrm xmlns:a="http://schemas.openxmlformats.org/drawingml/2006/main">
            <a:off x="7810500" y="2857500"/>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buNone/>
              <a:defRPr sz="1950" b="0">
                <a:solidFill>
                  <a:srgbClr val="263D4D"/>
                </a:solidFill>
                <a:latin typeface="Yu Gothic"/>
                <a:ea typeface="Yu Gothic"/>
                <a:cs typeface="Yu Gothic"/>
              </a:defRPr>
            </a:lvl1pPr>
            <a:lvl2pPr>
              <a:buNone/>
              <a:defRPr sz="1950" b="0">
                <a:solidFill>
                  <a:srgbClr val="263D4D"/>
                </a:solidFill>
                <a:latin typeface="Yu Gothic"/>
                <a:ea typeface="Yu Gothic"/>
                <a:cs typeface="Yu Gothic"/>
              </a:defRPr>
            </a:lvl2pPr>
            <a:lvl3pPr>
              <a:buNone/>
              <a:defRPr sz="1950" b="0">
                <a:solidFill>
                  <a:srgbClr val="263D4D"/>
                </a:solidFill>
                <a:latin typeface="Yu Gothic"/>
                <a:ea typeface="Yu Gothic"/>
                <a:cs typeface="Yu Gothic"/>
              </a:defRPr>
            </a:lvl3pPr>
            <a:lvl4pPr>
              <a:buNone/>
              <a:defRPr sz="1950" b="0">
                <a:solidFill>
                  <a:srgbClr val="263D4D"/>
                </a:solidFill>
                <a:latin typeface="Yu Gothic"/>
                <a:ea typeface="Yu Gothic"/>
                <a:cs typeface="Yu Gothic"/>
              </a:defRPr>
            </a:lvl4pPr>
            <a:lvl5pPr>
              <a:buNone/>
              <a:defRPr sz="1950" b="0">
                <a:solidFill>
                  <a:srgbClr val="263D4D"/>
                </a:solidFill>
                <a:latin typeface="Yu Gothic"/>
                <a:ea typeface="Yu Gothic"/>
                <a:cs typeface="Yu Gothic"/>
              </a:defRPr>
            </a:lvl5pPr>
            <a:lvl6pPr>
              <a:buNone/>
              <a:defRPr sz="1950" b="0">
                <a:solidFill>
                  <a:srgbClr val="263D4D"/>
                </a:solidFill>
                <a:latin typeface="Yu Gothic"/>
                <a:ea typeface="Yu Gothic"/>
                <a:cs typeface="Yu Gothic"/>
              </a:defRPr>
            </a:lvl6pPr>
            <a:lvl7pPr>
              <a:buNone/>
              <a:defRPr sz="1950" b="0">
                <a:solidFill>
                  <a:srgbClr val="263D4D"/>
                </a:solidFill>
                <a:latin typeface="Yu Gothic"/>
                <a:ea typeface="Yu Gothic"/>
                <a:cs typeface="Yu Gothic"/>
              </a:defRPr>
            </a:lvl7pPr>
            <a:lvl8pPr>
              <a:buNone/>
              <a:defRPr sz="1950" b="0">
                <a:solidFill>
                  <a:srgbClr val="263D4D"/>
                </a:solidFill>
                <a:latin typeface="Yu Gothic"/>
                <a:ea typeface="Yu Gothic"/>
                <a:cs typeface="Yu Gothic"/>
              </a:defRPr>
            </a:lvl8pPr>
            <a:lvl9pPr>
              <a:buNone/>
              <a:defRPr sz="1950" b="0">
                <a:solidFill>
                  <a:srgbClr val="263D4D"/>
                </a:solidFill>
                <a:latin typeface="Yu Gothic"/>
                <a:ea typeface="Yu Gothic"/>
                <a:cs typeface="Yu Gothic"/>
              </a:defRPr>
            </a:lvl9pPr>
          </a:lstStyle>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−RAx + (wx)(x/2) + M = 0</a:t>
            </a:r>
          </a:p>
        </p:txBody>
      </p:sp>
      <p:sp>
        <p:nvSpPr>
          <p:cNvPr id="87" name="">
            <a:extLst xmlns:a="http://schemas.openxmlformats.org/drawingml/2006/main">
              <a:ext uri="{FF2B5EF4-FFF2-40B4-BE49-F238E27FC236}">
                <a16:creationId xmlns:a16="http://schemas.microsoft.com/office/drawing/2014/main" id="{A38841CD-DD6E-4EEB-A0FD-F3F783CA8D32}"/>
              </a:ext>
            </a:extLst>
          </p:cNvPr>
          <p:cNvSpPr>
            <a:spLocks xmlns:a="http://schemas.openxmlformats.org/drawingml/2006/main" noGrp="1"/>
          </p:cNvSpPr>
          <p:nvPr/>
        </p:nvSpPr>
        <p:spPr>
          <a:xfrm xmlns:a="http://schemas.openxmlformats.org/drawingml/2006/main">
            <a:off x="7810500" y="352425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876A8"/>
                </a:solidFill>
                <a:latin typeface="Yu Gothic"/>
                <a:ea typeface="Yu Gothic"/>
                <a:cs typeface="Yu Gothic"/>
              </a:defRPr>
            </a:defPPr>
            <a:lvl1pPr>
              <a:buNone/>
              <a:defRPr sz="2175" b="1">
                <a:solidFill>
                  <a:srgbClr val="2876A8"/>
                </a:solidFill>
                <a:latin typeface="Yu Gothic"/>
                <a:ea typeface="Yu Gothic"/>
                <a:cs typeface="Yu Gothic"/>
              </a:defRPr>
            </a:lvl1pPr>
            <a:lvl2pPr>
              <a:buNone/>
              <a:defRPr sz="2175" b="1">
                <a:solidFill>
                  <a:srgbClr val="2876A8"/>
                </a:solidFill>
                <a:latin typeface="Yu Gothic"/>
                <a:ea typeface="Yu Gothic"/>
                <a:cs typeface="Yu Gothic"/>
              </a:defRPr>
            </a:lvl2pPr>
            <a:lvl3pPr>
              <a:buNone/>
              <a:defRPr sz="2175" b="1">
                <a:solidFill>
                  <a:srgbClr val="2876A8"/>
                </a:solidFill>
                <a:latin typeface="Yu Gothic"/>
                <a:ea typeface="Yu Gothic"/>
                <a:cs typeface="Yu Gothic"/>
              </a:defRPr>
            </a:lvl3pPr>
            <a:lvl4pPr>
              <a:buNone/>
              <a:defRPr sz="2175" b="1">
                <a:solidFill>
                  <a:srgbClr val="2876A8"/>
                </a:solidFill>
                <a:latin typeface="Yu Gothic"/>
                <a:ea typeface="Yu Gothic"/>
                <a:cs typeface="Yu Gothic"/>
              </a:defRPr>
            </a:lvl4pPr>
            <a:lvl5pPr>
              <a:buNone/>
              <a:defRPr sz="2175" b="1">
                <a:solidFill>
                  <a:srgbClr val="2876A8"/>
                </a:solidFill>
                <a:latin typeface="Yu Gothic"/>
                <a:ea typeface="Yu Gothic"/>
                <a:cs typeface="Yu Gothic"/>
              </a:defRPr>
            </a:lvl5pPr>
            <a:lvl6pPr>
              <a:buNone/>
              <a:defRPr sz="2175" b="1">
                <a:solidFill>
                  <a:srgbClr val="2876A8"/>
                </a:solidFill>
                <a:latin typeface="Yu Gothic"/>
                <a:ea typeface="Yu Gothic"/>
                <a:cs typeface="Yu Gothic"/>
              </a:defRPr>
            </a:lvl6pPr>
            <a:lvl7pPr>
              <a:buNone/>
              <a:defRPr sz="2175" b="1">
                <a:solidFill>
                  <a:srgbClr val="2876A8"/>
                </a:solidFill>
                <a:latin typeface="Yu Gothic"/>
                <a:ea typeface="Yu Gothic"/>
                <a:cs typeface="Yu Gothic"/>
              </a:defRPr>
            </a:lvl7pPr>
            <a:lvl8pPr>
              <a:buNone/>
              <a:defRPr sz="2175" b="1">
                <a:solidFill>
                  <a:srgbClr val="2876A8"/>
                </a:solidFill>
                <a:latin typeface="Yu Gothic"/>
                <a:ea typeface="Yu Gothic"/>
                <a:cs typeface="Yu Gothic"/>
              </a:defRPr>
            </a:lvl8pPr>
            <a:lvl9pPr>
              <a:buNone/>
              <a:defRPr sz="2175" b="1">
                <a:solidFill>
                  <a:srgbClr val="2876A8"/>
                </a:solidFill>
                <a:latin typeface="Yu Gothic"/>
                <a:ea typeface="Yu Gothic"/>
                <a:cs typeface="Yu Gothic"/>
              </a:defRPr>
            </a:lvl9pPr>
          </a:lstStyle>
          <a:p xmlns:a="http://schemas.openxmlformats.org/drawingml/2006/main">
            <a:pPr>
              <a:buNone/>
              <a:defRPr sz="2175" b="1">
                <a:solidFill>
                  <a:srgbClr val="2876A8"/>
                </a:solidFill>
                <a:latin typeface="Yu Gothic"/>
                <a:ea typeface="Yu Gothic"/>
                <a:cs typeface="Yu Gothic"/>
              </a:defRPr>
            </a:pPr>
            <a:r>
              <a:rPr sz="2175" b="1">
                <a:solidFill>
                  <a:srgbClr val="2876A8"/>
                </a:solidFill>
                <a:latin typeface="Yu Gothic"/>
                <a:ea typeface="Yu Gothic"/>
                <a:cs typeface="Yu Gothic"/>
              </a:rPr>
              <a:t>M = RAx − wx²/2</a:t>
            </a:r>
          </a:p>
        </p:txBody>
      </p:sp>
      <p:graphicFrame>
        <p:nvGraphicFramePr>
          <p:cNvPr id="88" name="Chart">
            <a:extLst xmlns:a="http://schemas.openxmlformats.org/drawingml/2006/main">
              <a:ext uri="{FF2B5EF4-FFF2-40B4-BE49-F238E27FC236}">
                <a16:creationId xmlns:a16="http://schemas.microsoft.com/office/drawing/2014/main" id="{CD44568A-9E87-427B-BF50-91A05E51C815}"/>
              </a:ext>
            </a:extLst>
          </p:cNvPr>
          <p:cNvGraphicFramePr/>
          <p:nvPr/>
        </p:nvGraphicFramePr>
        <p:xfrm>
          <a:off xmlns:a="http://schemas.openxmlformats.org/drawingml/2006/main" x="714375" y="4171950"/>
          <a:ext xmlns:a="http://schemas.openxmlformats.org/drawingml/2006/main" cx="5238750" cy="1552575"/>
        </p:xfrm>
        <a:graphic xmlns:a="http://schemas.openxmlformats.org/drawingml/2006/main">
          <a:graphicData uri="http://schemas.openxmlformats.org/drawingml/2006/chart">
            <c:chart xmlns:r="http://schemas.openxmlformats.org/officeDocument/2006/relationships" xmlns:c="http://schemas.openxmlformats.org/drawingml/2006/chart" r:id="R571f55fa723947a1"/>
          </a:graphicData>
        </a:graphic>
      </p:graphicFrame>
      <p:graphicFrame>
        <p:nvGraphicFramePr>
          <p:cNvPr id="89" name="Chart">
            <a:extLst xmlns:a="http://schemas.openxmlformats.org/drawingml/2006/main">
              <a:ext uri="{FF2B5EF4-FFF2-40B4-BE49-F238E27FC236}">
                <a16:creationId xmlns:a16="http://schemas.microsoft.com/office/drawing/2014/main" id="{CEB09990-638D-4C0C-A543-BFDC67AE55C5}"/>
              </a:ext>
            </a:extLst>
          </p:cNvPr>
          <p:cNvGraphicFramePr/>
          <p:nvPr/>
        </p:nvGraphicFramePr>
        <p:xfrm>
          <a:off xmlns:a="http://schemas.openxmlformats.org/drawingml/2006/main" x="6143625" y="4171950"/>
          <a:ext xmlns:a="http://schemas.openxmlformats.org/drawingml/2006/main" cx="5334000" cy="1552575"/>
        </p:xfrm>
        <a:graphic xmlns:a="http://schemas.openxmlformats.org/drawingml/2006/main">
          <a:graphicData uri="http://schemas.openxmlformats.org/drawingml/2006/chart">
            <c:chart xmlns:r="http://schemas.openxmlformats.org/officeDocument/2006/relationships" xmlns:c="http://schemas.openxmlformats.org/drawingml/2006/chart" r:id="Rcb9ff7715e7c44dd"/>
          </a:graphicData>
        </a:graphic>
      </p:graphicFrame>
      <p:sp>
        <p:nvSpPr>
          <p:cNvPr id="90" name="">
            <a:extLst xmlns:a="http://schemas.openxmlformats.org/drawingml/2006/main">
              <a:ext uri="{FF2B5EF4-FFF2-40B4-BE49-F238E27FC236}">
                <a16:creationId xmlns:a16="http://schemas.microsoft.com/office/drawing/2014/main" id="{7CAC7B0E-2886-4B39-9494-D246452794DD}"/>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上段は分布荷重と合力の対応図。計算には片方を使う。w = 400 N/m、L = 1.0 m、反力は各200 N。</a:t>
            </a:r>
          </a:p>
        </p:txBody>
      </p:sp>
    </p:spTree>
    <p:extLst>
      <p:ext uri="{BB962C8B-B14F-4D97-AF65-F5344CB8AC3E}">
        <p14:creationId xmlns:p14="http://schemas.microsoft.com/office/powerpoint/2010/main" val="9510418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E12F1A-EBA3-4845-A5F8-16BCB9586D4D}"/>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離散化：刻み幅と最大値の見落とし</a:t>
            </a:r>
          </a:p>
        </p:txBody>
      </p:sp>
      <p:sp>
        <p:nvSpPr>
          <p:cNvPr id="2" name="">
            <a:extLst xmlns:a="http://schemas.openxmlformats.org/drawingml/2006/main">
              <a:ext uri="{FF2B5EF4-FFF2-40B4-BE49-F238E27FC236}">
                <a16:creationId xmlns:a16="http://schemas.microsoft.com/office/drawing/2014/main" id="{6950C4C9-209F-4665-B78E-284776E88180}"/>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258F914-6B88-40AE-9874-C5B3BCF7EFCC}"/>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graphicFrame>
        <p:nvGraphicFramePr>
          <p:cNvPr id="4" name="">
            <a:extLst xmlns:a="http://schemas.openxmlformats.org/drawingml/2006/main">
              <a:ext uri="{FF2B5EF4-FFF2-40B4-BE49-F238E27FC236}">
                <a16:creationId xmlns:a16="http://schemas.microsoft.com/office/drawing/2014/main" id="{66F540DD-D28C-40DD-9160-8A5CEB4EA8F5}"/>
              </a:ext>
            </a:extLst>
          </p:cNvPr>
          <p:cNvGraphicFramePr/>
          <p:nvPr/>
        </p:nvGraphicFramePr>
        <p:xfrm>
          <a:off xmlns:a="http://schemas.openxmlformats.org/drawingml/2006/main" x="714375" y="1809750"/>
          <a:ext xmlns:a="http://schemas.openxmlformats.org/drawingml/2006/main" cx="10763250" cy="2228850"/>
        </p:xfrm>
        <a:graphic xmlns:a="http://schemas.openxmlformats.org/drawingml/2006/main">
          <a:graphicData uri="http://schemas.openxmlformats.org/drawingml/2006/table">
            <a:tbl>
              <a:tblPr/>
              <a:tblGrid>
                <a:gridCol w="2152650"/>
                <a:gridCol w="2152650"/>
                <a:gridCol w="2152650"/>
                <a:gridCol w="2152650"/>
                <a:gridCol w="2152650"/>
              </a:tblGrid>
              <a:tr h="742950">
                <a:tc>
                  <a:txBody>
                    <a:bodyPr lIns="85725" tIns="85725" rIns="85725" bIns="85725"/>
                    <a:lstStyle/>
                    <a:p>
                      <a:r>
                        <a:rPr sz="2175" b="1">
                          <a:solidFill>
                            <a:srgbClr val="FFFFFF"/>
                          </a:solidFill>
                          <a:latin typeface="Yu Gothic"/>
                          <a:ea typeface="Yu Gothic"/>
                          <a:cs typeface="Yu Gothic"/>
                        </a:rPr>
                        <a:t>位置 x / m</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0</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0.2</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0.4</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0.6</a:t>
                      </a:r>
                    </a:p>
                  </a:txBody>
                  <a:tcPr marL="91440" marR="91440" marT="45720" marB="45720">
                    <a:solidFill>
                      <a:srgbClr val="193B59"/>
                    </a:solidFill>
                  </a:tcPr>
                </a:tc>
              </a:tr>
              <a:tr h="742950">
                <a:tc>
                  <a:txBody>
                    <a:bodyPr lIns="85725" tIns="85725" rIns="85725" bIns="85725"/>
                    <a:lstStyle/>
                    <a:p>
                      <a:r>
                        <a:rPr sz="2175" b="0">
                          <a:solidFill>
                            <a:srgbClr val="263D4D"/>
                          </a:solidFill>
                          <a:latin typeface="Yu Gothic"/>
                          <a:ea typeface="Yu Gothic"/>
                          <a:cs typeface="Yu Gothic"/>
                        </a:rPr>
                        <a:t>M / (N·m)</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0</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32</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48</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48</a:t>
                      </a:r>
                    </a:p>
                  </a:txBody>
                  <a:tcPr marL="91440" marR="91440" marT="45720" marB="45720">
                    <a:solidFill>
                      <a:srgbClr val="E8F0F4"/>
                    </a:solidFill>
                  </a:tcPr>
                </a:tc>
              </a:tr>
              <a:tr h="742950">
                <a:tc>
                  <a:txBody>
                    <a:bodyPr lIns="85725" tIns="85725" rIns="85725" bIns="85725"/>
                    <a:lstStyle/>
                    <a:p>
                      <a:r>
                        <a:rPr sz="2175" b="0">
                          <a:solidFill>
                            <a:srgbClr val="263D4D"/>
                          </a:solidFill>
                          <a:latin typeface="Yu Gothic"/>
                          <a:ea typeface="Yu Gothic"/>
                          <a:cs typeface="Yu Gothic"/>
                        </a:rPr>
                        <a:t>さらに0.5 mを計算</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M=50 N·m</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8A93865-6BA9-4F9B-9987-E4D2933C4BFC}"/>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L=1 m、w=400 N/m。M=200x−200x²。表は位置の一部を抜粋。</a:t>
            </a:r>
          </a:p>
        </p:txBody>
      </p:sp>
      <p:sp>
        <p:nvSpPr>
          <p:cNvPr id="6" name="">
            <a:extLst xmlns:a="http://schemas.openxmlformats.org/drawingml/2006/main">
              <a:ext uri="{FF2B5EF4-FFF2-40B4-BE49-F238E27FC236}">
                <a16:creationId xmlns:a16="http://schemas.microsoft.com/office/drawing/2014/main" id="{B9862A34-B1DA-4578-B826-0178E4AC1C0A}"/>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37 / 49</a:t>
            </a:r>
          </a:p>
        </p:txBody>
      </p:sp>
    </p:spTree>
    <p:extLst>
      <p:ext uri="{BB962C8B-B14F-4D97-AF65-F5344CB8AC3E}">
        <p14:creationId xmlns:p14="http://schemas.microsoft.com/office/powerpoint/2010/main" val="213270839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7AE500-9374-422E-9A94-AF9654EF6D74}"/>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演習5　等分布荷重〔比較して確かめる〕</a:t>
            </a:r>
          </a:p>
        </p:txBody>
      </p:sp>
      <p:cxnSp>
        <p:nvCxnSpPr>
          <p:cNvPr id="2" name="">
            <a:extLst xmlns:a="http://schemas.openxmlformats.org/drawingml/2006/main">
              <a:ext uri="{FF2B5EF4-FFF2-40B4-BE49-F238E27FC236}">
                <a16:creationId xmlns:a16="http://schemas.microsoft.com/office/drawing/2014/main" id="{F01825F3-2C28-40FB-9CD1-EE3FDAA9CEF0}"/>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53204C9C-1FFD-45F9-92D6-68D4B423710A}"/>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350072A5-0365-4C23-8F89-EACF17BEE2F5}"/>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38 / 49</a:t>
            </a:r>
          </a:p>
        </p:txBody>
      </p:sp>
      <p:sp>
        <p:nvSpPr>
          <p:cNvPr id="12" name="">
            <a:extLst xmlns:a="http://schemas.openxmlformats.org/drawingml/2006/main">
              <a:ext uri="{FF2B5EF4-FFF2-40B4-BE49-F238E27FC236}">
                <a16:creationId xmlns:a16="http://schemas.microsoft.com/office/drawing/2014/main" id="{FD11576B-E51E-4D83-9420-E535D7FB0464}"/>
              </a:ext>
            </a:extLst>
          </p:cNvPr>
          <p:cNvSpPr>
            <a:spLocks xmlns:a="http://schemas.openxmlformats.org/drawingml/2006/main" noGrp="1"/>
          </p:cNvSpPr>
          <p:nvPr/>
        </p:nvSpPr>
        <p:spPr>
          <a:xfrm xmlns:a="http://schemas.openxmlformats.org/drawingml/2006/main">
            <a:off x="809625" y="14763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等分布：w = 400 N/m</a:t>
            </a:r>
          </a:p>
        </p:txBody>
      </p:sp>
      <p:sp>
        <p:nvSpPr>
          <p:cNvPr id="13" name="">
            <a:extLst xmlns:a="http://schemas.openxmlformats.org/drawingml/2006/main">
              <a:ext uri="{FF2B5EF4-FFF2-40B4-BE49-F238E27FC236}">
                <a16:creationId xmlns:a16="http://schemas.microsoft.com/office/drawing/2014/main" id="{49C27F45-3F44-46D3-B314-FEB02EE2A6C6}"/>
              </a:ext>
            </a:extLst>
          </p:cNvPr>
          <p:cNvSpPr>
            <a:spLocks xmlns:a="http://schemas.openxmlformats.org/drawingml/2006/main" noGrp="1"/>
          </p:cNvSpPr>
          <p:nvPr/>
        </p:nvSpPr>
        <p:spPr>
          <a:xfrm xmlns:a="http://schemas.openxmlformats.org/drawingml/2006/main">
            <a:off x="7000875" y="147637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中央集中：400 N</a:t>
            </a:r>
          </a:p>
        </p:txBody>
      </p:sp>
      <p:sp>
        <p:nvSpPr>
          <p:cNvPr id="14" name="">
            <a:extLst xmlns:a="http://schemas.openxmlformats.org/drawingml/2006/main">
              <a:ext uri="{FF2B5EF4-FFF2-40B4-BE49-F238E27FC236}">
                <a16:creationId xmlns:a16="http://schemas.microsoft.com/office/drawing/2014/main" id="{43175B0A-05F0-4A63-AB78-7493727F5708}"/>
              </a:ext>
            </a:extLst>
          </p:cNvPr>
          <p:cNvSpPr>
            <a:spLocks xmlns:a="http://schemas.openxmlformats.org/drawingml/2006/main" noGrp="1"/>
          </p:cNvSpPr>
          <p:nvPr/>
        </p:nvSpPr>
        <p:spPr>
          <a:xfrm xmlns:a="http://schemas.openxmlformats.org/drawingml/2006/main">
            <a:off x="1428750" y="2762250"/>
            <a:ext cx="381000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5" name="">
            <a:extLst xmlns:a="http://schemas.openxmlformats.org/drawingml/2006/main">
              <a:ext uri="{FF2B5EF4-FFF2-40B4-BE49-F238E27FC236}">
                <a16:creationId xmlns:a16="http://schemas.microsoft.com/office/drawing/2014/main" id="{FC4EE73F-5361-4CAA-A0F2-B96C2942D50A}"/>
              </a:ext>
            </a:extLst>
          </p:cNvPr>
          <p:cNvSpPr>
            <a:spLocks xmlns:a="http://schemas.openxmlformats.org/drawingml/2006/main" noGrp="1"/>
          </p:cNvSpPr>
          <p:nvPr/>
        </p:nvSpPr>
        <p:spPr>
          <a:xfrm xmlns:a="http://schemas.openxmlformats.org/drawingml/2006/main">
            <a:off x="1266825" y="29337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16" name="">
            <a:extLst xmlns:a="http://schemas.openxmlformats.org/drawingml/2006/main">
              <a:ext uri="{FF2B5EF4-FFF2-40B4-BE49-F238E27FC236}">
                <a16:creationId xmlns:a16="http://schemas.microsoft.com/office/drawing/2014/main" id="{3975CE42-70F4-4E65-BE64-5F7393934DD7}"/>
              </a:ext>
            </a:extLst>
          </p:cNvPr>
          <p:cNvSpPr>
            <a:spLocks xmlns:a="http://schemas.openxmlformats.org/drawingml/2006/main" noGrp="1"/>
          </p:cNvSpPr>
          <p:nvPr/>
        </p:nvSpPr>
        <p:spPr>
          <a:xfrm xmlns:a="http://schemas.openxmlformats.org/drawingml/2006/main">
            <a:off x="1152525" y="32289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17" name="">
            <a:extLst xmlns:a="http://schemas.openxmlformats.org/drawingml/2006/main">
              <a:ext uri="{FF2B5EF4-FFF2-40B4-BE49-F238E27FC236}">
                <a16:creationId xmlns:a16="http://schemas.microsoft.com/office/drawing/2014/main" id="{1336FE9C-B259-4B98-874D-CD4E99102619}"/>
              </a:ext>
            </a:extLst>
          </p:cNvPr>
          <p:cNvSpPr>
            <a:spLocks xmlns:a="http://schemas.openxmlformats.org/drawingml/2006/main" noGrp="1"/>
          </p:cNvSpPr>
          <p:nvPr/>
        </p:nvSpPr>
        <p:spPr>
          <a:xfrm xmlns:a="http://schemas.openxmlformats.org/drawingml/2006/main">
            <a:off x="5076825" y="29337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18" name="">
            <a:extLst xmlns:a="http://schemas.openxmlformats.org/drawingml/2006/main">
              <a:ext uri="{FF2B5EF4-FFF2-40B4-BE49-F238E27FC236}">
                <a16:creationId xmlns:a16="http://schemas.microsoft.com/office/drawing/2014/main" id="{0744DE01-D50B-4499-B75C-AC55F5F52E46}"/>
              </a:ext>
            </a:extLst>
          </p:cNvPr>
          <p:cNvSpPr>
            <a:spLocks xmlns:a="http://schemas.openxmlformats.org/drawingml/2006/main" noGrp="1"/>
          </p:cNvSpPr>
          <p:nvPr/>
        </p:nvSpPr>
        <p:spPr>
          <a:xfrm xmlns:a="http://schemas.openxmlformats.org/drawingml/2006/main">
            <a:off x="5114925" y="31908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19" name="">
            <a:extLst xmlns:a="http://schemas.openxmlformats.org/drawingml/2006/main">
              <a:ext uri="{FF2B5EF4-FFF2-40B4-BE49-F238E27FC236}">
                <a16:creationId xmlns:a16="http://schemas.microsoft.com/office/drawing/2014/main" id="{07170494-8A98-41F3-89B5-116E5FBE28AE}"/>
              </a:ext>
            </a:extLst>
          </p:cNvPr>
          <p:cNvSpPr>
            <a:spLocks xmlns:a="http://schemas.openxmlformats.org/drawingml/2006/main" noGrp="1"/>
          </p:cNvSpPr>
          <p:nvPr/>
        </p:nvSpPr>
        <p:spPr>
          <a:xfrm xmlns:a="http://schemas.openxmlformats.org/drawingml/2006/main">
            <a:off x="5267325" y="31908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20" name="">
            <a:extLst xmlns:a="http://schemas.openxmlformats.org/drawingml/2006/main">
              <a:ext uri="{FF2B5EF4-FFF2-40B4-BE49-F238E27FC236}">
                <a16:creationId xmlns:a16="http://schemas.microsoft.com/office/drawing/2014/main" id="{6C69FDC3-5BF0-4987-95C1-BDB9D0556DB7}"/>
              </a:ext>
            </a:extLst>
          </p:cNvPr>
          <p:cNvSpPr>
            <a:spLocks xmlns:a="http://schemas.openxmlformats.org/drawingml/2006/main" noGrp="1"/>
          </p:cNvSpPr>
          <p:nvPr/>
        </p:nvSpPr>
        <p:spPr>
          <a:xfrm xmlns:a="http://schemas.openxmlformats.org/drawingml/2006/main">
            <a:off x="4962525" y="33051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21" name="">
            <a:extLst xmlns:a="http://schemas.openxmlformats.org/drawingml/2006/main">
              <a:ext uri="{FF2B5EF4-FFF2-40B4-BE49-F238E27FC236}">
                <a16:creationId xmlns:a16="http://schemas.microsoft.com/office/drawing/2014/main" id="{0CF368E6-E3E9-4E2D-A8DD-9E8E77539738}"/>
              </a:ext>
            </a:extLst>
          </p:cNvPr>
          <p:cNvSpPr>
            <a:spLocks xmlns:a="http://schemas.openxmlformats.org/drawingml/2006/main" noGrp="1"/>
          </p:cNvSpPr>
          <p:nvPr/>
        </p:nvSpPr>
        <p:spPr>
          <a:xfrm xmlns:a="http://schemas.openxmlformats.org/drawingml/2006/main">
            <a:off x="1428750" y="2152650"/>
            <a:ext cx="3810000" cy="9525"/>
          </a:xfrm>
          <a:custGeom xmlns:a="http://schemas.openxmlformats.org/drawingml/2006/main">
            <a:pathLst>
              <a:path w="3810000" h="9525">
                <a:moveTo>
                  <a:pt x="0" y="0"/>
                </a:moveTo>
                <a:lnTo>
                  <a:pt x="3810000" y="0"/>
                </a:lnTo>
              </a:path>
            </a:pathLst>
          </a:custGeom>
          <a:noFill xmlns:a="http://schemas.openxmlformats.org/drawingml/2006/main"/>
          <a:ln xmlns:a="http://schemas.openxmlformats.org/drawingml/2006/main" w="19050">
            <a:solidFill>
              <a:srgbClr val="C4483C"/>
            </a:solidFill>
          </a:ln>
        </p:spPr>
      </p:sp>
      <p:sp>
        <p:nvSpPr>
          <p:cNvPr id="22" name="">
            <a:extLst xmlns:a="http://schemas.openxmlformats.org/drawingml/2006/main">
              <a:ext uri="{FF2B5EF4-FFF2-40B4-BE49-F238E27FC236}">
                <a16:creationId xmlns:a16="http://schemas.microsoft.com/office/drawing/2014/main" id="{FE1FB665-749A-4E2F-831C-F7801C9BE5C9}"/>
              </a:ext>
            </a:extLst>
          </p:cNvPr>
          <p:cNvSpPr>
            <a:spLocks xmlns:a="http://schemas.openxmlformats.org/drawingml/2006/main" noGrp="1"/>
          </p:cNvSpPr>
          <p:nvPr/>
        </p:nvSpPr>
        <p:spPr>
          <a:xfrm xmlns:a="http://schemas.openxmlformats.org/drawingml/2006/main">
            <a:off x="1428750" y="215265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23" name="">
            <a:extLst xmlns:a="http://schemas.openxmlformats.org/drawingml/2006/main">
              <a:ext uri="{FF2B5EF4-FFF2-40B4-BE49-F238E27FC236}">
                <a16:creationId xmlns:a16="http://schemas.microsoft.com/office/drawing/2014/main" id="{CFA7B9E4-0537-44F3-A61A-27AC0C23DEC1}"/>
              </a:ext>
            </a:extLst>
          </p:cNvPr>
          <p:cNvSpPr>
            <a:spLocks xmlns:a="http://schemas.openxmlformats.org/drawingml/2006/main" noGrp="1"/>
          </p:cNvSpPr>
          <p:nvPr/>
        </p:nvSpPr>
        <p:spPr>
          <a:xfrm xmlns:a="http://schemas.openxmlformats.org/drawingml/2006/main">
            <a:off x="1396746" y="264795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4" name="">
            <a:extLst xmlns:a="http://schemas.openxmlformats.org/drawingml/2006/main">
              <a:ext uri="{FF2B5EF4-FFF2-40B4-BE49-F238E27FC236}">
                <a16:creationId xmlns:a16="http://schemas.microsoft.com/office/drawing/2014/main" id="{F95A06C1-88C5-4D4E-967F-EAF9D27A2D24}"/>
              </a:ext>
            </a:extLst>
          </p:cNvPr>
          <p:cNvSpPr>
            <a:spLocks xmlns:a="http://schemas.openxmlformats.org/drawingml/2006/main" noGrp="1"/>
          </p:cNvSpPr>
          <p:nvPr/>
        </p:nvSpPr>
        <p:spPr>
          <a:xfrm xmlns:a="http://schemas.openxmlformats.org/drawingml/2006/main">
            <a:off x="1809750" y="215265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25" name="">
            <a:extLst xmlns:a="http://schemas.openxmlformats.org/drawingml/2006/main">
              <a:ext uri="{FF2B5EF4-FFF2-40B4-BE49-F238E27FC236}">
                <a16:creationId xmlns:a16="http://schemas.microsoft.com/office/drawing/2014/main" id="{BABAB38B-0066-47EA-A5BF-593EE51E6233}"/>
              </a:ext>
            </a:extLst>
          </p:cNvPr>
          <p:cNvSpPr>
            <a:spLocks xmlns:a="http://schemas.openxmlformats.org/drawingml/2006/main" noGrp="1"/>
          </p:cNvSpPr>
          <p:nvPr/>
        </p:nvSpPr>
        <p:spPr>
          <a:xfrm xmlns:a="http://schemas.openxmlformats.org/drawingml/2006/main">
            <a:off x="1777746" y="264795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6" name="">
            <a:extLst xmlns:a="http://schemas.openxmlformats.org/drawingml/2006/main">
              <a:ext uri="{FF2B5EF4-FFF2-40B4-BE49-F238E27FC236}">
                <a16:creationId xmlns:a16="http://schemas.microsoft.com/office/drawing/2014/main" id="{E4A8D214-4DA2-401B-B6A1-556EC07F9206}"/>
              </a:ext>
            </a:extLst>
          </p:cNvPr>
          <p:cNvSpPr>
            <a:spLocks xmlns:a="http://schemas.openxmlformats.org/drawingml/2006/main" noGrp="1"/>
          </p:cNvSpPr>
          <p:nvPr/>
        </p:nvSpPr>
        <p:spPr>
          <a:xfrm xmlns:a="http://schemas.openxmlformats.org/drawingml/2006/main">
            <a:off x="2190750" y="215265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27" name="">
            <a:extLst xmlns:a="http://schemas.openxmlformats.org/drawingml/2006/main">
              <a:ext uri="{FF2B5EF4-FFF2-40B4-BE49-F238E27FC236}">
                <a16:creationId xmlns:a16="http://schemas.microsoft.com/office/drawing/2014/main" id="{9B54A5A0-B34E-48A3-B7EE-AB73FAFD6504}"/>
              </a:ext>
            </a:extLst>
          </p:cNvPr>
          <p:cNvSpPr>
            <a:spLocks xmlns:a="http://schemas.openxmlformats.org/drawingml/2006/main" noGrp="1"/>
          </p:cNvSpPr>
          <p:nvPr/>
        </p:nvSpPr>
        <p:spPr>
          <a:xfrm xmlns:a="http://schemas.openxmlformats.org/drawingml/2006/main">
            <a:off x="2158746" y="264795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8" name="">
            <a:extLst xmlns:a="http://schemas.openxmlformats.org/drawingml/2006/main">
              <a:ext uri="{FF2B5EF4-FFF2-40B4-BE49-F238E27FC236}">
                <a16:creationId xmlns:a16="http://schemas.microsoft.com/office/drawing/2014/main" id="{C1BE02E6-D068-4A61-BCA6-990259A0ED15}"/>
              </a:ext>
            </a:extLst>
          </p:cNvPr>
          <p:cNvSpPr>
            <a:spLocks xmlns:a="http://schemas.openxmlformats.org/drawingml/2006/main" noGrp="1"/>
          </p:cNvSpPr>
          <p:nvPr/>
        </p:nvSpPr>
        <p:spPr>
          <a:xfrm xmlns:a="http://schemas.openxmlformats.org/drawingml/2006/main">
            <a:off x="2571750" y="215265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29" name="">
            <a:extLst xmlns:a="http://schemas.openxmlformats.org/drawingml/2006/main">
              <a:ext uri="{FF2B5EF4-FFF2-40B4-BE49-F238E27FC236}">
                <a16:creationId xmlns:a16="http://schemas.microsoft.com/office/drawing/2014/main" id="{4CA4B419-D1B7-410E-A564-E32942B6007A}"/>
              </a:ext>
            </a:extLst>
          </p:cNvPr>
          <p:cNvSpPr>
            <a:spLocks xmlns:a="http://schemas.openxmlformats.org/drawingml/2006/main" noGrp="1"/>
          </p:cNvSpPr>
          <p:nvPr/>
        </p:nvSpPr>
        <p:spPr>
          <a:xfrm xmlns:a="http://schemas.openxmlformats.org/drawingml/2006/main">
            <a:off x="2539746" y="264795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0" name="">
            <a:extLst xmlns:a="http://schemas.openxmlformats.org/drawingml/2006/main">
              <a:ext uri="{FF2B5EF4-FFF2-40B4-BE49-F238E27FC236}">
                <a16:creationId xmlns:a16="http://schemas.microsoft.com/office/drawing/2014/main" id="{0B50488F-3182-4A55-99E5-372F491A2E4C}"/>
              </a:ext>
            </a:extLst>
          </p:cNvPr>
          <p:cNvSpPr>
            <a:spLocks xmlns:a="http://schemas.openxmlformats.org/drawingml/2006/main" noGrp="1"/>
          </p:cNvSpPr>
          <p:nvPr/>
        </p:nvSpPr>
        <p:spPr>
          <a:xfrm xmlns:a="http://schemas.openxmlformats.org/drawingml/2006/main">
            <a:off x="2952750" y="215265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31" name="">
            <a:extLst xmlns:a="http://schemas.openxmlformats.org/drawingml/2006/main">
              <a:ext uri="{FF2B5EF4-FFF2-40B4-BE49-F238E27FC236}">
                <a16:creationId xmlns:a16="http://schemas.microsoft.com/office/drawing/2014/main" id="{28ECD5D4-6A23-4ECF-A65B-A1BB443691F1}"/>
              </a:ext>
            </a:extLst>
          </p:cNvPr>
          <p:cNvSpPr>
            <a:spLocks xmlns:a="http://schemas.openxmlformats.org/drawingml/2006/main" noGrp="1"/>
          </p:cNvSpPr>
          <p:nvPr/>
        </p:nvSpPr>
        <p:spPr>
          <a:xfrm xmlns:a="http://schemas.openxmlformats.org/drawingml/2006/main">
            <a:off x="2920746" y="264795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2" name="">
            <a:extLst xmlns:a="http://schemas.openxmlformats.org/drawingml/2006/main">
              <a:ext uri="{FF2B5EF4-FFF2-40B4-BE49-F238E27FC236}">
                <a16:creationId xmlns:a16="http://schemas.microsoft.com/office/drawing/2014/main" id="{992BE0A5-749F-41AA-9DC0-B443D4E3E7AA}"/>
              </a:ext>
            </a:extLst>
          </p:cNvPr>
          <p:cNvSpPr>
            <a:spLocks xmlns:a="http://schemas.openxmlformats.org/drawingml/2006/main" noGrp="1"/>
          </p:cNvSpPr>
          <p:nvPr/>
        </p:nvSpPr>
        <p:spPr>
          <a:xfrm xmlns:a="http://schemas.openxmlformats.org/drawingml/2006/main">
            <a:off x="3333750" y="215265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33" name="">
            <a:extLst xmlns:a="http://schemas.openxmlformats.org/drawingml/2006/main">
              <a:ext uri="{FF2B5EF4-FFF2-40B4-BE49-F238E27FC236}">
                <a16:creationId xmlns:a16="http://schemas.microsoft.com/office/drawing/2014/main" id="{FD95C262-18DE-4336-A7ED-CEED12F6E617}"/>
              </a:ext>
            </a:extLst>
          </p:cNvPr>
          <p:cNvSpPr>
            <a:spLocks xmlns:a="http://schemas.openxmlformats.org/drawingml/2006/main" noGrp="1"/>
          </p:cNvSpPr>
          <p:nvPr/>
        </p:nvSpPr>
        <p:spPr>
          <a:xfrm xmlns:a="http://schemas.openxmlformats.org/drawingml/2006/main">
            <a:off x="3301746" y="264795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4" name="">
            <a:extLst xmlns:a="http://schemas.openxmlformats.org/drawingml/2006/main">
              <a:ext uri="{FF2B5EF4-FFF2-40B4-BE49-F238E27FC236}">
                <a16:creationId xmlns:a16="http://schemas.microsoft.com/office/drawing/2014/main" id="{D869D864-527D-4B0A-9AD5-B0E917EEB4D8}"/>
              </a:ext>
            </a:extLst>
          </p:cNvPr>
          <p:cNvSpPr>
            <a:spLocks xmlns:a="http://schemas.openxmlformats.org/drawingml/2006/main" noGrp="1"/>
          </p:cNvSpPr>
          <p:nvPr/>
        </p:nvSpPr>
        <p:spPr>
          <a:xfrm xmlns:a="http://schemas.openxmlformats.org/drawingml/2006/main">
            <a:off x="3714750" y="215265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35" name="">
            <a:extLst xmlns:a="http://schemas.openxmlformats.org/drawingml/2006/main">
              <a:ext uri="{FF2B5EF4-FFF2-40B4-BE49-F238E27FC236}">
                <a16:creationId xmlns:a16="http://schemas.microsoft.com/office/drawing/2014/main" id="{89EBDC78-EE20-40D7-8B19-5823FD2B992B}"/>
              </a:ext>
            </a:extLst>
          </p:cNvPr>
          <p:cNvSpPr>
            <a:spLocks xmlns:a="http://schemas.openxmlformats.org/drawingml/2006/main" noGrp="1"/>
          </p:cNvSpPr>
          <p:nvPr/>
        </p:nvSpPr>
        <p:spPr>
          <a:xfrm xmlns:a="http://schemas.openxmlformats.org/drawingml/2006/main">
            <a:off x="3682746" y="264795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6" name="">
            <a:extLst xmlns:a="http://schemas.openxmlformats.org/drawingml/2006/main">
              <a:ext uri="{FF2B5EF4-FFF2-40B4-BE49-F238E27FC236}">
                <a16:creationId xmlns:a16="http://schemas.microsoft.com/office/drawing/2014/main" id="{BBFE39FE-02D2-408B-A26D-D0945E3FEFA1}"/>
              </a:ext>
            </a:extLst>
          </p:cNvPr>
          <p:cNvSpPr>
            <a:spLocks xmlns:a="http://schemas.openxmlformats.org/drawingml/2006/main" noGrp="1"/>
          </p:cNvSpPr>
          <p:nvPr/>
        </p:nvSpPr>
        <p:spPr>
          <a:xfrm xmlns:a="http://schemas.openxmlformats.org/drawingml/2006/main">
            <a:off x="4095750" y="215265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37" name="">
            <a:extLst xmlns:a="http://schemas.openxmlformats.org/drawingml/2006/main">
              <a:ext uri="{FF2B5EF4-FFF2-40B4-BE49-F238E27FC236}">
                <a16:creationId xmlns:a16="http://schemas.microsoft.com/office/drawing/2014/main" id="{CC5F1415-00E6-4105-A5B4-B4CA263EFE46}"/>
              </a:ext>
            </a:extLst>
          </p:cNvPr>
          <p:cNvSpPr>
            <a:spLocks xmlns:a="http://schemas.openxmlformats.org/drawingml/2006/main" noGrp="1"/>
          </p:cNvSpPr>
          <p:nvPr/>
        </p:nvSpPr>
        <p:spPr>
          <a:xfrm xmlns:a="http://schemas.openxmlformats.org/drawingml/2006/main">
            <a:off x="4063746" y="264795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8" name="">
            <a:extLst xmlns:a="http://schemas.openxmlformats.org/drawingml/2006/main">
              <a:ext uri="{FF2B5EF4-FFF2-40B4-BE49-F238E27FC236}">
                <a16:creationId xmlns:a16="http://schemas.microsoft.com/office/drawing/2014/main" id="{00466A0A-FA39-4D4E-AD1D-1D1831D3F3E9}"/>
              </a:ext>
            </a:extLst>
          </p:cNvPr>
          <p:cNvSpPr>
            <a:spLocks xmlns:a="http://schemas.openxmlformats.org/drawingml/2006/main" noGrp="1"/>
          </p:cNvSpPr>
          <p:nvPr/>
        </p:nvSpPr>
        <p:spPr>
          <a:xfrm xmlns:a="http://schemas.openxmlformats.org/drawingml/2006/main">
            <a:off x="4476750" y="215265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39" name="">
            <a:extLst xmlns:a="http://schemas.openxmlformats.org/drawingml/2006/main">
              <a:ext uri="{FF2B5EF4-FFF2-40B4-BE49-F238E27FC236}">
                <a16:creationId xmlns:a16="http://schemas.microsoft.com/office/drawing/2014/main" id="{D441F863-CC7E-4FBE-ADD3-1516693A1761}"/>
              </a:ext>
            </a:extLst>
          </p:cNvPr>
          <p:cNvSpPr>
            <a:spLocks xmlns:a="http://schemas.openxmlformats.org/drawingml/2006/main" noGrp="1"/>
          </p:cNvSpPr>
          <p:nvPr/>
        </p:nvSpPr>
        <p:spPr>
          <a:xfrm xmlns:a="http://schemas.openxmlformats.org/drawingml/2006/main">
            <a:off x="4444746" y="264795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40" name="">
            <a:extLst xmlns:a="http://schemas.openxmlformats.org/drawingml/2006/main">
              <a:ext uri="{FF2B5EF4-FFF2-40B4-BE49-F238E27FC236}">
                <a16:creationId xmlns:a16="http://schemas.microsoft.com/office/drawing/2014/main" id="{57E1BD5B-4963-4852-83F4-7C1955006FCE}"/>
              </a:ext>
            </a:extLst>
          </p:cNvPr>
          <p:cNvSpPr>
            <a:spLocks xmlns:a="http://schemas.openxmlformats.org/drawingml/2006/main" noGrp="1"/>
          </p:cNvSpPr>
          <p:nvPr/>
        </p:nvSpPr>
        <p:spPr>
          <a:xfrm xmlns:a="http://schemas.openxmlformats.org/drawingml/2006/main">
            <a:off x="4857750" y="215265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41" name="">
            <a:extLst xmlns:a="http://schemas.openxmlformats.org/drawingml/2006/main">
              <a:ext uri="{FF2B5EF4-FFF2-40B4-BE49-F238E27FC236}">
                <a16:creationId xmlns:a16="http://schemas.microsoft.com/office/drawing/2014/main" id="{2674573B-2A32-4266-B0CE-DC478383DF9E}"/>
              </a:ext>
            </a:extLst>
          </p:cNvPr>
          <p:cNvSpPr>
            <a:spLocks xmlns:a="http://schemas.openxmlformats.org/drawingml/2006/main" noGrp="1"/>
          </p:cNvSpPr>
          <p:nvPr/>
        </p:nvSpPr>
        <p:spPr>
          <a:xfrm xmlns:a="http://schemas.openxmlformats.org/drawingml/2006/main">
            <a:off x="4825746" y="264795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42" name="">
            <a:extLst xmlns:a="http://schemas.openxmlformats.org/drawingml/2006/main">
              <a:ext uri="{FF2B5EF4-FFF2-40B4-BE49-F238E27FC236}">
                <a16:creationId xmlns:a16="http://schemas.microsoft.com/office/drawing/2014/main" id="{A8A14F39-1FC7-4071-B9A5-DA994A72FAC9}"/>
              </a:ext>
            </a:extLst>
          </p:cNvPr>
          <p:cNvSpPr>
            <a:spLocks xmlns:a="http://schemas.openxmlformats.org/drawingml/2006/main" noGrp="1"/>
          </p:cNvSpPr>
          <p:nvPr/>
        </p:nvSpPr>
        <p:spPr>
          <a:xfrm xmlns:a="http://schemas.openxmlformats.org/drawingml/2006/main">
            <a:off x="5238750" y="215265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C4483C"/>
            </a:solidFill>
          </a:ln>
        </p:spPr>
      </p:sp>
      <p:sp>
        <p:nvSpPr>
          <p:cNvPr id="43" name="">
            <a:extLst xmlns:a="http://schemas.openxmlformats.org/drawingml/2006/main">
              <a:ext uri="{FF2B5EF4-FFF2-40B4-BE49-F238E27FC236}">
                <a16:creationId xmlns:a16="http://schemas.microsoft.com/office/drawing/2014/main" id="{8FE0CEDE-1088-4A97-97F8-C2057FDC40EF}"/>
              </a:ext>
            </a:extLst>
          </p:cNvPr>
          <p:cNvSpPr>
            <a:spLocks xmlns:a="http://schemas.openxmlformats.org/drawingml/2006/main" noGrp="1"/>
          </p:cNvSpPr>
          <p:nvPr/>
        </p:nvSpPr>
        <p:spPr>
          <a:xfrm xmlns:a="http://schemas.openxmlformats.org/drawingml/2006/main">
            <a:off x="5206746" y="2647950"/>
            <a:ext cx="64008" cy="76200"/>
          </a:xfrm>
          <a:custGeom xmlns:a="http://schemas.openxmlformats.org/drawingml/2006/main">
            <a:pathLst>
              <a:path w="64008" h="76200">
                <a:moveTo>
                  <a:pt x="32004" y="76200"/>
                </a:moveTo>
                <a:lnTo>
                  <a:pt x="64008"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44" name="">
            <a:extLst xmlns:a="http://schemas.openxmlformats.org/drawingml/2006/main">
              <a:ext uri="{FF2B5EF4-FFF2-40B4-BE49-F238E27FC236}">
                <a16:creationId xmlns:a16="http://schemas.microsoft.com/office/drawing/2014/main" id="{25BFCE5E-B8C8-4775-8E33-A324DD91748F}"/>
              </a:ext>
            </a:extLst>
          </p:cNvPr>
          <p:cNvSpPr>
            <a:spLocks xmlns:a="http://schemas.openxmlformats.org/drawingml/2006/main" noGrp="1"/>
          </p:cNvSpPr>
          <p:nvPr/>
        </p:nvSpPr>
        <p:spPr>
          <a:xfrm xmlns:a="http://schemas.openxmlformats.org/drawingml/2006/main">
            <a:off x="809625" y="3057525"/>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A</a:t>
            </a:r>
          </a:p>
        </p:txBody>
      </p:sp>
      <p:sp>
        <p:nvSpPr>
          <p:cNvPr id="45" name="">
            <a:extLst xmlns:a="http://schemas.openxmlformats.org/drawingml/2006/main">
              <a:ext uri="{FF2B5EF4-FFF2-40B4-BE49-F238E27FC236}">
                <a16:creationId xmlns:a16="http://schemas.microsoft.com/office/drawing/2014/main" id="{E8CEDD03-1C89-4147-94AD-A278B5455A08}"/>
              </a:ext>
            </a:extLst>
          </p:cNvPr>
          <p:cNvSpPr>
            <a:spLocks xmlns:a="http://schemas.openxmlformats.org/drawingml/2006/main" noGrp="1"/>
          </p:cNvSpPr>
          <p:nvPr/>
        </p:nvSpPr>
        <p:spPr>
          <a:xfrm xmlns:a="http://schemas.openxmlformats.org/drawingml/2006/main">
            <a:off x="5553075" y="3124200"/>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buNone/>
              <a:defRPr sz="1800" b="1">
                <a:solidFill>
                  <a:srgbClr val="2876A8"/>
                </a:solidFill>
                <a:latin typeface="Yu Gothic"/>
                <a:ea typeface="Yu Gothic"/>
                <a:cs typeface="Yu Gothic"/>
              </a:defRPr>
            </a:lvl1pPr>
            <a:lvl2pPr>
              <a:buNone/>
              <a:defRPr sz="1800" b="1">
                <a:solidFill>
                  <a:srgbClr val="2876A8"/>
                </a:solidFill>
                <a:latin typeface="Yu Gothic"/>
                <a:ea typeface="Yu Gothic"/>
                <a:cs typeface="Yu Gothic"/>
              </a:defRPr>
            </a:lvl2pPr>
            <a:lvl3pPr>
              <a:buNone/>
              <a:defRPr sz="1800" b="1">
                <a:solidFill>
                  <a:srgbClr val="2876A8"/>
                </a:solidFill>
                <a:latin typeface="Yu Gothic"/>
                <a:ea typeface="Yu Gothic"/>
                <a:cs typeface="Yu Gothic"/>
              </a:defRPr>
            </a:lvl3pPr>
            <a:lvl4pPr>
              <a:buNone/>
              <a:defRPr sz="1800" b="1">
                <a:solidFill>
                  <a:srgbClr val="2876A8"/>
                </a:solidFill>
                <a:latin typeface="Yu Gothic"/>
                <a:ea typeface="Yu Gothic"/>
                <a:cs typeface="Yu Gothic"/>
              </a:defRPr>
            </a:lvl4pPr>
            <a:lvl5pPr>
              <a:buNone/>
              <a:defRPr sz="1800" b="1">
                <a:solidFill>
                  <a:srgbClr val="2876A8"/>
                </a:solidFill>
                <a:latin typeface="Yu Gothic"/>
                <a:ea typeface="Yu Gothic"/>
                <a:cs typeface="Yu Gothic"/>
              </a:defRPr>
            </a:lvl5pPr>
            <a:lvl6pPr>
              <a:buNone/>
              <a:defRPr sz="1800" b="1">
                <a:solidFill>
                  <a:srgbClr val="2876A8"/>
                </a:solidFill>
                <a:latin typeface="Yu Gothic"/>
                <a:ea typeface="Yu Gothic"/>
                <a:cs typeface="Yu Gothic"/>
              </a:defRPr>
            </a:lvl6pPr>
            <a:lvl7pPr>
              <a:buNone/>
              <a:defRPr sz="1800" b="1">
                <a:solidFill>
                  <a:srgbClr val="2876A8"/>
                </a:solidFill>
                <a:latin typeface="Yu Gothic"/>
                <a:ea typeface="Yu Gothic"/>
                <a:cs typeface="Yu Gothic"/>
              </a:defRPr>
            </a:lvl7pPr>
            <a:lvl8pPr>
              <a:buNone/>
              <a:defRPr sz="1800" b="1">
                <a:solidFill>
                  <a:srgbClr val="2876A8"/>
                </a:solidFill>
                <a:latin typeface="Yu Gothic"/>
                <a:ea typeface="Yu Gothic"/>
                <a:cs typeface="Yu Gothic"/>
              </a:defRPr>
            </a:lvl8pPr>
            <a:lvl9pPr>
              <a:buNone/>
              <a:defRPr sz="1800" b="1">
                <a:solidFill>
                  <a:srgbClr val="2876A8"/>
                </a:solidFill>
                <a:latin typeface="Yu Gothic"/>
                <a:ea typeface="Yu Gothic"/>
                <a:cs typeface="Yu Gothic"/>
              </a:defRPr>
            </a:lvl9pPr>
          </a:lstStyle>
          <a:p xmlns:a="http://schemas.openxmlformats.org/drawingml/2006/main">
            <a:pPr>
              <a:buNone/>
              <a:defRPr sz="1800" b="1">
                <a:solidFill>
                  <a:srgbClr val="2876A8"/>
                </a:solidFill>
                <a:latin typeface="Yu Gothic"/>
                <a:ea typeface="Yu Gothic"/>
                <a:cs typeface="Yu Gothic"/>
              </a:defRPr>
            </a:pPr>
            <a:r>
              <a:rPr sz="1800" b="1">
                <a:solidFill>
                  <a:srgbClr val="2876A8"/>
                </a:solidFill>
                <a:latin typeface="Yu Gothic"/>
                <a:ea typeface="Yu Gothic"/>
                <a:cs typeface="Yu Gothic"/>
              </a:rPr>
              <a:t>B</a:t>
            </a:r>
          </a:p>
        </p:txBody>
      </p:sp>
      <p:sp>
        <p:nvSpPr>
          <p:cNvPr id="46" name="">
            <a:extLst xmlns:a="http://schemas.openxmlformats.org/drawingml/2006/main">
              <a:ext uri="{FF2B5EF4-FFF2-40B4-BE49-F238E27FC236}">
                <a16:creationId xmlns:a16="http://schemas.microsoft.com/office/drawing/2014/main" id="{8C32910C-DA7F-4A03-9CDA-E244CAC018D3}"/>
              </a:ext>
            </a:extLst>
          </p:cNvPr>
          <p:cNvSpPr>
            <a:spLocks xmlns:a="http://schemas.openxmlformats.org/drawingml/2006/main" noGrp="1"/>
          </p:cNvSpPr>
          <p:nvPr/>
        </p:nvSpPr>
        <p:spPr>
          <a:xfrm xmlns:a="http://schemas.openxmlformats.org/drawingml/2006/main">
            <a:off x="7239000" y="2762250"/>
            <a:ext cx="381000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47" name="">
            <a:extLst xmlns:a="http://schemas.openxmlformats.org/drawingml/2006/main">
              <a:ext uri="{FF2B5EF4-FFF2-40B4-BE49-F238E27FC236}">
                <a16:creationId xmlns:a16="http://schemas.microsoft.com/office/drawing/2014/main" id="{566A516C-97C4-4EEA-ABEE-621EBACB3A1B}"/>
              </a:ext>
            </a:extLst>
          </p:cNvPr>
          <p:cNvSpPr>
            <a:spLocks xmlns:a="http://schemas.openxmlformats.org/drawingml/2006/main" noGrp="1"/>
          </p:cNvSpPr>
          <p:nvPr/>
        </p:nvSpPr>
        <p:spPr>
          <a:xfrm xmlns:a="http://schemas.openxmlformats.org/drawingml/2006/main">
            <a:off x="7077075" y="29337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48" name="">
            <a:extLst xmlns:a="http://schemas.openxmlformats.org/drawingml/2006/main">
              <a:ext uri="{FF2B5EF4-FFF2-40B4-BE49-F238E27FC236}">
                <a16:creationId xmlns:a16="http://schemas.microsoft.com/office/drawing/2014/main" id="{72452D02-0FFA-43ED-A062-9D8272550E3F}"/>
              </a:ext>
            </a:extLst>
          </p:cNvPr>
          <p:cNvSpPr>
            <a:spLocks xmlns:a="http://schemas.openxmlformats.org/drawingml/2006/main" noGrp="1"/>
          </p:cNvSpPr>
          <p:nvPr/>
        </p:nvSpPr>
        <p:spPr>
          <a:xfrm xmlns:a="http://schemas.openxmlformats.org/drawingml/2006/main">
            <a:off x="6962775" y="32289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49" name="">
            <a:extLst xmlns:a="http://schemas.openxmlformats.org/drawingml/2006/main">
              <a:ext uri="{FF2B5EF4-FFF2-40B4-BE49-F238E27FC236}">
                <a16:creationId xmlns:a16="http://schemas.microsoft.com/office/drawing/2014/main" id="{0586F4BC-E1F5-480B-BD18-B1274C24B53B}"/>
              </a:ext>
            </a:extLst>
          </p:cNvPr>
          <p:cNvSpPr>
            <a:spLocks xmlns:a="http://schemas.openxmlformats.org/drawingml/2006/main" noGrp="1"/>
          </p:cNvSpPr>
          <p:nvPr/>
        </p:nvSpPr>
        <p:spPr>
          <a:xfrm xmlns:a="http://schemas.openxmlformats.org/drawingml/2006/main">
            <a:off x="10887075" y="29337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50" name="">
            <a:extLst xmlns:a="http://schemas.openxmlformats.org/drawingml/2006/main">
              <a:ext uri="{FF2B5EF4-FFF2-40B4-BE49-F238E27FC236}">
                <a16:creationId xmlns:a16="http://schemas.microsoft.com/office/drawing/2014/main" id="{4CA9C1A2-C18B-4039-AB20-C2716609018D}"/>
              </a:ext>
            </a:extLst>
          </p:cNvPr>
          <p:cNvSpPr>
            <a:spLocks xmlns:a="http://schemas.openxmlformats.org/drawingml/2006/main" noGrp="1"/>
          </p:cNvSpPr>
          <p:nvPr/>
        </p:nvSpPr>
        <p:spPr>
          <a:xfrm xmlns:a="http://schemas.openxmlformats.org/drawingml/2006/main">
            <a:off x="10925175" y="31908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51" name="">
            <a:extLst xmlns:a="http://schemas.openxmlformats.org/drawingml/2006/main">
              <a:ext uri="{FF2B5EF4-FFF2-40B4-BE49-F238E27FC236}">
                <a16:creationId xmlns:a16="http://schemas.microsoft.com/office/drawing/2014/main" id="{524B9925-333C-43A1-AE44-0A636E7F340F}"/>
              </a:ext>
            </a:extLst>
          </p:cNvPr>
          <p:cNvSpPr>
            <a:spLocks xmlns:a="http://schemas.openxmlformats.org/drawingml/2006/main" noGrp="1"/>
          </p:cNvSpPr>
          <p:nvPr/>
        </p:nvSpPr>
        <p:spPr>
          <a:xfrm xmlns:a="http://schemas.openxmlformats.org/drawingml/2006/main">
            <a:off x="11077575" y="31908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52" name="">
            <a:extLst xmlns:a="http://schemas.openxmlformats.org/drawingml/2006/main">
              <a:ext uri="{FF2B5EF4-FFF2-40B4-BE49-F238E27FC236}">
                <a16:creationId xmlns:a16="http://schemas.microsoft.com/office/drawing/2014/main" id="{AA2453E8-B5C4-4511-A54A-576D2FDE2A41}"/>
              </a:ext>
            </a:extLst>
          </p:cNvPr>
          <p:cNvSpPr>
            <a:spLocks xmlns:a="http://schemas.openxmlformats.org/drawingml/2006/main" noGrp="1"/>
          </p:cNvSpPr>
          <p:nvPr/>
        </p:nvSpPr>
        <p:spPr>
          <a:xfrm xmlns:a="http://schemas.openxmlformats.org/drawingml/2006/main">
            <a:off x="10772775" y="33051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53" name="">
            <a:extLst xmlns:a="http://schemas.openxmlformats.org/drawingml/2006/main">
              <a:ext uri="{FF2B5EF4-FFF2-40B4-BE49-F238E27FC236}">
                <a16:creationId xmlns:a16="http://schemas.microsoft.com/office/drawing/2014/main" id="{094290F9-B5FA-4E5D-AA6B-660A41A51DE2}"/>
              </a:ext>
            </a:extLst>
          </p:cNvPr>
          <p:cNvSpPr>
            <a:spLocks xmlns:a="http://schemas.openxmlformats.org/drawingml/2006/main" noGrp="1"/>
          </p:cNvSpPr>
          <p:nvPr/>
        </p:nvSpPr>
        <p:spPr>
          <a:xfrm xmlns:a="http://schemas.openxmlformats.org/drawingml/2006/main">
            <a:off x="9144000" y="2143125"/>
            <a:ext cx="9525" cy="581025"/>
          </a:xfrm>
          <a:custGeom xmlns:a="http://schemas.openxmlformats.org/drawingml/2006/main">
            <a:pathLst>
              <a:path w="9525" h="581025">
                <a:moveTo>
                  <a:pt x="0" y="0"/>
                </a:moveTo>
                <a:lnTo>
                  <a:pt x="0" y="581025"/>
                </a:lnTo>
              </a:path>
            </a:pathLst>
          </a:custGeom>
          <a:noFill xmlns:a="http://schemas.openxmlformats.org/drawingml/2006/main"/>
          <a:ln xmlns:a="http://schemas.openxmlformats.org/drawingml/2006/main" w="28575">
            <a:solidFill>
              <a:srgbClr val="C4483C"/>
            </a:solidFill>
          </a:ln>
        </p:spPr>
      </p:sp>
      <p:sp>
        <p:nvSpPr>
          <p:cNvPr id="54" name="">
            <a:extLst xmlns:a="http://schemas.openxmlformats.org/drawingml/2006/main">
              <a:ext uri="{FF2B5EF4-FFF2-40B4-BE49-F238E27FC236}">
                <a16:creationId xmlns:a16="http://schemas.microsoft.com/office/drawing/2014/main" id="{2F2D20D3-9335-44AA-B7C7-71431B287D29}"/>
              </a:ext>
            </a:extLst>
          </p:cNvPr>
          <p:cNvSpPr>
            <a:spLocks xmlns:a="http://schemas.openxmlformats.org/drawingml/2006/main" noGrp="1"/>
          </p:cNvSpPr>
          <p:nvPr/>
        </p:nvSpPr>
        <p:spPr>
          <a:xfrm xmlns:a="http://schemas.openxmlformats.org/drawingml/2006/main">
            <a:off x="9103995" y="2628900"/>
            <a:ext cx="80010" cy="95250"/>
          </a:xfrm>
          <a:custGeom xmlns:a="http://schemas.openxmlformats.org/drawingml/2006/main">
            <a:pathLst>
              <a:path w="80010" h="95250">
                <a:moveTo>
                  <a:pt x="40005" y="95250"/>
                </a:moveTo>
                <a:lnTo>
                  <a:pt x="80010"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55" name="">
            <a:extLst xmlns:a="http://schemas.openxmlformats.org/drawingml/2006/main">
              <a:ext uri="{FF2B5EF4-FFF2-40B4-BE49-F238E27FC236}">
                <a16:creationId xmlns:a16="http://schemas.microsoft.com/office/drawing/2014/main" id="{8A15454D-44D2-4103-8BBC-6472998008B4}"/>
              </a:ext>
            </a:extLst>
          </p:cNvPr>
          <p:cNvSpPr>
            <a:spLocks xmlns:a="http://schemas.openxmlformats.org/drawingml/2006/main" noGrp="1"/>
          </p:cNvSpPr>
          <p:nvPr/>
        </p:nvSpPr>
        <p:spPr>
          <a:xfrm xmlns:a="http://schemas.openxmlformats.org/drawingml/2006/main">
            <a:off x="6619875" y="3057525"/>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A</a:t>
            </a:r>
          </a:p>
        </p:txBody>
      </p:sp>
      <p:sp>
        <p:nvSpPr>
          <p:cNvPr id="56" name="">
            <a:extLst xmlns:a="http://schemas.openxmlformats.org/drawingml/2006/main">
              <a:ext uri="{FF2B5EF4-FFF2-40B4-BE49-F238E27FC236}">
                <a16:creationId xmlns:a16="http://schemas.microsoft.com/office/drawing/2014/main" id="{904C695C-5C48-4273-9FD1-312560D14FE5}"/>
              </a:ext>
            </a:extLst>
          </p:cNvPr>
          <p:cNvSpPr>
            <a:spLocks xmlns:a="http://schemas.openxmlformats.org/drawingml/2006/main" noGrp="1"/>
          </p:cNvSpPr>
          <p:nvPr/>
        </p:nvSpPr>
        <p:spPr>
          <a:xfrm xmlns:a="http://schemas.openxmlformats.org/drawingml/2006/main">
            <a:off x="11363325" y="3124200"/>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buNone/>
              <a:defRPr sz="1800" b="1">
                <a:solidFill>
                  <a:srgbClr val="2876A8"/>
                </a:solidFill>
                <a:latin typeface="Yu Gothic"/>
                <a:ea typeface="Yu Gothic"/>
                <a:cs typeface="Yu Gothic"/>
              </a:defRPr>
            </a:lvl1pPr>
            <a:lvl2pPr>
              <a:buNone/>
              <a:defRPr sz="1800" b="1">
                <a:solidFill>
                  <a:srgbClr val="2876A8"/>
                </a:solidFill>
                <a:latin typeface="Yu Gothic"/>
                <a:ea typeface="Yu Gothic"/>
                <a:cs typeface="Yu Gothic"/>
              </a:defRPr>
            </a:lvl2pPr>
            <a:lvl3pPr>
              <a:buNone/>
              <a:defRPr sz="1800" b="1">
                <a:solidFill>
                  <a:srgbClr val="2876A8"/>
                </a:solidFill>
                <a:latin typeface="Yu Gothic"/>
                <a:ea typeface="Yu Gothic"/>
                <a:cs typeface="Yu Gothic"/>
              </a:defRPr>
            </a:lvl3pPr>
            <a:lvl4pPr>
              <a:buNone/>
              <a:defRPr sz="1800" b="1">
                <a:solidFill>
                  <a:srgbClr val="2876A8"/>
                </a:solidFill>
                <a:latin typeface="Yu Gothic"/>
                <a:ea typeface="Yu Gothic"/>
                <a:cs typeface="Yu Gothic"/>
              </a:defRPr>
            </a:lvl4pPr>
            <a:lvl5pPr>
              <a:buNone/>
              <a:defRPr sz="1800" b="1">
                <a:solidFill>
                  <a:srgbClr val="2876A8"/>
                </a:solidFill>
                <a:latin typeface="Yu Gothic"/>
                <a:ea typeface="Yu Gothic"/>
                <a:cs typeface="Yu Gothic"/>
              </a:defRPr>
            </a:lvl5pPr>
            <a:lvl6pPr>
              <a:buNone/>
              <a:defRPr sz="1800" b="1">
                <a:solidFill>
                  <a:srgbClr val="2876A8"/>
                </a:solidFill>
                <a:latin typeface="Yu Gothic"/>
                <a:ea typeface="Yu Gothic"/>
                <a:cs typeface="Yu Gothic"/>
              </a:defRPr>
            </a:lvl6pPr>
            <a:lvl7pPr>
              <a:buNone/>
              <a:defRPr sz="1800" b="1">
                <a:solidFill>
                  <a:srgbClr val="2876A8"/>
                </a:solidFill>
                <a:latin typeface="Yu Gothic"/>
                <a:ea typeface="Yu Gothic"/>
                <a:cs typeface="Yu Gothic"/>
              </a:defRPr>
            </a:lvl7pPr>
            <a:lvl8pPr>
              <a:buNone/>
              <a:defRPr sz="1800" b="1">
                <a:solidFill>
                  <a:srgbClr val="2876A8"/>
                </a:solidFill>
                <a:latin typeface="Yu Gothic"/>
                <a:ea typeface="Yu Gothic"/>
                <a:cs typeface="Yu Gothic"/>
              </a:defRPr>
            </a:lvl8pPr>
            <a:lvl9pPr>
              <a:buNone/>
              <a:defRPr sz="1800" b="1">
                <a:solidFill>
                  <a:srgbClr val="2876A8"/>
                </a:solidFill>
                <a:latin typeface="Yu Gothic"/>
                <a:ea typeface="Yu Gothic"/>
                <a:cs typeface="Yu Gothic"/>
              </a:defRPr>
            </a:lvl9pPr>
          </a:lstStyle>
          <a:p xmlns:a="http://schemas.openxmlformats.org/drawingml/2006/main">
            <a:pPr>
              <a:buNone/>
              <a:defRPr sz="1800" b="1">
                <a:solidFill>
                  <a:srgbClr val="2876A8"/>
                </a:solidFill>
                <a:latin typeface="Yu Gothic"/>
                <a:ea typeface="Yu Gothic"/>
                <a:cs typeface="Yu Gothic"/>
              </a:defRPr>
            </a:pPr>
            <a:r>
              <a:rPr sz="1800" b="1">
                <a:solidFill>
                  <a:srgbClr val="2876A8"/>
                </a:solidFill>
                <a:latin typeface="Yu Gothic"/>
                <a:ea typeface="Yu Gothic"/>
                <a:cs typeface="Yu Gothic"/>
              </a:rPr>
              <a:t>B</a:t>
            </a:r>
          </a:p>
        </p:txBody>
      </p:sp>
      <p:sp>
        <p:nvSpPr>
          <p:cNvPr id="57" name="">
            <a:extLst xmlns:a="http://schemas.openxmlformats.org/drawingml/2006/main">
              <a:ext uri="{FF2B5EF4-FFF2-40B4-BE49-F238E27FC236}">
                <a16:creationId xmlns:a16="http://schemas.microsoft.com/office/drawing/2014/main" id="{39E778BB-B339-40D4-A707-ACEAF9488B25}"/>
              </a:ext>
            </a:extLst>
          </p:cNvPr>
          <p:cNvSpPr>
            <a:spLocks xmlns:a="http://schemas.openxmlformats.org/drawingml/2006/main" noGrp="1"/>
          </p:cNvSpPr>
          <p:nvPr/>
        </p:nvSpPr>
        <p:spPr>
          <a:xfrm xmlns:a="http://schemas.openxmlformats.org/drawingml/2006/main">
            <a:off x="1428750" y="3714750"/>
            <a:ext cx="3810000" cy="9525"/>
          </a:xfrm>
          <a:custGeom xmlns:a="http://schemas.openxmlformats.org/drawingml/2006/main">
            <a:pathLst>
              <a:path w="3810000" h="9525">
                <a:moveTo>
                  <a:pt x="0" y="0"/>
                </a:moveTo>
                <a:lnTo>
                  <a:pt x="3810000" y="0"/>
                </a:lnTo>
              </a:path>
            </a:pathLst>
          </a:custGeom>
          <a:noFill xmlns:a="http://schemas.openxmlformats.org/drawingml/2006/main"/>
          <a:ln xmlns:a="http://schemas.openxmlformats.org/drawingml/2006/main" w="13335">
            <a:solidFill>
              <a:srgbClr val="71818B"/>
            </a:solidFill>
          </a:ln>
        </p:spPr>
      </p:sp>
      <p:sp>
        <p:nvSpPr>
          <p:cNvPr id="58" name="">
            <a:extLst xmlns:a="http://schemas.openxmlformats.org/drawingml/2006/main">
              <a:ext uri="{FF2B5EF4-FFF2-40B4-BE49-F238E27FC236}">
                <a16:creationId xmlns:a16="http://schemas.microsoft.com/office/drawing/2014/main" id="{17C0152B-6B49-4725-A85B-078E9494E2B2}"/>
              </a:ext>
            </a:extLst>
          </p:cNvPr>
          <p:cNvSpPr>
            <a:spLocks xmlns:a="http://schemas.openxmlformats.org/drawingml/2006/main" noGrp="1"/>
          </p:cNvSpPr>
          <p:nvPr/>
        </p:nvSpPr>
        <p:spPr>
          <a:xfrm xmlns:a="http://schemas.openxmlformats.org/drawingml/2006/main">
            <a:off x="5172075" y="3686747"/>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59" name="">
            <a:extLst xmlns:a="http://schemas.openxmlformats.org/drawingml/2006/main">
              <a:ext uri="{FF2B5EF4-FFF2-40B4-BE49-F238E27FC236}">
                <a16:creationId xmlns:a16="http://schemas.microsoft.com/office/drawing/2014/main" id="{342FCFEC-DD41-4A46-953D-35A58901F732}"/>
              </a:ext>
            </a:extLst>
          </p:cNvPr>
          <p:cNvSpPr>
            <a:spLocks xmlns:a="http://schemas.openxmlformats.org/drawingml/2006/main" noGrp="1"/>
          </p:cNvSpPr>
          <p:nvPr/>
        </p:nvSpPr>
        <p:spPr>
          <a:xfrm xmlns:a="http://schemas.openxmlformats.org/drawingml/2006/main">
            <a:off x="1428750" y="3714750"/>
            <a:ext cx="3810000" cy="9525"/>
          </a:xfrm>
          <a:custGeom xmlns:a="http://schemas.openxmlformats.org/drawingml/2006/main">
            <a:pathLst>
              <a:path w="3810000" h="9525">
                <a:moveTo>
                  <a:pt x="3810000" y="0"/>
                </a:moveTo>
                <a:lnTo>
                  <a:pt x="0" y="0"/>
                </a:lnTo>
              </a:path>
            </a:pathLst>
          </a:custGeom>
          <a:noFill xmlns:a="http://schemas.openxmlformats.org/drawingml/2006/main"/>
          <a:ln xmlns:a="http://schemas.openxmlformats.org/drawingml/2006/main" w="13335">
            <a:solidFill>
              <a:srgbClr val="71818B"/>
            </a:solidFill>
          </a:ln>
        </p:spPr>
      </p:sp>
      <p:sp>
        <p:nvSpPr>
          <p:cNvPr id="60" name="">
            <a:extLst xmlns:a="http://schemas.openxmlformats.org/drawingml/2006/main">
              <a:ext uri="{FF2B5EF4-FFF2-40B4-BE49-F238E27FC236}">
                <a16:creationId xmlns:a16="http://schemas.microsoft.com/office/drawing/2014/main" id="{6325A0AD-5651-4DDE-8C6E-D8A3D22A475C}"/>
              </a:ext>
            </a:extLst>
          </p:cNvPr>
          <p:cNvSpPr>
            <a:spLocks xmlns:a="http://schemas.openxmlformats.org/drawingml/2006/main" noGrp="1"/>
          </p:cNvSpPr>
          <p:nvPr/>
        </p:nvSpPr>
        <p:spPr>
          <a:xfrm xmlns:a="http://schemas.openxmlformats.org/drawingml/2006/main">
            <a:off x="1428750" y="3686747"/>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61" name="">
            <a:extLst xmlns:a="http://schemas.openxmlformats.org/drawingml/2006/main">
              <a:ext uri="{FF2B5EF4-FFF2-40B4-BE49-F238E27FC236}">
                <a16:creationId xmlns:a16="http://schemas.microsoft.com/office/drawing/2014/main" id="{D9B13A65-D9DE-40DC-B370-97F00391B8F1}"/>
              </a:ext>
            </a:extLst>
          </p:cNvPr>
          <p:cNvSpPr>
            <a:spLocks xmlns:a="http://schemas.openxmlformats.org/drawingml/2006/main" noGrp="1"/>
          </p:cNvSpPr>
          <p:nvPr/>
        </p:nvSpPr>
        <p:spPr>
          <a:xfrm xmlns:a="http://schemas.openxmlformats.org/drawingml/2006/main">
            <a:off x="1428750" y="3762375"/>
            <a:ext cx="381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71818B"/>
                </a:solidFill>
                <a:latin typeface="Yu Gothic"/>
                <a:ea typeface="Yu Gothic"/>
                <a:cs typeface="Yu Gothic"/>
              </a:defRPr>
            </a:defPPr>
            <a:lvl1pPr algn="ctr">
              <a:buNone/>
              <a:defRPr sz="1725" b="0">
                <a:solidFill>
                  <a:srgbClr val="71818B"/>
                </a:solidFill>
                <a:latin typeface="Yu Gothic"/>
                <a:ea typeface="Yu Gothic"/>
                <a:cs typeface="Yu Gothic"/>
              </a:defRPr>
            </a:lvl1pPr>
            <a:lvl2pPr algn="ctr">
              <a:buNone/>
              <a:defRPr sz="1725" b="0">
                <a:solidFill>
                  <a:srgbClr val="71818B"/>
                </a:solidFill>
                <a:latin typeface="Yu Gothic"/>
                <a:ea typeface="Yu Gothic"/>
                <a:cs typeface="Yu Gothic"/>
              </a:defRPr>
            </a:lvl2pPr>
            <a:lvl3pPr algn="ctr">
              <a:buNone/>
              <a:defRPr sz="1725" b="0">
                <a:solidFill>
                  <a:srgbClr val="71818B"/>
                </a:solidFill>
                <a:latin typeface="Yu Gothic"/>
                <a:ea typeface="Yu Gothic"/>
                <a:cs typeface="Yu Gothic"/>
              </a:defRPr>
            </a:lvl3pPr>
            <a:lvl4pPr algn="ctr">
              <a:buNone/>
              <a:defRPr sz="1725" b="0">
                <a:solidFill>
                  <a:srgbClr val="71818B"/>
                </a:solidFill>
                <a:latin typeface="Yu Gothic"/>
                <a:ea typeface="Yu Gothic"/>
                <a:cs typeface="Yu Gothic"/>
              </a:defRPr>
            </a:lvl4pPr>
            <a:lvl5pPr algn="ctr">
              <a:buNone/>
              <a:defRPr sz="1725" b="0">
                <a:solidFill>
                  <a:srgbClr val="71818B"/>
                </a:solidFill>
                <a:latin typeface="Yu Gothic"/>
                <a:ea typeface="Yu Gothic"/>
                <a:cs typeface="Yu Gothic"/>
              </a:defRPr>
            </a:lvl5pPr>
            <a:lvl6pPr algn="ctr">
              <a:buNone/>
              <a:defRPr sz="1725" b="0">
                <a:solidFill>
                  <a:srgbClr val="71818B"/>
                </a:solidFill>
                <a:latin typeface="Yu Gothic"/>
                <a:ea typeface="Yu Gothic"/>
                <a:cs typeface="Yu Gothic"/>
              </a:defRPr>
            </a:lvl6pPr>
            <a:lvl7pPr algn="ctr">
              <a:buNone/>
              <a:defRPr sz="1725" b="0">
                <a:solidFill>
                  <a:srgbClr val="71818B"/>
                </a:solidFill>
                <a:latin typeface="Yu Gothic"/>
                <a:ea typeface="Yu Gothic"/>
                <a:cs typeface="Yu Gothic"/>
              </a:defRPr>
            </a:lvl7pPr>
            <a:lvl8pPr algn="ctr">
              <a:buNone/>
              <a:defRPr sz="1725" b="0">
                <a:solidFill>
                  <a:srgbClr val="71818B"/>
                </a:solidFill>
                <a:latin typeface="Yu Gothic"/>
                <a:ea typeface="Yu Gothic"/>
                <a:cs typeface="Yu Gothic"/>
              </a:defRPr>
            </a:lvl8pPr>
            <a:lvl9pPr algn="ctr">
              <a:buNone/>
              <a:defRPr sz="1725" b="0">
                <a:solidFill>
                  <a:srgbClr val="71818B"/>
                </a:solidFill>
                <a:latin typeface="Yu Gothic"/>
                <a:ea typeface="Yu Gothic"/>
                <a:cs typeface="Yu Gothic"/>
              </a:defRPr>
            </a:lvl9pPr>
          </a:lstStyle>
          <a:p xmlns:a="http://schemas.openxmlformats.org/drawingml/2006/main">
            <a:pPr algn="ctr">
              <a:buNone/>
              <a:defRPr sz="1725" b="0">
                <a:solidFill>
                  <a:srgbClr val="71818B"/>
                </a:solidFill>
                <a:latin typeface="Yu Gothic"/>
                <a:ea typeface="Yu Gothic"/>
                <a:cs typeface="Yu Gothic"/>
              </a:defRPr>
            </a:pPr>
            <a:r>
              <a:rPr sz="1725" b="0">
                <a:solidFill>
                  <a:srgbClr val="71818B"/>
                </a:solidFill>
                <a:latin typeface="Yu Gothic"/>
                <a:ea typeface="Yu Gothic"/>
                <a:cs typeface="Yu Gothic"/>
              </a:rPr>
              <a:t>1.0 m</a:t>
            </a:r>
          </a:p>
        </p:txBody>
      </p:sp>
      <p:sp>
        <p:nvSpPr>
          <p:cNvPr id="62" name="">
            <a:extLst xmlns:a="http://schemas.openxmlformats.org/drawingml/2006/main">
              <a:ext uri="{FF2B5EF4-FFF2-40B4-BE49-F238E27FC236}">
                <a16:creationId xmlns:a16="http://schemas.microsoft.com/office/drawing/2014/main" id="{F966C114-2B52-4886-B67B-8F19B7A1CE52}"/>
              </a:ext>
            </a:extLst>
          </p:cNvPr>
          <p:cNvSpPr>
            <a:spLocks xmlns:a="http://schemas.openxmlformats.org/drawingml/2006/main" noGrp="1"/>
          </p:cNvSpPr>
          <p:nvPr/>
        </p:nvSpPr>
        <p:spPr>
          <a:xfrm xmlns:a="http://schemas.openxmlformats.org/drawingml/2006/main">
            <a:off x="7239000" y="3714750"/>
            <a:ext cx="3810000" cy="9525"/>
          </a:xfrm>
          <a:custGeom xmlns:a="http://schemas.openxmlformats.org/drawingml/2006/main">
            <a:pathLst>
              <a:path w="3810000" h="9525">
                <a:moveTo>
                  <a:pt x="0" y="0"/>
                </a:moveTo>
                <a:lnTo>
                  <a:pt x="3810000" y="0"/>
                </a:lnTo>
              </a:path>
            </a:pathLst>
          </a:custGeom>
          <a:noFill xmlns:a="http://schemas.openxmlformats.org/drawingml/2006/main"/>
          <a:ln xmlns:a="http://schemas.openxmlformats.org/drawingml/2006/main" w="13335">
            <a:solidFill>
              <a:srgbClr val="71818B"/>
            </a:solidFill>
          </a:ln>
        </p:spPr>
      </p:sp>
      <p:sp>
        <p:nvSpPr>
          <p:cNvPr id="63" name="">
            <a:extLst xmlns:a="http://schemas.openxmlformats.org/drawingml/2006/main">
              <a:ext uri="{FF2B5EF4-FFF2-40B4-BE49-F238E27FC236}">
                <a16:creationId xmlns:a16="http://schemas.microsoft.com/office/drawing/2014/main" id="{B27F25A7-8825-4DE5-8C38-0674C0013E5D}"/>
              </a:ext>
            </a:extLst>
          </p:cNvPr>
          <p:cNvSpPr>
            <a:spLocks xmlns:a="http://schemas.openxmlformats.org/drawingml/2006/main" noGrp="1"/>
          </p:cNvSpPr>
          <p:nvPr/>
        </p:nvSpPr>
        <p:spPr>
          <a:xfrm xmlns:a="http://schemas.openxmlformats.org/drawingml/2006/main">
            <a:off x="10982325" y="3686747"/>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64" name="">
            <a:extLst xmlns:a="http://schemas.openxmlformats.org/drawingml/2006/main">
              <a:ext uri="{FF2B5EF4-FFF2-40B4-BE49-F238E27FC236}">
                <a16:creationId xmlns:a16="http://schemas.microsoft.com/office/drawing/2014/main" id="{D345C4E6-CF84-4422-9AC7-BFAB935BA0C9}"/>
              </a:ext>
            </a:extLst>
          </p:cNvPr>
          <p:cNvSpPr>
            <a:spLocks xmlns:a="http://schemas.openxmlformats.org/drawingml/2006/main" noGrp="1"/>
          </p:cNvSpPr>
          <p:nvPr/>
        </p:nvSpPr>
        <p:spPr>
          <a:xfrm xmlns:a="http://schemas.openxmlformats.org/drawingml/2006/main">
            <a:off x="7239000" y="3714750"/>
            <a:ext cx="3810000" cy="9525"/>
          </a:xfrm>
          <a:custGeom xmlns:a="http://schemas.openxmlformats.org/drawingml/2006/main">
            <a:pathLst>
              <a:path w="3810000" h="9525">
                <a:moveTo>
                  <a:pt x="3810000" y="0"/>
                </a:moveTo>
                <a:lnTo>
                  <a:pt x="0" y="0"/>
                </a:lnTo>
              </a:path>
            </a:pathLst>
          </a:custGeom>
          <a:noFill xmlns:a="http://schemas.openxmlformats.org/drawingml/2006/main"/>
          <a:ln xmlns:a="http://schemas.openxmlformats.org/drawingml/2006/main" w="13335">
            <a:solidFill>
              <a:srgbClr val="71818B"/>
            </a:solidFill>
          </a:ln>
        </p:spPr>
      </p:sp>
      <p:sp>
        <p:nvSpPr>
          <p:cNvPr id="65" name="">
            <a:extLst xmlns:a="http://schemas.openxmlformats.org/drawingml/2006/main">
              <a:ext uri="{FF2B5EF4-FFF2-40B4-BE49-F238E27FC236}">
                <a16:creationId xmlns:a16="http://schemas.microsoft.com/office/drawing/2014/main" id="{1295F22B-AC3B-4015-BC90-094E4FBEBBC1}"/>
              </a:ext>
            </a:extLst>
          </p:cNvPr>
          <p:cNvSpPr>
            <a:spLocks xmlns:a="http://schemas.openxmlformats.org/drawingml/2006/main" noGrp="1"/>
          </p:cNvSpPr>
          <p:nvPr/>
        </p:nvSpPr>
        <p:spPr>
          <a:xfrm xmlns:a="http://schemas.openxmlformats.org/drawingml/2006/main">
            <a:off x="7239000" y="3686747"/>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66" name="">
            <a:extLst xmlns:a="http://schemas.openxmlformats.org/drawingml/2006/main">
              <a:ext uri="{FF2B5EF4-FFF2-40B4-BE49-F238E27FC236}">
                <a16:creationId xmlns:a16="http://schemas.microsoft.com/office/drawing/2014/main" id="{FA78B41A-A611-444E-B8B6-F29367521CCF}"/>
              </a:ext>
            </a:extLst>
          </p:cNvPr>
          <p:cNvSpPr>
            <a:spLocks xmlns:a="http://schemas.openxmlformats.org/drawingml/2006/main" noGrp="1"/>
          </p:cNvSpPr>
          <p:nvPr/>
        </p:nvSpPr>
        <p:spPr>
          <a:xfrm xmlns:a="http://schemas.openxmlformats.org/drawingml/2006/main">
            <a:off x="7239000" y="3762375"/>
            <a:ext cx="381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71818B"/>
                </a:solidFill>
                <a:latin typeface="Yu Gothic"/>
                <a:ea typeface="Yu Gothic"/>
                <a:cs typeface="Yu Gothic"/>
              </a:defRPr>
            </a:defPPr>
            <a:lvl1pPr algn="ctr">
              <a:buNone/>
              <a:defRPr sz="1725" b="0">
                <a:solidFill>
                  <a:srgbClr val="71818B"/>
                </a:solidFill>
                <a:latin typeface="Yu Gothic"/>
                <a:ea typeface="Yu Gothic"/>
                <a:cs typeface="Yu Gothic"/>
              </a:defRPr>
            </a:lvl1pPr>
            <a:lvl2pPr algn="ctr">
              <a:buNone/>
              <a:defRPr sz="1725" b="0">
                <a:solidFill>
                  <a:srgbClr val="71818B"/>
                </a:solidFill>
                <a:latin typeface="Yu Gothic"/>
                <a:ea typeface="Yu Gothic"/>
                <a:cs typeface="Yu Gothic"/>
              </a:defRPr>
            </a:lvl2pPr>
            <a:lvl3pPr algn="ctr">
              <a:buNone/>
              <a:defRPr sz="1725" b="0">
                <a:solidFill>
                  <a:srgbClr val="71818B"/>
                </a:solidFill>
                <a:latin typeface="Yu Gothic"/>
                <a:ea typeface="Yu Gothic"/>
                <a:cs typeface="Yu Gothic"/>
              </a:defRPr>
            </a:lvl3pPr>
            <a:lvl4pPr algn="ctr">
              <a:buNone/>
              <a:defRPr sz="1725" b="0">
                <a:solidFill>
                  <a:srgbClr val="71818B"/>
                </a:solidFill>
                <a:latin typeface="Yu Gothic"/>
                <a:ea typeface="Yu Gothic"/>
                <a:cs typeface="Yu Gothic"/>
              </a:defRPr>
            </a:lvl4pPr>
            <a:lvl5pPr algn="ctr">
              <a:buNone/>
              <a:defRPr sz="1725" b="0">
                <a:solidFill>
                  <a:srgbClr val="71818B"/>
                </a:solidFill>
                <a:latin typeface="Yu Gothic"/>
                <a:ea typeface="Yu Gothic"/>
                <a:cs typeface="Yu Gothic"/>
              </a:defRPr>
            </a:lvl5pPr>
            <a:lvl6pPr algn="ctr">
              <a:buNone/>
              <a:defRPr sz="1725" b="0">
                <a:solidFill>
                  <a:srgbClr val="71818B"/>
                </a:solidFill>
                <a:latin typeface="Yu Gothic"/>
                <a:ea typeface="Yu Gothic"/>
                <a:cs typeface="Yu Gothic"/>
              </a:defRPr>
            </a:lvl6pPr>
            <a:lvl7pPr algn="ctr">
              <a:buNone/>
              <a:defRPr sz="1725" b="0">
                <a:solidFill>
                  <a:srgbClr val="71818B"/>
                </a:solidFill>
                <a:latin typeface="Yu Gothic"/>
                <a:ea typeface="Yu Gothic"/>
                <a:cs typeface="Yu Gothic"/>
              </a:defRPr>
            </a:lvl7pPr>
            <a:lvl8pPr algn="ctr">
              <a:buNone/>
              <a:defRPr sz="1725" b="0">
                <a:solidFill>
                  <a:srgbClr val="71818B"/>
                </a:solidFill>
                <a:latin typeface="Yu Gothic"/>
                <a:ea typeface="Yu Gothic"/>
                <a:cs typeface="Yu Gothic"/>
              </a:defRPr>
            </a:lvl8pPr>
            <a:lvl9pPr algn="ctr">
              <a:buNone/>
              <a:defRPr sz="1725" b="0">
                <a:solidFill>
                  <a:srgbClr val="71818B"/>
                </a:solidFill>
                <a:latin typeface="Yu Gothic"/>
                <a:ea typeface="Yu Gothic"/>
                <a:cs typeface="Yu Gothic"/>
              </a:defRPr>
            </a:lvl9pPr>
          </a:lstStyle>
          <a:p xmlns:a="http://schemas.openxmlformats.org/drawingml/2006/main">
            <a:pPr algn="ctr">
              <a:buNone/>
              <a:defRPr sz="1725" b="0">
                <a:solidFill>
                  <a:srgbClr val="71818B"/>
                </a:solidFill>
                <a:latin typeface="Yu Gothic"/>
                <a:ea typeface="Yu Gothic"/>
                <a:cs typeface="Yu Gothic"/>
              </a:defRPr>
            </a:pPr>
            <a:r>
              <a:rPr sz="1725" b="0">
                <a:solidFill>
                  <a:srgbClr val="71818B"/>
                </a:solidFill>
                <a:latin typeface="Yu Gothic"/>
                <a:ea typeface="Yu Gothic"/>
                <a:cs typeface="Yu Gothic"/>
              </a:rPr>
              <a:t>1.0 m</a:t>
            </a:r>
          </a:p>
        </p:txBody>
      </p:sp>
      <p:sp>
        <p:nvSpPr>
          <p:cNvPr id="67" name="">
            <a:extLst xmlns:a="http://schemas.openxmlformats.org/drawingml/2006/main">
              <a:ext uri="{FF2B5EF4-FFF2-40B4-BE49-F238E27FC236}">
                <a16:creationId xmlns:a16="http://schemas.microsoft.com/office/drawing/2014/main" id="{6D9E76EB-48E5-4CBF-903C-447BFA2D49CA}"/>
              </a:ext>
            </a:extLst>
          </p:cNvPr>
          <p:cNvSpPr>
            <a:spLocks xmlns:a="http://schemas.openxmlformats.org/drawingml/2006/main" noGrp="1"/>
          </p:cNvSpPr>
          <p:nvPr/>
        </p:nvSpPr>
        <p:spPr>
          <a:xfrm xmlns:a="http://schemas.openxmlformats.org/drawingml/2006/main">
            <a:off x="809625" y="4333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a　合力の大きさと作用点から、反力を求める</a:t>
            </a:r>
          </a:p>
        </p:txBody>
      </p:sp>
      <p:sp>
        <p:nvSpPr>
          <p:cNvPr id="68" name="">
            <a:extLst xmlns:a="http://schemas.openxmlformats.org/drawingml/2006/main">
              <a:ext uri="{FF2B5EF4-FFF2-40B4-BE49-F238E27FC236}">
                <a16:creationId xmlns:a16="http://schemas.microsoft.com/office/drawing/2014/main" id="{C19F48AD-1FEA-47C4-B1A3-23174549B08A}"/>
              </a:ext>
            </a:extLst>
          </p:cNvPr>
          <p:cNvSpPr>
            <a:spLocks xmlns:a="http://schemas.openxmlformats.org/drawingml/2006/main" noGrp="1"/>
          </p:cNvSpPr>
          <p:nvPr/>
        </p:nvSpPr>
        <p:spPr>
          <a:xfrm xmlns:a="http://schemas.openxmlformats.org/drawingml/2006/main">
            <a:off x="809625" y="47625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b　SFDを描き、V = 0の位置を求める</a:t>
            </a:r>
          </a:p>
        </p:txBody>
      </p:sp>
      <p:sp>
        <p:nvSpPr>
          <p:cNvPr id="69" name="">
            <a:extLst xmlns:a="http://schemas.openxmlformats.org/drawingml/2006/main">
              <a:ext uri="{FF2B5EF4-FFF2-40B4-BE49-F238E27FC236}">
                <a16:creationId xmlns:a16="http://schemas.microsoft.com/office/drawing/2014/main" id="{C05EB91E-4EE5-400F-916A-08518DC2D675}"/>
              </a:ext>
            </a:extLst>
          </p:cNvPr>
          <p:cNvSpPr>
            <a:spLocks xmlns:a="http://schemas.openxmlformats.org/drawingml/2006/main" noGrp="1"/>
          </p:cNvSpPr>
          <p:nvPr/>
        </p:nvSpPr>
        <p:spPr>
          <a:xfrm xmlns:a="http://schemas.openxmlformats.org/drawingml/2006/main">
            <a:off x="809625" y="51911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c　SFDの三角形の面積から、最大Mを求める</a:t>
            </a:r>
          </a:p>
        </p:txBody>
      </p:sp>
      <p:sp>
        <p:nvSpPr>
          <p:cNvPr id="70" name="">
            <a:extLst xmlns:a="http://schemas.openxmlformats.org/drawingml/2006/main">
              <a:ext uri="{FF2B5EF4-FFF2-40B4-BE49-F238E27FC236}">
                <a16:creationId xmlns:a16="http://schemas.microsoft.com/office/drawing/2014/main" id="{56332E6B-4422-409E-8CEC-F0132A348AED}"/>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d　同じ総荷重400 Nの中央集中荷重と比較する。全体と切り出した部分を区別して考える。</a:t>
            </a:r>
          </a:p>
        </p:txBody>
      </p:sp>
    </p:spTree>
    <p:extLst>
      <p:ext uri="{BB962C8B-B14F-4D97-AF65-F5344CB8AC3E}">
        <p14:creationId xmlns:p14="http://schemas.microsoft.com/office/powerpoint/2010/main" val="128542894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594D250-46E2-47CE-A297-F6AEFB3F4C31}"/>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演習5の解答：同じ総荷重でも M は違う</a:t>
            </a:r>
          </a:p>
        </p:txBody>
      </p:sp>
      <p:cxnSp>
        <p:nvCxnSpPr>
          <p:cNvPr id="2" name="">
            <a:extLst xmlns:a="http://schemas.openxmlformats.org/drawingml/2006/main">
              <a:ext uri="{FF2B5EF4-FFF2-40B4-BE49-F238E27FC236}">
                <a16:creationId xmlns:a16="http://schemas.microsoft.com/office/drawing/2014/main" id="{33549AB5-BFBB-487A-B780-F74F0CA35029}"/>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C084D719-8D64-4B66-9C76-A78B2C6BCECC}"/>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第3回</a:t>
            </a:r>
          </a:p>
        </p:txBody>
      </p:sp>
      <p:sp>
        <p:nvSpPr>
          <p:cNvPr id="4" name="">
            <a:extLst xmlns:a="http://schemas.openxmlformats.org/drawingml/2006/main">
              <a:ext uri="{FF2B5EF4-FFF2-40B4-BE49-F238E27FC236}">
                <a16:creationId xmlns:a16="http://schemas.microsoft.com/office/drawing/2014/main" id="{153D3957-9716-46D6-A84B-511AA3F5D1AC}"/>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39 / 49</a:t>
            </a:r>
          </a:p>
        </p:txBody>
      </p:sp>
      <p:sp>
        <p:nvSpPr>
          <p:cNvPr id="11" name="">
            <a:extLst xmlns:a="http://schemas.openxmlformats.org/drawingml/2006/main">
              <a:ext uri="{FF2B5EF4-FFF2-40B4-BE49-F238E27FC236}">
                <a16:creationId xmlns:a16="http://schemas.microsoft.com/office/drawing/2014/main" id="{E1649609-624A-4290-A33A-AC9BF480A8A7}"/>
              </a:ext>
            </a:extLst>
          </p:cNvPr>
          <p:cNvSpPr>
            <a:spLocks xmlns:a="http://schemas.openxmlformats.org/drawingml/2006/main" noGrp="1"/>
          </p:cNvSpPr>
          <p:nvPr/>
        </p:nvSpPr>
        <p:spPr>
          <a:xfrm xmlns:a="http://schemas.openxmlformats.org/drawingml/2006/main">
            <a:off x="809625" y="14763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共通：総荷重400 N、L = 1.0 m、反力は各200 N</a:t>
            </a:r>
          </a:p>
        </p:txBody>
      </p:sp>
      <p:graphicFrame>
        <p:nvGraphicFramePr>
          <p:cNvPr id="12" name="Chart">
            <a:extLst xmlns:a="http://schemas.openxmlformats.org/drawingml/2006/main">
              <a:ext uri="{FF2B5EF4-FFF2-40B4-BE49-F238E27FC236}">
                <a16:creationId xmlns:a16="http://schemas.microsoft.com/office/drawing/2014/main" id="{434AF61E-5FC7-4865-8D7A-A40C81F05686}"/>
              </a:ext>
            </a:extLst>
          </p:cNvPr>
          <p:cNvGraphicFramePr/>
          <p:nvPr/>
        </p:nvGraphicFramePr>
        <p:xfrm>
          <a:off xmlns:a="http://schemas.openxmlformats.org/drawingml/2006/main" x="714375" y="2047875"/>
          <a:ext xmlns:a="http://schemas.openxmlformats.org/drawingml/2006/main" cx="6619875" cy="3476625"/>
        </p:xfrm>
        <a:graphic xmlns:a="http://schemas.openxmlformats.org/drawingml/2006/main">
          <a:graphicData uri="http://schemas.openxmlformats.org/drawingml/2006/chart">
            <c:chart xmlns:r="http://schemas.openxmlformats.org/officeDocument/2006/relationships" xmlns:c="http://schemas.openxmlformats.org/drawingml/2006/chart" r:id="R7b12e1ad4008416a"/>
          </a:graphicData>
        </a:graphic>
      </p:graphicFrame>
      <p:sp>
        <p:nvSpPr>
          <p:cNvPr id="13" name="">
            <a:extLst xmlns:a="http://schemas.openxmlformats.org/drawingml/2006/main">
              <a:ext uri="{FF2B5EF4-FFF2-40B4-BE49-F238E27FC236}">
                <a16:creationId xmlns:a16="http://schemas.microsoft.com/office/drawing/2014/main" id="{EC17F949-B7BC-4CCA-9EDA-784023033C70}"/>
              </a:ext>
            </a:extLst>
          </p:cNvPr>
          <p:cNvSpPr>
            <a:spLocks xmlns:a="http://schemas.openxmlformats.org/drawingml/2006/main" noGrp="1"/>
          </p:cNvSpPr>
          <p:nvPr/>
        </p:nvSpPr>
        <p:spPr>
          <a:xfrm xmlns:a="http://schemas.openxmlformats.org/drawingml/2006/main">
            <a:off x="7810500" y="20955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buNone/>
              <a:defRPr sz="2100" b="1">
                <a:solidFill>
                  <a:srgbClr val="2876A8"/>
                </a:solidFill>
                <a:latin typeface="Yu Gothic"/>
                <a:ea typeface="Yu Gothic"/>
                <a:cs typeface="Yu Gothic"/>
              </a:defRPr>
            </a:lvl1pPr>
            <a:lvl2pPr>
              <a:buNone/>
              <a:defRPr sz="2100" b="1">
                <a:solidFill>
                  <a:srgbClr val="2876A8"/>
                </a:solidFill>
                <a:latin typeface="Yu Gothic"/>
                <a:ea typeface="Yu Gothic"/>
                <a:cs typeface="Yu Gothic"/>
              </a:defRPr>
            </a:lvl2pPr>
            <a:lvl3pPr>
              <a:buNone/>
              <a:defRPr sz="2100" b="1">
                <a:solidFill>
                  <a:srgbClr val="2876A8"/>
                </a:solidFill>
                <a:latin typeface="Yu Gothic"/>
                <a:ea typeface="Yu Gothic"/>
                <a:cs typeface="Yu Gothic"/>
              </a:defRPr>
            </a:lvl3pPr>
            <a:lvl4pPr>
              <a:buNone/>
              <a:defRPr sz="2100" b="1">
                <a:solidFill>
                  <a:srgbClr val="2876A8"/>
                </a:solidFill>
                <a:latin typeface="Yu Gothic"/>
                <a:ea typeface="Yu Gothic"/>
                <a:cs typeface="Yu Gothic"/>
              </a:defRPr>
            </a:lvl4pPr>
            <a:lvl5pPr>
              <a:buNone/>
              <a:defRPr sz="2100" b="1">
                <a:solidFill>
                  <a:srgbClr val="2876A8"/>
                </a:solidFill>
                <a:latin typeface="Yu Gothic"/>
                <a:ea typeface="Yu Gothic"/>
                <a:cs typeface="Yu Gothic"/>
              </a:defRPr>
            </a:lvl5pPr>
            <a:lvl6pPr>
              <a:buNone/>
              <a:defRPr sz="2100" b="1">
                <a:solidFill>
                  <a:srgbClr val="2876A8"/>
                </a:solidFill>
                <a:latin typeface="Yu Gothic"/>
                <a:ea typeface="Yu Gothic"/>
                <a:cs typeface="Yu Gothic"/>
              </a:defRPr>
            </a:lvl6pPr>
            <a:lvl7pPr>
              <a:buNone/>
              <a:defRPr sz="2100" b="1">
                <a:solidFill>
                  <a:srgbClr val="2876A8"/>
                </a:solidFill>
                <a:latin typeface="Yu Gothic"/>
                <a:ea typeface="Yu Gothic"/>
                <a:cs typeface="Yu Gothic"/>
              </a:defRPr>
            </a:lvl7pPr>
            <a:lvl8pPr>
              <a:buNone/>
              <a:defRPr sz="2100" b="1">
                <a:solidFill>
                  <a:srgbClr val="2876A8"/>
                </a:solidFill>
                <a:latin typeface="Yu Gothic"/>
                <a:ea typeface="Yu Gothic"/>
                <a:cs typeface="Yu Gothic"/>
              </a:defRPr>
            </a:lvl8pPr>
            <a:lvl9pPr>
              <a:buNone/>
              <a:defRPr sz="2100" b="1">
                <a:solidFill>
                  <a:srgbClr val="2876A8"/>
                </a:solidFill>
                <a:latin typeface="Yu Gothic"/>
                <a:ea typeface="Yu Gothic"/>
                <a:cs typeface="Yu Gothic"/>
              </a:defRPr>
            </a:lvl9pPr>
          </a:lstStyle>
          <a:p xmlns:a="http://schemas.openxmlformats.org/drawingml/2006/main">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等分布荷重</a:t>
            </a:r>
          </a:p>
        </p:txBody>
      </p:sp>
      <p:sp>
        <p:nvSpPr>
          <p:cNvPr id="14" name="">
            <a:extLst xmlns:a="http://schemas.openxmlformats.org/drawingml/2006/main">
              <a:ext uri="{FF2B5EF4-FFF2-40B4-BE49-F238E27FC236}">
                <a16:creationId xmlns:a16="http://schemas.microsoft.com/office/drawing/2014/main" id="{F8DD265C-EE6D-492F-B0B8-37F1837F4D4B}"/>
              </a:ext>
            </a:extLst>
          </p:cNvPr>
          <p:cNvSpPr>
            <a:spLocks xmlns:a="http://schemas.openxmlformats.org/drawingml/2006/main" noGrp="1"/>
          </p:cNvSpPr>
          <p:nvPr/>
        </p:nvSpPr>
        <p:spPr>
          <a:xfrm xmlns:a="http://schemas.openxmlformats.org/drawingml/2006/main">
            <a:off x="7810500" y="2543175"/>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buNone/>
              <a:defRPr sz="1950" b="0">
                <a:solidFill>
                  <a:srgbClr val="263D4D"/>
                </a:solidFill>
                <a:latin typeface="Yu Gothic"/>
                <a:ea typeface="Yu Gothic"/>
                <a:cs typeface="Yu Gothic"/>
              </a:defRPr>
            </a:lvl1pPr>
            <a:lvl2pPr>
              <a:buNone/>
              <a:defRPr sz="1950" b="0">
                <a:solidFill>
                  <a:srgbClr val="263D4D"/>
                </a:solidFill>
                <a:latin typeface="Yu Gothic"/>
                <a:ea typeface="Yu Gothic"/>
                <a:cs typeface="Yu Gothic"/>
              </a:defRPr>
            </a:lvl2pPr>
            <a:lvl3pPr>
              <a:buNone/>
              <a:defRPr sz="1950" b="0">
                <a:solidFill>
                  <a:srgbClr val="263D4D"/>
                </a:solidFill>
                <a:latin typeface="Yu Gothic"/>
                <a:ea typeface="Yu Gothic"/>
                <a:cs typeface="Yu Gothic"/>
              </a:defRPr>
            </a:lvl3pPr>
            <a:lvl4pPr>
              <a:buNone/>
              <a:defRPr sz="1950" b="0">
                <a:solidFill>
                  <a:srgbClr val="263D4D"/>
                </a:solidFill>
                <a:latin typeface="Yu Gothic"/>
                <a:ea typeface="Yu Gothic"/>
                <a:cs typeface="Yu Gothic"/>
              </a:defRPr>
            </a:lvl4pPr>
            <a:lvl5pPr>
              <a:buNone/>
              <a:defRPr sz="1950" b="0">
                <a:solidFill>
                  <a:srgbClr val="263D4D"/>
                </a:solidFill>
                <a:latin typeface="Yu Gothic"/>
                <a:ea typeface="Yu Gothic"/>
                <a:cs typeface="Yu Gothic"/>
              </a:defRPr>
            </a:lvl5pPr>
            <a:lvl6pPr>
              <a:buNone/>
              <a:defRPr sz="1950" b="0">
                <a:solidFill>
                  <a:srgbClr val="263D4D"/>
                </a:solidFill>
                <a:latin typeface="Yu Gothic"/>
                <a:ea typeface="Yu Gothic"/>
                <a:cs typeface="Yu Gothic"/>
              </a:defRPr>
            </a:lvl6pPr>
            <a:lvl7pPr>
              <a:buNone/>
              <a:defRPr sz="1950" b="0">
                <a:solidFill>
                  <a:srgbClr val="263D4D"/>
                </a:solidFill>
                <a:latin typeface="Yu Gothic"/>
                <a:ea typeface="Yu Gothic"/>
                <a:cs typeface="Yu Gothic"/>
              </a:defRPr>
            </a:lvl7pPr>
            <a:lvl8pPr>
              <a:buNone/>
              <a:defRPr sz="1950" b="0">
                <a:solidFill>
                  <a:srgbClr val="263D4D"/>
                </a:solidFill>
                <a:latin typeface="Yu Gothic"/>
                <a:ea typeface="Yu Gothic"/>
                <a:cs typeface="Yu Gothic"/>
              </a:defRPr>
            </a:lvl8pPr>
            <a:lvl9pPr>
              <a:buNone/>
              <a:defRPr sz="1950" b="0">
                <a:solidFill>
                  <a:srgbClr val="263D4D"/>
                </a:solidFill>
                <a:latin typeface="Yu Gothic"/>
                <a:ea typeface="Yu Gothic"/>
                <a:cs typeface="Yu Gothic"/>
              </a:defRPr>
            </a:lvl9pPr>
          </a:lstStyle>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V = 200 − 400x</a:t>
            </a:r>
          </a:p>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x = 0.50 mでV = 0</a:t>
            </a:r>
          </a:p>
        </p:txBody>
      </p:sp>
      <p:sp>
        <p:nvSpPr>
          <p:cNvPr id="15" name="">
            <a:extLst xmlns:a="http://schemas.openxmlformats.org/drawingml/2006/main">
              <a:ext uri="{FF2B5EF4-FFF2-40B4-BE49-F238E27FC236}">
                <a16:creationId xmlns:a16="http://schemas.microsoft.com/office/drawing/2014/main" id="{00B63486-63EE-429D-AD8C-201E6F85157D}"/>
              </a:ext>
            </a:extLst>
          </p:cNvPr>
          <p:cNvSpPr>
            <a:spLocks xmlns:a="http://schemas.openxmlformats.org/drawingml/2006/main" noGrp="1"/>
          </p:cNvSpPr>
          <p:nvPr/>
        </p:nvSpPr>
        <p:spPr>
          <a:xfrm xmlns:a="http://schemas.openxmlformats.org/drawingml/2006/main">
            <a:off x="7810500" y="3476625"/>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876A8"/>
                </a:solidFill>
                <a:latin typeface="Yu Gothic"/>
                <a:ea typeface="Yu Gothic"/>
                <a:cs typeface="Yu Gothic"/>
              </a:defRPr>
            </a:defPPr>
            <a:lvl1pPr>
              <a:buNone/>
              <a:defRPr sz="2025" b="1">
                <a:solidFill>
                  <a:srgbClr val="2876A8"/>
                </a:solidFill>
                <a:latin typeface="Yu Gothic"/>
                <a:ea typeface="Yu Gothic"/>
                <a:cs typeface="Yu Gothic"/>
              </a:defRPr>
            </a:lvl1pPr>
            <a:lvl2pPr>
              <a:buNone/>
              <a:defRPr sz="2025" b="1">
                <a:solidFill>
                  <a:srgbClr val="2876A8"/>
                </a:solidFill>
                <a:latin typeface="Yu Gothic"/>
                <a:ea typeface="Yu Gothic"/>
                <a:cs typeface="Yu Gothic"/>
              </a:defRPr>
            </a:lvl2pPr>
            <a:lvl3pPr>
              <a:buNone/>
              <a:defRPr sz="2025" b="1">
                <a:solidFill>
                  <a:srgbClr val="2876A8"/>
                </a:solidFill>
                <a:latin typeface="Yu Gothic"/>
                <a:ea typeface="Yu Gothic"/>
                <a:cs typeface="Yu Gothic"/>
              </a:defRPr>
            </a:lvl3pPr>
            <a:lvl4pPr>
              <a:buNone/>
              <a:defRPr sz="2025" b="1">
                <a:solidFill>
                  <a:srgbClr val="2876A8"/>
                </a:solidFill>
                <a:latin typeface="Yu Gothic"/>
                <a:ea typeface="Yu Gothic"/>
                <a:cs typeface="Yu Gothic"/>
              </a:defRPr>
            </a:lvl4pPr>
            <a:lvl5pPr>
              <a:buNone/>
              <a:defRPr sz="2025" b="1">
                <a:solidFill>
                  <a:srgbClr val="2876A8"/>
                </a:solidFill>
                <a:latin typeface="Yu Gothic"/>
                <a:ea typeface="Yu Gothic"/>
                <a:cs typeface="Yu Gothic"/>
              </a:defRPr>
            </a:lvl5pPr>
            <a:lvl6pPr>
              <a:buNone/>
              <a:defRPr sz="2025" b="1">
                <a:solidFill>
                  <a:srgbClr val="2876A8"/>
                </a:solidFill>
                <a:latin typeface="Yu Gothic"/>
                <a:ea typeface="Yu Gothic"/>
                <a:cs typeface="Yu Gothic"/>
              </a:defRPr>
            </a:lvl6pPr>
            <a:lvl7pPr>
              <a:buNone/>
              <a:defRPr sz="2025" b="1">
                <a:solidFill>
                  <a:srgbClr val="2876A8"/>
                </a:solidFill>
                <a:latin typeface="Yu Gothic"/>
                <a:ea typeface="Yu Gothic"/>
                <a:cs typeface="Yu Gothic"/>
              </a:defRPr>
            </a:lvl7pPr>
            <a:lvl8pPr>
              <a:buNone/>
              <a:defRPr sz="2025" b="1">
                <a:solidFill>
                  <a:srgbClr val="2876A8"/>
                </a:solidFill>
                <a:latin typeface="Yu Gothic"/>
                <a:ea typeface="Yu Gothic"/>
                <a:cs typeface="Yu Gothic"/>
              </a:defRPr>
            </a:lvl8pPr>
            <a:lvl9pPr>
              <a:buNone/>
              <a:defRPr sz="2025" b="1">
                <a:solidFill>
                  <a:srgbClr val="2876A8"/>
                </a:solidFill>
                <a:latin typeface="Yu Gothic"/>
                <a:ea typeface="Yu Gothic"/>
                <a:cs typeface="Yu Gothic"/>
              </a:defRPr>
            </a:lvl9pPr>
          </a:lstStyle>
          <a:p xmlns:a="http://schemas.openxmlformats.org/drawingml/2006/main">
            <a:pP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M最大 = 200×0.50÷2</a:t>
            </a:r>
          </a:p>
          <a:p xmlns:a="http://schemas.openxmlformats.org/drawingml/2006/main">
            <a:pP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 50 N·m</a:t>
            </a:r>
          </a:p>
        </p:txBody>
      </p:sp>
      <p:sp>
        <p:nvSpPr>
          <p:cNvPr id="16" name="">
            <a:extLst xmlns:a="http://schemas.openxmlformats.org/drawingml/2006/main">
              <a:ext uri="{FF2B5EF4-FFF2-40B4-BE49-F238E27FC236}">
                <a16:creationId xmlns:a16="http://schemas.microsoft.com/office/drawing/2014/main" id="{4CEF6399-2752-44D8-8EEC-EBCDD0844A95}"/>
              </a:ext>
            </a:extLst>
          </p:cNvPr>
          <p:cNvSpPr>
            <a:spLocks xmlns:a="http://schemas.openxmlformats.org/drawingml/2006/main" noGrp="1"/>
          </p:cNvSpPr>
          <p:nvPr/>
        </p:nvSpPr>
        <p:spPr>
          <a:xfrm xmlns:a="http://schemas.openxmlformats.org/drawingml/2006/main">
            <a:off x="7810500" y="44767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AD8760"/>
                </a:solidFill>
                <a:latin typeface="Yu Gothic"/>
                <a:ea typeface="Yu Gothic"/>
                <a:cs typeface="Yu Gothic"/>
              </a:defRPr>
            </a:defPPr>
            <a:lvl1pPr>
              <a:buNone/>
              <a:defRPr sz="2100" b="1">
                <a:solidFill>
                  <a:srgbClr val="AD8760"/>
                </a:solidFill>
                <a:latin typeface="Yu Gothic"/>
                <a:ea typeface="Yu Gothic"/>
                <a:cs typeface="Yu Gothic"/>
              </a:defRPr>
            </a:lvl1pPr>
            <a:lvl2pPr>
              <a:buNone/>
              <a:defRPr sz="2100" b="1">
                <a:solidFill>
                  <a:srgbClr val="AD8760"/>
                </a:solidFill>
                <a:latin typeface="Yu Gothic"/>
                <a:ea typeface="Yu Gothic"/>
                <a:cs typeface="Yu Gothic"/>
              </a:defRPr>
            </a:lvl2pPr>
            <a:lvl3pPr>
              <a:buNone/>
              <a:defRPr sz="2100" b="1">
                <a:solidFill>
                  <a:srgbClr val="AD8760"/>
                </a:solidFill>
                <a:latin typeface="Yu Gothic"/>
                <a:ea typeface="Yu Gothic"/>
                <a:cs typeface="Yu Gothic"/>
              </a:defRPr>
            </a:lvl3pPr>
            <a:lvl4pPr>
              <a:buNone/>
              <a:defRPr sz="2100" b="1">
                <a:solidFill>
                  <a:srgbClr val="AD8760"/>
                </a:solidFill>
                <a:latin typeface="Yu Gothic"/>
                <a:ea typeface="Yu Gothic"/>
                <a:cs typeface="Yu Gothic"/>
              </a:defRPr>
            </a:lvl4pPr>
            <a:lvl5pPr>
              <a:buNone/>
              <a:defRPr sz="2100" b="1">
                <a:solidFill>
                  <a:srgbClr val="AD8760"/>
                </a:solidFill>
                <a:latin typeface="Yu Gothic"/>
                <a:ea typeface="Yu Gothic"/>
                <a:cs typeface="Yu Gothic"/>
              </a:defRPr>
            </a:lvl5pPr>
            <a:lvl6pPr>
              <a:buNone/>
              <a:defRPr sz="2100" b="1">
                <a:solidFill>
                  <a:srgbClr val="AD8760"/>
                </a:solidFill>
                <a:latin typeface="Yu Gothic"/>
                <a:ea typeface="Yu Gothic"/>
                <a:cs typeface="Yu Gothic"/>
              </a:defRPr>
            </a:lvl6pPr>
            <a:lvl7pPr>
              <a:buNone/>
              <a:defRPr sz="2100" b="1">
                <a:solidFill>
                  <a:srgbClr val="AD8760"/>
                </a:solidFill>
                <a:latin typeface="Yu Gothic"/>
                <a:ea typeface="Yu Gothic"/>
                <a:cs typeface="Yu Gothic"/>
              </a:defRPr>
            </a:lvl7pPr>
            <a:lvl8pPr>
              <a:buNone/>
              <a:defRPr sz="2100" b="1">
                <a:solidFill>
                  <a:srgbClr val="AD8760"/>
                </a:solidFill>
                <a:latin typeface="Yu Gothic"/>
                <a:ea typeface="Yu Gothic"/>
                <a:cs typeface="Yu Gothic"/>
              </a:defRPr>
            </a:lvl8pPr>
            <a:lvl9pPr>
              <a:buNone/>
              <a:defRPr sz="2100" b="1">
                <a:solidFill>
                  <a:srgbClr val="AD8760"/>
                </a:solidFill>
                <a:latin typeface="Yu Gothic"/>
                <a:ea typeface="Yu Gothic"/>
                <a:cs typeface="Yu Gothic"/>
              </a:defRPr>
            </a:lvl9pPr>
          </a:lstStyle>
          <a:p xmlns:a="http://schemas.openxmlformats.org/drawingml/2006/main">
            <a:pPr>
              <a:buNone/>
              <a:defRPr sz="2100" b="1">
                <a:solidFill>
                  <a:srgbClr val="AD8760"/>
                </a:solidFill>
                <a:latin typeface="Yu Gothic"/>
                <a:ea typeface="Yu Gothic"/>
                <a:cs typeface="Yu Gothic"/>
              </a:defRPr>
            </a:pPr>
            <a:r>
              <a:rPr sz="2100" b="1">
                <a:solidFill>
                  <a:srgbClr val="AD8760"/>
                </a:solidFill>
                <a:latin typeface="Yu Gothic"/>
                <a:ea typeface="Yu Gothic"/>
                <a:cs typeface="Yu Gothic"/>
              </a:rPr>
              <a:t>中央集中荷重</a:t>
            </a:r>
          </a:p>
        </p:txBody>
      </p:sp>
      <p:sp>
        <p:nvSpPr>
          <p:cNvPr id="17" name="">
            <a:extLst xmlns:a="http://schemas.openxmlformats.org/drawingml/2006/main">
              <a:ext uri="{FF2B5EF4-FFF2-40B4-BE49-F238E27FC236}">
                <a16:creationId xmlns:a16="http://schemas.microsoft.com/office/drawing/2014/main" id="{5B2AD912-86AE-43AB-9E3B-3E2D66FEC29C}"/>
              </a:ext>
            </a:extLst>
          </p:cNvPr>
          <p:cNvSpPr>
            <a:spLocks xmlns:a="http://schemas.openxmlformats.org/drawingml/2006/main" noGrp="1"/>
          </p:cNvSpPr>
          <p:nvPr/>
        </p:nvSpPr>
        <p:spPr>
          <a:xfrm xmlns:a="http://schemas.openxmlformats.org/drawingml/2006/main">
            <a:off x="7810500" y="4905375"/>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AD8760"/>
                </a:solidFill>
                <a:latin typeface="Yu Gothic"/>
                <a:ea typeface="Yu Gothic"/>
                <a:cs typeface="Yu Gothic"/>
              </a:defRPr>
            </a:defPPr>
            <a:lvl1pPr>
              <a:buNone/>
              <a:defRPr sz="2025" b="1">
                <a:solidFill>
                  <a:srgbClr val="AD8760"/>
                </a:solidFill>
                <a:latin typeface="Yu Gothic"/>
                <a:ea typeface="Yu Gothic"/>
                <a:cs typeface="Yu Gothic"/>
              </a:defRPr>
            </a:lvl1pPr>
            <a:lvl2pPr>
              <a:buNone/>
              <a:defRPr sz="2025" b="1">
                <a:solidFill>
                  <a:srgbClr val="AD8760"/>
                </a:solidFill>
                <a:latin typeface="Yu Gothic"/>
                <a:ea typeface="Yu Gothic"/>
                <a:cs typeface="Yu Gothic"/>
              </a:defRPr>
            </a:lvl2pPr>
            <a:lvl3pPr>
              <a:buNone/>
              <a:defRPr sz="2025" b="1">
                <a:solidFill>
                  <a:srgbClr val="AD8760"/>
                </a:solidFill>
                <a:latin typeface="Yu Gothic"/>
                <a:ea typeface="Yu Gothic"/>
                <a:cs typeface="Yu Gothic"/>
              </a:defRPr>
            </a:lvl3pPr>
            <a:lvl4pPr>
              <a:buNone/>
              <a:defRPr sz="2025" b="1">
                <a:solidFill>
                  <a:srgbClr val="AD8760"/>
                </a:solidFill>
                <a:latin typeface="Yu Gothic"/>
                <a:ea typeface="Yu Gothic"/>
                <a:cs typeface="Yu Gothic"/>
              </a:defRPr>
            </a:lvl4pPr>
            <a:lvl5pPr>
              <a:buNone/>
              <a:defRPr sz="2025" b="1">
                <a:solidFill>
                  <a:srgbClr val="AD8760"/>
                </a:solidFill>
                <a:latin typeface="Yu Gothic"/>
                <a:ea typeface="Yu Gothic"/>
                <a:cs typeface="Yu Gothic"/>
              </a:defRPr>
            </a:lvl5pPr>
            <a:lvl6pPr>
              <a:buNone/>
              <a:defRPr sz="2025" b="1">
                <a:solidFill>
                  <a:srgbClr val="AD8760"/>
                </a:solidFill>
                <a:latin typeface="Yu Gothic"/>
                <a:ea typeface="Yu Gothic"/>
                <a:cs typeface="Yu Gothic"/>
              </a:defRPr>
            </a:lvl6pPr>
            <a:lvl7pPr>
              <a:buNone/>
              <a:defRPr sz="2025" b="1">
                <a:solidFill>
                  <a:srgbClr val="AD8760"/>
                </a:solidFill>
                <a:latin typeface="Yu Gothic"/>
                <a:ea typeface="Yu Gothic"/>
                <a:cs typeface="Yu Gothic"/>
              </a:defRPr>
            </a:lvl7pPr>
            <a:lvl8pPr>
              <a:buNone/>
              <a:defRPr sz="2025" b="1">
                <a:solidFill>
                  <a:srgbClr val="AD8760"/>
                </a:solidFill>
                <a:latin typeface="Yu Gothic"/>
                <a:ea typeface="Yu Gothic"/>
                <a:cs typeface="Yu Gothic"/>
              </a:defRPr>
            </a:lvl8pPr>
            <a:lvl9pPr>
              <a:buNone/>
              <a:defRPr sz="2025" b="1">
                <a:solidFill>
                  <a:srgbClr val="AD8760"/>
                </a:solidFill>
                <a:latin typeface="Yu Gothic"/>
                <a:ea typeface="Yu Gothic"/>
                <a:cs typeface="Yu Gothic"/>
              </a:defRPr>
            </a:lvl9pPr>
          </a:lstStyle>
          <a:p xmlns:a="http://schemas.openxmlformats.org/drawingml/2006/main">
            <a:pPr>
              <a:buNone/>
              <a:defRPr sz="2025" b="1">
                <a:solidFill>
                  <a:srgbClr val="AD8760"/>
                </a:solidFill>
                <a:latin typeface="Yu Gothic"/>
                <a:ea typeface="Yu Gothic"/>
                <a:cs typeface="Yu Gothic"/>
              </a:defRPr>
            </a:pPr>
            <a:r>
              <a:rPr sz="2025" b="1">
                <a:solidFill>
                  <a:srgbClr val="AD8760"/>
                </a:solidFill>
                <a:latin typeface="Yu Gothic"/>
                <a:ea typeface="Yu Gothic"/>
                <a:cs typeface="Yu Gothic"/>
              </a:rPr>
              <a:t>M最大 = 200×0.50</a:t>
            </a:r>
          </a:p>
          <a:p xmlns:a="http://schemas.openxmlformats.org/drawingml/2006/main">
            <a:pPr>
              <a:buNone/>
              <a:defRPr sz="2025" b="1">
                <a:solidFill>
                  <a:srgbClr val="AD8760"/>
                </a:solidFill>
                <a:latin typeface="Yu Gothic"/>
                <a:ea typeface="Yu Gothic"/>
                <a:cs typeface="Yu Gothic"/>
              </a:defRPr>
            </a:pPr>
            <a:r>
              <a:rPr sz="2025" b="1">
                <a:solidFill>
                  <a:srgbClr val="AD8760"/>
                </a:solidFill>
                <a:latin typeface="Yu Gothic"/>
                <a:ea typeface="Yu Gothic"/>
                <a:cs typeface="Yu Gothic"/>
              </a:rPr>
              <a:t>= 100 N·m</a:t>
            </a:r>
          </a:p>
        </p:txBody>
      </p:sp>
      <p:sp>
        <p:nvSpPr>
          <p:cNvPr id="18" name="">
            <a:extLst xmlns:a="http://schemas.openxmlformats.org/drawingml/2006/main">
              <a:ext uri="{FF2B5EF4-FFF2-40B4-BE49-F238E27FC236}">
                <a16:creationId xmlns:a16="http://schemas.microsoft.com/office/drawing/2014/main" id="{BD7DE31D-B9CA-475A-9E1C-016173AFB8D8}"/>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合力で置換しても、断面の左右にある荷重の分かれ方は異なる。内部の線図は別に求める。</a:t>
            </a:r>
          </a:p>
        </p:txBody>
      </p:sp>
    </p:spTree>
    <p:extLst>
      <p:ext uri="{BB962C8B-B14F-4D97-AF65-F5344CB8AC3E}">
        <p14:creationId xmlns:p14="http://schemas.microsoft.com/office/powerpoint/2010/main" val="709558214"/>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DE54C6-B1F4-41FA-AE2D-3A241C2E2927}"/>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教科の内容と、大学で深める理解</a:t>
            </a:r>
          </a:p>
        </p:txBody>
      </p:sp>
      <p:sp>
        <p:nvSpPr>
          <p:cNvPr id="2" name="">
            <a:extLst xmlns:a="http://schemas.openxmlformats.org/drawingml/2006/main">
              <a:ext uri="{FF2B5EF4-FFF2-40B4-BE49-F238E27FC236}">
                <a16:creationId xmlns:a16="http://schemas.microsoft.com/office/drawing/2014/main" id="{4939A961-7C09-4959-A3B2-C8BE7026C016}"/>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3AB2D9AB-CC11-4A9C-B52C-FA64709D2228}"/>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graphicFrame>
        <p:nvGraphicFramePr>
          <p:cNvPr id="4" name="">
            <a:extLst xmlns:a="http://schemas.openxmlformats.org/drawingml/2006/main">
              <a:ext uri="{FF2B5EF4-FFF2-40B4-BE49-F238E27FC236}">
                <a16:creationId xmlns:a16="http://schemas.microsoft.com/office/drawing/2014/main" id="{A88A0718-525A-46EC-8F41-5BAF1FFB802B}"/>
              </a:ext>
            </a:extLst>
          </p:cNvPr>
          <p:cNvGraphicFramePr/>
          <p:nvPr/>
        </p:nvGraphicFramePr>
        <p:xfrm>
          <a:off xmlns:a="http://schemas.openxmlformats.org/drawingml/2006/main" x="714375" y="1809750"/>
          <a:ext xmlns:a="http://schemas.openxmlformats.org/drawingml/2006/main" cx="10763250" cy="2971800"/>
        </p:xfrm>
        <a:graphic xmlns:a="http://schemas.openxmlformats.org/drawingml/2006/main">
          <a:graphicData uri="http://schemas.openxmlformats.org/drawingml/2006/table">
            <a:tbl>
              <a:tblPr/>
              <a:tblGrid>
                <a:gridCol w="3429000"/>
                <a:gridCol w="7334250"/>
              </a:tblGrid>
              <a:tr h="742950">
                <a:tc>
                  <a:txBody>
                    <a:bodyPr lIns="85725" tIns="85725" rIns="85725" bIns="85725"/>
                    <a:lstStyle/>
                    <a:p>
                      <a:r>
                        <a:rPr sz="2175" b="1">
                          <a:solidFill>
                            <a:srgbClr val="FFFFFF"/>
                          </a:solidFill>
                          <a:latin typeface="Yu Gothic"/>
                          <a:ea typeface="Yu Gothic"/>
                          <a:cs typeface="Yu Gothic"/>
                        </a:rPr>
                        <a:t>場面</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専門的な理解を使うこと</a:t>
                      </a:r>
                    </a:p>
                  </a:txBody>
                  <a:tcPr marL="91440" marR="91440" marT="45720" marB="45720">
                    <a:solidFill>
                      <a:srgbClr val="193B59"/>
                    </a:solidFill>
                  </a:tcPr>
                </a:tc>
              </a:tr>
              <a:tr h="742950">
                <a:tc>
                  <a:txBody>
                    <a:bodyPr lIns="85725" tIns="85725" rIns="85725" bIns="85725"/>
                    <a:lstStyle/>
                    <a:p>
                      <a:r>
                        <a:rPr sz="2175" b="0">
                          <a:solidFill>
                            <a:srgbClr val="263D4D"/>
                          </a:solidFill>
                          <a:latin typeface="Yu Gothic"/>
                          <a:ea typeface="Yu Gothic"/>
                          <a:cs typeface="Yu Gothic"/>
                        </a:rPr>
                        <a:t>中学校 技術分野A</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支え方と荷重位置を変えた観察を説明</a:t>
                      </a:r>
                    </a:p>
                  </a:txBody>
                  <a:tcPr marL="91440" marR="91440" marT="45720" marB="45720">
                    <a:solidFill>
                      <a:srgbClr val="E8F0F4"/>
                    </a:solidFill>
                  </a:tcPr>
                </a:tc>
              </a:tr>
              <a:tr h="742950">
                <a:tc>
                  <a:txBody>
                    <a:bodyPr lIns="85725" tIns="85725" rIns="85725" bIns="85725"/>
                    <a:lstStyle/>
                    <a:p>
                      <a:r>
                        <a:rPr sz="2175" b="0">
                          <a:solidFill>
                            <a:srgbClr val="263D4D"/>
                          </a:solidFill>
                          <a:latin typeface="Yu Gothic"/>
                          <a:ea typeface="Yu Gothic"/>
                          <a:cs typeface="Yu Gothic"/>
                        </a:rPr>
                        <a:t>高校工業「機械設計」</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力と回転のつり合い、断面の内力を計算</a:t>
                      </a:r>
                    </a:p>
                  </a:txBody>
                  <a:tcPr marL="91440" marR="91440" marT="45720" marB="45720">
                    <a:solidFill>
                      <a:srgbClr val="FFFFFF"/>
                    </a:solidFill>
                  </a:tcPr>
                </a:tc>
              </a:tr>
              <a:tr h="742950">
                <a:tc>
                  <a:txBody>
                    <a:bodyPr lIns="85725" tIns="85725" rIns="85725" bIns="85725"/>
                    <a:lstStyle/>
                    <a:p>
                      <a:r>
                        <a:rPr sz="2175" b="0">
                          <a:solidFill>
                            <a:srgbClr val="263D4D"/>
                          </a:solidFill>
                          <a:latin typeface="Yu Gothic"/>
                          <a:ea typeface="Yu Gothic"/>
                          <a:cs typeface="Yu Gothic"/>
                        </a:rPr>
                        <a:t>高校「情報Ⅰ」への題材提案</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モデル・位置データ・計算結果の検証</a:t>
                      </a:r>
                    </a:p>
                  </a:txBody>
                  <a:tcPr marL="91440" marR="91440" marT="45720" marB="45720">
                    <a:solidFill>
                      <a:srgbClr val="E8F0F4"/>
                    </a:solidFill>
                  </a:tcPr>
                </a:tc>
              </a:tr>
            </a:tbl>
          </a:graphicData>
        </a:graphic>
      </p:graphicFrame>
      <p:sp>
        <p:nvSpPr>
          <p:cNvPr id="5" name="">
            <a:extLst xmlns:a="http://schemas.openxmlformats.org/drawingml/2006/main">
              <a:ext uri="{FF2B5EF4-FFF2-40B4-BE49-F238E27FC236}">
                <a16:creationId xmlns:a16="http://schemas.microsoft.com/office/drawing/2014/main" id="{8597D0E0-8FC7-46BA-95BA-0F3B7578C3F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現行の教育課程との対応と、本講義からの授業提案を区別する。</a:t>
            </a:r>
          </a:p>
        </p:txBody>
      </p:sp>
      <p:sp>
        <p:nvSpPr>
          <p:cNvPr id="6" name="">
            <a:extLst xmlns:a="http://schemas.openxmlformats.org/drawingml/2006/main">
              <a:ext uri="{FF2B5EF4-FFF2-40B4-BE49-F238E27FC236}">
                <a16:creationId xmlns:a16="http://schemas.microsoft.com/office/drawing/2014/main" id="{E80A7787-C743-47B6-AB1C-9B988A641CDD}"/>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40 / 49</a:t>
            </a:r>
          </a:p>
        </p:txBody>
      </p:sp>
    </p:spTree>
    <p:extLst>
      <p:ext uri="{BB962C8B-B14F-4D97-AF65-F5344CB8AC3E}">
        <p14:creationId xmlns:p14="http://schemas.microsoft.com/office/powerpoint/2010/main" val="206237177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92B859-DBEF-47CC-9AFA-9A6E2F21A4E7}"/>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接続・想定問題1　力のつり合いだけでは足りない</a:t>
            </a:r>
          </a:p>
        </p:txBody>
      </p:sp>
      <p:sp>
        <p:nvSpPr>
          <p:cNvPr id="2" name="">
            <a:extLst xmlns:a="http://schemas.openxmlformats.org/drawingml/2006/main">
              <a:ext uri="{FF2B5EF4-FFF2-40B4-BE49-F238E27FC236}">
                <a16:creationId xmlns:a16="http://schemas.microsoft.com/office/drawing/2014/main" id="{A8B9FB9E-94E8-47B6-A9E0-1B6094022374}"/>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551B9E7-4DF0-45B7-B761-1333C0B479DD}"/>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sp>
        <p:nvSpPr>
          <p:cNvPr id="4" name="">
            <a:extLst xmlns:a="http://schemas.openxmlformats.org/drawingml/2006/main">
              <a:ext uri="{FF2B5EF4-FFF2-40B4-BE49-F238E27FC236}">
                <a16:creationId xmlns:a16="http://schemas.microsoft.com/office/drawing/2014/main" id="{1E5666FA-8885-40EE-890B-1B20F5BDABA7}"/>
              </a:ext>
            </a:extLst>
          </p:cNvPr>
          <p:cNvSpPr>
            <a:spLocks xmlns:a="http://schemas.openxmlformats.org/drawingml/2006/main" noGrp="1"/>
          </p:cNvSpPr>
          <p:nvPr/>
        </p:nvSpPr>
        <p:spPr>
          <a:xfrm xmlns:a="http://schemas.openxmlformats.org/drawingml/2006/main">
            <a:off x="809625" y="1666875"/>
            <a:ext cx="10572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L=1.20 m、Aから0.40 mに300 N。AIの答えはR_A=120 N、R_B=180 Nだった。力の合計とAまわりのモーメントを検算し、訂正する。</a:t>
            </a:r>
          </a:p>
        </p:txBody>
      </p:sp>
      <p:sp>
        <p:nvSpPr>
          <p:cNvPr id="5" name="">
            <a:extLst xmlns:a="http://schemas.openxmlformats.org/drawingml/2006/main">
              <a:ext uri="{FF2B5EF4-FFF2-40B4-BE49-F238E27FC236}">
                <a16:creationId xmlns:a16="http://schemas.microsoft.com/office/drawing/2014/main" id="{B1CD35A4-55C4-49F6-9070-0BBC26497570}"/>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defRPr sz="2025" b="1">
                <a:solidFill>
                  <a:srgbClr val="087E8B"/>
                </a:solidFill>
                <a:latin typeface="Yu Gothic"/>
                <a:ea typeface="Yu Gothic"/>
                <a:cs typeface="Yu Gothic"/>
              </a:defRPr>
            </a:lvl1pPr>
            <a:lvl2pPr>
              <a:defRPr sz="2025" b="1">
                <a:solidFill>
                  <a:srgbClr val="087E8B"/>
                </a:solidFill>
                <a:latin typeface="Yu Gothic"/>
                <a:ea typeface="Yu Gothic"/>
                <a:cs typeface="Yu Gothic"/>
              </a:defRPr>
            </a:lvl2pPr>
            <a:lvl3pPr>
              <a:defRPr sz="2025" b="1">
                <a:solidFill>
                  <a:srgbClr val="087E8B"/>
                </a:solidFill>
                <a:latin typeface="Yu Gothic"/>
                <a:ea typeface="Yu Gothic"/>
                <a:cs typeface="Yu Gothic"/>
              </a:defRPr>
            </a:lvl3pPr>
            <a:lvl4pPr>
              <a:defRPr sz="2025" b="1">
                <a:solidFill>
                  <a:srgbClr val="087E8B"/>
                </a:solidFill>
                <a:latin typeface="Yu Gothic"/>
                <a:ea typeface="Yu Gothic"/>
                <a:cs typeface="Yu Gothic"/>
              </a:defRPr>
            </a:lvl4pPr>
            <a:lvl5pPr>
              <a:defRPr sz="2025" b="1">
                <a:solidFill>
                  <a:srgbClr val="087E8B"/>
                </a:solidFill>
                <a:latin typeface="Yu Gothic"/>
                <a:ea typeface="Yu Gothic"/>
                <a:cs typeface="Yu Gothic"/>
              </a:defRPr>
            </a:lvl5pPr>
            <a:lvl6pPr>
              <a:defRPr sz="2025" b="1">
                <a:solidFill>
                  <a:srgbClr val="087E8B"/>
                </a:solidFill>
                <a:latin typeface="Yu Gothic"/>
                <a:ea typeface="Yu Gothic"/>
                <a:cs typeface="Yu Gothic"/>
              </a:defRPr>
            </a:lvl6pPr>
            <a:lvl7pPr>
              <a:defRPr sz="2025" b="1">
                <a:solidFill>
                  <a:srgbClr val="087E8B"/>
                </a:solidFill>
                <a:latin typeface="Yu Gothic"/>
                <a:ea typeface="Yu Gothic"/>
                <a:cs typeface="Yu Gothic"/>
              </a:defRPr>
            </a:lvl7pPr>
            <a:lvl8pPr>
              <a:defRPr sz="2025" b="1">
                <a:solidFill>
                  <a:srgbClr val="087E8B"/>
                </a:solidFill>
                <a:latin typeface="Yu Gothic"/>
                <a:ea typeface="Yu Gothic"/>
                <a:cs typeface="Yu Gothic"/>
              </a:defRPr>
            </a:lvl8pPr>
            <a:lvl9pPr>
              <a:defRPr sz="2025" b="1">
                <a:solidFill>
                  <a:srgbClr val="087E8B"/>
                </a:solidFill>
                <a:latin typeface="Yu Gothic"/>
                <a:ea typeface="Yu Gothic"/>
                <a:cs typeface="Yu Gothic"/>
              </a:defRPr>
            </a:lvl9pPr>
          </a:lstStyle>
          <a:p xmlns:a="http://schemas.openxmlformats.org/drawingml/2006/main">
            <a:pPr>
              <a:defRPr sz="2025" b="1">
                <a:solidFill>
                  <a:srgbClr val="087E8B"/>
                </a:solidFill>
                <a:latin typeface="Yu Gothic"/>
                <a:ea typeface="Yu Gothic"/>
                <a:cs typeface="Yu Gothic"/>
              </a:defRPr>
            </a:pPr>
            <a:r>
              <a:rPr sz="2025" b="1">
                <a:solidFill>
                  <a:srgbClr val="087E8B"/>
                </a:solidFill>
                <a:latin typeface="Yu Gothic"/>
                <a:ea typeface="Yu Gothic"/>
                <a:cs typeface="Yu Gothic"/>
              </a:rPr>
              <a:t>図・途中式・条件・判断の理由を記録する</a:t>
            </a:r>
          </a:p>
        </p:txBody>
      </p:sp>
      <p:sp>
        <p:nvSpPr>
          <p:cNvPr id="6" name="">
            <a:extLst xmlns:a="http://schemas.openxmlformats.org/drawingml/2006/main">
              <a:ext uri="{FF2B5EF4-FFF2-40B4-BE49-F238E27FC236}">
                <a16:creationId xmlns:a16="http://schemas.microsoft.com/office/drawing/2014/main" id="{82152D54-5509-49BF-AC4B-527FDA12AF90}"/>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本講義のオリジナル問題。過去問の転載・出題予測・正式な提出課題とは別。</a:t>
            </a:r>
          </a:p>
        </p:txBody>
      </p:sp>
      <p:sp>
        <p:nvSpPr>
          <p:cNvPr id="7" name="">
            <a:extLst xmlns:a="http://schemas.openxmlformats.org/drawingml/2006/main">
              <a:ext uri="{FF2B5EF4-FFF2-40B4-BE49-F238E27FC236}">
                <a16:creationId xmlns:a16="http://schemas.microsoft.com/office/drawing/2014/main" id="{765A935E-CD73-477F-B0C9-968894258109}"/>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41 / 49</a:t>
            </a:r>
          </a:p>
        </p:txBody>
      </p:sp>
    </p:spTree>
    <p:extLst>
      <p:ext uri="{BB962C8B-B14F-4D97-AF65-F5344CB8AC3E}">
        <p14:creationId xmlns:p14="http://schemas.microsoft.com/office/powerpoint/2010/main" val="174726533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AEE54E6-0702-4DE0-A4FC-A85BA196AC46}"/>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接続・想定問題1　解説：力のつり合いだけでは足りない</a:t>
            </a:r>
          </a:p>
        </p:txBody>
      </p:sp>
      <p:sp>
        <p:nvSpPr>
          <p:cNvPr id="2" name="">
            <a:extLst xmlns:a="http://schemas.openxmlformats.org/drawingml/2006/main">
              <a:ext uri="{FF2B5EF4-FFF2-40B4-BE49-F238E27FC236}">
                <a16:creationId xmlns:a16="http://schemas.microsoft.com/office/drawing/2014/main" id="{B1B240C0-2499-44B4-B8C8-7401234EA1CD}"/>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FDB53AED-1416-46FF-88BF-D401B6041122}"/>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sp>
        <p:nvSpPr>
          <p:cNvPr id="4" name="">
            <a:extLst xmlns:a="http://schemas.openxmlformats.org/drawingml/2006/main">
              <a:ext uri="{FF2B5EF4-FFF2-40B4-BE49-F238E27FC236}">
                <a16:creationId xmlns:a16="http://schemas.microsoft.com/office/drawing/2014/main" id="{F372CD7A-AB04-4AFB-8715-9D11F73125EA}"/>
              </a:ext>
            </a:extLst>
          </p:cNvPr>
          <p:cNvSpPr>
            <a:spLocks xmlns:a="http://schemas.openxmlformats.org/drawingml/2006/main" noGrp="1"/>
          </p:cNvSpPr>
          <p:nvPr/>
        </p:nvSpPr>
        <p:spPr>
          <a:xfrm xmlns:a="http://schemas.openxmlformats.org/drawingml/2006/main">
            <a:off x="809625" y="17145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力：120+180−300=0</a:t>
            </a:r>
          </a:p>
        </p:txBody>
      </p:sp>
      <p:sp>
        <p:nvSpPr>
          <p:cNvPr id="5" name="">
            <a:extLst xmlns:a="http://schemas.openxmlformats.org/drawingml/2006/main">
              <a:ext uri="{FF2B5EF4-FFF2-40B4-BE49-F238E27FC236}">
                <a16:creationId xmlns:a16="http://schemas.microsoft.com/office/drawing/2014/main" id="{36295EA1-C549-43CC-A6D3-12A6855D5E42}"/>
              </a:ext>
            </a:extLst>
          </p:cNvPr>
          <p:cNvSpPr>
            <a:spLocks xmlns:a="http://schemas.openxmlformats.org/drawingml/2006/main" noGrp="1"/>
          </p:cNvSpPr>
          <p:nvPr/>
        </p:nvSpPr>
        <p:spPr>
          <a:xfrm xmlns:a="http://schemas.openxmlformats.org/drawingml/2006/main">
            <a:off x="809625" y="26098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Aまわり：180×1.20−300×0.40=96 N·m</a:t>
            </a:r>
          </a:p>
        </p:txBody>
      </p:sp>
      <p:sp>
        <p:nvSpPr>
          <p:cNvPr id="6" name="">
            <a:extLst xmlns:a="http://schemas.openxmlformats.org/drawingml/2006/main">
              <a:ext uri="{FF2B5EF4-FFF2-40B4-BE49-F238E27FC236}">
                <a16:creationId xmlns:a16="http://schemas.microsoft.com/office/drawing/2014/main" id="{AC8F7544-0048-4297-B52C-C80F8E010DFA}"/>
              </a:ext>
            </a:extLst>
          </p:cNvPr>
          <p:cNvSpPr>
            <a:spLocks xmlns:a="http://schemas.openxmlformats.org/drawingml/2006/main" noGrp="1"/>
          </p:cNvSpPr>
          <p:nvPr/>
        </p:nvSpPr>
        <p:spPr>
          <a:xfrm xmlns:a="http://schemas.openxmlformats.org/drawingml/2006/main">
            <a:off x="809625" y="35052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回転のつり合いを満たしていない</a:t>
            </a:r>
          </a:p>
        </p:txBody>
      </p:sp>
      <p:sp>
        <p:nvSpPr>
          <p:cNvPr id="7" name="">
            <a:extLst xmlns:a="http://schemas.openxmlformats.org/drawingml/2006/main">
              <a:ext uri="{FF2B5EF4-FFF2-40B4-BE49-F238E27FC236}">
                <a16:creationId xmlns:a16="http://schemas.microsoft.com/office/drawing/2014/main" id="{C639669A-F350-4B6A-991B-3617A66066D1}"/>
              </a:ext>
            </a:extLst>
          </p:cNvPr>
          <p:cNvSpPr>
            <a:spLocks xmlns:a="http://schemas.openxmlformats.org/drawingml/2006/main" noGrp="1"/>
          </p:cNvSpPr>
          <p:nvPr/>
        </p:nvSpPr>
        <p:spPr>
          <a:xfrm xmlns:a="http://schemas.openxmlformats.org/drawingml/2006/main">
            <a:off x="809625" y="44005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正しくは R_A=200 N、R_B=100 N</a:t>
            </a:r>
          </a:p>
        </p:txBody>
      </p:sp>
      <p:sp>
        <p:nvSpPr>
          <p:cNvPr id="8" name="">
            <a:extLst xmlns:a="http://schemas.openxmlformats.org/drawingml/2006/main">
              <a:ext uri="{FF2B5EF4-FFF2-40B4-BE49-F238E27FC236}">
                <a16:creationId xmlns:a16="http://schemas.microsoft.com/office/drawing/2014/main" id="{4EB65C25-DD17-42EA-A933-F04C1029A7F9}"/>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t>本編の参照スライド：9・11・14</a:t>
            </a:r>
          </a:p>
        </p:txBody>
      </p:sp>
      <p:sp>
        <p:nvSpPr>
          <p:cNvPr id="9" name="">
            <a:extLst xmlns:a="http://schemas.openxmlformats.org/drawingml/2006/main">
              <a:ext uri="{FF2B5EF4-FFF2-40B4-BE49-F238E27FC236}">
                <a16:creationId xmlns:a16="http://schemas.microsoft.com/office/drawing/2014/main" id="{FC960EFB-9221-4EB3-98D8-FD37786EA651}"/>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42 / 49</a:t>
            </a:r>
          </a:p>
        </p:txBody>
      </p:sp>
    </p:spTree>
    <p:extLst>
      <p:ext uri="{BB962C8B-B14F-4D97-AF65-F5344CB8AC3E}">
        <p14:creationId xmlns:p14="http://schemas.microsoft.com/office/powerpoint/2010/main" val="63033946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D2036F-491D-46E4-83F9-1D10781D84D2}"/>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接続・想定問題2　荷重点を動かした比較</a:t>
            </a:r>
          </a:p>
        </p:txBody>
      </p:sp>
      <p:sp>
        <p:nvSpPr>
          <p:cNvPr id="2" name="">
            <a:extLst xmlns:a="http://schemas.openxmlformats.org/drawingml/2006/main">
              <a:ext uri="{FF2B5EF4-FFF2-40B4-BE49-F238E27FC236}">
                <a16:creationId xmlns:a16="http://schemas.microsoft.com/office/drawing/2014/main" id="{D52F1D77-0BD9-4870-B757-391DDFB125A4}"/>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30FD8880-95D1-4429-9D36-80E52FA1D063}"/>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sp>
        <p:nvSpPr>
          <p:cNvPr id="4" name="">
            <a:extLst xmlns:a="http://schemas.openxmlformats.org/drawingml/2006/main">
              <a:ext uri="{FF2B5EF4-FFF2-40B4-BE49-F238E27FC236}">
                <a16:creationId xmlns:a16="http://schemas.microsoft.com/office/drawing/2014/main" id="{F19812D8-7B2F-458A-B8AC-C6499A33C1EB}"/>
              </a:ext>
            </a:extLst>
          </p:cNvPr>
          <p:cNvSpPr>
            <a:spLocks xmlns:a="http://schemas.openxmlformats.org/drawingml/2006/main" noGrp="1"/>
          </p:cNvSpPr>
          <p:nvPr/>
        </p:nvSpPr>
        <p:spPr>
          <a:xfrm xmlns:a="http://schemas.openxmlformats.org/drawingml/2006/main">
            <a:off x="809625" y="1666875"/>
            <a:ext cx="10572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単純支持、L=1.20 m、P=400 N。荷重点aをAから0.30 mと0.60 mにした各場合の反力と最大Mを求める。自重を省く。</a:t>
            </a:r>
          </a:p>
        </p:txBody>
      </p:sp>
      <p:sp>
        <p:nvSpPr>
          <p:cNvPr id="5" name="">
            <a:extLst xmlns:a="http://schemas.openxmlformats.org/drawingml/2006/main">
              <a:ext uri="{FF2B5EF4-FFF2-40B4-BE49-F238E27FC236}">
                <a16:creationId xmlns:a16="http://schemas.microsoft.com/office/drawing/2014/main" id="{4A702410-0503-4A74-8FB6-30DBB961C494}"/>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defRPr sz="2025" b="1">
                <a:solidFill>
                  <a:srgbClr val="087E8B"/>
                </a:solidFill>
                <a:latin typeface="Yu Gothic"/>
                <a:ea typeface="Yu Gothic"/>
                <a:cs typeface="Yu Gothic"/>
              </a:defRPr>
            </a:lvl1pPr>
            <a:lvl2pPr>
              <a:defRPr sz="2025" b="1">
                <a:solidFill>
                  <a:srgbClr val="087E8B"/>
                </a:solidFill>
                <a:latin typeface="Yu Gothic"/>
                <a:ea typeface="Yu Gothic"/>
                <a:cs typeface="Yu Gothic"/>
              </a:defRPr>
            </a:lvl2pPr>
            <a:lvl3pPr>
              <a:defRPr sz="2025" b="1">
                <a:solidFill>
                  <a:srgbClr val="087E8B"/>
                </a:solidFill>
                <a:latin typeface="Yu Gothic"/>
                <a:ea typeface="Yu Gothic"/>
                <a:cs typeface="Yu Gothic"/>
              </a:defRPr>
            </a:lvl3pPr>
            <a:lvl4pPr>
              <a:defRPr sz="2025" b="1">
                <a:solidFill>
                  <a:srgbClr val="087E8B"/>
                </a:solidFill>
                <a:latin typeface="Yu Gothic"/>
                <a:ea typeface="Yu Gothic"/>
                <a:cs typeface="Yu Gothic"/>
              </a:defRPr>
            </a:lvl4pPr>
            <a:lvl5pPr>
              <a:defRPr sz="2025" b="1">
                <a:solidFill>
                  <a:srgbClr val="087E8B"/>
                </a:solidFill>
                <a:latin typeface="Yu Gothic"/>
                <a:ea typeface="Yu Gothic"/>
                <a:cs typeface="Yu Gothic"/>
              </a:defRPr>
            </a:lvl5pPr>
            <a:lvl6pPr>
              <a:defRPr sz="2025" b="1">
                <a:solidFill>
                  <a:srgbClr val="087E8B"/>
                </a:solidFill>
                <a:latin typeface="Yu Gothic"/>
                <a:ea typeface="Yu Gothic"/>
                <a:cs typeface="Yu Gothic"/>
              </a:defRPr>
            </a:lvl6pPr>
            <a:lvl7pPr>
              <a:defRPr sz="2025" b="1">
                <a:solidFill>
                  <a:srgbClr val="087E8B"/>
                </a:solidFill>
                <a:latin typeface="Yu Gothic"/>
                <a:ea typeface="Yu Gothic"/>
                <a:cs typeface="Yu Gothic"/>
              </a:defRPr>
            </a:lvl7pPr>
            <a:lvl8pPr>
              <a:defRPr sz="2025" b="1">
                <a:solidFill>
                  <a:srgbClr val="087E8B"/>
                </a:solidFill>
                <a:latin typeface="Yu Gothic"/>
                <a:ea typeface="Yu Gothic"/>
                <a:cs typeface="Yu Gothic"/>
              </a:defRPr>
            </a:lvl8pPr>
            <a:lvl9pPr>
              <a:defRPr sz="2025" b="1">
                <a:solidFill>
                  <a:srgbClr val="087E8B"/>
                </a:solidFill>
                <a:latin typeface="Yu Gothic"/>
                <a:ea typeface="Yu Gothic"/>
                <a:cs typeface="Yu Gothic"/>
              </a:defRPr>
            </a:lvl9pPr>
          </a:lstStyle>
          <a:p xmlns:a="http://schemas.openxmlformats.org/drawingml/2006/main">
            <a:pPr>
              <a:defRPr sz="2025" b="1">
                <a:solidFill>
                  <a:srgbClr val="087E8B"/>
                </a:solidFill>
                <a:latin typeface="Yu Gothic"/>
                <a:ea typeface="Yu Gothic"/>
                <a:cs typeface="Yu Gothic"/>
              </a:defRPr>
            </a:pPr>
            <a:r>
              <a:rPr sz="2025" b="1">
                <a:solidFill>
                  <a:srgbClr val="087E8B"/>
                </a:solidFill>
                <a:latin typeface="Yu Gothic"/>
                <a:ea typeface="Yu Gothic"/>
                <a:cs typeface="Yu Gothic"/>
              </a:rPr>
              <a:t>図・途中式・条件・判断の理由を記録する</a:t>
            </a:r>
          </a:p>
        </p:txBody>
      </p:sp>
      <p:sp>
        <p:nvSpPr>
          <p:cNvPr id="6" name="">
            <a:extLst xmlns:a="http://schemas.openxmlformats.org/drawingml/2006/main">
              <a:ext uri="{FF2B5EF4-FFF2-40B4-BE49-F238E27FC236}">
                <a16:creationId xmlns:a16="http://schemas.microsoft.com/office/drawing/2014/main" id="{A74B18FE-063E-4BDE-AE3D-63259FE5B472}"/>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本講義のオリジナル問題。過去問の転載・出題予測・正式な提出課題とは別。</a:t>
            </a:r>
          </a:p>
        </p:txBody>
      </p:sp>
      <p:sp>
        <p:nvSpPr>
          <p:cNvPr id="7" name="">
            <a:extLst xmlns:a="http://schemas.openxmlformats.org/drawingml/2006/main">
              <a:ext uri="{FF2B5EF4-FFF2-40B4-BE49-F238E27FC236}">
                <a16:creationId xmlns:a16="http://schemas.microsoft.com/office/drawing/2014/main" id="{BC6B083D-F0AC-4A02-BBA6-FA5A6713D90E}"/>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43 / 49</a:t>
            </a:r>
          </a:p>
        </p:txBody>
      </p:sp>
    </p:spTree>
    <p:extLst>
      <p:ext uri="{BB962C8B-B14F-4D97-AF65-F5344CB8AC3E}">
        <p14:creationId xmlns:p14="http://schemas.microsoft.com/office/powerpoint/2010/main" val="444874414"/>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19FF13-7470-44EA-9F84-C1E2C9C0AB99}"/>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接続・想定問題2　解説：荷重点を動かした比較</a:t>
            </a:r>
          </a:p>
        </p:txBody>
      </p:sp>
      <p:sp>
        <p:nvSpPr>
          <p:cNvPr id="2" name="">
            <a:extLst xmlns:a="http://schemas.openxmlformats.org/drawingml/2006/main">
              <a:ext uri="{FF2B5EF4-FFF2-40B4-BE49-F238E27FC236}">
                <a16:creationId xmlns:a16="http://schemas.microsoft.com/office/drawing/2014/main" id="{B49A4C15-6543-490A-9CA3-CE8C6CE85E54}"/>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D16D6983-C9B1-4F57-BFC4-F1145F0A2C81}"/>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sp>
        <p:nvSpPr>
          <p:cNvPr id="4" name="">
            <a:extLst xmlns:a="http://schemas.openxmlformats.org/drawingml/2006/main">
              <a:ext uri="{FF2B5EF4-FFF2-40B4-BE49-F238E27FC236}">
                <a16:creationId xmlns:a16="http://schemas.microsoft.com/office/drawing/2014/main" id="{25B2F89E-6029-4079-ADBF-6D05323273DA}"/>
              </a:ext>
            </a:extLst>
          </p:cNvPr>
          <p:cNvSpPr>
            <a:spLocks xmlns:a="http://schemas.openxmlformats.org/drawingml/2006/main" noGrp="1"/>
          </p:cNvSpPr>
          <p:nvPr/>
        </p:nvSpPr>
        <p:spPr>
          <a:xfrm xmlns:a="http://schemas.openxmlformats.org/drawingml/2006/main">
            <a:off x="809625" y="17145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a=0.30 m：R_A=300 N、R_B=100 N</a:t>
            </a:r>
          </a:p>
        </p:txBody>
      </p:sp>
      <p:sp>
        <p:nvSpPr>
          <p:cNvPr id="5" name="">
            <a:extLst xmlns:a="http://schemas.openxmlformats.org/drawingml/2006/main">
              <a:ext uri="{FF2B5EF4-FFF2-40B4-BE49-F238E27FC236}">
                <a16:creationId xmlns:a16="http://schemas.microsoft.com/office/drawing/2014/main" id="{E4871A18-B11F-4D6C-966A-A0B813ADC18D}"/>
              </a:ext>
            </a:extLst>
          </p:cNvPr>
          <p:cNvSpPr>
            <a:spLocks xmlns:a="http://schemas.openxmlformats.org/drawingml/2006/main" noGrp="1"/>
          </p:cNvSpPr>
          <p:nvPr/>
        </p:nvSpPr>
        <p:spPr>
          <a:xfrm xmlns:a="http://schemas.openxmlformats.org/drawingml/2006/main">
            <a:off x="809625" y="26098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最大M=300×0.30=90 N·m</a:t>
            </a:r>
          </a:p>
        </p:txBody>
      </p:sp>
      <p:sp>
        <p:nvSpPr>
          <p:cNvPr id="6" name="">
            <a:extLst xmlns:a="http://schemas.openxmlformats.org/drawingml/2006/main">
              <a:ext uri="{FF2B5EF4-FFF2-40B4-BE49-F238E27FC236}">
                <a16:creationId xmlns:a16="http://schemas.microsoft.com/office/drawing/2014/main" id="{2F278C7D-EB9E-4A22-A172-3EFADEA1DF9E}"/>
              </a:ext>
            </a:extLst>
          </p:cNvPr>
          <p:cNvSpPr>
            <a:spLocks xmlns:a="http://schemas.openxmlformats.org/drawingml/2006/main" noGrp="1"/>
          </p:cNvSpPr>
          <p:nvPr/>
        </p:nvSpPr>
        <p:spPr>
          <a:xfrm xmlns:a="http://schemas.openxmlformats.org/drawingml/2006/main">
            <a:off x="809625" y="35052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a=0.60 m：反力は各200 N、最大M=120 N·m</a:t>
            </a:r>
          </a:p>
        </p:txBody>
      </p:sp>
      <p:sp>
        <p:nvSpPr>
          <p:cNvPr id="7" name="">
            <a:extLst xmlns:a="http://schemas.openxmlformats.org/drawingml/2006/main">
              <a:ext uri="{FF2B5EF4-FFF2-40B4-BE49-F238E27FC236}">
                <a16:creationId xmlns:a16="http://schemas.microsoft.com/office/drawing/2014/main" id="{C9FB2B9C-69F7-45F9-B3F1-87A430F69310}"/>
              </a:ext>
            </a:extLst>
          </p:cNvPr>
          <p:cNvSpPr>
            <a:spLocks xmlns:a="http://schemas.openxmlformats.org/drawingml/2006/main" noGrp="1"/>
          </p:cNvSpPr>
          <p:nvPr/>
        </p:nvSpPr>
        <p:spPr>
          <a:xfrm xmlns:a="http://schemas.openxmlformats.org/drawingml/2006/main">
            <a:off x="809625" y="44005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荷重位置を含む条件で比較する</a:t>
            </a:r>
          </a:p>
        </p:txBody>
      </p:sp>
      <p:sp>
        <p:nvSpPr>
          <p:cNvPr id="8" name="">
            <a:extLst xmlns:a="http://schemas.openxmlformats.org/drawingml/2006/main">
              <a:ext uri="{FF2B5EF4-FFF2-40B4-BE49-F238E27FC236}">
                <a16:creationId xmlns:a16="http://schemas.microsoft.com/office/drawing/2014/main" id="{F669BB26-D08E-41B8-BBDB-064D3073D13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t>本編の参照スライド：14・28・29</a:t>
            </a:r>
          </a:p>
        </p:txBody>
      </p:sp>
      <p:sp>
        <p:nvSpPr>
          <p:cNvPr id="9" name="">
            <a:extLst xmlns:a="http://schemas.openxmlformats.org/drawingml/2006/main">
              <a:ext uri="{FF2B5EF4-FFF2-40B4-BE49-F238E27FC236}">
                <a16:creationId xmlns:a16="http://schemas.microsoft.com/office/drawing/2014/main" id="{F2E8F747-555B-4D01-AFA1-9FDCC13ED996}"/>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44 / 49</a:t>
            </a:r>
          </a:p>
        </p:txBody>
      </p:sp>
    </p:spTree>
    <p:extLst>
      <p:ext uri="{BB962C8B-B14F-4D97-AF65-F5344CB8AC3E}">
        <p14:creationId xmlns:p14="http://schemas.microsoft.com/office/powerpoint/2010/main" val="572418105"/>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3F4FBA-9E61-498C-A21C-30A1D700311F}"/>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接続・想定問題3　同じ総荷重と、異なる分布</a:t>
            </a:r>
          </a:p>
        </p:txBody>
      </p:sp>
      <p:sp>
        <p:nvSpPr>
          <p:cNvPr id="2" name="">
            <a:extLst xmlns:a="http://schemas.openxmlformats.org/drawingml/2006/main">
              <a:ext uri="{FF2B5EF4-FFF2-40B4-BE49-F238E27FC236}">
                <a16:creationId xmlns:a16="http://schemas.microsoft.com/office/drawing/2014/main" id="{F442D883-9509-4E55-BDC6-C05FE49AD660}"/>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1F02D055-015E-49E7-86BB-1D5AC542F040}"/>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sp>
        <p:nvSpPr>
          <p:cNvPr id="4" name="">
            <a:extLst xmlns:a="http://schemas.openxmlformats.org/drawingml/2006/main">
              <a:ext uri="{FF2B5EF4-FFF2-40B4-BE49-F238E27FC236}">
                <a16:creationId xmlns:a16="http://schemas.microsoft.com/office/drawing/2014/main" id="{F6749B0E-C5BA-48D9-B34B-3746B9973C16}"/>
              </a:ext>
            </a:extLst>
          </p:cNvPr>
          <p:cNvSpPr>
            <a:spLocks xmlns:a="http://schemas.openxmlformats.org/drawingml/2006/main" noGrp="1"/>
          </p:cNvSpPr>
          <p:nvPr/>
        </p:nvSpPr>
        <p:spPr>
          <a:xfrm xmlns:a="http://schemas.openxmlformats.org/drawingml/2006/main">
            <a:off x="809625" y="1666875"/>
            <a:ext cx="10572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L=1.60 m、総荷重320 Nを、①全長への等分布、②中央集中で載せる。反力と最大Mを比較し、合力が同じでも結果が違う理由を説明する。</a:t>
            </a:r>
          </a:p>
        </p:txBody>
      </p:sp>
      <p:sp>
        <p:nvSpPr>
          <p:cNvPr id="5" name="">
            <a:extLst xmlns:a="http://schemas.openxmlformats.org/drawingml/2006/main">
              <a:ext uri="{FF2B5EF4-FFF2-40B4-BE49-F238E27FC236}">
                <a16:creationId xmlns:a16="http://schemas.microsoft.com/office/drawing/2014/main" id="{47F99C9B-2FD2-47A2-A23C-BC88CA348267}"/>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defRPr sz="2025" b="1">
                <a:solidFill>
                  <a:srgbClr val="087E8B"/>
                </a:solidFill>
                <a:latin typeface="Yu Gothic"/>
                <a:ea typeface="Yu Gothic"/>
                <a:cs typeface="Yu Gothic"/>
              </a:defRPr>
            </a:lvl1pPr>
            <a:lvl2pPr>
              <a:defRPr sz="2025" b="1">
                <a:solidFill>
                  <a:srgbClr val="087E8B"/>
                </a:solidFill>
                <a:latin typeface="Yu Gothic"/>
                <a:ea typeface="Yu Gothic"/>
                <a:cs typeface="Yu Gothic"/>
              </a:defRPr>
            </a:lvl2pPr>
            <a:lvl3pPr>
              <a:defRPr sz="2025" b="1">
                <a:solidFill>
                  <a:srgbClr val="087E8B"/>
                </a:solidFill>
                <a:latin typeface="Yu Gothic"/>
                <a:ea typeface="Yu Gothic"/>
                <a:cs typeface="Yu Gothic"/>
              </a:defRPr>
            </a:lvl3pPr>
            <a:lvl4pPr>
              <a:defRPr sz="2025" b="1">
                <a:solidFill>
                  <a:srgbClr val="087E8B"/>
                </a:solidFill>
                <a:latin typeface="Yu Gothic"/>
                <a:ea typeface="Yu Gothic"/>
                <a:cs typeface="Yu Gothic"/>
              </a:defRPr>
            </a:lvl4pPr>
            <a:lvl5pPr>
              <a:defRPr sz="2025" b="1">
                <a:solidFill>
                  <a:srgbClr val="087E8B"/>
                </a:solidFill>
                <a:latin typeface="Yu Gothic"/>
                <a:ea typeface="Yu Gothic"/>
                <a:cs typeface="Yu Gothic"/>
              </a:defRPr>
            </a:lvl5pPr>
            <a:lvl6pPr>
              <a:defRPr sz="2025" b="1">
                <a:solidFill>
                  <a:srgbClr val="087E8B"/>
                </a:solidFill>
                <a:latin typeface="Yu Gothic"/>
                <a:ea typeface="Yu Gothic"/>
                <a:cs typeface="Yu Gothic"/>
              </a:defRPr>
            </a:lvl6pPr>
            <a:lvl7pPr>
              <a:defRPr sz="2025" b="1">
                <a:solidFill>
                  <a:srgbClr val="087E8B"/>
                </a:solidFill>
                <a:latin typeface="Yu Gothic"/>
                <a:ea typeface="Yu Gothic"/>
                <a:cs typeface="Yu Gothic"/>
              </a:defRPr>
            </a:lvl7pPr>
            <a:lvl8pPr>
              <a:defRPr sz="2025" b="1">
                <a:solidFill>
                  <a:srgbClr val="087E8B"/>
                </a:solidFill>
                <a:latin typeface="Yu Gothic"/>
                <a:ea typeface="Yu Gothic"/>
                <a:cs typeface="Yu Gothic"/>
              </a:defRPr>
            </a:lvl8pPr>
            <a:lvl9pPr>
              <a:defRPr sz="2025" b="1">
                <a:solidFill>
                  <a:srgbClr val="087E8B"/>
                </a:solidFill>
                <a:latin typeface="Yu Gothic"/>
                <a:ea typeface="Yu Gothic"/>
                <a:cs typeface="Yu Gothic"/>
              </a:defRPr>
            </a:lvl9pPr>
          </a:lstStyle>
          <a:p xmlns:a="http://schemas.openxmlformats.org/drawingml/2006/main">
            <a:pPr>
              <a:defRPr sz="2025" b="1">
                <a:solidFill>
                  <a:srgbClr val="087E8B"/>
                </a:solidFill>
                <a:latin typeface="Yu Gothic"/>
                <a:ea typeface="Yu Gothic"/>
                <a:cs typeface="Yu Gothic"/>
              </a:defRPr>
            </a:pPr>
            <a:r>
              <a:rPr sz="2025" b="1">
                <a:solidFill>
                  <a:srgbClr val="087E8B"/>
                </a:solidFill>
                <a:latin typeface="Yu Gothic"/>
                <a:ea typeface="Yu Gothic"/>
                <a:cs typeface="Yu Gothic"/>
              </a:rPr>
              <a:t>図・途中式・条件・判断の理由を記録する</a:t>
            </a:r>
          </a:p>
        </p:txBody>
      </p:sp>
      <p:sp>
        <p:nvSpPr>
          <p:cNvPr id="6" name="">
            <a:extLst xmlns:a="http://schemas.openxmlformats.org/drawingml/2006/main">
              <a:ext uri="{FF2B5EF4-FFF2-40B4-BE49-F238E27FC236}">
                <a16:creationId xmlns:a16="http://schemas.microsoft.com/office/drawing/2014/main" id="{803959C3-98DA-4656-9BEE-642F303EEF8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本講義のオリジナル問題。過去問の転載・出題予測・正式な提出課題とは別。</a:t>
            </a:r>
          </a:p>
        </p:txBody>
      </p:sp>
      <p:sp>
        <p:nvSpPr>
          <p:cNvPr id="7" name="">
            <a:extLst xmlns:a="http://schemas.openxmlformats.org/drawingml/2006/main">
              <a:ext uri="{FF2B5EF4-FFF2-40B4-BE49-F238E27FC236}">
                <a16:creationId xmlns:a16="http://schemas.microsoft.com/office/drawing/2014/main" id="{E7E74341-350F-438D-80EB-5C0955FEFBE3}"/>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45 / 49</a:t>
            </a:r>
          </a:p>
        </p:txBody>
      </p:sp>
    </p:spTree>
    <p:extLst>
      <p:ext uri="{BB962C8B-B14F-4D97-AF65-F5344CB8AC3E}">
        <p14:creationId xmlns:p14="http://schemas.microsoft.com/office/powerpoint/2010/main" val="1091298802"/>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A47EFD4-18A6-4099-9D3C-21C40565B2D5}"/>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接続・想定問題3　解説：同じ総荷重と、異なる分布</a:t>
            </a:r>
          </a:p>
        </p:txBody>
      </p:sp>
      <p:sp>
        <p:nvSpPr>
          <p:cNvPr id="2" name="">
            <a:extLst xmlns:a="http://schemas.openxmlformats.org/drawingml/2006/main">
              <a:ext uri="{FF2B5EF4-FFF2-40B4-BE49-F238E27FC236}">
                <a16:creationId xmlns:a16="http://schemas.microsoft.com/office/drawing/2014/main" id="{71709BE0-3B82-4D97-B2A9-080982853F9C}"/>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B4F36E7C-F9EC-4596-AAA6-0E1ADA5F93CA}"/>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sp>
        <p:nvSpPr>
          <p:cNvPr id="4" name="">
            <a:extLst xmlns:a="http://schemas.openxmlformats.org/drawingml/2006/main">
              <a:ext uri="{FF2B5EF4-FFF2-40B4-BE49-F238E27FC236}">
                <a16:creationId xmlns:a16="http://schemas.microsoft.com/office/drawing/2014/main" id="{B641D6EC-D4EA-4225-BAAC-E260634FC7C2}"/>
              </a:ext>
            </a:extLst>
          </p:cNvPr>
          <p:cNvSpPr>
            <a:spLocks xmlns:a="http://schemas.openxmlformats.org/drawingml/2006/main" noGrp="1"/>
          </p:cNvSpPr>
          <p:nvPr/>
        </p:nvSpPr>
        <p:spPr>
          <a:xfrm xmlns:a="http://schemas.openxmlformats.org/drawingml/2006/main">
            <a:off x="809625" y="17145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どちらも反力は各160 N</a:t>
            </a:r>
          </a:p>
        </p:txBody>
      </p:sp>
      <p:sp>
        <p:nvSpPr>
          <p:cNvPr id="5" name="">
            <a:extLst xmlns:a="http://schemas.openxmlformats.org/drawingml/2006/main">
              <a:ext uri="{FF2B5EF4-FFF2-40B4-BE49-F238E27FC236}">
                <a16:creationId xmlns:a16="http://schemas.microsoft.com/office/drawing/2014/main" id="{92F1E754-FD84-4A91-8A90-F78692D17614}"/>
              </a:ext>
            </a:extLst>
          </p:cNvPr>
          <p:cNvSpPr>
            <a:spLocks xmlns:a="http://schemas.openxmlformats.org/drawingml/2006/main" noGrp="1"/>
          </p:cNvSpPr>
          <p:nvPr/>
        </p:nvSpPr>
        <p:spPr>
          <a:xfrm xmlns:a="http://schemas.openxmlformats.org/drawingml/2006/main">
            <a:off x="809625" y="26098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等分布：w=200 N/m、最大M=64 N·m</a:t>
            </a:r>
          </a:p>
        </p:txBody>
      </p:sp>
      <p:sp>
        <p:nvSpPr>
          <p:cNvPr id="6" name="">
            <a:extLst xmlns:a="http://schemas.openxmlformats.org/drawingml/2006/main">
              <a:ext uri="{FF2B5EF4-FFF2-40B4-BE49-F238E27FC236}">
                <a16:creationId xmlns:a16="http://schemas.microsoft.com/office/drawing/2014/main" id="{E16B9BE2-7288-427C-81DA-4994494D9D1D}"/>
              </a:ext>
            </a:extLst>
          </p:cNvPr>
          <p:cNvSpPr>
            <a:spLocks xmlns:a="http://schemas.openxmlformats.org/drawingml/2006/main" noGrp="1"/>
          </p:cNvSpPr>
          <p:nvPr/>
        </p:nvSpPr>
        <p:spPr>
          <a:xfrm xmlns:a="http://schemas.openxmlformats.org/drawingml/2006/main">
            <a:off x="809625" y="35052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中央集中：最大M=128 N·m</a:t>
            </a:r>
          </a:p>
        </p:txBody>
      </p:sp>
      <p:sp>
        <p:nvSpPr>
          <p:cNvPr id="7" name="">
            <a:extLst xmlns:a="http://schemas.openxmlformats.org/drawingml/2006/main">
              <a:ext uri="{FF2B5EF4-FFF2-40B4-BE49-F238E27FC236}">
                <a16:creationId xmlns:a16="http://schemas.microsoft.com/office/drawing/2014/main" id="{84770DE1-B968-45D4-AB88-35F1BE9CBBA6}"/>
              </a:ext>
            </a:extLst>
          </p:cNvPr>
          <p:cNvSpPr>
            <a:spLocks xmlns:a="http://schemas.openxmlformats.org/drawingml/2006/main" noGrp="1"/>
          </p:cNvSpPr>
          <p:nvPr/>
        </p:nvSpPr>
        <p:spPr>
          <a:xfrm xmlns:a="http://schemas.openxmlformats.org/drawingml/2006/main">
            <a:off x="809625" y="44005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切断面の左右に含まれる荷重が異なる</a:t>
            </a:r>
          </a:p>
        </p:txBody>
      </p:sp>
      <p:sp>
        <p:nvSpPr>
          <p:cNvPr id="8" name="">
            <a:extLst xmlns:a="http://schemas.openxmlformats.org/drawingml/2006/main">
              <a:ext uri="{FF2B5EF4-FFF2-40B4-BE49-F238E27FC236}">
                <a16:creationId xmlns:a16="http://schemas.microsoft.com/office/drawing/2014/main" id="{27927972-1785-4BBD-83A7-5624B20C5E40}"/>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t>本編の参照スライド：35・36・38・39</a:t>
            </a:r>
          </a:p>
        </p:txBody>
      </p:sp>
      <p:sp>
        <p:nvSpPr>
          <p:cNvPr id="9" name="">
            <a:extLst xmlns:a="http://schemas.openxmlformats.org/drawingml/2006/main">
              <a:ext uri="{FF2B5EF4-FFF2-40B4-BE49-F238E27FC236}">
                <a16:creationId xmlns:a16="http://schemas.microsoft.com/office/drawing/2014/main" id="{EB569758-1AFC-4F75-BB3E-57E243781EB8}"/>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46 / 49</a:t>
            </a:r>
          </a:p>
        </p:txBody>
      </p:sp>
    </p:spTree>
    <p:extLst>
      <p:ext uri="{BB962C8B-B14F-4D97-AF65-F5344CB8AC3E}">
        <p14:creationId xmlns:p14="http://schemas.microsoft.com/office/powerpoint/2010/main" val="94051678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474B57-CA98-49E4-A2AE-5BFF5449F2AC}"/>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接続・想定問題4　表の最大値と、連続モデルの最大値</a:t>
            </a:r>
          </a:p>
        </p:txBody>
      </p:sp>
      <p:sp>
        <p:nvSpPr>
          <p:cNvPr id="2" name="">
            <a:extLst xmlns:a="http://schemas.openxmlformats.org/drawingml/2006/main">
              <a:ext uri="{FF2B5EF4-FFF2-40B4-BE49-F238E27FC236}">
                <a16:creationId xmlns:a16="http://schemas.microsoft.com/office/drawing/2014/main" id="{C2D3AEF6-FAFB-405F-AE06-1602B410DB8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17A3B13C-F8B1-45B8-BED5-9E8C2DC0A98C}"/>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sp>
        <p:nvSpPr>
          <p:cNvPr id="4" name="">
            <a:extLst xmlns:a="http://schemas.openxmlformats.org/drawingml/2006/main">
              <a:ext uri="{FF2B5EF4-FFF2-40B4-BE49-F238E27FC236}">
                <a16:creationId xmlns:a16="http://schemas.microsoft.com/office/drawing/2014/main" id="{B72F2BB8-EEBC-46D1-B7DA-D5286D215264}"/>
              </a:ext>
            </a:extLst>
          </p:cNvPr>
          <p:cNvSpPr>
            <a:spLocks xmlns:a="http://schemas.openxmlformats.org/drawingml/2006/main" noGrp="1"/>
          </p:cNvSpPr>
          <p:nvPr/>
        </p:nvSpPr>
        <p:spPr>
          <a:xfrm xmlns:a="http://schemas.openxmlformats.org/drawingml/2006/main">
            <a:off x="809625" y="1666875"/>
            <a:ext cx="10572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L=1 m、w=400 N/mの単純支持。x=0,0.2,0.4,0.6,0.8,1.0 mでM=0,32,48,48,32,0 N·m。AIが「最大M=48」とした。表の最大とモデル全体の最大を区別する。</a:t>
            </a:r>
          </a:p>
        </p:txBody>
      </p:sp>
      <p:sp>
        <p:nvSpPr>
          <p:cNvPr id="5" name="">
            <a:extLst xmlns:a="http://schemas.openxmlformats.org/drawingml/2006/main">
              <a:ext uri="{FF2B5EF4-FFF2-40B4-BE49-F238E27FC236}">
                <a16:creationId xmlns:a16="http://schemas.microsoft.com/office/drawing/2014/main" id="{9EE8B15B-FD2A-4B80-BADC-617B78117AA5}"/>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defRPr sz="2025" b="1">
                <a:solidFill>
                  <a:srgbClr val="087E8B"/>
                </a:solidFill>
                <a:latin typeface="Yu Gothic"/>
                <a:ea typeface="Yu Gothic"/>
                <a:cs typeface="Yu Gothic"/>
              </a:defRPr>
            </a:lvl1pPr>
            <a:lvl2pPr>
              <a:defRPr sz="2025" b="1">
                <a:solidFill>
                  <a:srgbClr val="087E8B"/>
                </a:solidFill>
                <a:latin typeface="Yu Gothic"/>
                <a:ea typeface="Yu Gothic"/>
                <a:cs typeface="Yu Gothic"/>
              </a:defRPr>
            </a:lvl2pPr>
            <a:lvl3pPr>
              <a:defRPr sz="2025" b="1">
                <a:solidFill>
                  <a:srgbClr val="087E8B"/>
                </a:solidFill>
                <a:latin typeface="Yu Gothic"/>
                <a:ea typeface="Yu Gothic"/>
                <a:cs typeface="Yu Gothic"/>
              </a:defRPr>
            </a:lvl3pPr>
            <a:lvl4pPr>
              <a:defRPr sz="2025" b="1">
                <a:solidFill>
                  <a:srgbClr val="087E8B"/>
                </a:solidFill>
                <a:latin typeface="Yu Gothic"/>
                <a:ea typeface="Yu Gothic"/>
                <a:cs typeface="Yu Gothic"/>
              </a:defRPr>
            </a:lvl4pPr>
            <a:lvl5pPr>
              <a:defRPr sz="2025" b="1">
                <a:solidFill>
                  <a:srgbClr val="087E8B"/>
                </a:solidFill>
                <a:latin typeface="Yu Gothic"/>
                <a:ea typeface="Yu Gothic"/>
                <a:cs typeface="Yu Gothic"/>
              </a:defRPr>
            </a:lvl5pPr>
            <a:lvl6pPr>
              <a:defRPr sz="2025" b="1">
                <a:solidFill>
                  <a:srgbClr val="087E8B"/>
                </a:solidFill>
                <a:latin typeface="Yu Gothic"/>
                <a:ea typeface="Yu Gothic"/>
                <a:cs typeface="Yu Gothic"/>
              </a:defRPr>
            </a:lvl6pPr>
            <a:lvl7pPr>
              <a:defRPr sz="2025" b="1">
                <a:solidFill>
                  <a:srgbClr val="087E8B"/>
                </a:solidFill>
                <a:latin typeface="Yu Gothic"/>
                <a:ea typeface="Yu Gothic"/>
                <a:cs typeface="Yu Gothic"/>
              </a:defRPr>
            </a:lvl7pPr>
            <a:lvl8pPr>
              <a:defRPr sz="2025" b="1">
                <a:solidFill>
                  <a:srgbClr val="087E8B"/>
                </a:solidFill>
                <a:latin typeface="Yu Gothic"/>
                <a:ea typeface="Yu Gothic"/>
                <a:cs typeface="Yu Gothic"/>
              </a:defRPr>
            </a:lvl8pPr>
            <a:lvl9pPr>
              <a:defRPr sz="2025" b="1">
                <a:solidFill>
                  <a:srgbClr val="087E8B"/>
                </a:solidFill>
                <a:latin typeface="Yu Gothic"/>
                <a:ea typeface="Yu Gothic"/>
                <a:cs typeface="Yu Gothic"/>
              </a:defRPr>
            </a:lvl9pPr>
          </a:lstStyle>
          <a:p xmlns:a="http://schemas.openxmlformats.org/drawingml/2006/main">
            <a:pPr>
              <a:defRPr sz="2025" b="1">
                <a:solidFill>
                  <a:srgbClr val="087E8B"/>
                </a:solidFill>
                <a:latin typeface="Yu Gothic"/>
                <a:ea typeface="Yu Gothic"/>
                <a:cs typeface="Yu Gothic"/>
              </a:defRPr>
            </a:pPr>
            <a:r>
              <a:rPr sz="2025" b="1">
                <a:solidFill>
                  <a:srgbClr val="087E8B"/>
                </a:solidFill>
                <a:latin typeface="Yu Gothic"/>
                <a:ea typeface="Yu Gothic"/>
                <a:cs typeface="Yu Gothic"/>
              </a:rPr>
              <a:t>図・途中式・条件・判断の理由を記録する</a:t>
            </a:r>
          </a:p>
        </p:txBody>
      </p:sp>
      <p:sp>
        <p:nvSpPr>
          <p:cNvPr id="6" name="">
            <a:extLst xmlns:a="http://schemas.openxmlformats.org/drawingml/2006/main">
              <a:ext uri="{FF2B5EF4-FFF2-40B4-BE49-F238E27FC236}">
                <a16:creationId xmlns:a16="http://schemas.microsoft.com/office/drawing/2014/main" id="{6230D9BF-C1F6-4E97-9319-D7998127CC0D}"/>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本講義のオリジナル問題。過去問の転載・出題予測・正式な提出課題とは別。</a:t>
            </a:r>
          </a:p>
        </p:txBody>
      </p:sp>
      <p:sp>
        <p:nvSpPr>
          <p:cNvPr id="7" name="">
            <a:extLst xmlns:a="http://schemas.openxmlformats.org/drawingml/2006/main">
              <a:ext uri="{FF2B5EF4-FFF2-40B4-BE49-F238E27FC236}">
                <a16:creationId xmlns:a16="http://schemas.microsoft.com/office/drawing/2014/main" id="{2616F15B-85CB-4A8C-ABD1-4FB8C91C83D3}"/>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47 / 49</a:t>
            </a:r>
          </a:p>
        </p:txBody>
      </p:sp>
    </p:spTree>
    <p:extLst>
      <p:ext uri="{BB962C8B-B14F-4D97-AF65-F5344CB8AC3E}">
        <p14:creationId xmlns:p14="http://schemas.microsoft.com/office/powerpoint/2010/main" val="136109282"/>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8A8FBA7-FB9F-479E-BEBF-323098D3BAB8}"/>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接続・想定問題4　解説：表の最大値と、連続モデルの最大値</a:t>
            </a:r>
          </a:p>
        </p:txBody>
      </p:sp>
      <p:sp>
        <p:nvSpPr>
          <p:cNvPr id="2" name="">
            <a:extLst xmlns:a="http://schemas.openxmlformats.org/drawingml/2006/main">
              <a:ext uri="{FF2B5EF4-FFF2-40B4-BE49-F238E27FC236}">
                <a16:creationId xmlns:a16="http://schemas.microsoft.com/office/drawing/2014/main" id="{2D715BEF-F5A8-4C98-BB57-B0ECB3DD4294}"/>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F75F9055-90E1-4D7F-BD20-0D5B144CE11E}"/>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sp>
        <p:nvSpPr>
          <p:cNvPr id="4" name="">
            <a:extLst xmlns:a="http://schemas.openxmlformats.org/drawingml/2006/main">
              <a:ext uri="{FF2B5EF4-FFF2-40B4-BE49-F238E27FC236}">
                <a16:creationId xmlns:a16="http://schemas.microsoft.com/office/drawing/2014/main" id="{B68EBF0C-CBD3-4703-B80B-0D6016BA626A}"/>
              </a:ext>
            </a:extLst>
          </p:cNvPr>
          <p:cNvSpPr>
            <a:spLocks xmlns:a="http://schemas.openxmlformats.org/drawingml/2006/main" noGrp="1"/>
          </p:cNvSpPr>
          <p:nvPr/>
        </p:nvSpPr>
        <p:spPr>
          <a:xfrm xmlns:a="http://schemas.openxmlformats.org/drawingml/2006/main">
            <a:off x="809625" y="17145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表に含まれる最大値は48 N·m</a:t>
            </a:r>
          </a:p>
        </p:txBody>
      </p:sp>
      <p:sp>
        <p:nvSpPr>
          <p:cNvPr id="5" name="">
            <a:extLst xmlns:a="http://schemas.openxmlformats.org/drawingml/2006/main">
              <a:ext uri="{FF2B5EF4-FFF2-40B4-BE49-F238E27FC236}">
                <a16:creationId xmlns:a16="http://schemas.microsoft.com/office/drawing/2014/main" id="{0413FD93-3287-44E3-BFAD-70FBD8FBAF39}"/>
              </a:ext>
            </a:extLst>
          </p:cNvPr>
          <p:cNvSpPr>
            <a:spLocks xmlns:a="http://schemas.openxmlformats.org/drawingml/2006/main" noGrp="1"/>
          </p:cNvSpPr>
          <p:nvPr/>
        </p:nvSpPr>
        <p:spPr>
          <a:xfrm xmlns:a="http://schemas.openxmlformats.org/drawingml/2006/main">
            <a:off x="809625" y="26098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連続モデルでは V=200−400x</a:t>
            </a:r>
          </a:p>
        </p:txBody>
      </p:sp>
      <p:sp>
        <p:nvSpPr>
          <p:cNvPr id="6" name="">
            <a:extLst xmlns:a="http://schemas.openxmlformats.org/drawingml/2006/main">
              <a:ext uri="{FF2B5EF4-FFF2-40B4-BE49-F238E27FC236}">
                <a16:creationId xmlns:a16="http://schemas.microsoft.com/office/drawing/2014/main" id="{38030EE5-192C-4317-9BFE-96482203492D}"/>
              </a:ext>
            </a:extLst>
          </p:cNvPr>
          <p:cNvSpPr>
            <a:spLocks xmlns:a="http://schemas.openxmlformats.org/drawingml/2006/main" noGrp="1"/>
          </p:cNvSpPr>
          <p:nvPr/>
        </p:nvSpPr>
        <p:spPr>
          <a:xfrm xmlns:a="http://schemas.openxmlformats.org/drawingml/2006/main">
            <a:off x="809625" y="35052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V=0のx=0.50 mでM=50 N·m</a:t>
            </a:r>
          </a:p>
        </p:txBody>
      </p:sp>
      <p:sp>
        <p:nvSpPr>
          <p:cNvPr id="7" name="">
            <a:extLst xmlns:a="http://schemas.openxmlformats.org/drawingml/2006/main">
              <a:ext uri="{FF2B5EF4-FFF2-40B4-BE49-F238E27FC236}">
                <a16:creationId xmlns:a16="http://schemas.microsoft.com/office/drawing/2014/main" id="{F6417C37-9E49-4C62-A25F-F3D8B69DD586}"/>
              </a:ext>
            </a:extLst>
          </p:cNvPr>
          <p:cNvSpPr>
            <a:spLocks xmlns:a="http://schemas.openxmlformats.org/drawingml/2006/main" noGrp="1"/>
          </p:cNvSpPr>
          <p:nvPr/>
        </p:nvSpPr>
        <p:spPr>
          <a:xfrm xmlns:a="http://schemas.openxmlformats.org/drawingml/2006/main">
            <a:off x="809625" y="44005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点の間隔と、求める量の範囲を確認する</a:t>
            </a:r>
          </a:p>
        </p:txBody>
      </p:sp>
      <p:sp>
        <p:nvSpPr>
          <p:cNvPr id="8" name="">
            <a:extLst xmlns:a="http://schemas.openxmlformats.org/drawingml/2006/main">
              <a:ext uri="{FF2B5EF4-FFF2-40B4-BE49-F238E27FC236}">
                <a16:creationId xmlns:a16="http://schemas.microsoft.com/office/drawing/2014/main" id="{7AF083B7-3F62-400D-AD38-8B227D66DD4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t>本編の参照スライド：26・35・36・39</a:t>
            </a:r>
          </a:p>
        </p:txBody>
      </p:sp>
      <p:sp>
        <p:nvSpPr>
          <p:cNvPr id="9" name="">
            <a:extLst xmlns:a="http://schemas.openxmlformats.org/drawingml/2006/main">
              <a:ext uri="{FF2B5EF4-FFF2-40B4-BE49-F238E27FC236}">
                <a16:creationId xmlns:a16="http://schemas.microsoft.com/office/drawing/2014/main" id="{12DE62E7-AEEC-4958-B7DB-16295FE6486B}"/>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48 / 49</a:t>
            </a:r>
          </a:p>
        </p:txBody>
      </p:sp>
    </p:spTree>
    <p:extLst>
      <p:ext uri="{BB962C8B-B14F-4D97-AF65-F5344CB8AC3E}">
        <p14:creationId xmlns:p14="http://schemas.microsoft.com/office/powerpoint/2010/main" val="122395569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42832F-9400-4F29-ABC7-B2B9033DC70A}"/>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出口確認：対象と条件を説明する</a:t>
            </a:r>
          </a:p>
        </p:txBody>
      </p:sp>
      <p:sp>
        <p:nvSpPr>
          <p:cNvPr id="2" name="">
            <a:extLst xmlns:a="http://schemas.openxmlformats.org/drawingml/2006/main">
              <a:ext uri="{FF2B5EF4-FFF2-40B4-BE49-F238E27FC236}">
                <a16:creationId xmlns:a16="http://schemas.microsoft.com/office/drawing/2014/main" id="{A5C0C666-E534-49E3-8197-832C347D3D72}"/>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10519ACB-5E24-450C-9AE9-97913331D2CF}"/>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43845"/>
                </a:solidFill>
                <a:latin typeface="Yu Gothic"/>
                <a:ea typeface="Yu Gothic"/>
                <a:cs typeface="Yu Gothic"/>
              </a:defRPr>
            </a:defPPr>
            <a:lvl1pPr>
              <a:buNone/>
              <a:defRPr sz="2325" b="1">
                <a:solidFill>
                  <a:srgbClr val="243845"/>
                </a:solidFill>
                <a:latin typeface="Yu Gothic"/>
                <a:ea typeface="Yu Gothic"/>
                <a:cs typeface="Yu Gothic"/>
              </a:defRPr>
            </a:lvl1pPr>
            <a:lvl2pPr>
              <a:buNone/>
              <a:defRPr sz="2325" b="1">
                <a:solidFill>
                  <a:srgbClr val="243845"/>
                </a:solidFill>
                <a:latin typeface="Yu Gothic"/>
                <a:ea typeface="Yu Gothic"/>
                <a:cs typeface="Yu Gothic"/>
              </a:defRPr>
            </a:lvl2pPr>
            <a:lvl3pPr>
              <a:buNone/>
              <a:defRPr sz="2325" b="1">
                <a:solidFill>
                  <a:srgbClr val="243845"/>
                </a:solidFill>
                <a:latin typeface="Yu Gothic"/>
                <a:ea typeface="Yu Gothic"/>
                <a:cs typeface="Yu Gothic"/>
              </a:defRPr>
            </a:lvl3pPr>
            <a:lvl4pPr>
              <a:buNone/>
              <a:defRPr sz="2325" b="1">
                <a:solidFill>
                  <a:srgbClr val="243845"/>
                </a:solidFill>
                <a:latin typeface="Yu Gothic"/>
                <a:ea typeface="Yu Gothic"/>
                <a:cs typeface="Yu Gothic"/>
              </a:defRPr>
            </a:lvl4pPr>
            <a:lvl5pPr>
              <a:buNone/>
              <a:defRPr sz="2325" b="1">
                <a:solidFill>
                  <a:srgbClr val="243845"/>
                </a:solidFill>
                <a:latin typeface="Yu Gothic"/>
                <a:ea typeface="Yu Gothic"/>
                <a:cs typeface="Yu Gothic"/>
              </a:defRPr>
            </a:lvl5pPr>
            <a:lvl6pPr>
              <a:buNone/>
              <a:defRPr sz="2325" b="1">
                <a:solidFill>
                  <a:srgbClr val="243845"/>
                </a:solidFill>
                <a:latin typeface="Yu Gothic"/>
                <a:ea typeface="Yu Gothic"/>
                <a:cs typeface="Yu Gothic"/>
              </a:defRPr>
            </a:lvl6pPr>
            <a:lvl7pPr>
              <a:buNone/>
              <a:defRPr sz="2325" b="1">
                <a:solidFill>
                  <a:srgbClr val="243845"/>
                </a:solidFill>
                <a:latin typeface="Yu Gothic"/>
                <a:ea typeface="Yu Gothic"/>
                <a:cs typeface="Yu Gothic"/>
              </a:defRPr>
            </a:lvl7pPr>
            <a:lvl8pPr>
              <a:buNone/>
              <a:defRPr sz="2325" b="1">
                <a:solidFill>
                  <a:srgbClr val="243845"/>
                </a:solidFill>
                <a:latin typeface="Yu Gothic"/>
                <a:ea typeface="Yu Gothic"/>
                <a:cs typeface="Yu Gothic"/>
              </a:defRPr>
            </a:lvl8pPr>
            <a:lvl9pPr>
              <a:buNone/>
              <a:defRPr sz="2325" b="1">
                <a:solidFill>
                  <a:srgbClr val="243845"/>
                </a:solidFill>
                <a:latin typeface="Yu Gothic"/>
                <a:ea typeface="Yu Gothic"/>
                <a:cs typeface="Yu Gothic"/>
              </a:defRPr>
            </a:lvl9pPr>
          </a:lstStyle>
          <a:p xmlns:a="http://schemas.openxmlformats.org/drawingml/2006/main">
            <a:pPr>
              <a:buNone/>
              <a:defRPr sz="2325" b="1">
                <a:solidFill>
                  <a:srgbClr val="243845"/>
                </a:solidFill>
                <a:latin typeface="Yu Gothic"/>
                <a:ea typeface="Yu Gothic"/>
                <a:cs typeface="Yu Gothic"/>
              </a:defRPr>
            </a:pPr>
            <a:r>
              <a:rPr sz="2325" b="1">
                <a:solidFill>
                  <a:srgbClr val="243845"/>
                </a:solidFill>
                <a:latin typeface="Yu Gothic"/>
                <a:ea typeface="Yu Gothic"/>
                <a:cs typeface="Yu Gothic"/>
              </a:rPr>
              <a:t>反力と内力を区別する</a:t>
            </a:r>
          </a:p>
        </p:txBody>
      </p:sp>
      <p:sp>
        <p:nvSpPr>
          <p:cNvPr id="4" name="">
            <a:extLst xmlns:a="http://schemas.openxmlformats.org/drawingml/2006/main">
              <a:ext uri="{FF2B5EF4-FFF2-40B4-BE49-F238E27FC236}">
                <a16:creationId xmlns:a16="http://schemas.microsoft.com/office/drawing/2014/main" id="{438BFEDA-378F-41F0-8EC0-DD9EF61D1796}"/>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荷重点の左右で式が変わる理由</a:t>
            </a:r>
          </a:p>
        </p:txBody>
      </p:sp>
      <p:sp>
        <p:nvSpPr>
          <p:cNvPr id="5" name="">
            <a:extLst xmlns:a="http://schemas.openxmlformats.org/drawingml/2006/main">
              <a:ext uri="{FF2B5EF4-FFF2-40B4-BE49-F238E27FC236}">
                <a16:creationId xmlns:a16="http://schemas.microsoft.com/office/drawing/2014/main" id="{7C65B324-634E-470E-8648-045DD7A3027F}"/>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分布荷重の全体と部分を区別する</a:t>
            </a:r>
          </a:p>
        </p:txBody>
      </p:sp>
      <p:sp>
        <p:nvSpPr>
          <p:cNvPr id="6" name="">
            <a:extLst xmlns:a="http://schemas.openxmlformats.org/drawingml/2006/main">
              <a:ext uri="{FF2B5EF4-FFF2-40B4-BE49-F238E27FC236}">
                <a16:creationId xmlns:a16="http://schemas.microsoft.com/office/drawing/2014/main" id="{406CFADC-F89D-4238-BDE4-409EE26A70B8}"/>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120秒／必要に応じて一時停止</a:t>
            </a:r>
          </a:p>
        </p:txBody>
      </p:sp>
      <p:sp>
        <p:nvSpPr>
          <p:cNvPr id="7" name="">
            <a:extLst xmlns:a="http://schemas.openxmlformats.org/drawingml/2006/main">
              <a:ext uri="{FF2B5EF4-FFF2-40B4-BE49-F238E27FC236}">
                <a16:creationId xmlns:a16="http://schemas.microsoft.com/office/drawing/2014/main" id="{04E92DD5-4FD4-4DF2-8CA6-5A3384B217A4}"/>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第3回</a:t>
            </a:r>
          </a:p>
        </p:txBody>
      </p:sp>
      <p:sp>
        <p:nvSpPr>
          <p:cNvPr id="8" name="">
            <a:extLst xmlns:a="http://schemas.openxmlformats.org/drawingml/2006/main">
              <a:ext uri="{FF2B5EF4-FFF2-40B4-BE49-F238E27FC236}">
                <a16:creationId xmlns:a16="http://schemas.microsoft.com/office/drawing/2014/main" id="{308AD912-FFCF-4471-B57D-22CBBC2C7A3C}"/>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49 / 49</a:t>
            </a:r>
          </a:p>
        </p:txBody>
      </p:sp>
    </p:spTree>
    <p:extLst>
      <p:ext uri="{BB962C8B-B14F-4D97-AF65-F5344CB8AC3E}">
        <p14:creationId xmlns:p14="http://schemas.microsoft.com/office/powerpoint/2010/main" val="19709718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2026-10-29T00:17:06.2030000Z</dcterms:created>
  <dcterms:modified xsi:type="dcterms:W3CDTF">2026-10-29T00:17:06.2030000Z</dcterms:modified>
</coreProperties>
</file>