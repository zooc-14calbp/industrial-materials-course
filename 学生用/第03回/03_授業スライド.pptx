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1.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3.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36.xml" ContentType="application/vnd.openxmlformats-officedocument.presentationml.notesSlide+xml"/>
  <Override PartName="/ppt/slides/slide37.xml" ContentType="application/vnd.openxmlformats-officedocument.presentationml.slide+xml"/>
  <Override PartName="/ppt/slides/charts/chart6.xml" ContentType="application/vnd.openxmlformats-officedocument.drawingml.chart+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slides/charts/chart7.xml" ContentType="application/vnd.openxmlformats-officedocument.drawingml.chart+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9e59e160f59439f" /><Relationship Type="http://schemas.openxmlformats.org/officeDocument/2006/relationships/extended-properties" Target="/docProps/app.xml" Id="R419a12e691c14f7d" /><Relationship Type="http://schemas.openxmlformats.org/officeDocument/2006/relationships/officeDocument" Target="/ppt/presentation.xml" Id="Rc08e60c23b884d0d" /></Relationships>
</file>

<file path=ppt/presentation.xml><?xml version="1.0" encoding="utf-8"?>
<p:presentation xmlns:p="http://schemas.openxmlformats.org/presentationml/2006/main">
  <p:sldMasterIdLst>
    <p:sldMasterId xmlns:r="http://schemas.openxmlformats.org/officeDocument/2006/relationships" id="2147483648" r:id="R289727db417647dc"/>
  </p:sldMasterIdLst>
  <p:notesMasterIdLst>
    <p:notesMasterId xmlns:r="http://schemas.openxmlformats.org/officeDocument/2006/relationships" r:id="R785ca54d794741c1"/>
  </p:notesMasterIdLst>
  <p:sldIdLst>
    <p:sldId xmlns:r="http://schemas.openxmlformats.org/officeDocument/2006/relationships" id="256" r:id="Rfde261d90bd44de6"/>
    <p:sldId xmlns:r="http://schemas.openxmlformats.org/officeDocument/2006/relationships" id="257" r:id="R339d0c04c74a48b7"/>
    <p:sldId xmlns:r="http://schemas.openxmlformats.org/officeDocument/2006/relationships" id="258" r:id="Rcc87aaa0c8524d9a"/>
    <p:sldId xmlns:r="http://schemas.openxmlformats.org/officeDocument/2006/relationships" id="259" r:id="Rdb014bd824d44561"/>
    <p:sldId xmlns:r="http://schemas.openxmlformats.org/officeDocument/2006/relationships" id="260" r:id="R060e6b035b1e48ab"/>
    <p:sldId xmlns:r="http://schemas.openxmlformats.org/officeDocument/2006/relationships" id="261" r:id="Rf8e918d1042d4457"/>
    <p:sldId xmlns:r="http://schemas.openxmlformats.org/officeDocument/2006/relationships" id="262" r:id="Rda928e9fe98b4797"/>
    <p:sldId xmlns:r="http://schemas.openxmlformats.org/officeDocument/2006/relationships" id="263" r:id="R1bc186c19c0b4021"/>
    <p:sldId xmlns:r="http://schemas.openxmlformats.org/officeDocument/2006/relationships" id="264" r:id="Re8671bd7bce34cfe"/>
    <p:sldId xmlns:r="http://schemas.openxmlformats.org/officeDocument/2006/relationships" id="265" r:id="R9e7f32f33c814a7c"/>
    <p:sldId xmlns:r="http://schemas.openxmlformats.org/officeDocument/2006/relationships" id="266" r:id="R964e3df288734d44"/>
    <p:sldId xmlns:r="http://schemas.openxmlformats.org/officeDocument/2006/relationships" id="267" r:id="R176069b29c7b44b4"/>
    <p:sldId xmlns:r="http://schemas.openxmlformats.org/officeDocument/2006/relationships" id="268" r:id="R77e2a7e9fead4adb"/>
    <p:sldId xmlns:r="http://schemas.openxmlformats.org/officeDocument/2006/relationships" id="269" r:id="R0083df97b83441f3"/>
    <p:sldId xmlns:r="http://schemas.openxmlformats.org/officeDocument/2006/relationships" id="270" r:id="Re36c070b3d874850"/>
    <p:sldId xmlns:r="http://schemas.openxmlformats.org/officeDocument/2006/relationships" id="271" r:id="Rac0fcd9e93254c80"/>
    <p:sldId xmlns:r="http://schemas.openxmlformats.org/officeDocument/2006/relationships" id="272" r:id="Rfb6a66f6646f44d9"/>
    <p:sldId xmlns:r="http://schemas.openxmlformats.org/officeDocument/2006/relationships" id="273" r:id="R335dcdff43ec4e5a"/>
    <p:sldId xmlns:r="http://schemas.openxmlformats.org/officeDocument/2006/relationships" id="274" r:id="R90ea20e5d5c549d9"/>
    <p:sldId xmlns:r="http://schemas.openxmlformats.org/officeDocument/2006/relationships" id="275" r:id="Rbc37d8accac64361"/>
    <p:sldId xmlns:r="http://schemas.openxmlformats.org/officeDocument/2006/relationships" id="276" r:id="Rbca3ac5b2ca2434e"/>
    <p:sldId xmlns:r="http://schemas.openxmlformats.org/officeDocument/2006/relationships" id="277" r:id="R9373bcc55e7945ff"/>
    <p:sldId xmlns:r="http://schemas.openxmlformats.org/officeDocument/2006/relationships" id="278" r:id="R74200d5263bb4d48"/>
    <p:sldId xmlns:r="http://schemas.openxmlformats.org/officeDocument/2006/relationships" id="279" r:id="R32bfc368edfc426e"/>
    <p:sldId xmlns:r="http://schemas.openxmlformats.org/officeDocument/2006/relationships" id="280" r:id="R8fadad6c6d8843ff"/>
    <p:sldId xmlns:r="http://schemas.openxmlformats.org/officeDocument/2006/relationships" id="281" r:id="Rf184b19f934b4ee6"/>
    <p:sldId xmlns:r="http://schemas.openxmlformats.org/officeDocument/2006/relationships" id="282" r:id="R8a1ed703231f47f7"/>
    <p:sldId xmlns:r="http://schemas.openxmlformats.org/officeDocument/2006/relationships" id="283" r:id="R2fe5db0f2b6a415a"/>
    <p:sldId xmlns:r="http://schemas.openxmlformats.org/officeDocument/2006/relationships" id="284" r:id="R6ad8bf50a92b40fd"/>
    <p:sldId xmlns:r="http://schemas.openxmlformats.org/officeDocument/2006/relationships" id="285" r:id="Rb4525f3cd5864adb"/>
    <p:sldId xmlns:r="http://schemas.openxmlformats.org/officeDocument/2006/relationships" id="286" r:id="R8c7827bc9a444960"/>
    <p:sldId xmlns:r="http://schemas.openxmlformats.org/officeDocument/2006/relationships" id="287" r:id="Rffe7a78e41874596"/>
    <p:sldId xmlns:r="http://schemas.openxmlformats.org/officeDocument/2006/relationships" id="288" r:id="R7893771aef11471b"/>
    <p:sldId xmlns:r="http://schemas.openxmlformats.org/officeDocument/2006/relationships" id="289" r:id="Ra79331a64cba4132"/>
    <p:sldId xmlns:r="http://schemas.openxmlformats.org/officeDocument/2006/relationships" id="290" r:id="R509618c3b3a142a2"/>
    <p:sldId xmlns:r="http://schemas.openxmlformats.org/officeDocument/2006/relationships" id="291" r:id="R3a78cd6fd4624e03"/>
    <p:sldId xmlns:r="http://schemas.openxmlformats.org/officeDocument/2006/relationships" id="292" r:id="R04fbda5a8b5e4742"/>
    <p:sldId xmlns:r="http://schemas.openxmlformats.org/officeDocument/2006/relationships" id="293" r:id="R4509317cc6b44241"/>
    <p:sldId xmlns:r="http://schemas.openxmlformats.org/officeDocument/2006/relationships" id="294" r:id="Rf2a16f4d40d543ad"/>
    <p:sldId xmlns:r="http://schemas.openxmlformats.org/officeDocument/2006/relationships" id="295" r:id="Rc9c9b4a4e9a24ca1"/>
    <p:sldId xmlns:r="http://schemas.openxmlformats.org/officeDocument/2006/relationships" id="296" r:id="R6bd3e80004634714"/>
    <p:sldId xmlns:r="http://schemas.openxmlformats.org/officeDocument/2006/relationships" id="297" r:id="Rfd018f3828c140e5"/>
    <p:sldId xmlns:r="http://schemas.openxmlformats.org/officeDocument/2006/relationships" id="298" r:id="Rc5509ffb91a44f3e"/>
    <p:sldId xmlns:r="http://schemas.openxmlformats.org/officeDocument/2006/relationships" id="299" r:id="R4007676ee45046b0"/>
    <p:sldId xmlns:r="http://schemas.openxmlformats.org/officeDocument/2006/relationships" id="300" r:id="Ra8910eb550184d47"/>
    <p:sldId xmlns:r="http://schemas.openxmlformats.org/officeDocument/2006/relationships" id="301" r:id="R015bb5cfc35f40d5"/>
    <p:sldId xmlns:r="http://schemas.openxmlformats.org/officeDocument/2006/relationships" id="302" r:id="R9c2a8fa4864c48bb"/>
    <p:sldId xmlns:r="http://schemas.openxmlformats.org/officeDocument/2006/relationships" id="303" r:id="R24439b4cc6c14205"/>
    <p:sldId xmlns:r="http://schemas.openxmlformats.org/officeDocument/2006/relationships" id="304" r:id="R67bb975e1216491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2e2df100e046ab" /><Relationship Type="http://schemas.openxmlformats.org/officeDocument/2006/relationships/slideMaster" Target="/ppt/slideMasters/slideMaster1.xml" Id="R289727db417647dc" /><Relationship Type="http://schemas.openxmlformats.org/officeDocument/2006/relationships/notesMaster" Target="/ppt/notesMasters/notesMaster1.xml" Id="R785ca54d794741c1" /><Relationship Type="http://schemas.openxmlformats.org/officeDocument/2006/relationships/presProps" Target="/ppt/presProps.xml" Id="R4de4117cad384776" /><Relationship Type="http://schemas.openxmlformats.org/officeDocument/2006/relationships/tableStyles" Target="/ppt/tableStyles.xml" Id="R9d8bf73a4ea54ac9" /><Relationship Type="http://schemas.openxmlformats.org/officeDocument/2006/relationships/slide" Target="/ppt/slides/slide1.xml" Id="Rfde261d90bd44de6" /><Relationship Type="http://schemas.openxmlformats.org/officeDocument/2006/relationships/slide" Target="/ppt/slides/slide2.xml" Id="R339d0c04c74a48b7" /><Relationship Type="http://schemas.openxmlformats.org/officeDocument/2006/relationships/slide" Target="/ppt/slides/slide3.xml" Id="Rcc87aaa0c8524d9a" /><Relationship Type="http://schemas.openxmlformats.org/officeDocument/2006/relationships/slide" Target="/ppt/slides/slide4.xml" Id="Rdb014bd824d44561" /><Relationship Type="http://schemas.openxmlformats.org/officeDocument/2006/relationships/slide" Target="/ppt/slides/slide5.xml" Id="R060e6b035b1e48ab" /><Relationship Type="http://schemas.openxmlformats.org/officeDocument/2006/relationships/slide" Target="/ppt/slides/slide6.xml" Id="Rf8e918d1042d4457" /><Relationship Type="http://schemas.openxmlformats.org/officeDocument/2006/relationships/slide" Target="/ppt/slides/slide7.xml" Id="Rda928e9fe98b4797" /><Relationship Type="http://schemas.openxmlformats.org/officeDocument/2006/relationships/slide" Target="/ppt/slides/slide8.xml" Id="R1bc186c19c0b4021" /><Relationship Type="http://schemas.openxmlformats.org/officeDocument/2006/relationships/slide" Target="/ppt/slides/slide9.xml" Id="Re8671bd7bce34cfe" /><Relationship Type="http://schemas.openxmlformats.org/officeDocument/2006/relationships/slide" Target="/ppt/slides/slide10.xml" Id="R9e7f32f33c814a7c" /><Relationship Type="http://schemas.openxmlformats.org/officeDocument/2006/relationships/slide" Target="/ppt/slides/slide11.xml" Id="R964e3df288734d44" /><Relationship Type="http://schemas.openxmlformats.org/officeDocument/2006/relationships/slide" Target="/ppt/slides/slide12.xml" Id="R176069b29c7b44b4" /><Relationship Type="http://schemas.openxmlformats.org/officeDocument/2006/relationships/slide" Target="/ppt/slides/slide13.xml" Id="R77e2a7e9fead4adb" /><Relationship Type="http://schemas.openxmlformats.org/officeDocument/2006/relationships/slide" Target="/ppt/slides/slide14.xml" Id="R0083df97b83441f3" /><Relationship Type="http://schemas.openxmlformats.org/officeDocument/2006/relationships/slide" Target="/ppt/slides/slide15.xml" Id="Re36c070b3d874850" /><Relationship Type="http://schemas.openxmlformats.org/officeDocument/2006/relationships/slide" Target="/ppt/slides/slide16.xml" Id="Rac0fcd9e93254c80" /><Relationship Type="http://schemas.openxmlformats.org/officeDocument/2006/relationships/slide" Target="/ppt/slides/slide17.xml" Id="Rfb6a66f6646f44d9" /><Relationship Type="http://schemas.openxmlformats.org/officeDocument/2006/relationships/slide" Target="/ppt/slides/slide18.xml" Id="R335dcdff43ec4e5a" /><Relationship Type="http://schemas.openxmlformats.org/officeDocument/2006/relationships/slide" Target="/ppt/slides/slide19.xml" Id="R90ea20e5d5c549d9" /><Relationship Type="http://schemas.openxmlformats.org/officeDocument/2006/relationships/slide" Target="/ppt/slides/slide20.xml" Id="Rbc37d8accac64361" /><Relationship Type="http://schemas.openxmlformats.org/officeDocument/2006/relationships/slide" Target="/ppt/slides/slide21.xml" Id="Rbca3ac5b2ca2434e" /><Relationship Type="http://schemas.openxmlformats.org/officeDocument/2006/relationships/slide" Target="/ppt/slides/slide22.xml" Id="R9373bcc55e7945ff" /><Relationship Type="http://schemas.openxmlformats.org/officeDocument/2006/relationships/slide" Target="/ppt/slides/slide23.xml" Id="R74200d5263bb4d48" /><Relationship Type="http://schemas.openxmlformats.org/officeDocument/2006/relationships/slide" Target="/ppt/slides/slide24.xml" Id="R32bfc368edfc426e" /><Relationship Type="http://schemas.openxmlformats.org/officeDocument/2006/relationships/slide" Target="/ppt/slides/slide25.xml" Id="R8fadad6c6d8843ff" /><Relationship Type="http://schemas.openxmlformats.org/officeDocument/2006/relationships/slide" Target="/ppt/slides/slide26.xml" Id="Rf184b19f934b4ee6" /><Relationship Type="http://schemas.openxmlformats.org/officeDocument/2006/relationships/slide" Target="/ppt/slides/slide27.xml" Id="R8a1ed703231f47f7" /><Relationship Type="http://schemas.openxmlformats.org/officeDocument/2006/relationships/slide" Target="/ppt/slides/slide28.xml" Id="R2fe5db0f2b6a415a" /><Relationship Type="http://schemas.openxmlformats.org/officeDocument/2006/relationships/slide" Target="/ppt/slides/slide29.xml" Id="R6ad8bf50a92b40fd" /><Relationship Type="http://schemas.openxmlformats.org/officeDocument/2006/relationships/slide" Target="/ppt/slides/slide30.xml" Id="Rb4525f3cd5864adb" /><Relationship Type="http://schemas.openxmlformats.org/officeDocument/2006/relationships/slide" Target="/ppt/slides/slide31.xml" Id="R8c7827bc9a444960" /><Relationship Type="http://schemas.openxmlformats.org/officeDocument/2006/relationships/slide" Target="/ppt/slides/slide32.xml" Id="Rffe7a78e41874596" /><Relationship Type="http://schemas.openxmlformats.org/officeDocument/2006/relationships/slide" Target="/ppt/slides/slide33.xml" Id="R7893771aef11471b" /><Relationship Type="http://schemas.openxmlformats.org/officeDocument/2006/relationships/slide" Target="/ppt/slides/slide34.xml" Id="Ra79331a64cba4132" /><Relationship Type="http://schemas.openxmlformats.org/officeDocument/2006/relationships/slide" Target="/ppt/slides/slide35.xml" Id="R509618c3b3a142a2" /><Relationship Type="http://schemas.openxmlformats.org/officeDocument/2006/relationships/slide" Target="/ppt/slides/slide36.xml" Id="R3a78cd6fd4624e03" /><Relationship Type="http://schemas.openxmlformats.org/officeDocument/2006/relationships/slide" Target="/ppt/slides/slide37.xml" Id="R04fbda5a8b5e4742" /><Relationship Type="http://schemas.openxmlformats.org/officeDocument/2006/relationships/slide" Target="/ppt/slides/slide38.xml" Id="R4509317cc6b44241" /><Relationship Type="http://schemas.openxmlformats.org/officeDocument/2006/relationships/slide" Target="/ppt/slides/slide39.xml" Id="Rf2a16f4d40d543ad" /><Relationship Type="http://schemas.openxmlformats.org/officeDocument/2006/relationships/slide" Target="/ppt/slides/slide40.xml" Id="Rc9c9b4a4e9a24ca1" /><Relationship Type="http://schemas.openxmlformats.org/officeDocument/2006/relationships/slide" Target="/ppt/slides/slide41.xml" Id="R6bd3e80004634714" /><Relationship Type="http://schemas.openxmlformats.org/officeDocument/2006/relationships/slide" Target="/ppt/slides/slide42.xml" Id="Rfd018f3828c140e5" /><Relationship Type="http://schemas.openxmlformats.org/officeDocument/2006/relationships/slide" Target="/ppt/slides/slide43.xml" Id="Rc5509ffb91a44f3e" /><Relationship Type="http://schemas.openxmlformats.org/officeDocument/2006/relationships/slide" Target="/ppt/slides/slide44.xml" Id="R4007676ee45046b0" /><Relationship Type="http://schemas.openxmlformats.org/officeDocument/2006/relationships/slide" Target="/ppt/slides/slide45.xml" Id="Ra8910eb550184d47" /><Relationship Type="http://schemas.openxmlformats.org/officeDocument/2006/relationships/slide" Target="/ppt/slides/slide46.xml" Id="R015bb5cfc35f40d5" /><Relationship Type="http://schemas.openxmlformats.org/officeDocument/2006/relationships/slide" Target="/ppt/slides/slide47.xml" Id="R9c2a8fa4864c48bb" /><Relationship Type="http://schemas.openxmlformats.org/officeDocument/2006/relationships/slide" Target="/ppt/slides/slide48.xml" Id="R24439b4cc6c14205" /><Relationship Type="http://schemas.openxmlformats.org/officeDocument/2006/relationships/slide" Target="/ppt/slides/slide49.xml" Id="R67bb975e121649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4bb6e1c67346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080e55485b4673" /><Relationship Type="http://schemas.openxmlformats.org/officeDocument/2006/relationships/notesMaster" Target="/ppt/notesMasters/notesMaster1.xml" Id="R0a745cf538e24d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e8900a2ec44076" /><Relationship Type="http://schemas.openxmlformats.org/officeDocument/2006/relationships/notesMaster" Target="/ppt/notesMasters/notesMaster1.xml" Id="Ra6cb76af045242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20e7a3aeb34da1" /><Relationship Type="http://schemas.openxmlformats.org/officeDocument/2006/relationships/notesMaster" Target="/ppt/notesMasters/notesMaster1.xml" Id="R0e2f6da398eb47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c7f6c160a04fb0" /><Relationship Type="http://schemas.openxmlformats.org/officeDocument/2006/relationships/notesMaster" Target="/ppt/notesMasters/notesMaster1.xml" Id="R245bc52781a145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9a09fcb94fe49ed" /><Relationship Type="http://schemas.openxmlformats.org/officeDocument/2006/relationships/notesMaster" Target="/ppt/notesMasters/notesMaster1.xml" Id="Rc8e672a39e514a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0018b1110247a3" /><Relationship Type="http://schemas.openxmlformats.org/officeDocument/2006/relationships/notesMaster" Target="/ppt/notesMasters/notesMaster1.xml" Id="R50004e07e72148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fb6837d8e7994205" /><Relationship Type="http://schemas.openxmlformats.org/officeDocument/2006/relationships/notesMaster" Target="/ppt/notesMasters/notesMaster1.xml" Id="Rbd67fd5beabb413f" /></Relationships>
</file>

<file path=ppt/notesSlides/_rels/notesSlide8.xml.rels>&#65279;<?xml version="1.0" encoding="utf-8"?><Relationships xmlns="http://schemas.openxmlformats.org/package/2006/relationships"><Relationship Type="http://schemas.openxmlformats.org/officeDocument/2006/relationships/slide" Target="/ppt/slides/slide8.xml" Id="R266a883312af4de8" /><Relationship Type="http://schemas.openxmlformats.org/officeDocument/2006/relationships/notesMaster" Target="/ppt/notesMasters/notesMaster1.xml" Id="Rd9cd978e00004f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7fdfce412d8846d6" /><Relationship Type="http://schemas.openxmlformats.org/officeDocument/2006/relationships/notesMaster" Target="/ppt/notesMasters/notesMaster1.xml" Id="Rac6cf577e7eb4f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7a63cb414d0492c" /><Relationship Type="http://schemas.openxmlformats.org/officeDocument/2006/relationships/notesMaster" Target="/ppt/notesMasters/notesMaster1.xml" Id="R51411288b17f4e4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23ad8d603bf4da6" /><Relationship Type="http://schemas.openxmlformats.org/officeDocument/2006/relationships/notesMaster" Target="/ppt/notesMasters/notesMaster1.xml" Id="Ra9a8ea7ed391453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53d0ab1509d4f08" /><Relationship Type="http://schemas.openxmlformats.org/officeDocument/2006/relationships/notesMaster" Target="/ppt/notesMasters/notesMaster1.xml" Id="R1bbe2a7b8170403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6b009b5b46940e6" /><Relationship Type="http://schemas.openxmlformats.org/officeDocument/2006/relationships/notesMaster" Target="/ppt/notesMasters/notesMaster1.xml" Id="R9f0346ef65f949c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3a9ab952ead487d" /><Relationship Type="http://schemas.openxmlformats.org/officeDocument/2006/relationships/notesMaster" Target="/ppt/notesMasters/notesMaster1.xml" Id="R34acabd44c7d453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5864fbb5944490b" /><Relationship Type="http://schemas.openxmlformats.org/officeDocument/2006/relationships/notesMaster" Target="/ppt/notesMasters/notesMaster1.xml" Id="R0539253a2dd548e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68182b521f944b4" /><Relationship Type="http://schemas.openxmlformats.org/officeDocument/2006/relationships/notesMaster" Target="/ppt/notesMasters/notesMaster1.xml" Id="R03942eadf3e7460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39488fa47c42f5" /><Relationship Type="http://schemas.openxmlformats.org/officeDocument/2006/relationships/notesMaster" Target="/ppt/notesMasters/notesMaster1.xml" Id="R49f948ba5bf64c9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e503ab7b5744aa1" /><Relationship Type="http://schemas.openxmlformats.org/officeDocument/2006/relationships/notesMaster" Target="/ppt/notesMasters/notesMaster1.xml" Id="R8b36b3aff1dd4a7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4728f1a327c4c96" /><Relationship Type="http://schemas.openxmlformats.org/officeDocument/2006/relationships/notesMaster" Target="/ppt/notesMasters/notesMaster1.xml" Id="Rd6e9d7e7dba148c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3c94d7232854a86" /><Relationship Type="http://schemas.openxmlformats.org/officeDocument/2006/relationships/notesMaster" Target="/ppt/notesMasters/notesMaster1.xml" Id="R16cb1c6e43214f7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0374786f5e447ed" /><Relationship Type="http://schemas.openxmlformats.org/officeDocument/2006/relationships/notesMaster" Target="/ppt/notesMasters/notesMaster1.xml" Id="Rca6ec21b6bc742d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ae933a9434d49eb" /><Relationship Type="http://schemas.openxmlformats.org/officeDocument/2006/relationships/notesMaster" Target="/ppt/notesMasters/notesMaster1.xml" Id="R29ff414b222d423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6e892dcde0244cd" /><Relationship Type="http://schemas.openxmlformats.org/officeDocument/2006/relationships/notesMaster" Target="/ppt/notesMasters/notesMaster1.xml" Id="R4e1898de6ac6455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20316aea86049ce" /><Relationship Type="http://schemas.openxmlformats.org/officeDocument/2006/relationships/notesMaster" Target="/ppt/notesMasters/notesMaster1.xml" Id="R1d54eb8ef8eb4f5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cda7b4b0bea41dd" /><Relationship Type="http://schemas.openxmlformats.org/officeDocument/2006/relationships/notesMaster" Target="/ppt/notesMasters/notesMaster1.xml" Id="Rc894b4125d9a4f0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4191dcb24c34fca" /><Relationship Type="http://schemas.openxmlformats.org/officeDocument/2006/relationships/notesMaster" Target="/ppt/notesMasters/notesMaster1.xml" Id="R974cc7bc6d2841f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2cb306508ba046f5" /><Relationship Type="http://schemas.openxmlformats.org/officeDocument/2006/relationships/notesMaster" Target="/ppt/notesMasters/notesMaster1.xml" Id="Rc1c36d4e4f3141f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ba87b1ad5874689" /><Relationship Type="http://schemas.openxmlformats.org/officeDocument/2006/relationships/notesMaster" Target="/ppt/notesMasters/notesMaster1.xml" Id="R6b641b2a5e494c9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0b3748be4534ef9" /><Relationship Type="http://schemas.openxmlformats.org/officeDocument/2006/relationships/notesMaster" Target="/ppt/notesMasters/notesMaster1.xml" Id="Rf869a00e076f40b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ee63418580843f6" /><Relationship Type="http://schemas.openxmlformats.org/officeDocument/2006/relationships/notesMaster" Target="/ppt/notesMasters/notesMaster1.xml" Id="R26434cfc749c450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1f212697b3c4782" /><Relationship Type="http://schemas.openxmlformats.org/officeDocument/2006/relationships/notesMaster" Target="/ppt/notesMasters/notesMaster1.xml" Id="R96e838e97b754aa9"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456bec4b8cf4625" /><Relationship Type="http://schemas.openxmlformats.org/officeDocument/2006/relationships/notesMaster" Target="/ppt/notesMasters/notesMaster1.xml" Id="R18e7f620997443d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741afca8742742a0" /><Relationship Type="http://schemas.openxmlformats.org/officeDocument/2006/relationships/notesMaster" Target="/ppt/notesMasters/notesMaster1.xml" Id="Rc76cf0d668b64e0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9a367fda12d4dca" /><Relationship Type="http://schemas.openxmlformats.org/officeDocument/2006/relationships/notesMaster" Target="/ppt/notesMasters/notesMaster1.xml" Id="Rbe016884fc63446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94087a1ce614b58" /><Relationship Type="http://schemas.openxmlformats.org/officeDocument/2006/relationships/notesMaster" Target="/ppt/notesMasters/notesMaster1.xml" Id="R80e4db8568d3406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d58624d098a4149" /><Relationship Type="http://schemas.openxmlformats.org/officeDocument/2006/relationships/notesMaster" Target="/ppt/notesMasters/notesMaster1.xml" Id="R918bb02463e647f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13853a3cc38413e" /><Relationship Type="http://schemas.openxmlformats.org/officeDocument/2006/relationships/notesMaster" Target="/ppt/notesMasters/notesMaster1.xml" Id="R43d605a66599400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93b555aa5574480" /><Relationship Type="http://schemas.openxmlformats.org/officeDocument/2006/relationships/notesMaster" Target="/ppt/notesMasters/notesMaster1.xml" Id="R949eb77153ed4ea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9f365f2eb99f4a87" /><Relationship Type="http://schemas.openxmlformats.org/officeDocument/2006/relationships/notesMaster" Target="/ppt/notesMasters/notesMaster1.xml" Id="Rafd04f9dbf8a476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7838c8660844d6a" /><Relationship Type="http://schemas.openxmlformats.org/officeDocument/2006/relationships/notesMaster" Target="/ppt/notesMasters/notesMaster1.xml" Id="Re74ae7a680474a7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a466b2a8ab949cf" /><Relationship Type="http://schemas.openxmlformats.org/officeDocument/2006/relationships/notesMaster" Target="/ppt/notesMasters/notesMaster1.xml" Id="Re87ffccdf158457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84a723de798d4a45" /><Relationship Type="http://schemas.openxmlformats.org/officeDocument/2006/relationships/notesMaster" Target="/ppt/notesMasters/notesMaster1.xml" Id="R5c015e199544418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5655a2698814c3e" /><Relationship Type="http://schemas.openxmlformats.org/officeDocument/2006/relationships/notesMaster" Target="/ppt/notesMasters/notesMaster1.xml" Id="R8c0bbb2fbe544d1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76d3be6ceb74235" /><Relationship Type="http://schemas.openxmlformats.org/officeDocument/2006/relationships/notesMaster" Target="/ppt/notesMasters/notesMaster1.xml" Id="Rba164c7771944cb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a29b8fdcada4fff" /><Relationship Type="http://schemas.openxmlformats.org/officeDocument/2006/relationships/notesMaster" Target="/ppt/notesMasters/notesMaster1.xml" Id="R1cafa89a75b64339"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059b79cf39c459a" /><Relationship Type="http://schemas.openxmlformats.org/officeDocument/2006/relationships/notesMaster" Target="/ppt/notesMasters/notesMaster1.xml" Id="R1600e79c65924dc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d3de42bcfa842f1" /><Relationship Type="http://schemas.openxmlformats.org/officeDocument/2006/relationships/notesMaster" Target="/ppt/notesMasters/notesMaster1.xml" Id="R121fe87dc217416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ab4c45bcfc0487e" /><Relationship Type="http://schemas.openxmlformats.org/officeDocument/2006/relationships/notesMaster" Target="/ppt/notesMasters/notesMaster1.xml" Id="R1acb0f193d4240ed"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4bee015a4e6493d" /><Relationship Type="http://schemas.openxmlformats.org/officeDocument/2006/relationships/notesMaster" Target="/ppt/notesMasters/notesMaster1.xml" Id="R657a6730451e404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工業材料概論、第3回です。前回は棒を軸方向に引き、応力や伸びを求めました。今回は、棚板のように、横からの荷重を受ける部材を考えます。</a:t>
            </a:r>
          </a:p>
          <a:p xmlns:a="http://schemas.openxmlformats.org/drawingml/2006/main">
            <a:r>
              <a:t>同じ重さの荷物でも、中央に置くか、端に寄せるかで、支えが受け持つ力は変わります。板の内部で、力をどのように伝えているかも変わります。その違いを、図とつり合いの式から説明しましょう。</a:t>
            </a:r>
          </a:p>
          <a:p xmlns:a="http://schemas.openxmlformats.org/drawingml/2006/main">
            <a:r>
              <a:t>ハンドアウト、筆記用具、電卓を用意してください。途中に図を描く時間と計算の時間があります。動画は講義資料に基づく合成音声の解説です。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到達点を四つ確認します。一つ目は、力のモーメントを、力と正しい距離から求めることです。モーメントは、ある点のまわりに回そうとする作用です。</a:t>
            </a:r>
          </a:p>
          <a:p xmlns:a="http://schemas.openxmlformats.org/drawingml/2006/main">
            <a:r>
              <a:t>二つ目は、支えから受ける力、つまり反力を求めることです。力のつり合いと、モーメントのつり合いを使います。</a:t>
            </a:r>
          </a:p>
          <a:p xmlns:a="http://schemas.openxmlformats.org/drawingml/2006/main">
            <a:r>
              <a:t>三つ目は、はりを途中で仮に切り、その断面に働く力と曲げモーメントを求めることです。位置ごとの値をグラフにすると、せん断力図と曲げモーメント図になります。英字の略号は、後で名称と対応させます。</a:t>
            </a:r>
          </a:p>
          <a:p xmlns:a="http://schemas.openxmlformats.org/drawingml/2006/main">
            <a:r>
              <a:t>四つ目は、分布した荷重を一つの力へまとめたときに、何の計算に使えるかを説明することです。図の対象を決めてから、式を立てる順序を練習します。</a:t>
            </a:r>
          </a:p>
          <a:p xmlns:a="http://schemas.openxmlformats.org/drawingml/2006/main">
            <a:r>
              <a:t>本編の演習と接続・想定問題は自己確認用です。正式な提出レポートは、別に共有する問題とルーブリックを確認してください。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この図は、棚板を計算用のはりに置き換えたものです。はりとは、ここでは、長い部材が、その長さ方向に対して横向きの力を受けるモデルです。</a:t>
            </a:r>
          </a:p>
          <a:p xmlns:a="http://schemas.openxmlformats.org/drawingml/2006/main">
            <a:r>
              <a:t>図の左端が支点A、右端が支点Bです。支点から中央までの距離は、それぞれ〇・六メートル。支点間の距離は一・二メートルです。中央へ、下向き二百ニュートンの荷重を加えます。</a:t>
            </a:r>
          </a:p>
          <a:p xmlns:a="http://schemas.openxmlformats.org/drawingml/2006/main">
            <a:r>
              <a:t>まず残した条件を確認します。支え方、荷重の大きさと位置、支点間の距離です。板自身の重さは、この例では省きます。支点は、左がピン、右がローラーという理想的な支持に置き換えます。それぞれが止める動きは、後で図を使って説明します。</a:t>
            </a:r>
          </a:p>
          <a:p xmlns:a="http://schemas.openxmlformats.org/drawingml/2006/main">
            <a:r>
              <a:t>ねじや接合部の細かい形まで、全てをこの図に表しているわけではありません。計算した結果を実物と比べるときには、どの条件を残し、どの条件を省いたかへ戻って考えます。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表は、実物から計算へ進み、結果を確かめる順序です。上から見てください。</a:t>
            </a:r>
          </a:p>
          <a:p xmlns:a="http://schemas.openxmlformats.org/drawingml/2006/main">
            <a:r>
              <a:t>最初は実物です。棚板、荷物、支え、接合部を確認します。次にモデルを決めます。どこからどこまでを取り出すか、荷重をどこに加えるか、接合部がどの動きを止めるかを図にします。</a:t>
            </a:r>
          </a:p>
          <a:p xmlns:a="http://schemas.openxmlformats.org/drawingml/2006/main">
            <a:r>
              <a:t>対象を周囲から切り離したつもりで描き、周囲から受ける力を矢印にした図を、自由物体図と呼びます。後で出てくる外力図は、この役割を持っています。</a:t>
            </a:r>
          </a:p>
          <a:p xmlns:a="http://schemas.openxmlformats.org/drawingml/2006/main">
            <a:r>
              <a:t>三段目は計算です。図に対応するつり合いの式から、反力や内部の作用を求めます。最後に結果を確かめます。計算の間違いだけでなく、選んだ支え方が実物の働きに合っているかも調べます。</a:t>
            </a:r>
          </a:p>
          <a:p xmlns:a="http://schemas.openxmlformats.org/drawingml/2006/main">
            <a:r>
              <a:t>計算ソフトやAIへ同じ長さと荷重を入れても、端の回転を許すモデルと、止めるモデルでは結果が変わります。数値だけでなく、支持の条件まで読み取ってください。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力のモーメントを、図で確認します。最初に、回転の中心とする点オーを見てください。次に、赤い矢印で示した力の向きを見ます。その矢印に沿って、まっすぐ延ばした線が、力の作用線です。</a:t>
            </a:r>
          </a:p>
          <a:p xmlns:a="http://schemas.openxmlformats.org/drawingml/2006/main">
            <a:r>
              <a:t>点オーから作用線へ、垂直に測った距離を、ディーとしています。モーメントの大きさは、力の大きさと、この垂直距離を掛けた値です。部材の斜めの長さとは区別してください。</a:t>
            </a:r>
          </a:p>
          <a:p xmlns:a="http://schemas.openxmlformats.org/drawingml/2006/main">
            <a:r>
              <a:t>図の力は、点オーのまわりに時計回りに回そうとします。大きさを計算することに加えて、回そうとする向きも確かめます。</a:t>
            </a:r>
          </a:p>
          <a:p xmlns:a="http://schemas.openxmlformats.org/drawingml/2006/main">
            <a:r>
              <a:t>力を加える点が同じでも、力の向きを変えると作用線が変わります。作用線が点オーを通る場合、垂直距離はゼロです。その点まわりのモーメントもゼロになります。ドアやレンチを考える場合も、中心、作用線、垂直距離の順に図へ書いてみ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二十ニュートンの力で比べます。表の一行目は、作用線までの垂直距離が〇・三メートルです。二十かける〇・三で、モーメントの大きさは六ニュートンメートルです。</a:t>
            </a:r>
          </a:p>
          <a:p xmlns:a="http://schemas.openxmlformats.org/drawingml/2006/main">
            <a:r>
              <a:t>二行目は距離だけを二倍にしています。二十かける〇・六で、十二ニュートンメートルです。同じ力でも、垂直距離が二倍になれば、モーメントの大きさは二倍になります。</a:t>
            </a:r>
          </a:p>
          <a:p xmlns:a="http://schemas.openxmlformats.org/drawingml/2006/main">
            <a:r>
              <a:t>この回では、長さにメートルを使い、モーメントをニュートンメートルで表します。一ニュートンメートルは、千ニュートンミリメートルです。次回以降にミリメートルを使う計算とも、単位をそろえて比べます。</a:t>
            </a:r>
          </a:p>
          <a:p xmlns:a="http://schemas.openxmlformats.org/drawingml/2006/main">
            <a:r>
              <a:t>また、つり合いの式では、反時計回りを正と決めます。仕事も力と長さを掛けた次元を持ちますが、ここで求めている量は、指定した点まわりに回そうとする作用です。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垂直距離を、座標の図でも確認します。左下の点オーを原点とし、右を横座標の正、上を縦座標の正とします。力を加える点は、右へ〇・四メートル、上へ〇・三メートルの位置です。</a:t>
            </a:r>
          </a:p>
          <a:p xmlns:a="http://schemas.openxmlformats.org/drawingml/2006/main">
            <a:r>
              <a:t>下向きに二十ニュートンの力を加えています。赤い矢印の作用線は縦向きです。原点からその線までの垂直距離は、横方向の〇・四メートルになります。斜めの〇・五メートルを掛けると、別の値になってしまいます。</a:t>
            </a:r>
          </a:p>
          <a:p xmlns:a="http://schemas.openxmlformats.org/drawingml/2006/main">
            <a:r>
              <a:t>二十かける〇・四で、大きさは八ニュートンメートルです。時計回りに回そうとするので、反時計回りを正とした値は、マイナス八になります。</a:t>
            </a:r>
          </a:p>
          <a:p xmlns:a="http://schemas.openxmlformats.org/drawingml/2006/main">
            <a:r>
              <a:t>右の表の式は、力を水平成分と鉛直成分に分けて書いたものです。横座標と鉛直成分の積から、縦座標と水平成分の積を引きます。この例では、鉛直成分はマイナス二十、水平成分はゼロです。〇・四かけるマイナス二十から、〇・三かけるゼロを引いても、マイナス八になります。</a:t>
            </a:r>
          </a:p>
          <a:p xmlns:a="http://schemas.openxmlformats.org/drawingml/2006/main">
            <a:r>
              <a:t>図の垂直距離で求めた結果と、成分で求めた結果が一致することを確認してください。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支点の記号は、どの動きを止めると考えたかを表しています。図の左から順に見ます。</a:t>
            </a:r>
          </a:p>
          <a:p xmlns:a="http://schemas.openxmlformats.org/drawingml/2006/main">
            <a:r>
              <a:t>ピン支点は、水平と鉛直の移動を止め、回転を許します。支えを取り除いて力の矢印へ置き換えると、水平反力と鉛直反力を描きます。</a:t>
            </a:r>
          </a:p>
          <a:p xmlns:a="http://schemas.openxmlformats.org/drawingml/2006/main">
            <a:r>
              <a:t>中央のローラー支点は、水平な支持面の上にある理想モデルです。鉛直の移動を止め、水平移動と回転を許します。この図では、鉛直反力だけを描きます。支持面が傾いていれば、反力の向きも同じとは限りません。</a:t>
            </a:r>
          </a:p>
          <a:p xmlns:a="http://schemas.openxmlformats.org/drawingml/2006/main">
            <a:r>
              <a:t>右の固定端は、水平と鉛直の移動に加え、回転も止めます。二方向の反力と、回転を止める反力モーメントが必要です。</a:t>
            </a:r>
          </a:p>
          <a:p xmlns:a="http://schemas.openxmlformats.org/drawingml/2006/main">
            <a:r>
              <a:t>下段の矢印を、上段の支持と対応させてください。鉛直荷重だけを受ける、この回の単純支持では、水平反力はゼロになります。ピン支点ならいつでも水平反力がゼロ、という意味ではありません。</a:t>
            </a:r>
          </a:p>
          <a:p xmlns:a="http://schemas.openxmlformats.org/drawingml/2006/main">
            <a:r>
              <a:t>実物のねじや接着が、どこまでこの理想モデルに近いかは、接合部の変形なども含めて考えます。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反力を求める手順を確認します。まず対象を取り出し、荷重、反力の仮の向き、距離を描きます。これが一番目の外力図です。</a:t>
            </a:r>
          </a:p>
          <a:p xmlns:a="http://schemas.openxmlformats.org/drawingml/2006/main">
            <a:r>
              <a:t>二番目は、鉛直方向の力のつり合いです。上向きを正として、力を全て足すとゼロになる式を書きます。</a:t>
            </a:r>
          </a:p>
          <a:p xmlns:a="http://schemas.openxmlformats.org/drawingml/2006/main">
            <a:r>
              <a:t>三番目は、一方の支点まわりのモーメントです。その支点を通る反力は、腕の長さがゼロなので、式から消えます。残った式で、もう一方の反力を求めます。</a:t>
            </a:r>
          </a:p>
          <a:p xmlns:a="http://schemas.openxmlformats.org/drawingml/2006/main">
            <a:r>
              <a:t>四番目に、力の式へ戻って、残りの反力を求めます。五番目は検算です。力の合計と、別の点まわりのモーメントを確かめます。</a:t>
            </a:r>
          </a:p>
          <a:p xmlns:a="http://schemas.openxmlformats.org/drawingml/2006/main">
            <a:r>
              <a:t>反力を上向きに仮定して、負の答えが出た場合は、実際の向きが逆だと読みます。ただし、載せただけの接触のように、下向きに引く反力を出せない支持もあります。その場合は、浮き上がる可能性など、支持の条件を見直します。計算された矢印を、実物が出せるかも考え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の手順で解ける範囲も確認します。平面内の一つの物体には、水平力、鉛直力、モーメントについて、独立なつり合いの式が三つあります。独立とは、ほかの式を組み合わせただけでは得られない情報を持つ、という意味です。</a:t>
            </a:r>
          </a:p>
          <a:p xmlns:a="http://schemas.openxmlformats.org/drawingml/2006/main">
            <a:r>
              <a:t>ピンとローラーで適切に支えた一つのはりでは、反力の未知数は通常三つです。ピンの水平反力と鉛直反力、ローラーの鉛直反力です。支持が安定していれば、この三つをつり合いから求められます。このように求められる構造を、静定と呼びます。</a:t>
            </a:r>
          </a:p>
          <a:p xmlns:a="http://schemas.openxmlformats.org/drawingml/2006/main">
            <a:r>
              <a:t>では、右のローラーもピンに変えるとどうなるでしょうか。水平反力が一つ増え、未知数は四つになります。つり合いだけでは、一般に全ての反力の配分を決められません。鉛直荷重だけなら鉛直の反力が求まる場合でも、余分に拘束した方向の配分には、別の条件が要ります。</a:t>
            </a:r>
          </a:p>
          <a:p xmlns:a="http://schemas.openxmlformats.org/drawingml/2006/main">
            <a:r>
              <a:t>別の点まわりの式をもう一つ書いても、独立な情報が増えるとは限りません。部材の伸縮と、支点の変位の条件などを追加して考えます。前回のヤング率や、次回の断面の性質も、この理解につながります。</a:t>
            </a:r>
          </a:p>
          <a:p xmlns:a="http://schemas.openxmlformats.org/drawingml/2006/main">
            <a:r>
              <a:t>AIが多くの式を並べた場合も、未知数の数だけでなく、独立な条件と支持の安定性を確認してください。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中央に二百ニュートンを載せた、長さ一・二メートルのはりです。上の図で、左を支点A、右を支点Bとします。反力の記号は、アール・エーとアール・ビーです。どちらも上向きと仮定します。</a:t>
            </a:r>
          </a:p>
          <a:p xmlns:a="http://schemas.openxmlformats.org/drawingml/2006/main">
            <a:r>
              <a:t>力の式は、二つの反力を足して、下向きの二百を引くとゼロ、です。</a:t>
            </a:r>
          </a:p>
          <a:p xmlns:a="http://schemas.openxmlformats.org/drawingml/2006/main">
            <a:r>
              <a:t>次にAまわりを考えます。右の反力は、Aから一・二メートル離れて上向きに働くので、反時計回りです。中央の荷重は、Aから〇・六メートル離れて下向きに働くので、時計回りです。</a:t>
            </a:r>
          </a:p>
          <a:p xmlns:a="http://schemas.openxmlformats.org/drawingml/2006/main">
            <a:r>
              <a:t>右反力かける一・二から、二百かける〇・六を引くとゼロになります。これを解くと、右反力は百ニュートンです。力の式へ戻ると、左も百ニュートンです。</a:t>
            </a:r>
          </a:p>
          <a:p xmlns:a="http://schemas.openxmlformats.org/drawingml/2006/main">
            <a:r>
              <a:t>最後に、反力の合計と、Bまわりのつり合いを確認します。中央荷重では二つの反力が等しくなりました。荷重位置を変えたときも同じ手順で求められるよう、二等分する前に、二つの式を確かめ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演習1です。支点間は一・二メートル、荷重は三百ニュートンです。荷重点はAから〇・四メートル、Bから〇・八メートルの位置にあります。</a:t>
            </a:r>
          </a:p>
          <a:p xmlns:a="http://schemas.openxmlformats.org/drawingml/2006/main">
            <a:r>
              <a:t>四分間で、外力図と式を対応させ、二つの反力を求めてください。最初に、荷重点に近いAと、遠いBのどちらが大きな力を受け持つか、予想を書きます。</a:t>
            </a:r>
          </a:p>
          <a:p xmlns:a="http://schemas.openxmlformats.org/drawingml/2006/main">
            <a:r>
              <a:t>力の式を書いたら、Aまわりのモーメントを使います。全ての距離を、同じ基準点から測ってください。求めた値を力の式へ戻し、最後はBまわりでも検算します。ハンドアウトの演習1の欄に、途中式と単位を残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ここで一分ほど休憩します。再開したら、演習1の反力を、力とモーメントの両方から確かめます。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Aまわりでは、右反力かける一・二と、三百かける〇・四がつり合います。右反力は、百二十を一・二で割って、百ニュートンです。力の合計が三百ニュートンになるので、左反力は二百ニュートンです。</a:t>
            </a:r>
          </a:p>
          <a:p xmlns:a="http://schemas.openxmlformats.org/drawingml/2006/main">
            <a:r>
              <a:t>荷重点に近いAの反力が大きくなりました。計算前の予想と比べてください。</a:t>
            </a:r>
          </a:p>
          <a:p xmlns:a="http://schemas.openxmlformats.org/drawingml/2006/main">
            <a:r>
              <a:t>Bまわりの検算では、左反力は時計回り、荷重は反時計回りです。マイナス二百かける一・二に、三百かける〇・八を足します。マイナス二百四十と、プラス二百四十が打ち消し合います。</a:t>
            </a:r>
          </a:p>
          <a:p xmlns:a="http://schemas.openxmlformats.org/drawingml/2006/main">
            <a:r>
              <a:t>ここで使う〇・八メートルは、Bから荷重点までの距離です。Aからの〇・四メートルと入れ替えないよう、図の区間を指で追ってください。</a:t>
            </a:r>
          </a:p>
          <a:p xmlns:a="http://schemas.openxmlformats.org/drawingml/2006/main">
            <a:r>
              <a:t>合計が三百になる組合せは、ほかにもあります。モーメントのつり合いを確かめることで、荷重位置に合う反力の配分を選べます。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荷重の位置を変えた表です。全長は一・二メートル、荷重は三百ニュートンのままです。左支点Aから荷重点までの距離を、小文字のエーとします。支点の名前と、距離の記号を区別してください。</a:t>
            </a:r>
          </a:p>
          <a:p xmlns:a="http://schemas.openxmlformats.org/drawingml/2006/main">
            <a:r>
              <a:t>Aまわりでは、右反力と全長の積が、荷重と荷重位置の積に等しくなります。右反力は、荷重に位置を掛け、全長で割った値です。左反力は、全荷重から右反力を引いて求めます。</a:t>
            </a:r>
          </a:p>
          <a:p xmlns:a="http://schemas.openxmlformats.org/drawingml/2006/main">
            <a:r>
              <a:t>表の一行目は、Aから〇・二メートルです。右反力は五十、左反力は二百五十ニュートンです。中央の〇・六メートルでは、百五十ニュートンずつになります。</a:t>
            </a:r>
          </a:p>
          <a:p xmlns:a="http://schemas.openxmlformats.org/drawingml/2006/main">
            <a:r>
              <a:t>全ての行で合計は三百です。配分を決めるためには、位置の情報が必要です。表計算では、荷重を左右の支点へ近づけたとき、近い支点の反力が増えるかを確かめると、入力や式の間違いを見つける手掛かりになります。この表は、荷重が二つの支点の間にある範囲を扱ってい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ここから、はりの内部を調べます。上の図は、先ほどの中央荷重のはりです。反力は百ニュートンずつです。点線の位置で仮に切り、左側だけを取り出します。</a:t>
            </a:r>
          </a:p>
          <a:p xmlns:a="http://schemas.openxmlformats.org/drawingml/2006/main">
            <a:r>
              <a:t>下の図を見てください。左端の反力は残っています。中央の荷重や、右支点の反力は、取り除いた右側にあるので、この左部分へ直接描き込みません。その代わり、右側が切断面を通して及ぼしていた作用を描きます。</a:t>
            </a:r>
          </a:p>
          <a:p xmlns:a="http://schemas.openxmlformats.org/drawingml/2006/main">
            <a:r>
              <a:t>上下にずらそうとする力を、せん断力、ブイと呼びます。曲げようとする作用を、曲げモーメント、エムと呼びます。この例では、軸方向の力はゼロなので省いています。</a:t>
            </a:r>
          </a:p>
          <a:p xmlns:a="http://schemas.openxmlformats.org/drawingml/2006/main">
            <a:r>
              <a:t>左端から切断面までの距離が、位置エックスです。左部分にも、力とモーメントのつり合いを使います。図の向きで書くと、百からブイを引いてゼロ、マイナス百かけるエックスにエムを足してゼロです。</a:t>
            </a:r>
          </a:p>
          <a:p xmlns:a="http://schemas.openxmlformats.org/drawingml/2006/main">
            <a:r>
              <a:t>ブイは百ニュートン、エムは百かけるエックス、ニュートンメートルになります。対象を全体から左部分へ変えたことが、最初の大切な操作です。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切断と符号の考え方の照合：University of Alberta, Types of internal forces（https://engcourses-uofa.ca/books/statics/internal-forces/types-of-internal-forces-and-their-diagrams/）。確認日2026-10-31。図は講義用に作成し、数値は仮想モデルによる。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せん断力ブイと、曲げモーメントエムの正方向を決めます。左右の図は、同じ場所で切り離した二つの部分です。</a:t>
            </a:r>
          </a:p>
          <a:p xmlns:a="http://schemas.openxmlformats.org/drawingml/2006/main">
            <a:r>
              <a:t>左の図は、はりの左部分です。その右側にある切断面を見てください。この資料では、せん断力の正方向を下向き、曲げモーメントの正方向を反時計回りとします。</a:t>
            </a:r>
          </a:p>
          <a:p xmlns:a="http://schemas.openxmlformats.org/drawingml/2006/main">
            <a:r>
              <a:t>次に右の図です。こちらは、はりの右部分なので、切断面が左側にあります。同じ切断面の両側には、大きさが等しく、向きが逆の作用が働きます。したがって、正のせん断力は上向き、正の曲げモーメントは時計回りです。同じ正の内力を表しても、取り出す側によって矢印が逆になります。</a:t>
            </a:r>
          </a:p>
          <a:p xmlns:a="http://schemas.openxmlformats.org/drawingml/2006/main">
            <a:r>
              <a:t>この正の曲げは、はりの上側を縮め、下側を伸ばす曲げに対応します。曲げモーメント図では、正の値を横軸の上に描きます。</a:t>
            </a:r>
          </a:p>
          <a:p xmlns:a="http://schemas.openxmlformats.org/drawingml/2006/main">
            <a:r>
              <a:t>外力を足すときの上向きが正、という約束と、切断面のブイの正方向は別です。式に入れるときは、まず矢印を描き、上下の向きに応じて足し引きしてください。別の教科書と比べる場合も、符号だけでなく、切断面と矢印から照合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切断と符号の考え方の照合：University of Alberta, Types of internal forces（https://engcourses-uofa.ca/books/statics/internal-forces/types-of-internal-forces-and-their-diagrams/）。確認日2026-10-31。図は講義用に作成し、数値は仮想モデルによる。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位置ごとに切断して求めた値を、グラフに並べます。せん断力図は、英字でエス・エフ・ディーと略します。曲げモーメント図は、ビー・エム・ディーです。画面の略号を、それぞれの名称と対応させてください。</a:t>
            </a:r>
          </a:p>
          <a:p xmlns:a="http://schemas.openxmlformats.org/drawingml/2006/main">
            <a:r>
              <a:t>どちらの横軸も、はりに沿った位置です。ここでは、左端Aからの距離をメートルで示します。時間の変化を表す横軸ではありません。</a:t>
            </a:r>
          </a:p>
          <a:p xmlns:a="http://schemas.openxmlformats.org/drawingml/2006/main">
            <a:r>
              <a:t>せん断力図の縦軸は、せん断力ブイで、単位はニュートンです。曲げモーメント図の縦軸は、曲げモーメントエムで、単位はニュートンメートルです。</a:t>
            </a:r>
          </a:p>
          <a:p xmlns:a="http://schemas.openxmlformats.org/drawingml/2006/main">
            <a:r>
              <a:t>線図の形は、はりがたわんだ形そのものとは区別してください。同じ横位置で、どのような内部の作用が必要かを読んでいます。上にはりの図、下には二つの線図を並べるときは、支点と荷重点の位置を縦にそろえ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中央荷重のはりで、せん断力を求めます。最初は、荷重より左で切った図です。取り出した左部分には、上向き百ニュートンの反力があります。切断面のせん断力は、正方向の下向きに描きます。</a:t>
            </a:r>
          </a:p>
          <a:p xmlns:a="http://schemas.openxmlformats.org/drawingml/2006/main">
            <a:r>
              <a:t>力のつり合いは、百からブイを引くとゼロです。ブイは、プラス百ニュートンになります。</a:t>
            </a:r>
          </a:p>
          <a:p xmlns:a="http://schemas.openxmlformats.org/drawingml/2006/main">
            <a:r>
              <a:t>次は、荷重より右で切った図です。今も取り出しているのは左部分ですが、中央の下向き二百ニュートンが含まれるようになりました。百から二百とブイを引くとゼロです。ブイは、マイナス百ニュートンになります。</a:t>
            </a:r>
          </a:p>
          <a:p xmlns:a="http://schemas.openxmlformats.org/drawingml/2006/main">
            <a:r>
              <a:t>負の結果は、切断面で実際に働くせん断力が、仮定した下向きと逆の、上向きであることを表します。</a:t>
            </a:r>
          </a:p>
          <a:p xmlns:a="http://schemas.openxmlformats.org/drawingml/2006/main">
            <a:r>
              <a:t>中央の前後で、せん断力はプラス百からマイナス百へ、二百ニュートン下がります。線図の段差は、含まれる外力が変わった結果です。荷重点そのものでは、直前と直後の値を分けて読みます。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曲げモーメントも、左部分のつり合いから求めます。まず左の図です。位置エックスは、Aから切断面までの距離です。中央より左の範囲を考えます。</a:t>
            </a:r>
          </a:p>
          <a:p xmlns:a="http://schemas.openxmlformats.org/drawingml/2006/main">
            <a:r>
              <a:t>切断面まわりで見ると、左の反力百ニュートンは時計回りに回そうとします。モーメントの式は、マイナス百かけるエックスに、切断面のエムを足してゼロです。したがって、エムは百かけるエックスになります。</a:t>
            </a:r>
          </a:p>
          <a:p xmlns:a="http://schemas.openxmlformats.org/drawingml/2006/main">
            <a:r>
              <a:t>次に右の図です。切断面が中央荷重より右へ移りました。位置エックスの原点は、引き続きAです。荷重点から切断面までの距離は、エックスから〇・六を引いた長さになります。</a:t>
            </a:r>
          </a:p>
          <a:p xmlns:a="http://schemas.openxmlformats.org/drawingml/2006/main">
            <a:r>
              <a:t>中央の下向き荷重は、この切断面まわりでは反時計回りに回そうとします。先ほどの式に、二百かける、エックス引く〇・六、を加えます。整理すると、エムは百二十から百かけるエックスを引いた値です。</a:t>
            </a:r>
          </a:p>
          <a:p xmlns:a="http://schemas.openxmlformats.org/drawingml/2006/main">
            <a:r>
              <a:t>式へ位置を代入してみましょう。左端ではゼロ、中央では六十、右端でもゼロになります。中央の位置を左右どちらの式へ入れても、六十ニュートンメートルです。</a:t>
            </a:r>
          </a:p>
          <a:p xmlns:a="http://schemas.openxmlformats.org/drawingml/2006/main">
            <a:r>
              <a:t>集中荷重でせん断力は跳びますが、この例の曲げモーメントの値は連続につながります。式に使った距離を、図の同じ区間へ戻して確認してください。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上にはり、その下にせん断力図、さらに下に曲げモーメント図を並べました。同じ位置を、縦にたどります。</a:t>
            </a:r>
          </a:p>
          <a:p xmlns:a="http://schemas.openxmlformats.org/drawingml/2006/main">
            <a:r>
              <a:t>図の補助線は、Aから〇・三メートルの位置です。ここは荷重点より左なので、せん断力はプラス百ニュートンです。曲げモーメントは、百かける〇・三で、三十ニュートンメートルになります。</a:t>
            </a:r>
          </a:p>
          <a:p xmlns:a="http://schemas.openxmlformats.org/drawingml/2006/main">
            <a:r>
              <a:t>今度は、中央の〇・六メートルを見ます。せん断力は、そこでプラス百からマイナス百へ切り替わります。曲げモーメントは六十につながり、線の傾きが変わります。この例では、曲げモーメントの値そのものが跳ぶわけではありません。</a:t>
            </a:r>
          </a:p>
          <a:p xmlns:a="http://schemas.openxmlformats.org/drawingml/2006/main">
            <a:r>
              <a:t>正のせん断力が続く左半分では、曲げモーメントが増えます。負のせん断力が続く右半分では減ります。二つの線図を、同じ位置で対応させて読むことが、最大値の位置を考える手掛かりになります。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集中荷重の近くを、表とグラフで拡大して見ます。Aから〇・五九メートルでは、せん断力はプラス百ニュートン、曲げモーメントは五十九ニュートンメートルです。</a:t>
            </a:r>
          </a:p>
          <a:p xmlns:a="http://schemas.openxmlformats.org/drawingml/2006/main">
            <a:r>
              <a:t>荷重点へ左から近づくと、せん断力はプラス百のままです。右から近づくと、マイナス百になります。表の「直前」と「直後」は、この両側の値を区別しています。曲げモーメントは、どちら側からも六十につながります。</a:t>
            </a:r>
          </a:p>
          <a:p xmlns:a="http://schemas.openxmlformats.org/drawingml/2006/main">
            <a:r>
              <a:t>右のグラフは、せん断力だけを示しています。横軸は位置、縦軸はせん断力です。〇・六メートルの左右を、別の線として描いています。</a:t>
            </a:r>
          </a:p>
          <a:p xmlns:a="http://schemas.openxmlformats.org/drawingml/2006/main">
            <a:r>
              <a:t>表計算やAIでグラフを作るとき、全ての点を滑らかな曲線で結ぶと、この段差が消え、途中でゼロになるように見せてしまうことがあります。このモデルでは、集中荷重点の左右を分けて扱います。</a:t>
            </a:r>
          </a:p>
          <a:p xmlns:a="http://schemas.openxmlformats.org/drawingml/2006/main">
            <a:r>
              <a:t>また、横軸は数値としての距離です。項目名として等間隔に並べると、実際の距離が表せない場合があります。どの軸に何を置き、点と点をどのように結ぶかも、モデルに合わせて選んでください。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切断と符号の考え方の照合：University of Alberta, Types of internal forces（https://engcourses-uofa.ca/books/statics/internal-forces/types-of-internal-forces-and-their-diagrams/）。確認日2026-10-31。図は講義用に作成し、数値は仮想モデルによる。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ここで一分ほど休憩します。再開したら、演習2です。中央荷重の反力を求め、せん断力図と曲げモーメント図を描きます。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演習2です。支点間の距離を一・六メートル、中央の荷重を四百ニュートンへ変えます。Aから荷重点、荷重点からBまでの距離は、〇・八メートルずつです。</a:t>
            </a:r>
          </a:p>
          <a:p xmlns:a="http://schemas.openxmlformats.org/drawingml/2006/main">
            <a:r>
              <a:t>四分間で、全体の反力を求め、せん断力図と曲げモーメント図を描いてください。反力の値を前の例から写さず、全体のつり合いから求め直します。</a:t>
            </a:r>
          </a:p>
          <a:p xmlns:a="http://schemas.openxmlformats.org/drawingml/2006/main">
            <a:r>
              <a:t>次に、荷重点の左と右で切断した図を描きます。せん断力、中央と両端の曲げモーメント、最大値の位置を記録してください。横軸には位置と単位を付けます。</a:t>
            </a:r>
          </a:p>
          <a:p xmlns:a="http://schemas.openxmlformats.org/drawingml/2006/main">
            <a:r>
              <a:t>最後に、両支点で曲げモーメントがゼロになるか、中央で左右の式が同じ値を与えるかを確かめましょう。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反力は、左右とも二百ニュートンです。右反力かける一・六が、四百かける〇・八に等しくなることを確かめます。</a:t>
            </a:r>
          </a:p>
          <a:p xmlns:a="http://schemas.openxmlformats.org/drawingml/2006/main">
            <a:r>
              <a:t>せん断力は、中央より左でプラス二百ニュートン、右でマイナス二百ニュートンです。中央の荷重四百ニュートンの分だけ、値が下がります。</a:t>
            </a:r>
          </a:p>
          <a:p xmlns:a="http://schemas.openxmlformats.org/drawingml/2006/main">
            <a:r>
              <a:t>曲げモーメントは、左端でゼロです。中央までの〇・八メートルに、左反力二百ニュートンを掛けると、百六十ニュートンメートルになります。右半分では減っていき、右端でゼロです。最大値は、中央の百六十です。</a:t>
            </a:r>
          </a:p>
          <a:p xmlns:a="http://schemas.openxmlformats.org/drawingml/2006/main">
            <a:r>
              <a:t>最初の例では、二百ニュートンと一・二メートルで、最大値が六十でした。今回は、荷重と長さの両方を変えています。違いを材料の性質の違いとして説明せず、変えた条件と対応させてください。</a:t>
            </a:r>
          </a:p>
          <a:p xmlns:a="http://schemas.openxmlformats.org/drawingml/2006/main">
            <a:r>
              <a:t>線図の縦軸には、せん断力ならニュートン、曲げモーメントならニュートンメートルと書きます。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ここでは、最初の中央荷重の例へ戻ります。せん断力は、左半分がプラス百、右半分がマイナス百ニュートンです。各区間の長さは〇・六メートルです。</a:t>
            </a:r>
          </a:p>
          <a:p xmlns:a="http://schemas.openxmlformats.org/drawingml/2006/main">
            <a:r>
              <a:t>せん断力図と横軸に挟まれた、符号付きの面積を考えます。左の長方形は、百かける〇・六で、プラス六十ニュートンメートルです。これは、曲げモーメントが左端のゼロから、中央の六十まで増える量です。</a:t>
            </a:r>
          </a:p>
          <a:p xmlns:a="http://schemas.openxmlformats.org/drawingml/2006/main">
            <a:r>
              <a:t>右の長方形は、マイナス百かける〇・六で、マイナス六十です。中央の六十から、その分だけ減って、右端でゼロへ戻ります。</a:t>
            </a:r>
          </a:p>
          <a:p xmlns:a="http://schemas.openxmlformats.org/drawingml/2006/main">
            <a:r>
              <a:t>面積と呼んでいますが、単位は平方メートルではありません。縦軸のニュートンと横軸のメートルを掛けるため、ニュートンメートルになります。</a:t>
            </a:r>
          </a:p>
          <a:p xmlns:a="http://schemas.openxmlformats.org/drawingml/2006/main">
            <a:r>
              <a:t>また、面積が表すのは、曲げモーメントの変化です。どこから足し始めるか、その位置でのモーメントの値も必要です。横軸の下側を負として足すことを忘れないようにしてください。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符号付き面積を、微分と積分の関係へつなげます。表の一行目を見てください。せん断力が一定の区間では、曲げモーメントの変化は、せん断力と区間の長さの積です。</a:t>
            </a:r>
          </a:p>
          <a:p xmlns:a="http://schemas.openxmlformats.org/drawingml/2006/main">
            <a:r>
              <a:t>デルタ・エムはモーメントの増加量、デルタ・エックスは位置の増加量です。増加量は、増えるときに正、減るときに負になります。</a:t>
            </a:r>
          </a:p>
          <a:p xmlns:a="http://schemas.openxmlformats.org/drawingml/2006/main">
            <a:r>
              <a:t>二行目は、区間を小さくして考えた変化率です。曲げモーメントを位置で微分した値が、せん断力に等しい、と読みます。反対に、せん断力図の符号付き面積を足すと、モーメントの変化になります。これが積分とのつながりです。</a:t>
            </a:r>
          </a:p>
          <a:p xmlns:a="http://schemas.openxmlformats.org/drawingml/2006/main">
            <a:r>
              <a:t>三行目は、分布荷重との関係です。小文字のダブリューは、長さ当たりの荷重の強さです。この資料では下向きを正とします。下向きの分布荷重がある区間では、右へ進むほどせん断力が減り、その変化率は、荷重の強さに負号を付けた値です。</a:t>
            </a:r>
          </a:p>
          <a:p xmlns:a="http://schemas.openxmlformats.org/drawingml/2006/main">
            <a:r>
              <a:t>集中荷重の位置では、左右の区間を分けます。この回のように途中へ集中モーメントを加えない例でも、集中荷重点に滑らかな微分をそのまま当てはめることはできません。まず図と面積で意味を確かめ、その関係を式で整理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切断と符号の考え方の照合：University of Alberta, Types of internal forces（https://engcourses-uofa.ca/books/statics/internal-forces/types-of-internal-forces-and-their-diagrams/）。確認日2026-10-31。図は講義用に作成し、数値は仮想モデルによる。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演習3です。演習1と同じ、三百ニュートンの偏った荷重へ戻ります。支点間は一・二メートル、荷重点はAから〇・四メートルです。反力はAが二百、Bが百ニュートンでした。</a:t>
            </a:r>
          </a:p>
          <a:p xmlns:a="http://schemas.openxmlformats.org/drawingml/2006/main">
            <a:r>
              <a:t>四分間で、荷重点の左右のせん断力と曲げモーメントを求め、二つの線図を描いてください。最大の曲げモーメントが現れる位置も示します。</a:t>
            </a:r>
          </a:p>
          <a:p xmlns:a="http://schemas.openxmlformats.org/drawingml/2006/main">
            <a:r>
              <a:t>中央荷重の図をそのまま写すと、最大値を全長の中央へ置いてしまうことがあります。反力の値と、各区間の長さを確かめ、モーメントが増える区間と減る区間をつなぎましょう。せん断力図の符号付き面積でも検算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荷重点より左では、せん断力はプラス二百ニュートンです。荷重点より右では、二百から三百を引くので、マイナス百ニュートンになります。</a:t>
            </a:r>
          </a:p>
          <a:p xmlns:a="http://schemas.openxmlformats.org/drawingml/2006/main">
            <a:r>
              <a:t>左端から荷重点までの〇・四メートルでは、曲げモーメントが増えます。二百かける〇・四で、八十ニュートンメートルです。その先の〇・八メートルでは、マイナス百かける〇・八、つまり八十だけ減り、右端でゼロになります。</a:t>
            </a:r>
          </a:p>
          <a:p xmlns:a="http://schemas.openxmlformats.org/drawingml/2006/main">
            <a:r>
              <a:t>最大値は、Aから〇・四メートルの荷重点で、八十ニュートンメートルです。全長の中央ではありません。</a:t>
            </a:r>
          </a:p>
          <a:p xmlns:a="http://schemas.openxmlformats.org/drawingml/2006/main">
            <a:r>
              <a:t>この荷重点では、せん断力がプラスからマイナスへ跳んでいます。せん断力がゼロとなる点を途中に挟んでいる、と説明することはできません。左右でモーメントが増加から減少へ変わり、同じ八十へつながることから、最大値を判断します。</a:t>
            </a:r>
          </a:p>
          <a:p xmlns:a="http://schemas.openxmlformats.org/drawingml/2006/main">
            <a:r>
              <a:t>せん断力図の正負の面積は、プラス八十とマイナス八十です。終点でモーメントがゼロへ戻ることも確認してください。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次は、左端を固定し、右端を自由にした片持ちばりです。自由端へ下向き百ニュートンを加えます。長さは〇・八メートルです。</a:t>
            </a:r>
          </a:p>
          <a:p xmlns:a="http://schemas.openxmlformats.org/drawingml/2006/main">
            <a:r>
              <a:t>最初は、はり全体に働く外力を見ます。固定端Aは、移動だけでなく回転も止めます。鉛直反力は上向き百ニュートンです。荷重はAまわりに時計回りに回そうとするので、それを打ち消す反力モーメントが必要です。</a:t>
            </a:r>
          </a:p>
          <a:p xmlns:a="http://schemas.openxmlformats.org/drawingml/2006/main">
            <a:r>
              <a:t>百かける〇・八で、反時計回り八十ニュートンメートルになります。画面では、固定端の反力モーメントを、エム・エーとしています。</a:t>
            </a:r>
          </a:p>
          <a:p xmlns:a="http://schemas.openxmlformats.org/drawingml/2006/main">
            <a:r>
              <a:t>右下は、固定端のすぐ内側の切断面に働く、内部の曲げモーメントです。全体の外力図で求めたエム・エーとは、作用する対象が違います。</a:t>
            </a:r>
          </a:p>
          <a:p xmlns:a="http://schemas.openxmlformats.org/drawingml/2006/main">
            <a:r>
              <a:t>左部分の右切断面を基準にした、この資料の約束では、固定端のすぐ内側の内部モーメントは、マイナス八十ニュートンメートルです。時計回りの矢印と対応します。次の画面で、左部分のつり合いから、この符号を確かめ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固定端Aからの距離を、エックスとします。その位置で切り、左部分だけを取り出して考えます。固定端の反力百ニュートンと、反力モーメント八十ニュートンメートルが、この部分に含まれます。</a:t>
            </a:r>
          </a:p>
          <a:p xmlns:a="http://schemas.openxmlformats.org/drawingml/2006/main">
            <a:r>
              <a:t>力の式は、百からせん断力ブイを引くとゼロです。ブイは、どの位置でもプラス百ニュートンになります。</a:t>
            </a:r>
          </a:p>
          <a:p xmlns:a="http://schemas.openxmlformats.org/drawingml/2006/main">
            <a:r>
              <a:t>次は、切断面まわりのモーメントです。固定端の反力モーメント八十は、反時計回りなので正です。上向きの反力百は、切断面まわりに時計回りに回そうとするので、マイナス百かけるエックスです。切断面のエムを加えるとゼロになります。</a:t>
            </a:r>
          </a:p>
          <a:p xmlns:a="http://schemas.openxmlformats.org/drawingml/2006/main">
            <a:r>
              <a:t>整理すると、内部のエムは、マイナス八十に百かけるエックスを加えた値です。切断面を固定端へ近づけると、マイナス八十へ近づきます。自由端の〇・八メートルではゼロです。</a:t>
            </a:r>
          </a:p>
          <a:p xmlns:a="http://schemas.openxmlformats.org/drawingml/2006/main">
            <a:r>
              <a:t>下の線図を左から右へ読んでください。値はマイナス八十からゼロへ増えますが、絶対値、つまり大きさは小さくなります。最大の絶対値は、固定端のすぐ内側で八十ニュートンメートルです。負という符号と、大きさを分けて読み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ここで一分ほど休憩します。再開したら、演習4です。片持ちばりの外力図と、切断した部分の図を、自分で描いて考えます。</a:t>
            </a:r>
          </a:p>
          <a:p xmlns:a="http://schemas.openxmlformats.org/drawingml/2006/main">
            <a:r>
              <a:t/>
            </a:r>
          </a:p>
          <a:p xmlns:a="http://schemas.openxmlformats.org/drawingml/2006/main">
            <a:r>
              <a:t>【読み上げ対象外：学習時間・出典】</a:t>
            </a:r>
          </a:p>
          <a:p xmlns:a="http://schemas.openxmlformats.org/drawingml/2006/main">
            <a:r>
              <a:t>解説後の記録・休憩：60秒。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演習4です。長さ〇・五メートルの片持ちばりへ、先端荷重百二十ニュートンを加えます。</a:t>
            </a:r>
          </a:p>
          <a:p xmlns:a="http://schemas.openxmlformats.org/drawingml/2006/main">
            <a:r>
              <a:t>四分間で、まず、はり全体の外力図を描きます。固定端の反力と、反力モーメントを含めてください。次に、途中で切った左部分の図を描き、せん断力と内部の曲げモーメントを求めます。</a:t>
            </a:r>
          </a:p>
          <a:p xmlns:a="http://schemas.openxmlformats.org/drawingml/2006/main">
            <a:r>
              <a:t>この資料と合わせるときは、位置を固定端から右向きに測ります。自分で別の座標を選ぶ場合は、原点と正方向を先に書いてください。</a:t>
            </a:r>
          </a:p>
          <a:p xmlns:a="http://schemas.openxmlformats.org/drawingml/2006/main">
            <a:r>
              <a:t>二つの線図を描き、曲げモーメントの絶対値が最大になる位置と大きさを示します。全体に働く外力と、切断面の内力を、別の図で整理しましょう。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固定端の鉛直反力は、上向き百二十ニュートンです。外部の反力モーメントは、百二十かける〇・五で、反時計回り六十ニュートンメートルです。</a:t>
            </a:r>
          </a:p>
          <a:p xmlns:a="http://schemas.openxmlformats.org/drawingml/2006/main">
            <a:r>
              <a:t>左部分を取り出すと、せん断力はプラス百二十ニュートンです。切断面まわりの式は、六十から百二十かけるエックスを引き、内部のエムを足すとゼロになります。</a:t>
            </a:r>
          </a:p>
          <a:p xmlns:a="http://schemas.openxmlformats.org/drawingml/2006/main">
            <a:r>
              <a:t>したがって、エムはマイナス六十に百二十かけるエックスを加えた値です。固定端のすぐ内側ではマイナス六十、自由端ではゼロです。最大の絶対値は六十ニュートンメートルになります。</a:t>
            </a:r>
          </a:p>
          <a:p xmlns:a="http://schemas.openxmlformats.org/drawingml/2006/main">
            <a:r>
              <a:t>外部の反力モーメントがプラス六十で、内部のモーメントがマイナス六十に近づくことは、矛盾ではありません。どの対象に働く作用かを分け、切断面の符号の約束を使っているからです。自由端でゼロになることも、式へ位置を代入して確かめ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今度は、荷重を全長に均等に分布させます。上の図の、繰り返し描いた下向きの矢印を見てください。</a:t>
            </a:r>
          </a:p>
          <a:p xmlns:a="http://schemas.openxmlformats.org/drawingml/2006/main">
            <a:r>
              <a:t>小文字のダブリューは、長さ当たりの荷重の強さです。この例では、一メートル当たり四百ニュートンです。全体の荷重を表す大文字のダブリューとは、意味も単位も違います。</a:t>
            </a:r>
          </a:p>
          <a:p xmlns:a="http://schemas.openxmlformats.org/drawingml/2006/main">
            <a:r>
              <a:t>はり全体の反力を求めるときは、荷重の強さと全長を掛け、全荷重を求めます。均等な分布なので、その作用点は全長の中央です。下の図は、全体のつり合いに使う一つの合力へ置き換えたものです。</a:t>
            </a:r>
          </a:p>
          <a:p xmlns:a="http://schemas.openxmlformats.org/drawingml/2006/main">
            <a:r>
              <a:t>ただし、この合力を使えば、途中の切断面についても、全て同じ結果になるわけではありません。途中で切ると、分布荷重は左部分と右部分に分かれます。一つへまとめた中央の力では、その分かれ方を残せません。</a:t>
            </a:r>
          </a:p>
          <a:p xmlns:a="http://schemas.openxmlformats.org/drawingml/2006/main">
            <a:r>
              <a:t>全体の反力を求める図と、途中の内力を求める図を分けます。次の画面では、左部分に含まれる荷重だけを取り出します。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上段の二つの図を、左から右へ見てください。左の図は、Aから位置エックスまでを切り出した部分です。この長さの中に、均等な下向き荷重が分布しています。</a:t>
            </a:r>
          </a:p>
          <a:p xmlns:a="http://schemas.openxmlformats.org/drawingml/2006/main">
            <a:r>
              <a:t>右の図は、この部分の分布荷重だけを、一つの合力へ置き換えたものです。合力の大きさは、荷重の強さかけるエックス。作用点は、切り出した長さの中央です。切断面からの距離は、エックスの半分になります。</a:t>
            </a:r>
          </a:p>
          <a:p xmlns:a="http://schemas.openxmlformats.org/drawingml/2006/main">
            <a:r>
              <a:t>二つの図は、同じ部分に対する別の表し方です。分布荷重と合力を、二つの荷重として同時に足さないようにしてください。</a:t>
            </a:r>
          </a:p>
          <a:p xmlns:a="http://schemas.openxmlformats.org/drawingml/2006/main">
            <a:r>
              <a:t>力のつり合いから、せん断力は、左反力から、この部分の合力を引いた値です。下向きの荷重を含む長さが増えるほど、せん断力は減ります。</a:t>
            </a:r>
          </a:p>
          <a:p xmlns:a="http://schemas.openxmlformats.org/drawingml/2006/main">
            <a:r>
              <a:t>切断面まわりのモーメントでは、左反力かけるエックスから、合力かけるエックスの半分を引きます。合力にもエックスが入っているため、後半の項にはエックスの二乗が現れます。</a:t>
            </a:r>
          </a:p>
          <a:p xmlns:a="http://schemas.openxmlformats.org/drawingml/2006/main">
            <a:r>
              <a:t>下段を見ます。この例では、全長一メートル、荷重の強さ四百ニュートン毎メートル、反力は二百ニュートンずつです。せん断力は直線で減り、曲げモーメントは放物線になります。全長の半分と、切り出した長さの半分を区別して式を追っ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切断と符号の考え方の照合：University of Alberta, Types of internal forces（https://engcourses-uofa.ca/books/statics/internal-forces/types-of-internal-forces-and-their-diagrams/）。確認日2026-10-31。図は講義用に作成し、数値は仮想モデルによる。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位置を区切って数値を求めることを、離散化と呼びます。ここでは、先ほどの一メートルのはりを、〇・二メートル刻みで計算します。</a:t>
            </a:r>
          </a:p>
          <a:p xmlns:a="http://schemas.openxmlformats.org/drawingml/2006/main">
            <a:r>
              <a:t>上の表には、位置ゼロ、〇・二、〇・四、〇・六、〇・八、一・〇の六点があります。曲げモーメントは順に、ゼロ、三十二、四十八、四十八、三十二、ゼロです。単位はニュートンメートルです。</a:t>
            </a:r>
          </a:p>
          <a:p xmlns:a="http://schemas.openxmlformats.org/drawingml/2006/main">
            <a:r>
              <a:t>下のグラフでは、表の値を点で示し、モデルの式から求めた関係を線で示しています。表の中の最大値は四十八です。しかし、中央の〇・五メートルは、表に含まれていません。</a:t>
            </a:r>
          </a:p>
          <a:p xmlns:a="http://schemas.openxmlformats.org/drawingml/2006/main">
            <a:r>
              <a:t>この中央を追加で計算すると、五十ニュートンメートルになります。赤い点を見てください。はり全体の最大値は、六点の表だけを見た最大値より大きくなっています。</a:t>
            </a:r>
          </a:p>
          <a:p xmlns:a="http://schemas.openxmlformats.org/drawingml/2006/main">
            <a:r>
              <a:t>刻みを細かくする方法に加え、せん断力がゼロになる位置を式で調べる方法もあります。計算点を増やせば、必ず正確な最大位置が含まれる、とは限りません。</a:t>
            </a:r>
          </a:p>
          <a:p xmlns:a="http://schemas.openxmlformats.org/drawingml/2006/main">
            <a:r>
              <a:t>この図は、実際に測った結果ではなく、仮想モデルの計算です。AIや表計算で最大値を求めるときも、表にある点の最大か、点の間を含む全体の最大かを、先に決めてください。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a:p xmlns:a="http://schemas.openxmlformats.org/drawingml/2006/main">
            <a:r>
              <a:t>切断と符号の考え方の照合：University of Alberta, Types of internal forces（https://engcourses-uofa.ca/books/statics/internal-forces/types-of-internal-forces-and-their-diagrams/）。確認日2026-10-31。図は講義用に作成し、数値は仮想モデルによる。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演習5です。全長一メートルの単純支持ばりについて、二つの載せ方を比べます。左は、一メートル当たり四百ニュートンの等分布荷重。右は、中央へ集中させた四百ニュートンです。</a:t>
            </a:r>
          </a:p>
          <a:p xmlns:a="http://schemas.openxmlformats.org/drawingml/2006/main">
            <a:r>
              <a:t>四分間で、合力と左右の反力を求め、せん断力図と最大の曲げモーメントを比較してください。はりの自重は省きます。</a:t>
            </a:r>
          </a:p>
          <a:p xmlns:a="http://schemas.openxmlformats.org/drawingml/2006/main">
            <a:r>
              <a:t>等分布のほうは、せん断力がゼロになる位置を求め、そこまでの線図の三角形の面積も使います。中央集中のほうは、荷重点の左右を分けて考えます。</a:t>
            </a:r>
          </a:p>
          <a:p xmlns:a="http://schemas.openxmlformats.org/drawingml/2006/main">
            <a:r>
              <a:t>反力が同じになったとしても、内部の分布まで同じと決めないでください。全体の図と、途中まで切り出した図で、含まれる荷重をそれぞれ確認しましょう。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全荷重は、どちらも四百ニュートンです。作用位置が左右対称なので、反力も二百ニュートンずつになります。</a:t>
            </a:r>
          </a:p>
          <a:p xmlns:a="http://schemas.openxmlformats.org/drawingml/2006/main">
            <a:r>
              <a:t>等分布の場合は、せん断力が二百から四百かけるエックスを引いた値です。中央の〇・五メートルでゼロになります。左端から中央までのせん断力図は三角形なので、面積は二百かける〇・五を二で割り、五十ニュートンメートルです。</a:t>
            </a:r>
          </a:p>
          <a:p xmlns:a="http://schemas.openxmlformats.org/drawingml/2006/main">
            <a:r>
              <a:t>中央集中の場合は、左半分のせん断力が二百ニュートンで一定です。同じ区間の面積は長方形で、二百かける〇・五、つまり百ニュートンメートルです。</a:t>
            </a:r>
          </a:p>
          <a:p xmlns:a="http://schemas.openxmlformats.org/drawingml/2006/main">
            <a:r>
              <a:t>グラフは、二つの曲げモーメントを重ねています。等分布では中央が五十、中央集中では百です。同じ総荷重でも、最大値は二倍違います。</a:t>
            </a:r>
          </a:p>
          <a:p xmlns:a="http://schemas.openxmlformats.org/drawingml/2006/main">
            <a:r>
              <a:t>全体のつり合いを保つ合力への置き換えは、途中の断面の左右に荷重がどう分かれるかまでは保ちません。合計や平均が同じでも内部の分布が決まるわけではない、というデータの読み方にもつながります。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学校での製作や観察を説明するにも、その背景の専門的な理解が必要です。表を上から見てください。</a:t>
            </a:r>
          </a:p>
          <a:p xmlns:a="http://schemas.openxmlformats.org/drawingml/2006/main">
            <a:r>
              <a:t>中学校の技術分野で支え方を変えて比較するとき、教員は、どの移動と回転を止めているかを理解しておきます。生徒が見た変形の違いを、支点の条件や荷重位置と結び付けて説明するためです。</a:t>
            </a:r>
          </a:p>
          <a:p xmlns:a="http://schemas.openxmlformats.org/drawingml/2006/main">
            <a:r>
              <a:t>高校工業の機械設計では、力とモーメントのつり合い、部材の内部の作用を求める学習へ直接つながります。</a:t>
            </a:r>
          </a:p>
          <a:p xmlns:a="http://schemas.openxmlformats.org/drawingml/2006/main">
            <a:r>
              <a:t>情報Ⅰへの接続は、今回のはりを、モデル化や計算結果の検証の題材にするという授業提案です。はりの各公式が情報Ⅰの必修項目、という意味ではありません。位置ごとの値を表にし、刻み方によって何を見落とすかを考える活動に使えます。</a:t>
            </a:r>
          </a:p>
          <a:p xmlns:a="http://schemas.openxmlformats.org/drawingml/2006/main">
            <a:r>
              <a:t>教員採用試験の準備でも、答えの数値と、その理由を説明する理解を組にします。AIの図や式を点検する際も、支持の条件、つり合い、単位へ戻って確認できることを目指します。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接続・想定問題1です。ここからは、本講義で作った自己確認の問題です。過去の試験問題の転載ではありません。</a:t>
            </a:r>
          </a:p>
          <a:p xmlns:a="http://schemas.openxmlformats.org/drawingml/2006/main">
            <a:r>
              <a:t>長さ一・二メートルの単純支持ばりで、Aから〇・四メートルの位置へ、下向き三百ニュートンを載せます。</a:t>
            </a:r>
          </a:p>
          <a:p xmlns:a="http://schemas.openxmlformats.org/drawingml/2006/main">
            <a:r>
              <a:t>検討する文では、左反力を百二十、右反力を百八十ニュートンとしています。AI回答を想定して作った文で、実際のサービスの出力ではありません。</a:t>
            </a:r>
          </a:p>
          <a:p xmlns:a="http://schemas.openxmlformats.org/drawingml/2006/main">
            <a:r>
              <a:t>三分間で、力の合計と、Aまわりのモーメントを検算し、必要なら訂正してください。AIを実際に使う必要はありません。図と途中式を使い、何の条件を満たし、何の条件を満たさないかを示しましょう。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解説後の記録・休憩：180秒。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反力の合計は、百二十と百八十を足して三百ニュートンです。鉛直方向の力のつり合いは満たしています。</a:t>
            </a:r>
          </a:p>
          <a:p xmlns:a="http://schemas.openxmlformats.org/drawingml/2006/main">
            <a:r>
              <a:t>次はAまわりです。右反力百八十に、一・二メートルを掛けると、反時計回り二百十六ニュートンメートルです。荷重三百に〇・四メートルを掛けると、時計回り百二十ニュートンメートルです。</a:t>
            </a:r>
          </a:p>
          <a:p xmlns:a="http://schemas.openxmlformats.org/drawingml/2006/main">
            <a:r>
              <a:t>差の九十六ニュートンメートルが残るので、回転のつり合いを満たしていません。合計が合ったことだけでは、正しい反力とは判断できません。</a:t>
            </a:r>
          </a:p>
          <a:p xmlns:a="http://schemas.openxmlformats.org/drawingml/2006/main">
            <a:r>
              <a:t>正しくは、右反力かける一・二が、三百かける〇・四に等しくなります。右は百、左は二百ニュートンです。これは演習1の結果と一致します。</a:t>
            </a:r>
          </a:p>
          <a:p xmlns:a="http://schemas.openxmlformats.org/drawingml/2006/main">
            <a:r>
              <a:t>訂正後の値でもう一度、力とモーメントの両方を確かめてください。AIや計算ソフトの答えに対しても、単位が合うこと、合計が合うことに加えて、独立した別の条件を満たすかを点検します。</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接続・想定問題2です。長さ一・二メートルの単純支持ばりへ、四百ニュートンを載せます。はりの自重は省きます。</a:t>
            </a:r>
          </a:p>
          <a:p xmlns:a="http://schemas.openxmlformats.org/drawingml/2006/main">
            <a:r>
              <a:t>荷重点がAから〇・三メートルの場合と、〇・六メートルの場合を比べてください。各場合の左右の反力と、最大の曲げモーメントを求めます。</a:t>
            </a:r>
          </a:p>
          <a:p xmlns:a="http://schemas.openxmlformats.org/drawingml/2006/main">
            <a:r>
              <a:t>四分間で、荷重位置を変えた二つの図を描き、どの距離を式へ使ったかも記録しましょう。〇・六メートルは中央ですが、〇・三メートルは中央ではありません。総荷重が同じときにも、位置の違いがどの結果に現れるかを説明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荷重点がAから〇・三メートルの場合、右反力は、四百かける〇・三を一・二で割り、百ニュートンです。左反力は三百ニュートンになります。</a:t>
            </a:r>
          </a:p>
          <a:p xmlns:a="http://schemas.openxmlformats.org/drawingml/2006/main">
            <a:r>
              <a:t>曲げモーメントは荷重点で最大になります。左反力三百に、Aからの〇・三メートルを掛けて、九十ニュートンメートルです。</a:t>
            </a:r>
          </a:p>
          <a:p xmlns:a="http://schemas.openxmlformats.org/drawingml/2006/main">
            <a:r>
              <a:t>中央の〇・六メートルへ移すと、反力は二百ニュートンずつです。最大の曲げモーメントは、二百かける〇・六で、百二十ニュートンメートルになります。</a:t>
            </a:r>
          </a:p>
          <a:p xmlns:a="http://schemas.openxmlformats.org/drawingml/2006/main">
            <a:r>
              <a:t>このモデルで荷重点までの距離を小文字のエーとすると、最大モーメントは、荷重、エー、全長からエーを引いた長さを掛け、全長で割った値です。荷重と全長を一定にして位置を動かすと、中央に載せた場合が最も大きくなります。</a:t>
            </a:r>
          </a:p>
          <a:p xmlns:a="http://schemas.openxmlformats.org/drawingml/2006/main">
            <a:r>
              <a:t>これは、支点間に一つの下向き集中荷重を載せた比較です。異なる荷重分布や支持条件へ、同じ結論をそのまま広げず、条件から求め直してください。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接続・想定問題3です。支点間の距離は一・六メートル、総荷重は三百二十ニュートンです。両端を単純支持とし、はりの自重は省きます。</a:t>
            </a:r>
          </a:p>
          <a:p xmlns:a="http://schemas.openxmlformats.org/drawingml/2006/main">
            <a:r>
              <a:t>一つ目は、この荷重を全長へ均等に分布させる場合です。二つ目は、中央の一点へ集中させる場合です。</a:t>
            </a:r>
          </a:p>
          <a:p xmlns:a="http://schemas.openxmlformats.org/drawingml/2006/main">
            <a:r>
              <a:t>四分間で、それぞれの反力と最大の曲げモーメントを求め、比較してください。等分布のほうでは、まず一メートル当たりの荷重を求めます。</a:t>
            </a:r>
          </a:p>
          <a:p xmlns:a="http://schemas.openxmlformats.org/drawingml/2006/main">
            <a:r>
              <a:t>説明には、全体のつり合いの図と、途中まで切り出した図を使ってください。合力が同じでも結果が違う理由を、含まれる荷重の位置と量から説明しましょう。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解説後の記録・休憩：240秒。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どちらの場合も、全体の反力は百六十ニュートンずつです。総荷重と、その中心の位置が共通だからです。</a:t>
            </a:r>
          </a:p>
          <a:p xmlns:a="http://schemas.openxmlformats.org/drawingml/2006/main">
            <a:r>
              <a:t>等分布の場合は、三百二十を一・六で割るので、一メートル当たり二百ニュートンです。中央までのせん断力図は、高さ百六十ニュートン、幅〇・八メートルの三角形になります。面積は、百六十かける〇・八を二で割って、六十四ニュートンメートルです。</a:t>
            </a:r>
          </a:p>
          <a:p xmlns:a="http://schemas.openxmlformats.org/drawingml/2006/main">
            <a:r>
              <a:t>中央集中の場合、同じ区間のせん断力図は長方形です。百六十かける〇・八で、百二十八ニュートンメートルになります。</a:t>
            </a:r>
          </a:p>
          <a:p xmlns:a="http://schemas.openxmlformats.org/drawingml/2006/main">
            <a:r>
              <a:t>途中の断面から左側だけを取り出すと、等分布の場合は、その区間にも荷重が分布しています。中央集中の場合は、中央より左の区間に、その荷重は含まれません。</a:t>
            </a:r>
          </a:p>
          <a:p xmlns:a="http://schemas.openxmlformats.org/drawingml/2006/main">
            <a:r>
              <a:t>この違いが、せん断力図の傾きや、曲げモーメント図の形へ現れます。全体の反力を求めるための置き換えと、内部の分布を求める計算を区別して説明してください。</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接続・想定問題4です。長さ一メートルの単純支持ばりで、荷重の強さは、一メートル当たり四百ニュートンです。全長へ均等に載せ、はりの自重は省きます。</a:t>
            </a:r>
          </a:p>
          <a:p xmlns:a="http://schemas.openxmlformats.org/drawingml/2006/main">
            <a:r>
              <a:t>計算する位置は、ゼロから一メートルまで、〇・二メートル刻みの六点です。曲げモーメントは順に、ゼロ、三十二、四十八、四十八、三十二、ゼロ、ニュートンメートルです。</a:t>
            </a:r>
          </a:p>
          <a:p xmlns:a="http://schemas.openxmlformats.org/drawingml/2006/main">
            <a:r>
              <a:t>AI回答を想定した検討文には、「最大の曲げモーメントは四十八」とあります。実際のサービスの出力ではありません。</a:t>
            </a:r>
          </a:p>
          <a:p xmlns:a="http://schemas.openxmlformats.org/drawingml/2006/main">
            <a:r>
              <a:t>三分間で、表の中の最大値と、はり全体の最大値を区別してください。検討文がどちらの問いに答えた場合なら正しいか、追加でどこを調べるべきかを記録します。スライド37のグラフへ戻っても構いません。</a:t>
            </a:r>
          </a:p>
          <a:p xmlns:a="http://schemas.openxmlformats.org/drawingml/2006/main">
            <a:r>
              <a:t/>
            </a:r>
          </a:p>
          <a:p xmlns:a="http://schemas.openxmlformats.org/drawingml/2006/main">
            <a:r>
              <a:t>【読み上げ対象外：学習時間・出典】</a:t>
            </a:r>
          </a:p>
          <a:p xmlns:a="http://schemas.openxmlformats.org/drawingml/2006/main">
            <a:r>
              <a:t>解説後の記録・休憩：180秒。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六点の表に含まれる最大値は、四十八ニュートンメートルです。まず、この範囲では正しいことを確認します。</a:t>
            </a:r>
          </a:p>
          <a:p xmlns:a="http://schemas.openxmlformats.org/drawingml/2006/main">
            <a:r>
              <a:t>はり全体の最大値を求める場合は、点と点の間も調べます。今回の曲げモーメントは滑らかな放物線です。その傾きに当たるせん断力が、ゼロになる位置を求めます。</a:t>
            </a:r>
          </a:p>
          <a:p xmlns:a="http://schemas.openxmlformats.org/drawingml/2006/main">
            <a:r>
              <a:t>二百から四百かけるエックスを引いてゼロ、なので、位置は〇・五メートルです。この前後で傾きが正から負へ変わります。その位置を曲げモーメントの式へ入れると、五十ニュートンメートルになります。</a:t>
            </a:r>
          </a:p>
          <a:p xmlns:a="http://schemas.openxmlformats.org/drawingml/2006/main">
            <a:r>
              <a:t>したがって、表の六点の最大は四十八、連続したモデル全体の最大は五十です。検討文がどの範囲について答えているかを明らかにしてください。</a:t>
            </a:r>
          </a:p>
          <a:p xmlns:a="http://schemas.openxmlformats.org/drawingml/2006/main">
            <a:r>
              <a:t>集中荷重の問題では、せん断力がゼロを通らずに跳ぶ例もありました。全ての最大値を同じ手順だけで探さず、左右の変化や端の値も確認します。データを増やすことに加え、モデルの性質を使って点検し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まとめます。最初に、はり全体を取り出して、反力を求めました。次に、途中で仮に切った片側を取り出し、せん断力と曲げモーメントを求めました。どちらも、力とモーメントのつり合いを使っています。</a:t>
            </a:r>
          </a:p>
          <a:p xmlns:a="http://schemas.openxmlformats.org/drawingml/2006/main">
            <a:r>
              <a:t>集中荷重では、切断位置によって、含まれる荷重が変わりました。分布荷重では、全体の合力と、切り出した部分の合力を分けました。線図を数値化するときは、荷重点の左右と、点の間も確認しました。</a:t>
            </a:r>
          </a:p>
          <a:p xmlns:a="http://schemas.openxmlformats.org/drawingml/2006/main">
            <a:r>
              <a:t>二分間、画面の三つの項目から一つを選び、図と言葉で説明してください。どこを取り出したか、どの向きを正としたか、どの距離を使ったかが、相手に伝わるように書きます。</a:t>
            </a:r>
          </a:p>
          <a:p xmlns:a="http://schemas.openxmlformats.org/drawingml/2006/main">
            <a:r>
              <a:t>次回は、ここで求めた曲げモーメントと、断面の形を結び付け、応力やたわみを比較します。力の分布と材料の性質をつないで考えていきましょう。</a:t>
            </a:r>
          </a:p>
          <a:p xmlns:a="http://schemas.openxmlformats.org/drawingml/2006/main">
            <a:r>
              <a:t/>
            </a:r>
          </a:p>
          <a:p xmlns:a="http://schemas.openxmlformats.org/drawingml/2006/main">
            <a:r>
              <a:t>【読み上げ対象外：学習時間・出典】</a:t>
            </a:r>
          </a:p>
          <a:p xmlns:a="http://schemas.openxmlformats.org/drawingml/2006/main">
            <a:r>
              <a:t>解説後の記録・休憩：120秒。</a:t>
            </a:r>
          </a:p>
          <a:p xmlns:a="http://schemas.openxmlformats.org/drawingml/2006/main">
            <a:r>
              <a:t>参照：既存の工業材料概論教材。</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3ef14ee0aef430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6d31188eaf6441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bc5bfb041394b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424bcb728354b8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5a5858bb01d42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690f6e4c6cf42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1C7C26-445A-4D2B-B3C7-396867FB0B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B5D4EA-C627-40D7-9758-804A643458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1CE61B8-28BB-4702-9732-28A9987ACFC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E7F6E55-8690-47ED-864F-706BBEC8A7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7069715-EF7B-4A71-8465-B50E0902B8A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716BFF-F3DE-4802-9F20-2B36975A44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A92231-EE06-4908-81FE-DF5B092187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9D9F0F-98C8-41E8-B65D-12F25AED7FC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15E71F-154A-4B4C-BE61-9E87652713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E3A76AE-530B-471B-A6D0-E3B5D8D7BB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c8652f891444ff0" /><Relationship Type="http://schemas.openxmlformats.org/officeDocument/2006/relationships/slideLayout" Target="/ppt/slideLayouts/slideLayout1.xml" Id="Ra3cc7d7beca240a5" /><Relationship Type="http://schemas.openxmlformats.org/officeDocument/2006/relationships/slideLayout" Target="/ppt/slideLayouts/slideLayout2.xml" Id="R862bf2efe26d4f10" /><Relationship Type="http://schemas.openxmlformats.org/officeDocument/2006/relationships/slideLayout" Target="/ppt/slideLayouts/slideLayout3.xml" Id="R17465303f65c4806" /><Relationship Type="http://schemas.openxmlformats.org/officeDocument/2006/relationships/slideLayout" Target="/ppt/slideLayouts/slideLayout4.xml" Id="R2b035c69f83c4cca" /><Relationship Type="http://schemas.openxmlformats.org/officeDocument/2006/relationships/slideLayout" Target="/ppt/slideLayouts/slideLayout5.xml" Id="R71fc6b36cf0a4018" /><Relationship Type="http://schemas.openxmlformats.org/officeDocument/2006/relationships/slideLayout" Target="/ppt/slideLayouts/slideLayout6.xml" Id="Rc94fd774952a48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cc7d7beca240a5"/>
    <p:sldLayoutId xmlns:r="http://schemas.openxmlformats.org/officeDocument/2006/relationships" id="2147483650" r:id="R862bf2efe26d4f10"/>
    <p:sldLayoutId xmlns:r="http://schemas.openxmlformats.org/officeDocument/2006/relationships" id="2147483651" r:id="R17465303f65c4806"/>
    <p:sldLayoutId xmlns:r="http://schemas.openxmlformats.org/officeDocument/2006/relationships" id="2147483652" r:id="R2b035c69f83c4cca"/>
    <p:sldLayoutId xmlns:r="http://schemas.openxmlformats.org/officeDocument/2006/relationships" id="2147483653" r:id="R71fc6b36cf0a4018"/>
    <p:sldLayoutId xmlns:r="http://schemas.openxmlformats.org/officeDocument/2006/relationships" id="2147483654" r:id="Rc94fd774952a48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0929af4dbe8498e" /><Relationship Type="http://schemas.openxmlformats.org/officeDocument/2006/relationships/notesSlide" Target="/ppt/notesSlides/notesSlide1.xml" Id="R1be9bb7f463745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4d7fafe6db042a0" /><Relationship Type="http://schemas.openxmlformats.org/officeDocument/2006/relationships/notesSlide" Target="/ppt/notesSlides/notesSlide2.xml" Id="Ra7a920cc5c464d0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d012e9c74314a0c" /><Relationship Type="http://schemas.openxmlformats.org/officeDocument/2006/relationships/notesSlide" Target="/ppt/notesSlides/notesSlide3.xml" Id="Red053a9392904da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bfe0a6b1bf549f6" /><Relationship Type="http://schemas.openxmlformats.org/officeDocument/2006/relationships/notesSlide" Target="/ppt/notesSlides/notesSlide4.xml" Id="R6ea8bfa20cb94d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dd23ff7334648bd" /><Relationship Type="http://schemas.openxmlformats.org/officeDocument/2006/relationships/notesSlide" Target="/ppt/notesSlides/notesSlide5.xml" Id="R0b20928d795344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cd78f64afed4756" /><Relationship Type="http://schemas.openxmlformats.org/officeDocument/2006/relationships/notesSlide" Target="/ppt/notesSlides/notesSlide6.xml" Id="Rbc55c29ef463468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5927b25c4194e04" /><Relationship Type="http://schemas.openxmlformats.org/officeDocument/2006/relationships/notesSlide" Target="/ppt/notesSlides/notesSlide7.xml" Id="R68d5acdfccc7468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96e9341f65543f7" /><Relationship Type="http://schemas.openxmlformats.org/officeDocument/2006/relationships/notesSlide" Target="/ppt/notesSlides/notesSlide8.xml" Id="Re3d934722740443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8f410a51f3e40de" /><Relationship Type="http://schemas.openxmlformats.org/officeDocument/2006/relationships/notesSlide" Target="/ppt/notesSlides/notesSlide9.xml" Id="R2ffd12733cd9486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818498b94ea4883" /><Relationship Type="http://schemas.openxmlformats.org/officeDocument/2006/relationships/notesSlide" Target="/ppt/notesSlides/notesSlide10.xml" Id="R78d42a6d87c4493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625dbaf46dd4faa" /><Relationship Type="http://schemas.openxmlformats.org/officeDocument/2006/relationships/notesSlide" Target="/ppt/notesSlides/notesSlide11.xml" Id="R0f1b77cc27254a2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670256ce7894bde" /><Relationship Type="http://schemas.openxmlformats.org/officeDocument/2006/relationships/notesSlide" Target="/ppt/notesSlides/notesSlide12.xml" Id="R6186552d2cc247b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ab2d7913a51417a" /><Relationship Type="http://schemas.openxmlformats.org/officeDocument/2006/relationships/notesSlide" Target="/ppt/notesSlides/notesSlide13.xml" Id="R8805e7e7808146a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63a80f28f7f431e" /><Relationship Type="http://schemas.openxmlformats.org/officeDocument/2006/relationships/notesSlide" Target="/ppt/notesSlides/notesSlide14.xml" Id="R0715ac6c714d42e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1531462203a4133" /><Relationship Type="http://schemas.openxmlformats.org/officeDocument/2006/relationships/notesSlide" Target="/ppt/notesSlides/notesSlide15.xml" Id="R1d919ae71d4c415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38a81edec0c4e25" /><Relationship Type="http://schemas.openxmlformats.org/officeDocument/2006/relationships/notesSlide" Target="/ppt/notesSlides/notesSlide16.xml" Id="Rdfe1d9edcef54c2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ddaf94a24d34a84" /><Relationship Type="http://schemas.openxmlformats.org/officeDocument/2006/relationships/notesSlide" Target="/ppt/notesSlides/notesSlide17.xml" Id="Rad85242f79d4495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4d42c7d54b64a55" /><Relationship Type="http://schemas.openxmlformats.org/officeDocument/2006/relationships/notesSlide" Target="/ppt/notesSlides/notesSlide18.xml" Id="R77fc946eb334425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eb7b9b2c89d4479" /><Relationship Type="http://schemas.openxmlformats.org/officeDocument/2006/relationships/chart" Target="/ppt/slides/charts/chart1.xml" Id="Rfff3f9be976a4baa" /><Relationship Type="http://schemas.openxmlformats.org/officeDocument/2006/relationships/notesSlide" Target="/ppt/notesSlides/notesSlide19.xml" Id="R1a0a33bf83724fe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e6bbefe4f0b429e" /><Relationship Type="http://schemas.openxmlformats.org/officeDocument/2006/relationships/chart" Target="/ppt/slides/charts/chart2.xml" Id="R33a4328d347b4c21" /><Relationship Type="http://schemas.openxmlformats.org/officeDocument/2006/relationships/notesSlide" Target="/ppt/notesSlides/notesSlide20.xml" Id="R5e64d6d25afd41c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eca339ca5c64b4d" /><Relationship Type="http://schemas.openxmlformats.org/officeDocument/2006/relationships/notesSlide" Target="/ppt/notesSlides/notesSlide21.xml" Id="R84e5508bd34d48f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552e683f61f489f" /><Relationship Type="http://schemas.openxmlformats.org/officeDocument/2006/relationships/chart" Target="/ppt/slides/charts/chart3.xml" Id="R159fa40757844f8e" /><Relationship Type="http://schemas.openxmlformats.org/officeDocument/2006/relationships/notesSlide" Target="/ppt/notesSlides/notesSlide22.xml" Id="R631ab31250c54a1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0f528aac8a64d08" /><Relationship Type="http://schemas.openxmlformats.org/officeDocument/2006/relationships/notesSlide" Target="/ppt/notesSlides/notesSlide23.xml" Id="Rf4e21d4cbb9e463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febfc1d81ce4bcf" /><Relationship Type="http://schemas.openxmlformats.org/officeDocument/2006/relationships/notesSlide" Target="/ppt/notesSlides/notesSlide24.xml" Id="R12b21f27ff1e4e6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f75bdfe691b4111" /><Relationship Type="http://schemas.openxmlformats.org/officeDocument/2006/relationships/notesSlide" Target="/ppt/notesSlides/notesSlide25.xml" Id="R55ad7c9b91154f0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8f57ded68b64a42" /><Relationship Type="http://schemas.openxmlformats.org/officeDocument/2006/relationships/notesSlide" Target="/ppt/notesSlides/notesSlide26.xml" Id="R99eb69772522415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79da6b4866d4f64" /><Relationship Type="http://schemas.openxmlformats.org/officeDocument/2006/relationships/notesSlide" Target="/ppt/notesSlides/notesSlide27.xml" Id="Raeb23841af6d471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5a069de2a0a48f5" /><Relationship Type="http://schemas.openxmlformats.org/officeDocument/2006/relationships/notesSlide" Target="/ppt/notesSlides/notesSlide28.xml" Id="Ra43925777d8046c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45dc6a90c3a4044" /><Relationship Type="http://schemas.openxmlformats.org/officeDocument/2006/relationships/notesSlide" Target="/ppt/notesSlides/notesSlide29.xml" Id="R987d4ff3e9304ec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1163acbec4146bd" /><Relationship Type="http://schemas.openxmlformats.org/officeDocument/2006/relationships/notesSlide" Target="/ppt/notesSlides/notesSlide30.xml" Id="Re28f8f1aa8f64cb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f291ac124a64309" /><Relationship Type="http://schemas.openxmlformats.org/officeDocument/2006/relationships/notesSlide" Target="/ppt/notesSlides/notesSlide31.xml" Id="R542bd2bd77d44bb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0186f29d78e4530" /><Relationship Type="http://schemas.openxmlformats.org/officeDocument/2006/relationships/notesSlide" Target="/ppt/notesSlides/notesSlide32.xml" Id="R415b1050cd56410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61be6b68cac4f19" /><Relationship Type="http://schemas.openxmlformats.org/officeDocument/2006/relationships/notesSlide" Target="/ppt/notesSlides/notesSlide33.xml" Id="R77bf3614acfe4d6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16ab1790245d479e" /><Relationship Type="http://schemas.openxmlformats.org/officeDocument/2006/relationships/notesSlide" Target="/ppt/notesSlides/notesSlide34.xml" Id="Rb2e7993c8c2f481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4bde844e7404b8c" /><Relationship Type="http://schemas.openxmlformats.org/officeDocument/2006/relationships/notesSlide" Target="/ppt/notesSlides/notesSlide35.xml" Id="Rdd5635ae47384c7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9b7707b1bf34c6f" /><Relationship Type="http://schemas.openxmlformats.org/officeDocument/2006/relationships/chart" Target="/ppt/slides/charts/chart4.xml" Id="R7400e1695d3749c3" /><Relationship Type="http://schemas.openxmlformats.org/officeDocument/2006/relationships/chart" Target="/ppt/slides/charts/chart5.xml" Id="Rfd363949f763493e" /><Relationship Type="http://schemas.openxmlformats.org/officeDocument/2006/relationships/notesSlide" Target="/ppt/notesSlides/notesSlide36.xml" Id="R2aa60f8e38a042a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e86ef00cf96414e" /><Relationship Type="http://schemas.openxmlformats.org/officeDocument/2006/relationships/chart" Target="/ppt/slides/charts/chart6.xml" Id="Rabbfde069fa846f7" /><Relationship Type="http://schemas.openxmlformats.org/officeDocument/2006/relationships/notesSlide" Target="/ppt/notesSlides/notesSlide37.xml" Id="Rf54f4a365f43489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714ee236584644e4" /><Relationship Type="http://schemas.openxmlformats.org/officeDocument/2006/relationships/notesSlide" Target="/ppt/notesSlides/notesSlide38.xml" Id="Rb9263bcd5f42447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8c8a79b913fc4eca" /><Relationship Type="http://schemas.openxmlformats.org/officeDocument/2006/relationships/chart" Target="/ppt/slides/charts/chart7.xml" Id="R74bb1f1681b64e7f" /><Relationship Type="http://schemas.openxmlformats.org/officeDocument/2006/relationships/notesSlide" Target="/ppt/notesSlides/notesSlide39.xml" Id="Rcbf5374e4e484eb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cf73cac86e16442b" /><Relationship Type="http://schemas.openxmlformats.org/officeDocument/2006/relationships/notesSlide" Target="/ppt/notesSlides/notesSlide40.xml" Id="R26121bab1f9e4de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4366e3baa194dd7" /><Relationship Type="http://schemas.openxmlformats.org/officeDocument/2006/relationships/notesSlide" Target="/ppt/notesSlides/notesSlide41.xml" Id="R54527c9337e3405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b395355bc0c43ff" /><Relationship Type="http://schemas.openxmlformats.org/officeDocument/2006/relationships/notesSlide" Target="/ppt/notesSlides/notesSlide42.xml" Id="R9ba6f31c818c4bf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6c8218c94c24648" /><Relationship Type="http://schemas.openxmlformats.org/officeDocument/2006/relationships/notesSlide" Target="/ppt/notesSlides/notesSlide43.xml" Id="R7403465166304df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482c020ee274dea" /><Relationship Type="http://schemas.openxmlformats.org/officeDocument/2006/relationships/notesSlide" Target="/ppt/notesSlides/notesSlide44.xml" Id="Ra4d4dad807a4406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67d8d47f8194586" /><Relationship Type="http://schemas.openxmlformats.org/officeDocument/2006/relationships/notesSlide" Target="/ppt/notesSlides/notesSlide45.xml" Id="Rb5fbcf89811c44e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0054817a9fb46d0" /><Relationship Type="http://schemas.openxmlformats.org/officeDocument/2006/relationships/notesSlide" Target="/ppt/notesSlides/notesSlide46.xml" Id="R0f447c3798254c1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fcc30dc4ff0946e2" /><Relationship Type="http://schemas.openxmlformats.org/officeDocument/2006/relationships/notesSlide" Target="/ppt/notesSlides/notesSlide47.xml" Id="R9132ec476d5d4879"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2b4ce4c09c14c52" /><Relationship Type="http://schemas.openxmlformats.org/officeDocument/2006/relationships/notesSlide" Target="/ppt/notesSlides/notesSlide48.xml" Id="R4ea164d1c66c4af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5248ded7693f45ad" /><Relationship Type="http://schemas.openxmlformats.org/officeDocument/2006/relationships/notesSlide" Target="/ppt/notesSlides/notesSlide49.xml" Id="R420cd10ff6394b9b" /></Relationships>
</file>

<file path=ppt/slides/charts/_rels/chart1.xml.rels><?xml version='1.0' encoding='utf-8'?>
<Relationships xmlns="http://schemas.openxmlformats.org/package/2006/relationships"><Relationship Id="rIdChartSnapshot1" Type="http://schemas.openxmlformats.org/officeDocument/2006/relationships/package" Target="../../preserved-source/ppt/embeddings/chart-data-snapshot-001.xlsx" /></Relationships>
</file>

<file path=ppt/slides/charts/_rels/chart2.xml.rels><?xml version='1.0' encoding='utf-8'?>
<Relationships xmlns="http://schemas.openxmlformats.org/package/2006/relationships"><Relationship Id="rIdChartSnapshot1" Type="http://schemas.openxmlformats.org/officeDocument/2006/relationships/package" Target="../../preserved-source/ppt/embeddings/chart-data-snapshot-002.xlsx" /></Relationships>
</file>

<file path=ppt/slides/charts/_rels/chart3.xml.rels><Relationships xmlns="http://schemas.openxmlformats.org/package/2006/relationships"><Relationship Id="rIdChartSnapshot1" Type="http://schemas.openxmlformats.org/officeDocument/2006/relationships/package" Target="../../embeddings/chart-data-snapshot-001.xlsx"/></Relationships>
</file>

<file path=ppt/slides/charts/_rels/chart4.xml.rels><?xml version='1.0' encoding='utf-8'?>
<Relationships xmlns="http://schemas.openxmlformats.org/package/2006/relationships"><Relationship Id="rIdChartSnapshot1" Type="http://schemas.openxmlformats.org/officeDocument/2006/relationships/package" Target="../../preserved-source/ppt/embeddings/chart-data-snapshot-003.xlsx" /></Relationships>
</file>

<file path=ppt/slides/charts/_rels/chart5.xml.rels><?xml version='1.0' encoding='utf-8'?>
<Relationships xmlns="http://schemas.openxmlformats.org/package/2006/relationships"><Relationship Id="rIdChartSnapshot1" Type="http://schemas.openxmlformats.org/officeDocument/2006/relationships/package" Target="../../preserved-source/ppt/embeddings/chart-data-snapshot-004.xlsx" /></Relationships>
</file>

<file path=ppt/slides/charts/_rels/chart6.xml.rels><Relationships xmlns="http://schemas.openxmlformats.org/package/2006/relationships"><Relationship Id="rIdChartSnapshot1" Type="http://schemas.openxmlformats.org/officeDocument/2006/relationships/package" Target="../../embeddings/chart-data-snapshot-002.xlsx"/></Relationships>
</file>

<file path=ppt/slides/charts/_rels/chart7.xml.rels><?xml version='1.0' encoding='utf-8'?>
<Relationships xmlns="http://schemas.openxmlformats.org/package/2006/relationships"><Relationship Id="rIdChartSnapshot1" Type="http://schemas.openxmlformats.org/officeDocument/2006/relationships/package" Target="../../preserved-source/ppt/embeddings/chart-data-snapshot-005.xlsx" /></Relationships>
</file>

<file path=ppt/slides/charts/chart1.xml><?xml version="1.0" encoding="utf-8"?>
<c:chartSpace xmlns:c="http://schemas.openxmlformats.org/drawingml/2006/chart" xmlns:r="http://schemas.openxmlformats.org/officeDocument/2006/relationships">
  <c:lang val="en-US"/>
  <c:chart>
    <c:plotArea>
      <c:scatterChart>
        <c:scatterStyle val="line"/>
        <c:varyColors val="0"/>
        <c:ser>
          <c:idx val="0"/>
          <c:order val="0"/>
          <c:tx>
            <c:v>V(x)</c:v>
          </c:tx>
          <c:spPr>
            <a:ln xmlns:a="http://schemas.openxmlformats.org/drawingml/2006/main" w="28575">
              <a:solidFill>
                <a:srgbClr val="7655A5"/>
              </a:solidFill>
            </a:ln>
          </c:spPr>
          <c:marker>
            <c:symbol val="circle"/>
            <c:size val="3"/>
            <c:spPr>
              <a:solidFill xmlns:a="http://schemas.openxmlformats.org/drawingml/2006/main">
                <a:srgbClr val="7655A5"/>
              </a:solidFill>
            </c:spPr>
          </c:marker>
          <c:xVal>
            <c:numRef>
              <c:f>'Chart Data'!$A$2:$A$7</c:f>
              <c:numCache>
                <c:formatCode>General</c:formatCode>
                <c:ptCount val="6"/>
                <c:pt idx="0">
                  <c:v>0</c:v>
                </c:pt>
                <c:pt idx="1">
                  <c:v>0</c:v>
                </c:pt>
                <c:pt idx="2">
                  <c:v>0.6</c:v>
                </c:pt>
                <c:pt idx="3">
                  <c:v>0.6</c:v>
                </c:pt>
                <c:pt idx="4">
                  <c:v>1.2</c:v>
                </c:pt>
                <c:pt idx="5">
                  <c:v>1.2</c:v>
                </c:pt>
              </c:numCache>
            </c:numRef>
          </c:xVal>
          <c:yVal>
            <c:numRef>
              <c:f>'Chart Data'!$B$2:$B$7</c:f>
              <c:numCache>
                <c:formatCode>0</c:formatCode>
                <c:ptCount val="6"/>
                <c:pt idx="0">
                  <c:v>0</c:v>
                </c:pt>
                <c:pt idx="1">
                  <c:v>100</c:v>
                </c:pt>
                <c:pt idx="2">
                  <c:v>100</c:v>
                </c:pt>
                <c:pt idx="3">
                  <c:v>-100</c:v>
                </c:pt>
                <c:pt idx="4">
                  <c:v>-100</c:v>
                </c:pt>
                <c:pt idx="5">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10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V / N</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100"/>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6"/>
      </c:valAx>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varyColors val="0"/>
        <c:ser>
          <c:idx val="0"/>
          <c:order val="0"/>
          <c:tx>
            <c:v>M(x)</c:v>
          </c:tx>
          <c:spPr>
            <a:ln xmlns:a="http://schemas.openxmlformats.org/drawingml/2006/main" w="28575">
              <a:solidFill>
                <a:srgbClr val="2876A8"/>
              </a:solidFill>
            </a:ln>
          </c:spPr>
          <c:marker>
            <c:symbol val="circle"/>
            <c:size val="3"/>
            <c:spPr>
              <a:solidFill xmlns:a="http://schemas.openxmlformats.org/drawingml/2006/main">
                <a:srgbClr val="2876A8"/>
              </a:solidFill>
            </c:spPr>
          </c:marker>
          <c:xVal>
            <c:numRef>
              <c:f>'Chart Data'!$A$2:$A$4</c:f>
              <c:numCache>
                <c:formatCode>General</c:formatCode>
                <c:ptCount val="3"/>
                <c:pt idx="0">
                  <c:v>0</c:v>
                </c:pt>
                <c:pt idx="1">
                  <c:v>0.6</c:v>
                </c:pt>
                <c:pt idx="2">
                  <c:v>1.2</c:v>
                </c:pt>
              </c:numCache>
            </c:numRef>
          </c:xVal>
          <c:yVal>
            <c:numRef>
              <c:f>'Chart Data'!$B$2:$B$4</c:f>
              <c:numCache>
                <c:formatCode>0</c:formatCode>
                <c:ptCount val="3"/>
                <c:pt idx="0">
                  <c:v>0</c:v>
                </c:pt>
                <c:pt idx="1">
                  <c:v>60</c:v>
                </c:pt>
                <c:pt idx="2">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60"/>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M / N·m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30"/>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6"/>
      </c:valAx>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93B59"/>
                </a:solidFill>
                <a:latin typeface="Yu Gothic"/>
                <a:ea typeface="Yu Gothic"/>
                <a:cs typeface="Yu Gothic"/>
              </a:rPr>
              <a:t>せん断力 V：左右の値を分ける</a:t>
            </a:r>
          </a:p>
        </c:rich>
      </c:tx>
      <c:overlay val="0"/>
      <c:txPr>
        <a:bodyPr xmlns:a="http://schemas.openxmlformats.org/drawingml/2006/main" anchorCtr="1"/>
        <a:lstStyle xmlns:a="http://schemas.openxmlformats.org/drawingml/2006/main"/>
        <a:p xmlns:a="http://schemas.openxmlformats.org/drawingml/2006/main">
          <a:pPr>
            <a:defRPr sz="1725" b="1">
              <a:solidFill>
                <a:srgbClr val="193B59"/>
              </a:solidFill>
              <a:latin typeface="Yu Gothic"/>
              <a:ea typeface="Yu Gothic"/>
              <a:cs typeface="Yu Gothic"/>
            </a:defRPr>
          </a:pPr>
        </a:p>
      </c:txPr>
    </c:title>
    <c:plotArea>
      <c:scatterChart>
        <c:scatterStyle val="line"/>
        <c:varyColors val="0"/>
        <c:ser>
          <c:idx val="0"/>
          <c:order val="0"/>
          <c:tx>
            <c:v>荷重点の左側</c:v>
          </c:tx>
          <c:spPr>
            <a:ln xmlns:a="http://schemas.openxmlformats.org/drawingml/2006/main" w="28575">
              <a:solidFill>
                <a:srgbClr val="7655A5"/>
              </a:solidFill>
            </a:ln>
          </c:spPr>
          <c:marker>
            <c:symbol val="none"/>
          </c:marker>
          <c:xVal>
            <c:numRef>
              <c:f>'Chart Data'!$A$2:$A$3</c:f>
              <c:numCache>
                <c:formatCode>General</c:formatCode>
                <c:ptCount val="2"/>
                <c:pt idx="0">
                  <c:v>0.59</c:v>
                </c:pt>
                <c:pt idx="1">
                  <c:v>0.6</c:v>
                </c:pt>
              </c:numCache>
            </c:numRef>
          </c:xVal>
          <c:yVal>
            <c:numRef>
              <c:f>'Chart Data'!$B$2:$B$3</c:f>
              <c:numCache>
                <c:formatCode>0</c:formatCode>
                <c:ptCount val="2"/>
                <c:pt idx="0">
                  <c:v>100</c:v>
                </c:pt>
                <c:pt idx="1">
                  <c:v>100</c:v>
                </c:pt>
              </c:numCache>
            </c:numRef>
          </c:yVal>
        </c:ser>
        <c:ser>
          <c:idx val="1"/>
          <c:order val="1"/>
          <c:tx>
            <c:v>荷重点の右側</c:v>
          </c:tx>
          <c:spPr>
            <a:ln xmlns:a="http://schemas.openxmlformats.org/drawingml/2006/main" w="28575">
              <a:solidFill>
                <a:srgbClr val="7655A5"/>
              </a:solidFill>
            </a:ln>
          </c:spPr>
          <c:marker>
            <c:symbol val="none"/>
          </c:marker>
          <c:xVal>
            <c:numRef>
              <c:f>'Chart Data'!$C$2:$C$3</c:f>
              <c:numCache>
                <c:formatCode>General</c:formatCode>
                <c:ptCount val="2"/>
                <c:pt idx="0">
                  <c:v>0.6</c:v>
                </c:pt>
                <c:pt idx="1">
                  <c:v>0.61</c:v>
                </c:pt>
              </c:numCache>
            </c:numRef>
          </c:xVal>
          <c:yVal>
            <c:numRef>
              <c:f>'Chart Data'!$D$2:$D$3</c:f>
              <c:numCache>
                <c:formatCode>0</c:formatCode>
                <c:ptCount val="2"/>
                <c:pt idx="0">
                  <c:v>-100</c:v>
                </c:pt>
                <c:pt idx="1">
                  <c:v>-100</c:v>
                </c:pt>
              </c:numCache>
            </c:numRef>
          </c:yVal>
        </c:ser>
        <c:axId val="48650112"/>
        <c:axId val="48672768"/>
      </c:scatterChart>
      <c:valAx>
        <c:axId val="48672768"/>
        <c:scaling>
          <c:orientation val="minMax"/>
          <c:max val="150"/>
          <c:min val="-150"/>
        </c:scaling>
        <c:delete val="0"/>
        <c:axPos val="l"/>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575">
                    <a:solidFill>
                      <a:srgbClr val="263D4D"/>
                    </a:solidFill>
                    <a:latin typeface="Yu Gothic"/>
                    <a:ea typeface="Yu Gothic"/>
                    <a:cs typeface="Yu Gothic"/>
                  </a:rPr>
                  <a:t>V / N</a:t>
                </a:r>
              </a:p>
            </c:rich>
          </c:tx>
          <c:overlay val="0"/>
          <c:txPr>
            <a:bodyPr xmlns:a="http://schemas.openxmlformats.org/drawingml/2006/main" anchorCtr="1"/>
            <a:lstStyle xmlns:a="http://schemas.openxmlformats.org/drawingml/2006/main"/>
            <a:p xmlns:a="http://schemas.openxmlformats.org/drawingml/2006/main">
              <a:pPr>
                <a:defRPr sz="1575">
                  <a:solidFill>
                    <a:srgbClr val="263D4D"/>
                  </a:solidFill>
                  <a:latin typeface="Yu Gothic"/>
                  <a:ea typeface="Yu Gothic"/>
                  <a:cs typeface="Yu Gothic"/>
                </a:defRPr>
              </a:pPr>
            </a:p>
          </c:txPr>
        </c:title>
        <c:numFmt formatCode="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425">
                <a:solidFill>
                  <a:srgbClr val="263D4D"/>
                </a:solidFill>
                <a:latin typeface="Yu Gothic"/>
                <a:ea typeface="Yu Gothic"/>
                <a:cs typeface="Yu Gothic"/>
              </a:defRPr>
            </a:pPr>
          </a:p>
        </c:txPr>
        <c:crossAx val="48650112"/>
        <c:majorUnit val="100"/>
      </c:valAx>
      <c:valAx>
        <c:axId val="48650112"/>
        <c:scaling>
          <c:orientation val="minMax"/>
          <c:max val="0.61"/>
          <c:min val="0.59"/>
        </c:scaling>
        <c:delete val="0"/>
        <c:axPos val="b"/>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575">
                    <a:solidFill>
                      <a:srgbClr val="263D4D"/>
                    </a:solidFill>
                    <a:latin typeface="Yu Gothic"/>
                    <a:ea typeface="Yu Gothic"/>
                    <a:cs typeface="Yu Gothic"/>
                  </a:rPr>
                  <a:t>位置 x / m</a:t>
                </a:r>
              </a:p>
            </c:rich>
          </c:tx>
          <c:overlay val="0"/>
          <c:txPr>
            <a:bodyPr xmlns:a="http://schemas.openxmlformats.org/drawingml/2006/main" anchorCtr="1"/>
            <a:lstStyle xmlns:a="http://schemas.openxmlformats.org/drawingml/2006/main"/>
            <a:p xmlns:a="http://schemas.openxmlformats.org/drawingml/2006/main">
              <a:pPr>
                <a:defRPr sz="1575">
                  <a:solidFill>
                    <a:srgbClr val="263D4D"/>
                  </a:solidFill>
                  <a:latin typeface="Yu Gothic"/>
                  <a:ea typeface="Yu Gothic"/>
                  <a:cs typeface="Yu Gothic"/>
                </a:defRPr>
              </a:pPr>
            </a:p>
          </c:txPr>
        </c:title>
        <c:numFmt formatCode="0.0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425">
                <a:solidFill>
                  <a:srgbClr val="263D4D"/>
                </a:solidFill>
                <a:latin typeface="Yu Gothic"/>
                <a:ea typeface="Yu Gothic"/>
                <a:cs typeface="Yu Gothic"/>
              </a:defRPr>
            </a:pPr>
          </a:p>
        </c:txPr>
        <c:crossAx val="48672768"/>
        <c:majorUnit val="0.01"/>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varyColors val="0"/>
        <c:ser>
          <c:idx val="0"/>
          <c:order val="0"/>
          <c:tx>
            <c:v>V(x)</c:v>
          </c:tx>
          <c:spPr>
            <a:ln xmlns:a="http://schemas.openxmlformats.org/drawingml/2006/main" w="28575">
              <a:solidFill>
                <a:srgbClr val="7655A5"/>
              </a:solidFill>
            </a:ln>
          </c:spPr>
          <c:marker>
            <c:symbol val="circle"/>
            <c:size val="3"/>
            <c:spPr>
              <a:solidFill xmlns:a="http://schemas.openxmlformats.org/drawingml/2006/main">
                <a:srgbClr val="7655A5"/>
              </a:solidFill>
            </c:spPr>
          </c:marker>
          <c:xVal>
            <c:numRef>
              <c:f>'Chart Data'!$A$2:$A$3</c:f>
              <c:numCache>
                <c:formatCode>General</c:formatCode>
                <c:ptCount val="2"/>
                <c:pt idx="0">
                  <c:v>0</c:v>
                </c:pt>
                <c:pt idx="1">
                  <c:v>1</c:v>
                </c:pt>
              </c:numCache>
            </c:numRef>
          </c:xVal>
          <c:yVal>
            <c:numRef>
              <c:f>'Chart Data'!$B$2:$B$3</c:f>
              <c:numCache>
                <c:formatCode>0</c:formatCode>
                <c:ptCount val="2"/>
                <c:pt idx="0">
                  <c:v>200</c:v>
                </c:pt>
                <c:pt idx="1">
                  <c:v>-200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200"/>
          <c:min val="-20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V / N</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200"/>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5"/>
      </c:valAx>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varyColors val="0"/>
        <c:ser>
          <c:idx val="0"/>
          <c:order val="0"/>
          <c:tx>
            <c:v>M(x)</c:v>
          </c:tx>
          <c:spPr>
            <a:ln xmlns:a="http://schemas.openxmlformats.org/drawingml/2006/main" w="28575">
              <a:solidFill>
                <a:srgbClr val="2876A8"/>
              </a:solidFill>
            </a:ln>
          </c:spPr>
          <c:marker>
            <c:symbol val="circle"/>
            <c:size val="3"/>
            <c:spPr>
              <a:solidFill xmlns:a="http://schemas.openxmlformats.org/drawingml/2006/main">
                <a:srgbClr val="2876A8"/>
              </a:solidFill>
            </c:spPr>
          </c:marker>
          <c:xVal>
            <c:numRef>
              <c:f>'Chart Data'!$A$2:$A$42</c:f>
              <c:numCache>
                <c:formatCode>General</c:formatCode>
                <c:ptCount val="4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numCache>
            </c:numRef>
          </c:xVal>
          <c:yVal>
            <c:numRef>
              <c:f>'Chart Data'!$B$2:$B$42</c:f>
              <c:numCache>
                <c:formatCode>0</c:formatCode>
                <c:ptCount val="41"/>
                <c:pt idx="0">
                  <c:v>0</c:v>
                </c:pt>
                <c:pt idx="1">
                  <c:v>4.875</c:v>
                </c:pt>
                <c:pt idx="2">
                  <c:v>9.5</c:v>
                </c:pt>
                <c:pt idx="3">
                  <c:v>13.875</c:v>
                </c:pt>
                <c:pt idx="4">
                  <c:v>18</c:v>
                </c:pt>
                <c:pt idx="5">
                  <c:v>21.875</c:v>
                </c:pt>
                <c:pt idx="6">
                  <c:v>25.5</c:v>
                </c:pt>
                <c:pt idx="7">
                  <c:v>28.875</c:v>
                </c:pt>
                <c:pt idx="8">
                  <c:v>32</c:v>
                </c:pt>
                <c:pt idx="9">
                  <c:v>34.875</c:v>
                </c:pt>
                <c:pt idx="10">
                  <c:v>37.5</c:v>
                </c:pt>
                <c:pt idx="11">
                  <c:v>39.875</c:v>
                </c:pt>
                <c:pt idx="12">
                  <c:v>42</c:v>
                </c:pt>
                <c:pt idx="13">
                  <c:v>43.875</c:v>
                </c:pt>
                <c:pt idx="14">
                  <c:v>45.5</c:v>
                </c:pt>
                <c:pt idx="15">
                  <c:v>46.875</c:v>
                </c:pt>
                <c:pt idx="16">
                  <c:v>48</c:v>
                </c:pt>
                <c:pt idx="17">
                  <c:v>48.875</c:v>
                </c:pt>
                <c:pt idx="18">
                  <c:v>49.5</c:v>
                </c:pt>
                <c:pt idx="19">
                  <c:v>49.875</c:v>
                </c:pt>
                <c:pt idx="20">
                  <c:v>50</c:v>
                </c:pt>
                <c:pt idx="21">
                  <c:v>49.875</c:v>
                </c:pt>
                <c:pt idx="22">
                  <c:v>49.5</c:v>
                </c:pt>
                <c:pt idx="23">
                  <c:v>48.875</c:v>
                </c:pt>
                <c:pt idx="24">
                  <c:v>48</c:v>
                </c:pt>
                <c:pt idx="25">
                  <c:v>46.875</c:v>
                </c:pt>
                <c:pt idx="26">
                  <c:v>45.5</c:v>
                </c:pt>
                <c:pt idx="27">
                  <c:v>43.875</c:v>
                </c:pt>
                <c:pt idx="28">
                  <c:v>42</c:v>
                </c:pt>
                <c:pt idx="29">
                  <c:v>39.875</c:v>
                </c:pt>
                <c:pt idx="30">
                  <c:v>37.5</c:v>
                </c:pt>
                <c:pt idx="31">
                  <c:v>34.875</c:v>
                </c:pt>
                <c:pt idx="32">
                  <c:v>32</c:v>
                </c:pt>
                <c:pt idx="33">
                  <c:v>28.875</c:v>
                </c:pt>
                <c:pt idx="34">
                  <c:v>25.5</c:v>
                </c:pt>
                <c:pt idx="35">
                  <c:v>21.875</c:v>
                </c:pt>
                <c:pt idx="36">
                  <c:v>18</c:v>
                </c:pt>
                <c:pt idx="37">
                  <c:v>13.875</c:v>
                </c:pt>
                <c:pt idx="38">
                  <c:v>9.5</c:v>
                </c:pt>
                <c:pt idx="39">
                  <c:v>4.875</c:v>
                </c:pt>
                <c:pt idx="40">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50"/>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M / N·m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25"/>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5"/>
      </c:valAx>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93B59"/>
                </a:solidFill>
                <a:latin typeface="Yu Gothic"/>
                <a:ea typeface="Yu Gothic"/>
                <a:cs typeface="Yu Gothic"/>
              </a:rPr>
              <a:t>表の点と、点の間を含むモデル</a:t>
            </a:r>
          </a:p>
        </c:rich>
      </c:tx>
      <c:overlay val="0"/>
      <c:txPr>
        <a:bodyPr xmlns:a="http://schemas.openxmlformats.org/drawingml/2006/main" anchorCtr="1"/>
        <a:lstStyle xmlns:a="http://schemas.openxmlformats.org/drawingml/2006/main"/>
        <a:p xmlns:a="http://schemas.openxmlformats.org/drawingml/2006/main">
          <a:pPr>
            <a:defRPr sz="1725" b="1">
              <a:solidFill>
                <a:srgbClr val="193B59"/>
              </a:solidFill>
              <a:latin typeface="Yu Gothic"/>
              <a:ea typeface="Yu Gothic"/>
              <a:cs typeface="Yu Gothic"/>
            </a:defRPr>
          </a:pPr>
        </a:p>
      </c:txPr>
    </c:title>
    <c:plotArea>
      <c:scatterChart>
        <c:scatterStyle val="line"/>
        <c:varyColors val="0"/>
        <c:ser>
          <c:idx val="0"/>
          <c:order val="0"/>
          <c:tx>
            <c:v>式から描いたモデル線</c:v>
          </c:tx>
          <c:spPr>
            <a:ln xmlns:a="http://schemas.openxmlformats.org/drawingml/2006/main" w="28575">
              <a:solidFill>
                <a:srgbClr val="71818B"/>
              </a:solidFill>
            </a:ln>
          </c:spPr>
          <c:marker>
            <c:symbol val="none"/>
          </c:marker>
          <c:xVal>
            <c:numRef>
              <c:f>'Chart Data'!$A$2:$A$52</c:f>
              <c:numCache>
                <c:formatCode>General</c:formatCode>
                <c:ptCount val="5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numCache>
            </c:numRef>
          </c:xVal>
          <c:yVal>
            <c:numRef>
              <c:f>'Chart Data'!$B$2:$B$52</c:f>
              <c:numCache>
                <c:formatCode>0</c:formatCode>
                <c:ptCount val="51"/>
                <c:pt idx="0">
                  <c:v>0</c:v>
                </c:pt>
                <c:pt idx="1">
                  <c:v>3.92</c:v>
                </c:pt>
                <c:pt idx="2">
                  <c:v>7.68</c:v>
                </c:pt>
                <c:pt idx="3">
                  <c:v>11.28</c:v>
                </c:pt>
                <c:pt idx="4">
                  <c:v>14.72</c:v>
                </c:pt>
                <c:pt idx="5">
                  <c:v>18</c:v>
                </c:pt>
                <c:pt idx="6">
                  <c:v>21.12</c:v>
                </c:pt>
                <c:pt idx="7">
                  <c:v>24.08</c:v>
                </c:pt>
                <c:pt idx="8">
                  <c:v>26.88</c:v>
                </c:pt>
                <c:pt idx="9">
                  <c:v>29.52</c:v>
                </c:pt>
                <c:pt idx="10">
                  <c:v>32</c:v>
                </c:pt>
                <c:pt idx="11">
                  <c:v>34.32</c:v>
                </c:pt>
                <c:pt idx="12">
                  <c:v>36.48</c:v>
                </c:pt>
                <c:pt idx="13">
                  <c:v>38.48</c:v>
                </c:pt>
                <c:pt idx="14">
                  <c:v>40.32</c:v>
                </c:pt>
                <c:pt idx="15">
                  <c:v>42</c:v>
                </c:pt>
                <c:pt idx="16">
                  <c:v>43.52</c:v>
                </c:pt>
                <c:pt idx="17">
                  <c:v>44.88</c:v>
                </c:pt>
                <c:pt idx="18">
                  <c:v>46.08</c:v>
                </c:pt>
                <c:pt idx="19">
                  <c:v>47.12</c:v>
                </c:pt>
                <c:pt idx="20">
                  <c:v>48</c:v>
                </c:pt>
                <c:pt idx="21">
                  <c:v>48.72</c:v>
                </c:pt>
                <c:pt idx="22">
                  <c:v>49.28</c:v>
                </c:pt>
                <c:pt idx="23">
                  <c:v>49.68</c:v>
                </c:pt>
                <c:pt idx="24">
                  <c:v>49.92</c:v>
                </c:pt>
                <c:pt idx="25">
                  <c:v>50</c:v>
                </c:pt>
                <c:pt idx="26">
                  <c:v>49.92</c:v>
                </c:pt>
                <c:pt idx="27">
                  <c:v>49.68</c:v>
                </c:pt>
                <c:pt idx="28">
                  <c:v>49.28</c:v>
                </c:pt>
                <c:pt idx="29">
                  <c:v>48.72</c:v>
                </c:pt>
                <c:pt idx="30">
                  <c:v>48</c:v>
                </c:pt>
                <c:pt idx="31">
                  <c:v>47.12</c:v>
                </c:pt>
                <c:pt idx="32">
                  <c:v>46.08</c:v>
                </c:pt>
                <c:pt idx="33">
                  <c:v>44.88</c:v>
                </c:pt>
                <c:pt idx="34">
                  <c:v>43.52</c:v>
                </c:pt>
                <c:pt idx="35">
                  <c:v>42</c:v>
                </c:pt>
                <c:pt idx="36">
                  <c:v>40.32</c:v>
                </c:pt>
                <c:pt idx="37">
                  <c:v>38.48</c:v>
                </c:pt>
                <c:pt idx="38">
                  <c:v>36.48</c:v>
                </c:pt>
                <c:pt idx="39">
                  <c:v>34.32</c:v>
                </c:pt>
                <c:pt idx="40">
                  <c:v>32</c:v>
                </c:pt>
                <c:pt idx="41">
                  <c:v>29.52</c:v>
                </c:pt>
                <c:pt idx="42">
                  <c:v>26.88</c:v>
                </c:pt>
                <c:pt idx="43">
                  <c:v>24.08</c:v>
                </c:pt>
                <c:pt idx="44">
                  <c:v>21.12</c:v>
                </c:pt>
                <c:pt idx="45">
                  <c:v>18</c:v>
                </c:pt>
                <c:pt idx="46">
                  <c:v>14.72</c:v>
                </c:pt>
                <c:pt idx="47">
                  <c:v>11.28</c:v>
                </c:pt>
                <c:pt idx="48">
                  <c:v>7.68</c:v>
                </c:pt>
                <c:pt idx="49">
                  <c:v>3.92</c:v>
                </c:pt>
                <c:pt idx="50">
                  <c:v>0</c:v>
                </c:pt>
              </c:numCache>
            </c:numRef>
          </c:yVal>
        </c:ser>
        <c:ser>
          <c:idx val="1"/>
          <c:order val="1"/>
          <c:tx>
            <c:v>表の6点</c:v>
          </c:tx>
          <c:spPr>
            <a:ln xmlns:a="http://schemas.openxmlformats.org/drawingml/2006/main" w="0">
              <a:noFill/>
            </a:ln>
          </c:spPr>
          <c:marker>
            <c:symbol val="circle"/>
            <c:size val="8"/>
            <c:spPr>
              <a:solidFill xmlns:a="http://schemas.openxmlformats.org/drawingml/2006/main">
                <a:srgbClr val="2876A8"/>
              </a:solidFill>
            </c:spPr>
          </c:marker>
          <c:xVal>
            <c:numRef>
              <c:f>'Chart Data'!$C$2:$C$7</c:f>
              <c:numCache>
                <c:formatCode>General</c:formatCode>
                <c:ptCount val="6"/>
                <c:pt idx="0">
                  <c:v>0</c:v>
                </c:pt>
                <c:pt idx="1">
                  <c:v>0.2</c:v>
                </c:pt>
                <c:pt idx="2">
                  <c:v>0.4</c:v>
                </c:pt>
                <c:pt idx="3">
                  <c:v>0.6</c:v>
                </c:pt>
                <c:pt idx="4">
                  <c:v>0.8</c:v>
                </c:pt>
                <c:pt idx="5">
                  <c:v>1</c:v>
                </c:pt>
              </c:numCache>
            </c:numRef>
          </c:xVal>
          <c:yVal>
            <c:numRef>
              <c:f>'Chart Data'!$D$2:$D$7</c:f>
              <c:numCache>
                <c:formatCode>0</c:formatCode>
                <c:ptCount val="6"/>
                <c:pt idx="0">
                  <c:v>0</c:v>
                </c:pt>
                <c:pt idx="1">
                  <c:v>32</c:v>
                </c:pt>
                <c:pt idx="2">
                  <c:v>48</c:v>
                </c:pt>
                <c:pt idx="3">
                  <c:v>48</c:v>
                </c:pt>
                <c:pt idx="4">
                  <c:v>32</c:v>
                </c:pt>
                <c:pt idx="5">
                  <c:v>0</c:v>
                </c:pt>
              </c:numCache>
            </c:numRef>
          </c:yVal>
        </c:ser>
        <c:ser>
          <c:idx val="2"/>
          <c:order val="2"/>
          <c:tx>
            <c:v>追加計算</c:v>
          </c:tx>
          <c:spPr>
            <a:ln xmlns:a="http://schemas.openxmlformats.org/drawingml/2006/main" w="0">
              <a:noFill/>
            </a:ln>
          </c:spPr>
          <c:marker>
            <c:symbol val="diamond"/>
            <c:size val="11"/>
            <c:spPr>
              <a:solidFill xmlns:a="http://schemas.openxmlformats.org/drawingml/2006/main">
                <a:srgbClr val="C4483C"/>
              </a:solidFill>
            </c:spPr>
          </c:marker>
          <c:xVal>
            <c:numRef>
              <c:f>'Chart Data'!$E$2:$E$2</c:f>
              <c:numCache>
                <c:formatCode>General</c:formatCode>
                <c:ptCount val="1"/>
                <c:pt idx="0">
                  <c:v>0.5</c:v>
                </c:pt>
              </c:numCache>
            </c:numRef>
          </c:xVal>
          <c:yVal>
            <c:numRef>
              <c:f>'Chart Data'!$F$2:$F$2</c:f>
              <c:numCache>
                <c:formatCode>0</c:formatCode>
                <c:ptCount val="1"/>
                <c:pt idx="0">
                  <c:v>50</c:v>
                </c:pt>
              </c:numCache>
            </c:numRef>
          </c:yVal>
        </c:ser>
        <c:axId val="48650112"/>
        <c:axId val="48672768"/>
      </c:scatterChart>
      <c:valAx>
        <c:axId val="48672768"/>
        <c:scaling>
          <c:orientation val="minMax"/>
          <c:max val="60"/>
          <c:min val="0"/>
        </c:scaling>
        <c:delete val="0"/>
        <c:axPos val="l"/>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575">
                    <a:solidFill>
                      <a:srgbClr val="263D4D"/>
                    </a:solidFill>
                    <a:latin typeface="Yu Gothic"/>
                    <a:ea typeface="Yu Gothic"/>
                    <a:cs typeface="Yu Gothic"/>
                  </a:rPr>
                  <a:t>M / (N·m)</a:t>
                </a:r>
              </a:p>
            </c:rich>
          </c:tx>
          <c:overlay val="0"/>
          <c:txPr>
            <a:bodyPr xmlns:a="http://schemas.openxmlformats.org/drawingml/2006/main" anchorCtr="1"/>
            <a:lstStyle xmlns:a="http://schemas.openxmlformats.org/drawingml/2006/main"/>
            <a:p xmlns:a="http://schemas.openxmlformats.org/drawingml/2006/main">
              <a:pPr>
                <a:defRPr sz="1575">
                  <a:solidFill>
                    <a:srgbClr val="263D4D"/>
                  </a:solidFill>
                  <a:latin typeface="Yu Gothic"/>
                  <a:ea typeface="Yu Gothic"/>
                  <a:cs typeface="Yu Gothic"/>
                </a:defRPr>
              </a:pPr>
            </a:p>
          </c:txPr>
        </c:title>
        <c:numFmt formatCode="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425">
                <a:solidFill>
                  <a:srgbClr val="263D4D"/>
                </a:solidFill>
                <a:latin typeface="Yu Gothic"/>
                <a:ea typeface="Yu Gothic"/>
                <a:cs typeface="Yu Gothic"/>
              </a:defRPr>
            </a:pPr>
          </a:p>
        </c:txPr>
        <c:crossAx val="48650112"/>
        <c:majorUnit val="20"/>
      </c:valAx>
      <c:valAx>
        <c:axId val="48650112"/>
        <c:scaling>
          <c:orientation val="minMax"/>
          <c:max val="1"/>
          <c:min val="0"/>
        </c:scaling>
        <c:delete val="0"/>
        <c:axPos val="b"/>
        <c:majorGridlines>
          <c:spPr>
            <a:ln xmlns:a="http://schemas.openxmlformats.org/drawingml/2006/main" w="6668">
              <a:solidFill>
                <a:srgbClr val="DAE3E8"/>
              </a:solidFill>
            </a:ln>
          </c:spPr>
        </c:majorGridlines>
        <c:title>
          <c:tx>
            <c:rich>
              <a:bodyPr xmlns:a="http://schemas.openxmlformats.org/drawingml/2006/main"/>
              <a:lstStyle xmlns:a="http://schemas.openxmlformats.org/drawingml/2006/main"/>
              <a:p xmlns:a="http://schemas.openxmlformats.org/drawingml/2006/main">
                <a:r>
                  <a:rPr sz="1575">
                    <a:solidFill>
                      <a:srgbClr val="263D4D"/>
                    </a:solidFill>
                    <a:latin typeface="Yu Gothic"/>
                    <a:ea typeface="Yu Gothic"/>
                    <a:cs typeface="Yu Gothic"/>
                  </a:rPr>
                  <a:t>位置 x / m</a:t>
                </a:r>
              </a:p>
            </c:rich>
          </c:tx>
          <c:overlay val="0"/>
          <c:txPr>
            <a:bodyPr xmlns:a="http://schemas.openxmlformats.org/drawingml/2006/main" anchorCtr="1"/>
            <a:lstStyle xmlns:a="http://schemas.openxmlformats.org/drawingml/2006/main"/>
            <a:p xmlns:a="http://schemas.openxmlformats.org/drawingml/2006/main">
              <a:pPr>
                <a:defRPr sz="1575">
                  <a:solidFill>
                    <a:srgbClr val="263D4D"/>
                  </a:solidFill>
                  <a:latin typeface="Yu Gothic"/>
                  <a:ea typeface="Yu Gothic"/>
                  <a:cs typeface="Yu Gothic"/>
                </a:defRPr>
              </a:pPr>
            </a:p>
          </c:txPr>
        </c:title>
        <c:numFmt formatCode="0.0"/>
        <c:majorTickMark val="none"/>
        <c:minorTickMark val="none"/>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425">
                <a:solidFill>
                  <a:srgbClr val="263D4D"/>
                </a:solidFill>
                <a:latin typeface="Yu Gothic"/>
                <a:ea typeface="Yu Gothic"/>
                <a:cs typeface="Yu Gothic"/>
              </a:defRPr>
            </a:pPr>
          </a:p>
        </c:txPr>
        <c:crossAx val="48672768"/>
        <c:majorUnit val="0.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latin typeface="Yu Gothic"/>
              <a:ea typeface="Yu Gothic"/>
              <a:cs typeface="Yu Gothic"/>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scatterChart>
        <c:scatterStyle val="line"/>
        <c:varyColors val="0"/>
        <c:ser>
          <c:idx val="0"/>
          <c:order val="0"/>
          <c:tx>
            <c:v>等分布荷重</c:v>
          </c:tx>
          <c:spPr>
            <a:ln xmlns:a="http://schemas.openxmlformats.org/drawingml/2006/main" w="28575">
              <a:solidFill>
                <a:srgbClr val="2876A8"/>
              </a:solidFill>
            </a:ln>
          </c:spPr>
          <c:marker>
            <c:symbol val="circle"/>
            <c:size val="3"/>
            <c:spPr>
              <a:solidFill xmlns:a="http://schemas.openxmlformats.org/drawingml/2006/main">
                <a:srgbClr val="2876A8"/>
              </a:solidFill>
            </c:spPr>
          </c:marker>
          <c:xVal>
            <c:numRef>
              <c:f>'Chart Data'!$A$2:$A$42</c:f>
              <c:numCache>
                <c:formatCode>General</c:formatCode>
                <c:ptCount val="4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numCache>
            </c:numRef>
          </c:xVal>
          <c:yVal>
            <c:numRef>
              <c:f>'Chart Data'!$B$2:$B$42</c:f>
              <c:numCache>
                <c:formatCode>0</c:formatCode>
                <c:ptCount val="41"/>
                <c:pt idx="0">
                  <c:v>0</c:v>
                </c:pt>
                <c:pt idx="1">
                  <c:v>4.875</c:v>
                </c:pt>
                <c:pt idx="2">
                  <c:v>9.5</c:v>
                </c:pt>
                <c:pt idx="3">
                  <c:v>13.875</c:v>
                </c:pt>
                <c:pt idx="4">
                  <c:v>18</c:v>
                </c:pt>
                <c:pt idx="5">
                  <c:v>21.875</c:v>
                </c:pt>
                <c:pt idx="6">
                  <c:v>25.5</c:v>
                </c:pt>
                <c:pt idx="7">
                  <c:v>28.875</c:v>
                </c:pt>
                <c:pt idx="8">
                  <c:v>32</c:v>
                </c:pt>
                <c:pt idx="9">
                  <c:v>34.875</c:v>
                </c:pt>
                <c:pt idx="10">
                  <c:v>37.5</c:v>
                </c:pt>
                <c:pt idx="11">
                  <c:v>39.875</c:v>
                </c:pt>
                <c:pt idx="12">
                  <c:v>42</c:v>
                </c:pt>
                <c:pt idx="13">
                  <c:v>43.875</c:v>
                </c:pt>
                <c:pt idx="14">
                  <c:v>45.5</c:v>
                </c:pt>
                <c:pt idx="15">
                  <c:v>46.875</c:v>
                </c:pt>
                <c:pt idx="16">
                  <c:v>48</c:v>
                </c:pt>
                <c:pt idx="17">
                  <c:v>48.875</c:v>
                </c:pt>
                <c:pt idx="18">
                  <c:v>49.5</c:v>
                </c:pt>
                <c:pt idx="19">
                  <c:v>49.875</c:v>
                </c:pt>
                <c:pt idx="20">
                  <c:v>50</c:v>
                </c:pt>
                <c:pt idx="21">
                  <c:v>49.875</c:v>
                </c:pt>
                <c:pt idx="22">
                  <c:v>49.5</c:v>
                </c:pt>
                <c:pt idx="23">
                  <c:v>48.875</c:v>
                </c:pt>
                <c:pt idx="24">
                  <c:v>48</c:v>
                </c:pt>
                <c:pt idx="25">
                  <c:v>46.875</c:v>
                </c:pt>
                <c:pt idx="26">
                  <c:v>45.5</c:v>
                </c:pt>
                <c:pt idx="27">
                  <c:v>43.875</c:v>
                </c:pt>
                <c:pt idx="28">
                  <c:v>42</c:v>
                </c:pt>
                <c:pt idx="29">
                  <c:v>39.875</c:v>
                </c:pt>
                <c:pt idx="30">
                  <c:v>37.5</c:v>
                </c:pt>
                <c:pt idx="31">
                  <c:v>34.875</c:v>
                </c:pt>
                <c:pt idx="32">
                  <c:v>32</c:v>
                </c:pt>
                <c:pt idx="33">
                  <c:v>28.875</c:v>
                </c:pt>
                <c:pt idx="34">
                  <c:v>25.5</c:v>
                </c:pt>
                <c:pt idx="35">
                  <c:v>21.875</c:v>
                </c:pt>
                <c:pt idx="36">
                  <c:v>18</c:v>
                </c:pt>
                <c:pt idx="37">
                  <c:v>13.875</c:v>
                </c:pt>
                <c:pt idx="38">
                  <c:v>9.5</c:v>
                </c:pt>
                <c:pt idx="39">
                  <c:v>4.875</c:v>
                </c:pt>
                <c:pt idx="40">
                  <c:v>0</c:v>
                </c:pt>
              </c:numCache>
            </c:numRef>
          </c:yVal>
          <c:smooth val="0"/>
        </c:ser>
        <c:ser>
          <c:idx val="1"/>
          <c:order val="1"/>
          <c:tx>
            <c:v>中央集中荷重</c:v>
          </c:tx>
          <c:spPr>
            <a:ln xmlns:a="http://schemas.openxmlformats.org/drawingml/2006/main" w="28575">
              <a:solidFill>
                <a:srgbClr val="AD8760"/>
              </a:solidFill>
            </a:ln>
          </c:spPr>
          <c:marker>
            <c:symbol val="circle"/>
            <c:size val="3"/>
            <c:spPr>
              <a:solidFill xmlns:a="http://schemas.openxmlformats.org/drawingml/2006/main">
                <a:srgbClr val="AD8760"/>
              </a:solidFill>
            </c:spPr>
          </c:marker>
          <c:xVal>
            <c:numRef>
              <c:f>'Chart Data'!$C$2:$C$42</c:f>
              <c:numCache>
                <c:formatCode>General</c:formatCode>
                <c:ptCount val="4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numCache>
            </c:numRef>
          </c:xVal>
          <c:yVal>
            <c:numRef>
              <c:f>'Chart Data'!$D$2:$D$42</c:f>
              <c:numCache>
                <c:formatCode>0</c:formatCode>
                <c:ptCount val="41"/>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95</c:v>
                </c:pt>
                <c:pt idx="22">
                  <c:v>90</c:v>
                </c:pt>
                <c:pt idx="23">
                  <c:v>85</c:v>
                </c:pt>
                <c:pt idx="24">
                  <c:v>80</c:v>
                </c:pt>
                <c:pt idx="25">
                  <c:v>75</c:v>
                </c:pt>
                <c:pt idx="26">
                  <c:v>70</c:v>
                </c:pt>
                <c:pt idx="27">
                  <c:v>65</c:v>
                </c:pt>
                <c:pt idx="28">
                  <c:v>60</c:v>
                </c:pt>
                <c:pt idx="29">
                  <c:v>55</c:v>
                </c:pt>
                <c:pt idx="30">
                  <c:v>50</c:v>
                </c:pt>
                <c:pt idx="31">
                  <c:v>45</c:v>
                </c:pt>
                <c:pt idx="32">
                  <c:v>40</c:v>
                </c:pt>
                <c:pt idx="33">
                  <c:v>35</c:v>
                </c:pt>
                <c:pt idx="34">
                  <c:v>30</c:v>
                </c:pt>
                <c:pt idx="35">
                  <c:v>25</c:v>
                </c:pt>
                <c:pt idx="36">
                  <c:v>20</c:v>
                </c:pt>
                <c:pt idx="37">
                  <c:v>15</c:v>
                </c:pt>
                <c:pt idx="38">
                  <c:v>10</c:v>
                </c:pt>
                <c:pt idx="39">
                  <c:v>5</c:v>
                </c:pt>
                <c:pt idx="40">
                  <c:v>0</c:v>
                </c:pt>
              </c:numCache>
            </c:numRef>
          </c:yVal>
          <c:smooth val="0"/>
        </c:ser>
        <c:dLbls>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D8E1E7"/>
              </a:solidFill>
            </a:ln>
          </c:spPr>
        </c:majorGridlines>
        <c:title>
          <c:tx>
            <c:rich>
              <a:bodyPr xmlns:a="http://schemas.openxmlformats.org/drawingml/2006/main"/>
              <a:lstStyle xmlns:a="http://schemas.openxmlformats.org/drawingml/2006/main"/>
              <a:p xmlns:a="http://schemas.openxmlformats.org/drawingml/2006/main">
                <a:r>
                  <a:rPr>
                    <a:latin typeface="Yu Gothic"/>
                    <a:ea typeface="Yu Gothic"/>
                    <a:cs typeface="Yu Gothic"/>
                  </a:rPr>
                  <a:t>M / N·m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50112"/>
        <c:majorUnit val="50"/>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Yu Gothic"/>
                    <a:ea typeface="Yu Gothic"/>
                    <a:cs typeface="Yu Gothic"/>
                  </a:rPr>
                  <a:t>x / m</a:t>
                </a:r>
              </a:p>
            </c:rich>
          </c:tx>
          <c:overlay val="0"/>
          <c:txPr>
            <a:bodyPr xmlns:a="http://schemas.openxmlformats.org/drawingml/2006/main" anchorCtr="1"/>
            <a:lstStyle xmlns:a="http://schemas.openxmlformats.org/drawingml/2006/main"/>
            <a:p xmlns:a="http://schemas.openxmlformats.org/drawingml/2006/main">
              <a:pPr>
                <a:defRPr>
                  <a:latin typeface="Yu Gothic"/>
                  <a:ea typeface="Yu Gothic"/>
                  <a:cs typeface="Yu Gothic"/>
                </a:defRPr>
              </a:pPr>
            </a:p>
          </c:txPr>
        </c:title>
        <c:numFmt formatCode="0.00"/>
        <c:majorTickMark val="none"/>
        <c:minorTickMark val="none"/>
        <c:tickLblPos val="low"/>
        <c:spPr>
          <a:ln xmlns:a="http://schemas.openxmlformats.org/drawingml/2006/main" w="9525">
            <a:solidFill>
              <a:srgbClr val="71818B"/>
            </a:solidFill>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Yu Gothic"/>
                <a:ea typeface="Yu Gothic"/>
                <a:cs typeface="Yu Gothic"/>
              </a:defRPr>
            </a:pPr>
          </a:p>
        </c:txPr>
        <c:crossAx val="48672768"/>
        <c:majorUnit val="0.5"/>
      </c:valAx>
    </c:plotArea>
    <c:legend>
      <c:legendPos val="t"/>
      <c:overlay val="0"/>
      <c:txPr>
        <a:bodyPr xmlns:a="http://schemas.openxmlformats.org/drawingml/2006/main" anchorCtr="1"/>
        <a:lstStyle xmlns:a="http://schemas.openxmlformats.org/drawingml/2006/main"/>
        <a:p xmlns:a="http://schemas.openxmlformats.org/drawingml/2006/main">
          <a:pPr>
            <a:defRPr sz="1650">
              <a:latin typeface="Yu Gothic"/>
              <a:ea typeface="Yu Gothic"/>
              <a:cs typeface="Yu Gothic"/>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37949E-7BCC-4A7F-826C-1111C102D224}"/>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第3回</a:t>
            </a:r>
          </a:p>
        </p:txBody>
      </p:sp>
      <p:sp>
        <p:nvSpPr>
          <p:cNvPr id="2" name="">
            <a:extLst xmlns:a="http://schemas.openxmlformats.org/drawingml/2006/main">
              <a:ext uri="{FF2B5EF4-FFF2-40B4-BE49-F238E27FC236}">
                <a16:creationId xmlns:a16="http://schemas.microsoft.com/office/drawing/2014/main" id="{D151ECBD-63F0-43CF-98BA-A756C62FB0C2}"/>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力とモーメントのつり合い</a:t>
            </a:r>
          </a:p>
        </p:txBody>
      </p:sp>
      <p:sp>
        <p:nvSpPr>
          <p:cNvPr id="3" name="">
            <a:extLst xmlns:a="http://schemas.openxmlformats.org/drawingml/2006/main">
              <a:ext uri="{FF2B5EF4-FFF2-40B4-BE49-F238E27FC236}">
                <a16:creationId xmlns:a16="http://schemas.microsoft.com/office/drawing/2014/main" id="{8EFC1BC9-284D-4A8A-BBB3-CBE3047370FC}"/>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図・式・単位をつないで説明する</a:t>
            </a:r>
          </a:p>
        </p:txBody>
      </p:sp>
      <p:sp>
        <p:nvSpPr>
          <p:cNvPr id="4" name="">
            <a:extLst xmlns:a="http://schemas.openxmlformats.org/drawingml/2006/main">
              <a:ext uri="{FF2B5EF4-FFF2-40B4-BE49-F238E27FC236}">
                <a16:creationId xmlns:a16="http://schemas.microsoft.com/office/drawing/2014/main" id="{3AF9BDC7-5267-4272-BB4C-46BA96B6AC74}"/>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33038543-6BC1-4368-BE67-73A00A0C5FB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6" name="">
            <a:extLst xmlns:a="http://schemas.openxmlformats.org/drawingml/2006/main">
              <a:ext uri="{FF2B5EF4-FFF2-40B4-BE49-F238E27FC236}">
                <a16:creationId xmlns:a16="http://schemas.microsoft.com/office/drawing/2014/main" id="{AF42EF1C-DE44-4AB5-BB4D-C08A6F43C32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49</a:t>
            </a:r>
          </a:p>
        </p:txBody>
      </p:sp>
    </p:spTree>
    <p:extLst>
      <p:ext uri="{BB962C8B-B14F-4D97-AF65-F5344CB8AC3E}">
        <p14:creationId xmlns:p14="http://schemas.microsoft.com/office/powerpoint/2010/main" val="202774176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D8D0790-87DE-4E71-9D96-A002C2D23B1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A0276075-8F10-4A3F-90E5-D05C1621C93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2E5F133-F854-4D4D-904C-0E30BFF135D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作用線までの垂直距離でモーメントを求める</a:t>
            </a:r>
          </a:p>
        </p:txBody>
      </p:sp>
      <p:sp>
        <p:nvSpPr>
          <p:cNvPr id="4" name="">
            <a:extLst xmlns:a="http://schemas.openxmlformats.org/drawingml/2006/main">
              <a:ext uri="{FF2B5EF4-FFF2-40B4-BE49-F238E27FC236}">
                <a16:creationId xmlns:a16="http://schemas.microsoft.com/office/drawing/2014/main" id="{13C65B77-CBD4-4299-875A-84CF139D6DA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反力を力・モーメントの二つの式で求める</a:t>
            </a:r>
          </a:p>
        </p:txBody>
      </p:sp>
      <p:sp>
        <p:nvSpPr>
          <p:cNvPr id="5" name="">
            <a:extLst xmlns:a="http://schemas.openxmlformats.org/drawingml/2006/main">
              <a:ext uri="{FF2B5EF4-FFF2-40B4-BE49-F238E27FC236}">
                <a16:creationId xmlns:a16="http://schemas.microsoft.com/office/drawing/2014/main" id="{C43CC521-C2A9-4EA6-97A0-FC8440ACB16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切断面からSFD・BMDを作る</a:t>
            </a:r>
          </a:p>
        </p:txBody>
      </p:sp>
      <p:sp>
        <p:nvSpPr>
          <p:cNvPr id="6" name="">
            <a:extLst xmlns:a="http://schemas.openxmlformats.org/drawingml/2006/main">
              <a:ext uri="{FF2B5EF4-FFF2-40B4-BE49-F238E27FC236}">
                <a16:creationId xmlns:a16="http://schemas.microsoft.com/office/drawing/2014/main" id="{212E23CB-EFDB-4F19-804D-E2802587C8C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合力置換の適用範囲を説明する</a:t>
            </a:r>
          </a:p>
        </p:txBody>
      </p:sp>
      <p:sp>
        <p:nvSpPr>
          <p:cNvPr id="7" name="">
            <a:extLst xmlns:a="http://schemas.openxmlformats.org/drawingml/2006/main">
              <a:ext uri="{FF2B5EF4-FFF2-40B4-BE49-F238E27FC236}">
                <a16:creationId xmlns:a16="http://schemas.microsoft.com/office/drawing/2014/main" id="{DDFEBA3F-51E7-4F44-9110-DC9DB4B537E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0AE3D472-0EC4-407E-847A-0256E0D8C4E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49</a:t>
            </a:r>
          </a:p>
        </p:txBody>
      </p:sp>
    </p:spTree>
    <p:extLst>
      <p:ext uri="{BB962C8B-B14F-4D97-AF65-F5344CB8AC3E}">
        <p14:creationId xmlns:p14="http://schemas.microsoft.com/office/powerpoint/2010/main" val="153963897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0B43EA0-EAF3-49A7-9A29-403091F05BC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実物を、計算できる「はり」にする</a:t>
            </a:r>
          </a:p>
        </p:txBody>
      </p:sp>
      <p:cxnSp>
        <p:nvCxnSpPr>
          <p:cNvPr id="2" name="">
            <a:extLst xmlns:a="http://schemas.openxmlformats.org/drawingml/2006/main">
              <a:ext uri="{FF2B5EF4-FFF2-40B4-BE49-F238E27FC236}">
                <a16:creationId xmlns:a16="http://schemas.microsoft.com/office/drawing/2014/main" id="{C258C9D7-A4C3-4ED9-91C1-8C2E3DAA93F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1F27D3DD-6D0E-4BF9-B2BA-EAF51D31EA3B}"/>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B125CF25-5223-4B8D-AC4C-6A41C61BB88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 / 49</a:t>
            </a:r>
          </a:p>
        </p:txBody>
      </p:sp>
      <p:sp>
        <p:nvSpPr>
          <p:cNvPr id="28" name="">
            <a:extLst xmlns:a="http://schemas.openxmlformats.org/drawingml/2006/main">
              <a:ext uri="{FF2B5EF4-FFF2-40B4-BE49-F238E27FC236}">
                <a16:creationId xmlns:a16="http://schemas.microsoft.com/office/drawing/2014/main" id="{AC48AAC7-AB7F-40CD-A5A0-C6C3253A4AC2}"/>
              </a:ext>
            </a:extLst>
          </p:cNvPr>
          <p:cNvSpPr>
            <a:spLocks xmlns:a="http://schemas.openxmlformats.org/drawingml/2006/main" noGrp="1"/>
          </p:cNvSpPr>
          <p:nvPr/>
        </p:nvSpPr>
        <p:spPr>
          <a:xfrm xmlns:a="http://schemas.openxmlformats.org/drawingml/2006/main">
            <a:off x="1714500" y="2857500"/>
            <a:ext cx="7620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9" name="">
            <a:extLst xmlns:a="http://schemas.openxmlformats.org/drawingml/2006/main">
              <a:ext uri="{FF2B5EF4-FFF2-40B4-BE49-F238E27FC236}">
                <a16:creationId xmlns:a16="http://schemas.microsoft.com/office/drawing/2014/main" id="{74DBA617-647A-416B-B711-6353128B34A1}"/>
              </a:ext>
            </a:extLst>
          </p:cNvPr>
          <p:cNvSpPr>
            <a:spLocks xmlns:a="http://schemas.openxmlformats.org/drawingml/2006/main" noGrp="1"/>
          </p:cNvSpPr>
          <p:nvPr/>
        </p:nvSpPr>
        <p:spPr>
          <a:xfrm xmlns:a="http://schemas.openxmlformats.org/drawingml/2006/main">
            <a:off x="1552575" y="30289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0" name="">
            <a:extLst xmlns:a="http://schemas.openxmlformats.org/drawingml/2006/main">
              <a:ext uri="{FF2B5EF4-FFF2-40B4-BE49-F238E27FC236}">
                <a16:creationId xmlns:a16="http://schemas.microsoft.com/office/drawing/2014/main" id="{9100EB7F-6EB3-49B9-9B68-C7BBD1D22CC4}"/>
              </a:ext>
            </a:extLst>
          </p:cNvPr>
          <p:cNvSpPr>
            <a:spLocks xmlns:a="http://schemas.openxmlformats.org/drawingml/2006/main" noGrp="1"/>
          </p:cNvSpPr>
          <p:nvPr/>
        </p:nvSpPr>
        <p:spPr>
          <a:xfrm xmlns:a="http://schemas.openxmlformats.org/drawingml/2006/main">
            <a:off x="1438275" y="33242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E00E34F8-FCE4-4726-AE58-FF7228B7B94C}"/>
              </a:ext>
            </a:extLst>
          </p:cNvPr>
          <p:cNvSpPr>
            <a:spLocks xmlns:a="http://schemas.openxmlformats.org/drawingml/2006/main" noGrp="1"/>
          </p:cNvSpPr>
          <p:nvPr/>
        </p:nvSpPr>
        <p:spPr>
          <a:xfrm xmlns:a="http://schemas.openxmlformats.org/drawingml/2006/main">
            <a:off x="9172575" y="30289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2" name="">
            <a:extLst xmlns:a="http://schemas.openxmlformats.org/drawingml/2006/main">
              <a:ext uri="{FF2B5EF4-FFF2-40B4-BE49-F238E27FC236}">
                <a16:creationId xmlns:a16="http://schemas.microsoft.com/office/drawing/2014/main" id="{D61B5A22-D5F8-4BE9-94E9-54ABD1DF6DA8}"/>
              </a:ext>
            </a:extLst>
          </p:cNvPr>
          <p:cNvSpPr>
            <a:spLocks xmlns:a="http://schemas.openxmlformats.org/drawingml/2006/main" noGrp="1"/>
          </p:cNvSpPr>
          <p:nvPr/>
        </p:nvSpPr>
        <p:spPr>
          <a:xfrm xmlns:a="http://schemas.openxmlformats.org/drawingml/2006/main">
            <a:off x="9210675" y="32861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3" name="">
            <a:extLst xmlns:a="http://schemas.openxmlformats.org/drawingml/2006/main">
              <a:ext uri="{FF2B5EF4-FFF2-40B4-BE49-F238E27FC236}">
                <a16:creationId xmlns:a16="http://schemas.microsoft.com/office/drawing/2014/main" id="{13BBD6BF-71A5-4913-8880-F7AE8D407CBC}"/>
              </a:ext>
            </a:extLst>
          </p:cNvPr>
          <p:cNvSpPr>
            <a:spLocks xmlns:a="http://schemas.openxmlformats.org/drawingml/2006/main" noGrp="1"/>
          </p:cNvSpPr>
          <p:nvPr/>
        </p:nvSpPr>
        <p:spPr>
          <a:xfrm xmlns:a="http://schemas.openxmlformats.org/drawingml/2006/main">
            <a:off x="9363075" y="32861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978E8914-34DB-4BD1-91F0-E6A813EB9625}"/>
              </a:ext>
            </a:extLst>
          </p:cNvPr>
          <p:cNvSpPr>
            <a:spLocks xmlns:a="http://schemas.openxmlformats.org/drawingml/2006/main" noGrp="1"/>
          </p:cNvSpPr>
          <p:nvPr/>
        </p:nvSpPr>
        <p:spPr>
          <a:xfrm xmlns:a="http://schemas.openxmlformats.org/drawingml/2006/main">
            <a:off x="9058275" y="34004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5" name="">
            <a:extLst xmlns:a="http://schemas.openxmlformats.org/drawingml/2006/main">
              <a:ext uri="{FF2B5EF4-FFF2-40B4-BE49-F238E27FC236}">
                <a16:creationId xmlns:a16="http://schemas.microsoft.com/office/drawing/2014/main" id="{6864E5C3-60A2-4991-9494-BEAD7CFF7246}"/>
              </a:ext>
            </a:extLst>
          </p:cNvPr>
          <p:cNvSpPr>
            <a:spLocks xmlns:a="http://schemas.openxmlformats.org/drawingml/2006/main" noGrp="1"/>
          </p:cNvSpPr>
          <p:nvPr/>
        </p:nvSpPr>
        <p:spPr>
          <a:xfrm xmlns:a="http://schemas.openxmlformats.org/drawingml/2006/main">
            <a:off x="5524500" y="22383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6" name="">
            <a:extLst xmlns:a="http://schemas.openxmlformats.org/drawingml/2006/main">
              <a:ext uri="{FF2B5EF4-FFF2-40B4-BE49-F238E27FC236}">
                <a16:creationId xmlns:a16="http://schemas.microsoft.com/office/drawing/2014/main" id="{AA1F3AF6-6BFF-44B6-AE19-EB5B21D0E3AA}"/>
              </a:ext>
            </a:extLst>
          </p:cNvPr>
          <p:cNvSpPr>
            <a:spLocks xmlns:a="http://schemas.openxmlformats.org/drawingml/2006/main" noGrp="1"/>
          </p:cNvSpPr>
          <p:nvPr/>
        </p:nvSpPr>
        <p:spPr>
          <a:xfrm xmlns:a="http://schemas.openxmlformats.org/drawingml/2006/main">
            <a:off x="5484495" y="27241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7" name="">
            <a:extLst xmlns:a="http://schemas.openxmlformats.org/drawingml/2006/main">
              <a:ext uri="{FF2B5EF4-FFF2-40B4-BE49-F238E27FC236}">
                <a16:creationId xmlns:a16="http://schemas.microsoft.com/office/drawing/2014/main" id="{7A32BCE9-843D-44D4-8BCF-36727423FED0}"/>
              </a:ext>
            </a:extLst>
          </p:cNvPr>
          <p:cNvSpPr>
            <a:spLocks xmlns:a="http://schemas.openxmlformats.org/drawingml/2006/main" noGrp="1"/>
          </p:cNvSpPr>
          <p:nvPr/>
        </p:nvSpPr>
        <p:spPr>
          <a:xfrm xmlns:a="http://schemas.openxmlformats.org/drawingml/2006/main">
            <a:off x="4905375" y="17621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200 N</a:t>
            </a:r>
          </a:p>
        </p:txBody>
      </p:sp>
      <p:sp>
        <p:nvSpPr>
          <p:cNvPr id="38" name="">
            <a:extLst xmlns:a="http://schemas.openxmlformats.org/drawingml/2006/main">
              <a:ext uri="{FF2B5EF4-FFF2-40B4-BE49-F238E27FC236}">
                <a16:creationId xmlns:a16="http://schemas.microsoft.com/office/drawing/2014/main" id="{6A8672FA-818D-49CA-BDBA-2678EB40657D}"/>
              </a:ext>
            </a:extLst>
          </p:cNvPr>
          <p:cNvSpPr>
            <a:spLocks xmlns:a="http://schemas.openxmlformats.org/drawingml/2006/main" noGrp="1"/>
          </p:cNvSpPr>
          <p:nvPr/>
        </p:nvSpPr>
        <p:spPr>
          <a:xfrm xmlns:a="http://schemas.openxmlformats.org/drawingml/2006/main">
            <a:off x="1095375" y="31527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39" name="">
            <a:extLst xmlns:a="http://schemas.openxmlformats.org/drawingml/2006/main">
              <a:ext uri="{FF2B5EF4-FFF2-40B4-BE49-F238E27FC236}">
                <a16:creationId xmlns:a16="http://schemas.microsoft.com/office/drawing/2014/main" id="{B669B06C-3C7D-4E46-BE18-0CA7EF06E80F}"/>
              </a:ext>
            </a:extLst>
          </p:cNvPr>
          <p:cNvSpPr>
            <a:spLocks xmlns:a="http://schemas.openxmlformats.org/drawingml/2006/main" noGrp="1"/>
          </p:cNvSpPr>
          <p:nvPr/>
        </p:nvSpPr>
        <p:spPr>
          <a:xfrm xmlns:a="http://schemas.openxmlformats.org/drawingml/2006/main">
            <a:off x="9648825" y="32194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40" name="">
            <a:extLst xmlns:a="http://schemas.openxmlformats.org/drawingml/2006/main">
              <a:ext uri="{FF2B5EF4-FFF2-40B4-BE49-F238E27FC236}">
                <a16:creationId xmlns:a16="http://schemas.microsoft.com/office/drawing/2014/main" id="{1602CDFB-7E5E-483D-BFB2-A675492A8E65}"/>
              </a:ext>
            </a:extLst>
          </p:cNvPr>
          <p:cNvSpPr>
            <a:spLocks xmlns:a="http://schemas.openxmlformats.org/drawingml/2006/main" noGrp="1"/>
          </p:cNvSpPr>
          <p:nvPr/>
        </p:nvSpPr>
        <p:spPr>
          <a:xfrm xmlns:a="http://schemas.openxmlformats.org/drawingml/2006/main">
            <a:off x="1714500" y="40957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3335">
            <a:solidFill>
              <a:srgbClr val="71818B"/>
            </a:solidFill>
          </a:ln>
        </p:spPr>
      </p:sp>
      <p:sp>
        <p:nvSpPr>
          <p:cNvPr id="41" name="">
            <a:extLst xmlns:a="http://schemas.openxmlformats.org/drawingml/2006/main">
              <a:ext uri="{FF2B5EF4-FFF2-40B4-BE49-F238E27FC236}">
                <a16:creationId xmlns:a16="http://schemas.microsoft.com/office/drawing/2014/main" id="{CC2C100A-E68D-47BA-BAC6-0E97AE8C51E4}"/>
              </a:ext>
            </a:extLst>
          </p:cNvPr>
          <p:cNvSpPr>
            <a:spLocks xmlns:a="http://schemas.openxmlformats.org/drawingml/2006/main" noGrp="1"/>
          </p:cNvSpPr>
          <p:nvPr/>
        </p:nvSpPr>
        <p:spPr>
          <a:xfrm xmlns:a="http://schemas.openxmlformats.org/drawingml/2006/main">
            <a:off x="5457825" y="4067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2" name="">
            <a:extLst xmlns:a="http://schemas.openxmlformats.org/drawingml/2006/main">
              <a:ext uri="{FF2B5EF4-FFF2-40B4-BE49-F238E27FC236}">
                <a16:creationId xmlns:a16="http://schemas.microsoft.com/office/drawing/2014/main" id="{A6723C04-C488-4647-B14C-500C5208860B}"/>
              </a:ext>
            </a:extLst>
          </p:cNvPr>
          <p:cNvSpPr>
            <a:spLocks xmlns:a="http://schemas.openxmlformats.org/drawingml/2006/main" noGrp="1"/>
          </p:cNvSpPr>
          <p:nvPr/>
        </p:nvSpPr>
        <p:spPr>
          <a:xfrm xmlns:a="http://schemas.openxmlformats.org/drawingml/2006/main">
            <a:off x="1714500" y="4095750"/>
            <a:ext cx="3810000" cy="9525"/>
          </a:xfrm>
          <a:custGeom xmlns:a="http://schemas.openxmlformats.org/drawingml/2006/main">
            <a:pathLst>
              <a:path w="3810000" h="9525">
                <a:moveTo>
                  <a:pt x="3810000" y="0"/>
                </a:moveTo>
                <a:lnTo>
                  <a:pt x="0" y="0"/>
                </a:lnTo>
              </a:path>
            </a:pathLst>
          </a:custGeom>
          <a:noFill xmlns:a="http://schemas.openxmlformats.org/drawingml/2006/main"/>
          <a:ln xmlns:a="http://schemas.openxmlformats.org/drawingml/2006/main" w="13335">
            <a:solidFill>
              <a:srgbClr val="71818B"/>
            </a:solidFill>
          </a:ln>
        </p:spPr>
      </p:sp>
      <p:sp>
        <p:nvSpPr>
          <p:cNvPr id="43" name="">
            <a:extLst xmlns:a="http://schemas.openxmlformats.org/drawingml/2006/main">
              <a:ext uri="{FF2B5EF4-FFF2-40B4-BE49-F238E27FC236}">
                <a16:creationId xmlns:a16="http://schemas.microsoft.com/office/drawing/2014/main" id="{FE2FF197-6222-4B6D-812B-E587CF052D07}"/>
              </a:ext>
            </a:extLst>
          </p:cNvPr>
          <p:cNvSpPr>
            <a:spLocks xmlns:a="http://schemas.openxmlformats.org/drawingml/2006/main" noGrp="1"/>
          </p:cNvSpPr>
          <p:nvPr/>
        </p:nvSpPr>
        <p:spPr>
          <a:xfrm xmlns:a="http://schemas.openxmlformats.org/drawingml/2006/main">
            <a:off x="1714500" y="4067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4" name="">
            <a:extLst xmlns:a="http://schemas.openxmlformats.org/drawingml/2006/main">
              <a:ext uri="{FF2B5EF4-FFF2-40B4-BE49-F238E27FC236}">
                <a16:creationId xmlns:a16="http://schemas.microsoft.com/office/drawing/2014/main" id="{9F69967B-9920-4295-949C-147A073B971A}"/>
              </a:ext>
            </a:extLst>
          </p:cNvPr>
          <p:cNvSpPr>
            <a:spLocks xmlns:a="http://schemas.openxmlformats.org/drawingml/2006/main" noGrp="1"/>
          </p:cNvSpPr>
          <p:nvPr/>
        </p:nvSpPr>
        <p:spPr>
          <a:xfrm xmlns:a="http://schemas.openxmlformats.org/drawingml/2006/main">
            <a:off x="1714500" y="414337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0.60 m</a:t>
            </a:r>
          </a:p>
        </p:txBody>
      </p:sp>
      <p:sp>
        <p:nvSpPr>
          <p:cNvPr id="45" name="">
            <a:extLst xmlns:a="http://schemas.openxmlformats.org/drawingml/2006/main">
              <a:ext uri="{FF2B5EF4-FFF2-40B4-BE49-F238E27FC236}">
                <a16:creationId xmlns:a16="http://schemas.microsoft.com/office/drawing/2014/main" id="{0FAB3484-1B37-4C28-AB7D-A4397B015554}"/>
              </a:ext>
            </a:extLst>
          </p:cNvPr>
          <p:cNvSpPr>
            <a:spLocks xmlns:a="http://schemas.openxmlformats.org/drawingml/2006/main" noGrp="1"/>
          </p:cNvSpPr>
          <p:nvPr/>
        </p:nvSpPr>
        <p:spPr>
          <a:xfrm xmlns:a="http://schemas.openxmlformats.org/drawingml/2006/main">
            <a:off x="5524500" y="40957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06DA003F-BA23-405C-AA8B-BD70F4D39C2C}"/>
              </a:ext>
            </a:extLst>
          </p:cNvPr>
          <p:cNvSpPr>
            <a:spLocks xmlns:a="http://schemas.openxmlformats.org/drawingml/2006/main" noGrp="1"/>
          </p:cNvSpPr>
          <p:nvPr/>
        </p:nvSpPr>
        <p:spPr>
          <a:xfrm xmlns:a="http://schemas.openxmlformats.org/drawingml/2006/main">
            <a:off x="9267825" y="4067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47" name="">
            <a:extLst xmlns:a="http://schemas.openxmlformats.org/drawingml/2006/main">
              <a:ext uri="{FF2B5EF4-FFF2-40B4-BE49-F238E27FC236}">
                <a16:creationId xmlns:a16="http://schemas.microsoft.com/office/drawing/2014/main" id="{07D8B049-D3EC-4798-B17B-A912B272DFFB}"/>
              </a:ext>
            </a:extLst>
          </p:cNvPr>
          <p:cNvSpPr>
            <a:spLocks xmlns:a="http://schemas.openxmlformats.org/drawingml/2006/main" noGrp="1"/>
          </p:cNvSpPr>
          <p:nvPr/>
        </p:nvSpPr>
        <p:spPr>
          <a:xfrm xmlns:a="http://schemas.openxmlformats.org/drawingml/2006/main">
            <a:off x="5524500" y="4095750"/>
            <a:ext cx="3810000" cy="9525"/>
          </a:xfrm>
          <a:custGeom xmlns:a="http://schemas.openxmlformats.org/drawingml/2006/main">
            <a:pathLst>
              <a:path w="3810000" h="9525">
                <a:moveTo>
                  <a:pt x="3810000" y="0"/>
                </a:moveTo>
                <a:lnTo>
                  <a:pt x="0" y="0"/>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110E2BD6-4233-4DC1-AEB8-40586709DBA0}"/>
              </a:ext>
            </a:extLst>
          </p:cNvPr>
          <p:cNvSpPr>
            <a:spLocks xmlns:a="http://schemas.openxmlformats.org/drawingml/2006/main" noGrp="1"/>
          </p:cNvSpPr>
          <p:nvPr/>
        </p:nvSpPr>
        <p:spPr>
          <a:xfrm xmlns:a="http://schemas.openxmlformats.org/drawingml/2006/main">
            <a:off x="5524500" y="4067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49" name="">
            <a:extLst xmlns:a="http://schemas.openxmlformats.org/drawingml/2006/main">
              <a:ext uri="{FF2B5EF4-FFF2-40B4-BE49-F238E27FC236}">
                <a16:creationId xmlns:a16="http://schemas.microsoft.com/office/drawing/2014/main" id="{40E59F80-3664-404B-9393-DA808A7C021F}"/>
              </a:ext>
            </a:extLst>
          </p:cNvPr>
          <p:cNvSpPr>
            <a:spLocks xmlns:a="http://schemas.openxmlformats.org/drawingml/2006/main" noGrp="1"/>
          </p:cNvSpPr>
          <p:nvPr/>
        </p:nvSpPr>
        <p:spPr>
          <a:xfrm xmlns:a="http://schemas.openxmlformats.org/drawingml/2006/main">
            <a:off x="5524500" y="414337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0.60 m</a:t>
            </a:r>
          </a:p>
        </p:txBody>
      </p:sp>
      <p:sp>
        <p:nvSpPr>
          <p:cNvPr id="50" name="">
            <a:extLst xmlns:a="http://schemas.openxmlformats.org/drawingml/2006/main">
              <a:ext uri="{FF2B5EF4-FFF2-40B4-BE49-F238E27FC236}">
                <a16:creationId xmlns:a16="http://schemas.microsoft.com/office/drawing/2014/main" id="{A87FA2BD-6636-4270-A6B6-39BF758401E8}"/>
              </a:ext>
            </a:extLst>
          </p:cNvPr>
          <p:cNvSpPr>
            <a:spLocks xmlns:a="http://schemas.openxmlformats.org/drawingml/2006/main" noGrp="1"/>
          </p:cNvSpPr>
          <p:nvPr/>
        </p:nvSpPr>
        <p:spPr>
          <a:xfrm xmlns:a="http://schemas.openxmlformats.org/drawingml/2006/main">
            <a:off x="809625" y="1524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棚板を取り出した計算モデル</a:t>
            </a:r>
          </a:p>
        </p:txBody>
      </p:sp>
      <p:sp>
        <p:nvSpPr>
          <p:cNvPr id="51" name="">
            <a:extLst xmlns:a="http://schemas.openxmlformats.org/drawingml/2006/main">
              <a:ext uri="{FF2B5EF4-FFF2-40B4-BE49-F238E27FC236}">
                <a16:creationId xmlns:a16="http://schemas.microsoft.com/office/drawing/2014/main" id="{28C08F9D-ECEF-4C37-856D-66E297638C07}"/>
              </a:ext>
            </a:extLst>
          </p:cNvPr>
          <p:cNvSpPr>
            <a:spLocks xmlns:a="http://schemas.openxmlformats.org/drawingml/2006/main" noGrp="1"/>
          </p:cNvSpPr>
          <p:nvPr/>
        </p:nvSpPr>
        <p:spPr>
          <a:xfrm xmlns:a="http://schemas.openxmlformats.org/drawingml/2006/main">
            <a:off x="809625" y="47148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支え方：Aはピン、Bはローラー</a:t>
            </a:r>
          </a:p>
        </p:txBody>
      </p:sp>
      <p:sp>
        <p:nvSpPr>
          <p:cNvPr id="52" name="">
            <a:extLst xmlns:a="http://schemas.openxmlformats.org/drawingml/2006/main">
              <a:ext uri="{FF2B5EF4-FFF2-40B4-BE49-F238E27FC236}">
                <a16:creationId xmlns:a16="http://schemas.microsoft.com/office/drawing/2014/main" id="{98F074F4-2CC5-462C-9938-FC662F9C0657}"/>
              </a:ext>
            </a:extLst>
          </p:cNvPr>
          <p:cNvSpPr>
            <a:spLocks xmlns:a="http://schemas.openxmlformats.org/drawingml/2006/main" noGrp="1"/>
          </p:cNvSpPr>
          <p:nvPr/>
        </p:nvSpPr>
        <p:spPr>
          <a:xfrm xmlns:a="http://schemas.openxmlformats.org/drawingml/2006/main">
            <a:off x="809625" y="519112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鉛直荷重のみ。はりの自重はここでは無視する</a:t>
            </a:r>
          </a:p>
        </p:txBody>
      </p:sp>
      <p:sp>
        <p:nvSpPr>
          <p:cNvPr id="53" name="">
            <a:extLst xmlns:a="http://schemas.openxmlformats.org/drawingml/2006/main">
              <a:ext uri="{FF2B5EF4-FFF2-40B4-BE49-F238E27FC236}">
                <a16:creationId xmlns:a16="http://schemas.microsoft.com/office/drawing/2014/main" id="{FF6F8EF9-C3BF-4D2F-8A89-41EA879AC626}"/>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支え方・荷重の位置・長さを先に決める。同じ板でも条件が変われば内部の力が変わる。</a:t>
            </a:r>
          </a:p>
        </p:txBody>
      </p:sp>
    </p:spTree>
    <p:extLst>
      <p:ext uri="{BB962C8B-B14F-4D97-AF65-F5344CB8AC3E}">
        <p14:creationId xmlns:p14="http://schemas.microsoft.com/office/powerpoint/2010/main" val="15743412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450290-A48B-4CCC-A999-97DCE0F0DE2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実物・モデル・計算結果の関係</a:t>
            </a:r>
          </a:p>
        </p:txBody>
      </p:sp>
      <p:sp>
        <p:nvSpPr>
          <p:cNvPr id="2" name="">
            <a:extLst xmlns:a="http://schemas.openxmlformats.org/drawingml/2006/main">
              <a:ext uri="{FF2B5EF4-FFF2-40B4-BE49-F238E27FC236}">
                <a16:creationId xmlns:a16="http://schemas.microsoft.com/office/drawing/2014/main" id="{71424492-98D7-4850-A580-AE0481BEE6A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5786741-4CFC-46E8-9284-1ABFD0746FC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505D14BF-5333-49E7-9334-DEC83B18C512}"/>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段階</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この回で確認すること</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実物</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棚板、荷物、支えと接合</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モデル</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支点間距離、荷重位置、支持の種類</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計算</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全体の反力と、各断面の内力</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照合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計算手順と、モデルの仮定を点検</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B4EC159-7C2E-4D4E-B56D-301C15B2646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モデルは目的に応じた理想化。数値の一致だけで仮定の妥当性は決まらない。</a:t>
            </a:r>
          </a:p>
        </p:txBody>
      </p:sp>
      <p:sp>
        <p:nvSpPr>
          <p:cNvPr id="6" name="">
            <a:extLst xmlns:a="http://schemas.openxmlformats.org/drawingml/2006/main">
              <a:ext uri="{FF2B5EF4-FFF2-40B4-BE49-F238E27FC236}">
                <a16:creationId xmlns:a16="http://schemas.microsoft.com/office/drawing/2014/main" id="{A14052C4-B8ED-477A-B52B-50B60A9A746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49</a:t>
            </a:r>
          </a:p>
        </p:txBody>
      </p:sp>
    </p:spTree>
    <p:extLst>
      <p:ext uri="{BB962C8B-B14F-4D97-AF65-F5344CB8AC3E}">
        <p14:creationId xmlns:p14="http://schemas.microsoft.com/office/powerpoint/2010/main" val="141492690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CE0D895-B86E-40CF-A0EA-C5F1AA03C08F}"/>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力のモーメント：回そうとする作用</a:t>
            </a:r>
          </a:p>
        </p:txBody>
      </p:sp>
      <p:cxnSp>
        <p:nvCxnSpPr>
          <p:cNvPr id="2" name="">
            <a:extLst xmlns:a="http://schemas.openxmlformats.org/drawingml/2006/main">
              <a:ext uri="{FF2B5EF4-FFF2-40B4-BE49-F238E27FC236}">
                <a16:creationId xmlns:a16="http://schemas.microsoft.com/office/drawing/2014/main" id="{36BF5D41-44DF-400C-B0FF-2EA1FB459CA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BD59B198-87B1-42C8-85CF-8F45F5EA1064}"/>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582D29B8-9EFC-45E3-96B0-A960F6DD514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5 / 49</a:t>
            </a:r>
          </a:p>
        </p:txBody>
      </p:sp>
      <p:sp>
        <p:nvSpPr>
          <p:cNvPr id="20" name="">
            <a:extLst xmlns:a="http://schemas.openxmlformats.org/drawingml/2006/main">
              <a:ext uri="{FF2B5EF4-FFF2-40B4-BE49-F238E27FC236}">
                <a16:creationId xmlns:a16="http://schemas.microsoft.com/office/drawing/2014/main" id="{91C2CA11-64F6-450B-9EA1-407DD44A1CCF}"/>
              </a:ext>
            </a:extLst>
          </p:cNvPr>
          <p:cNvSpPr>
            <a:spLocks xmlns:a="http://schemas.openxmlformats.org/drawingml/2006/main" noGrp="1"/>
          </p:cNvSpPr>
          <p:nvPr/>
        </p:nvSpPr>
        <p:spPr>
          <a:xfrm xmlns:a="http://schemas.openxmlformats.org/drawingml/2006/main">
            <a:off x="809625" y="157162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263D4D"/>
                </a:solidFill>
                <a:latin typeface="Yu Gothic"/>
                <a:ea typeface="Yu Gothic"/>
                <a:cs typeface="Yu Gothic"/>
              </a:defRPr>
            </a:defPPr>
            <a:lvl1pPr>
              <a:buNone/>
              <a:defRPr sz="3000" b="1">
                <a:solidFill>
                  <a:srgbClr val="263D4D"/>
                </a:solidFill>
                <a:latin typeface="Yu Gothic"/>
                <a:ea typeface="Yu Gothic"/>
                <a:cs typeface="Yu Gothic"/>
              </a:defRPr>
            </a:lvl1pPr>
            <a:lvl2pPr>
              <a:buNone/>
              <a:defRPr sz="3000" b="1">
                <a:solidFill>
                  <a:srgbClr val="263D4D"/>
                </a:solidFill>
                <a:latin typeface="Yu Gothic"/>
                <a:ea typeface="Yu Gothic"/>
                <a:cs typeface="Yu Gothic"/>
              </a:defRPr>
            </a:lvl2pPr>
            <a:lvl3pPr>
              <a:buNone/>
              <a:defRPr sz="3000" b="1">
                <a:solidFill>
                  <a:srgbClr val="263D4D"/>
                </a:solidFill>
                <a:latin typeface="Yu Gothic"/>
                <a:ea typeface="Yu Gothic"/>
                <a:cs typeface="Yu Gothic"/>
              </a:defRPr>
            </a:lvl3pPr>
            <a:lvl4pPr>
              <a:buNone/>
              <a:defRPr sz="3000" b="1">
                <a:solidFill>
                  <a:srgbClr val="263D4D"/>
                </a:solidFill>
                <a:latin typeface="Yu Gothic"/>
                <a:ea typeface="Yu Gothic"/>
                <a:cs typeface="Yu Gothic"/>
              </a:defRPr>
            </a:lvl4pPr>
            <a:lvl5pPr>
              <a:buNone/>
              <a:defRPr sz="3000" b="1">
                <a:solidFill>
                  <a:srgbClr val="263D4D"/>
                </a:solidFill>
                <a:latin typeface="Yu Gothic"/>
                <a:ea typeface="Yu Gothic"/>
                <a:cs typeface="Yu Gothic"/>
              </a:defRPr>
            </a:lvl5pPr>
            <a:lvl6pPr>
              <a:buNone/>
              <a:defRPr sz="3000" b="1">
                <a:solidFill>
                  <a:srgbClr val="263D4D"/>
                </a:solidFill>
                <a:latin typeface="Yu Gothic"/>
                <a:ea typeface="Yu Gothic"/>
                <a:cs typeface="Yu Gothic"/>
              </a:defRPr>
            </a:lvl6pPr>
            <a:lvl7pPr>
              <a:buNone/>
              <a:defRPr sz="3000" b="1">
                <a:solidFill>
                  <a:srgbClr val="263D4D"/>
                </a:solidFill>
                <a:latin typeface="Yu Gothic"/>
                <a:ea typeface="Yu Gothic"/>
                <a:cs typeface="Yu Gothic"/>
              </a:defRPr>
            </a:lvl7pPr>
            <a:lvl8pPr>
              <a:buNone/>
              <a:defRPr sz="3000" b="1">
                <a:solidFill>
                  <a:srgbClr val="263D4D"/>
                </a:solidFill>
                <a:latin typeface="Yu Gothic"/>
                <a:ea typeface="Yu Gothic"/>
                <a:cs typeface="Yu Gothic"/>
              </a:defRPr>
            </a:lvl8pPr>
            <a:lvl9pPr>
              <a:buNone/>
              <a:defRPr sz="3000" b="1">
                <a:solidFill>
                  <a:srgbClr val="263D4D"/>
                </a:solidFill>
                <a:latin typeface="Yu Gothic"/>
                <a:ea typeface="Yu Gothic"/>
                <a:cs typeface="Yu Gothic"/>
              </a:defRPr>
            </a:lvl9pPr>
          </a:lstStyle>
          <a:p xmlns:a="http://schemas.openxmlformats.org/drawingml/2006/main">
            <a:pPr>
              <a:buNone/>
              <a:defRPr sz="3000" b="1">
                <a:solidFill>
                  <a:srgbClr val="263D4D"/>
                </a:solidFill>
                <a:latin typeface="Yu Gothic"/>
                <a:ea typeface="Yu Gothic"/>
                <a:cs typeface="Yu Gothic"/>
              </a:defRPr>
            </a:pPr>
            <a:r>
              <a:rPr sz="3000" b="1">
                <a:solidFill>
                  <a:srgbClr val="263D4D"/>
                </a:solidFill>
                <a:latin typeface="Yu Gothic"/>
                <a:ea typeface="Yu Gothic"/>
                <a:cs typeface="Yu Gothic"/>
              </a:rPr>
              <a:t>モーメントの大きさ = F × d</a:t>
            </a:r>
          </a:p>
        </p:txBody>
      </p:sp>
      <p:sp>
        <p:nvSpPr>
          <p:cNvPr id="21" name="">
            <a:extLst xmlns:a="http://schemas.openxmlformats.org/drawingml/2006/main">
              <a:ext uri="{FF2B5EF4-FFF2-40B4-BE49-F238E27FC236}">
                <a16:creationId xmlns:a16="http://schemas.microsoft.com/office/drawing/2014/main" id="{B4D5C1B0-563F-4FDA-9111-7C01CD5C4488}"/>
              </a:ext>
            </a:extLst>
          </p:cNvPr>
          <p:cNvSpPr>
            <a:spLocks xmlns:a="http://schemas.openxmlformats.org/drawingml/2006/main" noGrp="1"/>
          </p:cNvSpPr>
          <p:nvPr/>
        </p:nvSpPr>
        <p:spPr>
          <a:xfrm xmlns:a="http://schemas.openxmlformats.org/drawingml/2006/main">
            <a:off x="1714500" y="2714625"/>
            <a:ext cx="4381500" cy="1619250"/>
          </a:xfrm>
          <a:custGeom xmlns:a="http://schemas.openxmlformats.org/drawingml/2006/main">
            <a:pathLst>
              <a:path w="4381500" h="1619250">
                <a:moveTo>
                  <a:pt x="0" y="1619250"/>
                </a:moveTo>
                <a:lnTo>
                  <a:pt x="4381500" y="0"/>
                </a:lnTo>
              </a:path>
            </a:pathLst>
          </a:custGeom>
          <a:noFill xmlns:a="http://schemas.openxmlformats.org/drawingml/2006/main"/>
          <a:ln xmlns:a="http://schemas.openxmlformats.org/drawingml/2006/main" w="161925">
            <a:solidFill>
              <a:srgbClr val="71818B"/>
            </a:solidFill>
          </a:ln>
        </p:spPr>
      </p:sp>
      <p:sp>
        <p:nvSpPr>
          <p:cNvPr id="22" name="">
            <a:extLst xmlns:a="http://schemas.openxmlformats.org/drawingml/2006/main">
              <a:ext uri="{FF2B5EF4-FFF2-40B4-BE49-F238E27FC236}">
                <a16:creationId xmlns:a16="http://schemas.microsoft.com/office/drawing/2014/main" id="{136B2F62-E686-49A2-9EFA-7E0D2B89E8B8}"/>
              </a:ext>
            </a:extLst>
          </p:cNvPr>
          <p:cNvSpPr>
            <a:spLocks xmlns:a="http://schemas.openxmlformats.org/drawingml/2006/main" noGrp="1"/>
          </p:cNvSpPr>
          <p:nvPr/>
        </p:nvSpPr>
        <p:spPr>
          <a:xfrm xmlns:a="http://schemas.openxmlformats.org/drawingml/2006/main">
            <a:off x="1628775" y="4248150"/>
            <a:ext cx="171450" cy="17145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23" name="">
            <a:extLst xmlns:a="http://schemas.openxmlformats.org/drawingml/2006/main">
              <a:ext uri="{FF2B5EF4-FFF2-40B4-BE49-F238E27FC236}">
                <a16:creationId xmlns:a16="http://schemas.microsoft.com/office/drawing/2014/main" id="{BB19223B-8245-4502-ACBE-F8A0F9A6CE24}"/>
              </a:ext>
            </a:extLst>
          </p:cNvPr>
          <p:cNvSpPr>
            <a:spLocks xmlns:a="http://schemas.openxmlformats.org/drawingml/2006/main" noGrp="1"/>
          </p:cNvSpPr>
          <p:nvPr/>
        </p:nvSpPr>
        <p:spPr>
          <a:xfrm xmlns:a="http://schemas.openxmlformats.org/drawingml/2006/main">
            <a:off x="6096000" y="2238375"/>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4" name="">
            <a:extLst xmlns:a="http://schemas.openxmlformats.org/drawingml/2006/main">
              <a:ext uri="{FF2B5EF4-FFF2-40B4-BE49-F238E27FC236}">
                <a16:creationId xmlns:a16="http://schemas.microsoft.com/office/drawing/2014/main" id="{926069B0-0A09-4E56-AD01-09233142C238}"/>
              </a:ext>
            </a:extLst>
          </p:cNvPr>
          <p:cNvSpPr>
            <a:spLocks xmlns:a="http://schemas.openxmlformats.org/drawingml/2006/main" noGrp="1"/>
          </p:cNvSpPr>
          <p:nvPr/>
        </p:nvSpPr>
        <p:spPr>
          <a:xfrm xmlns:a="http://schemas.openxmlformats.org/drawingml/2006/main">
            <a:off x="6096000" y="2366755"/>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5" name="">
            <a:extLst xmlns:a="http://schemas.openxmlformats.org/drawingml/2006/main">
              <a:ext uri="{FF2B5EF4-FFF2-40B4-BE49-F238E27FC236}">
                <a16:creationId xmlns:a16="http://schemas.microsoft.com/office/drawing/2014/main" id="{AC82B0F2-5D6B-4F1D-B3FB-55850F62A27B}"/>
              </a:ext>
            </a:extLst>
          </p:cNvPr>
          <p:cNvSpPr>
            <a:spLocks xmlns:a="http://schemas.openxmlformats.org/drawingml/2006/main" noGrp="1"/>
          </p:cNvSpPr>
          <p:nvPr/>
        </p:nvSpPr>
        <p:spPr>
          <a:xfrm xmlns:a="http://schemas.openxmlformats.org/drawingml/2006/main">
            <a:off x="6096000" y="2495136"/>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6" name="">
            <a:extLst xmlns:a="http://schemas.openxmlformats.org/drawingml/2006/main">
              <a:ext uri="{FF2B5EF4-FFF2-40B4-BE49-F238E27FC236}">
                <a16:creationId xmlns:a16="http://schemas.microsoft.com/office/drawing/2014/main" id="{4EF93550-5648-4DD2-B228-5878F22C0013}"/>
              </a:ext>
            </a:extLst>
          </p:cNvPr>
          <p:cNvSpPr>
            <a:spLocks xmlns:a="http://schemas.openxmlformats.org/drawingml/2006/main" noGrp="1"/>
          </p:cNvSpPr>
          <p:nvPr/>
        </p:nvSpPr>
        <p:spPr>
          <a:xfrm xmlns:a="http://schemas.openxmlformats.org/drawingml/2006/main">
            <a:off x="6096000" y="2623516"/>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7" name="">
            <a:extLst xmlns:a="http://schemas.openxmlformats.org/drawingml/2006/main">
              <a:ext uri="{FF2B5EF4-FFF2-40B4-BE49-F238E27FC236}">
                <a16:creationId xmlns:a16="http://schemas.microsoft.com/office/drawing/2014/main" id="{D72C7158-1726-4408-B4FB-6A663F982AA8}"/>
              </a:ext>
            </a:extLst>
          </p:cNvPr>
          <p:cNvSpPr>
            <a:spLocks xmlns:a="http://schemas.openxmlformats.org/drawingml/2006/main" noGrp="1"/>
          </p:cNvSpPr>
          <p:nvPr/>
        </p:nvSpPr>
        <p:spPr>
          <a:xfrm xmlns:a="http://schemas.openxmlformats.org/drawingml/2006/main">
            <a:off x="6096000" y="2751897"/>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8" name="">
            <a:extLst xmlns:a="http://schemas.openxmlformats.org/drawingml/2006/main">
              <a:ext uri="{FF2B5EF4-FFF2-40B4-BE49-F238E27FC236}">
                <a16:creationId xmlns:a16="http://schemas.microsoft.com/office/drawing/2014/main" id="{97D3EE89-8A62-40F0-894C-20780542FB2B}"/>
              </a:ext>
            </a:extLst>
          </p:cNvPr>
          <p:cNvSpPr>
            <a:spLocks xmlns:a="http://schemas.openxmlformats.org/drawingml/2006/main" noGrp="1"/>
          </p:cNvSpPr>
          <p:nvPr/>
        </p:nvSpPr>
        <p:spPr>
          <a:xfrm xmlns:a="http://schemas.openxmlformats.org/drawingml/2006/main">
            <a:off x="6096000" y="2880277"/>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29" name="">
            <a:extLst xmlns:a="http://schemas.openxmlformats.org/drawingml/2006/main">
              <a:ext uri="{FF2B5EF4-FFF2-40B4-BE49-F238E27FC236}">
                <a16:creationId xmlns:a16="http://schemas.microsoft.com/office/drawing/2014/main" id="{2F786DC7-FC78-4752-BB35-A7BD537394BB}"/>
              </a:ext>
            </a:extLst>
          </p:cNvPr>
          <p:cNvSpPr>
            <a:spLocks xmlns:a="http://schemas.openxmlformats.org/drawingml/2006/main" noGrp="1"/>
          </p:cNvSpPr>
          <p:nvPr/>
        </p:nvSpPr>
        <p:spPr>
          <a:xfrm xmlns:a="http://schemas.openxmlformats.org/drawingml/2006/main">
            <a:off x="6096000" y="3008658"/>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0" name="">
            <a:extLst xmlns:a="http://schemas.openxmlformats.org/drawingml/2006/main">
              <a:ext uri="{FF2B5EF4-FFF2-40B4-BE49-F238E27FC236}">
                <a16:creationId xmlns:a16="http://schemas.microsoft.com/office/drawing/2014/main" id="{C4B678C1-3DD7-48EC-BF69-72E3B62020DE}"/>
              </a:ext>
            </a:extLst>
          </p:cNvPr>
          <p:cNvSpPr>
            <a:spLocks xmlns:a="http://schemas.openxmlformats.org/drawingml/2006/main" noGrp="1"/>
          </p:cNvSpPr>
          <p:nvPr/>
        </p:nvSpPr>
        <p:spPr>
          <a:xfrm xmlns:a="http://schemas.openxmlformats.org/drawingml/2006/main">
            <a:off x="6096000" y="3137038"/>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1" name="">
            <a:extLst xmlns:a="http://schemas.openxmlformats.org/drawingml/2006/main">
              <a:ext uri="{FF2B5EF4-FFF2-40B4-BE49-F238E27FC236}">
                <a16:creationId xmlns:a16="http://schemas.microsoft.com/office/drawing/2014/main" id="{1748EE4A-DAB4-4BCA-8D11-AF4EADAEFF00}"/>
              </a:ext>
            </a:extLst>
          </p:cNvPr>
          <p:cNvSpPr>
            <a:spLocks xmlns:a="http://schemas.openxmlformats.org/drawingml/2006/main" noGrp="1"/>
          </p:cNvSpPr>
          <p:nvPr/>
        </p:nvSpPr>
        <p:spPr>
          <a:xfrm xmlns:a="http://schemas.openxmlformats.org/drawingml/2006/main">
            <a:off x="6096000" y="3265418"/>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2" name="">
            <a:extLst xmlns:a="http://schemas.openxmlformats.org/drawingml/2006/main">
              <a:ext uri="{FF2B5EF4-FFF2-40B4-BE49-F238E27FC236}">
                <a16:creationId xmlns:a16="http://schemas.microsoft.com/office/drawing/2014/main" id="{C7FCBF3B-14B2-4E8A-8167-6C858BB211B4}"/>
              </a:ext>
            </a:extLst>
          </p:cNvPr>
          <p:cNvSpPr>
            <a:spLocks xmlns:a="http://schemas.openxmlformats.org/drawingml/2006/main" noGrp="1"/>
          </p:cNvSpPr>
          <p:nvPr/>
        </p:nvSpPr>
        <p:spPr>
          <a:xfrm xmlns:a="http://schemas.openxmlformats.org/drawingml/2006/main">
            <a:off x="6096000" y="3393799"/>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3" name="">
            <a:extLst xmlns:a="http://schemas.openxmlformats.org/drawingml/2006/main">
              <a:ext uri="{FF2B5EF4-FFF2-40B4-BE49-F238E27FC236}">
                <a16:creationId xmlns:a16="http://schemas.microsoft.com/office/drawing/2014/main" id="{5908B1DD-9DC1-4CF9-9E29-A4BAC3C86FA8}"/>
              </a:ext>
            </a:extLst>
          </p:cNvPr>
          <p:cNvSpPr>
            <a:spLocks xmlns:a="http://schemas.openxmlformats.org/drawingml/2006/main" noGrp="1"/>
          </p:cNvSpPr>
          <p:nvPr/>
        </p:nvSpPr>
        <p:spPr>
          <a:xfrm xmlns:a="http://schemas.openxmlformats.org/drawingml/2006/main">
            <a:off x="6096000" y="3522179"/>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4" name="">
            <a:extLst xmlns:a="http://schemas.openxmlformats.org/drawingml/2006/main">
              <a:ext uri="{FF2B5EF4-FFF2-40B4-BE49-F238E27FC236}">
                <a16:creationId xmlns:a16="http://schemas.microsoft.com/office/drawing/2014/main" id="{E6CAE809-7BAE-4843-8DA5-8AACEB12EC6E}"/>
              </a:ext>
            </a:extLst>
          </p:cNvPr>
          <p:cNvSpPr>
            <a:spLocks xmlns:a="http://schemas.openxmlformats.org/drawingml/2006/main" noGrp="1"/>
          </p:cNvSpPr>
          <p:nvPr/>
        </p:nvSpPr>
        <p:spPr>
          <a:xfrm xmlns:a="http://schemas.openxmlformats.org/drawingml/2006/main">
            <a:off x="6096000" y="3650560"/>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5" name="">
            <a:extLst xmlns:a="http://schemas.openxmlformats.org/drawingml/2006/main">
              <a:ext uri="{FF2B5EF4-FFF2-40B4-BE49-F238E27FC236}">
                <a16:creationId xmlns:a16="http://schemas.microsoft.com/office/drawing/2014/main" id="{A731ED11-1B19-4DC4-87D7-AEBE4BD27E4E}"/>
              </a:ext>
            </a:extLst>
          </p:cNvPr>
          <p:cNvSpPr>
            <a:spLocks xmlns:a="http://schemas.openxmlformats.org/drawingml/2006/main" noGrp="1"/>
          </p:cNvSpPr>
          <p:nvPr/>
        </p:nvSpPr>
        <p:spPr>
          <a:xfrm xmlns:a="http://schemas.openxmlformats.org/drawingml/2006/main">
            <a:off x="6096000" y="3778940"/>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6" name="">
            <a:extLst xmlns:a="http://schemas.openxmlformats.org/drawingml/2006/main">
              <a:ext uri="{FF2B5EF4-FFF2-40B4-BE49-F238E27FC236}">
                <a16:creationId xmlns:a16="http://schemas.microsoft.com/office/drawing/2014/main" id="{DAC20CEB-6F81-4D74-8988-310F81383CEF}"/>
              </a:ext>
            </a:extLst>
          </p:cNvPr>
          <p:cNvSpPr>
            <a:spLocks xmlns:a="http://schemas.openxmlformats.org/drawingml/2006/main" noGrp="1"/>
          </p:cNvSpPr>
          <p:nvPr/>
        </p:nvSpPr>
        <p:spPr>
          <a:xfrm xmlns:a="http://schemas.openxmlformats.org/drawingml/2006/main">
            <a:off x="6096000" y="3907321"/>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7" name="">
            <a:extLst xmlns:a="http://schemas.openxmlformats.org/drawingml/2006/main">
              <a:ext uri="{FF2B5EF4-FFF2-40B4-BE49-F238E27FC236}">
                <a16:creationId xmlns:a16="http://schemas.microsoft.com/office/drawing/2014/main" id="{E1553060-454D-4DBF-A99D-16DA8943126F}"/>
              </a:ext>
            </a:extLst>
          </p:cNvPr>
          <p:cNvSpPr>
            <a:spLocks xmlns:a="http://schemas.openxmlformats.org/drawingml/2006/main" noGrp="1"/>
          </p:cNvSpPr>
          <p:nvPr/>
        </p:nvSpPr>
        <p:spPr>
          <a:xfrm xmlns:a="http://schemas.openxmlformats.org/drawingml/2006/main">
            <a:off x="6096000" y="4035701"/>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8" name="">
            <a:extLst xmlns:a="http://schemas.openxmlformats.org/drawingml/2006/main">
              <a:ext uri="{FF2B5EF4-FFF2-40B4-BE49-F238E27FC236}">
                <a16:creationId xmlns:a16="http://schemas.microsoft.com/office/drawing/2014/main" id="{139FBB53-ECD0-405D-9146-C5FA028B335A}"/>
              </a:ext>
            </a:extLst>
          </p:cNvPr>
          <p:cNvSpPr>
            <a:spLocks xmlns:a="http://schemas.openxmlformats.org/drawingml/2006/main" noGrp="1"/>
          </p:cNvSpPr>
          <p:nvPr/>
        </p:nvSpPr>
        <p:spPr>
          <a:xfrm xmlns:a="http://schemas.openxmlformats.org/drawingml/2006/main">
            <a:off x="6096000" y="4164082"/>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39" name="">
            <a:extLst xmlns:a="http://schemas.openxmlformats.org/drawingml/2006/main">
              <a:ext uri="{FF2B5EF4-FFF2-40B4-BE49-F238E27FC236}">
                <a16:creationId xmlns:a16="http://schemas.microsoft.com/office/drawing/2014/main" id="{F42D2541-1D6E-45F1-9268-0E07A14BCCD5}"/>
              </a:ext>
            </a:extLst>
          </p:cNvPr>
          <p:cNvSpPr>
            <a:spLocks xmlns:a="http://schemas.openxmlformats.org/drawingml/2006/main" noGrp="1"/>
          </p:cNvSpPr>
          <p:nvPr/>
        </p:nvSpPr>
        <p:spPr>
          <a:xfrm xmlns:a="http://schemas.openxmlformats.org/drawingml/2006/main">
            <a:off x="6096000" y="4292462"/>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0" name="">
            <a:extLst xmlns:a="http://schemas.openxmlformats.org/drawingml/2006/main">
              <a:ext uri="{FF2B5EF4-FFF2-40B4-BE49-F238E27FC236}">
                <a16:creationId xmlns:a16="http://schemas.microsoft.com/office/drawing/2014/main" id="{800FEB44-C14A-45BE-8002-90F651A529BB}"/>
              </a:ext>
            </a:extLst>
          </p:cNvPr>
          <p:cNvSpPr>
            <a:spLocks xmlns:a="http://schemas.openxmlformats.org/drawingml/2006/main" noGrp="1"/>
          </p:cNvSpPr>
          <p:nvPr/>
        </p:nvSpPr>
        <p:spPr>
          <a:xfrm xmlns:a="http://schemas.openxmlformats.org/drawingml/2006/main">
            <a:off x="6096000" y="4420842"/>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1" name="">
            <a:extLst xmlns:a="http://schemas.openxmlformats.org/drawingml/2006/main">
              <a:ext uri="{FF2B5EF4-FFF2-40B4-BE49-F238E27FC236}">
                <a16:creationId xmlns:a16="http://schemas.microsoft.com/office/drawing/2014/main" id="{C43CC27F-F0F3-4E9E-BE97-E3CBD0F7D033}"/>
              </a:ext>
            </a:extLst>
          </p:cNvPr>
          <p:cNvSpPr>
            <a:spLocks xmlns:a="http://schemas.openxmlformats.org/drawingml/2006/main" noGrp="1"/>
          </p:cNvSpPr>
          <p:nvPr/>
        </p:nvSpPr>
        <p:spPr>
          <a:xfrm xmlns:a="http://schemas.openxmlformats.org/drawingml/2006/main">
            <a:off x="6096000" y="4549223"/>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2" name="">
            <a:extLst xmlns:a="http://schemas.openxmlformats.org/drawingml/2006/main">
              <a:ext uri="{FF2B5EF4-FFF2-40B4-BE49-F238E27FC236}">
                <a16:creationId xmlns:a16="http://schemas.microsoft.com/office/drawing/2014/main" id="{3A5DACA3-8414-46B3-AFFF-36B566C47933}"/>
              </a:ext>
            </a:extLst>
          </p:cNvPr>
          <p:cNvSpPr>
            <a:spLocks xmlns:a="http://schemas.openxmlformats.org/drawingml/2006/main" noGrp="1"/>
          </p:cNvSpPr>
          <p:nvPr/>
        </p:nvSpPr>
        <p:spPr>
          <a:xfrm xmlns:a="http://schemas.openxmlformats.org/drawingml/2006/main">
            <a:off x="6096000" y="4677603"/>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3" name="">
            <a:extLst xmlns:a="http://schemas.openxmlformats.org/drawingml/2006/main">
              <a:ext uri="{FF2B5EF4-FFF2-40B4-BE49-F238E27FC236}">
                <a16:creationId xmlns:a16="http://schemas.microsoft.com/office/drawing/2014/main" id="{1AE26BD6-6431-404D-8DD3-899275218AC8}"/>
              </a:ext>
            </a:extLst>
          </p:cNvPr>
          <p:cNvSpPr>
            <a:spLocks xmlns:a="http://schemas.openxmlformats.org/drawingml/2006/main" noGrp="1"/>
          </p:cNvSpPr>
          <p:nvPr/>
        </p:nvSpPr>
        <p:spPr>
          <a:xfrm xmlns:a="http://schemas.openxmlformats.org/drawingml/2006/main">
            <a:off x="6096000" y="4805984"/>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4" name="">
            <a:extLst xmlns:a="http://schemas.openxmlformats.org/drawingml/2006/main">
              <a:ext uri="{FF2B5EF4-FFF2-40B4-BE49-F238E27FC236}">
                <a16:creationId xmlns:a16="http://schemas.microsoft.com/office/drawing/2014/main" id="{9C622A83-8962-42BB-BF74-2A9C2CC6FA79}"/>
              </a:ext>
            </a:extLst>
          </p:cNvPr>
          <p:cNvSpPr>
            <a:spLocks xmlns:a="http://schemas.openxmlformats.org/drawingml/2006/main" noGrp="1"/>
          </p:cNvSpPr>
          <p:nvPr/>
        </p:nvSpPr>
        <p:spPr>
          <a:xfrm xmlns:a="http://schemas.openxmlformats.org/drawingml/2006/main">
            <a:off x="6096000" y="4934364"/>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5" name="">
            <a:extLst xmlns:a="http://schemas.openxmlformats.org/drawingml/2006/main">
              <a:ext uri="{FF2B5EF4-FFF2-40B4-BE49-F238E27FC236}">
                <a16:creationId xmlns:a16="http://schemas.microsoft.com/office/drawing/2014/main" id="{10F880F5-736E-4856-9167-22654D151F92}"/>
              </a:ext>
            </a:extLst>
          </p:cNvPr>
          <p:cNvSpPr>
            <a:spLocks xmlns:a="http://schemas.openxmlformats.org/drawingml/2006/main" noGrp="1"/>
          </p:cNvSpPr>
          <p:nvPr/>
        </p:nvSpPr>
        <p:spPr>
          <a:xfrm xmlns:a="http://schemas.openxmlformats.org/drawingml/2006/main">
            <a:off x="6096000" y="5062745"/>
            <a:ext cx="9525" cy="70609"/>
          </a:xfrm>
          <a:custGeom xmlns:a="http://schemas.openxmlformats.org/drawingml/2006/main">
            <a:pathLst>
              <a:path w="9525" h="70609">
                <a:moveTo>
                  <a:pt x="0" y="0"/>
                </a:moveTo>
                <a:lnTo>
                  <a:pt x="0" y="70609"/>
                </a:lnTo>
              </a:path>
            </a:pathLst>
          </a:custGeom>
          <a:noFill xmlns:a="http://schemas.openxmlformats.org/drawingml/2006/main"/>
          <a:ln xmlns:a="http://schemas.openxmlformats.org/drawingml/2006/main" w="11430">
            <a:solidFill>
              <a:srgbClr val="C4483C"/>
            </a:solidFill>
          </a:ln>
        </p:spPr>
      </p:sp>
      <p:sp>
        <p:nvSpPr>
          <p:cNvPr id="46" name="">
            <a:extLst xmlns:a="http://schemas.openxmlformats.org/drawingml/2006/main">
              <a:ext uri="{FF2B5EF4-FFF2-40B4-BE49-F238E27FC236}">
                <a16:creationId xmlns:a16="http://schemas.microsoft.com/office/drawing/2014/main" id="{1C949841-917B-4FDB-8AE7-6D029DC3AF28}"/>
              </a:ext>
            </a:extLst>
          </p:cNvPr>
          <p:cNvSpPr>
            <a:spLocks xmlns:a="http://schemas.openxmlformats.org/drawingml/2006/main" noGrp="1"/>
          </p:cNvSpPr>
          <p:nvPr/>
        </p:nvSpPr>
        <p:spPr>
          <a:xfrm xmlns:a="http://schemas.openxmlformats.org/drawingml/2006/main">
            <a:off x="6096000" y="2571750"/>
            <a:ext cx="9525" cy="1285875"/>
          </a:xfrm>
          <a:custGeom xmlns:a="http://schemas.openxmlformats.org/drawingml/2006/main">
            <a:pathLst>
              <a:path w="9525" h="1285875">
                <a:moveTo>
                  <a:pt x="0" y="0"/>
                </a:moveTo>
                <a:lnTo>
                  <a:pt x="0" y="1285875"/>
                </a:lnTo>
              </a:path>
            </a:pathLst>
          </a:custGeom>
          <a:noFill xmlns:a="http://schemas.openxmlformats.org/drawingml/2006/main"/>
          <a:ln xmlns:a="http://schemas.openxmlformats.org/drawingml/2006/main" w="38100">
            <a:solidFill>
              <a:srgbClr val="C4483C"/>
            </a:solidFill>
          </a:ln>
        </p:spPr>
      </p:sp>
      <p:sp>
        <p:nvSpPr>
          <p:cNvPr id="47" name="">
            <a:extLst xmlns:a="http://schemas.openxmlformats.org/drawingml/2006/main">
              <a:ext uri="{FF2B5EF4-FFF2-40B4-BE49-F238E27FC236}">
                <a16:creationId xmlns:a16="http://schemas.microsoft.com/office/drawing/2014/main" id="{F51B9C85-0A6B-4DCE-939E-E41BF8A9A3F9}"/>
              </a:ext>
            </a:extLst>
          </p:cNvPr>
          <p:cNvSpPr>
            <a:spLocks xmlns:a="http://schemas.openxmlformats.org/drawingml/2006/main" noGrp="1"/>
          </p:cNvSpPr>
          <p:nvPr/>
        </p:nvSpPr>
        <p:spPr>
          <a:xfrm xmlns:a="http://schemas.openxmlformats.org/drawingml/2006/main">
            <a:off x="6047994" y="3743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8" name="">
            <a:extLst xmlns:a="http://schemas.openxmlformats.org/drawingml/2006/main">
              <a:ext uri="{FF2B5EF4-FFF2-40B4-BE49-F238E27FC236}">
                <a16:creationId xmlns:a16="http://schemas.microsoft.com/office/drawing/2014/main" id="{42C6E650-FBE7-4C3F-8828-38528BEF2BFD}"/>
              </a:ext>
            </a:extLst>
          </p:cNvPr>
          <p:cNvSpPr>
            <a:spLocks xmlns:a="http://schemas.openxmlformats.org/drawingml/2006/main" noGrp="1"/>
          </p:cNvSpPr>
          <p:nvPr/>
        </p:nvSpPr>
        <p:spPr>
          <a:xfrm xmlns:a="http://schemas.openxmlformats.org/drawingml/2006/main">
            <a:off x="6381750" y="3143250"/>
            <a:ext cx="76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550" b="1">
                <a:solidFill>
                  <a:srgbClr val="C4483C"/>
                </a:solidFill>
                <a:latin typeface="Yu Gothic"/>
                <a:ea typeface="Yu Gothic"/>
                <a:cs typeface="Yu Gothic"/>
              </a:defRPr>
            </a:defPPr>
            <a:lvl1pPr>
              <a:buNone/>
              <a:defRPr sz="2550" b="1">
                <a:solidFill>
                  <a:srgbClr val="C4483C"/>
                </a:solidFill>
                <a:latin typeface="Yu Gothic"/>
                <a:ea typeface="Yu Gothic"/>
                <a:cs typeface="Yu Gothic"/>
              </a:defRPr>
            </a:lvl1pPr>
            <a:lvl2pPr>
              <a:buNone/>
              <a:defRPr sz="2550" b="1">
                <a:solidFill>
                  <a:srgbClr val="C4483C"/>
                </a:solidFill>
                <a:latin typeface="Yu Gothic"/>
                <a:ea typeface="Yu Gothic"/>
                <a:cs typeface="Yu Gothic"/>
              </a:defRPr>
            </a:lvl2pPr>
            <a:lvl3pPr>
              <a:buNone/>
              <a:defRPr sz="2550" b="1">
                <a:solidFill>
                  <a:srgbClr val="C4483C"/>
                </a:solidFill>
                <a:latin typeface="Yu Gothic"/>
                <a:ea typeface="Yu Gothic"/>
                <a:cs typeface="Yu Gothic"/>
              </a:defRPr>
            </a:lvl3pPr>
            <a:lvl4pPr>
              <a:buNone/>
              <a:defRPr sz="2550" b="1">
                <a:solidFill>
                  <a:srgbClr val="C4483C"/>
                </a:solidFill>
                <a:latin typeface="Yu Gothic"/>
                <a:ea typeface="Yu Gothic"/>
                <a:cs typeface="Yu Gothic"/>
              </a:defRPr>
            </a:lvl4pPr>
            <a:lvl5pPr>
              <a:buNone/>
              <a:defRPr sz="2550" b="1">
                <a:solidFill>
                  <a:srgbClr val="C4483C"/>
                </a:solidFill>
                <a:latin typeface="Yu Gothic"/>
                <a:ea typeface="Yu Gothic"/>
                <a:cs typeface="Yu Gothic"/>
              </a:defRPr>
            </a:lvl5pPr>
            <a:lvl6pPr>
              <a:buNone/>
              <a:defRPr sz="2550" b="1">
                <a:solidFill>
                  <a:srgbClr val="C4483C"/>
                </a:solidFill>
                <a:latin typeface="Yu Gothic"/>
                <a:ea typeface="Yu Gothic"/>
                <a:cs typeface="Yu Gothic"/>
              </a:defRPr>
            </a:lvl6pPr>
            <a:lvl7pPr>
              <a:buNone/>
              <a:defRPr sz="2550" b="1">
                <a:solidFill>
                  <a:srgbClr val="C4483C"/>
                </a:solidFill>
                <a:latin typeface="Yu Gothic"/>
                <a:ea typeface="Yu Gothic"/>
                <a:cs typeface="Yu Gothic"/>
              </a:defRPr>
            </a:lvl7pPr>
            <a:lvl8pPr>
              <a:buNone/>
              <a:defRPr sz="2550" b="1">
                <a:solidFill>
                  <a:srgbClr val="C4483C"/>
                </a:solidFill>
                <a:latin typeface="Yu Gothic"/>
                <a:ea typeface="Yu Gothic"/>
                <a:cs typeface="Yu Gothic"/>
              </a:defRPr>
            </a:lvl8pPr>
            <a:lvl9pPr>
              <a:buNone/>
              <a:defRPr sz="2550" b="1">
                <a:solidFill>
                  <a:srgbClr val="C4483C"/>
                </a:solidFill>
                <a:latin typeface="Yu Gothic"/>
                <a:ea typeface="Yu Gothic"/>
                <a:cs typeface="Yu Gothic"/>
              </a:defRPr>
            </a:lvl9pPr>
          </a:lstStyle>
          <a:p xmlns:a="http://schemas.openxmlformats.org/drawingml/2006/main">
            <a:pPr>
              <a:buNone/>
              <a:defRPr sz="2550" b="1">
                <a:solidFill>
                  <a:srgbClr val="C4483C"/>
                </a:solidFill>
                <a:latin typeface="Yu Gothic"/>
                <a:ea typeface="Yu Gothic"/>
                <a:cs typeface="Yu Gothic"/>
              </a:defRPr>
            </a:pPr>
            <a:r>
              <a:rPr sz="2550" b="1">
                <a:solidFill>
                  <a:srgbClr val="C4483C"/>
                </a:solidFill>
                <a:latin typeface="Yu Gothic"/>
                <a:ea typeface="Yu Gothic"/>
                <a:cs typeface="Yu Gothic"/>
              </a:rPr>
              <a:t>F</a:t>
            </a:r>
          </a:p>
        </p:txBody>
      </p:sp>
      <p:sp>
        <p:nvSpPr>
          <p:cNvPr id="49" name="">
            <a:extLst xmlns:a="http://schemas.openxmlformats.org/drawingml/2006/main">
              <a:ext uri="{FF2B5EF4-FFF2-40B4-BE49-F238E27FC236}">
                <a16:creationId xmlns:a16="http://schemas.microsoft.com/office/drawing/2014/main" id="{6D6E1567-FD09-4292-8AF7-10BFE71D59D9}"/>
              </a:ext>
            </a:extLst>
          </p:cNvPr>
          <p:cNvSpPr>
            <a:spLocks xmlns:a="http://schemas.openxmlformats.org/drawingml/2006/main" noGrp="1"/>
          </p:cNvSpPr>
          <p:nvPr/>
        </p:nvSpPr>
        <p:spPr>
          <a:xfrm xmlns:a="http://schemas.openxmlformats.org/drawingml/2006/main">
            <a:off x="5191125" y="5095875"/>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C4483C"/>
                </a:solidFill>
                <a:latin typeface="Yu Gothic"/>
                <a:ea typeface="Yu Gothic"/>
                <a:cs typeface="Yu Gothic"/>
              </a:defRPr>
            </a:defPPr>
            <a:lvl1pPr>
              <a:buNone/>
              <a:defRPr sz="1800" b="0">
                <a:solidFill>
                  <a:srgbClr val="C4483C"/>
                </a:solidFill>
                <a:latin typeface="Yu Gothic"/>
                <a:ea typeface="Yu Gothic"/>
                <a:cs typeface="Yu Gothic"/>
              </a:defRPr>
            </a:lvl1pPr>
            <a:lvl2pPr>
              <a:buNone/>
              <a:defRPr sz="1800" b="0">
                <a:solidFill>
                  <a:srgbClr val="C4483C"/>
                </a:solidFill>
                <a:latin typeface="Yu Gothic"/>
                <a:ea typeface="Yu Gothic"/>
                <a:cs typeface="Yu Gothic"/>
              </a:defRPr>
            </a:lvl2pPr>
            <a:lvl3pPr>
              <a:buNone/>
              <a:defRPr sz="1800" b="0">
                <a:solidFill>
                  <a:srgbClr val="C4483C"/>
                </a:solidFill>
                <a:latin typeface="Yu Gothic"/>
                <a:ea typeface="Yu Gothic"/>
                <a:cs typeface="Yu Gothic"/>
              </a:defRPr>
            </a:lvl3pPr>
            <a:lvl4pPr>
              <a:buNone/>
              <a:defRPr sz="1800" b="0">
                <a:solidFill>
                  <a:srgbClr val="C4483C"/>
                </a:solidFill>
                <a:latin typeface="Yu Gothic"/>
                <a:ea typeface="Yu Gothic"/>
                <a:cs typeface="Yu Gothic"/>
              </a:defRPr>
            </a:lvl4pPr>
            <a:lvl5pPr>
              <a:buNone/>
              <a:defRPr sz="1800" b="0">
                <a:solidFill>
                  <a:srgbClr val="C4483C"/>
                </a:solidFill>
                <a:latin typeface="Yu Gothic"/>
                <a:ea typeface="Yu Gothic"/>
                <a:cs typeface="Yu Gothic"/>
              </a:defRPr>
            </a:lvl5pPr>
            <a:lvl6pPr>
              <a:buNone/>
              <a:defRPr sz="1800" b="0">
                <a:solidFill>
                  <a:srgbClr val="C4483C"/>
                </a:solidFill>
                <a:latin typeface="Yu Gothic"/>
                <a:ea typeface="Yu Gothic"/>
                <a:cs typeface="Yu Gothic"/>
              </a:defRPr>
            </a:lvl6pPr>
            <a:lvl7pPr>
              <a:buNone/>
              <a:defRPr sz="1800" b="0">
                <a:solidFill>
                  <a:srgbClr val="C4483C"/>
                </a:solidFill>
                <a:latin typeface="Yu Gothic"/>
                <a:ea typeface="Yu Gothic"/>
                <a:cs typeface="Yu Gothic"/>
              </a:defRPr>
            </a:lvl7pPr>
            <a:lvl8pPr>
              <a:buNone/>
              <a:defRPr sz="1800" b="0">
                <a:solidFill>
                  <a:srgbClr val="C4483C"/>
                </a:solidFill>
                <a:latin typeface="Yu Gothic"/>
                <a:ea typeface="Yu Gothic"/>
                <a:cs typeface="Yu Gothic"/>
              </a:defRPr>
            </a:lvl8pPr>
            <a:lvl9pPr>
              <a:buNone/>
              <a:defRPr sz="1800" b="0">
                <a:solidFill>
                  <a:srgbClr val="C4483C"/>
                </a:solidFill>
                <a:latin typeface="Yu Gothic"/>
                <a:ea typeface="Yu Gothic"/>
                <a:cs typeface="Yu Gothic"/>
              </a:defRPr>
            </a:lvl9pPr>
          </a:lstStyle>
          <a:p xmlns:a="http://schemas.openxmlformats.org/drawingml/2006/main">
            <a:pPr>
              <a:buNone/>
              <a:defRPr sz="1800" b="0">
                <a:solidFill>
                  <a:srgbClr val="C4483C"/>
                </a:solidFill>
                <a:latin typeface="Yu Gothic"/>
                <a:ea typeface="Yu Gothic"/>
                <a:cs typeface="Yu Gothic"/>
              </a:defRPr>
            </a:pPr>
            <a:r>
              <a:rPr sz="1800" b="0">
                <a:solidFill>
                  <a:srgbClr val="C4483C"/>
                </a:solidFill>
                <a:latin typeface="Yu Gothic"/>
                <a:ea typeface="Yu Gothic"/>
                <a:cs typeface="Yu Gothic"/>
              </a:rPr>
              <a:t>力の作用線</a:t>
            </a:r>
          </a:p>
        </p:txBody>
      </p:sp>
      <p:sp>
        <p:nvSpPr>
          <p:cNvPr id="50" name="">
            <a:extLst xmlns:a="http://schemas.openxmlformats.org/drawingml/2006/main">
              <a:ext uri="{FF2B5EF4-FFF2-40B4-BE49-F238E27FC236}">
                <a16:creationId xmlns:a16="http://schemas.microsoft.com/office/drawing/2014/main" id="{E9C02723-8BC5-4221-A862-70107F0487B2}"/>
              </a:ext>
            </a:extLst>
          </p:cNvPr>
          <p:cNvSpPr>
            <a:spLocks xmlns:a="http://schemas.openxmlformats.org/drawingml/2006/main" noGrp="1"/>
          </p:cNvSpPr>
          <p:nvPr/>
        </p:nvSpPr>
        <p:spPr>
          <a:xfrm xmlns:a="http://schemas.openxmlformats.org/drawingml/2006/main">
            <a:off x="1714500" y="4333875"/>
            <a:ext cx="4381500" cy="9525"/>
          </a:xfrm>
          <a:custGeom xmlns:a="http://schemas.openxmlformats.org/drawingml/2006/main">
            <a:pathLst>
              <a:path w="4381500" h="9525">
                <a:moveTo>
                  <a:pt x="0" y="0"/>
                </a:moveTo>
                <a:lnTo>
                  <a:pt x="4381500" y="0"/>
                </a:lnTo>
              </a:path>
            </a:pathLst>
          </a:custGeom>
          <a:noFill xmlns:a="http://schemas.openxmlformats.org/drawingml/2006/main"/>
          <a:ln xmlns:a="http://schemas.openxmlformats.org/drawingml/2006/main" w="13335">
            <a:solidFill>
              <a:srgbClr val="2876A8"/>
            </a:solidFill>
          </a:ln>
        </p:spPr>
      </p:sp>
      <p:sp>
        <p:nvSpPr>
          <p:cNvPr id="51" name="">
            <a:extLst xmlns:a="http://schemas.openxmlformats.org/drawingml/2006/main">
              <a:ext uri="{FF2B5EF4-FFF2-40B4-BE49-F238E27FC236}">
                <a16:creationId xmlns:a16="http://schemas.microsoft.com/office/drawing/2014/main" id="{D933DF98-4A3C-4668-AEC7-D9BD62288D48}"/>
              </a:ext>
            </a:extLst>
          </p:cNvPr>
          <p:cNvSpPr>
            <a:spLocks xmlns:a="http://schemas.openxmlformats.org/drawingml/2006/main" noGrp="1"/>
          </p:cNvSpPr>
          <p:nvPr/>
        </p:nvSpPr>
        <p:spPr>
          <a:xfrm xmlns:a="http://schemas.openxmlformats.org/drawingml/2006/main">
            <a:off x="6029325" y="430587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52" name="">
            <a:extLst xmlns:a="http://schemas.openxmlformats.org/drawingml/2006/main">
              <a:ext uri="{FF2B5EF4-FFF2-40B4-BE49-F238E27FC236}">
                <a16:creationId xmlns:a16="http://schemas.microsoft.com/office/drawing/2014/main" id="{634AE885-45E9-4E1A-A836-62EF56593F8A}"/>
              </a:ext>
            </a:extLst>
          </p:cNvPr>
          <p:cNvSpPr>
            <a:spLocks xmlns:a="http://schemas.openxmlformats.org/drawingml/2006/main" noGrp="1"/>
          </p:cNvSpPr>
          <p:nvPr/>
        </p:nvSpPr>
        <p:spPr>
          <a:xfrm xmlns:a="http://schemas.openxmlformats.org/drawingml/2006/main">
            <a:off x="1714500" y="4333875"/>
            <a:ext cx="4381500" cy="9525"/>
          </a:xfrm>
          <a:custGeom xmlns:a="http://schemas.openxmlformats.org/drawingml/2006/main">
            <a:pathLst>
              <a:path w="4381500" h="9525">
                <a:moveTo>
                  <a:pt x="4381500" y="0"/>
                </a:moveTo>
                <a:lnTo>
                  <a:pt x="0" y="0"/>
                </a:lnTo>
              </a:path>
            </a:pathLst>
          </a:custGeom>
          <a:noFill xmlns:a="http://schemas.openxmlformats.org/drawingml/2006/main"/>
          <a:ln xmlns:a="http://schemas.openxmlformats.org/drawingml/2006/main" w="13335">
            <a:solidFill>
              <a:srgbClr val="2876A8"/>
            </a:solidFill>
          </a:ln>
        </p:spPr>
      </p:sp>
      <p:sp>
        <p:nvSpPr>
          <p:cNvPr id="53" name="">
            <a:extLst xmlns:a="http://schemas.openxmlformats.org/drawingml/2006/main">
              <a:ext uri="{FF2B5EF4-FFF2-40B4-BE49-F238E27FC236}">
                <a16:creationId xmlns:a16="http://schemas.microsoft.com/office/drawing/2014/main" id="{4F4E6D00-A8B0-4269-8C7F-B93E55776603}"/>
              </a:ext>
            </a:extLst>
          </p:cNvPr>
          <p:cNvSpPr>
            <a:spLocks xmlns:a="http://schemas.openxmlformats.org/drawingml/2006/main" noGrp="1"/>
          </p:cNvSpPr>
          <p:nvPr/>
        </p:nvSpPr>
        <p:spPr>
          <a:xfrm xmlns:a="http://schemas.openxmlformats.org/drawingml/2006/main">
            <a:off x="1714500" y="430587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CC46C173-7AA6-4FA5-AD92-6686F9845A9F}"/>
              </a:ext>
            </a:extLst>
          </p:cNvPr>
          <p:cNvSpPr>
            <a:spLocks xmlns:a="http://schemas.openxmlformats.org/drawingml/2006/main" noGrp="1"/>
          </p:cNvSpPr>
          <p:nvPr/>
        </p:nvSpPr>
        <p:spPr>
          <a:xfrm xmlns:a="http://schemas.openxmlformats.org/drawingml/2006/main">
            <a:off x="1714500" y="43815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325" b="0">
                <a:solidFill>
                  <a:srgbClr val="2876A8"/>
                </a:solidFill>
                <a:latin typeface="Yu Gothic"/>
                <a:ea typeface="Yu Gothic"/>
                <a:cs typeface="Yu Gothic"/>
              </a:defRPr>
            </a:defPPr>
            <a:lvl1pPr algn="ctr">
              <a:buNone/>
              <a:defRPr sz="2325" b="0">
                <a:solidFill>
                  <a:srgbClr val="2876A8"/>
                </a:solidFill>
                <a:latin typeface="Yu Gothic"/>
                <a:ea typeface="Yu Gothic"/>
                <a:cs typeface="Yu Gothic"/>
              </a:defRPr>
            </a:lvl1pPr>
            <a:lvl2pPr algn="ctr">
              <a:buNone/>
              <a:defRPr sz="2325" b="0">
                <a:solidFill>
                  <a:srgbClr val="2876A8"/>
                </a:solidFill>
                <a:latin typeface="Yu Gothic"/>
                <a:ea typeface="Yu Gothic"/>
                <a:cs typeface="Yu Gothic"/>
              </a:defRPr>
            </a:lvl2pPr>
            <a:lvl3pPr algn="ctr">
              <a:buNone/>
              <a:defRPr sz="2325" b="0">
                <a:solidFill>
                  <a:srgbClr val="2876A8"/>
                </a:solidFill>
                <a:latin typeface="Yu Gothic"/>
                <a:ea typeface="Yu Gothic"/>
                <a:cs typeface="Yu Gothic"/>
              </a:defRPr>
            </a:lvl3pPr>
            <a:lvl4pPr algn="ctr">
              <a:buNone/>
              <a:defRPr sz="2325" b="0">
                <a:solidFill>
                  <a:srgbClr val="2876A8"/>
                </a:solidFill>
                <a:latin typeface="Yu Gothic"/>
                <a:ea typeface="Yu Gothic"/>
                <a:cs typeface="Yu Gothic"/>
              </a:defRPr>
            </a:lvl4pPr>
            <a:lvl5pPr algn="ctr">
              <a:buNone/>
              <a:defRPr sz="2325" b="0">
                <a:solidFill>
                  <a:srgbClr val="2876A8"/>
                </a:solidFill>
                <a:latin typeface="Yu Gothic"/>
                <a:ea typeface="Yu Gothic"/>
                <a:cs typeface="Yu Gothic"/>
              </a:defRPr>
            </a:lvl5pPr>
            <a:lvl6pPr algn="ctr">
              <a:buNone/>
              <a:defRPr sz="2325" b="0">
                <a:solidFill>
                  <a:srgbClr val="2876A8"/>
                </a:solidFill>
                <a:latin typeface="Yu Gothic"/>
                <a:ea typeface="Yu Gothic"/>
                <a:cs typeface="Yu Gothic"/>
              </a:defRPr>
            </a:lvl6pPr>
            <a:lvl7pPr algn="ctr">
              <a:buNone/>
              <a:defRPr sz="2325" b="0">
                <a:solidFill>
                  <a:srgbClr val="2876A8"/>
                </a:solidFill>
                <a:latin typeface="Yu Gothic"/>
                <a:ea typeface="Yu Gothic"/>
                <a:cs typeface="Yu Gothic"/>
              </a:defRPr>
            </a:lvl7pPr>
            <a:lvl8pPr algn="ctr">
              <a:buNone/>
              <a:defRPr sz="2325" b="0">
                <a:solidFill>
                  <a:srgbClr val="2876A8"/>
                </a:solidFill>
                <a:latin typeface="Yu Gothic"/>
                <a:ea typeface="Yu Gothic"/>
                <a:cs typeface="Yu Gothic"/>
              </a:defRPr>
            </a:lvl8pPr>
            <a:lvl9pPr algn="ctr">
              <a:buNone/>
              <a:defRPr sz="2325" b="0">
                <a:solidFill>
                  <a:srgbClr val="2876A8"/>
                </a:solidFill>
                <a:latin typeface="Yu Gothic"/>
                <a:ea typeface="Yu Gothic"/>
                <a:cs typeface="Yu Gothic"/>
              </a:defRPr>
            </a:lvl9pPr>
          </a:lstStyle>
          <a:p xmlns:a="http://schemas.openxmlformats.org/drawingml/2006/main">
            <a:pPr algn="ctr">
              <a:buNone/>
              <a:defRPr sz="2325" b="0">
                <a:solidFill>
                  <a:srgbClr val="2876A8"/>
                </a:solidFill>
                <a:latin typeface="Yu Gothic"/>
                <a:ea typeface="Yu Gothic"/>
                <a:cs typeface="Yu Gothic"/>
              </a:defRPr>
            </a:pPr>
            <a:r>
              <a:rPr sz="2325" b="0">
                <a:solidFill>
                  <a:srgbClr val="2876A8"/>
                </a:solidFill>
                <a:latin typeface="Yu Gothic"/>
                <a:ea typeface="Yu Gothic"/>
                <a:cs typeface="Yu Gothic"/>
              </a:rPr>
              <a:t>d</a:t>
            </a:r>
          </a:p>
        </p:txBody>
      </p:sp>
      <p:sp>
        <p:nvSpPr>
          <p:cNvPr id="55" name="">
            <a:extLst xmlns:a="http://schemas.openxmlformats.org/drawingml/2006/main">
              <a:ext uri="{FF2B5EF4-FFF2-40B4-BE49-F238E27FC236}">
                <a16:creationId xmlns:a16="http://schemas.microsoft.com/office/drawing/2014/main" id="{BF8039F3-FAF6-4FE8-B7AA-820201988C8F}"/>
              </a:ext>
            </a:extLst>
          </p:cNvPr>
          <p:cNvSpPr>
            <a:spLocks xmlns:a="http://schemas.openxmlformats.org/drawingml/2006/main" noGrp="1"/>
          </p:cNvSpPr>
          <p:nvPr/>
        </p:nvSpPr>
        <p:spPr>
          <a:xfrm xmlns:a="http://schemas.openxmlformats.org/drawingml/2006/main">
            <a:off x="5924550" y="4162425"/>
            <a:ext cx="171450" cy="171450"/>
          </a:xfrm>
          <a:custGeom xmlns:a="http://schemas.openxmlformats.org/drawingml/2006/main">
            <a:pathLst>
              <a:path w="171450" h="171450">
                <a:moveTo>
                  <a:pt x="0" y="171450"/>
                </a:moveTo>
                <a:lnTo>
                  <a:pt x="0" y="0"/>
                </a:lnTo>
                <a:lnTo>
                  <a:pt x="171450" y="0"/>
                </a:lnTo>
              </a:path>
            </a:pathLst>
          </a:custGeom>
          <a:noFill xmlns:a="http://schemas.openxmlformats.org/drawingml/2006/main"/>
          <a:ln xmlns:a="http://schemas.openxmlformats.org/drawingml/2006/main" w="19050">
            <a:solidFill>
              <a:srgbClr val="2876A8"/>
            </a:solidFill>
          </a:ln>
        </p:spPr>
      </p:sp>
      <p:sp>
        <p:nvSpPr>
          <p:cNvPr id="56" name="">
            <a:extLst xmlns:a="http://schemas.openxmlformats.org/drawingml/2006/main">
              <a:ext uri="{FF2B5EF4-FFF2-40B4-BE49-F238E27FC236}">
                <a16:creationId xmlns:a16="http://schemas.microsoft.com/office/drawing/2014/main" id="{6EAA4AD7-AFEC-41F3-8A02-B411F290D574}"/>
              </a:ext>
            </a:extLst>
          </p:cNvPr>
          <p:cNvSpPr>
            <a:spLocks xmlns:a="http://schemas.openxmlformats.org/drawingml/2006/main" noGrp="1"/>
          </p:cNvSpPr>
          <p:nvPr/>
        </p:nvSpPr>
        <p:spPr>
          <a:xfrm xmlns:a="http://schemas.openxmlformats.org/drawingml/2006/main">
            <a:off x="809625" y="46196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回転の中心 O</a:t>
            </a:r>
          </a:p>
        </p:txBody>
      </p:sp>
      <p:sp>
        <p:nvSpPr>
          <p:cNvPr id="57" name="">
            <a:extLst xmlns:a="http://schemas.openxmlformats.org/drawingml/2006/main">
              <a:ext uri="{FF2B5EF4-FFF2-40B4-BE49-F238E27FC236}">
                <a16:creationId xmlns:a16="http://schemas.microsoft.com/office/drawing/2014/main" id="{294DDCCC-5C29-42E8-9059-D08DF54BD25F}"/>
              </a:ext>
            </a:extLst>
          </p:cNvPr>
          <p:cNvSpPr>
            <a:spLocks xmlns:a="http://schemas.openxmlformats.org/drawingml/2006/main" noGrp="1"/>
          </p:cNvSpPr>
          <p:nvPr/>
        </p:nvSpPr>
        <p:spPr>
          <a:xfrm xmlns:a="http://schemas.openxmlformats.org/drawingml/2006/main">
            <a:off x="2238375" y="2714625"/>
            <a:ext cx="3286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71818B"/>
                </a:solidFill>
                <a:latin typeface="Yu Gothic"/>
                <a:ea typeface="Yu Gothic"/>
                <a:cs typeface="Yu Gothic"/>
              </a:defRPr>
            </a:defPPr>
            <a:lvl1pPr>
              <a:buNone/>
              <a:defRPr sz="1875" b="0">
                <a:solidFill>
                  <a:srgbClr val="71818B"/>
                </a:solidFill>
                <a:latin typeface="Yu Gothic"/>
                <a:ea typeface="Yu Gothic"/>
                <a:cs typeface="Yu Gothic"/>
              </a:defRPr>
            </a:lvl1pPr>
            <a:lvl2pPr>
              <a:buNone/>
              <a:defRPr sz="1875" b="0">
                <a:solidFill>
                  <a:srgbClr val="71818B"/>
                </a:solidFill>
                <a:latin typeface="Yu Gothic"/>
                <a:ea typeface="Yu Gothic"/>
                <a:cs typeface="Yu Gothic"/>
              </a:defRPr>
            </a:lvl2pPr>
            <a:lvl3pPr>
              <a:buNone/>
              <a:defRPr sz="1875" b="0">
                <a:solidFill>
                  <a:srgbClr val="71818B"/>
                </a:solidFill>
                <a:latin typeface="Yu Gothic"/>
                <a:ea typeface="Yu Gothic"/>
                <a:cs typeface="Yu Gothic"/>
              </a:defRPr>
            </a:lvl3pPr>
            <a:lvl4pPr>
              <a:buNone/>
              <a:defRPr sz="1875" b="0">
                <a:solidFill>
                  <a:srgbClr val="71818B"/>
                </a:solidFill>
                <a:latin typeface="Yu Gothic"/>
                <a:ea typeface="Yu Gothic"/>
                <a:cs typeface="Yu Gothic"/>
              </a:defRPr>
            </a:lvl4pPr>
            <a:lvl5pPr>
              <a:buNone/>
              <a:defRPr sz="1875" b="0">
                <a:solidFill>
                  <a:srgbClr val="71818B"/>
                </a:solidFill>
                <a:latin typeface="Yu Gothic"/>
                <a:ea typeface="Yu Gothic"/>
                <a:cs typeface="Yu Gothic"/>
              </a:defRPr>
            </a:lvl5pPr>
            <a:lvl6pPr>
              <a:buNone/>
              <a:defRPr sz="1875" b="0">
                <a:solidFill>
                  <a:srgbClr val="71818B"/>
                </a:solidFill>
                <a:latin typeface="Yu Gothic"/>
                <a:ea typeface="Yu Gothic"/>
                <a:cs typeface="Yu Gothic"/>
              </a:defRPr>
            </a:lvl6pPr>
            <a:lvl7pPr>
              <a:buNone/>
              <a:defRPr sz="1875" b="0">
                <a:solidFill>
                  <a:srgbClr val="71818B"/>
                </a:solidFill>
                <a:latin typeface="Yu Gothic"/>
                <a:ea typeface="Yu Gothic"/>
                <a:cs typeface="Yu Gothic"/>
              </a:defRPr>
            </a:lvl7pPr>
            <a:lvl8pPr>
              <a:buNone/>
              <a:defRPr sz="1875" b="0">
                <a:solidFill>
                  <a:srgbClr val="71818B"/>
                </a:solidFill>
                <a:latin typeface="Yu Gothic"/>
                <a:ea typeface="Yu Gothic"/>
                <a:cs typeface="Yu Gothic"/>
              </a:defRPr>
            </a:lvl8pPr>
            <a:lvl9pPr>
              <a:buNone/>
              <a:defRPr sz="1875" b="0">
                <a:solidFill>
                  <a:srgbClr val="71818B"/>
                </a:solidFill>
                <a:latin typeface="Yu Gothic"/>
                <a:ea typeface="Yu Gothic"/>
                <a:cs typeface="Yu Gothic"/>
              </a:defRPr>
            </a:lvl9pPr>
          </a:lstStyle>
          <a:p xmlns:a="http://schemas.openxmlformats.org/drawingml/2006/main">
            <a:pPr>
              <a:buNone/>
              <a:defRPr sz="1875" b="0">
                <a:solidFill>
                  <a:srgbClr val="71818B"/>
                </a:solidFill>
                <a:latin typeface="Yu Gothic"/>
                <a:ea typeface="Yu Gothic"/>
                <a:cs typeface="Yu Gothic"/>
              </a:defRPr>
            </a:pPr>
            <a:r>
              <a:rPr sz="1875" b="0">
                <a:solidFill>
                  <a:srgbClr val="71818B"/>
                </a:solidFill>
                <a:latin typeface="Yu Gothic"/>
                <a:ea typeface="Yu Gothic"/>
                <a:cs typeface="Yu Gothic"/>
              </a:rPr>
              <a:t>部材の斜めの長さ</a:t>
            </a:r>
          </a:p>
        </p:txBody>
      </p:sp>
      <p:sp>
        <p:nvSpPr>
          <p:cNvPr id="58" name="">
            <a:extLst xmlns:a="http://schemas.openxmlformats.org/drawingml/2006/main">
              <a:ext uri="{FF2B5EF4-FFF2-40B4-BE49-F238E27FC236}">
                <a16:creationId xmlns:a16="http://schemas.microsoft.com/office/drawing/2014/main" id="{C8542656-2C6D-40EE-868B-2BCAEF6B5834}"/>
              </a:ext>
            </a:extLst>
          </p:cNvPr>
          <p:cNvSpPr>
            <a:spLocks xmlns:a="http://schemas.openxmlformats.org/drawingml/2006/main" noGrp="1"/>
          </p:cNvSpPr>
          <p:nvPr/>
        </p:nvSpPr>
        <p:spPr>
          <a:xfrm xmlns:a="http://schemas.openxmlformats.org/drawingml/2006/main">
            <a:off x="7858125" y="2667000"/>
            <a:ext cx="3667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d は O から作用線までの</a:t>
            </a:r>
          </a:p>
        </p:txBody>
      </p:sp>
      <p:sp>
        <p:nvSpPr>
          <p:cNvPr id="59" name="">
            <a:extLst xmlns:a="http://schemas.openxmlformats.org/drawingml/2006/main">
              <a:ext uri="{FF2B5EF4-FFF2-40B4-BE49-F238E27FC236}">
                <a16:creationId xmlns:a16="http://schemas.microsoft.com/office/drawing/2014/main" id="{DA81B22B-3FF6-4D63-A068-A34A892CBF27}"/>
              </a:ext>
            </a:extLst>
          </p:cNvPr>
          <p:cNvSpPr>
            <a:spLocks xmlns:a="http://schemas.openxmlformats.org/drawingml/2006/main" noGrp="1"/>
          </p:cNvSpPr>
          <p:nvPr/>
        </p:nvSpPr>
        <p:spPr>
          <a:xfrm xmlns:a="http://schemas.openxmlformats.org/drawingml/2006/main">
            <a:off x="7858125" y="3238500"/>
            <a:ext cx="3667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垂直な距離</a:t>
            </a:r>
          </a:p>
        </p:txBody>
      </p:sp>
      <p:sp>
        <p:nvSpPr>
          <p:cNvPr id="60" name="">
            <a:extLst xmlns:a="http://schemas.openxmlformats.org/drawingml/2006/main">
              <a:ext uri="{FF2B5EF4-FFF2-40B4-BE49-F238E27FC236}">
                <a16:creationId xmlns:a16="http://schemas.microsoft.com/office/drawing/2014/main" id="{51B99C69-D00B-447F-9D91-1236C5376A18}"/>
              </a:ext>
            </a:extLst>
          </p:cNvPr>
          <p:cNvSpPr>
            <a:spLocks xmlns:a="http://schemas.openxmlformats.org/drawingml/2006/main" noGrp="1"/>
          </p:cNvSpPr>
          <p:nvPr/>
        </p:nvSpPr>
        <p:spPr>
          <a:xfrm xmlns:a="http://schemas.openxmlformats.org/drawingml/2006/main">
            <a:off x="7887557" y="4273172"/>
            <a:ext cx="799190" cy="746289"/>
          </a:xfrm>
          <a:custGeom xmlns:a="http://schemas.openxmlformats.org/drawingml/2006/main">
            <a:pathLst>
              <a:path w="799190" h="746289">
                <a:moveTo>
                  <a:pt x="599218" y="0"/>
                </a:moveTo>
                <a:lnTo>
                  <a:pt x="647889" y="33100"/>
                </a:lnTo>
                <a:lnTo>
                  <a:pt x="691176" y="72982"/>
                </a:lnTo>
                <a:lnTo>
                  <a:pt x="728142" y="118785"/>
                </a:lnTo>
                <a:lnTo>
                  <a:pt x="757987" y="169516"/>
                </a:lnTo>
                <a:lnTo>
                  <a:pt x="780066" y="224077"/>
                </a:lnTo>
                <a:lnTo>
                  <a:pt x="793900" y="281287"/>
                </a:lnTo>
                <a:lnTo>
                  <a:pt x="799190" y="339908"/>
                </a:lnTo>
                <a:lnTo>
                  <a:pt x="795821" y="398670"/>
                </a:lnTo>
                <a:lnTo>
                  <a:pt x="783866" y="456303"/>
                </a:lnTo>
                <a:lnTo>
                  <a:pt x="763585" y="511557"/>
                </a:lnTo>
                <a:lnTo>
                  <a:pt x="735415" y="563237"/>
                </a:lnTo>
                <a:lnTo>
                  <a:pt x="699967" y="610225"/>
                </a:lnTo>
                <a:lnTo>
                  <a:pt x="658008" y="651502"/>
                </a:lnTo>
                <a:lnTo>
                  <a:pt x="610447" y="686177"/>
                </a:lnTo>
                <a:lnTo>
                  <a:pt x="558313" y="713497"/>
                </a:lnTo>
                <a:lnTo>
                  <a:pt x="502734" y="732872"/>
                </a:lnTo>
                <a:lnTo>
                  <a:pt x="444914" y="743882"/>
                </a:lnTo>
                <a:lnTo>
                  <a:pt x="386104" y="746289"/>
                </a:lnTo>
                <a:lnTo>
                  <a:pt x="327578" y="740041"/>
                </a:lnTo>
                <a:lnTo>
                  <a:pt x="270602" y="725273"/>
                </a:lnTo>
                <a:lnTo>
                  <a:pt x="216409" y="702304"/>
                </a:lnTo>
                <a:lnTo>
                  <a:pt x="166173" y="671633"/>
                </a:lnTo>
                <a:lnTo>
                  <a:pt x="120982" y="633922"/>
                </a:lnTo>
                <a:lnTo>
                  <a:pt x="81812" y="589988"/>
                </a:lnTo>
                <a:lnTo>
                  <a:pt x="49514" y="540783"/>
                </a:lnTo>
                <a:lnTo>
                  <a:pt x="24784" y="487371"/>
                </a:lnTo>
                <a:lnTo>
                  <a:pt x="8160" y="430909"/>
                </a:lnTo>
                <a:lnTo>
                  <a:pt x="0" y="372618"/>
                </a:lnTo>
                <a:lnTo>
                  <a:pt x="482" y="313761"/>
                </a:lnTo>
                <a:lnTo>
                  <a:pt x="9594" y="255612"/>
                </a:lnTo>
                <a:lnTo>
                  <a:pt x="27140" y="199429"/>
                </a:lnTo>
                <a:lnTo>
                  <a:pt x="52740" y="146428"/>
                </a:lnTo>
              </a:path>
            </a:pathLst>
          </a:custGeom>
          <a:noFill xmlns:a="http://schemas.openxmlformats.org/drawingml/2006/main"/>
          <a:ln xmlns:a="http://schemas.openxmlformats.org/drawingml/2006/main" w="28575">
            <a:solidFill>
              <a:srgbClr val="C4483C"/>
            </a:solidFill>
          </a:ln>
        </p:spPr>
      </p:sp>
      <p:sp>
        <p:nvSpPr>
          <p:cNvPr id="61" name="">
            <a:extLst xmlns:a="http://schemas.openxmlformats.org/drawingml/2006/main">
              <a:ext uri="{FF2B5EF4-FFF2-40B4-BE49-F238E27FC236}">
                <a16:creationId xmlns:a16="http://schemas.microsoft.com/office/drawing/2014/main" id="{6647FAF5-85EA-40A0-9076-DC96A49B78CC}"/>
              </a:ext>
            </a:extLst>
          </p:cNvPr>
          <p:cNvSpPr>
            <a:spLocks xmlns:a="http://schemas.openxmlformats.org/drawingml/2006/main" noGrp="1"/>
          </p:cNvSpPr>
          <p:nvPr/>
        </p:nvSpPr>
        <p:spPr>
          <a:xfrm xmlns:a="http://schemas.openxmlformats.org/drawingml/2006/main">
            <a:off x="7914697" y="4419600"/>
            <a:ext cx="25600" cy="53000"/>
          </a:xfrm>
          <a:custGeom xmlns:a="http://schemas.openxmlformats.org/drawingml/2006/main">
            <a:pathLst>
              <a:path w="25600" h="53000">
                <a:moveTo>
                  <a:pt x="0" y="53000"/>
                </a:moveTo>
                <a:lnTo>
                  <a:pt x="25600" y="0"/>
                </a:lnTo>
              </a:path>
            </a:pathLst>
          </a:custGeom>
          <a:noFill xmlns:a="http://schemas.openxmlformats.org/drawingml/2006/main"/>
          <a:ln xmlns:a="http://schemas.openxmlformats.org/drawingml/2006/main" w="28575">
            <a:solidFill>
              <a:srgbClr val="C4483C"/>
            </a:solidFill>
          </a:ln>
        </p:spPr>
      </p:sp>
      <p:sp>
        <p:nvSpPr>
          <p:cNvPr id="62" name="">
            <a:extLst xmlns:a="http://schemas.openxmlformats.org/drawingml/2006/main">
              <a:ext uri="{FF2B5EF4-FFF2-40B4-BE49-F238E27FC236}">
                <a16:creationId xmlns:a16="http://schemas.microsoft.com/office/drawing/2014/main" id="{FFD30016-8700-4F81-8A1F-979D9C943415}"/>
              </a:ext>
            </a:extLst>
          </p:cNvPr>
          <p:cNvSpPr>
            <a:spLocks xmlns:a="http://schemas.openxmlformats.org/drawingml/2006/main" noGrp="1"/>
          </p:cNvSpPr>
          <p:nvPr/>
        </p:nvSpPr>
        <p:spPr>
          <a:xfrm xmlns:a="http://schemas.openxmlformats.org/drawingml/2006/main">
            <a:off x="7862846" y="4419600"/>
            <a:ext cx="77451" cy="103169"/>
          </a:xfrm>
          <a:custGeom xmlns:a="http://schemas.openxmlformats.org/drawingml/2006/main">
            <a:pathLst>
              <a:path w="77451" h="103169">
                <a:moveTo>
                  <a:pt x="77451" y="0"/>
                </a:moveTo>
                <a:lnTo>
                  <a:pt x="0" y="68369"/>
                </a:lnTo>
                <a:lnTo>
                  <a:pt x="72046" y="103169"/>
                </a:lnTo>
                <a:close/>
              </a:path>
            </a:pathLst>
          </a:custGeom>
          <a:solidFill xmlns:a="http://schemas.openxmlformats.org/drawingml/2006/main">
            <a:srgbClr val="C4483C"/>
          </a:solidFill>
          <a:ln xmlns:a="http://schemas.openxmlformats.org/drawingml/2006/main" w="4763">
            <a:solidFill>
              <a:srgbClr val="C4483C"/>
            </a:solidFill>
          </a:ln>
        </p:spPr>
      </p:sp>
      <p:sp>
        <p:nvSpPr>
          <p:cNvPr id="63" name="">
            <a:extLst xmlns:a="http://schemas.openxmlformats.org/drawingml/2006/main">
              <a:ext uri="{FF2B5EF4-FFF2-40B4-BE49-F238E27FC236}">
                <a16:creationId xmlns:a16="http://schemas.microsoft.com/office/drawing/2014/main" id="{BF1EFB7E-C832-45E7-8591-C2139440BF7B}"/>
              </a:ext>
            </a:extLst>
          </p:cNvPr>
          <p:cNvSpPr>
            <a:spLocks xmlns:a="http://schemas.openxmlformats.org/drawingml/2006/main" noGrp="1"/>
          </p:cNvSpPr>
          <p:nvPr/>
        </p:nvSpPr>
        <p:spPr>
          <a:xfrm xmlns:a="http://schemas.openxmlformats.org/drawingml/2006/main">
            <a:off x="8953500" y="4381500"/>
            <a:ext cx="24288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時計回り</a:t>
            </a:r>
          </a:p>
        </p:txBody>
      </p:sp>
      <p:sp>
        <p:nvSpPr>
          <p:cNvPr id="64" name="">
            <a:extLst xmlns:a="http://schemas.openxmlformats.org/drawingml/2006/main">
              <a:ext uri="{FF2B5EF4-FFF2-40B4-BE49-F238E27FC236}">
                <a16:creationId xmlns:a16="http://schemas.microsoft.com/office/drawing/2014/main" id="{F043CD58-1C1E-4B7C-A469-C5538C5F460F}"/>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図の直角の位置を確かめる。d は、力を加えた点までの斜めの長さとは限らない。</a:t>
            </a:r>
          </a:p>
        </p:txBody>
      </p:sp>
    </p:spTree>
    <p:extLst>
      <p:ext uri="{BB962C8B-B14F-4D97-AF65-F5344CB8AC3E}">
        <p14:creationId xmlns:p14="http://schemas.microsoft.com/office/powerpoint/2010/main" val="5975891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35337D-3A36-4729-BD3A-FBFA62D88529}"/>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モーメントの大きさと単位</a:t>
            </a:r>
          </a:p>
        </p:txBody>
      </p:sp>
      <p:cxnSp>
        <p:nvCxnSpPr>
          <p:cNvPr id="2" name="">
            <a:extLst xmlns:a="http://schemas.openxmlformats.org/drawingml/2006/main">
              <a:ext uri="{FF2B5EF4-FFF2-40B4-BE49-F238E27FC236}">
                <a16:creationId xmlns:a16="http://schemas.microsoft.com/office/drawing/2014/main" id="{1A5CE335-FD3B-4F3B-BD6B-FF6786ECB0B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9C703B7D-4F8C-4866-888A-7F81DAE15931}"/>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E0D4DF66-DB7C-425D-8D8D-6D90A40D005A}"/>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6 / 49</a:t>
            </a:r>
          </a:p>
        </p:txBody>
      </p:sp>
      <p:graphicFrame>
        <p:nvGraphicFramePr>
          <p:cNvPr id="9" name="">
            <a:extLst xmlns:a="http://schemas.openxmlformats.org/drawingml/2006/main">
              <a:ext uri="{FF2B5EF4-FFF2-40B4-BE49-F238E27FC236}">
                <a16:creationId xmlns:a16="http://schemas.microsoft.com/office/drawing/2014/main" id="{36CD514D-C990-4D80-9E6C-3D17AEF61D00}"/>
              </a:ext>
            </a:extLst>
          </p:cNvPr>
          <p:cNvGraphicFramePr/>
          <p:nvPr/>
        </p:nvGraphicFramePr>
        <p:xfrm>
          <a:off xmlns:a="http://schemas.openxmlformats.org/drawingml/2006/main" x="714375" y="1762125"/>
          <a:ext xmlns:a="http://schemas.openxmlformats.org/drawingml/2006/main" cx="6286500" cy="2190750"/>
        </p:xfrm>
        <a:graphic xmlns:a="http://schemas.openxmlformats.org/drawingml/2006/main">
          <a:graphicData uri="http://schemas.openxmlformats.org/drawingml/2006/table">
            <a:tbl>
              <a:tblPr/>
              <a:tblGrid>
                <a:gridCol w="1571625"/>
                <a:gridCol w="2095500"/>
                <a:gridCol w="2619375"/>
              </a:tblGrid>
              <a:tr h="730250">
                <a:tc>
                  <a:txBody>
                    <a:bodyPr lIns="85725" tIns="85725" rIns="85725" bIns="85725"/>
                    <a:lstStyle/>
                    <a:p>
                      <a:r>
                        <a:rPr sz="1875" b="1">
                          <a:solidFill>
                            <a:srgbClr val="FFFFFF"/>
                          </a:solidFill>
                          <a:latin typeface="Yu Gothic"/>
                          <a:ea typeface="Yu Gothic"/>
                          <a:cs typeface="Yu Gothic"/>
                        </a:rPr>
                        <a:t>力 F</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垂直距離 d</a:t>
                      </a:r>
                    </a:p>
                  </a:txBody>
                  <a:tcPr marL="91440" marR="91440" marT="45720" marB="45720">
                    <a:solidFill>
                      <a:srgbClr val="193B59"/>
                    </a:solidFill>
                  </a:tcPr>
                </a:tc>
                <a:tc>
                  <a:txBody>
                    <a:bodyPr lIns="85725" tIns="85725" rIns="85725" bIns="85725"/>
                    <a:lstStyle/>
                    <a:p>
                      <a:r>
                        <a:rPr sz="1875" b="1">
                          <a:solidFill>
                            <a:srgbClr val="FFFFFF"/>
                          </a:solidFill>
                          <a:latin typeface="Yu Gothic"/>
                          <a:ea typeface="Yu Gothic"/>
                          <a:cs typeface="Yu Gothic"/>
                        </a:rPr>
                        <a:t>モーメント</a:t>
                      </a:r>
                    </a:p>
                  </a:txBody>
                  <a:tcPr marL="91440" marR="91440" marT="45720" marB="45720">
                    <a:solidFill>
                      <a:srgbClr val="193B59"/>
                    </a:solidFill>
                  </a:tcPr>
                </a:tc>
              </a:tr>
              <a:tr h="730250">
                <a:tc>
                  <a:txBody>
                    <a:bodyPr lIns="85725" tIns="85725" rIns="85725" bIns="85725"/>
                    <a:lstStyle/>
                    <a:p>
                      <a:r>
                        <a:rPr sz="1875" b="0">
                          <a:solidFill>
                            <a:srgbClr val="263D4D"/>
                          </a:solidFill>
                          <a:latin typeface="Yu Gothic"/>
                          <a:ea typeface="Yu Gothic"/>
                          <a:cs typeface="Yu Gothic"/>
                        </a:rPr>
                        <a:t>20 N</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0.30 m</a:t>
                      </a:r>
                    </a:p>
                  </a:txBody>
                  <a:tcPr marL="91440" marR="91440" marT="45720" marB="45720">
                    <a:solidFill>
                      <a:srgbClr val="E8F0F4"/>
                    </a:solidFill>
                  </a:tcPr>
                </a:tc>
                <a:tc>
                  <a:txBody>
                    <a:bodyPr lIns="85725" tIns="85725" rIns="85725" bIns="85725"/>
                    <a:lstStyle/>
                    <a:p>
                      <a:r>
                        <a:rPr sz="1875" b="0">
                          <a:solidFill>
                            <a:srgbClr val="263D4D"/>
                          </a:solidFill>
                          <a:latin typeface="Yu Gothic"/>
                          <a:ea typeface="Yu Gothic"/>
                          <a:cs typeface="Yu Gothic"/>
                        </a:rPr>
                        <a:t>6.0 N·m</a:t>
                      </a:r>
                    </a:p>
                  </a:txBody>
                  <a:tcPr marL="91440" marR="91440" marT="45720" marB="45720">
                    <a:solidFill>
                      <a:srgbClr val="E8F0F4"/>
                    </a:solidFill>
                  </a:tcPr>
                </a:tc>
              </a:tr>
              <a:tr h="730250">
                <a:tc>
                  <a:txBody>
                    <a:bodyPr lIns="85725" tIns="85725" rIns="85725" bIns="85725"/>
                    <a:lstStyle/>
                    <a:p>
                      <a:r>
                        <a:rPr sz="1875" b="0">
                          <a:solidFill>
                            <a:srgbClr val="263D4D"/>
                          </a:solidFill>
                          <a:latin typeface="Yu Gothic"/>
                          <a:ea typeface="Yu Gothic"/>
                          <a:cs typeface="Yu Gothic"/>
                        </a:rPr>
                        <a:t>20 N</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0.60 m</a:t>
                      </a:r>
                    </a:p>
                  </a:txBody>
                  <a:tcPr marL="91440" marR="91440" marT="45720" marB="45720">
                    <a:solidFill>
                      <a:srgbClr val="FFFFFF"/>
                    </a:solidFill>
                  </a:tcPr>
                </a:tc>
                <a:tc>
                  <a:txBody>
                    <a:bodyPr lIns="85725" tIns="85725" rIns="85725" bIns="85725"/>
                    <a:lstStyle/>
                    <a:p>
                      <a:r>
                        <a:rPr sz="1875" b="0">
                          <a:solidFill>
                            <a:srgbClr val="263D4D"/>
                          </a:solidFill>
                          <a:latin typeface="Yu Gothic"/>
                          <a:ea typeface="Yu Gothic"/>
                          <a:cs typeface="Yu Gothic"/>
                        </a:rPr>
                        <a:t>12 N·m</a:t>
                      </a:r>
                    </a:p>
                  </a:txBody>
                  <a:tcPr marL="91440" marR="91440" marT="45720" marB="45720">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A73E0EE-FAF9-4603-86B6-62D2F8CAC177}"/>
              </a:ext>
            </a:extLst>
          </p:cNvPr>
          <p:cNvSpPr>
            <a:spLocks xmlns:a="http://schemas.openxmlformats.org/drawingml/2006/main" noGrp="1"/>
          </p:cNvSpPr>
          <p:nvPr/>
        </p:nvSpPr>
        <p:spPr>
          <a:xfrm xmlns:a="http://schemas.openxmlformats.org/drawingml/2006/main">
            <a:off x="7858125" y="2476500"/>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95250">
            <a:solidFill>
              <a:srgbClr val="71818B"/>
            </a:solidFill>
          </a:ln>
        </p:spPr>
      </p:sp>
      <p:sp>
        <p:nvSpPr>
          <p:cNvPr id="11" name="">
            <a:extLst xmlns:a="http://schemas.openxmlformats.org/drawingml/2006/main">
              <a:ext uri="{FF2B5EF4-FFF2-40B4-BE49-F238E27FC236}">
                <a16:creationId xmlns:a16="http://schemas.microsoft.com/office/drawing/2014/main" id="{8E5FA5D7-9555-4E33-A3AD-D2429F201120}"/>
              </a:ext>
            </a:extLst>
          </p:cNvPr>
          <p:cNvSpPr>
            <a:spLocks xmlns:a="http://schemas.openxmlformats.org/drawingml/2006/main" noGrp="1"/>
          </p:cNvSpPr>
          <p:nvPr/>
        </p:nvSpPr>
        <p:spPr>
          <a:xfrm xmlns:a="http://schemas.openxmlformats.org/drawingml/2006/main">
            <a:off x="7800975" y="2419350"/>
            <a:ext cx="114300" cy="11430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12" name="">
            <a:extLst xmlns:a="http://schemas.openxmlformats.org/drawingml/2006/main">
              <a:ext uri="{FF2B5EF4-FFF2-40B4-BE49-F238E27FC236}">
                <a16:creationId xmlns:a16="http://schemas.microsoft.com/office/drawing/2014/main" id="{7C0B5E6A-C47D-48C3-BE40-DD94F10084A9}"/>
              </a:ext>
            </a:extLst>
          </p:cNvPr>
          <p:cNvSpPr>
            <a:spLocks xmlns:a="http://schemas.openxmlformats.org/drawingml/2006/main" noGrp="1"/>
          </p:cNvSpPr>
          <p:nvPr/>
        </p:nvSpPr>
        <p:spPr>
          <a:xfrm xmlns:a="http://schemas.openxmlformats.org/drawingml/2006/main">
            <a:off x="9144000" y="1809750"/>
            <a:ext cx="9525" cy="609600"/>
          </a:xfrm>
          <a:custGeom xmlns:a="http://schemas.openxmlformats.org/drawingml/2006/main">
            <a:pathLst>
              <a:path w="9525" h="609600">
                <a:moveTo>
                  <a:pt x="0" y="0"/>
                </a:moveTo>
                <a:lnTo>
                  <a:pt x="0" y="609600"/>
                </a:lnTo>
              </a:path>
            </a:pathLst>
          </a:custGeom>
          <a:noFill xmlns:a="http://schemas.openxmlformats.org/drawingml/2006/main"/>
          <a:ln xmlns:a="http://schemas.openxmlformats.org/drawingml/2006/main" w="28575">
            <a:solidFill>
              <a:srgbClr val="C4483C"/>
            </a:solidFill>
          </a:ln>
        </p:spPr>
      </p:sp>
      <p:sp>
        <p:nvSpPr>
          <p:cNvPr id="13" name="">
            <a:extLst xmlns:a="http://schemas.openxmlformats.org/drawingml/2006/main">
              <a:ext uri="{FF2B5EF4-FFF2-40B4-BE49-F238E27FC236}">
                <a16:creationId xmlns:a16="http://schemas.microsoft.com/office/drawing/2014/main" id="{369B51CD-99D9-4002-A3BD-EC310E64BABC}"/>
              </a:ext>
            </a:extLst>
          </p:cNvPr>
          <p:cNvSpPr>
            <a:spLocks xmlns:a="http://schemas.openxmlformats.org/drawingml/2006/main" noGrp="1"/>
          </p:cNvSpPr>
          <p:nvPr/>
        </p:nvSpPr>
        <p:spPr>
          <a:xfrm xmlns:a="http://schemas.openxmlformats.org/drawingml/2006/main">
            <a:off x="9095994" y="23050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4" name="">
            <a:extLst xmlns:a="http://schemas.openxmlformats.org/drawingml/2006/main">
              <a:ext uri="{FF2B5EF4-FFF2-40B4-BE49-F238E27FC236}">
                <a16:creationId xmlns:a16="http://schemas.microsoft.com/office/drawing/2014/main" id="{AD54A96C-9A82-4E59-88B2-F704C217F770}"/>
              </a:ext>
            </a:extLst>
          </p:cNvPr>
          <p:cNvSpPr>
            <a:spLocks xmlns:a="http://schemas.openxmlformats.org/drawingml/2006/main" noGrp="1"/>
          </p:cNvSpPr>
          <p:nvPr/>
        </p:nvSpPr>
        <p:spPr>
          <a:xfrm xmlns:a="http://schemas.openxmlformats.org/drawingml/2006/main">
            <a:off x="8524875" y="137160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20 N</a:t>
            </a:r>
          </a:p>
        </p:txBody>
      </p:sp>
      <p:sp>
        <p:nvSpPr>
          <p:cNvPr id="15" name="">
            <a:extLst xmlns:a="http://schemas.openxmlformats.org/drawingml/2006/main">
              <a:ext uri="{FF2B5EF4-FFF2-40B4-BE49-F238E27FC236}">
                <a16:creationId xmlns:a16="http://schemas.microsoft.com/office/drawing/2014/main" id="{8AB20C83-A80D-4DE5-8316-929FC4745110}"/>
              </a:ext>
            </a:extLst>
          </p:cNvPr>
          <p:cNvSpPr>
            <a:spLocks xmlns:a="http://schemas.openxmlformats.org/drawingml/2006/main" noGrp="1"/>
          </p:cNvSpPr>
          <p:nvPr/>
        </p:nvSpPr>
        <p:spPr>
          <a:xfrm xmlns:a="http://schemas.openxmlformats.org/drawingml/2006/main">
            <a:off x="7858125" y="271462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13335">
            <a:solidFill>
              <a:srgbClr val="2876A8"/>
            </a:solidFill>
          </a:ln>
        </p:spPr>
      </p:sp>
      <p:sp>
        <p:nvSpPr>
          <p:cNvPr id="16" name="">
            <a:extLst xmlns:a="http://schemas.openxmlformats.org/drawingml/2006/main">
              <a:ext uri="{FF2B5EF4-FFF2-40B4-BE49-F238E27FC236}">
                <a16:creationId xmlns:a16="http://schemas.microsoft.com/office/drawing/2014/main" id="{D5D975B0-3326-478B-8DE6-7B786B3072BA}"/>
              </a:ext>
            </a:extLst>
          </p:cNvPr>
          <p:cNvSpPr>
            <a:spLocks xmlns:a="http://schemas.openxmlformats.org/drawingml/2006/main" noGrp="1"/>
          </p:cNvSpPr>
          <p:nvPr/>
        </p:nvSpPr>
        <p:spPr>
          <a:xfrm xmlns:a="http://schemas.openxmlformats.org/drawingml/2006/main">
            <a:off x="9077325" y="2686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17" name="">
            <a:extLst xmlns:a="http://schemas.openxmlformats.org/drawingml/2006/main">
              <a:ext uri="{FF2B5EF4-FFF2-40B4-BE49-F238E27FC236}">
                <a16:creationId xmlns:a16="http://schemas.microsoft.com/office/drawing/2014/main" id="{6EB8F22C-9D18-4C82-B488-6AE5729C345A}"/>
              </a:ext>
            </a:extLst>
          </p:cNvPr>
          <p:cNvSpPr>
            <a:spLocks xmlns:a="http://schemas.openxmlformats.org/drawingml/2006/main" noGrp="1"/>
          </p:cNvSpPr>
          <p:nvPr/>
        </p:nvSpPr>
        <p:spPr>
          <a:xfrm xmlns:a="http://schemas.openxmlformats.org/drawingml/2006/main">
            <a:off x="7858125" y="2714625"/>
            <a:ext cx="1285875" cy="9525"/>
          </a:xfrm>
          <a:custGeom xmlns:a="http://schemas.openxmlformats.org/drawingml/2006/main">
            <a:pathLst>
              <a:path w="1285875" h="9525">
                <a:moveTo>
                  <a:pt x="1285875" y="0"/>
                </a:moveTo>
                <a:lnTo>
                  <a:pt x="0" y="0"/>
                </a:lnTo>
              </a:path>
            </a:pathLst>
          </a:custGeom>
          <a:noFill xmlns:a="http://schemas.openxmlformats.org/drawingml/2006/main"/>
          <a:ln xmlns:a="http://schemas.openxmlformats.org/drawingml/2006/main" w="13335">
            <a:solidFill>
              <a:srgbClr val="2876A8"/>
            </a:solidFill>
          </a:ln>
        </p:spPr>
      </p:sp>
      <p:sp>
        <p:nvSpPr>
          <p:cNvPr id="18" name="">
            <a:extLst xmlns:a="http://schemas.openxmlformats.org/drawingml/2006/main">
              <a:ext uri="{FF2B5EF4-FFF2-40B4-BE49-F238E27FC236}">
                <a16:creationId xmlns:a16="http://schemas.microsoft.com/office/drawing/2014/main" id="{EB7FB4D4-80B5-4CEC-B6F8-4982B246227B}"/>
              </a:ext>
            </a:extLst>
          </p:cNvPr>
          <p:cNvSpPr>
            <a:spLocks xmlns:a="http://schemas.openxmlformats.org/drawingml/2006/main" noGrp="1"/>
          </p:cNvSpPr>
          <p:nvPr/>
        </p:nvSpPr>
        <p:spPr>
          <a:xfrm xmlns:a="http://schemas.openxmlformats.org/drawingml/2006/main">
            <a:off x="7858125" y="2686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19" name="">
            <a:extLst xmlns:a="http://schemas.openxmlformats.org/drawingml/2006/main">
              <a:ext uri="{FF2B5EF4-FFF2-40B4-BE49-F238E27FC236}">
                <a16:creationId xmlns:a16="http://schemas.microsoft.com/office/drawing/2014/main" id="{562BDA29-843B-4E76-BBC9-D992144D52E4}"/>
              </a:ext>
            </a:extLst>
          </p:cNvPr>
          <p:cNvSpPr>
            <a:spLocks xmlns:a="http://schemas.openxmlformats.org/drawingml/2006/main" noGrp="1"/>
          </p:cNvSpPr>
          <p:nvPr/>
        </p:nvSpPr>
        <p:spPr>
          <a:xfrm xmlns:a="http://schemas.openxmlformats.org/drawingml/2006/main">
            <a:off x="7858125" y="2762250"/>
            <a:ext cx="1285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876A8"/>
                </a:solidFill>
                <a:latin typeface="Yu Gothic"/>
                <a:ea typeface="Yu Gothic"/>
                <a:cs typeface="Yu Gothic"/>
              </a:defRPr>
            </a:defPPr>
            <a:lvl1pPr algn="ctr">
              <a:buNone/>
              <a:defRPr sz="1650" b="0">
                <a:solidFill>
                  <a:srgbClr val="2876A8"/>
                </a:solidFill>
                <a:latin typeface="Yu Gothic"/>
                <a:ea typeface="Yu Gothic"/>
                <a:cs typeface="Yu Gothic"/>
              </a:defRPr>
            </a:lvl1pPr>
            <a:lvl2pPr algn="ctr">
              <a:buNone/>
              <a:defRPr sz="1650" b="0">
                <a:solidFill>
                  <a:srgbClr val="2876A8"/>
                </a:solidFill>
                <a:latin typeface="Yu Gothic"/>
                <a:ea typeface="Yu Gothic"/>
                <a:cs typeface="Yu Gothic"/>
              </a:defRPr>
            </a:lvl2pPr>
            <a:lvl3pPr algn="ctr">
              <a:buNone/>
              <a:defRPr sz="1650" b="0">
                <a:solidFill>
                  <a:srgbClr val="2876A8"/>
                </a:solidFill>
                <a:latin typeface="Yu Gothic"/>
                <a:ea typeface="Yu Gothic"/>
                <a:cs typeface="Yu Gothic"/>
              </a:defRPr>
            </a:lvl3pPr>
            <a:lvl4pPr algn="ctr">
              <a:buNone/>
              <a:defRPr sz="1650" b="0">
                <a:solidFill>
                  <a:srgbClr val="2876A8"/>
                </a:solidFill>
                <a:latin typeface="Yu Gothic"/>
                <a:ea typeface="Yu Gothic"/>
                <a:cs typeface="Yu Gothic"/>
              </a:defRPr>
            </a:lvl4pPr>
            <a:lvl5pPr algn="ctr">
              <a:buNone/>
              <a:defRPr sz="1650" b="0">
                <a:solidFill>
                  <a:srgbClr val="2876A8"/>
                </a:solidFill>
                <a:latin typeface="Yu Gothic"/>
                <a:ea typeface="Yu Gothic"/>
                <a:cs typeface="Yu Gothic"/>
              </a:defRPr>
            </a:lvl5pPr>
            <a:lvl6pPr algn="ctr">
              <a:buNone/>
              <a:defRPr sz="1650" b="0">
                <a:solidFill>
                  <a:srgbClr val="2876A8"/>
                </a:solidFill>
                <a:latin typeface="Yu Gothic"/>
                <a:ea typeface="Yu Gothic"/>
                <a:cs typeface="Yu Gothic"/>
              </a:defRPr>
            </a:lvl6pPr>
            <a:lvl7pPr algn="ctr">
              <a:buNone/>
              <a:defRPr sz="1650" b="0">
                <a:solidFill>
                  <a:srgbClr val="2876A8"/>
                </a:solidFill>
                <a:latin typeface="Yu Gothic"/>
                <a:ea typeface="Yu Gothic"/>
                <a:cs typeface="Yu Gothic"/>
              </a:defRPr>
            </a:lvl7pPr>
            <a:lvl8pPr algn="ctr">
              <a:buNone/>
              <a:defRPr sz="1650" b="0">
                <a:solidFill>
                  <a:srgbClr val="2876A8"/>
                </a:solidFill>
                <a:latin typeface="Yu Gothic"/>
                <a:ea typeface="Yu Gothic"/>
                <a:cs typeface="Yu Gothic"/>
              </a:defRPr>
            </a:lvl8pPr>
            <a:lvl9pPr algn="ctr">
              <a:buNone/>
              <a:defRPr sz="1650" b="0">
                <a:solidFill>
                  <a:srgbClr val="2876A8"/>
                </a:solidFill>
                <a:latin typeface="Yu Gothic"/>
                <a:ea typeface="Yu Gothic"/>
                <a:cs typeface="Yu Gothic"/>
              </a:defRPr>
            </a:lvl9pPr>
          </a:lstStyle>
          <a:p xmlns:a="http://schemas.openxmlformats.org/drawingml/2006/main">
            <a:pPr algn="ctr">
              <a:buNone/>
              <a:defRPr sz="1650" b="0">
                <a:solidFill>
                  <a:srgbClr val="2876A8"/>
                </a:solidFill>
                <a:latin typeface="Yu Gothic"/>
                <a:ea typeface="Yu Gothic"/>
                <a:cs typeface="Yu Gothic"/>
              </a:defRPr>
            </a:pPr>
            <a:r>
              <a:rPr sz="1650" b="0">
                <a:solidFill>
                  <a:srgbClr val="2876A8"/>
                </a:solidFill>
                <a:latin typeface="Yu Gothic"/>
                <a:ea typeface="Yu Gothic"/>
                <a:cs typeface="Yu Gothic"/>
              </a:rPr>
              <a:t>0.30 m</a:t>
            </a:r>
          </a:p>
        </p:txBody>
      </p:sp>
      <p:sp>
        <p:nvSpPr>
          <p:cNvPr id="20" name="">
            <a:extLst xmlns:a="http://schemas.openxmlformats.org/drawingml/2006/main">
              <a:ext uri="{FF2B5EF4-FFF2-40B4-BE49-F238E27FC236}">
                <a16:creationId xmlns:a16="http://schemas.microsoft.com/office/drawing/2014/main" id="{628E3ABF-B053-458E-83E6-83E4148E4735}"/>
              </a:ext>
            </a:extLst>
          </p:cNvPr>
          <p:cNvSpPr>
            <a:spLocks xmlns:a="http://schemas.openxmlformats.org/drawingml/2006/main" noGrp="1"/>
          </p:cNvSpPr>
          <p:nvPr/>
        </p:nvSpPr>
        <p:spPr>
          <a:xfrm xmlns:a="http://schemas.openxmlformats.org/drawingml/2006/main">
            <a:off x="7858125" y="4000500"/>
            <a:ext cx="2571750" cy="9525"/>
          </a:xfrm>
          <a:custGeom xmlns:a="http://schemas.openxmlformats.org/drawingml/2006/main">
            <a:pathLst>
              <a:path w="2571750" h="9525">
                <a:moveTo>
                  <a:pt x="0" y="0"/>
                </a:moveTo>
                <a:lnTo>
                  <a:pt x="2571750" y="0"/>
                </a:lnTo>
              </a:path>
            </a:pathLst>
          </a:custGeom>
          <a:noFill xmlns:a="http://schemas.openxmlformats.org/drawingml/2006/main"/>
          <a:ln xmlns:a="http://schemas.openxmlformats.org/drawingml/2006/main" w="95250">
            <a:solidFill>
              <a:srgbClr val="71818B"/>
            </a:solidFill>
          </a:ln>
        </p:spPr>
      </p:sp>
      <p:sp>
        <p:nvSpPr>
          <p:cNvPr id="21" name="">
            <a:extLst xmlns:a="http://schemas.openxmlformats.org/drawingml/2006/main">
              <a:ext uri="{FF2B5EF4-FFF2-40B4-BE49-F238E27FC236}">
                <a16:creationId xmlns:a16="http://schemas.microsoft.com/office/drawing/2014/main" id="{8F15E5BA-D151-4332-9432-59D582CD19CD}"/>
              </a:ext>
            </a:extLst>
          </p:cNvPr>
          <p:cNvSpPr>
            <a:spLocks xmlns:a="http://schemas.openxmlformats.org/drawingml/2006/main" noGrp="1"/>
          </p:cNvSpPr>
          <p:nvPr/>
        </p:nvSpPr>
        <p:spPr>
          <a:xfrm xmlns:a="http://schemas.openxmlformats.org/drawingml/2006/main">
            <a:off x="7800975" y="3943350"/>
            <a:ext cx="114300" cy="114300"/>
          </a:xfrm>
          <a:prstGeom xmlns:a="http://schemas.openxmlformats.org/drawingml/2006/main" prst="ellipse">
            <a:avLst/>
          </a:prstGeom>
          <a:solidFill xmlns:a="http://schemas.openxmlformats.org/drawingml/2006/main">
            <a:srgbClr val="193B59"/>
          </a:solidFill>
          <a:ln xmlns:a="http://schemas.openxmlformats.org/drawingml/2006/main" w="19050">
            <a:solidFill>
              <a:srgbClr val="193B59"/>
            </a:solidFill>
          </a:ln>
        </p:spPr>
      </p:sp>
      <p:sp>
        <p:nvSpPr>
          <p:cNvPr id="22" name="">
            <a:extLst xmlns:a="http://schemas.openxmlformats.org/drawingml/2006/main">
              <a:ext uri="{FF2B5EF4-FFF2-40B4-BE49-F238E27FC236}">
                <a16:creationId xmlns:a16="http://schemas.microsoft.com/office/drawing/2014/main" id="{58565251-73AC-413E-B694-620CF90ABCC8}"/>
              </a:ext>
            </a:extLst>
          </p:cNvPr>
          <p:cNvSpPr>
            <a:spLocks xmlns:a="http://schemas.openxmlformats.org/drawingml/2006/main" noGrp="1"/>
          </p:cNvSpPr>
          <p:nvPr/>
        </p:nvSpPr>
        <p:spPr>
          <a:xfrm xmlns:a="http://schemas.openxmlformats.org/drawingml/2006/main">
            <a:off x="10429875" y="3333750"/>
            <a:ext cx="9525" cy="609600"/>
          </a:xfrm>
          <a:custGeom xmlns:a="http://schemas.openxmlformats.org/drawingml/2006/main">
            <a:pathLst>
              <a:path w="9525" h="609600">
                <a:moveTo>
                  <a:pt x="0" y="0"/>
                </a:moveTo>
                <a:lnTo>
                  <a:pt x="0" y="609600"/>
                </a:lnTo>
              </a:path>
            </a:pathLst>
          </a:custGeom>
          <a:noFill xmlns:a="http://schemas.openxmlformats.org/drawingml/2006/main"/>
          <a:ln xmlns:a="http://schemas.openxmlformats.org/drawingml/2006/main" w="28575">
            <a:solidFill>
              <a:srgbClr val="C4483C"/>
            </a:solidFill>
          </a:ln>
        </p:spPr>
      </p:sp>
      <p:sp>
        <p:nvSpPr>
          <p:cNvPr id="23" name="">
            <a:extLst xmlns:a="http://schemas.openxmlformats.org/drawingml/2006/main">
              <a:ext uri="{FF2B5EF4-FFF2-40B4-BE49-F238E27FC236}">
                <a16:creationId xmlns:a16="http://schemas.microsoft.com/office/drawing/2014/main" id="{0781C6F4-3961-4F49-B78A-BCDC3CCA4812}"/>
              </a:ext>
            </a:extLst>
          </p:cNvPr>
          <p:cNvSpPr>
            <a:spLocks xmlns:a="http://schemas.openxmlformats.org/drawingml/2006/main" noGrp="1"/>
          </p:cNvSpPr>
          <p:nvPr/>
        </p:nvSpPr>
        <p:spPr>
          <a:xfrm xmlns:a="http://schemas.openxmlformats.org/drawingml/2006/main">
            <a:off x="10381869" y="38290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32BE9304-03CD-4F0C-AEBB-77C1BF4A9F39}"/>
              </a:ext>
            </a:extLst>
          </p:cNvPr>
          <p:cNvSpPr>
            <a:spLocks xmlns:a="http://schemas.openxmlformats.org/drawingml/2006/main" noGrp="1"/>
          </p:cNvSpPr>
          <p:nvPr/>
        </p:nvSpPr>
        <p:spPr>
          <a:xfrm xmlns:a="http://schemas.openxmlformats.org/drawingml/2006/main">
            <a:off x="9810750" y="289560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C4483C"/>
                </a:solidFill>
                <a:latin typeface="Yu Gothic"/>
                <a:ea typeface="Yu Gothic"/>
                <a:cs typeface="Yu Gothic"/>
              </a:defRPr>
            </a:defPPr>
            <a:lvl1pPr>
              <a:buNone/>
              <a:defRPr sz="1950" b="1">
                <a:solidFill>
                  <a:srgbClr val="C4483C"/>
                </a:solidFill>
                <a:latin typeface="Yu Gothic"/>
                <a:ea typeface="Yu Gothic"/>
                <a:cs typeface="Yu Gothic"/>
              </a:defRPr>
            </a:lvl1pPr>
            <a:lvl2pPr>
              <a:buNone/>
              <a:defRPr sz="1950" b="1">
                <a:solidFill>
                  <a:srgbClr val="C4483C"/>
                </a:solidFill>
                <a:latin typeface="Yu Gothic"/>
                <a:ea typeface="Yu Gothic"/>
                <a:cs typeface="Yu Gothic"/>
              </a:defRPr>
            </a:lvl2pPr>
            <a:lvl3pPr>
              <a:buNone/>
              <a:defRPr sz="1950" b="1">
                <a:solidFill>
                  <a:srgbClr val="C4483C"/>
                </a:solidFill>
                <a:latin typeface="Yu Gothic"/>
                <a:ea typeface="Yu Gothic"/>
                <a:cs typeface="Yu Gothic"/>
              </a:defRPr>
            </a:lvl3pPr>
            <a:lvl4pPr>
              <a:buNone/>
              <a:defRPr sz="1950" b="1">
                <a:solidFill>
                  <a:srgbClr val="C4483C"/>
                </a:solidFill>
                <a:latin typeface="Yu Gothic"/>
                <a:ea typeface="Yu Gothic"/>
                <a:cs typeface="Yu Gothic"/>
              </a:defRPr>
            </a:lvl4pPr>
            <a:lvl5pPr>
              <a:buNone/>
              <a:defRPr sz="1950" b="1">
                <a:solidFill>
                  <a:srgbClr val="C4483C"/>
                </a:solidFill>
                <a:latin typeface="Yu Gothic"/>
                <a:ea typeface="Yu Gothic"/>
                <a:cs typeface="Yu Gothic"/>
              </a:defRPr>
            </a:lvl5pPr>
            <a:lvl6pPr>
              <a:buNone/>
              <a:defRPr sz="1950" b="1">
                <a:solidFill>
                  <a:srgbClr val="C4483C"/>
                </a:solidFill>
                <a:latin typeface="Yu Gothic"/>
                <a:ea typeface="Yu Gothic"/>
                <a:cs typeface="Yu Gothic"/>
              </a:defRPr>
            </a:lvl6pPr>
            <a:lvl7pPr>
              <a:buNone/>
              <a:defRPr sz="1950" b="1">
                <a:solidFill>
                  <a:srgbClr val="C4483C"/>
                </a:solidFill>
                <a:latin typeface="Yu Gothic"/>
                <a:ea typeface="Yu Gothic"/>
                <a:cs typeface="Yu Gothic"/>
              </a:defRPr>
            </a:lvl7pPr>
            <a:lvl8pPr>
              <a:buNone/>
              <a:defRPr sz="1950" b="1">
                <a:solidFill>
                  <a:srgbClr val="C4483C"/>
                </a:solidFill>
                <a:latin typeface="Yu Gothic"/>
                <a:ea typeface="Yu Gothic"/>
                <a:cs typeface="Yu Gothic"/>
              </a:defRPr>
            </a:lvl8pPr>
            <a:lvl9pPr>
              <a:buNone/>
              <a:defRPr sz="1950" b="1">
                <a:solidFill>
                  <a:srgbClr val="C4483C"/>
                </a:solidFill>
                <a:latin typeface="Yu Gothic"/>
                <a:ea typeface="Yu Gothic"/>
                <a:cs typeface="Yu Gothic"/>
              </a:defRPr>
            </a:lvl9pPr>
          </a:lstStyle>
          <a:p xmlns:a="http://schemas.openxmlformats.org/drawingml/2006/main">
            <a:pPr>
              <a:buNone/>
              <a:defRPr sz="1950" b="1">
                <a:solidFill>
                  <a:srgbClr val="C4483C"/>
                </a:solidFill>
                <a:latin typeface="Yu Gothic"/>
                <a:ea typeface="Yu Gothic"/>
                <a:cs typeface="Yu Gothic"/>
              </a:defRPr>
            </a:pPr>
            <a:r>
              <a:rPr sz="1950" b="1">
                <a:solidFill>
                  <a:srgbClr val="C4483C"/>
                </a:solidFill>
                <a:latin typeface="Yu Gothic"/>
                <a:ea typeface="Yu Gothic"/>
                <a:cs typeface="Yu Gothic"/>
              </a:rPr>
              <a:t>20 N</a:t>
            </a:r>
          </a:p>
        </p:txBody>
      </p:sp>
      <p:sp>
        <p:nvSpPr>
          <p:cNvPr id="25" name="">
            <a:extLst xmlns:a="http://schemas.openxmlformats.org/drawingml/2006/main">
              <a:ext uri="{FF2B5EF4-FFF2-40B4-BE49-F238E27FC236}">
                <a16:creationId xmlns:a16="http://schemas.microsoft.com/office/drawing/2014/main" id="{37CE4C24-EB8A-49EE-8D1E-3FD14EBE8370}"/>
              </a:ext>
            </a:extLst>
          </p:cNvPr>
          <p:cNvSpPr>
            <a:spLocks xmlns:a="http://schemas.openxmlformats.org/drawingml/2006/main" noGrp="1"/>
          </p:cNvSpPr>
          <p:nvPr/>
        </p:nvSpPr>
        <p:spPr>
          <a:xfrm xmlns:a="http://schemas.openxmlformats.org/drawingml/2006/main">
            <a:off x="7858125" y="4238625"/>
            <a:ext cx="2571750" cy="9525"/>
          </a:xfrm>
          <a:custGeom xmlns:a="http://schemas.openxmlformats.org/drawingml/2006/main">
            <a:pathLst>
              <a:path w="2571750" h="9525">
                <a:moveTo>
                  <a:pt x="0" y="0"/>
                </a:moveTo>
                <a:lnTo>
                  <a:pt x="2571750" y="0"/>
                </a:lnTo>
              </a:path>
            </a:pathLst>
          </a:custGeom>
          <a:noFill xmlns:a="http://schemas.openxmlformats.org/drawingml/2006/main"/>
          <a:ln xmlns:a="http://schemas.openxmlformats.org/drawingml/2006/main" w="13335">
            <a:solidFill>
              <a:srgbClr val="2876A8"/>
            </a:solidFill>
          </a:ln>
        </p:spPr>
      </p:sp>
      <p:sp>
        <p:nvSpPr>
          <p:cNvPr id="26" name="">
            <a:extLst xmlns:a="http://schemas.openxmlformats.org/drawingml/2006/main">
              <a:ext uri="{FF2B5EF4-FFF2-40B4-BE49-F238E27FC236}">
                <a16:creationId xmlns:a16="http://schemas.microsoft.com/office/drawing/2014/main" id="{FE116258-6F78-43DC-8CB7-09E5BEDBB47F}"/>
              </a:ext>
            </a:extLst>
          </p:cNvPr>
          <p:cNvSpPr>
            <a:spLocks xmlns:a="http://schemas.openxmlformats.org/drawingml/2006/main" noGrp="1"/>
          </p:cNvSpPr>
          <p:nvPr/>
        </p:nvSpPr>
        <p:spPr>
          <a:xfrm xmlns:a="http://schemas.openxmlformats.org/drawingml/2006/main">
            <a:off x="10363200"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2876A8"/>
          </a:solidFill>
          <a:ln xmlns:a="http://schemas.openxmlformats.org/drawingml/2006/main" w="4763">
            <a:solidFill>
              <a:srgbClr val="2876A8"/>
            </a:solidFill>
          </a:ln>
        </p:spPr>
      </p:sp>
      <p:sp>
        <p:nvSpPr>
          <p:cNvPr id="27" name="">
            <a:extLst xmlns:a="http://schemas.openxmlformats.org/drawingml/2006/main">
              <a:ext uri="{FF2B5EF4-FFF2-40B4-BE49-F238E27FC236}">
                <a16:creationId xmlns:a16="http://schemas.microsoft.com/office/drawing/2014/main" id="{2D534266-474D-44FE-90F1-683225FF5ECA}"/>
              </a:ext>
            </a:extLst>
          </p:cNvPr>
          <p:cNvSpPr>
            <a:spLocks xmlns:a="http://schemas.openxmlformats.org/drawingml/2006/main" noGrp="1"/>
          </p:cNvSpPr>
          <p:nvPr/>
        </p:nvSpPr>
        <p:spPr>
          <a:xfrm xmlns:a="http://schemas.openxmlformats.org/drawingml/2006/main">
            <a:off x="7858125" y="4238625"/>
            <a:ext cx="2571750" cy="9525"/>
          </a:xfrm>
          <a:custGeom xmlns:a="http://schemas.openxmlformats.org/drawingml/2006/main">
            <a:pathLst>
              <a:path w="2571750" h="9525">
                <a:moveTo>
                  <a:pt x="2571750" y="0"/>
                </a:moveTo>
                <a:lnTo>
                  <a:pt x="0" y="0"/>
                </a:lnTo>
              </a:path>
            </a:pathLst>
          </a:custGeom>
          <a:noFill xmlns:a="http://schemas.openxmlformats.org/drawingml/2006/main"/>
          <a:ln xmlns:a="http://schemas.openxmlformats.org/drawingml/2006/main" w="13335">
            <a:solidFill>
              <a:srgbClr val="2876A8"/>
            </a:solidFill>
          </a:ln>
        </p:spPr>
      </p:sp>
      <p:sp>
        <p:nvSpPr>
          <p:cNvPr id="28" name="">
            <a:extLst xmlns:a="http://schemas.openxmlformats.org/drawingml/2006/main">
              <a:ext uri="{FF2B5EF4-FFF2-40B4-BE49-F238E27FC236}">
                <a16:creationId xmlns:a16="http://schemas.microsoft.com/office/drawing/2014/main" id="{8CEC614E-2065-4F1F-BDCE-FBD48EB6A09B}"/>
              </a:ext>
            </a:extLst>
          </p:cNvPr>
          <p:cNvSpPr>
            <a:spLocks xmlns:a="http://schemas.openxmlformats.org/drawingml/2006/main" noGrp="1"/>
          </p:cNvSpPr>
          <p:nvPr/>
        </p:nvSpPr>
        <p:spPr>
          <a:xfrm xmlns:a="http://schemas.openxmlformats.org/drawingml/2006/main">
            <a:off x="7858125"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8EDADF98-EAF8-427B-BBCF-48D8A8D0193B}"/>
              </a:ext>
            </a:extLst>
          </p:cNvPr>
          <p:cNvSpPr>
            <a:spLocks xmlns:a="http://schemas.openxmlformats.org/drawingml/2006/main" noGrp="1"/>
          </p:cNvSpPr>
          <p:nvPr/>
        </p:nvSpPr>
        <p:spPr>
          <a:xfrm xmlns:a="http://schemas.openxmlformats.org/drawingml/2006/main">
            <a:off x="7858125" y="4286250"/>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2876A8"/>
                </a:solidFill>
                <a:latin typeface="Yu Gothic"/>
                <a:ea typeface="Yu Gothic"/>
                <a:cs typeface="Yu Gothic"/>
              </a:defRPr>
            </a:defPPr>
            <a:lvl1pPr algn="ctr">
              <a:buNone/>
              <a:defRPr sz="1650" b="0">
                <a:solidFill>
                  <a:srgbClr val="2876A8"/>
                </a:solidFill>
                <a:latin typeface="Yu Gothic"/>
                <a:ea typeface="Yu Gothic"/>
                <a:cs typeface="Yu Gothic"/>
              </a:defRPr>
            </a:lvl1pPr>
            <a:lvl2pPr algn="ctr">
              <a:buNone/>
              <a:defRPr sz="1650" b="0">
                <a:solidFill>
                  <a:srgbClr val="2876A8"/>
                </a:solidFill>
                <a:latin typeface="Yu Gothic"/>
                <a:ea typeface="Yu Gothic"/>
                <a:cs typeface="Yu Gothic"/>
              </a:defRPr>
            </a:lvl2pPr>
            <a:lvl3pPr algn="ctr">
              <a:buNone/>
              <a:defRPr sz="1650" b="0">
                <a:solidFill>
                  <a:srgbClr val="2876A8"/>
                </a:solidFill>
                <a:latin typeface="Yu Gothic"/>
                <a:ea typeface="Yu Gothic"/>
                <a:cs typeface="Yu Gothic"/>
              </a:defRPr>
            </a:lvl3pPr>
            <a:lvl4pPr algn="ctr">
              <a:buNone/>
              <a:defRPr sz="1650" b="0">
                <a:solidFill>
                  <a:srgbClr val="2876A8"/>
                </a:solidFill>
                <a:latin typeface="Yu Gothic"/>
                <a:ea typeface="Yu Gothic"/>
                <a:cs typeface="Yu Gothic"/>
              </a:defRPr>
            </a:lvl4pPr>
            <a:lvl5pPr algn="ctr">
              <a:buNone/>
              <a:defRPr sz="1650" b="0">
                <a:solidFill>
                  <a:srgbClr val="2876A8"/>
                </a:solidFill>
                <a:latin typeface="Yu Gothic"/>
                <a:ea typeface="Yu Gothic"/>
                <a:cs typeface="Yu Gothic"/>
              </a:defRPr>
            </a:lvl5pPr>
            <a:lvl6pPr algn="ctr">
              <a:buNone/>
              <a:defRPr sz="1650" b="0">
                <a:solidFill>
                  <a:srgbClr val="2876A8"/>
                </a:solidFill>
                <a:latin typeface="Yu Gothic"/>
                <a:ea typeface="Yu Gothic"/>
                <a:cs typeface="Yu Gothic"/>
              </a:defRPr>
            </a:lvl6pPr>
            <a:lvl7pPr algn="ctr">
              <a:buNone/>
              <a:defRPr sz="1650" b="0">
                <a:solidFill>
                  <a:srgbClr val="2876A8"/>
                </a:solidFill>
                <a:latin typeface="Yu Gothic"/>
                <a:ea typeface="Yu Gothic"/>
                <a:cs typeface="Yu Gothic"/>
              </a:defRPr>
            </a:lvl7pPr>
            <a:lvl8pPr algn="ctr">
              <a:buNone/>
              <a:defRPr sz="1650" b="0">
                <a:solidFill>
                  <a:srgbClr val="2876A8"/>
                </a:solidFill>
                <a:latin typeface="Yu Gothic"/>
                <a:ea typeface="Yu Gothic"/>
                <a:cs typeface="Yu Gothic"/>
              </a:defRPr>
            </a:lvl8pPr>
            <a:lvl9pPr algn="ctr">
              <a:buNone/>
              <a:defRPr sz="1650" b="0">
                <a:solidFill>
                  <a:srgbClr val="2876A8"/>
                </a:solidFill>
                <a:latin typeface="Yu Gothic"/>
                <a:ea typeface="Yu Gothic"/>
                <a:cs typeface="Yu Gothic"/>
              </a:defRPr>
            </a:lvl9pPr>
          </a:lstStyle>
          <a:p xmlns:a="http://schemas.openxmlformats.org/drawingml/2006/main">
            <a:pPr algn="ctr">
              <a:buNone/>
              <a:defRPr sz="1650" b="0">
                <a:solidFill>
                  <a:srgbClr val="2876A8"/>
                </a:solidFill>
                <a:latin typeface="Yu Gothic"/>
                <a:ea typeface="Yu Gothic"/>
                <a:cs typeface="Yu Gothic"/>
              </a:defRPr>
            </a:pPr>
            <a:r>
              <a:rPr sz="1650" b="0">
                <a:solidFill>
                  <a:srgbClr val="2876A8"/>
                </a:solidFill>
                <a:latin typeface="Yu Gothic"/>
                <a:ea typeface="Yu Gothic"/>
                <a:cs typeface="Yu Gothic"/>
              </a:rPr>
              <a:t>0.60 m</a:t>
            </a:r>
          </a:p>
        </p:txBody>
      </p:sp>
      <p:sp>
        <p:nvSpPr>
          <p:cNvPr id="30" name="">
            <a:extLst xmlns:a="http://schemas.openxmlformats.org/drawingml/2006/main">
              <a:ext uri="{FF2B5EF4-FFF2-40B4-BE49-F238E27FC236}">
                <a16:creationId xmlns:a16="http://schemas.microsoft.com/office/drawing/2014/main" id="{67CE03F2-9C70-4CD6-B5C9-0D54B3C2D6A6}"/>
              </a:ext>
            </a:extLst>
          </p:cNvPr>
          <p:cNvSpPr>
            <a:spLocks xmlns:a="http://schemas.openxmlformats.org/drawingml/2006/main" noGrp="1"/>
          </p:cNvSpPr>
          <p:nvPr/>
        </p:nvSpPr>
        <p:spPr>
          <a:xfrm xmlns:a="http://schemas.openxmlformats.org/drawingml/2006/main">
            <a:off x="809625" y="4762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150" b="1">
                <a:solidFill>
                  <a:srgbClr val="263D4D"/>
                </a:solidFill>
                <a:latin typeface="Yu Gothic"/>
                <a:ea typeface="Yu Gothic"/>
                <a:cs typeface="Yu Gothic"/>
              </a:defRPr>
            </a:defPPr>
            <a:lvl1pPr>
              <a:buNone/>
              <a:defRPr sz="3150" b="1">
                <a:solidFill>
                  <a:srgbClr val="263D4D"/>
                </a:solidFill>
                <a:latin typeface="Yu Gothic"/>
                <a:ea typeface="Yu Gothic"/>
                <a:cs typeface="Yu Gothic"/>
              </a:defRPr>
            </a:lvl1pPr>
            <a:lvl2pPr>
              <a:buNone/>
              <a:defRPr sz="3150" b="1">
                <a:solidFill>
                  <a:srgbClr val="263D4D"/>
                </a:solidFill>
                <a:latin typeface="Yu Gothic"/>
                <a:ea typeface="Yu Gothic"/>
                <a:cs typeface="Yu Gothic"/>
              </a:defRPr>
            </a:lvl2pPr>
            <a:lvl3pPr>
              <a:buNone/>
              <a:defRPr sz="3150" b="1">
                <a:solidFill>
                  <a:srgbClr val="263D4D"/>
                </a:solidFill>
                <a:latin typeface="Yu Gothic"/>
                <a:ea typeface="Yu Gothic"/>
                <a:cs typeface="Yu Gothic"/>
              </a:defRPr>
            </a:lvl3pPr>
            <a:lvl4pPr>
              <a:buNone/>
              <a:defRPr sz="3150" b="1">
                <a:solidFill>
                  <a:srgbClr val="263D4D"/>
                </a:solidFill>
                <a:latin typeface="Yu Gothic"/>
                <a:ea typeface="Yu Gothic"/>
                <a:cs typeface="Yu Gothic"/>
              </a:defRPr>
            </a:lvl4pPr>
            <a:lvl5pPr>
              <a:buNone/>
              <a:defRPr sz="3150" b="1">
                <a:solidFill>
                  <a:srgbClr val="263D4D"/>
                </a:solidFill>
                <a:latin typeface="Yu Gothic"/>
                <a:ea typeface="Yu Gothic"/>
                <a:cs typeface="Yu Gothic"/>
              </a:defRPr>
            </a:lvl5pPr>
            <a:lvl6pPr>
              <a:buNone/>
              <a:defRPr sz="3150" b="1">
                <a:solidFill>
                  <a:srgbClr val="263D4D"/>
                </a:solidFill>
                <a:latin typeface="Yu Gothic"/>
                <a:ea typeface="Yu Gothic"/>
                <a:cs typeface="Yu Gothic"/>
              </a:defRPr>
            </a:lvl6pPr>
            <a:lvl7pPr>
              <a:buNone/>
              <a:defRPr sz="3150" b="1">
                <a:solidFill>
                  <a:srgbClr val="263D4D"/>
                </a:solidFill>
                <a:latin typeface="Yu Gothic"/>
                <a:ea typeface="Yu Gothic"/>
                <a:cs typeface="Yu Gothic"/>
              </a:defRPr>
            </a:lvl7pPr>
            <a:lvl8pPr>
              <a:buNone/>
              <a:defRPr sz="3150" b="1">
                <a:solidFill>
                  <a:srgbClr val="263D4D"/>
                </a:solidFill>
                <a:latin typeface="Yu Gothic"/>
                <a:ea typeface="Yu Gothic"/>
                <a:cs typeface="Yu Gothic"/>
              </a:defRPr>
            </a:lvl8pPr>
            <a:lvl9pPr>
              <a:buNone/>
              <a:defRPr sz="3150" b="1">
                <a:solidFill>
                  <a:srgbClr val="263D4D"/>
                </a:solidFill>
                <a:latin typeface="Yu Gothic"/>
                <a:ea typeface="Yu Gothic"/>
                <a:cs typeface="Yu Gothic"/>
              </a:defRPr>
            </a:lvl9pPr>
          </a:lstStyle>
          <a:p xmlns:a="http://schemas.openxmlformats.org/drawingml/2006/main">
            <a:pPr>
              <a:buNone/>
              <a:defRPr sz="3150" b="1">
                <a:solidFill>
                  <a:srgbClr val="263D4D"/>
                </a:solidFill>
                <a:latin typeface="Yu Gothic"/>
                <a:ea typeface="Yu Gothic"/>
                <a:cs typeface="Yu Gothic"/>
              </a:defRPr>
            </a:pPr>
            <a:r>
              <a:rPr sz="3150" b="1">
                <a:solidFill>
                  <a:srgbClr val="263D4D"/>
                </a:solidFill>
                <a:latin typeface="Yu Gothic"/>
                <a:ea typeface="Yu Gothic"/>
                <a:cs typeface="Yu Gothic"/>
              </a:rPr>
              <a:t>1 N·m = 1,000 N·mm</a:t>
            </a:r>
          </a:p>
        </p:txBody>
      </p:sp>
      <p:sp>
        <p:nvSpPr>
          <p:cNvPr id="31" name="">
            <a:extLst xmlns:a="http://schemas.openxmlformats.org/drawingml/2006/main">
              <a:ext uri="{FF2B5EF4-FFF2-40B4-BE49-F238E27FC236}">
                <a16:creationId xmlns:a16="http://schemas.microsoft.com/office/drawing/2014/main" id="{7634935D-A302-4718-98E8-03AB1105C0CF}"/>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同じ力なら、垂直距離が2倍になるとモーメントの大きさも2倍になる。</a:t>
            </a:r>
          </a:p>
        </p:txBody>
      </p:sp>
    </p:spTree>
    <p:extLst>
      <p:ext uri="{BB962C8B-B14F-4D97-AF65-F5344CB8AC3E}">
        <p14:creationId xmlns:p14="http://schemas.microsoft.com/office/powerpoint/2010/main" val="110966744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18B63F-762D-428F-A50E-74E0FF279BB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モーメントを座標と力の成分で表す</a:t>
            </a:r>
          </a:p>
        </p:txBody>
      </p:sp>
      <p:sp>
        <p:nvSpPr>
          <p:cNvPr id="2" name="">
            <a:extLst xmlns:a="http://schemas.openxmlformats.org/drawingml/2006/main">
              <a:ext uri="{FF2B5EF4-FFF2-40B4-BE49-F238E27FC236}">
                <a16:creationId xmlns:a16="http://schemas.microsoft.com/office/drawing/2014/main" id="{43C57F8B-0354-42A7-B760-B54752DA5D15}"/>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70F41EC-3D23-454A-A16B-684552CDD33E}"/>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6" name="">
            <a:extLst xmlns:a="http://schemas.openxmlformats.org/drawingml/2006/main">
              <a:ext uri="{FF2B5EF4-FFF2-40B4-BE49-F238E27FC236}">
                <a16:creationId xmlns:a16="http://schemas.microsoft.com/office/drawing/2014/main" id="{1B04DAC0-020E-4482-977A-2669E11BC71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49</a:t>
            </a:r>
          </a:p>
        </p:txBody>
      </p:sp>
      <p:sp>
        <p:nvSpPr>
          <p:cNvPr id="8" name="">
            <a:extLst xmlns:a="http://schemas.openxmlformats.org/drawingml/2006/main">
              <a:ext uri="{FF2B5EF4-FFF2-40B4-BE49-F238E27FC236}">
                <a16:creationId xmlns:a16="http://schemas.microsoft.com/office/drawing/2014/main" id="{8F23D5C9-FDEC-4227-9AA6-C71BC62E28A4}"/>
              </a:ext>
            </a:extLst>
          </p:cNvPr>
          <p:cNvSpPr>
            <a:spLocks xmlns:a="http://schemas.openxmlformats.org/drawingml/2006/main" noGrp="1"/>
          </p:cNvSpPr>
          <p:nvPr/>
        </p:nvSpPr>
        <p:spPr>
          <a:xfrm xmlns:a="http://schemas.openxmlformats.org/drawingml/2006/main">
            <a:off x="952500" y="4667250"/>
            <a:ext cx="4143375" cy="9525"/>
          </a:xfrm>
          <a:custGeom xmlns:a="http://schemas.openxmlformats.org/drawingml/2006/main">
            <a:pathLst>
              <a:path w="4143375" h="9525">
                <a:moveTo>
                  <a:pt x="0" y="0"/>
                </a:moveTo>
                <a:lnTo>
                  <a:pt x="4143375" y="0"/>
                </a:lnTo>
              </a:path>
            </a:pathLst>
          </a:custGeom>
          <a:noFill xmlns:a="http://schemas.openxmlformats.org/drawingml/2006/main"/>
          <a:ln xmlns:a="http://schemas.openxmlformats.org/drawingml/2006/main" w="14288">
            <a:solidFill>
              <a:srgbClr val="71818B"/>
            </a:solidFill>
          </a:ln>
        </p:spPr>
      </p:sp>
      <p:sp>
        <p:nvSpPr>
          <p:cNvPr id="9" name="">
            <a:extLst xmlns:a="http://schemas.openxmlformats.org/drawingml/2006/main">
              <a:ext uri="{FF2B5EF4-FFF2-40B4-BE49-F238E27FC236}">
                <a16:creationId xmlns:a16="http://schemas.microsoft.com/office/drawing/2014/main" id="{6C215066-63B3-4CA5-BFEA-E293A3AC22B8}"/>
              </a:ext>
            </a:extLst>
          </p:cNvPr>
          <p:cNvSpPr>
            <a:spLocks xmlns:a="http://schemas.openxmlformats.org/drawingml/2006/main" noGrp="1"/>
          </p:cNvSpPr>
          <p:nvPr/>
        </p:nvSpPr>
        <p:spPr>
          <a:xfrm xmlns:a="http://schemas.openxmlformats.org/drawingml/2006/main">
            <a:off x="5019675" y="4635246"/>
            <a:ext cx="76200" cy="64008"/>
          </a:xfrm>
          <a:custGeom xmlns:a="http://schemas.openxmlformats.org/drawingml/2006/main">
            <a:pathLst>
              <a:path w="76200" h="64008">
                <a:moveTo>
                  <a:pt x="76200" y="32004"/>
                </a:moveTo>
                <a:lnTo>
                  <a:pt x="0" y="0"/>
                </a:lnTo>
                <a:lnTo>
                  <a:pt x="0" y="64008"/>
                </a:lnTo>
                <a:close/>
              </a:path>
            </a:pathLst>
          </a:custGeom>
          <a:solidFill xmlns:a="http://schemas.openxmlformats.org/drawingml/2006/main">
            <a:srgbClr val="71818B"/>
          </a:solidFill>
          <a:ln xmlns:a="http://schemas.openxmlformats.org/drawingml/2006/main" w="4763">
            <a:solidFill>
              <a:srgbClr val="71818B"/>
            </a:solidFill>
          </a:ln>
        </p:spPr>
      </p:sp>
      <p:sp>
        <p:nvSpPr>
          <p:cNvPr id="10" name="">
            <a:extLst xmlns:a="http://schemas.openxmlformats.org/drawingml/2006/main">
              <a:ext uri="{FF2B5EF4-FFF2-40B4-BE49-F238E27FC236}">
                <a16:creationId xmlns:a16="http://schemas.microsoft.com/office/drawing/2014/main" id="{1D671AF3-698D-4123-8ECE-DFA19E703CB4}"/>
              </a:ext>
            </a:extLst>
          </p:cNvPr>
          <p:cNvSpPr>
            <a:spLocks xmlns:a="http://schemas.openxmlformats.org/drawingml/2006/main" noGrp="1"/>
          </p:cNvSpPr>
          <p:nvPr/>
        </p:nvSpPr>
        <p:spPr>
          <a:xfrm xmlns:a="http://schemas.openxmlformats.org/drawingml/2006/main">
            <a:off x="1143000" y="1714500"/>
            <a:ext cx="9525" cy="3190875"/>
          </a:xfrm>
          <a:custGeom xmlns:a="http://schemas.openxmlformats.org/drawingml/2006/main">
            <a:pathLst>
              <a:path w="9525" h="3190875">
                <a:moveTo>
                  <a:pt x="0" y="3190875"/>
                </a:moveTo>
                <a:lnTo>
                  <a:pt x="0" y="0"/>
                </a:lnTo>
              </a:path>
            </a:pathLst>
          </a:custGeom>
          <a:noFill xmlns:a="http://schemas.openxmlformats.org/drawingml/2006/main"/>
          <a:ln xmlns:a="http://schemas.openxmlformats.org/drawingml/2006/main" w="14288">
            <a:solidFill>
              <a:srgbClr val="71818B"/>
            </a:solidFill>
          </a:ln>
        </p:spPr>
      </p:sp>
      <p:sp>
        <p:nvSpPr>
          <p:cNvPr id="11" name="">
            <a:extLst xmlns:a="http://schemas.openxmlformats.org/drawingml/2006/main">
              <a:ext uri="{FF2B5EF4-FFF2-40B4-BE49-F238E27FC236}">
                <a16:creationId xmlns:a16="http://schemas.microsoft.com/office/drawing/2014/main" id="{8B9899E9-EAD9-49DE-ADD7-E1A829F62FCD}"/>
              </a:ext>
            </a:extLst>
          </p:cNvPr>
          <p:cNvSpPr>
            <a:spLocks xmlns:a="http://schemas.openxmlformats.org/drawingml/2006/main" noGrp="1"/>
          </p:cNvSpPr>
          <p:nvPr/>
        </p:nvSpPr>
        <p:spPr>
          <a:xfrm xmlns:a="http://schemas.openxmlformats.org/drawingml/2006/main">
            <a:off x="1110996" y="1714500"/>
            <a:ext cx="64008" cy="76200"/>
          </a:xfrm>
          <a:custGeom xmlns:a="http://schemas.openxmlformats.org/drawingml/2006/main">
            <a:pathLst>
              <a:path w="64008" h="76200">
                <a:moveTo>
                  <a:pt x="32004" y="0"/>
                </a:moveTo>
                <a:lnTo>
                  <a:pt x="0" y="76200"/>
                </a:lnTo>
                <a:lnTo>
                  <a:pt x="64008" y="76200"/>
                </a:lnTo>
                <a:close/>
              </a:path>
            </a:pathLst>
          </a:custGeom>
          <a:solidFill xmlns:a="http://schemas.openxmlformats.org/drawingml/2006/main">
            <a:srgbClr val="71818B"/>
          </a:solidFill>
          <a:ln xmlns:a="http://schemas.openxmlformats.org/drawingml/2006/main" w="4763">
            <a:solidFill>
              <a:srgbClr val="71818B"/>
            </a:solidFill>
          </a:ln>
        </p:spPr>
      </p:sp>
      <p:sp>
        <p:nvSpPr>
          <p:cNvPr id="12" name="">
            <a:extLst xmlns:a="http://schemas.openxmlformats.org/drawingml/2006/main">
              <a:ext uri="{FF2B5EF4-FFF2-40B4-BE49-F238E27FC236}">
                <a16:creationId xmlns:a16="http://schemas.microsoft.com/office/drawing/2014/main" id="{B3AB29DF-3215-43C3-A3BA-9B946172A0E9}"/>
              </a:ext>
            </a:extLst>
          </p:cNvPr>
          <p:cNvSpPr>
            <a:spLocks xmlns:a="http://schemas.openxmlformats.org/drawingml/2006/main" noGrp="1"/>
          </p:cNvSpPr>
          <p:nvPr/>
        </p:nvSpPr>
        <p:spPr>
          <a:xfrm xmlns:a="http://schemas.openxmlformats.org/drawingml/2006/main">
            <a:off x="4857750" y="481012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263D4D"/>
                </a:solidFill>
                <a:latin typeface="Yu Gothic"/>
                <a:ea typeface="Yu Gothic"/>
                <a:cs typeface="Yu Gothic"/>
              </a:defRPr>
            </a:defPPr>
            <a:lvl1pPr>
              <a:defRPr sz="1650" b="0">
                <a:solidFill>
                  <a:srgbClr val="263D4D"/>
                </a:solidFill>
                <a:latin typeface="Yu Gothic"/>
                <a:ea typeface="Yu Gothic"/>
                <a:cs typeface="Yu Gothic"/>
              </a:defRPr>
            </a:lvl1pPr>
            <a:lvl2pPr>
              <a:defRPr sz="1650" b="0">
                <a:solidFill>
                  <a:srgbClr val="263D4D"/>
                </a:solidFill>
                <a:latin typeface="Yu Gothic"/>
                <a:ea typeface="Yu Gothic"/>
                <a:cs typeface="Yu Gothic"/>
              </a:defRPr>
            </a:lvl2pPr>
            <a:lvl3pPr>
              <a:defRPr sz="1650" b="0">
                <a:solidFill>
                  <a:srgbClr val="263D4D"/>
                </a:solidFill>
                <a:latin typeface="Yu Gothic"/>
                <a:ea typeface="Yu Gothic"/>
                <a:cs typeface="Yu Gothic"/>
              </a:defRPr>
            </a:lvl3pPr>
            <a:lvl4pPr>
              <a:defRPr sz="1650" b="0">
                <a:solidFill>
                  <a:srgbClr val="263D4D"/>
                </a:solidFill>
                <a:latin typeface="Yu Gothic"/>
                <a:ea typeface="Yu Gothic"/>
                <a:cs typeface="Yu Gothic"/>
              </a:defRPr>
            </a:lvl4pPr>
            <a:lvl5pPr>
              <a:defRPr sz="1650" b="0">
                <a:solidFill>
                  <a:srgbClr val="263D4D"/>
                </a:solidFill>
                <a:latin typeface="Yu Gothic"/>
                <a:ea typeface="Yu Gothic"/>
                <a:cs typeface="Yu Gothic"/>
              </a:defRPr>
            </a:lvl5pPr>
            <a:lvl6pPr>
              <a:defRPr sz="1650" b="0">
                <a:solidFill>
                  <a:srgbClr val="263D4D"/>
                </a:solidFill>
                <a:latin typeface="Yu Gothic"/>
                <a:ea typeface="Yu Gothic"/>
                <a:cs typeface="Yu Gothic"/>
              </a:defRPr>
            </a:lvl6pPr>
            <a:lvl7pPr>
              <a:defRPr sz="1650" b="0">
                <a:solidFill>
                  <a:srgbClr val="263D4D"/>
                </a:solidFill>
                <a:latin typeface="Yu Gothic"/>
                <a:ea typeface="Yu Gothic"/>
                <a:cs typeface="Yu Gothic"/>
              </a:defRPr>
            </a:lvl7pPr>
            <a:lvl8pPr>
              <a:defRPr sz="1650" b="0">
                <a:solidFill>
                  <a:srgbClr val="263D4D"/>
                </a:solidFill>
                <a:latin typeface="Yu Gothic"/>
                <a:ea typeface="Yu Gothic"/>
                <a:cs typeface="Yu Gothic"/>
              </a:defRPr>
            </a:lvl8pPr>
            <a:lvl9pPr>
              <a:defRPr sz="1650" b="0">
                <a:solidFill>
                  <a:srgbClr val="263D4D"/>
                </a:solidFill>
                <a:latin typeface="Yu Gothic"/>
                <a:ea typeface="Yu Gothic"/>
                <a:cs typeface="Yu Gothic"/>
              </a:defRPr>
            </a:lvl9pPr>
          </a:lstStyle>
          <a:p xmlns:a="http://schemas.openxmlformats.org/drawingml/2006/main">
            <a:pPr>
              <a:defRPr sz="1650" b="0">
                <a:solidFill>
                  <a:srgbClr val="263D4D"/>
                </a:solidFill>
                <a:latin typeface="Yu Gothic"/>
                <a:ea typeface="Yu Gothic"/>
                <a:cs typeface="Yu Gothic"/>
              </a:defRPr>
            </a:pPr>
            <a:r>
              <a:rPr sz="1650" b="0">
                <a:solidFill>
                  <a:srgbClr val="263D4D"/>
                </a:solidFill>
                <a:latin typeface="Yu Gothic"/>
                <a:ea typeface="Yu Gothic"/>
                <a:cs typeface="Yu Gothic"/>
              </a:rPr>
              <a:t>x / m</a:t>
            </a:r>
          </a:p>
        </p:txBody>
      </p:sp>
      <p:sp>
        <p:nvSpPr>
          <p:cNvPr id="13" name="">
            <a:extLst xmlns:a="http://schemas.openxmlformats.org/drawingml/2006/main">
              <a:ext uri="{FF2B5EF4-FFF2-40B4-BE49-F238E27FC236}">
                <a16:creationId xmlns:a16="http://schemas.microsoft.com/office/drawing/2014/main" id="{7FDED6CB-6D5F-40E0-9D73-8F8A11920EB1}"/>
              </a:ext>
            </a:extLst>
          </p:cNvPr>
          <p:cNvSpPr>
            <a:spLocks xmlns:a="http://schemas.openxmlformats.org/drawingml/2006/main" noGrp="1"/>
          </p:cNvSpPr>
          <p:nvPr/>
        </p:nvSpPr>
        <p:spPr>
          <a:xfrm xmlns:a="http://schemas.openxmlformats.org/drawingml/2006/main">
            <a:off x="666750" y="13811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263D4D"/>
                </a:solidFill>
                <a:latin typeface="Yu Gothic"/>
                <a:ea typeface="Yu Gothic"/>
                <a:cs typeface="Yu Gothic"/>
              </a:defRPr>
            </a:defPPr>
            <a:lvl1pPr>
              <a:defRPr sz="1650" b="0">
                <a:solidFill>
                  <a:srgbClr val="263D4D"/>
                </a:solidFill>
                <a:latin typeface="Yu Gothic"/>
                <a:ea typeface="Yu Gothic"/>
                <a:cs typeface="Yu Gothic"/>
              </a:defRPr>
            </a:lvl1pPr>
            <a:lvl2pPr>
              <a:defRPr sz="1650" b="0">
                <a:solidFill>
                  <a:srgbClr val="263D4D"/>
                </a:solidFill>
                <a:latin typeface="Yu Gothic"/>
                <a:ea typeface="Yu Gothic"/>
                <a:cs typeface="Yu Gothic"/>
              </a:defRPr>
            </a:lvl2pPr>
            <a:lvl3pPr>
              <a:defRPr sz="1650" b="0">
                <a:solidFill>
                  <a:srgbClr val="263D4D"/>
                </a:solidFill>
                <a:latin typeface="Yu Gothic"/>
                <a:ea typeface="Yu Gothic"/>
                <a:cs typeface="Yu Gothic"/>
              </a:defRPr>
            </a:lvl3pPr>
            <a:lvl4pPr>
              <a:defRPr sz="1650" b="0">
                <a:solidFill>
                  <a:srgbClr val="263D4D"/>
                </a:solidFill>
                <a:latin typeface="Yu Gothic"/>
                <a:ea typeface="Yu Gothic"/>
                <a:cs typeface="Yu Gothic"/>
              </a:defRPr>
            </a:lvl4pPr>
            <a:lvl5pPr>
              <a:defRPr sz="1650" b="0">
                <a:solidFill>
                  <a:srgbClr val="263D4D"/>
                </a:solidFill>
                <a:latin typeface="Yu Gothic"/>
                <a:ea typeface="Yu Gothic"/>
                <a:cs typeface="Yu Gothic"/>
              </a:defRPr>
            </a:lvl5pPr>
            <a:lvl6pPr>
              <a:defRPr sz="1650" b="0">
                <a:solidFill>
                  <a:srgbClr val="263D4D"/>
                </a:solidFill>
                <a:latin typeface="Yu Gothic"/>
                <a:ea typeface="Yu Gothic"/>
                <a:cs typeface="Yu Gothic"/>
              </a:defRPr>
            </a:lvl6pPr>
            <a:lvl7pPr>
              <a:defRPr sz="1650" b="0">
                <a:solidFill>
                  <a:srgbClr val="263D4D"/>
                </a:solidFill>
                <a:latin typeface="Yu Gothic"/>
                <a:ea typeface="Yu Gothic"/>
                <a:cs typeface="Yu Gothic"/>
              </a:defRPr>
            </a:lvl7pPr>
            <a:lvl8pPr>
              <a:defRPr sz="1650" b="0">
                <a:solidFill>
                  <a:srgbClr val="263D4D"/>
                </a:solidFill>
                <a:latin typeface="Yu Gothic"/>
                <a:ea typeface="Yu Gothic"/>
                <a:cs typeface="Yu Gothic"/>
              </a:defRPr>
            </a:lvl8pPr>
            <a:lvl9pPr>
              <a:defRPr sz="1650" b="0">
                <a:solidFill>
                  <a:srgbClr val="263D4D"/>
                </a:solidFill>
                <a:latin typeface="Yu Gothic"/>
                <a:ea typeface="Yu Gothic"/>
                <a:cs typeface="Yu Gothic"/>
              </a:defRPr>
            </a:lvl9pPr>
          </a:lstStyle>
          <a:p xmlns:a="http://schemas.openxmlformats.org/drawingml/2006/main">
            <a:pPr>
              <a:defRPr sz="1650" b="0">
                <a:solidFill>
                  <a:srgbClr val="263D4D"/>
                </a:solidFill>
                <a:latin typeface="Yu Gothic"/>
                <a:ea typeface="Yu Gothic"/>
                <a:cs typeface="Yu Gothic"/>
              </a:defRPr>
            </a:pPr>
            <a:r>
              <a:rPr sz="1650" b="0">
                <a:solidFill>
                  <a:srgbClr val="263D4D"/>
                </a:solidFill>
                <a:latin typeface="Yu Gothic"/>
                <a:ea typeface="Yu Gothic"/>
                <a:cs typeface="Yu Gothic"/>
              </a:rPr>
              <a:t>y / m</a:t>
            </a:r>
          </a:p>
        </p:txBody>
      </p:sp>
      <p:sp>
        <p:nvSpPr>
          <p:cNvPr id="14" name="">
            <a:extLst xmlns:a="http://schemas.openxmlformats.org/drawingml/2006/main">
              <a:ext uri="{FF2B5EF4-FFF2-40B4-BE49-F238E27FC236}">
                <a16:creationId xmlns:a16="http://schemas.microsoft.com/office/drawing/2014/main" id="{B7993821-1E2A-476D-B10C-FDC73FD586CA}"/>
              </a:ext>
            </a:extLst>
          </p:cNvPr>
          <p:cNvSpPr>
            <a:spLocks xmlns:a="http://schemas.openxmlformats.org/drawingml/2006/main" noGrp="1"/>
          </p:cNvSpPr>
          <p:nvPr/>
        </p:nvSpPr>
        <p:spPr>
          <a:xfrm xmlns:a="http://schemas.openxmlformats.org/drawingml/2006/main">
            <a:off x="742950" y="4572000"/>
            <a:ext cx="38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defRPr sz="1875" b="1">
                <a:solidFill>
                  <a:srgbClr val="263D4D"/>
                </a:solidFill>
                <a:latin typeface="Yu Gothic"/>
                <a:ea typeface="Yu Gothic"/>
                <a:cs typeface="Yu Gothic"/>
              </a:defRPr>
            </a:lvl1pPr>
            <a:lvl2pPr>
              <a:defRPr sz="1875" b="1">
                <a:solidFill>
                  <a:srgbClr val="263D4D"/>
                </a:solidFill>
                <a:latin typeface="Yu Gothic"/>
                <a:ea typeface="Yu Gothic"/>
                <a:cs typeface="Yu Gothic"/>
              </a:defRPr>
            </a:lvl2pPr>
            <a:lvl3pPr>
              <a:defRPr sz="1875" b="1">
                <a:solidFill>
                  <a:srgbClr val="263D4D"/>
                </a:solidFill>
                <a:latin typeface="Yu Gothic"/>
                <a:ea typeface="Yu Gothic"/>
                <a:cs typeface="Yu Gothic"/>
              </a:defRPr>
            </a:lvl3pPr>
            <a:lvl4pPr>
              <a:defRPr sz="1875" b="1">
                <a:solidFill>
                  <a:srgbClr val="263D4D"/>
                </a:solidFill>
                <a:latin typeface="Yu Gothic"/>
                <a:ea typeface="Yu Gothic"/>
                <a:cs typeface="Yu Gothic"/>
              </a:defRPr>
            </a:lvl4pPr>
            <a:lvl5pPr>
              <a:defRPr sz="1875" b="1">
                <a:solidFill>
                  <a:srgbClr val="263D4D"/>
                </a:solidFill>
                <a:latin typeface="Yu Gothic"/>
                <a:ea typeface="Yu Gothic"/>
                <a:cs typeface="Yu Gothic"/>
              </a:defRPr>
            </a:lvl5pPr>
            <a:lvl6pPr>
              <a:defRPr sz="1875" b="1">
                <a:solidFill>
                  <a:srgbClr val="263D4D"/>
                </a:solidFill>
                <a:latin typeface="Yu Gothic"/>
                <a:ea typeface="Yu Gothic"/>
                <a:cs typeface="Yu Gothic"/>
              </a:defRPr>
            </a:lvl6pPr>
            <a:lvl7pPr>
              <a:defRPr sz="1875" b="1">
                <a:solidFill>
                  <a:srgbClr val="263D4D"/>
                </a:solidFill>
                <a:latin typeface="Yu Gothic"/>
                <a:ea typeface="Yu Gothic"/>
                <a:cs typeface="Yu Gothic"/>
              </a:defRPr>
            </a:lvl7pPr>
            <a:lvl8pPr>
              <a:defRPr sz="1875" b="1">
                <a:solidFill>
                  <a:srgbClr val="263D4D"/>
                </a:solidFill>
                <a:latin typeface="Yu Gothic"/>
                <a:ea typeface="Yu Gothic"/>
                <a:cs typeface="Yu Gothic"/>
              </a:defRPr>
            </a:lvl8pPr>
            <a:lvl9pPr>
              <a:defRPr sz="1875" b="1">
                <a:solidFill>
                  <a:srgbClr val="263D4D"/>
                </a:solidFill>
                <a:latin typeface="Yu Gothic"/>
                <a:ea typeface="Yu Gothic"/>
                <a:cs typeface="Yu Gothic"/>
              </a:defRPr>
            </a:lvl9pPr>
          </a:lstStyle>
          <a:p xmlns:a="http://schemas.openxmlformats.org/drawingml/2006/main">
            <a:pPr>
              <a:defRPr sz="1875" b="1">
                <a:solidFill>
                  <a:srgbClr val="263D4D"/>
                </a:solidFill>
                <a:latin typeface="Yu Gothic"/>
                <a:ea typeface="Yu Gothic"/>
                <a:cs typeface="Yu Gothic"/>
              </a:defRPr>
            </a:pPr>
            <a:r>
              <a:rPr sz="1875" b="1">
                <a:solidFill>
                  <a:srgbClr val="263D4D"/>
                </a:solidFill>
                <a:latin typeface="Yu Gothic"/>
                <a:ea typeface="Yu Gothic"/>
                <a:cs typeface="Yu Gothic"/>
              </a:rPr>
              <a:t>O</a:t>
            </a:r>
          </a:p>
        </p:txBody>
      </p:sp>
      <p:sp>
        <p:nvSpPr>
          <p:cNvPr id="15" name="">
            <a:extLst xmlns:a="http://schemas.openxmlformats.org/drawingml/2006/main">
              <a:ext uri="{FF2B5EF4-FFF2-40B4-BE49-F238E27FC236}">
                <a16:creationId xmlns:a16="http://schemas.microsoft.com/office/drawing/2014/main" id="{88505EF6-DCC5-4BF6-B264-8E4F6E0CCD17}"/>
              </a:ext>
            </a:extLst>
          </p:cNvPr>
          <p:cNvSpPr>
            <a:spLocks xmlns:a="http://schemas.openxmlformats.org/drawingml/2006/main" noGrp="1"/>
          </p:cNvSpPr>
          <p:nvPr/>
        </p:nvSpPr>
        <p:spPr>
          <a:xfrm xmlns:a="http://schemas.openxmlformats.org/drawingml/2006/main">
            <a:off x="1143000" y="2381250"/>
            <a:ext cx="3048000" cy="2286000"/>
          </a:xfrm>
          <a:custGeom xmlns:a="http://schemas.openxmlformats.org/drawingml/2006/main">
            <a:pathLst>
              <a:path w="3048000" h="2286000">
                <a:moveTo>
                  <a:pt x="0" y="2286000"/>
                </a:moveTo>
                <a:lnTo>
                  <a:pt x="3048000" y="0"/>
                </a:lnTo>
              </a:path>
            </a:pathLst>
          </a:custGeom>
          <a:noFill xmlns:a="http://schemas.openxmlformats.org/drawingml/2006/main"/>
          <a:ln xmlns:a="http://schemas.openxmlformats.org/drawingml/2006/main" w="38100">
            <a:solidFill>
              <a:srgbClr val="2876A8"/>
            </a:solidFill>
          </a:ln>
        </p:spPr>
      </p:sp>
      <p:sp>
        <p:nvSpPr>
          <p:cNvPr id="16" name="">
            <a:extLst xmlns:a="http://schemas.openxmlformats.org/drawingml/2006/main">
              <a:ext uri="{FF2B5EF4-FFF2-40B4-BE49-F238E27FC236}">
                <a16:creationId xmlns:a16="http://schemas.microsoft.com/office/drawing/2014/main" id="{0A1F20E7-1265-42E9-BA92-CC92070C2BE0}"/>
              </a:ext>
            </a:extLst>
          </p:cNvPr>
          <p:cNvSpPr>
            <a:spLocks xmlns:a="http://schemas.openxmlformats.org/drawingml/2006/main" noGrp="1"/>
          </p:cNvSpPr>
          <p:nvPr/>
        </p:nvSpPr>
        <p:spPr>
          <a:xfrm xmlns:a="http://schemas.openxmlformats.org/drawingml/2006/main">
            <a:off x="4191000" y="1762125"/>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17" name="">
            <a:extLst xmlns:a="http://schemas.openxmlformats.org/drawingml/2006/main">
              <a:ext uri="{FF2B5EF4-FFF2-40B4-BE49-F238E27FC236}">
                <a16:creationId xmlns:a16="http://schemas.microsoft.com/office/drawing/2014/main" id="{1C20875B-2939-44A1-987C-3EA1215D13F5}"/>
              </a:ext>
            </a:extLst>
          </p:cNvPr>
          <p:cNvSpPr>
            <a:spLocks xmlns:a="http://schemas.openxmlformats.org/drawingml/2006/main" noGrp="1"/>
          </p:cNvSpPr>
          <p:nvPr/>
        </p:nvSpPr>
        <p:spPr>
          <a:xfrm xmlns:a="http://schemas.openxmlformats.org/drawingml/2006/main">
            <a:off x="4191000" y="1891109"/>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18" name="">
            <a:extLst xmlns:a="http://schemas.openxmlformats.org/drawingml/2006/main">
              <a:ext uri="{FF2B5EF4-FFF2-40B4-BE49-F238E27FC236}">
                <a16:creationId xmlns:a16="http://schemas.microsoft.com/office/drawing/2014/main" id="{87278056-BC80-4614-9D1A-5B7FED229D5D}"/>
              </a:ext>
            </a:extLst>
          </p:cNvPr>
          <p:cNvSpPr>
            <a:spLocks xmlns:a="http://schemas.openxmlformats.org/drawingml/2006/main" noGrp="1"/>
          </p:cNvSpPr>
          <p:nvPr/>
        </p:nvSpPr>
        <p:spPr>
          <a:xfrm xmlns:a="http://schemas.openxmlformats.org/drawingml/2006/main">
            <a:off x="4191000" y="2020094"/>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19" name="">
            <a:extLst xmlns:a="http://schemas.openxmlformats.org/drawingml/2006/main">
              <a:ext uri="{FF2B5EF4-FFF2-40B4-BE49-F238E27FC236}">
                <a16:creationId xmlns:a16="http://schemas.microsoft.com/office/drawing/2014/main" id="{D87186AD-8CBC-4931-9739-94F6EF26EE82}"/>
              </a:ext>
            </a:extLst>
          </p:cNvPr>
          <p:cNvSpPr>
            <a:spLocks xmlns:a="http://schemas.openxmlformats.org/drawingml/2006/main" noGrp="1"/>
          </p:cNvSpPr>
          <p:nvPr/>
        </p:nvSpPr>
        <p:spPr>
          <a:xfrm xmlns:a="http://schemas.openxmlformats.org/drawingml/2006/main">
            <a:off x="4191000" y="2149078"/>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0" name="">
            <a:extLst xmlns:a="http://schemas.openxmlformats.org/drawingml/2006/main">
              <a:ext uri="{FF2B5EF4-FFF2-40B4-BE49-F238E27FC236}">
                <a16:creationId xmlns:a16="http://schemas.microsoft.com/office/drawing/2014/main" id="{8F331FAA-C1D8-405C-9F97-96B3699105E3}"/>
              </a:ext>
            </a:extLst>
          </p:cNvPr>
          <p:cNvSpPr>
            <a:spLocks xmlns:a="http://schemas.openxmlformats.org/drawingml/2006/main" noGrp="1"/>
          </p:cNvSpPr>
          <p:nvPr/>
        </p:nvSpPr>
        <p:spPr>
          <a:xfrm xmlns:a="http://schemas.openxmlformats.org/drawingml/2006/main">
            <a:off x="4191000" y="2278063"/>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1" name="">
            <a:extLst xmlns:a="http://schemas.openxmlformats.org/drawingml/2006/main">
              <a:ext uri="{FF2B5EF4-FFF2-40B4-BE49-F238E27FC236}">
                <a16:creationId xmlns:a16="http://schemas.microsoft.com/office/drawing/2014/main" id="{4A2C180F-BA8F-4035-836E-1E10B2266D39}"/>
              </a:ext>
            </a:extLst>
          </p:cNvPr>
          <p:cNvSpPr>
            <a:spLocks xmlns:a="http://schemas.openxmlformats.org/drawingml/2006/main" noGrp="1"/>
          </p:cNvSpPr>
          <p:nvPr/>
        </p:nvSpPr>
        <p:spPr>
          <a:xfrm xmlns:a="http://schemas.openxmlformats.org/drawingml/2006/main">
            <a:off x="4191000" y="2407047"/>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2" name="">
            <a:extLst xmlns:a="http://schemas.openxmlformats.org/drawingml/2006/main">
              <a:ext uri="{FF2B5EF4-FFF2-40B4-BE49-F238E27FC236}">
                <a16:creationId xmlns:a16="http://schemas.microsoft.com/office/drawing/2014/main" id="{89181FF3-6B71-4E41-808B-27DB67568FCE}"/>
              </a:ext>
            </a:extLst>
          </p:cNvPr>
          <p:cNvSpPr>
            <a:spLocks xmlns:a="http://schemas.openxmlformats.org/drawingml/2006/main" noGrp="1"/>
          </p:cNvSpPr>
          <p:nvPr/>
        </p:nvSpPr>
        <p:spPr>
          <a:xfrm xmlns:a="http://schemas.openxmlformats.org/drawingml/2006/main">
            <a:off x="4191000" y="2536031"/>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3" name="">
            <a:extLst xmlns:a="http://schemas.openxmlformats.org/drawingml/2006/main">
              <a:ext uri="{FF2B5EF4-FFF2-40B4-BE49-F238E27FC236}">
                <a16:creationId xmlns:a16="http://schemas.microsoft.com/office/drawing/2014/main" id="{EA37E0B4-AE1A-4BAD-A31F-89B4D9C9B83D}"/>
              </a:ext>
            </a:extLst>
          </p:cNvPr>
          <p:cNvSpPr>
            <a:spLocks xmlns:a="http://schemas.openxmlformats.org/drawingml/2006/main" noGrp="1"/>
          </p:cNvSpPr>
          <p:nvPr/>
        </p:nvSpPr>
        <p:spPr>
          <a:xfrm xmlns:a="http://schemas.openxmlformats.org/drawingml/2006/main">
            <a:off x="4191000" y="2665016"/>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4" name="">
            <a:extLst xmlns:a="http://schemas.openxmlformats.org/drawingml/2006/main">
              <a:ext uri="{FF2B5EF4-FFF2-40B4-BE49-F238E27FC236}">
                <a16:creationId xmlns:a16="http://schemas.microsoft.com/office/drawing/2014/main" id="{3605E947-26C7-4087-93CC-98853530B07A}"/>
              </a:ext>
            </a:extLst>
          </p:cNvPr>
          <p:cNvSpPr>
            <a:spLocks xmlns:a="http://schemas.openxmlformats.org/drawingml/2006/main" noGrp="1"/>
          </p:cNvSpPr>
          <p:nvPr/>
        </p:nvSpPr>
        <p:spPr>
          <a:xfrm xmlns:a="http://schemas.openxmlformats.org/drawingml/2006/main">
            <a:off x="4191000" y="2794000"/>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5" name="">
            <a:extLst xmlns:a="http://schemas.openxmlformats.org/drawingml/2006/main">
              <a:ext uri="{FF2B5EF4-FFF2-40B4-BE49-F238E27FC236}">
                <a16:creationId xmlns:a16="http://schemas.microsoft.com/office/drawing/2014/main" id="{DF607D80-F4A1-4C66-9BA6-2DABB9EDADDB}"/>
              </a:ext>
            </a:extLst>
          </p:cNvPr>
          <p:cNvSpPr>
            <a:spLocks xmlns:a="http://schemas.openxmlformats.org/drawingml/2006/main" noGrp="1"/>
          </p:cNvSpPr>
          <p:nvPr/>
        </p:nvSpPr>
        <p:spPr>
          <a:xfrm xmlns:a="http://schemas.openxmlformats.org/drawingml/2006/main">
            <a:off x="4191000" y="2922984"/>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6" name="">
            <a:extLst xmlns:a="http://schemas.openxmlformats.org/drawingml/2006/main">
              <a:ext uri="{FF2B5EF4-FFF2-40B4-BE49-F238E27FC236}">
                <a16:creationId xmlns:a16="http://schemas.microsoft.com/office/drawing/2014/main" id="{DE00DA59-F9B6-48E9-B1F4-87927AB7A54A}"/>
              </a:ext>
            </a:extLst>
          </p:cNvPr>
          <p:cNvSpPr>
            <a:spLocks xmlns:a="http://schemas.openxmlformats.org/drawingml/2006/main" noGrp="1"/>
          </p:cNvSpPr>
          <p:nvPr/>
        </p:nvSpPr>
        <p:spPr>
          <a:xfrm xmlns:a="http://schemas.openxmlformats.org/drawingml/2006/main">
            <a:off x="4191000" y="3051969"/>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7" name="">
            <a:extLst xmlns:a="http://schemas.openxmlformats.org/drawingml/2006/main">
              <a:ext uri="{FF2B5EF4-FFF2-40B4-BE49-F238E27FC236}">
                <a16:creationId xmlns:a16="http://schemas.microsoft.com/office/drawing/2014/main" id="{87B8BB50-0BEC-44DC-8C2E-F80B2BFB4EE0}"/>
              </a:ext>
            </a:extLst>
          </p:cNvPr>
          <p:cNvSpPr>
            <a:spLocks xmlns:a="http://schemas.openxmlformats.org/drawingml/2006/main" noGrp="1"/>
          </p:cNvSpPr>
          <p:nvPr/>
        </p:nvSpPr>
        <p:spPr>
          <a:xfrm xmlns:a="http://schemas.openxmlformats.org/drawingml/2006/main">
            <a:off x="4191000" y="3180953"/>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8" name="">
            <a:extLst xmlns:a="http://schemas.openxmlformats.org/drawingml/2006/main">
              <a:ext uri="{FF2B5EF4-FFF2-40B4-BE49-F238E27FC236}">
                <a16:creationId xmlns:a16="http://schemas.microsoft.com/office/drawing/2014/main" id="{34ED5DFE-0127-4910-A589-DE872A0D7A4F}"/>
              </a:ext>
            </a:extLst>
          </p:cNvPr>
          <p:cNvSpPr>
            <a:spLocks xmlns:a="http://schemas.openxmlformats.org/drawingml/2006/main" noGrp="1"/>
          </p:cNvSpPr>
          <p:nvPr/>
        </p:nvSpPr>
        <p:spPr>
          <a:xfrm xmlns:a="http://schemas.openxmlformats.org/drawingml/2006/main">
            <a:off x="4191000" y="3309938"/>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29" name="">
            <a:extLst xmlns:a="http://schemas.openxmlformats.org/drawingml/2006/main">
              <a:ext uri="{FF2B5EF4-FFF2-40B4-BE49-F238E27FC236}">
                <a16:creationId xmlns:a16="http://schemas.microsoft.com/office/drawing/2014/main" id="{3E105D7F-917B-4BA3-A8F3-ACDFFCEEA258}"/>
              </a:ext>
            </a:extLst>
          </p:cNvPr>
          <p:cNvSpPr>
            <a:spLocks xmlns:a="http://schemas.openxmlformats.org/drawingml/2006/main" noGrp="1"/>
          </p:cNvSpPr>
          <p:nvPr/>
        </p:nvSpPr>
        <p:spPr>
          <a:xfrm xmlns:a="http://schemas.openxmlformats.org/drawingml/2006/main">
            <a:off x="4191000" y="3438922"/>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0" name="">
            <a:extLst xmlns:a="http://schemas.openxmlformats.org/drawingml/2006/main">
              <a:ext uri="{FF2B5EF4-FFF2-40B4-BE49-F238E27FC236}">
                <a16:creationId xmlns:a16="http://schemas.microsoft.com/office/drawing/2014/main" id="{935E43BC-2565-4D0D-9543-E7004A08AF95}"/>
              </a:ext>
            </a:extLst>
          </p:cNvPr>
          <p:cNvSpPr>
            <a:spLocks xmlns:a="http://schemas.openxmlformats.org/drawingml/2006/main" noGrp="1"/>
          </p:cNvSpPr>
          <p:nvPr/>
        </p:nvSpPr>
        <p:spPr>
          <a:xfrm xmlns:a="http://schemas.openxmlformats.org/drawingml/2006/main">
            <a:off x="4191000" y="3567906"/>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1" name="">
            <a:extLst xmlns:a="http://schemas.openxmlformats.org/drawingml/2006/main">
              <a:ext uri="{FF2B5EF4-FFF2-40B4-BE49-F238E27FC236}">
                <a16:creationId xmlns:a16="http://schemas.microsoft.com/office/drawing/2014/main" id="{322707EF-05EA-448F-9B7A-5D6925DCD78B}"/>
              </a:ext>
            </a:extLst>
          </p:cNvPr>
          <p:cNvSpPr>
            <a:spLocks xmlns:a="http://schemas.openxmlformats.org/drawingml/2006/main" noGrp="1"/>
          </p:cNvSpPr>
          <p:nvPr/>
        </p:nvSpPr>
        <p:spPr>
          <a:xfrm xmlns:a="http://schemas.openxmlformats.org/drawingml/2006/main">
            <a:off x="4191000" y="3696891"/>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2" name="">
            <a:extLst xmlns:a="http://schemas.openxmlformats.org/drawingml/2006/main">
              <a:ext uri="{FF2B5EF4-FFF2-40B4-BE49-F238E27FC236}">
                <a16:creationId xmlns:a16="http://schemas.microsoft.com/office/drawing/2014/main" id="{3A908BD3-D42F-4FD9-BD03-C6AAEC06A549}"/>
              </a:ext>
            </a:extLst>
          </p:cNvPr>
          <p:cNvSpPr>
            <a:spLocks xmlns:a="http://schemas.openxmlformats.org/drawingml/2006/main" noGrp="1"/>
          </p:cNvSpPr>
          <p:nvPr/>
        </p:nvSpPr>
        <p:spPr>
          <a:xfrm xmlns:a="http://schemas.openxmlformats.org/drawingml/2006/main">
            <a:off x="4191000" y="3825875"/>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3" name="">
            <a:extLst xmlns:a="http://schemas.openxmlformats.org/drawingml/2006/main">
              <a:ext uri="{FF2B5EF4-FFF2-40B4-BE49-F238E27FC236}">
                <a16:creationId xmlns:a16="http://schemas.microsoft.com/office/drawing/2014/main" id="{0E48F7A2-574C-4227-BCE6-DFF277C6757E}"/>
              </a:ext>
            </a:extLst>
          </p:cNvPr>
          <p:cNvSpPr>
            <a:spLocks xmlns:a="http://schemas.openxmlformats.org/drawingml/2006/main" noGrp="1"/>
          </p:cNvSpPr>
          <p:nvPr/>
        </p:nvSpPr>
        <p:spPr>
          <a:xfrm xmlns:a="http://schemas.openxmlformats.org/drawingml/2006/main">
            <a:off x="4191000" y="3954859"/>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4" name="">
            <a:extLst xmlns:a="http://schemas.openxmlformats.org/drawingml/2006/main">
              <a:ext uri="{FF2B5EF4-FFF2-40B4-BE49-F238E27FC236}">
                <a16:creationId xmlns:a16="http://schemas.microsoft.com/office/drawing/2014/main" id="{E6EFB131-6249-407B-95EF-F1183D354A1D}"/>
              </a:ext>
            </a:extLst>
          </p:cNvPr>
          <p:cNvSpPr>
            <a:spLocks xmlns:a="http://schemas.openxmlformats.org/drawingml/2006/main" noGrp="1"/>
          </p:cNvSpPr>
          <p:nvPr/>
        </p:nvSpPr>
        <p:spPr>
          <a:xfrm xmlns:a="http://schemas.openxmlformats.org/drawingml/2006/main">
            <a:off x="4191000" y="4083844"/>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5" name="">
            <a:extLst xmlns:a="http://schemas.openxmlformats.org/drawingml/2006/main">
              <a:ext uri="{FF2B5EF4-FFF2-40B4-BE49-F238E27FC236}">
                <a16:creationId xmlns:a16="http://schemas.microsoft.com/office/drawing/2014/main" id="{A425440D-293F-47EF-97D5-B2C94FC11816}"/>
              </a:ext>
            </a:extLst>
          </p:cNvPr>
          <p:cNvSpPr>
            <a:spLocks xmlns:a="http://schemas.openxmlformats.org/drawingml/2006/main" noGrp="1"/>
          </p:cNvSpPr>
          <p:nvPr/>
        </p:nvSpPr>
        <p:spPr>
          <a:xfrm xmlns:a="http://schemas.openxmlformats.org/drawingml/2006/main">
            <a:off x="4191000" y="4212828"/>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6" name="">
            <a:extLst xmlns:a="http://schemas.openxmlformats.org/drawingml/2006/main">
              <a:ext uri="{FF2B5EF4-FFF2-40B4-BE49-F238E27FC236}">
                <a16:creationId xmlns:a16="http://schemas.microsoft.com/office/drawing/2014/main" id="{9124F4B9-09F0-44D1-8951-D013AC2E4DB4}"/>
              </a:ext>
            </a:extLst>
          </p:cNvPr>
          <p:cNvSpPr>
            <a:spLocks xmlns:a="http://schemas.openxmlformats.org/drawingml/2006/main" noGrp="1"/>
          </p:cNvSpPr>
          <p:nvPr/>
        </p:nvSpPr>
        <p:spPr>
          <a:xfrm xmlns:a="http://schemas.openxmlformats.org/drawingml/2006/main">
            <a:off x="4191000" y="4341813"/>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7" name="">
            <a:extLst xmlns:a="http://schemas.openxmlformats.org/drawingml/2006/main">
              <a:ext uri="{FF2B5EF4-FFF2-40B4-BE49-F238E27FC236}">
                <a16:creationId xmlns:a16="http://schemas.microsoft.com/office/drawing/2014/main" id="{FD74EEF4-0F6A-4322-BBDC-CC96F8F018A6}"/>
              </a:ext>
            </a:extLst>
          </p:cNvPr>
          <p:cNvSpPr>
            <a:spLocks xmlns:a="http://schemas.openxmlformats.org/drawingml/2006/main" noGrp="1"/>
          </p:cNvSpPr>
          <p:nvPr/>
        </p:nvSpPr>
        <p:spPr>
          <a:xfrm xmlns:a="http://schemas.openxmlformats.org/drawingml/2006/main">
            <a:off x="4191000" y="4470797"/>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8" name="">
            <a:extLst xmlns:a="http://schemas.openxmlformats.org/drawingml/2006/main">
              <a:ext uri="{FF2B5EF4-FFF2-40B4-BE49-F238E27FC236}">
                <a16:creationId xmlns:a16="http://schemas.microsoft.com/office/drawing/2014/main" id="{DE421389-23E8-47DE-BD1F-3AB414F267B7}"/>
              </a:ext>
            </a:extLst>
          </p:cNvPr>
          <p:cNvSpPr>
            <a:spLocks xmlns:a="http://schemas.openxmlformats.org/drawingml/2006/main" noGrp="1"/>
          </p:cNvSpPr>
          <p:nvPr/>
        </p:nvSpPr>
        <p:spPr>
          <a:xfrm xmlns:a="http://schemas.openxmlformats.org/drawingml/2006/main">
            <a:off x="4191000" y="4599781"/>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39" name="">
            <a:extLst xmlns:a="http://schemas.openxmlformats.org/drawingml/2006/main">
              <a:ext uri="{FF2B5EF4-FFF2-40B4-BE49-F238E27FC236}">
                <a16:creationId xmlns:a16="http://schemas.microsoft.com/office/drawing/2014/main" id="{F7FA0F28-A89B-4308-814F-FAEDBA88A73A}"/>
              </a:ext>
            </a:extLst>
          </p:cNvPr>
          <p:cNvSpPr>
            <a:spLocks xmlns:a="http://schemas.openxmlformats.org/drawingml/2006/main" noGrp="1"/>
          </p:cNvSpPr>
          <p:nvPr/>
        </p:nvSpPr>
        <p:spPr>
          <a:xfrm xmlns:a="http://schemas.openxmlformats.org/drawingml/2006/main">
            <a:off x="4191000" y="4728766"/>
            <a:ext cx="9525" cy="70941"/>
          </a:xfrm>
          <a:custGeom xmlns:a="http://schemas.openxmlformats.org/drawingml/2006/main">
            <a:pathLst>
              <a:path w="9525" h="70941">
                <a:moveTo>
                  <a:pt x="0" y="0"/>
                </a:moveTo>
                <a:lnTo>
                  <a:pt x="0" y="70941"/>
                </a:lnTo>
              </a:path>
            </a:pathLst>
          </a:custGeom>
          <a:noFill xmlns:a="http://schemas.openxmlformats.org/drawingml/2006/main"/>
          <a:ln xmlns:a="http://schemas.openxmlformats.org/drawingml/2006/main" w="12383">
            <a:solidFill>
              <a:srgbClr val="C4483C"/>
            </a:solidFill>
          </a:ln>
        </p:spPr>
      </p:sp>
      <p:sp>
        <p:nvSpPr>
          <p:cNvPr id="40" name="">
            <a:extLst xmlns:a="http://schemas.openxmlformats.org/drawingml/2006/main">
              <a:ext uri="{FF2B5EF4-FFF2-40B4-BE49-F238E27FC236}">
                <a16:creationId xmlns:a16="http://schemas.microsoft.com/office/drawing/2014/main" id="{9B59157D-A6A4-47E6-A28D-755156DB53FC}"/>
              </a:ext>
            </a:extLst>
          </p:cNvPr>
          <p:cNvSpPr>
            <a:spLocks xmlns:a="http://schemas.openxmlformats.org/drawingml/2006/main" noGrp="1"/>
          </p:cNvSpPr>
          <p:nvPr/>
        </p:nvSpPr>
        <p:spPr>
          <a:xfrm xmlns:a="http://schemas.openxmlformats.org/drawingml/2006/main">
            <a:off x="1143000"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1608D870-9572-497C-89D7-2CCC1409399C}"/>
              </a:ext>
            </a:extLst>
          </p:cNvPr>
          <p:cNvSpPr>
            <a:spLocks xmlns:a="http://schemas.openxmlformats.org/drawingml/2006/main" noGrp="1"/>
          </p:cNvSpPr>
          <p:nvPr/>
        </p:nvSpPr>
        <p:spPr>
          <a:xfrm xmlns:a="http://schemas.openxmlformats.org/drawingml/2006/main">
            <a:off x="1275522"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CD811AA9-E030-4826-A6CF-772074D5C4A6}"/>
              </a:ext>
            </a:extLst>
          </p:cNvPr>
          <p:cNvSpPr>
            <a:spLocks xmlns:a="http://schemas.openxmlformats.org/drawingml/2006/main" noGrp="1"/>
          </p:cNvSpPr>
          <p:nvPr/>
        </p:nvSpPr>
        <p:spPr>
          <a:xfrm xmlns:a="http://schemas.openxmlformats.org/drawingml/2006/main">
            <a:off x="1408043"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41B7D16B-4A61-4A0A-A025-748ED52D99DD}"/>
              </a:ext>
            </a:extLst>
          </p:cNvPr>
          <p:cNvSpPr>
            <a:spLocks xmlns:a="http://schemas.openxmlformats.org/drawingml/2006/main" noGrp="1"/>
          </p:cNvSpPr>
          <p:nvPr/>
        </p:nvSpPr>
        <p:spPr>
          <a:xfrm xmlns:a="http://schemas.openxmlformats.org/drawingml/2006/main">
            <a:off x="1540565"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BB74DFFE-0CF4-46C2-A119-8292B2870C52}"/>
              </a:ext>
            </a:extLst>
          </p:cNvPr>
          <p:cNvSpPr>
            <a:spLocks xmlns:a="http://schemas.openxmlformats.org/drawingml/2006/main" noGrp="1"/>
          </p:cNvSpPr>
          <p:nvPr/>
        </p:nvSpPr>
        <p:spPr>
          <a:xfrm xmlns:a="http://schemas.openxmlformats.org/drawingml/2006/main">
            <a:off x="1673087"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850DDB58-AA3E-40E9-8647-D80CEB2AB3BA}"/>
              </a:ext>
            </a:extLst>
          </p:cNvPr>
          <p:cNvSpPr>
            <a:spLocks xmlns:a="http://schemas.openxmlformats.org/drawingml/2006/main" noGrp="1"/>
          </p:cNvSpPr>
          <p:nvPr/>
        </p:nvSpPr>
        <p:spPr>
          <a:xfrm xmlns:a="http://schemas.openxmlformats.org/drawingml/2006/main">
            <a:off x="1805609"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A2BA6EA4-E968-4ACD-9A5E-BA50B27EF286}"/>
              </a:ext>
            </a:extLst>
          </p:cNvPr>
          <p:cNvSpPr>
            <a:spLocks xmlns:a="http://schemas.openxmlformats.org/drawingml/2006/main" noGrp="1"/>
          </p:cNvSpPr>
          <p:nvPr/>
        </p:nvSpPr>
        <p:spPr>
          <a:xfrm xmlns:a="http://schemas.openxmlformats.org/drawingml/2006/main">
            <a:off x="1938130"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181C3FBD-7846-451D-AE8F-A4A83BC68EFB}"/>
              </a:ext>
            </a:extLst>
          </p:cNvPr>
          <p:cNvSpPr>
            <a:spLocks xmlns:a="http://schemas.openxmlformats.org/drawingml/2006/main" noGrp="1"/>
          </p:cNvSpPr>
          <p:nvPr/>
        </p:nvSpPr>
        <p:spPr>
          <a:xfrm xmlns:a="http://schemas.openxmlformats.org/drawingml/2006/main">
            <a:off x="2070652"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B4265D04-FDF3-4132-BB58-74110BCBDBEA}"/>
              </a:ext>
            </a:extLst>
          </p:cNvPr>
          <p:cNvSpPr>
            <a:spLocks xmlns:a="http://schemas.openxmlformats.org/drawingml/2006/main" noGrp="1"/>
          </p:cNvSpPr>
          <p:nvPr/>
        </p:nvSpPr>
        <p:spPr>
          <a:xfrm xmlns:a="http://schemas.openxmlformats.org/drawingml/2006/main">
            <a:off x="2203174"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494E87FD-EE08-4BAE-A593-988D13A01E2B}"/>
              </a:ext>
            </a:extLst>
          </p:cNvPr>
          <p:cNvSpPr>
            <a:spLocks xmlns:a="http://schemas.openxmlformats.org/drawingml/2006/main" noGrp="1"/>
          </p:cNvSpPr>
          <p:nvPr/>
        </p:nvSpPr>
        <p:spPr>
          <a:xfrm xmlns:a="http://schemas.openxmlformats.org/drawingml/2006/main">
            <a:off x="2335696"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1FFBD07F-B316-45F4-88B0-A259B24B4F3C}"/>
              </a:ext>
            </a:extLst>
          </p:cNvPr>
          <p:cNvSpPr>
            <a:spLocks xmlns:a="http://schemas.openxmlformats.org/drawingml/2006/main" noGrp="1"/>
          </p:cNvSpPr>
          <p:nvPr/>
        </p:nvSpPr>
        <p:spPr>
          <a:xfrm xmlns:a="http://schemas.openxmlformats.org/drawingml/2006/main">
            <a:off x="2468217"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83255D75-B928-4AD8-ABB5-1E112801C406}"/>
              </a:ext>
            </a:extLst>
          </p:cNvPr>
          <p:cNvSpPr>
            <a:spLocks xmlns:a="http://schemas.openxmlformats.org/drawingml/2006/main" noGrp="1"/>
          </p:cNvSpPr>
          <p:nvPr/>
        </p:nvSpPr>
        <p:spPr>
          <a:xfrm xmlns:a="http://schemas.openxmlformats.org/drawingml/2006/main">
            <a:off x="2600739"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385BF39C-0BAD-495A-9D39-ED64A02006E2}"/>
              </a:ext>
            </a:extLst>
          </p:cNvPr>
          <p:cNvSpPr>
            <a:spLocks xmlns:a="http://schemas.openxmlformats.org/drawingml/2006/main" noGrp="1"/>
          </p:cNvSpPr>
          <p:nvPr/>
        </p:nvSpPr>
        <p:spPr>
          <a:xfrm xmlns:a="http://schemas.openxmlformats.org/drawingml/2006/main">
            <a:off x="2733261"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0C41E746-2F7A-45FC-A332-0E11CD5447B6}"/>
              </a:ext>
            </a:extLst>
          </p:cNvPr>
          <p:cNvSpPr>
            <a:spLocks xmlns:a="http://schemas.openxmlformats.org/drawingml/2006/main" noGrp="1"/>
          </p:cNvSpPr>
          <p:nvPr/>
        </p:nvSpPr>
        <p:spPr>
          <a:xfrm xmlns:a="http://schemas.openxmlformats.org/drawingml/2006/main">
            <a:off x="2865783"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C81E981C-1547-4AC6-8E91-B2FF0081036C}"/>
              </a:ext>
            </a:extLst>
          </p:cNvPr>
          <p:cNvSpPr>
            <a:spLocks xmlns:a="http://schemas.openxmlformats.org/drawingml/2006/main" noGrp="1"/>
          </p:cNvSpPr>
          <p:nvPr/>
        </p:nvSpPr>
        <p:spPr>
          <a:xfrm xmlns:a="http://schemas.openxmlformats.org/drawingml/2006/main">
            <a:off x="2998304"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5" name="">
            <a:extLst xmlns:a="http://schemas.openxmlformats.org/drawingml/2006/main">
              <a:ext uri="{FF2B5EF4-FFF2-40B4-BE49-F238E27FC236}">
                <a16:creationId xmlns:a16="http://schemas.microsoft.com/office/drawing/2014/main" id="{820A3A1C-7CB4-4357-BDD3-FF1667F1C4FA}"/>
              </a:ext>
            </a:extLst>
          </p:cNvPr>
          <p:cNvSpPr>
            <a:spLocks xmlns:a="http://schemas.openxmlformats.org/drawingml/2006/main" noGrp="1"/>
          </p:cNvSpPr>
          <p:nvPr/>
        </p:nvSpPr>
        <p:spPr>
          <a:xfrm xmlns:a="http://schemas.openxmlformats.org/drawingml/2006/main">
            <a:off x="3130826"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6" name="">
            <a:extLst xmlns:a="http://schemas.openxmlformats.org/drawingml/2006/main">
              <a:ext uri="{FF2B5EF4-FFF2-40B4-BE49-F238E27FC236}">
                <a16:creationId xmlns:a16="http://schemas.microsoft.com/office/drawing/2014/main" id="{6CA030FC-E490-4B53-B211-0A2A551B19D4}"/>
              </a:ext>
            </a:extLst>
          </p:cNvPr>
          <p:cNvSpPr>
            <a:spLocks xmlns:a="http://schemas.openxmlformats.org/drawingml/2006/main" noGrp="1"/>
          </p:cNvSpPr>
          <p:nvPr/>
        </p:nvSpPr>
        <p:spPr>
          <a:xfrm xmlns:a="http://schemas.openxmlformats.org/drawingml/2006/main">
            <a:off x="3263348"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7" name="">
            <a:extLst xmlns:a="http://schemas.openxmlformats.org/drawingml/2006/main">
              <a:ext uri="{FF2B5EF4-FFF2-40B4-BE49-F238E27FC236}">
                <a16:creationId xmlns:a16="http://schemas.microsoft.com/office/drawing/2014/main" id="{D2CF058F-56FC-4DE6-BBE9-4FB19BD75244}"/>
              </a:ext>
            </a:extLst>
          </p:cNvPr>
          <p:cNvSpPr>
            <a:spLocks xmlns:a="http://schemas.openxmlformats.org/drawingml/2006/main" noGrp="1"/>
          </p:cNvSpPr>
          <p:nvPr/>
        </p:nvSpPr>
        <p:spPr>
          <a:xfrm xmlns:a="http://schemas.openxmlformats.org/drawingml/2006/main">
            <a:off x="3395870"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8" name="">
            <a:extLst xmlns:a="http://schemas.openxmlformats.org/drawingml/2006/main">
              <a:ext uri="{FF2B5EF4-FFF2-40B4-BE49-F238E27FC236}">
                <a16:creationId xmlns:a16="http://schemas.microsoft.com/office/drawing/2014/main" id="{D6145567-87D3-49A8-89B7-3A09A39009E1}"/>
              </a:ext>
            </a:extLst>
          </p:cNvPr>
          <p:cNvSpPr>
            <a:spLocks xmlns:a="http://schemas.openxmlformats.org/drawingml/2006/main" noGrp="1"/>
          </p:cNvSpPr>
          <p:nvPr/>
        </p:nvSpPr>
        <p:spPr>
          <a:xfrm xmlns:a="http://schemas.openxmlformats.org/drawingml/2006/main">
            <a:off x="3528391"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59" name="">
            <a:extLst xmlns:a="http://schemas.openxmlformats.org/drawingml/2006/main">
              <a:ext uri="{FF2B5EF4-FFF2-40B4-BE49-F238E27FC236}">
                <a16:creationId xmlns:a16="http://schemas.microsoft.com/office/drawing/2014/main" id="{DDF58DE7-5258-461A-B116-10639DFBCED2}"/>
              </a:ext>
            </a:extLst>
          </p:cNvPr>
          <p:cNvSpPr>
            <a:spLocks xmlns:a="http://schemas.openxmlformats.org/drawingml/2006/main" noGrp="1"/>
          </p:cNvSpPr>
          <p:nvPr/>
        </p:nvSpPr>
        <p:spPr>
          <a:xfrm xmlns:a="http://schemas.openxmlformats.org/drawingml/2006/main">
            <a:off x="3660913"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35ECBC73-3E3F-4D3D-A0EC-F5C05E1B1515}"/>
              </a:ext>
            </a:extLst>
          </p:cNvPr>
          <p:cNvSpPr>
            <a:spLocks xmlns:a="http://schemas.openxmlformats.org/drawingml/2006/main" noGrp="1"/>
          </p:cNvSpPr>
          <p:nvPr/>
        </p:nvSpPr>
        <p:spPr>
          <a:xfrm xmlns:a="http://schemas.openxmlformats.org/drawingml/2006/main">
            <a:off x="3793435"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A5BADF07-8BF6-4923-86B4-D2D07A588C0B}"/>
              </a:ext>
            </a:extLst>
          </p:cNvPr>
          <p:cNvSpPr>
            <a:spLocks xmlns:a="http://schemas.openxmlformats.org/drawingml/2006/main" noGrp="1"/>
          </p:cNvSpPr>
          <p:nvPr/>
        </p:nvSpPr>
        <p:spPr>
          <a:xfrm xmlns:a="http://schemas.openxmlformats.org/drawingml/2006/main">
            <a:off x="3925957"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9E014A1B-441F-42B3-A628-C4D3A1A4548C}"/>
              </a:ext>
            </a:extLst>
          </p:cNvPr>
          <p:cNvSpPr>
            <a:spLocks xmlns:a="http://schemas.openxmlformats.org/drawingml/2006/main" noGrp="1"/>
          </p:cNvSpPr>
          <p:nvPr/>
        </p:nvSpPr>
        <p:spPr>
          <a:xfrm xmlns:a="http://schemas.openxmlformats.org/drawingml/2006/main">
            <a:off x="4058478" y="2381250"/>
            <a:ext cx="72887" cy="9525"/>
          </a:xfrm>
          <a:custGeom xmlns:a="http://schemas.openxmlformats.org/drawingml/2006/main">
            <a:pathLst>
              <a:path w="72887" h="9525">
                <a:moveTo>
                  <a:pt x="0" y="0"/>
                </a:moveTo>
                <a:lnTo>
                  <a:pt x="72887" y="0"/>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CB9904A2-5F2A-4CC6-B877-263A51B3DDE8}"/>
              </a:ext>
            </a:extLst>
          </p:cNvPr>
          <p:cNvSpPr>
            <a:spLocks xmlns:a="http://schemas.openxmlformats.org/drawingml/2006/main" noGrp="1"/>
          </p:cNvSpPr>
          <p:nvPr/>
        </p:nvSpPr>
        <p:spPr>
          <a:xfrm xmlns:a="http://schemas.openxmlformats.org/drawingml/2006/main">
            <a:off x="4191000" y="2381250"/>
            <a:ext cx="9525" cy="1571625"/>
          </a:xfrm>
          <a:custGeom xmlns:a="http://schemas.openxmlformats.org/drawingml/2006/main">
            <a:pathLst>
              <a:path w="9525" h="1571625">
                <a:moveTo>
                  <a:pt x="0" y="0"/>
                </a:moveTo>
                <a:lnTo>
                  <a:pt x="0" y="1571625"/>
                </a:lnTo>
              </a:path>
            </a:pathLst>
          </a:custGeom>
          <a:noFill xmlns:a="http://schemas.openxmlformats.org/drawingml/2006/main"/>
          <a:ln xmlns:a="http://schemas.openxmlformats.org/drawingml/2006/main" w="28575">
            <a:solidFill>
              <a:srgbClr val="C4483C"/>
            </a:solidFill>
          </a:ln>
        </p:spPr>
      </p:sp>
      <p:sp>
        <p:nvSpPr>
          <p:cNvPr id="64" name="">
            <a:extLst xmlns:a="http://schemas.openxmlformats.org/drawingml/2006/main">
              <a:ext uri="{FF2B5EF4-FFF2-40B4-BE49-F238E27FC236}">
                <a16:creationId xmlns:a16="http://schemas.microsoft.com/office/drawing/2014/main" id="{D3E4AC0F-74A1-41CE-B191-2B6F263AB3CA}"/>
              </a:ext>
            </a:extLst>
          </p:cNvPr>
          <p:cNvSpPr>
            <a:spLocks xmlns:a="http://schemas.openxmlformats.org/drawingml/2006/main" noGrp="1"/>
          </p:cNvSpPr>
          <p:nvPr/>
        </p:nvSpPr>
        <p:spPr>
          <a:xfrm xmlns:a="http://schemas.openxmlformats.org/drawingml/2006/main">
            <a:off x="4146995" y="3848100"/>
            <a:ext cx="88011" cy="104775"/>
          </a:xfrm>
          <a:custGeom xmlns:a="http://schemas.openxmlformats.org/drawingml/2006/main">
            <a:pathLst>
              <a:path w="88011" h="104775">
                <a:moveTo>
                  <a:pt x="44006" y="104775"/>
                </a:moveTo>
                <a:lnTo>
                  <a:pt x="88011"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5" name="">
            <a:extLst xmlns:a="http://schemas.openxmlformats.org/drawingml/2006/main">
              <a:ext uri="{FF2B5EF4-FFF2-40B4-BE49-F238E27FC236}">
                <a16:creationId xmlns:a16="http://schemas.microsoft.com/office/drawing/2014/main" id="{A4F2F6DF-E68B-4576-8981-C7CCE6200F98}"/>
              </a:ext>
            </a:extLst>
          </p:cNvPr>
          <p:cNvSpPr>
            <a:spLocks xmlns:a="http://schemas.openxmlformats.org/drawingml/2006/main" noGrp="1"/>
          </p:cNvSpPr>
          <p:nvPr/>
        </p:nvSpPr>
        <p:spPr>
          <a:xfrm xmlns:a="http://schemas.openxmlformats.org/drawingml/2006/main">
            <a:off x="4429125" y="2952750"/>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defRPr sz="2025" b="1">
                <a:solidFill>
                  <a:srgbClr val="C4483C"/>
                </a:solidFill>
                <a:latin typeface="Yu Gothic"/>
                <a:ea typeface="Yu Gothic"/>
                <a:cs typeface="Yu Gothic"/>
              </a:defRPr>
            </a:lvl1pPr>
            <a:lvl2pPr>
              <a:defRPr sz="2025" b="1">
                <a:solidFill>
                  <a:srgbClr val="C4483C"/>
                </a:solidFill>
                <a:latin typeface="Yu Gothic"/>
                <a:ea typeface="Yu Gothic"/>
                <a:cs typeface="Yu Gothic"/>
              </a:defRPr>
            </a:lvl2pPr>
            <a:lvl3pPr>
              <a:defRPr sz="2025" b="1">
                <a:solidFill>
                  <a:srgbClr val="C4483C"/>
                </a:solidFill>
                <a:latin typeface="Yu Gothic"/>
                <a:ea typeface="Yu Gothic"/>
                <a:cs typeface="Yu Gothic"/>
              </a:defRPr>
            </a:lvl3pPr>
            <a:lvl4pPr>
              <a:defRPr sz="2025" b="1">
                <a:solidFill>
                  <a:srgbClr val="C4483C"/>
                </a:solidFill>
                <a:latin typeface="Yu Gothic"/>
                <a:ea typeface="Yu Gothic"/>
                <a:cs typeface="Yu Gothic"/>
              </a:defRPr>
            </a:lvl4pPr>
            <a:lvl5pPr>
              <a:defRPr sz="2025" b="1">
                <a:solidFill>
                  <a:srgbClr val="C4483C"/>
                </a:solidFill>
                <a:latin typeface="Yu Gothic"/>
                <a:ea typeface="Yu Gothic"/>
                <a:cs typeface="Yu Gothic"/>
              </a:defRPr>
            </a:lvl5pPr>
            <a:lvl6pPr>
              <a:defRPr sz="2025" b="1">
                <a:solidFill>
                  <a:srgbClr val="C4483C"/>
                </a:solidFill>
                <a:latin typeface="Yu Gothic"/>
                <a:ea typeface="Yu Gothic"/>
                <a:cs typeface="Yu Gothic"/>
              </a:defRPr>
            </a:lvl6pPr>
            <a:lvl7pPr>
              <a:defRPr sz="2025" b="1">
                <a:solidFill>
                  <a:srgbClr val="C4483C"/>
                </a:solidFill>
                <a:latin typeface="Yu Gothic"/>
                <a:ea typeface="Yu Gothic"/>
                <a:cs typeface="Yu Gothic"/>
              </a:defRPr>
            </a:lvl7pPr>
            <a:lvl8pPr>
              <a:defRPr sz="2025" b="1">
                <a:solidFill>
                  <a:srgbClr val="C4483C"/>
                </a:solidFill>
                <a:latin typeface="Yu Gothic"/>
                <a:ea typeface="Yu Gothic"/>
                <a:cs typeface="Yu Gothic"/>
              </a:defRPr>
            </a:lvl8pPr>
            <a:lvl9pPr>
              <a:defRPr sz="2025" b="1">
                <a:solidFill>
                  <a:srgbClr val="C4483C"/>
                </a:solidFill>
                <a:latin typeface="Yu Gothic"/>
                <a:ea typeface="Yu Gothic"/>
                <a:cs typeface="Yu Gothic"/>
              </a:defRPr>
            </a:lvl9pPr>
          </a:lstStyle>
          <a:p xmlns:a="http://schemas.openxmlformats.org/drawingml/2006/main">
            <a:pPr>
              <a:defRPr sz="2025" b="1">
                <a:solidFill>
                  <a:srgbClr val="C4483C"/>
                </a:solidFill>
                <a:latin typeface="Yu Gothic"/>
                <a:ea typeface="Yu Gothic"/>
                <a:cs typeface="Yu Gothic"/>
              </a:defRPr>
            </a:pPr>
            <a:r>
              <a:rPr sz="2025" b="1">
                <a:solidFill>
                  <a:srgbClr val="C4483C"/>
                </a:solidFill>
                <a:latin typeface="Yu Gothic"/>
                <a:ea typeface="Yu Gothic"/>
                <a:cs typeface="Yu Gothic"/>
              </a:rPr>
              <a:t>20 N</a:t>
            </a:r>
          </a:p>
        </p:txBody>
      </p:sp>
      <p:sp>
        <p:nvSpPr>
          <p:cNvPr id="66" name="">
            <a:extLst xmlns:a="http://schemas.openxmlformats.org/drawingml/2006/main">
              <a:ext uri="{FF2B5EF4-FFF2-40B4-BE49-F238E27FC236}">
                <a16:creationId xmlns:a16="http://schemas.microsoft.com/office/drawing/2014/main" id="{E95591F6-B48B-4F75-A4CE-26EBDC4D93BD}"/>
              </a:ext>
            </a:extLst>
          </p:cNvPr>
          <p:cNvSpPr>
            <a:spLocks xmlns:a="http://schemas.openxmlformats.org/drawingml/2006/main" noGrp="1"/>
          </p:cNvSpPr>
          <p:nvPr/>
        </p:nvSpPr>
        <p:spPr>
          <a:xfrm xmlns:a="http://schemas.openxmlformats.org/drawingml/2006/main">
            <a:off x="2857500" y="1809750"/>
            <a:ext cx="257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63D4D"/>
                </a:solidFill>
                <a:latin typeface="Yu Gothic"/>
                <a:ea typeface="Yu Gothic"/>
                <a:cs typeface="Yu Gothic"/>
              </a:defRPr>
            </a:defPPr>
            <a:lvl1pPr>
              <a:defRPr sz="1875" b="1">
                <a:solidFill>
                  <a:srgbClr val="263D4D"/>
                </a:solidFill>
                <a:latin typeface="Yu Gothic"/>
                <a:ea typeface="Yu Gothic"/>
                <a:cs typeface="Yu Gothic"/>
              </a:defRPr>
            </a:lvl1pPr>
            <a:lvl2pPr>
              <a:defRPr sz="1875" b="1">
                <a:solidFill>
                  <a:srgbClr val="263D4D"/>
                </a:solidFill>
                <a:latin typeface="Yu Gothic"/>
                <a:ea typeface="Yu Gothic"/>
                <a:cs typeface="Yu Gothic"/>
              </a:defRPr>
            </a:lvl2pPr>
            <a:lvl3pPr>
              <a:defRPr sz="1875" b="1">
                <a:solidFill>
                  <a:srgbClr val="263D4D"/>
                </a:solidFill>
                <a:latin typeface="Yu Gothic"/>
                <a:ea typeface="Yu Gothic"/>
                <a:cs typeface="Yu Gothic"/>
              </a:defRPr>
            </a:lvl3pPr>
            <a:lvl4pPr>
              <a:defRPr sz="1875" b="1">
                <a:solidFill>
                  <a:srgbClr val="263D4D"/>
                </a:solidFill>
                <a:latin typeface="Yu Gothic"/>
                <a:ea typeface="Yu Gothic"/>
                <a:cs typeface="Yu Gothic"/>
              </a:defRPr>
            </a:lvl4pPr>
            <a:lvl5pPr>
              <a:defRPr sz="1875" b="1">
                <a:solidFill>
                  <a:srgbClr val="263D4D"/>
                </a:solidFill>
                <a:latin typeface="Yu Gothic"/>
                <a:ea typeface="Yu Gothic"/>
                <a:cs typeface="Yu Gothic"/>
              </a:defRPr>
            </a:lvl5pPr>
            <a:lvl6pPr>
              <a:defRPr sz="1875" b="1">
                <a:solidFill>
                  <a:srgbClr val="263D4D"/>
                </a:solidFill>
                <a:latin typeface="Yu Gothic"/>
                <a:ea typeface="Yu Gothic"/>
                <a:cs typeface="Yu Gothic"/>
              </a:defRPr>
            </a:lvl6pPr>
            <a:lvl7pPr>
              <a:defRPr sz="1875" b="1">
                <a:solidFill>
                  <a:srgbClr val="263D4D"/>
                </a:solidFill>
                <a:latin typeface="Yu Gothic"/>
                <a:ea typeface="Yu Gothic"/>
                <a:cs typeface="Yu Gothic"/>
              </a:defRPr>
            </a:lvl7pPr>
            <a:lvl8pPr>
              <a:defRPr sz="1875" b="1">
                <a:solidFill>
                  <a:srgbClr val="263D4D"/>
                </a:solidFill>
                <a:latin typeface="Yu Gothic"/>
                <a:ea typeface="Yu Gothic"/>
                <a:cs typeface="Yu Gothic"/>
              </a:defRPr>
            </a:lvl8pPr>
            <a:lvl9pPr>
              <a:defRPr sz="1875" b="1">
                <a:solidFill>
                  <a:srgbClr val="263D4D"/>
                </a:solidFill>
                <a:latin typeface="Yu Gothic"/>
                <a:ea typeface="Yu Gothic"/>
                <a:cs typeface="Yu Gothic"/>
              </a:defRPr>
            </a:lvl9pPr>
          </a:lstStyle>
          <a:p xmlns:a="http://schemas.openxmlformats.org/drawingml/2006/main">
            <a:pPr>
              <a:defRPr sz="1875" b="1">
                <a:solidFill>
                  <a:srgbClr val="263D4D"/>
                </a:solidFill>
                <a:latin typeface="Yu Gothic"/>
                <a:ea typeface="Yu Gothic"/>
                <a:cs typeface="Yu Gothic"/>
              </a:defRPr>
            </a:pPr>
            <a:r>
              <a:rPr sz="1875" b="1">
                <a:solidFill>
                  <a:srgbClr val="263D4D"/>
                </a:solidFill>
                <a:latin typeface="Yu Gothic"/>
                <a:ea typeface="Yu Gothic"/>
                <a:cs typeface="Yu Gothic"/>
              </a:rPr>
              <a:t>(0.40, 0.30)</a:t>
            </a:r>
          </a:p>
        </p:txBody>
      </p:sp>
      <p:sp>
        <p:nvSpPr>
          <p:cNvPr id="67" name="">
            <a:extLst xmlns:a="http://schemas.openxmlformats.org/drawingml/2006/main">
              <a:ext uri="{FF2B5EF4-FFF2-40B4-BE49-F238E27FC236}">
                <a16:creationId xmlns:a16="http://schemas.microsoft.com/office/drawing/2014/main" id="{D40488C7-1A03-4731-A452-B94F2616911C}"/>
              </a:ext>
            </a:extLst>
          </p:cNvPr>
          <p:cNvSpPr>
            <a:spLocks xmlns:a="http://schemas.openxmlformats.org/drawingml/2006/main" noGrp="1"/>
          </p:cNvSpPr>
          <p:nvPr/>
        </p:nvSpPr>
        <p:spPr>
          <a:xfrm xmlns:a="http://schemas.openxmlformats.org/drawingml/2006/main">
            <a:off x="1571625" y="28384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876A8"/>
                </a:solidFill>
                <a:latin typeface="Yu Gothic"/>
                <a:ea typeface="Yu Gothic"/>
                <a:cs typeface="Yu Gothic"/>
              </a:defRPr>
            </a:defPPr>
            <a:lvl1pPr>
              <a:defRPr sz="1800" b="0">
                <a:solidFill>
                  <a:srgbClr val="2876A8"/>
                </a:solidFill>
                <a:latin typeface="Yu Gothic"/>
                <a:ea typeface="Yu Gothic"/>
                <a:cs typeface="Yu Gothic"/>
              </a:defRPr>
            </a:lvl1pPr>
            <a:lvl2pPr>
              <a:defRPr sz="1800" b="0">
                <a:solidFill>
                  <a:srgbClr val="2876A8"/>
                </a:solidFill>
                <a:latin typeface="Yu Gothic"/>
                <a:ea typeface="Yu Gothic"/>
                <a:cs typeface="Yu Gothic"/>
              </a:defRPr>
            </a:lvl2pPr>
            <a:lvl3pPr>
              <a:defRPr sz="1800" b="0">
                <a:solidFill>
                  <a:srgbClr val="2876A8"/>
                </a:solidFill>
                <a:latin typeface="Yu Gothic"/>
                <a:ea typeface="Yu Gothic"/>
                <a:cs typeface="Yu Gothic"/>
              </a:defRPr>
            </a:lvl3pPr>
            <a:lvl4pPr>
              <a:defRPr sz="1800" b="0">
                <a:solidFill>
                  <a:srgbClr val="2876A8"/>
                </a:solidFill>
                <a:latin typeface="Yu Gothic"/>
                <a:ea typeface="Yu Gothic"/>
                <a:cs typeface="Yu Gothic"/>
              </a:defRPr>
            </a:lvl4pPr>
            <a:lvl5pPr>
              <a:defRPr sz="1800" b="0">
                <a:solidFill>
                  <a:srgbClr val="2876A8"/>
                </a:solidFill>
                <a:latin typeface="Yu Gothic"/>
                <a:ea typeface="Yu Gothic"/>
                <a:cs typeface="Yu Gothic"/>
              </a:defRPr>
            </a:lvl5pPr>
            <a:lvl6pPr>
              <a:defRPr sz="1800" b="0">
                <a:solidFill>
                  <a:srgbClr val="2876A8"/>
                </a:solidFill>
                <a:latin typeface="Yu Gothic"/>
                <a:ea typeface="Yu Gothic"/>
                <a:cs typeface="Yu Gothic"/>
              </a:defRPr>
            </a:lvl6pPr>
            <a:lvl7pPr>
              <a:defRPr sz="1800" b="0">
                <a:solidFill>
                  <a:srgbClr val="2876A8"/>
                </a:solidFill>
                <a:latin typeface="Yu Gothic"/>
                <a:ea typeface="Yu Gothic"/>
                <a:cs typeface="Yu Gothic"/>
              </a:defRPr>
            </a:lvl7pPr>
            <a:lvl8pPr>
              <a:defRPr sz="1800" b="0">
                <a:solidFill>
                  <a:srgbClr val="2876A8"/>
                </a:solidFill>
                <a:latin typeface="Yu Gothic"/>
                <a:ea typeface="Yu Gothic"/>
                <a:cs typeface="Yu Gothic"/>
              </a:defRPr>
            </a:lvl8pPr>
            <a:lvl9pPr>
              <a:defRPr sz="1800" b="0">
                <a:solidFill>
                  <a:srgbClr val="2876A8"/>
                </a:solidFill>
                <a:latin typeface="Yu Gothic"/>
                <a:ea typeface="Yu Gothic"/>
                <a:cs typeface="Yu Gothic"/>
              </a:defRPr>
            </a:lvl9pPr>
          </a:lstStyle>
          <a:p xmlns:a="http://schemas.openxmlformats.org/drawingml/2006/main">
            <a:pPr>
              <a:defRPr sz="1800" b="0">
                <a:solidFill>
                  <a:srgbClr val="2876A8"/>
                </a:solidFill>
                <a:latin typeface="Yu Gothic"/>
                <a:ea typeface="Yu Gothic"/>
                <a:cs typeface="Yu Gothic"/>
              </a:defRPr>
            </a:pPr>
            <a:r>
              <a:rPr sz="1800" b="0">
                <a:solidFill>
                  <a:srgbClr val="2876A8"/>
                </a:solidFill>
                <a:latin typeface="Yu Gothic"/>
                <a:ea typeface="Yu Gothic"/>
                <a:cs typeface="Yu Gothic"/>
              </a:rPr>
              <a:t>0.50 m（斜め）</a:t>
            </a:r>
          </a:p>
        </p:txBody>
      </p:sp>
      <p:sp>
        <p:nvSpPr>
          <p:cNvPr id="68" name="">
            <a:extLst xmlns:a="http://schemas.openxmlformats.org/drawingml/2006/main">
              <a:ext uri="{FF2B5EF4-FFF2-40B4-BE49-F238E27FC236}">
                <a16:creationId xmlns:a16="http://schemas.microsoft.com/office/drawing/2014/main" id="{CC250C0F-BEAE-4EBC-890A-B1B5204A415D}"/>
              </a:ext>
            </a:extLst>
          </p:cNvPr>
          <p:cNvSpPr>
            <a:spLocks xmlns:a="http://schemas.openxmlformats.org/drawingml/2006/main" noGrp="1"/>
          </p:cNvSpPr>
          <p:nvPr/>
        </p:nvSpPr>
        <p:spPr>
          <a:xfrm xmlns:a="http://schemas.openxmlformats.org/drawingml/2006/main">
            <a:off x="552450" y="2209800"/>
            <a:ext cx="619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263D4D"/>
                </a:solidFill>
                <a:latin typeface="Yu Gothic"/>
                <a:ea typeface="Yu Gothic"/>
                <a:cs typeface="Yu Gothic"/>
              </a:defRPr>
            </a:defPPr>
            <a:lvl1pPr>
              <a:defRPr sz="1575" b="0">
                <a:solidFill>
                  <a:srgbClr val="263D4D"/>
                </a:solidFill>
                <a:latin typeface="Yu Gothic"/>
                <a:ea typeface="Yu Gothic"/>
                <a:cs typeface="Yu Gothic"/>
              </a:defRPr>
            </a:lvl1pPr>
            <a:lvl2pPr>
              <a:defRPr sz="1575" b="0">
                <a:solidFill>
                  <a:srgbClr val="263D4D"/>
                </a:solidFill>
                <a:latin typeface="Yu Gothic"/>
                <a:ea typeface="Yu Gothic"/>
                <a:cs typeface="Yu Gothic"/>
              </a:defRPr>
            </a:lvl2pPr>
            <a:lvl3pPr>
              <a:defRPr sz="1575" b="0">
                <a:solidFill>
                  <a:srgbClr val="263D4D"/>
                </a:solidFill>
                <a:latin typeface="Yu Gothic"/>
                <a:ea typeface="Yu Gothic"/>
                <a:cs typeface="Yu Gothic"/>
              </a:defRPr>
            </a:lvl3pPr>
            <a:lvl4pPr>
              <a:defRPr sz="1575" b="0">
                <a:solidFill>
                  <a:srgbClr val="263D4D"/>
                </a:solidFill>
                <a:latin typeface="Yu Gothic"/>
                <a:ea typeface="Yu Gothic"/>
                <a:cs typeface="Yu Gothic"/>
              </a:defRPr>
            </a:lvl4pPr>
            <a:lvl5pPr>
              <a:defRPr sz="1575" b="0">
                <a:solidFill>
                  <a:srgbClr val="263D4D"/>
                </a:solidFill>
                <a:latin typeface="Yu Gothic"/>
                <a:ea typeface="Yu Gothic"/>
                <a:cs typeface="Yu Gothic"/>
              </a:defRPr>
            </a:lvl5pPr>
            <a:lvl6pPr>
              <a:defRPr sz="1575" b="0">
                <a:solidFill>
                  <a:srgbClr val="263D4D"/>
                </a:solidFill>
                <a:latin typeface="Yu Gothic"/>
                <a:ea typeface="Yu Gothic"/>
                <a:cs typeface="Yu Gothic"/>
              </a:defRPr>
            </a:lvl6pPr>
            <a:lvl7pPr>
              <a:defRPr sz="1575" b="0">
                <a:solidFill>
                  <a:srgbClr val="263D4D"/>
                </a:solidFill>
                <a:latin typeface="Yu Gothic"/>
                <a:ea typeface="Yu Gothic"/>
                <a:cs typeface="Yu Gothic"/>
              </a:defRPr>
            </a:lvl7pPr>
            <a:lvl8pPr>
              <a:defRPr sz="1575" b="0">
                <a:solidFill>
                  <a:srgbClr val="263D4D"/>
                </a:solidFill>
                <a:latin typeface="Yu Gothic"/>
                <a:ea typeface="Yu Gothic"/>
                <a:cs typeface="Yu Gothic"/>
              </a:defRPr>
            </a:lvl8pPr>
            <a:lvl9pPr>
              <a:defRPr sz="1575" b="0">
                <a:solidFill>
                  <a:srgbClr val="263D4D"/>
                </a:solidFill>
                <a:latin typeface="Yu Gothic"/>
                <a:ea typeface="Yu Gothic"/>
                <a:cs typeface="Yu Gothic"/>
              </a:defRPr>
            </a:lvl9pPr>
          </a:lstStyle>
          <a:p xmlns:a="http://schemas.openxmlformats.org/drawingml/2006/main">
            <a:pPr>
              <a:defRPr sz="1575" b="0">
                <a:solidFill>
                  <a:srgbClr val="263D4D"/>
                </a:solidFill>
                <a:latin typeface="Yu Gothic"/>
                <a:ea typeface="Yu Gothic"/>
                <a:cs typeface="Yu Gothic"/>
              </a:defRPr>
            </a:pPr>
            <a:r>
              <a:rPr sz="1575" b="0">
                <a:solidFill>
                  <a:srgbClr val="263D4D"/>
                </a:solidFill>
                <a:latin typeface="Yu Gothic"/>
                <a:ea typeface="Yu Gothic"/>
                <a:cs typeface="Yu Gothic"/>
              </a:rPr>
              <a:t>0.30</a:t>
            </a:r>
          </a:p>
        </p:txBody>
      </p:sp>
      <p:sp>
        <p:nvSpPr>
          <p:cNvPr id="69" name="">
            <a:extLst xmlns:a="http://schemas.openxmlformats.org/drawingml/2006/main">
              <a:ext uri="{FF2B5EF4-FFF2-40B4-BE49-F238E27FC236}">
                <a16:creationId xmlns:a16="http://schemas.microsoft.com/office/drawing/2014/main" id="{503B1E00-4783-478E-B75F-82DA2257D1EF}"/>
              </a:ext>
            </a:extLst>
          </p:cNvPr>
          <p:cNvSpPr>
            <a:spLocks xmlns:a="http://schemas.openxmlformats.org/drawingml/2006/main" noGrp="1"/>
          </p:cNvSpPr>
          <p:nvPr/>
        </p:nvSpPr>
        <p:spPr>
          <a:xfrm xmlns:a="http://schemas.openxmlformats.org/drawingml/2006/main">
            <a:off x="4029075" y="4505325"/>
            <a:ext cx="161925" cy="161925"/>
          </a:xfrm>
          <a:custGeom xmlns:a="http://schemas.openxmlformats.org/drawingml/2006/main">
            <a:pathLst>
              <a:path w="161925" h="161925">
                <a:moveTo>
                  <a:pt x="0" y="161925"/>
                </a:moveTo>
                <a:lnTo>
                  <a:pt x="0" y="0"/>
                </a:lnTo>
                <a:lnTo>
                  <a:pt x="161925" y="0"/>
                </a:lnTo>
              </a:path>
            </a:pathLst>
          </a:custGeom>
          <a:noFill xmlns:a="http://schemas.openxmlformats.org/drawingml/2006/main"/>
          <a:ln xmlns:a="http://schemas.openxmlformats.org/drawingml/2006/main" w="14288">
            <a:solidFill>
              <a:srgbClr val="71818B"/>
            </a:solidFill>
          </a:ln>
        </p:spPr>
      </p:sp>
      <p:sp>
        <p:nvSpPr>
          <p:cNvPr id="70" name="">
            <a:extLst xmlns:a="http://schemas.openxmlformats.org/drawingml/2006/main">
              <a:ext uri="{FF2B5EF4-FFF2-40B4-BE49-F238E27FC236}">
                <a16:creationId xmlns:a16="http://schemas.microsoft.com/office/drawing/2014/main" id="{A6E355F0-9EE3-4D97-A9E6-42CA9F9B9B85}"/>
              </a:ext>
            </a:extLst>
          </p:cNvPr>
          <p:cNvSpPr>
            <a:spLocks xmlns:a="http://schemas.openxmlformats.org/drawingml/2006/main" noGrp="1"/>
          </p:cNvSpPr>
          <p:nvPr/>
        </p:nvSpPr>
        <p:spPr>
          <a:xfrm xmlns:a="http://schemas.openxmlformats.org/drawingml/2006/main">
            <a:off x="1143000" y="5191125"/>
            <a:ext cx="3048000" cy="9525"/>
          </a:xfrm>
          <a:custGeom xmlns:a="http://schemas.openxmlformats.org/drawingml/2006/main">
            <a:pathLst>
              <a:path w="3048000" h="9525">
                <a:moveTo>
                  <a:pt x="0" y="0"/>
                </a:moveTo>
                <a:lnTo>
                  <a:pt x="3048000" y="0"/>
                </a:lnTo>
              </a:path>
            </a:pathLst>
          </a:custGeom>
          <a:noFill xmlns:a="http://schemas.openxmlformats.org/drawingml/2006/main"/>
          <a:ln xmlns:a="http://schemas.openxmlformats.org/drawingml/2006/main" w="10478">
            <a:solidFill>
              <a:srgbClr val="71818B"/>
            </a:solidFill>
          </a:ln>
        </p:spPr>
      </p:sp>
      <p:sp>
        <p:nvSpPr>
          <p:cNvPr id="71" name="">
            <a:extLst xmlns:a="http://schemas.openxmlformats.org/drawingml/2006/main">
              <a:ext uri="{FF2B5EF4-FFF2-40B4-BE49-F238E27FC236}">
                <a16:creationId xmlns:a16="http://schemas.microsoft.com/office/drawing/2014/main" id="{1DEC1A33-9BBE-4C3C-B50F-0FFB96BA80BF}"/>
              </a:ext>
            </a:extLst>
          </p:cNvPr>
          <p:cNvSpPr>
            <a:spLocks xmlns:a="http://schemas.openxmlformats.org/drawingml/2006/main" noGrp="1"/>
          </p:cNvSpPr>
          <p:nvPr/>
        </p:nvSpPr>
        <p:spPr>
          <a:xfrm xmlns:a="http://schemas.openxmlformats.org/drawingml/2006/main">
            <a:off x="4133850" y="5167122"/>
            <a:ext cx="57150" cy="48006"/>
          </a:xfrm>
          <a:custGeom xmlns:a="http://schemas.openxmlformats.org/drawingml/2006/main">
            <a:pathLst>
              <a:path w="57150" h="48006">
                <a:moveTo>
                  <a:pt x="57150" y="24003"/>
                </a:moveTo>
                <a:lnTo>
                  <a:pt x="0" y="0"/>
                </a:lnTo>
                <a:lnTo>
                  <a:pt x="0" y="48006"/>
                </a:lnTo>
                <a:close/>
              </a:path>
            </a:pathLst>
          </a:custGeom>
          <a:solidFill xmlns:a="http://schemas.openxmlformats.org/drawingml/2006/main">
            <a:srgbClr val="71818B"/>
          </a:solidFill>
          <a:ln xmlns:a="http://schemas.openxmlformats.org/drawingml/2006/main" w="4763">
            <a:solidFill>
              <a:srgbClr val="71818B"/>
            </a:solidFill>
          </a:ln>
        </p:spPr>
      </p:sp>
      <p:sp>
        <p:nvSpPr>
          <p:cNvPr id="72" name="">
            <a:extLst xmlns:a="http://schemas.openxmlformats.org/drawingml/2006/main">
              <a:ext uri="{FF2B5EF4-FFF2-40B4-BE49-F238E27FC236}">
                <a16:creationId xmlns:a16="http://schemas.microsoft.com/office/drawing/2014/main" id="{C934BB1B-1721-4640-AD7B-8009A3EB7D6B}"/>
              </a:ext>
            </a:extLst>
          </p:cNvPr>
          <p:cNvSpPr>
            <a:spLocks xmlns:a="http://schemas.openxmlformats.org/drawingml/2006/main" noGrp="1"/>
          </p:cNvSpPr>
          <p:nvPr/>
        </p:nvSpPr>
        <p:spPr>
          <a:xfrm xmlns:a="http://schemas.openxmlformats.org/drawingml/2006/main">
            <a:off x="1143000" y="5191125"/>
            <a:ext cx="3048000" cy="9525"/>
          </a:xfrm>
          <a:custGeom xmlns:a="http://schemas.openxmlformats.org/drawingml/2006/main">
            <a:pathLst>
              <a:path w="3048000" h="9525">
                <a:moveTo>
                  <a:pt x="3048000" y="0"/>
                </a:moveTo>
                <a:lnTo>
                  <a:pt x="0" y="0"/>
                </a:lnTo>
              </a:path>
            </a:pathLst>
          </a:custGeom>
          <a:noFill xmlns:a="http://schemas.openxmlformats.org/drawingml/2006/main"/>
          <a:ln xmlns:a="http://schemas.openxmlformats.org/drawingml/2006/main" w="10478">
            <a:solidFill>
              <a:srgbClr val="71818B"/>
            </a:solidFill>
          </a:ln>
        </p:spPr>
      </p:sp>
      <p:sp>
        <p:nvSpPr>
          <p:cNvPr id="73" name="">
            <a:extLst xmlns:a="http://schemas.openxmlformats.org/drawingml/2006/main">
              <a:ext uri="{FF2B5EF4-FFF2-40B4-BE49-F238E27FC236}">
                <a16:creationId xmlns:a16="http://schemas.microsoft.com/office/drawing/2014/main" id="{CC8C3C53-83ED-45DA-80E6-080F33E5488C}"/>
              </a:ext>
            </a:extLst>
          </p:cNvPr>
          <p:cNvSpPr>
            <a:spLocks xmlns:a="http://schemas.openxmlformats.org/drawingml/2006/main" noGrp="1"/>
          </p:cNvSpPr>
          <p:nvPr/>
        </p:nvSpPr>
        <p:spPr>
          <a:xfrm xmlns:a="http://schemas.openxmlformats.org/drawingml/2006/main">
            <a:off x="1143000" y="5167122"/>
            <a:ext cx="57150" cy="48006"/>
          </a:xfrm>
          <a:custGeom xmlns:a="http://schemas.openxmlformats.org/drawingml/2006/main">
            <a:pathLst>
              <a:path w="57150" h="48006">
                <a:moveTo>
                  <a:pt x="0" y="24003"/>
                </a:moveTo>
                <a:lnTo>
                  <a:pt x="57150" y="48006"/>
                </a:lnTo>
                <a:lnTo>
                  <a:pt x="57150" y="0"/>
                </a:lnTo>
                <a:close/>
              </a:path>
            </a:pathLst>
          </a:custGeom>
          <a:solidFill xmlns:a="http://schemas.openxmlformats.org/drawingml/2006/main">
            <a:srgbClr val="71818B"/>
          </a:solidFill>
          <a:ln xmlns:a="http://schemas.openxmlformats.org/drawingml/2006/main" w="4763">
            <a:solidFill>
              <a:srgbClr val="71818B"/>
            </a:solidFill>
          </a:ln>
        </p:spPr>
      </p:sp>
      <p:sp>
        <p:nvSpPr>
          <p:cNvPr id="74" name="">
            <a:extLst xmlns:a="http://schemas.openxmlformats.org/drawingml/2006/main">
              <a:ext uri="{FF2B5EF4-FFF2-40B4-BE49-F238E27FC236}">
                <a16:creationId xmlns:a16="http://schemas.microsoft.com/office/drawing/2014/main" id="{B3B719D7-6F83-4E7E-96D3-6498EFEBBD61}"/>
              </a:ext>
            </a:extLst>
          </p:cNvPr>
          <p:cNvSpPr>
            <a:spLocks xmlns:a="http://schemas.openxmlformats.org/drawingml/2006/main" noGrp="1"/>
          </p:cNvSpPr>
          <p:nvPr/>
        </p:nvSpPr>
        <p:spPr>
          <a:xfrm xmlns:a="http://schemas.openxmlformats.org/drawingml/2006/main">
            <a:off x="2000250" y="5210175"/>
            <a:ext cx="133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71818B"/>
                </a:solidFill>
                <a:latin typeface="Yu Gothic"/>
                <a:ea typeface="Yu Gothic"/>
                <a:cs typeface="Yu Gothic"/>
              </a:defRPr>
            </a:defPPr>
            <a:lvl1pPr algn="ctr">
              <a:defRPr sz="1650" b="0">
                <a:solidFill>
                  <a:srgbClr val="71818B"/>
                </a:solidFill>
                <a:latin typeface="Yu Gothic"/>
                <a:ea typeface="Yu Gothic"/>
                <a:cs typeface="Yu Gothic"/>
              </a:defRPr>
            </a:lvl1pPr>
            <a:lvl2pPr algn="ctr">
              <a:defRPr sz="1650" b="0">
                <a:solidFill>
                  <a:srgbClr val="71818B"/>
                </a:solidFill>
                <a:latin typeface="Yu Gothic"/>
                <a:ea typeface="Yu Gothic"/>
                <a:cs typeface="Yu Gothic"/>
              </a:defRPr>
            </a:lvl2pPr>
            <a:lvl3pPr algn="ctr">
              <a:defRPr sz="1650" b="0">
                <a:solidFill>
                  <a:srgbClr val="71818B"/>
                </a:solidFill>
                <a:latin typeface="Yu Gothic"/>
                <a:ea typeface="Yu Gothic"/>
                <a:cs typeface="Yu Gothic"/>
              </a:defRPr>
            </a:lvl3pPr>
            <a:lvl4pPr algn="ctr">
              <a:defRPr sz="1650" b="0">
                <a:solidFill>
                  <a:srgbClr val="71818B"/>
                </a:solidFill>
                <a:latin typeface="Yu Gothic"/>
                <a:ea typeface="Yu Gothic"/>
                <a:cs typeface="Yu Gothic"/>
              </a:defRPr>
            </a:lvl4pPr>
            <a:lvl5pPr algn="ctr">
              <a:defRPr sz="1650" b="0">
                <a:solidFill>
                  <a:srgbClr val="71818B"/>
                </a:solidFill>
                <a:latin typeface="Yu Gothic"/>
                <a:ea typeface="Yu Gothic"/>
                <a:cs typeface="Yu Gothic"/>
              </a:defRPr>
            </a:lvl5pPr>
            <a:lvl6pPr algn="ctr">
              <a:defRPr sz="1650" b="0">
                <a:solidFill>
                  <a:srgbClr val="71818B"/>
                </a:solidFill>
                <a:latin typeface="Yu Gothic"/>
                <a:ea typeface="Yu Gothic"/>
                <a:cs typeface="Yu Gothic"/>
              </a:defRPr>
            </a:lvl6pPr>
            <a:lvl7pPr algn="ctr">
              <a:defRPr sz="1650" b="0">
                <a:solidFill>
                  <a:srgbClr val="71818B"/>
                </a:solidFill>
                <a:latin typeface="Yu Gothic"/>
                <a:ea typeface="Yu Gothic"/>
                <a:cs typeface="Yu Gothic"/>
              </a:defRPr>
            </a:lvl7pPr>
            <a:lvl8pPr algn="ctr">
              <a:defRPr sz="1650" b="0">
                <a:solidFill>
                  <a:srgbClr val="71818B"/>
                </a:solidFill>
                <a:latin typeface="Yu Gothic"/>
                <a:ea typeface="Yu Gothic"/>
                <a:cs typeface="Yu Gothic"/>
              </a:defRPr>
            </a:lvl8pPr>
            <a:lvl9pPr algn="ctr">
              <a:defRPr sz="1650" b="0">
                <a:solidFill>
                  <a:srgbClr val="71818B"/>
                </a:solidFill>
                <a:latin typeface="Yu Gothic"/>
                <a:ea typeface="Yu Gothic"/>
                <a:cs typeface="Yu Gothic"/>
              </a:defRPr>
            </a:lvl9pPr>
          </a:lstStyle>
          <a:p xmlns:a="http://schemas.openxmlformats.org/drawingml/2006/main">
            <a:pPr algn="ctr">
              <a:defRPr sz="1650" b="0">
                <a:solidFill>
                  <a:srgbClr val="71818B"/>
                </a:solidFill>
                <a:latin typeface="Yu Gothic"/>
                <a:ea typeface="Yu Gothic"/>
                <a:cs typeface="Yu Gothic"/>
              </a:defRPr>
            </a:pPr>
            <a:r>
              <a:rPr sz="1650" b="0">
                <a:solidFill>
                  <a:srgbClr val="71818B"/>
                </a:solidFill>
                <a:latin typeface="Yu Gothic"/>
                <a:ea typeface="Yu Gothic"/>
                <a:cs typeface="Yu Gothic"/>
              </a:rPr>
              <a:t>d = 0.40 m</a:t>
            </a:r>
          </a:p>
        </p:txBody>
      </p:sp>
      <p:graphicFrame>
        <p:nvGraphicFramePr>
          <p:cNvPr id="75" name="">
            <a:extLst xmlns:a="http://schemas.openxmlformats.org/drawingml/2006/main">
              <a:ext uri="{FF2B5EF4-FFF2-40B4-BE49-F238E27FC236}">
                <a16:creationId xmlns:a16="http://schemas.microsoft.com/office/drawing/2014/main" id="{F9B3422C-6F98-4E7A-9FA2-0D4EC28A4F05}"/>
              </a:ext>
            </a:extLst>
          </p:cNvPr>
          <p:cNvGraphicFramePr/>
          <p:nvPr/>
        </p:nvGraphicFramePr>
        <p:xfrm>
          <a:off xmlns:a="http://schemas.openxmlformats.org/drawingml/2006/main" x="5905500" y="1952625"/>
          <a:ext xmlns:a="http://schemas.openxmlformats.org/drawingml/2006/main" cx="5524500" cy="2857500"/>
        </p:xfrm>
        <a:graphic xmlns:a="http://schemas.openxmlformats.org/drawingml/2006/main">
          <a:graphicData uri="http://schemas.openxmlformats.org/drawingml/2006/table">
            <a:tbl>
              <a:tblPr/>
              <a:tblGrid>
                <a:gridCol w="1381125"/>
                <a:gridCol w="4143375"/>
              </a:tblGrid>
              <a:tr h="714375">
                <a:tc>
                  <a:txBody>
                    <a:bodyPr lIns="47625" tIns="47625" rIns="47625" bIns="47625"/>
                    <a:lstStyle/>
                    <a:p>
                      <a:r>
                        <a:rPr sz="1800" b="1">
                          <a:solidFill>
                            <a:srgbClr val="FFFFFF"/>
                          </a:solidFill>
                          <a:latin typeface="Yu Gothic"/>
                          <a:ea typeface="Yu Gothic"/>
                          <a:cs typeface="Yu Gothic"/>
                        </a:rPr>
                        <a:t>量</a:t>
                      </a:r>
                    </a:p>
                  </a:txBody>
                  <a:tcPr marL="91440" marR="91440" marT="45720" marB="45720">
                    <a:solidFill>
                      <a:srgbClr val="193B59"/>
                    </a:solidFill>
                  </a:tcPr>
                </a:tc>
                <a:tc>
                  <a:txBody>
                    <a:bodyPr lIns="47625" tIns="47625" rIns="47625" bIns="47625"/>
                    <a:lstStyle/>
                    <a:p>
                      <a:r>
                        <a:rPr sz="1800" b="1">
                          <a:solidFill>
                            <a:srgbClr val="FFFFFF"/>
                          </a:solidFill>
                          <a:latin typeface="Yu Gothic"/>
                          <a:ea typeface="Yu Gothic"/>
                          <a:cs typeface="Yu Gothic"/>
                        </a:rPr>
                        <a:t>値</a:t>
                      </a:r>
                    </a:p>
                  </a:txBody>
                  <a:tcPr marL="91440" marR="91440" marT="45720" marB="45720">
                    <a:solidFill>
                      <a:srgbClr val="193B59"/>
                    </a:solidFill>
                  </a:tcPr>
                </a:tc>
              </a:tr>
              <a:tr h="714375">
                <a:tc>
                  <a:txBody>
                    <a:bodyPr lIns="47625" tIns="47625" rIns="47625" bIns="47625"/>
                    <a:lstStyle/>
                    <a:p>
                      <a:r>
                        <a:rPr sz="1800" b="0">
                          <a:solidFill>
                            <a:srgbClr val="263D4D"/>
                          </a:solidFill>
                          <a:latin typeface="Yu Gothic"/>
                          <a:ea typeface="Yu Gothic"/>
                          <a:cs typeface="Yu Gothic"/>
                        </a:rPr>
                        <a:t>作用点</a:t>
                      </a:r>
                    </a:p>
                  </a:txBody>
                  <a:tcPr marL="91440" marR="91440" marT="45720" marB="45720">
                    <a:solidFill>
                      <a:srgbClr val="E8F0F4"/>
                    </a:solidFill>
                  </a:tcPr>
                </a:tc>
                <a:tc>
                  <a:txBody>
                    <a:bodyPr lIns="47625" tIns="47625" rIns="47625" bIns="47625"/>
                    <a:lstStyle/>
                    <a:p>
                      <a:r>
                        <a:rPr sz="1800" b="0">
                          <a:solidFill>
                            <a:srgbClr val="263D4D"/>
                          </a:solidFill>
                          <a:latin typeface="Yu Gothic"/>
                          <a:ea typeface="Yu Gothic"/>
                          <a:cs typeface="Yu Gothic"/>
                        </a:rPr>
                        <a:t>x = 0.40 m、y = 0.30 m</a:t>
                      </a:r>
                    </a:p>
                  </a:txBody>
                  <a:tcPr marL="91440" marR="91440" marT="45720" marB="45720">
                    <a:solidFill>
                      <a:srgbClr val="E8F0F4"/>
                    </a:solidFill>
                  </a:tcPr>
                </a:tc>
              </a:tr>
              <a:tr h="714375">
                <a:tc>
                  <a:txBody>
                    <a:bodyPr lIns="47625" tIns="47625" rIns="47625" bIns="47625"/>
                    <a:lstStyle/>
                    <a:p>
                      <a:r>
                        <a:rPr sz="1800" b="0">
                          <a:solidFill>
                            <a:srgbClr val="263D4D"/>
                          </a:solidFill>
                          <a:latin typeface="Yu Gothic"/>
                          <a:ea typeface="Yu Gothic"/>
                          <a:cs typeface="Yu Gothic"/>
                        </a:rPr>
                        <a:t>力の成分</a:t>
                      </a:r>
                    </a:p>
                  </a:txBody>
                  <a:tcPr marL="91440" marR="91440" marT="45720" marB="45720">
                    <a:solidFill>
                      <a:srgbClr val="FFFFFF"/>
                    </a:solidFill>
                  </a:tcPr>
                </a:tc>
                <a:tc>
                  <a:txBody>
                    <a:bodyPr lIns="47625" tIns="47625" rIns="47625" bIns="47625"/>
                    <a:lstStyle/>
                    <a:p>
                      <a:r>
                        <a:rPr sz="1800" b="0">
                          <a:solidFill>
                            <a:srgbClr val="263D4D"/>
                          </a:solidFill>
                          <a:latin typeface="Yu Gothic"/>
                          <a:ea typeface="Yu Gothic"/>
                          <a:cs typeface="Yu Gothic"/>
                        </a:rPr>
                        <a:t>Fₓ = 0 N、Fᵧ = −20 N</a:t>
                      </a:r>
                    </a:p>
                  </a:txBody>
                  <a:tcPr marL="91440" marR="91440" marT="45720" marB="45720">
                    <a:solidFill>
                      <a:srgbClr val="FFFFFF"/>
                    </a:solidFill>
                  </a:tcPr>
                </a:tc>
              </a:tr>
              <a:tr h="714375">
                <a:tc>
                  <a:txBody>
                    <a:bodyPr lIns="47625" tIns="47625" rIns="47625" bIns="47625"/>
                    <a:lstStyle/>
                    <a:p>
                      <a:r>
                        <a:rPr sz="1800" b="0">
                          <a:solidFill>
                            <a:srgbClr val="263D4D"/>
                          </a:solidFill>
                          <a:latin typeface="Yu Gothic"/>
                          <a:ea typeface="Yu Gothic"/>
                          <a:cs typeface="Yu Gothic"/>
                        </a:rPr>
                        <a:t>Oまわり</a:t>
                      </a:r>
                    </a:p>
                  </a:txBody>
                  <a:tcPr marL="91440" marR="91440" marT="45720" marB="45720">
                    <a:solidFill>
                      <a:srgbClr val="E8F0F4"/>
                    </a:solidFill>
                  </a:tcPr>
                </a:tc>
                <a:tc>
                  <a:txBody>
                    <a:bodyPr lIns="47625" tIns="47625" rIns="47625" bIns="47625"/>
                    <a:lstStyle/>
                    <a:p>
                      <a:r>
                        <a:rPr sz="1800" b="0">
                          <a:solidFill>
                            <a:srgbClr val="263D4D"/>
                          </a:solidFill>
                          <a:latin typeface="Yu Gothic"/>
                          <a:ea typeface="Yu Gothic"/>
                          <a:cs typeface="Yu Gothic"/>
                        </a:rPr>
                        <a:t>M = xFᵧ − yFₓ</a:t>
                      </a:r>
                    </a:p>
                    <a:p>
                      <a:r>
                        <a:rPr sz="1800" b="0">
                          <a:solidFill>
                            <a:srgbClr val="263D4D"/>
                          </a:solidFill>
                          <a:latin typeface="Yu Gothic"/>
                          <a:ea typeface="Yu Gothic"/>
                          <a:cs typeface="Yu Gothic"/>
                        </a:rPr>
                        <a:t>   = −8.0 N·m</a:t>
                      </a:r>
                    </a:p>
                  </a:txBody>
                  <a:tcPr marL="91440" marR="91440" marT="45720" marB="45720">
                    <a:solidFill>
                      <a:srgbClr val="E8F0F4"/>
                    </a:solidFill>
                  </a:tcPr>
                </a:tc>
              </a:tr>
            </a:tbl>
          </a:graphicData>
        </a:graphic>
      </p:graphicFrame>
      <p:sp>
        <p:nvSpPr>
          <p:cNvPr id="76" name="">
            <a:extLst xmlns:a="http://schemas.openxmlformats.org/drawingml/2006/main">
              <a:ext uri="{FF2B5EF4-FFF2-40B4-BE49-F238E27FC236}">
                <a16:creationId xmlns:a16="http://schemas.microsoft.com/office/drawing/2014/main" id="{00D4E331-F604-422E-B564-5AF9EB61493B}"/>
              </a:ext>
            </a:extLst>
          </p:cNvPr>
          <p:cNvSpPr>
            <a:spLocks xmlns:a="http://schemas.openxmlformats.org/drawingml/2006/main" noGrp="1"/>
          </p:cNvSpPr>
          <p:nvPr/>
        </p:nvSpPr>
        <p:spPr>
          <a:xfrm xmlns:a="http://schemas.openxmlformats.org/drawingml/2006/main">
            <a:off x="685800" y="5715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反時計回りを正。F：力、d：作用線までの垂直距離。斜めの0.50 mと区別する。</a:t>
            </a:r>
          </a:p>
        </p:txBody>
      </p:sp>
    </p:spTree>
    <p:extLst>
      <p:ext uri="{BB962C8B-B14F-4D97-AF65-F5344CB8AC3E}">
        <p14:creationId xmlns:p14="http://schemas.microsoft.com/office/powerpoint/2010/main" val="11969674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98647BFF-FB36-48E2-8680-12C8B5DFF3C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支点は、どの動きを止めるか</a:t>
            </a:r>
          </a:p>
        </p:txBody>
      </p:sp>
      <p:cxnSp>
        <p:nvCxnSpPr>
          <p:cNvPr id="2" name="">
            <a:extLst xmlns:a="http://schemas.openxmlformats.org/drawingml/2006/main">
              <a:ext uri="{FF2B5EF4-FFF2-40B4-BE49-F238E27FC236}">
                <a16:creationId xmlns:a16="http://schemas.microsoft.com/office/drawing/2014/main" id="{6DB86BC1-94CD-4829-A431-FEDBE33BF277}"/>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69A6480F-B964-483A-9D4E-0FD6AB003A6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DA7E3C75-6215-4E5D-BA29-3B03DD8B519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8 / 49</a:t>
            </a:r>
          </a:p>
        </p:txBody>
      </p:sp>
      <p:sp>
        <p:nvSpPr>
          <p:cNvPr id="32" name="">
            <a:extLst xmlns:a="http://schemas.openxmlformats.org/drawingml/2006/main">
              <a:ext uri="{FF2B5EF4-FFF2-40B4-BE49-F238E27FC236}">
                <a16:creationId xmlns:a16="http://schemas.microsoft.com/office/drawing/2014/main" id="{BF729EEC-ADFA-48ED-9D94-04DB0EB23B33}"/>
              </a:ext>
            </a:extLst>
          </p:cNvPr>
          <p:cNvSpPr>
            <a:spLocks xmlns:a="http://schemas.openxmlformats.org/drawingml/2006/main" noGrp="1"/>
          </p:cNvSpPr>
          <p:nvPr/>
        </p:nvSpPr>
        <p:spPr>
          <a:xfrm xmlns:a="http://schemas.openxmlformats.org/drawingml/2006/main">
            <a:off x="857250" y="157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ピン支点</a:t>
            </a:r>
          </a:p>
        </p:txBody>
      </p:sp>
      <p:sp>
        <p:nvSpPr>
          <p:cNvPr id="33" name="">
            <a:extLst xmlns:a="http://schemas.openxmlformats.org/drawingml/2006/main">
              <a:ext uri="{FF2B5EF4-FFF2-40B4-BE49-F238E27FC236}">
                <a16:creationId xmlns:a16="http://schemas.microsoft.com/office/drawing/2014/main" id="{3D29BB03-0E23-4FDC-8423-642495CE3191}"/>
              </a:ext>
            </a:extLst>
          </p:cNvPr>
          <p:cNvSpPr>
            <a:spLocks xmlns:a="http://schemas.openxmlformats.org/drawingml/2006/main" noGrp="1"/>
          </p:cNvSpPr>
          <p:nvPr/>
        </p:nvSpPr>
        <p:spPr>
          <a:xfrm xmlns:a="http://schemas.openxmlformats.org/drawingml/2006/main">
            <a:off x="1190625" y="2476500"/>
            <a:ext cx="2381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4" name="">
            <a:extLst xmlns:a="http://schemas.openxmlformats.org/drawingml/2006/main">
              <a:ext uri="{FF2B5EF4-FFF2-40B4-BE49-F238E27FC236}">
                <a16:creationId xmlns:a16="http://schemas.microsoft.com/office/drawing/2014/main" id="{1082125A-8212-47B2-BC6A-8C4D6C503D58}"/>
              </a:ext>
            </a:extLst>
          </p:cNvPr>
          <p:cNvSpPr>
            <a:spLocks xmlns:a="http://schemas.openxmlformats.org/drawingml/2006/main" noGrp="1"/>
          </p:cNvSpPr>
          <p:nvPr/>
        </p:nvSpPr>
        <p:spPr>
          <a:xfrm xmlns:a="http://schemas.openxmlformats.org/drawingml/2006/main">
            <a:off x="2219325" y="26479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5" name="">
            <a:extLst xmlns:a="http://schemas.openxmlformats.org/drawingml/2006/main">
              <a:ext uri="{FF2B5EF4-FFF2-40B4-BE49-F238E27FC236}">
                <a16:creationId xmlns:a16="http://schemas.microsoft.com/office/drawing/2014/main" id="{19F1E324-2B85-4228-9B72-C4A47381EED1}"/>
              </a:ext>
            </a:extLst>
          </p:cNvPr>
          <p:cNvSpPr>
            <a:spLocks xmlns:a="http://schemas.openxmlformats.org/drawingml/2006/main" noGrp="1"/>
          </p:cNvSpPr>
          <p:nvPr/>
        </p:nvSpPr>
        <p:spPr>
          <a:xfrm xmlns:a="http://schemas.openxmlformats.org/drawingml/2006/main">
            <a:off x="2105025" y="29432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D7C5DB84-7288-4669-BDEF-7B2E451E392F}"/>
              </a:ext>
            </a:extLst>
          </p:cNvPr>
          <p:cNvSpPr>
            <a:spLocks xmlns:a="http://schemas.openxmlformats.org/drawingml/2006/main" noGrp="1"/>
          </p:cNvSpPr>
          <p:nvPr/>
        </p:nvSpPr>
        <p:spPr>
          <a:xfrm xmlns:a="http://schemas.openxmlformats.org/drawingml/2006/main">
            <a:off x="2343150" y="3724275"/>
            <a:ext cx="76200" cy="76200"/>
          </a:xfrm>
          <a:prstGeom xmlns:a="http://schemas.openxmlformats.org/drawingml/2006/main" prst="ellipse">
            <a:avLst/>
          </a:prstGeom>
          <a:solidFill xmlns:a="http://schemas.openxmlformats.org/drawingml/2006/main">
            <a:srgbClr val="71818B"/>
          </a:solidFill>
          <a:ln xmlns:a="http://schemas.openxmlformats.org/drawingml/2006/main" w="19050">
            <a:solidFill>
              <a:srgbClr val="71818B"/>
            </a:solidFill>
          </a:ln>
        </p:spPr>
      </p:sp>
      <p:sp>
        <p:nvSpPr>
          <p:cNvPr id="37" name="">
            <a:extLst xmlns:a="http://schemas.openxmlformats.org/drawingml/2006/main">
              <a:ext uri="{FF2B5EF4-FFF2-40B4-BE49-F238E27FC236}">
                <a16:creationId xmlns:a16="http://schemas.microsoft.com/office/drawing/2014/main" id="{79FA45C2-AE3D-4566-8738-7D0F5C2635A1}"/>
              </a:ext>
            </a:extLst>
          </p:cNvPr>
          <p:cNvSpPr>
            <a:spLocks xmlns:a="http://schemas.openxmlformats.org/drawingml/2006/main" noGrp="1"/>
          </p:cNvSpPr>
          <p:nvPr/>
        </p:nvSpPr>
        <p:spPr>
          <a:xfrm xmlns:a="http://schemas.openxmlformats.org/drawingml/2006/main">
            <a:off x="2381250" y="376237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876A8"/>
            </a:solidFill>
          </a:ln>
        </p:spPr>
      </p:sp>
      <p:sp>
        <p:nvSpPr>
          <p:cNvPr id="38" name="">
            <a:extLst xmlns:a="http://schemas.openxmlformats.org/drawingml/2006/main">
              <a:ext uri="{FF2B5EF4-FFF2-40B4-BE49-F238E27FC236}">
                <a16:creationId xmlns:a16="http://schemas.microsoft.com/office/drawing/2014/main" id="{1BAAF887-6A04-47AA-BD74-4D1B1ADD2477}"/>
              </a:ext>
            </a:extLst>
          </p:cNvPr>
          <p:cNvSpPr>
            <a:spLocks xmlns:a="http://schemas.openxmlformats.org/drawingml/2006/main" noGrp="1"/>
          </p:cNvSpPr>
          <p:nvPr/>
        </p:nvSpPr>
        <p:spPr>
          <a:xfrm xmlns:a="http://schemas.openxmlformats.org/drawingml/2006/main">
            <a:off x="2333244" y="3762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39" name="">
            <a:extLst xmlns:a="http://schemas.openxmlformats.org/drawingml/2006/main">
              <a:ext uri="{FF2B5EF4-FFF2-40B4-BE49-F238E27FC236}">
                <a16:creationId xmlns:a16="http://schemas.microsoft.com/office/drawing/2014/main" id="{C5612B22-7F66-4970-97A7-9165D545CEC5}"/>
              </a:ext>
            </a:extLst>
          </p:cNvPr>
          <p:cNvSpPr>
            <a:spLocks xmlns:a="http://schemas.openxmlformats.org/drawingml/2006/main" noGrp="1"/>
          </p:cNvSpPr>
          <p:nvPr/>
        </p:nvSpPr>
        <p:spPr>
          <a:xfrm xmlns:a="http://schemas.openxmlformats.org/drawingml/2006/main">
            <a:off x="2514600" y="393382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Ry</a:t>
            </a:r>
          </a:p>
        </p:txBody>
      </p:sp>
      <p:sp>
        <p:nvSpPr>
          <p:cNvPr id="40" name="">
            <a:extLst xmlns:a="http://schemas.openxmlformats.org/drawingml/2006/main">
              <a:ext uri="{FF2B5EF4-FFF2-40B4-BE49-F238E27FC236}">
                <a16:creationId xmlns:a16="http://schemas.microsoft.com/office/drawing/2014/main" id="{0A81A332-D112-4619-8C46-AA8F95A6C9B9}"/>
              </a:ext>
            </a:extLst>
          </p:cNvPr>
          <p:cNvSpPr>
            <a:spLocks xmlns:a="http://schemas.openxmlformats.org/drawingml/2006/main" noGrp="1"/>
          </p:cNvSpPr>
          <p:nvPr/>
        </p:nvSpPr>
        <p:spPr>
          <a:xfrm xmlns:a="http://schemas.openxmlformats.org/drawingml/2006/main">
            <a:off x="1666875" y="376237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2876A8"/>
            </a:solidFill>
          </a:ln>
        </p:spPr>
      </p:sp>
      <p:sp>
        <p:nvSpPr>
          <p:cNvPr id="41" name="">
            <a:extLst xmlns:a="http://schemas.openxmlformats.org/drawingml/2006/main">
              <a:ext uri="{FF2B5EF4-FFF2-40B4-BE49-F238E27FC236}">
                <a16:creationId xmlns:a16="http://schemas.microsoft.com/office/drawing/2014/main" id="{A6DBF09F-4749-4DA3-80CD-C83BBBE5F825}"/>
              </a:ext>
            </a:extLst>
          </p:cNvPr>
          <p:cNvSpPr>
            <a:spLocks xmlns:a="http://schemas.openxmlformats.org/drawingml/2006/main" noGrp="1"/>
          </p:cNvSpPr>
          <p:nvPr/>
        </p:nvSpPr>
        <p:spPr>
          <a:xfrm xmlns:a="http://schemas.openxmlformats.org/drawingml/2006/main">
            <a:off x="2266950" y="3714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42" name="">
            <a:extLst xmlns:a="http://schemas.openxmlformats.org/drawingml/2006/main">
              <a:ext uri="{FF2B5EF4-FFF2-40B4-BE49-F238E27FC236}">
                <a16:creationId xmlns:a16="http://schemas.microsoft.com/office/drawing/2014/main" id="{4FAB54EB-D5D8-4404-96E1-55908E013447}"/>
              </a:ext>
            </a:extLst>
          </p:cNvPr>
          <p:cNvSpPr>
            <a:spLocks xmlns:a="http://schemas.openxmlformats.org/drawingml/2006/main" noGrp="1"/>
          </p:cNvSpPr>
          <p:nvPr/>
        </p:nvSpPr>
        <p:spPr>
          <a:xfrm xmlns:a="http://schemas.openxmlformats.org/drawingml/2006/main">
            <a:off x="1571625" y="333375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Rx</a:t>
            </a:r>
          </a:p>
        </p:txBody>
      </p:sp>
      <p:sp>
        <p:nvSpPr>
          <p:cNvPr id="43" name="">
            <a:extLst xmlns:a="http://schemas.openxmlformats.org/drawingml/2006/main">
              <a:ext uri="{FF2B5EF4-FFF2-40B4-BE49-F238E27FC236}">
                <a16:creationId xmlns:a16="http://schemas.microsoft.com/office/drawing/2014/main" id="{9ABAF2EB-AEEA-4EDE-A869-2556AAA7BC5D}"/>
              </a:ext>
            </a:extLst>
          </p:cNvPr>
          <p:cNvSpPr>
            <a:spLocks xmlns:a="http://schemas.openxmlformats.org/drawingml/2006/main" noGrp="1"/>
          </p:cNvSpPr>
          <p:nvPr/>
        </p:nvSpPr>
        <p:spPr>
          <a:xfrm xmlns:a="http://schemas.openxmlformats.org/drawingml/2006/main">
            <a:off x="857250" y="4619625"/>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水平・鉛直の移動を止める</a:t>
            </a:r>
          </a:p>
        </p:txBody>
      </p:sp>
      <p:sp>
        <p:nvSpPr>
          <p:cNvPr id="44" name="">
            <a:extLst xmlns:a="http://schemas.openxmlformats.org/drawingml/2006/main">
              <a:ext uri="{FF2B5EF4-FFF2-40B4-BE49-F238E27FC236}">
                <a16:creationId xmlns:a16="http://schemas.microsoft.com/office/drawing/2014/main" id="{338A4429-68E5-424E-BC57-41CBA0354085}"/>
              </a:ext>
            </a:extLst>
          </p:cNvPr>
          <p:cNvSpPr>
            <a:spLocks xmlns:a="http://schemas.openxmlformats.org/drawingml/2006/main" noGrp="1"/>
          </p:cNvSpPr>
          <p:nvPr/>
        </p:nvSpPr>
        <p:spPr>
          <a:xfrm xmlns:a="http://schemas.openxmlformats.org/drawingml/2006/main">
            <a:off x="857250" y="5048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回転は自由</a:t>
            </a:r>
          </a:p>
        </p:txBody>
      </p:sp>
      <p:sp>
        <p:nvSpPr>
          <p:cNvPr id="45" name="">
            <a:extLst xmlns:a="http://schemas.openxmlformats.org/drawingml/2006/main">
              <a:ext uri="{FF2B5EF4-FFF2-40B4-BE49-F238E27FC236}">
                <a16:creationId xmlns:a16="http://schemas.microsoft.com/office/drawing/2014/main" id="{4CB63953-EB95-425C-A299-0F7E311CE04E}"/>
              </a:ext>
            </a:extLst>
          </p:cNvPr>
          <p:cNvSpPr>
            <a:spLocks xmlns:a="http://schemas.openxmlformats.org/drawingml/2006/main" noGrp="1"/>
          </p:cNvSpPr>
          <p:nvPr/>
        </p:nvSpPr>
        <p:spPr>
          <a:xfrm xmlns:a="http://schemas.openxmlformats.org/drawingml/2006/main">
            <a:off x="4572000" y="157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ローラー支点</a:t>
            </a:r>
          </a:p>
        </p:txBody>
      </p:sp>
      <p:sp>
        <p:nvSpPr>
          <p:cNvPr id="46" name="">
            <a:extLst xmlns:a="http://schemas.openxmlformats.org/drawingml/2006/main">
              <a:ext uri="{FF2B5EF4-FFF2-40B4-BE49-F238E27FC236}">
                <a16:creationId xmlns:a16="http://schemas.microsoft.com/office/drawing/2014/main" id="{09550092-7D98-4A85-B5BB-AB814B25C53D}"/>
              </a:ext>
            </a:extLst>
          </p:cNvPr>
          <p:cNvSpPr>
            <a:spLocks xmlns:a="http://schemas.openxmlformats.org/drawingml/2006/main" noGrp="1"/>
          </p:cNvSpPr>
          <p:nvPr/>
        </p:nvSpPr>
        <p:spPr>
          <a:xfrm xmlns:a="http://schemas.openxmlformats.org/drawingml/2006/main">
            <a:off x="4905375" y="2476500"/>
            <a:ext cx="2381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47" name="">
            <a:extLst xmlns:a="http://schemas.openxmlformats.org/drawingml/2006/main">
              <a:ext uri="{FF2B5EF4-FFF2-40B4-BE49-F238E27FC236}">
                <a16:creationId xmlns:a16="http://schemas.microsoft.com/office/drawing/2014/main" id="{F139C30B-DCCE-43D1-BD03-CA2CF0B49C49}"/>
              </a:ext>
            </a:extLst>
          </p:cNvPr>
          <p:cNvSpPr>
            <a:spLocks xmlns:a="http://schemas.openxmlformats.org/drawingml/2006/main" noGrp="1"/>
          </p:cNvSpPr>
          <p:nvPr/>
        </p:nvSpPr>
        <p:spPr>
          <a:xfrm xmlns:a="http://schemas.openxmlformats.org/drawingml/2006/main">
            <a:off x="5934075" y="26479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8" name="">
            <a:extLst xmlns:a="http://schemas.openxmlformats.org/drawingml/2006/main">
              <a:ext uri="{FF2B5EF4-FFF2-40B4-BE49-F238E27FC236}">
                <a16:creationId xmlns:a16="http://schemas.microsoft.com/office/drawing/2014/main" id="{11E4CE29-2F3B-4476-A75D-9EC1D762EC19}"/>
              </a:ext>
            </a:extLst>
          </p:cNvPr>
          <p:cNvSpPr>
            <a:spLocks xmlns:a="http://schemas.openxmlformats.org/drawingml/2006/main" noGrp="1"/>
          </p:cNvSpPr>
          <p:nvPr/>
        </p:nvSpPr>
        <p:spPr>
          <a:xfrm xmlns:a="http://schemas.openxmlformats.org/drawingml/2006/main">
            <a:off x="5972175" y="29051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9" name="">
            <a:extLst xmlns:a="http://schemas.openxmlformats.org/drawingml/2006/main">
              <a:ext uri="{FF2B5EF4-FFF2-40B4-BE49-F238E27FC236}">
                <a16:creationId xmlns:a16="http://schemas.microsoft.com/office/drawing/2014/main" id="{DACA2DED-9408-403F-95A4-134D3F6C5873}"/>
              </a:ext>
            </a:extLst>
          </p:cNvPr>
          <p:cNvSpPr>
            <a:spLocks xmlns:a="http://schemas.openxmlformats.org/drawingml/2006/main" noGrp="1"/>
          </p:cNvSpPr>
          <p:nvPr/>
        </p:nvSpPr>
        <p:spPr>
          <a:xfrm xmlns:a="http://schemas.openxmlformats.org/drawingml/2006/main">
            <a:off x="6124575" y="29051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0" name="">
            <a:extLst xmlns:a="http://schemas.openxmlformats.org/drawingml/2006/main">
              <a:ext uri="{FF2B5EF4-FFF2-40B4-BE49-F238E27FC236}">
                <a16:creationId xmlns:a16="http://schemas.microsoft.com/office/drawing/2014/main" id="{63B9FA07-ACE6-42BF-8856-731B7FEAFD43}"/>
              </a:ext>
            </a:extLst>
          </p:cNvPr>
          <p:cNvSpPr>
            <a:spLocks xmlns:a="http://schemas.openxmlformats.org/drawingml/2006/main" noGrp="1"/>
          </p:cNvSpPr>
          <p:nvPr/>
        </p:nvSpPr>
        <p:spPr>
          <a:xfrm xmlns:a="http://schemas.openxmlformats.org/drawingml/2006/main">
            <a:off x="5819775" y="30194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13F40F2D-AAF2-463B-A588-8E690EE94E72}"/>
              </a:ext>
            </a:extLst>
          </p:cNvPr>
          <p:cNvSpPr>
            <a:spLocks xmlns:a="http://schemas.openxmlformats.org/drawingml/2006/main" noGrp="1"/>
          </p:cNvSpPr>
          <p:nvPr/>
        </p:nvSpPr>
        <p:spPr>
          <a:xfrm xmlns:a="http://schemas.openxmlformats.org/drawingml/2006/main">
            <a:off x="6057900" y="3724275"/>
            <a:ext cx="76200" cy="76200"/>
          </a:xfrm>
          <a:prstGeom xmlns:a="http://schemas.openxmlformats.org/drawingml/2006/main" prst="ellipse">
            <a:avLst/>
          </a:prstGeom>
          <a:solidFill xmlns:a="http://schemas.openxmlformats.org/drawingml/2006/main">
            <a:srgbClr val="71818B"/>
          </a:solidFill>
          <a:ln xmlns:a="http://schemas.openxmlformats.org/drawingml/2006/main" w="19050">
            <a:solidFill>
              <a:srgbClr val="71818B"/>
            </a:solidFill>
          </a:ln>
        </p:spPr>
      </p:sp>
      <p:sp>
        <p:nvSpPr>
          <p:cNvPr id="52" name="">
            <a:extLst xmlns:a="http://schemas.openxmlformats.org/drawingml/2006/main">
              <a:ext uri="{FF2B5EF4-FFF2-40B4-BE49-F238E27FC236}">
                <a16:creationId xmlns:a16="http://schemas.microsoft.com/office/drawing/2014/main" id="{EF66AF6D-5039-4D39-9E87-15B8461A9B31}"/>
              </a:ext>
            </a:extLst>
          </p:cNvPr>
          <p:cNvSpPr>
            <a:spLocks xmlns:a="http://schemas.openxmlformats.org/drawingml/2006/main" noGrp="1"/>
          </p:cNvSpPr>
          <p:nvPr/>
        </p:nvSpPr>
        <p:spPr>
          <a:xfrm xmlns:a="http://schemas.openxmlformats.org/drawingml/2006/main">
            <a:off x="6096000" y="376237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876A8"/>
            </a:solidFill>
          </a:ln>
        </p:spPr>
      </p:sp>
      <p:sp>
        <p:nvSpPr>
          <p:cNvPr id="53" name="">
            <a:extLst xmlns:a="http://schemas.openxmlformats.org/drawingml/2006/main">
              <a:ext uri="{FF2B5EF4-FFF2-40B4-BE49-F238E27FC236}">
                <a16:creationId xmlns:a16="http://schemas.microsoft.com/office/drawing/2014/main" id="{3EAF9AC8-C18A-4B31-A596-A3C5777551F4}"/>
              </a:ext>
            </a:extLst>
          </p:cNvPr>
          <p:cNvSpPr>
            <a:spLocks xmlns:a="http://schemas.openxmlformats.org/drawingml/2006/main" noGrp="1"/>
          </p:cNvSpPr>
          <p:nvPr/>
        </p:nvSpPr>
        <p:spPr>
          <a:xfrm xmlns:a="http://schemas.openxmlformats.org/drawingml/2006/main">
            <a:off x="6047994" y="3762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54" name="">
            <a:extLst xmlns:a="http://schemas.openxmlformats.org/drawingml/2006/main">
              <a:ext uri="{FF2B5EF4-FFF2-40B4-BE49-F238E27FC236}">
                <a16:creationId xmlns:a16="http://schemas.microsoft.com/office/drawing/2014/main" id="{B70C05F6-3E52-448B-BAA4-FA78A889C35A}"/>
              </a:ext>
            </a:extLst>
          </p:cNvPr>
          <p:cNvSpPr>
            <a:spLocks xmlns:a="http://schemas.openxmlformats.org/drawingml/2006/main" noGrp="1"/>
          </p:cNvSpPr>
          <p:nvPr/>
        </p:nvSpPr>
        <p:spPr>
          <a:xfrm xmlns:a="http://schemas.openxmlformats.org/drawingml/2006/main">
            <a:off x="6229350" y="393382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Ry</a:t>
            </a:r>
          </a:p>
        </p:txBody>
      </p:sp>
      <p:sp>
        <p:nvSpPr>
          <p:cNvPr id="55" name="">
            <a:extLst xmlns:a="http://schemas.openxmlformats.org/drawingml/2006/main">
              <a:ext uri="{FF2B5EF4-FFF2-40B4-BE49-F238E27FC236}">
                <a16:creationId xmlns:a16="http://schemas.microsoft.com/office/drawing/2014/main" id="{045BB492-1817-44FE-8820-69CD33FEB484}"/>
              </a:ext>
            </a:extLst>
          </p:cNvPr>
          <p:cNvSpPr>
            <a:spLocks xmlns:a="http://schemas.openxmlformats.org/drawingml/2006/main" noGrp="1"/>
          </p:cNvSpPr>
          <p:nvPr/>
        </p:nvSpPr>
        <p:spPr>
          <a:xfrm xmlns:a="http://schemas.openxmlformats.org/drawingml/2006/main">
            <a:off x="4572000" y="4619625"/>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鉛直の移動を止める</a:t>
            </a:r>
          </a:p>
        </p:txBody>
      </p:sp>
      <p:sp>
        <p:nvSpPr>
          <p:cNvPr id="56" name="">
            <a:extLst xmlns:a="http://schemas.openxmlformats.org/drawingml/2006/main">
              <a:ext uri="{FF2B5EF4-FFF2-40B4-BE49-F238E27FC236}">
                <a16:creationId xmlns:a16="http://schemas.microsoft.com/office/drawing/2014/main" id="{EA3E185A-4662-42F3-949C-D9511824FA18}"/>
              </a:ext>
            </a:extLst>
          </p:cNvPr>
          <p:cNvSpPr>
            <a:spLocks xmlns:a="http://schemas.openxmlformats.org/drawingml/2006/main" noGrp="1"/>
          </p:cNvSpPr>
          <p:nvPr/>
        </p:nvSpPr>
        <p:spPr>
          <a:xfrm xmlns:a="http://schemas.openxmlformats.org/drawingml/2006/main">
            <a:off x="4572000" y="5048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水平移動・回転は自由</a:t>
            </a:r>
          </a:p>
        </p:txBody>
      </p:sp>
      <p:sp>
        <p:nvSpPr>
          <p:cNvPr id="57" name="">
            <a:extLst xmlns:a="http://schemas.openxmlformats.org/drawingml/2006/main">
              <a:ext uri="{FF2B5EF4-FFF2-40B4-BE49-F238E27FC236}">
                <a16:creationId xmlns:a16="http://schemas.microsoft.com/office/drawing/2014/main" id="{C21C0CA2-6A93-4352-94DA-0F69925E9FAE}"/>
              </a:ext>
            </a:extLst>
          </p:cNvPr>
          <p:cNvSpPr>
            <a:spLocks xmlns:a="http://schemas.openxmlformats.org/drawingml/2006/main" noGrp="1"/>
          </p:cNvSpPr>
          <p:nvPr/>
        </p:nvSpPr>
        <p:spPr>
          <a:xfrm xmlns:a="http://schemas.openxmlformats.org/drawingml/2006/main">
            <a:off x="8286750" y="157162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固定端</a:t>
            </a:r>
          </a:p>
        </p:txBody>
      </p:sp>
      <p:sp>
        <p:nvSpPr>
          <p:cNvPr id="58" name="">
            <a:extLst xmlns:a="http://schemas.openxmlformats.org/drawingml/2006/main">
              <a:ext uri="{FF2B5EF4-FFF2-40B4-BE49-F238E27FC236}">
                <a16:creationId xmlns:a16="http://schemas.microsoft.com/office/drawing/2014/main" id="{27D6950A-3D43-47D5-9D28-A9D4243EB8FD}"/>
              </a:ext>
            </a:extLst>
          </p:cNvPr>
          <p:cNvSpPr>
            <a:spLocks xmlns:a="http://schemas.openxmlformats.org/drawingml/2006/main" noGrp="1"/>
          </p:cNvSpPr>
          <p:nvPr/>
        </p:nvSpPr>
        <p:spPr>
          <a:xfrm xmlns:a="http://schemas.openxmlformats.org/drawingml/2006/main">
            <a:off x="8620125" y="2476500"/>
            <a:ext cx="2381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9" name="">
            <a:extLst xmlns:a="http://schemas.openxmlformats.org/drawingml/2006/main">
              <a:ext uri="{FF2B5EF4-FFF2-40B4-BE49-F238E27FC236}">
                <a16:creationId xmlns:a16="http://schemas.microsoft.com/office/drawing/2014/main" id="{91DCBBCC-FFB5-4B95-B4F8-72C05A312527}"/>
              </a:ext>
            </a:extLst>
          </p:cNvPr>
          <p:cNvSpPr>
            <a:spLocks xmlns:a="http://schemas.openxmlformats.org/drawingml/2006/main" noGrp="1"/>
          </p:cNvSpPr>
          <p:nvPr/>
        </p:nvSpPr>
        <p:spPr>
          <a:xfrm xmlns:a="http://schemas.openxmlformats.org/drawingml/2006/main">
            <a:off x="8401050" y="2109788"/>
            <a:ext cx="219075" cy="904875"/>
          </a:xfrm>
          <a:prstGeom xmlns:a="http://schemas.openxmlformats.org/drawingml/2006/main" prst="rect">
            <a:avLst/>
          </a:prstGeom>
          <a:solidFill xmlns:a="http://schemas.openxmlformats.org/drawingml/2006/main">
            <a:srgbClr val="D8E3EB"/>
          </a:solidFill>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02443C08-865F-4FB4-87C9-050C66A68A10}"/>
              </a:ext>
            </a:extLst>
          </p:cNvPr>
          <p:cNvSpPr>
            <a:spLocks xmlns:a="http://schemas.openxmlformats.org/drawingml/2006/main" noGrp="1"/>
          </p:cNvSpPr>
          <p:nvPr/>
        </p:nvSpPr>
        <p:spPr>
          <a:xfrm xmlns:a="http://schemas.openxmlformats.org/drawingml/2006/main">
            <a:off x="8258175" y="21097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1" name="">
            <a:extLst xmlns:a="http://schemas.openxmlformats.org/drawingml/2006/main">
              <a:ext uri="{FF2B5EF4-FFF2-40B4-BE49-F238E27FC236}">
                <a16:creationId xmlns:a16="http://schemas.microsoft.com/office/drawing/2014/main" id="{8B3EA3A4-829B-4DE4-ACB0-B863C604A5CE}"/>
              </a:ext>
            </a:extLst>
          </p:cNvPr>
          <p:cNvSpPr>
            <a:spLocks xmlns:a="http://schemas.openxmlformats.org/drawingml/2006/main" noGrp="1"/>
          </p:cNvSpPr>
          <p:nvPr/>
        </p:nvSpPr>
        <p:spPr>
          <a:xfrm xmlns:a="http://schemas.openxmlformats.org/drawingml/2006/main">
            <a:off x="8258175" y="22621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2" name="">
            <a:extLst xmlns:a="http://schemas.openxmlformats.org/drawingml/2006/main">
              <a:ext uri="{FF2B5EF4-FFF2-40B4-BE49-F238E27FC236}">
                <a16:creationId xmlns:a16="http://schemas.microsoft.com/office/drawing/2014/main" id="{52348EC6-662D-405E-8BF4-6919AD13AF74}"/>
              </a:ext>
            </a:extLst>
          </p:cNvPr>
          <p:cNvSpPr>
            <a:spLocks xmlns:a="http://schemas.openxmlformats.org/drawingml/2006/main" noGrp="1"/>
          </p:cNvSpPr>
          <p:nvPr/>
        </p:nvSpPr>
        <p:spPr>
          <a:xfrm xmlns:a="http://schemas.openxmlformats.org/drawingml/2006/main">
            <a:off x="8258175" y="24145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3" name="">
            <a:extLst xmlns:a="http://schemas.openxmlformats.org/drawingml/2006/main">
              <a:ext uri="{FF2B5EF4-FFF2-40B4-BE49-F238E27FC236}">
                <a16:creationId xmlns:a16="http://schemas.microsoft.com/office/drawing/2014/main" id="{3352CD98-D589-47AF-8E2B-B8A7334EDC95}"/>
              </a:ext>
            </a:extLst>
          </p:cNvPr>
          <p:cNvSpPr>
            <a:spLocks xmlns:a="http://schemas.openxmlformats.org/drawingml/2006/main" noGrp="1"/>
          </p:cNvSpPr>
          <p:nvPr/>
        </p:nvSpPr>
        <p:spPr>
          <a:xfrm xmlns:a="http://schemas.openxmlformats.org/drawingml/2006/main">
            <a:off x="8258175" y="25669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4" name="">
            <a:extLst xmlns:a="http://schemas.openxmlformats.org/drawingml/2006/main">
              <a:ext uri="{FF2B5EF4-FFF2-40B4-BE49-F238E27FC236}">
                <a16:creationId xmlns:a16="http://schemas.microsoft.com/office/drawing/2014/main" id="{822EF133-15D5-4693-9197-EEB3B8757C4E}"/>
              </a:ext>
            </a:extLst>
          </p:cNvPr>
          <p:cNvSpPr>
            <a:spLocks xmlns:a="http://schemas.openxmlformats.org/drawingml/2006/main" noGrp="1"/>
          </p:cNvSpPr>
          <p:nvPr/>
        </p:nvSpPr>
        <p:spPr>
          <a:xfrm xmlns:a="http://schemas.openxmlformats.org/drawingml/2006/main">
            <a:off x="8258175" y="27193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5" name="">
            <a:extLst xmlns:a="http://schemas.openxmlformats.org/drawingml/2006/main">
              <a:ext uri="{FF2B5EF4-FFF2-40B4-BE49-F238E27FC236}">
                <a16:creationId xmlns:a16="http://schemas.microsoft.com/office/drawing/2014/main" id="{4A727E81-4CDA-4C3A-8DAB-3262DF4142B2}"/>
              </a:ext>
            </a:extLst>
          </p:cNvPr>
          <p:cNvSpPr>
            <a:spLocks xmlns:a="http://schemas.openxmlformats.org/drawingml/2006/main" noGrp="1"/>
          </p:cNvSpPr>
          <p:nvPr/>
        </p:nvSpPr>
        <p:spPr>
          <a:xfrm xmlns:a="http://schemas.openxmlformats.org/drawingml/2006/main">
            <a:off x="8258175" y="287178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66" name="">
            <a:extLst xmlns:a="http://schemas.openxmlformats.org/drawingml/2006/main">
              <a:ext uri="{FF2B5EF4-FFF2-40B4-BE49-F238E27FC236}">
                <a16:creationId xmlns:a16="http://schemas.microsoft.com/office/drawing/2014/main" id="{83001067-90D2-4317-8AFE-49FE256A4394}"/>
              </a:ext>
            </a:extLst>
          </p:cNvPr>
          <p:cNvSpPr>
            <a:spLocks xmlns:a="http://schemas.openxmlformats.org/drawingml/2006/main" noGrp="1"/>
          </p:cNvSpPr>
          <p:nvPr/>
        </p:nvSpPr>
        <p:spPr>
          <a:xfrm xmlns:a="http://schemas.openxmlformats.org/drawingml/2006/main">
            <a:off x="9772650" y="3724275"/>
            <a:ext cx="76200" cy="76200"/>
          </a:xfrm>
          <a:prstGeom xmlns:a="http://schemas.openxmlformats.org/drawingml/2006/main" prst="ellipse">
            <a:avLst/>
          </a:prstGeom>
          <a:solidFill xmlns:a="http://schemas.openxmlformats.org/drawingml/2006/main">
            <a:srgbClr val="71818B"/>
          </a:solidFill>
          <a:ln xmlns:a="http://schemas.openxmlformats.org/drawingml/2006/main" w="19050">
            <a:solidFill>
              <a:srgbClr val="71818B"/>
            </a:solidFill>
          </a:ln>
        </p:spPr>
      </p:sp>
      <p:sp>
        <p:nvSpPr>
          <p:cNvPr id="67" name="">
            <a:extLst xmlns:a="http://schemas.openxmlformats.org/drawingml/2006/main">
              <a:ext uri="{FF2B5EF4-FFF2-40B4-BE49-F238E27FC236}">
                <a16:creationId xmlns:a16="http://schemas.microsoft.com/office/drawing/2014/main" id="{9DA66F39-882D-42F6-9DC3-59DA89A73B52}"/>
              </a:ext>
            </a:extLst>
          </p:cNvPr>
          <p:cNvSpPr>
            <a:spLocks xmlns:a="http://schemas.openxmlformats.org/drawingml/2006/main" noGrp="1"/>
          </p:cNvSpPr>
          <p:nvPr/>
        </p:nvSpPr>
        <p:spPr>
          <a:xfrm xmlns:a="http://schemas.openxmlformats.org/drawingml/2006/main">
            <a:off x="9810750" y="3762375"/>
            <a:ext cx="9525" cy="619125"/>
          </a:xfrm>
          <a:custGeom xmlns:a="http://schemas.openxmlformats.org/drawingml/2006/main">
            <a:pathLst>
              <a:path w="9525" h="619125">
                <a:moveTo>
                  <a:pt x="0" y="619125"/>
                </a:moveTo>
                <a:lnTo>
                  <a:pt x="0" y="0"/>
                </a:lnTo>
              </a:path>
            </a:pathLst>
          </a:custGeom>
          <a:noFill xmlns:a="http://schemas.openxmlformats.org/drawingml/2006/main"/>
          <a:ln xmlns:a="http://schemas.openxmlformats.org/drawingml/2006/main" w="28575">
            <a:solidFill>
              <a:srgbClr val="2876A8"/>
            </a:solidFill>
          </a:ln>
        </p:spPr>
      </p:sp>
      <p:sp>
        <p:nvSpPr>
          <p:cNvPr id="68" name="">
            <a:extLst xmlns:a="http://schemas.openxmlformats.org/drawingml/2006/main">
              <a:ext uri="{FF2B5EF4-FFF2-40B4-BE49-F238E27FC236}">
                <a16:creationId xmlns:a16="http://schemas.microsoft.com/office/drawing/2014/main" id="{9EC35A5D-0908-46BF-84BC-024F8FE6D4BE}"/>
              </a:ext>
            </a:extLst>
          </p:cNvPr>
          <p:cNvSpPr>
            <a:spLocks xmlns:a="http://schemas.openxmlformats.org/drawingml/2006/main" noGrp="1"/>
          </p:cNvSpPr>
          <p:nvPr/>
        </p:nvSpPr>
        <p:spPr>
          <a:xfrm xmlns:a="http://schemas.openxmlformats.org/drawingml/2006/main">
            <a:off x="9762744" y="3762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69" name="">
            <a:extLst xmlns:a="http://schemas.openxmlformats.org/drawingml/2006/main">
              <a:ext uri="{FF2B5EF4-FFF2-40B4-BE49-F238E27FC236}">
                <a16:creationId xmlns:a16="http://schemas.microsoft.com/office/drawing/2014/main" id="{68C6F4AE-6705-4565-89ED-48197A954C40}"/>
              </a:ext>
            </a:extLst>
          </p:cNvPr>
          <p:cNvSpPr>
            <a:spLocks xmlns:a="http://schemas.openxmlformats.org/drawingml/2006/main" noGrp="1"/>
          </p:cNvSpPr>
          <p:nvPr/>
        </p:nvSpPr>
        <p:spPr>
          <a:xfrm xmlns:a="http://schemas.openxmlformats.org/drawingml/2006/main">
            <a:off x="9944100" y="393382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Ry</a:t>
            </a:r>
          </a:p>
        </p:txBody>
      </p:sp>
      <p:sp>
        <p:nvSpPr>
          <p:cNvPr id="70" name="">
            <a:extLst xmlns:a="http://schemas.openxmlformats.org/drawingml/2006/main">
              <a:ext uri="{FF2B5EF4-FFF2-40B4-BE49-F238E27FC236}">
                <a16:creationId xmlns:a16="http://schemas.microsoft.com/office/drawing/2014/main" id="{AFD002DC-AAA8-4C8A-AD95-57EBEB58A5B4}"/>
              </a:ext>
            </a:extLst>
          </p:cNvPr>
          <p:cNvSpPr>
            <a:spLocks xmlns:a="http://schemas.openxmlformats.org/drawingml/2006/main" noGrp="1"/>
          </p:cNvSpPr>
          <p:nvPr/>
        </p:nvSpPr>
        <p:spPr>
          <a:xfrm xmlns:a="http://schemas.openxmlformats.org/drawingml/2006/main">
            <a:off x="9096375" y="3762375"/>
            <a:ext cx="714375" cy="9525"/>
          </a:xfrm>
          <a:custGeom xmlns:a="http://schemas.openxmlformats.org/drawingml/2006/main">
            <a:pathLst>
              <a:path w="714375" h="9525">
                <a:moveTo>
                  <a:pt x="0" y="0"/>
                </a:moveTo>
                <a:lnTo>
                  <a:pt x="714375" y="0"/>
                </a:lnTo>
              </a:path>
            </a:pathLst>
          </a:custGeom>
          <a:noFill xmlns:a="http://schemas.openxmlformats.org/drawingml/2006/main"/>
          <a:ln xmlns:a="http://schemas.openxmlformats.org/drawingml/2006/main" w="28575">
            <a:solidFill>
              <a:srgbClr val="2876A8"/>
            </a:solidFill>
          </a:ln>
        </p:spPr>
      </p:sp>
      <p:sp>
        <p:nvSpPr>
          <p:cNvPr id="71" name="">
            <a:extLst xmlns:a="http://schemas.openxmlformats.org/drawingml/2006/main">
              <a:ext uri="{FF2B5EF4-FFF2-40B4-BE49-F238E27FC236}">
                <a16:creationId xmlns:a16="http://schemas.microsoft.com/office/drawing/2014/main" id="{5B39DC97-5005-4798-B580-4CC9C0F12865}"/>
              </a:ext>
            </a:extLst>
          </p:cNvPr>
          <p:cNvSpPr>
            <a:spLocks xmlns:a="http://schemas.openxmlformats.org/drawingml/2006/main" noGrp="1"/>
          </p:cNvSpPr>
          <p:nvPr/>
        </p:nvSpPr>
        <p:spPr>
          <a:xfrm xmlns:a="http://schemas.openxmlformats.org/drawingml/2006/main">
            <a:off x="9696450" y="3714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72" name="">
            <a:extLst xmlns:a="http://schemas.openxmlformats.org/drawingml/2006/main">
              <a:ext uri="{FF2B5EF4-FFF2-40B4-BE49-F238E27FC236}">
                <a16:creationId xmlns:a16="http://schemas.microsoft.com/office/drawing/2014/main" id="{F7A98E37-C6A7-4817-9123-038D83EF4DD6}"/>
              </a:ext>
            </a:extLst>
          </p:cNvPr>
          <p:cNvSpPr>
            <a:spLocks xmlns:a="http://schemas.openxmlformats.org/drawingml/2006/main" noGrp="1"/>
          </p:cNvSpPr>
          <p:nvPr/>
        </p:nvSpPr>
        <p:spPr>
          <a:xfrm xmlns:a="http://schemas.openxmlformats.org/drawingml/2006/main">
            <a:off x="9001125" y="333375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Rx</a:t>
            </a:r>
          </a:p>
        </p:txBody>
      </p:sp>
      <p:sp>
        <p:nvSpPr>
          <p:cNvPr id="73" name="">
            <a:extLst xmlns:a="http://schemas.openxmlformats.org/drawingml/2006/main">
              <a:ext uri="{FF2B5EF4-FFF2-40B4-BE49-F238E27FC236}">
                <a16:creationId xmlns:a16="http://schemas.microsoft.com/office/drawing/2014/main" id="{FEE7C663-4FF8-4707-A1B1-7D83370348D7}"/>
              </a:ext>
            </a:extLst>
          </p:cNvPr>
          <p:cNvSpPr>
            <a:spLocks xmlns:a="http://schemas.openxmlformats.org/drawingml/2006/main" noGrp="1"/>
          </p:cNvSpPr>
          <p:nvPr/>
        </p:nvSpPr>
        <p:spPr>
          <a:xfrm xmlns:a="http://schemas.openxmlformats.org/drawingml/2006/main">
            <a:off x="10335237" y="3476778"/>
            <a:ext cx="570850" cy="533064"/>
          </a:xfrm>
          <a:custGeom xmlns:a="http://schemas.openxmlformats.org/drawingml/2006/main">
            <a:pathLst>
              <a:path w="570850" h="533064">
                <a:moveTo>
                  <a:pt x="428013" y="533064"/>
                </a:moveTo>
                <a:lnTo>
                  <a:pt x="462778" y="509421"/>
                </a:lnTo>
                <a:lnTo>
                  <a:pt x="493697" y="480934"/>
                </a:lnTo>
                <a:lnTo>
                  <a:pt x="520101" y="448217"/>
                </a:lnTo>
                <a:lnTo>
                  <a:pt x="541420" y="411981"/>
                </a:lnTo>
                <a:lnTo>
                  <a:pt x="557190" y="373009"/>
                </a:lnTo>
                <a:lnTo>
                  <a:pt x="567072" y="332144"/>
                </a:lnTo>
                <a:lnTo>
                  <a:pt x="570850" y="290272"/>
                </a:lnTo>
                <a:lnTo>
                  <a:pt x="568444" y="248299"/>
                </a:lnTo>
                <a:lnTo>
                  <a:pt x="559904" y="207133"/>
                </a:lnTo>
                <a:lnTo>
                  <a:pt x="545418" y="167666"/>
                </a:lnTo>
                <a:lnTo>
                  <a:pt x="525296" y="130751"/>
                </a:lnTo>
                <a:lnTo>
                  <a:pt x="499976" y="97189"/>
                </a:lnTo>
                <a:lnTo>
                  <a:pt x="470006" y="67705"/>
                </a:lnTo>
                <a:lnTo>
                  <a:pt x="436034" y="42937"/>
                </a:lnTo>
                <a:lnTo>
                  <a:pt x="398795" y="23423"/>
                </a:lnTo>
                <a:lnTo>
                  <a:pt x="359096" y="9584"/>
                </a:lnTo>
                <a:lnTo>
                  <a:pt x="317796" y="1719"/>
                </a:lnTo>
                <a:lnTo>
                  <a:pt x="275789" y="0"/>
                </a:lnTo>
                <a:lnTo>
                  <a:pt x="233984" y="4463"/>
                </a:lnTo>
                <a:lnTo>
                  <a:pt x="193287" y="15012"/>
                </a:lnTo>
                <a:lnTo>
                  <a:pt x="154578" y="31418"/>
                </a:lnTo>
                <a:lnTo>
                  <a:pt x="118695" y="53326"/>
                </a:lnTo>
                <a:lnTo>
                  <a:pt x="86415" y="80262"/>
                </a:lnTo>
                <a:lnTo>
                  <a:pt x="58437" y="111643"/>
                </a:lnTo>
                <a:lnTo>
                  <a:pt x="35367" y="146790"/>
                </a:lnTo>
                <a:lnTo>
                  <a:pt x="17703" y="184942"/>
                </a:lnTo>
                <a:lnTo>
                  <a:pt x="5828" y="225272"/>
                </a:lnTo>
                <a:lnTo>
                  <a:pt x="0" y="266908"/>
                </a:lnTo>
                <a:lnTo>
                  <a:pt x="344" y="308949"/>
                </a:lnTo>
                <a:lnTo>
                  <a:pt x="6853" y="350484"/>
                </a:lnTo>
                <a:lnTo>
                  <a:pt x="19386" y="390615"/>
                </a:lnTo>
                <a:lnTo>
                  <a:pt x="37671" y="428472"/>
                </a:lnTo>
              </a:path>
            </a:pathLst>
          </a:custGeom>
          <a:noFill xmlns:a="http://schemas.openxmlformats.org/drawingml/2006/main"/>
          <a:ln xmlns:a="http://schemas.openxmlformats.org/drawingml/2006/main" w="28575">
            <a:solidFill>
              <a:srgbClr val="2876A8"/>
            </a:solidFill>
          </a:ln>
        </p:spPr>
      </p:sp>
      <p:sp>
        <p:nvSpPr>
          <p:cNvPr id="74" name="">
            <a:extLst xmlns:a="http://schemas.openxmlformats.org/drawingml/2006/main">
              <a:ext uri="{FF2B5EF4-FFF2-40B4-BE49-F238E27FC236}">
                <a16:creationId xmlns:a16="http://schemas.microsoft.com/office/drawing/2014/main" id="{000DAE39-3528-4512-88B2-19544784D7C8}"/>
              </a:ext>
            </a:extLst>
          </p:cNvPr>
          <p:cNvSpPr>
            <a:spLocks xmlns:a="http://schemas.openxmlformats.org/drawingml/2006/main" noGrp="1"/>
          </p:cNvSpPr>
          <p:nvPr/>
        </p:nvSpPr>
        <p:spPr>
          <a:xfrm xmlns:a="http://schemas.openxmlformats.org/drawingml/2006/main">
            <a:off x="10354623" y="3867393"/>
            <a:ext cx="18286" cy="37857"/>
          </a:xfrm>
          <a:custGeom xmlns:a="http://schemas.openxmlformats.org/drawingml/2006/main">
            <a:pathLst>
              <a:path w="18286" h="37857">
                <a:moveTo>
                  <a:pt x="0" y="0"/>
                </a:moveTo>
                <a:lnTo>
                  <a:pt x="18286" y="37857"/>
                </a:lnTo>
              </a:path>
            </a:pathLst>
          </a:custGeom>
          <a:noFill xmlns:a="http://schemas.openxmlformats.org/drawingml/2006/main"/>
          <a:ln xmlns:a="http://schemas.openxmlformats.org/drawingml/2006/main" w="28575">
            <a:solidFill>
              <a:srgbClr val="2876A8"/>
            </a:solidFill>
          </a:ln>
        </p:spPr>
      </p:sp>
      <p:sp>
        <p:nvSpPr>
          <p:cNvPr id="75" name="">
            <a:extLst xmlns:a="http://schemas.openxmlformats.org/drawingml/2006/main">
              <a:ext uri="{FF2B5EF4-FFF2-40B4-BE49-F238E27FC236}">
                <a16:creationId xmlns:a16="http://schemas.microsoft.com/office/drawing/2014/main" id="{3837F3BF-7801-4D04-8E24-847899FD1C7C}"/>
              </a:ext>
            </a:extLst>
          </p:cNvPr>
          <p:cNvSpPr>
            <a:spLocks xmlns:a="http://schemas.openxmlformats.org/drawingml/2006/main" noGrp="1"/>
          </p:cNvSpPr>
          <p:nvPr/>
        </p:nvSpPr>
        <p:spPr>
          <a:xfrm xmlns:a="http://schemas.openxmlformats.org/drawingml/2006/main">
            <a:off x="10295458" y="3802081"/>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76" name="">
            <a:extLst xmlns:a="http://schemas.openxmlformats.org/drawingml/2006/main">
              <a:ext uri="{FF2B5EF4-FFF2-40B4-BE49-F238E27FC236}">
                <a16:creationId xmlns:a16="http://schemas.microsoft.com/office/drawing/2014/main" id="{BC7A1B58-A0F7-490E-B720-4F76EB1C8EEA}"/>
              </a:ext>
            </a:extLst>
          </p:cNvPr>
          <p:cNvSpPr>
            <a:spLocks xmlns:a="http://schemas.openxmlformats.org/drawingml/2006/main" noGrp="1"/>
          </p:cNvSpPr>
          <p:nvPr/>
        </p:nvSpPr>
        <p:spPr>
          <a:xfrm xmlns:a="http://schemas.openxmlformats.org/drawingml/2006/main">
            <a:off x="11068050" y="3648075"/>
            <a:ext cx="619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MA</a:t>
            </a:r>
          </a:p>
        </p:txBody>
      </p:sp>
      <p:sp>
        <p:nvSpPr>
          <p:cNvPr id="77" name="">
            <a:extLst xmlns:a="http://schemas.openxmlformats.org/drawingml/2006/main">
              <a:ext uri="{FF2B5EF4-FFF2-40B4-BE49-F238E27FC236}">
                <a16:creationId xmlns:a16="http://schemas.microsoft.com/office/drawing/2014/main" id="{2799FB50-321D-4F74-A7D5-742375C46309}"/>
              </a:ext>
            </a:extLst>
          </p:cNvPr>
          <p:cNvSpPr>
            <a:spLocks xmlns:a="http://schemas.openxmlformats.org/drawingml/2006/main" noGrp="1"/>
          </p:cNvSpPr>
          <p:nvPr/>
        </p:nvSpPr>
        <p:spPr>
          <a:xfrm xmlns:a="http://schemas.openxmlformats.org/drawingml/2006/main">
            <a:off x="8286750" y="4619625"/>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水平・鉛直の移動と</a:t>
            </a:r>
          </a:p>
        </p:txBody>
      </p:sp>
      <p:sp>
        <p:nvSpPr>
          <p:cNvPr id="78" name="">
            <a:extLst xmlns:a="http://schemas.openxmlformats.org/drawingml/2006/main">
              <a:ext uri="{FF2B5EF4-FFF2-40B4-BE49-F238E27FC236}">
                <a16:creationId xmlns:a16="http://schemas.microsoft.com/office/drawing/2014/main" id="{F35F5A13-F6FC-493E-A00C-3BE5D17D185F}"/>
              </a:ext>
            </a:extLst>
          </p:cNvPr>
          <p:cNvSpPr>
            <a:spLocks xmlns:a="http://schemas.openxmlformats.org/drawingml/2006/main" noGrp="1"/>
          </p:cNvSpPr>
          <p:nvPr/>
        </p:nvSpPr>
        <p:spPr>
          <a:xfrm xmlns:a="http://schemas.openxmlformats.org/drawingml/2006/main">
            <a:off x="8286750" y="50482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回転を止める</a:t>
            </a:r>
          </a:p>
        </p:txBody>
      </p:sp>
      <p:sp>
        <p:nvSpPr>
          <p:cNvPr id="79" name="">
            <a:extLst xmlns:a="http://schemas.openxmlformats.org/drawingml/2006/main">
              <a:ext uri="{FF2B5EF4-FFF2-40B4-BE49-F238E27FC236}">
                <a16:creationId xmlns:a16="http://schemas.microsoft.com/office/drawing/2014/main" id="{0A86BEDF-8A0A-4D87-B105-2B8D6754E92B}"/>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下段は支点を外したときの反力の種類。平面内、ローラーは水平な支持面として理想化する。</a:t>
            </a:r>
          </a:p>
        </p:txBody>
      </p:sp>
    </p:spTree>
    <p:extLst>
      <p:ext uri="{BB962C8B-B14F-4D97-AF65-F5344CB8AC3E}">
        <p14:creationId xmlns:p14="http://schemas.microsoft.com/office/powerpoint/2010/main" val="13104751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D5D4D5-C1DC-4304-B1FD-B800B7A68B9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つり合いを考える、5つの手順</a:t>
            </a:r>
          </a:p>
        </p:txBody>
      </p:sp>
      <p:cxnSp>
        <p:nvCxnSpPr>
          <p:cNvPr id="2" name="">
            <a:extLst xmlns:a="http://schemas.openxmlformats.org/drawingml/2006/main">
              <a:ext uri="{FF2B5EF4-FFF2-40B4-BE49-F238E27FC236}">
                <a16:creationId xmlns:a16="http://schemas.microsoft.com/office/drawing/2014/main" id="{64D877AA-50AB-4998-B9F9-83562D37171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E9539F53-7119-4F07-9F60-E7BF5FFE991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FD1B7500-F86F-4927-A17D-633C5F7150A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9 / 49</a:t>
            </a:r>
          </a:p>
        </p:txBody>
      </p:sp>
      <p:sp>
        <p:nvSpPr>
          <p:cNvPr id="5" name="">
            <a:extLst xmlns:a="http://schemas.openxmlformats.org/drawingml/2006/main">
              <a:ext uri="{FF2B5EF4-FFF2-40B4-BE49-F238E27FC236}">
                <a16:creationId xmlns:a16="http://schemas.microsoft.com/office/drawing/2014/main" id="{991ADE33-89B7-4E10-8C38-AF00C37C09F2}"/>
              </a:ext>
            </a:extLst>
          </p:cNvPr>
          <p:cNvSpPr>
            <a:spLocks xmlns:a="http://schemas.openxmlformats.org/drawingml/2006/main" noGrp="1"/>
          </p:cNvSpPr>
          <p:nvPr/>
        </p:nvSpPr>
        <p:spPr>
          <a:xfrm xmlns:a="http://schemas.openxmlformats.org/drawingml/2006/main">
            <a:off x="685800" y="1543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① 対象を取り出し、荷重・反力・距離を描く</a:t>
            </a:r>
          </a:p>
        </p:txBody>
      </p:sp>
      <p:sp>
        <p:nvSpPr>
          <p:cNvPr id="6" name="">
            <a:extLst xmlns:a="http://schemas.openxmlformats.org/drawingml/2006/main">
              <a:ext uri="{FF2B5EF4-FFF2-40B4-BE49-F238E27FC236}">
                <a16:creationId xmlns:a16="http://schemas.microsoft.com/office/drawing/2014/main" id="{F3DE2E62-EDDC-4D4F-8698-8E001FC26DB2}"/>
              </a:ext>
            </a:extLst>
          </p:cNvPr>
          <p:cNvSpPr>
            <a:spLocks xmlns:a="http://schemas.openxmlformats.org/drawingml/2006/main" noGrp="1"/>
          </p:cNvSpPr>
          <p:nvPr/>
        </p:nvSpPr>
        <p:spPr>
          <a:xfrm xmlns:a="http://schemas.openxmlformats.org/drawingml/2006/main">
            <a:off x="685800" y="2305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② 力のつり合いを書く：上向き − 下向き = 0</a:t>
            </a:r>
          </a:p>
        </p:txBody>
      </p:sp>
      <p:sp>
        <p:nvSpPr>
          <p:cNvPr id="7" name="">
            <a:extLst xmlns:a="http://schemas.openxmlformats.org/drawingml/2006/main">
              <a:ext uri="{FF2B5EF4-FFF2-40B4-BE49-F238E27FC236}">
                <a16:creationId xmlns:a16="http://schemas.microsoft.com/office/drawing/2014/main" id="{038B952A-DD17-4697-B1C9-785A648E85AA}"/>
              </a:ext>
            </a:extLst>
          </p:cNvPr>
          <p:cNvSpPr>
            <a:spLocks xmlns:a="http://schemas.openxmlformats.org/drawingml/2006/main" noGrp="1"/>
          </p:cNvSpPr>
          <p:nvPr/>
        </p:nvSpPr>
        <p:spPr>
          <a:xfrm xmlns:a="http://schemas.openxmlformats.org/drawingml/2006/main">
            <a:off x="685800" y="3067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③ 支点まわりのモーメントをそろえて、一方の反力を求める</a:t>
            </a:r>
          </a:p>
        </p:txBody>
      </p:sp>
      <p:sp>
        <p:nvSpPr>
          <p:cNvPr id="8" name="">
            <a:extLst xmlns:a="http://schemas.openxmlformats.org/drawingml/2006/main">
              <a:ext uri="{FF2B5EF4-FFF2-40B4-BE49-F238E27FC236}">
                <a16:creationId xmlns:a16="http://schemas.microsoft.com/office/drawing/2014/main" id="{30E1E25A-1972-4D4F-8254-2AF876C80140}"/>
              </a:ext>
            </a:extLst>
          </p:cNvPr>
          <p:cNvSpPr>
            <a:spLocks xmlns:a="http://schemas.openxmlformats.org/drawingml/2006/main" noGrp="1"/>
          </p:cNvSpPr>
          <p:nvPr/>
        </p:nvSpPr>
        <p:spPr>
          <a:xfrm xmlns:a="http://schemas.openxmlformats.org/drawingml/2006/main">
            <a:off x="685800" y="3829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④ 力のつり合いに戻り、もう一方の反力を求める</a:t>
            </a:r>
          </a:p>
        </p:txBody>
      </p:sp>
      <p:sp>
        <p:nvSpPr>
          <p:cNvPr id="9" name="">
            <a:extLst xmlns:a="http://schemas.openxmlformats.org/drawingml/2006/main">
              <a:ext uri="{FF2B5EF4-FFF2-40B4-BE49-F238E27FC236}">
                <a16:creationId xmlns:a16="http://schemas.microsoft.com/office/drawing/2014/main" id="{2AD4AD7F-333C-497A-8958-8A0D05284AAF}"/>
              </a:ext>
            </a:extLst>
          </p:cNvPr>
          <p:cNvSpPr>
            <a:spLocks xmlns:a="http://schemas.openxmlformats.org/drawingml/2006/main" noGrp="1"/>
          </p:cNvSpPr>
          <p:nvPr/>
        </p:nvSpPr>
        <p:spPr>
          <a:xfrm xmlns:a="http://schemas.openxmlformats.org/drawingml/2006/main">
            <a:off x="685800" y="4591050"/>
            <a:ext cx="10820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⑤ 力の合計と、別の点まわりのモーメントで検算</a:t>
            </a:r>
          </a:p>
        </p:txBody>
      </p:sp>
      <p:sp>
        <p:nvSpPr>
          <p:cNvPr id="10" name="">
            <a:extLst xmlns:a="http://schemas.openxmlformats.org/drawingml/2006/main">
              <a:ext uri="{FF2B5EF4-FFF2-40B4-BE49-F238E27FC236}">
                <a16:creationId xmlns:a16="http://schemas.microsoft.com/office/drawing/2014/main" id="{71DB2473-1982-4F03-8E82-A2B9C7A7F1B5}"/>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符号：外力は上向き＋、外力モーメントは反時計回り＋</a:t>
            </a:r>
          </a:p>
        </p:txBody>
      </p:sp>
    </p:spTree>
    <p:extLst>
      <p:ext uri="{BB962C8B-B14F-4D97-AF65-F5344CB8AC3E}">
        <p14:creationId xmlns:p14="http://schemas.microsoft.com/office/powerpoint/2010/main" val="151983300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9347221-F867-456F-A390-64414DEA380A}"/>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つり合いの式だけで、いつ解けるか</a:t>
            </a:r>
          </a:p>
        </p:txBody>
      </p:sp>
      <p:sp>
        <p:nvSpPr>
          <p:cNvPr id="2" name="">
            <a:extLst xmlns:a="http://schemas.openxmlformats.org/drawingml/2006/main">
              <a:ext uri="{FF2B5EF4-FFF2-40B4-BE49-F238E27FC236}">
                <a16:creationId xmlns:a16="http://schemas.microsoft.com/office/drawing/2014/main" id="{829CFF5F-2AC0-411B-8C7F-3149A2BE58A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F2A0350-C035-4750-B9B0-3D911740C81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97EE57CC-AAD2-423D-A601-B12E09BAB69F}"/>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平面内の静力学</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式と未知数を対応させる</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独立なつり合いの式</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ΣFₓ=0、ΣFᵧ=0、ΣM=0</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ピンとローラーの単純支持</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通常は反力の未知数3つ</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両端をピンに変更した場合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反力は4つ。変形等の情報も必要</a:t>
                      </a:r>
                    </a:p>
                  </a:txBody>
                  <a:tcPr marL="91440" marR="91440" marT="45720" marB="45720">
                    <a:solidFill>
                      <a:srgbClr val="E8F0F4"/>
                    </a:solidFill>
                  </a:tcPr>
                </a:tc>
              </a:tr>
            </a:tbl>
          </a:graphicData>
        </a:graphic>
      </p:graphicFrame>
      <p:sp>
        <p:nvSpPr>
          <p:cNvPr id="5" name="">
            <a:extLst xmlns:a="http://schemas.openxmlformats.org/drawingml/2006/main">
              <a:ext uri="{FF2B5EF4-FFF2-40B4-BE49-F238E27FC236}">
                <a16:creationId xmlns:a16="http://schemas.microsoft.com/office/drawing/2014/main" id="{12F844CD-6D18-4387-97A2-55DBD2D07B67}"/>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支持の安定性も確認する。本回の計算演習は静定の基本モデルを扱う。</a:t>
            </a:r>
          </a:p>
        </p:txBody>
      </p:sp>
      <p:sp>
        <p:nvSpPr>
          <p:cNvPr id="6" name="">
            <a:extLst xmlns:a="http://schemas.openxmlformats.org/drawingml/2006/main">
              <a:ext uri="{FF2B5EF4-FFF2-40B4-BE49-F238E27FC236}">
                <a16:creationId xmlns:a16="http://schemas.microsoft.com/office/drawing/2014/main" id="{F05F922C-4EBC-459F-8190-2E2D2535861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49</a:t>
            </a:r>
          </a:p>
        </p:txBody>
      </p:sp>
    </p:spTree>
    <p:extLst>
      <p:ext uri="{BB962C8B-B14F-4D97-AF65-F5344CB8AC3E}">
        <p14:creationId xmlns:p14="http://schemas.microsoft.com/office/powerpoint/2010/main" val="1376079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F2EDA37B-D90F-464C-BA30-9FEF73CADD87}"/>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例題：中央荷重の反力を、順に求める</a:t>
            </a:r>
          </a:p>
        </p:txBody>
      </p:sp>
      <p:cxnSp>
        <p:nvCxnSpPr>
          <p:cNvPr id="2" name="">
            <a:extLst xmlns:a="http://schemas.openxmlformats.org/drawingml/2006/main">
              <a:ext uri="{FF2B5EF4-FFF2-40B4-BE49-F238E27FC236}">
                <a16:creationId xmlns:a16="http://schemas.microsoft.com/office/drawing/2014/main" id="{5D660106-F63B-4F76-B089-BF95B27F2A0E}"/>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129C89CD-8BE5-4160-93F9-A119F7D42539}"/>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A47F371A-1EF1-4BE9-8A63-1F24E14AE2F0}"/>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11 / 49</a:t>
            </a:r>
          </a:p>
        </p:txBody>
      </p:sp>
      <p:sp>
        <p:nvSpPr>
          <p:cNvPr id="29" name="">
            <a:extLst xmlns:a="http://schemas.openxmlformats.org/drawingml/2006/main">
              <a:ext uri="{FF2B5EF4-FFF2-40B4-BE49-F238E27FC236}">
                <a16:creationId xmlns:a16="http://schemas.microsoft.com/office/drawing/2014/main" id="{B43E784C-CEC1-47F7-ACEE-708EDC4E110C}"/>
              </a:ext>
            </a:extLst>
          </p:cNvPr>
          <p:cNvSpPr>
            <a:spLocks xmlns:a="http://schemas.openxmlformats.org/drawingml/2006/main" noGrp="1"/>
          </p:cNvSpPr>
          <p:nvPr/>
        </p:nvSpPr>
        <p:spPr>
          <a:xfrm xmlns:a="http://schemas.openxmlformats.org/drawingml/2006/main">
            <a:off x="1619250" y="2667000"/>
            <a:ext cx="590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0" name="">
            <a:extLst xmlns:a="http://schemas.openxmlformats.org/drawingml/2006/main">
              <a:ext uri="{FF2B5EF4-FFF2-40B4-BE49-F238E27FC236}">
                <a16:creationId xmlns:a16="http://schemas.microsoft.com/office/drawing/2014/main" id="{ECEF2E95-0B7F-4D2C-BF3F-F7FA5F8EA63E}"/>
              </a:ext>
            </a:extLst>
          </p:cNvPr>
          <p:cNvSpPr>
            <a:spLocks xmlns:a="http://schemas.openxmlformats.org/drawingml/2006/main" noGrp="1"/>
          </p:cNvSpPr>
          <p:nvPr/>
        </p:nvSpPr>
        <p:spPr>
          <a:xfrm xmlns:a="http://schemas.openxmlformats.org/drawingml/2006/main">
            <a:off x="1457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1" name="">
            <a:extLst xmlns:a="http://schemas.openxmlformats.org/drawingml/2006/main">
              <a:ext uri="{FF2B5EF4-FFF2-40B4-BE49-F238E27FC236}">
                <a16:creationId xmlns:a16="http://schemas.microsoft.com/office/drawing/2014/main" id="{7BA34177-53F8-48FF-830F-B7351BA001AA}"/>
              </a:ext>
            </a:extLst>
          </p:cNvPr>
          <p:cNvSpPr>
            <a:spLocks xmlns:a="http://schemas.openxmlformats.org/drawingml/2006/main" noGrp="1"/>
          </p:cNvSpPr>
          <p:nvPr/>
        </p:nvSpPr>
        <p:spPr>
          <a:xfrm xmlns:a="http://schemas.openxmlformats.org/drawingml/2006/main">
            <a:off x="1343025" y="3133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2" name="">
            <a:extLst xmlns:a="http://schemas.openxmlformats.org/drawingml/2006/main">
              <a:ext uri="{FF2B5EF4-FFF2-40B4-BE49-F238E27FC236}">
                <a16:creationId xmlns:a16="http://schemas.microsoft.com/office/drawing/2014/main" id="{3F7A97B6-450C-4774-9959-41C42350CCB1}"/>
              </a:ext>
            </a:extLst>
          </p:cNvPr>
          <p:cNvSpPr>
            <a:spLocks xmlns:a="http://schemas.openxmlformats.org/drawingml/2006/main" noGrp="1"/>
          </p:cNvSpPr>
          <p:nvPr/>
        </p:nvSpPr>
        <p:spPr>
          <a:xfrm xmlns:a="http://schemas.openxmlformats.org/drawingml/2006/main">
            <a:off x="73628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3" name="">
            <a:extLst xmlns:a="http://schemas.openxmlformats.org/drawingml/2006/main">
              <a:ext uri="{FF2B5EF4-FFF2-40B4-BE49-F238E27FC236}">
                <a16:creationId xmlns:a16="http://schemas.microsoft.com/office/drawing/2014/main" id="{BD6F9F87-3F05-4AB7-A43A-AAEFDE85503C}"/>
              </a:ext>
            </a:extLst>
          </p:cNvPr>
          <p:cNvSpPr>
            <a:spLocks xmlns:a="http://schemas.openxmlformats.org/drawingml/2006/main" noGrp="1"/>
          </p:cNvSpPr>
          <p:nvPr/>
        </p:nvSpPr>
        <p:spPr>
          <a:xfrm xmlns:a="http://schemas.openxmlformats.org/drawingml/2006/main">
            <a:off x="74009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86576C05-7E69-438E-9C47-DB155CECBFC1}"/>
              </a:ext>
            </a:extLst>
          </p:cNvPr>
          <p:cNvSpPr>
            <a:spLocks xmlns:a="http://schemas.openxmlformats.org/drawingml/2006/main" noGrp="1"/>
          </p:cNvSpPr>
          <p:nvPr/>
        </p:nvSpPr>
        <p:spPr>
          <a:xfrm xmlns:a="http://schemas.openxmlformats.org/drawingml/2006/main">
            <a:off x="75533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5" name="">
            <a:extLst xmlns:a="http://schemas.openxmlformats.org/drawingml/2006/main">
              <a:ext uri="{FF2B5EF4-FFF2-40B4-BE49-F238E27FC236}">
                <a16:creationId xmlns:a16="http://schemas.microsoft.com/office/drawing/2014/main" id="{3031CF95-89A5-4A98-918B-10F5B1867B00}"/>
              </a:ext>
            </a:extLst>
          </p:cNvPr>
          <p:cNvSpPr>
            <a:spLocks xmlns:a="http://schemas.openxmlformats.org/drawingml/2006/main" noGrp="1"/>
          </p:cNvSpPr>
          <p:nvPr/>
        </p:nvSpPr>
        <p:spPr>
          <a:xfrm xmlns:a="http://schemas.openxmlformats.org/drawingml/2006/main">
            <a:off x="7248525" y="3209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6" name="">
            <a:extLst xmlns:a="http://schemas.openxmlformats.org/drawingml/2006/main">
              <a:ext uri="{FF2B5EF4-FFF2-40B4-BE49-F238E27FC236}">
                <a16:creationId xmlns:a16="http://schemas.microsoft.com/office/drawing/2014/main" id="{D3AA55D5-BFCF-4E8C-A029-7A93CFF078C9}"/>
              </a:ext>
            </a:extLst>
          </p:cNvPr>
          <p:cNvSpPr>
            <a:spLocks xmlns:a="http://schemas.openxmlformats.org/drawingml/2006/main" noGrp="1"/>
          </p:cNvSpPr>
          <p:nvPr/>
        </p:nvSpPr>
        <p:spPr>
          <a:xfrm xmlns:a="http://schemas.openxmlformats.org/drawingml/2006/main">
            <a:off x="4572000" y="2047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7" name="">
            <a:extLst xmlns:a="http://schemas.openxmlformats.org/drawingml/2006/main">
              <a:ext uri="{FF2B5EF4-FFF2-40B4-BE49-F238E27FC236}">
                <a16:creationId xmlns:a16="http://schemas.microsoft.com/office/drawing/2014/main" id="{1626B788-73F1-406F-B405-05EB80F3DC14}"/>
              </a:ext>
            </a:extLst>
          </p:cNvPr>
          <p:cNvSpPr>
            <a:spLocks xmlns:a="http://schemas.openxmlformats.org/drawingml/2006/main" noGrp="1"/>
          </p:cNvSpPr>
          <p:nvPr/>
        </p:nvSpPr>
        <p:spPr>
          <a:xfrm xmlns:a="http://schemas.openxmlformats.org/drawingml/2006/main">
            <a:off x="4531995" y="2533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34571320-180B-43B1-9682-B74ABF643C65}"/>
              </a:ext>
            </a:extLst>
          </p:cNvPr>
          <p:cNvSpPr>
            <a:spLocks xmlns:a="http://schemas.openxmlformats.org/drawingml/2006/main" noGrp="1"/>
          </p:cNvSpPr>
          <p:nvPr/>
        </p:nvSpPr>
        <p:spPr>
          <a:xfrm xmlns:a="http://schemas.openxmlformats.org/drawingml/2006/main">
            <a:off x="3952875" y="1571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200 N</a:t>
            </a:r>
          </a:p>
        </p:txBody>
      </p:sp>
      <p:sp>
        <p:nvSpPr>
          <p:cNvPr id="39" name="">
            <a:extLst xmlns:a="http://schemas.openxmlformats.org/drawingml/2006/main">
              <a:ext uri="{FF2B5EF4-FFF2-40B4-BE49-F238E27FC236}">
                <a16:creationId xmlns:a16="http://schemas.microsoft.com/office/drawing/2014/main" id="{897C0941-E22F-48A7-B8CB-E4B512394372}"/>
              </a:ext>
            </a:extLst>
          </p:cNvPr>
          <p:cNvSpPr>
            <a:spLocks xmlns:a="http://schemas.openxmlformats.org/drawingml/2006/main" noGrp="1"/>
          </p:cNvSpPr>
          <p:nvPr/>
        </p:nvSpPr>
        <p:spPr>
          <a:xfrm xmlns:a="http://schemas.openxmlformats.org/drawingml/2006/main">
            <a:off x="1000125" y="2962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40" name="">
            <a:extLst xmlns:a="http://schemas.openxmlformats.org/drawingml/2006/main">
              <a:ext uri="{FF2B5EF4-FFF2-40B4-BE49-F238E27FC236}">
                <a16:creationId xmlns:a16="http://schemas.microsoft.com/office/drawing/2014/main" id="{99570401-21B9-4F4D-97AA-DF8133040588}"/>
              </a:ext>
            </a:extLst>
          </p:cNvPr>
          <p:cNvSpPr>
            <a:spLocks xmlns:a="http://schemas.openxmlformats.org/drawingml/2006/main" noGrp="1"/>
          </p:cNvSpPr>
          <p:nvPr/>
        </p:nvSpPr>
        <p:spPr>
          <a:xfrm xmlns:a="http://schemas.openxmlformats.org/drawingml/2006/main">
            <a:off x="7839075" y="3028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41" name="">
            <a:extLst xmlns:a="http://schemas.openxmlformats.org/drawingml/2006/main">
              <a:ext uri="{FF2B5EF4-FFF2-40B4-BE49-F238E27FC236}">
                <a16:creationId xmlns:a16="http://schemas.microsoft.com/office/drawing/2014/main" id="{B3A07215-D420-458C-8329-E53B48536599}"/>
              </a:ext>
            </a:extLst>
          </p:cNvPr>
          <p:cNvSpPr>
            <a:spLocks xmlns:a="http://schemas.openxmlformats.org/drawingml/2006/main" noGrp="1"/>
          </p:cNvSpPr>
          <p:nvPr/>
        </p:nvSpPr>
        <p:spPr>
          <a:xfrm xmlns:a="http://schemas.openxmlformats.org/drawingml/2006/main">
            <a:off x="16192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2" name="">
            <a:extLst xmlns:a="http://schemas.openxmlformats.org/drawingml/2006/main">
              <a:ext uri="{FF2B5EF4-FFF2-40B4-BE49-F238E27FC236}">
                <a16:creationId xmlns:a16="http://schemas.microsoft.com/office/drawing/2014/main" id="{8CD0D589-AF6E-4901-A804-8070CA7EDEE5}"/>
              </a:ext>
            </a:extLst>
          </p:cNvPr>
          <p:cNvSpPr>
            <a:spLocks xmlns:a="http://schemas.openxmlformats.org/drawingml/2006/main" noGrp="1"/>
          </p:cNvSpPr>
          <p:nvPr/>
        </p:nvSpPr>
        <p:spPr>
          <a:xfrm xmlns:a="http://schemas.openxmlformats.org/drawingml/2006/main">
            <a:off x="15792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3F56193B-C42D-4F61-855C-020667D15855}"/>
              </a:ext>
            </a:extLst>
          </p:cNvPr>
          <p:cNvSpPr>
            <a:spLocks xmlns:a="http://schemas.openxmlformats.org/drawingml/2006/main" noGrp="1"/>
          </p:cNvSpPr>
          <p:nvPr/>
        </p:nvSpPr>
        <p:spPr>
          <a:xfrm xmlns:a="http://schemas.openxmlformats.org/drawingml/2006/main">
            <a:off x="80962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RA</a:t>
            </a:r>
          </a:p>
        </p:txBody>
      </p:sp>
      <p:sp>
        <p:nvSpPr>
          <p:cNvPr id="44" name="">
            <a:extLst xmlns:a="http://schemas.openxmlformats.org/drawingml/2006/main">
              <a:ext uri="{FF2B5EF4-FFF2-40B4-BE49-F238E27FC236}">
                <a16:creationId xmlns:a16="http://schemas.microsoft.com/office/drawing/2014/main" id="{4418C744-5A14-4A0A-AA1B-49D89F0F651C}"/>
              </a:ext>
            </a:extLst>
          </p:cNvPr>
          <p:cNvSpPr>
            <a:spLocks xmlns:a="http://schemas.openxmlformats.org/drawingml/2006/main" noGrp="1"/>
          </p:cNvSpPr>
          <p:nvPr/>
        </p:nvSpPr>
        <p:spPr>
          <a:xfrm xmlns:a="http://schemas.openxmlformats.org/drawingml/2006/main">
            <a:off x="75247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5" name="">
            <a:extLst xmlns:a="http://schemas.openxmlformats.org/drawingml/2006/main">
              <a:ext uri="{FF2B5EF4-FFF2-40B4-BE49-F238E27FC236}">
                <a16:creationId xmlns:a16="http://schemas.microsoft.com/office/drawing/2014/main" id="{1992B77A-480E-46C0-89D3-4B07285D01B6}"/>
              </a:ext>
            </a:extLst>
          </p:cNvPr>
          <p:cNvSpPr>
            <a:spLocks xmlns:a="http://schemas.openxmlformats.org/drawingml/2006/main" noGrp="1"/>
          </p:cNvSpPr>
          <p:nvPr/>
        </p:nvSpPr>
        <p:spPr>
          <a:xfrm xmlns:a="http://schemas.openxmlformats.org/drawingml/2006/main">
            <a:off x="74847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6" name="">
            <a:extLst xmlns:a="http://schemas.openxmlformats.org/drawingml/2006/main">
              <a:ext uri="{FF2B5EF4-FFF2-40B4-BE49-F238E27FC236}">
                <a16:creationId xmlns:a16="http://schemas.microsoft.com/office/drawing/2014/main" id="{D67CF4E6-FFE8-4A81-B34C-3D01309988A3}"/>
              </a:ext>
            </a:extLst>
          </p:cNvPr>
          <p:cNvSpPr>
            <a:spLocks xmlns:a="http://schemas.openxmlformats.org/drawingml/2006/main" noGrp="1"/>
          </p:cNvSpPr>
          <p:nvPr/>
        </p:nvSpPr>
        <p:spPr>
          <a:xfrm xmlns:a="http://schemas.openxmlformats.org/drawingml/2006/main">
            <a:off x="681037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RB</a:t>
            </a:r>
          </a:p>
        </p:txBody>
      </p:sp>
      <p:sp>
        <p:nvSpPr>
          <p:cNvPr id="47" name="">
            <a:extLst xmlns:a="http://schemas.openxmlformats.org/drawingml/2006/main">
              <a:ext uri="{FF2B5EF4-FFF2-40B4-BE49-F238E27FC236}">
                <a16:creationId xmlns:a16="http://schemas.microsoft.com/office/drawing/2014/main" id="{F508FB2C-2BAF-4D30-8B54-776DAEE7C617}"/>
              </a:ext>
            </a:extLst>
          </p:cNvPr>
          <p:cNvSpPr>
            <a:spLocks xmlns:a="http://schemas.openxmlformats.org/drawingml/2006/main" noGrp="1"/>
          </p:cNvSpPr>
          <p:nvPr/>
        </p:nvSpPr>
        <p:spPr>
          <a:xfrm xmlns:a="http://schemas.openxmlformats.org/drawingml/2006/main">
            <a:off x="1619250" y="4238625"/>
            <a:ext cx="2952750" cy="9525"/>
          </a:xfrm>
          <a:custGeom xmlns:a="http://schemas.openxmlformats.org/drawingml/2006/main">
            <a:pathLst>
              <a:path w="2952750" h="9525">
                <a:moveTo>
                  <a:pt x="0" y="0"/>
                </a:moveTo>
                <a:lnTo>
                  <a:pt x="2952750" y="0"/>
                </a:lnTo>
              </a:path>
            </a:pathLst>
          </a:custGeom>
          <a:noFill xmlns:a="http://schemas.openxmlformats.org/drawingml/2006/main"/>
          <a:ln xmlns:a="http://schemas.openxmlformats.org/drawingml/2006/main" w="13335">
            <a:solidFill>
              <a:srgbClr val="C4483C"/>
            </a:solidFill>
          </a:ln>
        </p:spPr>
      </p:sp>
      <p:sp>
        <p:nvSpPr>
          <p:cNvPr id="48" name="">
            <a:extLst xmlns:a="http://schemas.openxmlformats.org/drawingml/2006/main">
              <a:ext uri="{FF2B5EF4-FFF2-40B4-BE49-F238E27FC236}">
                <a16:creationId xmlns:a16="http://schemas.microsoft.com/office/drawing/2014/main" id="{323BFAD2-252F-43FF-8ED0-EA4339548C55}"/>
              </a:ext>
            </a:extLst>
          </p:cNvPr>
          <p:cNvSpPr>
            <a:spLocks xmlns:a="http://schemas.openxmlformats.org/drawingml/2006/main" noGrp="1"/>
          </p:cNvSpPr>
          <p:nvPr/>
        </p:nvSpPr>
        <p:spPr>
          <a:xfrm xmlns:a="http://schemas.openxmlformats.org/drawingml/2006/main">
            <a:off x="450532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49" name="">
            <a:extLst xmlns:a="http://schemas.openxmlformats.org/drawingml/2006/main">
              <a:ext uri="{FF2B5EF4-FFF2-40B4-BE49-F238E27FC236}">
                <a16:creationId xmlns:a16="http://schemas.microsoft.com/office/drawing/2014/main" id="{67B54B85-8DDB-4614-9405-C7FC33889448}"/>
              </a:ext>
            </a:extLst>
          </p:cNvPr>
          <p:cNvSpPr>
            <a:spLocks xmlns:a="http://schemas.openxmlformats.org/drawingml/2006/main" noGrp="1"/>
          </p:cNvSpPr>
          <p:nvPr/>
        </p:nvSpPr>
        <p:spPr>
          <a:xfrm xmlns:a="http://schemas.openxmlformats.org/drawingml/2006/main">
            <a:off x="1619250" y="4238625"/>
            <a:ext cx="2952750" cy="9525"/>
          </a:xfrm>
          <a:custGeom xmlns:a="http://schemas.openxmlformats.org/drawingml/2006/main">
            <a:pathLst>
              <a:path w="2952750" h="9525">
                <a:moveTo>
                  <a:pt x="2952750" y="0"/>
                </a:moveTo>
                <a:lnTo>
                  <a:pt x="0" y="0"/>
                </a:lnTo>
              </a:path>
            </a:pathLst>
          </a:custGeom>
          <a:noFill xmlns:a="http://schemas.openxmlformats.org/drawingml/2006/main"/>
          <a:ln xmlns:a="http://schemas.openxmlformats.org/drawingml/2006/main" w="13335">
            <a:solidFill>
              <a:srgbClr val="C4483C"/>
            </a:solidFill>
          </a:ln>
        </p:spPr>
      </p:sp>
      <p:sp>
        <p:nvSpPr>
          <p:cNvPr id="50" name="">
            <a:extLst xmlns:a="http://schemas.openxmlformats.org/drawingml/2006/main">
              <a:ext uri="{FF2B5EF4-FFF2-40B4-BE49-F238E27FC236}">
                <a16:creationId xmlns:a16="http://schemas.microsoft.com/office/drawing/2014/main" id="{1F5BBF6E-73E2-4D2A-89FA-8666FFA4C41C}"/>
              </a:ext>
            </a:extLst>
          </p:cNvPr>
          <p:cNvSpPr>
            <a:spLocks xmlns:a="http://schemas.openxmlformats.org/drawingml/2006/main" noGrp="1"/>
          </p:cNvSpPr>
          <p:nvPr/>
        </p:nvSpPr>
        <p:spPr>
          <a:xfrm xmlns:a="http://schemas.openxmlformats.org/drawingml/2006/main">
            <a:off x="16192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51" name="">
            <a:extLst xmlns:a="http://schemas.openxmlformats.org/drawingml/2006/main">
              <a:ext uri="{FF2B5EF4-FFF2-40B4-BE49-F238E27FC236}">
                <a16:creationId xmlns:a16="http://schemas.microsoft.com/office/drawing/2014/main" id="{6FCC6D22-EBB5-403F-84BB-844F0B7D8D61}"/>
              </a:ext>
            </a:extLst>
          </p:cNvPr>
          <p:cNvSpPr>
            <a:spLocks xmlns:a="http://schemas.openxmlformats.org/drawingml/2006/main" noGrp="1"/>
          </p:cNvSpPr>
          <p:nvPr/>
        </p:nvSpPr>
        <p:spPr>
          <a:xfrm xmlns:a="http://schemas.openxmlformats.org/drawingml/2006/main">
            <a:off x="1619250" y="42862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C4483C"/>
                </a:solidFill>
                <a:latin typeface="Yu Gothic"/>
                <a:ea typeface="Yu Gothic"/>
                <a:cs typeface="Yu Gothic"/>
              </a:defRPr>
            </a:defPPr>
            <a:lvl1pPr algn="ctr">
              <a:buNone/>
              <a:defRPr sz="1725" b="0">
                <a:solidFill>
                  <a:srgbClr val="C4483C"/>
                </a:solidFill>
                <a:latin typeface="Yu Gothic"/>
                <a:ea typeface="Yu Gothic"/>
                <a:cs typeface="Yu Gothic"/>
              </a:defRPr>
            </a:lvl1pPr>
            <a:lvl2pPr algn="ctr">
              <a:buNone/>
              <a:defRPr sz="1725" b="0">
                <a:solidFill>
                  <a:srgbClr val="C4483C"/>
                </a:solidFill>
                <a:latin typeface="Yu Gothic"/>
                <a:ea typeface="Yu Gothic"/>
                <a:cs typeface="Yu Gothic"/>
              </a:defRPr>
            </a:lvl2pPr>
            <a:lvl3pPr algn="ctr">
              <a:buNone/>
              <a:defRPr sz="1725" b="0">
                <a:solidFill>
                  <a:srgbClr val="C4483C"/>
                </a:solidFill>
                <a:latin typeface="Yu Gothic"/>
                <a:ea typeface="Yu Gothic"/>
                <a:cs typeface="Yu Gothic"/>
              </a:defRPr>
            </a:lvl3pPr>
            <a:lvl4pPr algn="ctr">
              <a:buNone/>
              <a:defRPr sz="1725" b="0">
                <a:solidFill>
                  <a:srgbClr val="C4483C"/>
                </a:solidFill>
                <a:latin typeface="Yu Gothic"/>
                <a:ea typeface="Yu Gothic"/>
                <a:cs typeface="Yu Gothic"/>
              </a:defRPr>
            </a:lvl4pPr>
            <a:lvl5pPr algn="ctr">
              <a:buNone/>
              <a:defRPr sz="1725" b="0">
                <a:solidFill>
                  <a:srgbClr val="C4483C"/>
                </a:solidFill>
                <a:latin typeface="Yu Gothic"/>
                <a:ea typeface="Yu Gothic"/>
                <a:cs typeface="Yu Gothic"/>
              </a:defRPr>
            </a:lvl5pPr>
            <a:lvl6pPr algn="ctr">
              <a:buNone/>
              <a:defRPr sz="1725" b="0">
                <a:solidFill>
                  <a:srgbClr val="C4483C"/>
                </a:solidFill>
                <a:latin typeface="Yu Gothic"/>
                <a:ea typeface="Yu Gothic"/>
                <a:cs typeface="Yu Gothic"/>
              </a:defRPr>
            </a:lvl6pPr>
            <a:lvl7pPr algn="ctr">
              <a:buNone/>
              <a:defRPr sz="1725" b="0">
                <a:solidFill>
                  <a:srgbClr val="C4483C"/>
                </a:solidFill>
                <a:latin typeface="Yu Gothic"/>
                <a:ea typeface="Yu Gothic"/>
                <a:cs typeface="Yu Gothic"/>
              </a:defRPr>
            </a:lvl7pPr>
            <a:lvl8pPr algn="ctr">
              <a:buNone/>
              <a:defRPr sz="1725" b="0">
                <a:solidFill>
                  <a:srgbClr val="C4483C"/>
                </a:solidFill>
                <a:latin typeface="Yu Gothic"/>
                <a:ea typeface="Yu Gothic"/>
                <a:cs typeface="Yu Gothic"/>
              </a:defRPr>
            </a:lvl8pPr>
            <a:lvl9pPr algn="ctr">
              <a:buNone/>
              <a:defRPr sz="1725" b="0">
                <a:solidFill>
                  <a:srgbClr val="C4483C"/>
                </a:solidFill>
                <a:latin typeface="Yu Gothic"/>
                <a:ea typeface="Yu Gothic"/>
                <a:cs typeface="Yu Gothic"/>
              </a:defRPr>
            </a:lvl9pPr>
          </a:lstStyle>
          <a:p xmlns:a="http://schemas.openxmlformats.org/drawingml/2006/main">
            <a:pPr algn="ctr">
              <a:buNone/>
              <a:defRPr sz="1725" b="0">
                <a:solidFill>
                  <a:srgbClr val="C4483C"/>
                </a:solidFill>
                <a:latin typeface="Yu Gothic"/>
                <a:ea typeface="Yu Gothic"/>
                <a:cs typeface="Yu Gothic"/>
              </a:defRPr>
            </a:pPr>
            <a:r>
              <a:rPr sz="1725" b="0">
                <a:solidFill>
                  <a:srgbClr val="C4483C"/>
                </a:solidFill>
                <a:latin typeface="Yu Gothic"/>
                <a:ea typeface="Yu Gothic"/>
                <a:cs typeface="Yu Gothic"/>
              </a:rPr>
              <a:t>0.60 m</a:t>
            </a:r>
          </a:p>
        </p:txBody>
      </p:sp>
      <p:sp>
        <p:nvSpPr>
          <p:cNvPr id="52" name="">
            <a:extLst xmlns:a="http://schemas.openxmlformats.org/drawingml/2006/main">
              <a:ext uri="{FF2B5EF4-FFF2-40B4-BE49-F238E27FC236}">
                <a16:creationId xmlns:a16="http://schemas.microsoft.com/office/drawing/2014/main" id="{AC85F680-49E1-47F9-9C5B-1F43002E074C}"/>
              </a:ext>
            </a:extLst>
          </p:cNvPr>
          <p:cNvSpPr>
            <a:spLocks xmlns:a="http://schemas.openxmlformats.org/drawingml/2006/main" noGrp="1"/>
          </p:cNvSpPr>
          <p:nvPr/>
        </p:nvSpPr>
        <p:spPr>
          <a:xfrm xmlns:a="http://schemas.openxmlformats.org/drawingml/2006/main">
            <a:off x="4572000" y="4238625"/>
            <a:ext cx="2952750" cy="9525"/>
          </a:xfrm>
          <a:custGeom xmlns:a="http://schemas.openxmlformats.org/drawingml/2006/main">
            <a:pathLst>
              <a:path w="2952750" h="9525">
                <a:moveTo>
                  <a:pt x="0" y="0"/>
                </a:moveTo>
                <a:lnTo>
                  <a:pt x="295275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B6721B97-CE24-4D39-9B82-36CC2BEBB209}"/>
              </a:ext>
            </a:extLst>
          </p:cNvPr>
          <p:cNvSpPr>
            <a:spLocks xmlns:a="http://schemas.openxmlformats.org/drawingml/2006/main" noGrp="1"/>
          </p:cNvSpPr>
          <p:nvPr/>
        </p:nvSpPr>
        <p:spPr>
          <a:xfrm xmlns:a="http://schemas.openxmlformats.org/drawingml/2006/main">
            <a:off x="7458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4" name="">
            <a:extLst xmlns:a="http://schemas.openxmlformats.org/drawingml/2006/main">
              <a:ext uri="{FF2B5EF4-FFF2-40B4-BE49-F238E27FC236}">
                <a16:creationId xmlns:a16="http://schemas.microsoft.com/office/drawing/2014/main" id="{B52B4F81-A9CC-445F-9B9B-96D238268F9C}"/>
              </a:ext>
            </a:extLst>
          </p:cNvPr>
          <p:cNvSpPr>
            <a:spLocks xmlns:a="http://schemas.openxmlformats.org/drawingml/2006/main" noGrp="1"/>
          </p:cNvSpPr>
          <p:nvPr/>
        </p:nvSpPr>
        <p:spPr>
          <a:xfrm xmlns:a="http://schemas.openxmlformats.org/drawingml/2006/main">
            <a:off x="4572000" y="4238625"/>
            <a:ext cx="2952750" cy="9525"/>
          </a:xfrm>
          <a:custGeom xmlns:a="http://schemas.openxmlformats.org/drawingml/2006/main">
            <a:pathLst>
              <a:path w="2952750" h="9525">
                <a:moveTo>
                  <a:pt x="2952750" y="0"/>
                </a:moveTo>
                <a:lnTo>
                  <a:pt x="0" y="0"/>
                </a:lnTo>
              </a:path>
            </a:pathLst>
          </a:custGeom>
          <a:noFill xmlns:a="http://schemas.openxmlformats.org/drawingml/2006/main"/>
          <a:ln xmlns:a="http://schemas.openxmlformats.org/drawingml/2006/main" w="13335">
            <a:solidFill>
              <a:srgbClr val="71818B"/>
            </a:solidFill>
          </a:ln>
        </p:spPr>
      </p:sp>
      <p:sp>
        <p:nvSpPr>
          <p:cNvPr id="55" name="">
            <a:extLst xmlns:a="http://schemas.openxmlformats.org/drawingml/2006/main">
              <a:ext uri="{FF2B5EF4-FFF2-40B4-BE49-F238E27FC236}">
                <a16:creationId xmlns:a16="http://schemas.microsoft.com/office/drawing/2014/main" id="{97292F34-1D47-4904-8792-62B8859E4E21}"/>
              </a:ext>
            </a:extLst>
          </p:cNvPr>
          <p:cNvSpPr>
            <a:spLocks xmlns:a="http://schemas.openxmlformats.org/drawingml/2006/main" noGrp="1"/>
          </p:cNvSpPr>
          <p:nvPr/>
        </p:nvSpPr>
        <p:spPr>
          <a:xfrm xmlns:a="http://schemas.openxmlformats.org/drawingml/2006/main">
            <a:off x="457200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6" name="">
            <a:extLst xmlns:a="http://schemas.openxmlformats.org/drawingml/2006/main">
              <a:ext uri="{FF2B5EF4-FFF2-40B4-BE49-F238E27FC236}">
                <a16:creationId xmlns:a16="http://schemas.microsoft.com/office/drawing/2014/main" id="{9B72A3B5-8979-4B23-A1E1-E481974DB999}"/>
              </a:ext>
            </a:extLst>
          </p:cNvPr>
          <p:cNvSpPr>
            <a:spLocks xmlns:a="http://schemas.openxmlformats.org/drawingml/2006/main" noGrp="1"/>
          </p:cNvSpPr>
          <p:nvPr/>
        </p:nvSpPr>
        <p:spPr>
          <a:xfrm xmlns:a="http://schemas.openxmlformats.org/drawingml/2006/main">
            <a:off x="4572000" y="42862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0.60 m</a:t>
            </a:r>
          </a:p>
        </p:txBody>
      </p:sp>
      <p:sp>
        <p:nvSpPr>
          <p:cNvPr id="57" name="">
            <a:extLst xmlns:a="http://schemas.openxmlformats.org/drawingml/2006/main">
              <a:ext uri="{FF2B5EF4-FFF2-40B4-BE49-F238E27FC236}">
                <a16:creationId xmlns:a16="http://schemas.microsoft.com/office/drawing/2014/main" id="{384ADC55-432B-4E89-9A55-B8BE96EA0FDE}"/>
              </a:ext>
            </a:extLst>
          </p:cNvPr>
          <p:cNvSpPr>
            <a:spLocks xmlns:a="http://schemas.openxmlformats.org/drawingml/2006/main" noGrp="1"/>
          </p:cNvSpPr>
          <p:nvPr/>
        </p:nvSpPr>
        <p:spPr>
          <a:xfrm xmlns:a="http://schemas.openxmlformats.org/drawingml/2006/main">
            <a:off x="8239125" y="1666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② 鉛直力のつり合い</a:t>
            </a:r>
          </a:p>
        </p:txBody>
      </p:sp>
      <p:sp>
        <p:nvSpPr>
          <p:cNvPr id="58" name="">
            <a:extLst xmlns:a="http://schemas.openxmlformats.org/drawingml/2006/main">
              <a:ext uri="{FF2B5EF4-FFF2-40B4-BE49-F238E27FC236}">
                <a16:creationId xmlns:a16="http://schemas.microsoft.com/office/drawing/2014/main" id="{7DC395AE-DD65-4DDB-8A03-C4382564200D}"/>
              </a:ext>
            </a:extLst>
          </p:cNvPr>
          <p:cNvSpPr>
            <a:spLocks xmlns:a="http://schemas.openxmlformats.org/drawingml/2006/main" noGrp="1"/>
          </p:cNvSpPr>
          <p:nvPr/>
        </p:nvSpPr>
        <p:spPr>
          <a:xfrm xmlns:a="http://schemas.openxmlformats.org/drawingml/2006/main">
            <a:off x="8239125" y="2143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RA + RB − 200 = 0</a:t>
            </a:r>
          </a:p>
        </p:txBody>
      </p:sp>
      <p:sp>
        <p:nvSpPr>
          <p:cNvPr id="59" name="">
            <a:extLst xmlns:a="http://schemas.openxmlformats.org/drawingml/2006/main">
              <a:ext uri="{FF2B5EF4-FFF2-40B4-BE49-F238E27FC236}">
                <a16:creationId xmlns:a16="http://schemas.microsoft.com/office/drawing/2014/main" id="{2A927618-7605-4290-9D58-A7BAA964B507}"/>
              </a:ext>
            </a:extLst>
          </p:cNvPr>
          <p:cNvSpPr>
            <a:spLocks xmlns:a="http://schemas.openxmlformats.org/drawingml/2006/main" noGrp="1"/>
          </p:cNvSpPr>
          <p:nvPr/>
        </p:nvSpPr>
        <p:spPr>
          <a:xfrm xmlns:a="http://schemas.openxmlformats.org/drawingml/2006/main">
            <a:off x="8239125" y="30003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③ Aまわりのつり合い</a:t>
            </a:r>
          </a:p>
        </p:txBody>
      </p:sp>
      <p:sp>
        <p:nvSpPr>
          <p:cNvPr id="60" name="">
            <a:extLst xmlns:a="http://schemas.openxmlformats.org/drawingml/2006/main">
              <a:ext uri="{FF2B5EF4-FFF2-40B4-BE49-F238E27FC236}">
                <a16:creationId xmlns:a16="http://schemas.microsoft.com/office/drawing/2014/main" id="{067F53BF-F7D4-44FC-9505-5BEFA054D28B}"/>
              </a:ext>
            </a:extLst>
          </p:cNvPr>
          <p:cNvSpPr>
            <a:spLocks xmlns:a="http://schemas.openxmlformats.org/drawingml/2006/main" noGrp="1"/>
          </p:cNvSpPr>
          <p:nvPr/>
        </p:nvSpPr>
        <p:spPr>
          <a:xfrm xmlns:a="http://schemas.openxmlformats.org/drawingml/2006/main">
            <a:off x="8239125" y="34766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1.2RB − 200×0.60 = 0</a:t>
            </a:r>
          </a:p>
        </p:txBody>
      </p:sp>
      <p:sp>
        <p:nvSpPr>
          <p:cNvPr id="61" name="">
            <a:extLst xmlns:a="http://schemas.openxmlformats.org/drawingml/2006/main">
              <a:ext uri="{FF2B5EF4-FFF2-40B4-BE49-F238E27FC236}">
                <a16:creationId xmlns:a16="http://schemas.microsoft.com/office/drawing/2014/main" id="{6602E061-3982-476F-B6AE-1F2162527F5C}"/>
              </a:ext>
            </a:extLst>
          </p:cNvPr>
          <p:cNvSpPr>
            <a:spLocks xmlns:a="http://schemas.openxmlformats.org/drawingml/2006/main" noGrp="1"/>
          </p:cNvSpPr>
          <p:nvPr/>
        </p:nvSpPr>
        <p:spPr>
          <a:xfrm xmlns:a="http://schemas.openxmlformats.org/drawingml/2006/main">
            <a:off x="8239125" y="4429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RB = 100 N</a:t>
            </a:r>
          </a:p>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RA = 100 N</a:t>
            </a:r>
          </a:p>
        </p:txBody>
      </p:sp>
      <p:sp>
        <p:nvSpPr>
          <p:cNvPr id="62" name="">
            <a:extLst xmlns:a="http://schemas.openxmlformats.org/drawingml/2006/main">
              <a:ext uri="{FF2B5EF4-FFF2-40B4-BE49-F238E27FC236}">
                <a16:creationId xmlns:a16="http://schemas.microsoft.com/office/drawing/2014/main" id="{B0013C7B-CC94-4D57-9DE0-5D02B6775C0D}"/>
              </a:ext>
            </a:extLst>
          </p:cNvPr>
          <p:cNvSpPr>
            <a:spLocks xmlns:a="http://schemas.openxmlformats.org/drawingml/2006/main" noGrp="1"/>
          </p:cNvSpPr>
          <p:nvPr/>
        </p:nvSpPr>
        <p:spPr>
          <a:xfrm xmlns:a="http://schemas.openxmlformats.org/drawingml/2006/main">
            <a:off x="809625" y="5095875"/>
            <a:ext cx="704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① 外力図の距離を、③の式の各項に対応させる。</a:t>
            </a:r>
          </a:p>
        </p:txBody>
      </p:sp>
      <p:sp>
        <p:nvSpPr>
          <p:cNvPr id="63" name="">
            <a:extLst xmlns:a="http://schemas.openxmlformats.org/drawingml/2006/main">
              <a:ext uri="{FF2B5EF4-FFF2-40B4-BE49-F238E27FC236}">
                <a16:creationId xmlns:a16="http://schemas.microsoft.com/office/drawing/2014/main" id="{BDEE9D8E-F086-4E85-A200-6C87A2C67F46}"/>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⑤ Bまわり：−100×1.2 + 200×0.60 = 0。反力の合計も200 N。</a:t>
            </a:r>
          </a:p>
        </p:txBody>
      </p:sp>
    </p:spTree>
    <p:extLst>
      <p:ext uri="{BB962C8B-B14F-4D97-AF65-F5344CB8AC3E}">
        <p14:creationId xmlns:p14="http://schemas.microsoft.com/office/powerpoint/2010/main" val="166708503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17FEA17-E312-4A4E-9794-AA466039196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　偏った荷重の反力〔手順付き〕</a:t>
            </a:r>
          </a:p>
        </p:txBody>
      </p:sp>
      <p:cxnSp>
        <p:nvCxnSpPr>
          <p:cNvPr id="2" name="">
            <a:extLst xmlns:a="http://schemas.openxmlformats.org/drawingml/2006/main">
              <a:ext uri="{FF2B5EF4-FFF2-40B4-BE49-F238E27FC236}">
                <a16:creationId xmlns:a16="http://schemas.microsoft.com/office/drawing/2014/main" id="{77F06447-86EA-46F9-8A85-85E6436ADB59}"/>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80ADB31-B63B-4C1A-9946-9617BCA6F1E3}"/>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41A6B67F-3D6B-4EEF-BB4D-034CE221AB0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12 / 49</a:t>
            </a:r>
          </a:p>
        </p:txBody>
      </p:sp>
      <p:sp>
        <p:nvSpPr>
          <p:cNvPr id="26" name="">
            <a:extLst xmlns:a="http://schemas.openxmlformats.org/drawingml/2006/main">
              <a:ext uri="{FF2B5EF4-FFF2-40B4-BE49-F238E27FC236}">
                <a16:creationId xmlns:a16="http://schemas.microsoft.com/office/drawing/2014/main" id="{36975677-AC6F-477E-9DAC-7112948A1287}"/>
              </a:ext>
            </a:extLst>
          </p:cNvPr>
          <p:cNvSpPr>
            <a:spLocks xmlns:a="http://schemas.openxmlformats.org/drawingml/2006/main" noGrp="1"/>
          </p:cNvSpPr>
          <p:nvPr/>
        </p:nvSpPr>
        <p:spPr>
          <a:xfrm xmlns:a="http://schemas.openxmlformats.org/drawingml/2006/main">
            <a:off x="1619250" y="2667000"/>
            <a:ext cx="590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9830F9E2-9386-4604-99C9-69A42BD3950E}"/>
              </a:ext>
            </a:extLst>
          </p:cNvPr>
          <p:cNvSpPr>
            <a:spLocks xmlns:a="http://schemas.openxmlformats.org/drawingml/2006/main" noGrp="1"/>
          </p:cNvSpPr>
          <p:nvPr/>
        </p:nvSpPr>
        <p:spPr>
          <a:xfrm xmlns:a="http://schemas.openxmlformats.org/drawingml/2006/main">
            <a:off x="1457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8" name="">
            <a:extLst xmlns:a="http://schemas.openxmlformats.org/drawingml/2006/main">
              <a:ext uri="{FF2B5EF4-FFF2-40B4-BE49-F238E27FC236}">
                <a16:creationId xmlns:a16="http://schemas.microsoft.com/office/drawing/2014/main" id="{3C6BAEF6-280F-4786-9BEB-4B5E9B63B3EA}"/>
              </a:ext>
            </a:extLst>
          </p:cNvPr>
          <p:cNvSpPr>
            <a:spLocks xmlns:a="http://schemas.openxmlformats.org/drawingml/2006/main" noGrp="1"/>
          </p:cNvSpPr>
          <p:nvPr/>
        </p:nvSpPr>
        <p:spPr>
          <a:xfrm xmlns:a="http://schemas.openxmlformats.org/drawingml/2006/main">
            <a:off x="1343025" y="3133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9" name="">
            <a:extLst xmlns:a="http://schemas.openxmlformats.org/drawingml/2006/main">
              <a:ext uri="{FF2B5EF4-FFF2-40B4-BE49-F238E27FC236}">
                <a16:creationId xmlns:a16="http://schemas.microsoft.com/office/drawing/2014/main" id="{5C791058-F652-4456-B51E-BF233C3D5EBE}"/>
              </a:ext>
            </a:extLst>
          </p:cNvPr>
          <p:cNvSpPr>
            <a:spLocks xmlns:a="http://schemas.openxmlformats.org/drawingml/2006/main" noGrp="1"/>
          </p:cNvSpPr>
          <p:nvPr/>
        </p:nvSpPr>
        <p:spPr>
          <a:xfrm xmlns:a="http://schemas.openxmlformats.org/drawingml/2006/main">
            <a:off x="73628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0" name="">
            <a:extLst xmlns:a="http://schemas.openxmlformats.org/drawingml/2006/main">
              <a:ext uri="{FF2B5EF4-FFF2-40B4-BE49-F238E27FC236}">
                <a16:creationId xmlns:a16="http://schemas.microsoft.com/office/drawing/2014/main" id="{7B5A5688-425C-47FA-BEED-2E9626954C2F}"/>
              </a:ext>
            </a:extLst>
          </p:cNvPr>
          <p:cNvSpPr>
            <a:spLocks xmlns:a="http://schemas.openxmlformats.org/drawingml/2006/main" noGrp="1"/>
          </p:cNvSpPr>
          <p:nvPr/>
        </p:nvSpPr>
        <p:spPr>
          <a:xfrm xmlns:a="http://schemas.openxmlformats.org/drawingml/2006/main">
            <a:off x="74009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68EC7F44-7AB8-4599-BA7D-7EC5E1CC41EC}"/>
              </a:ext>
            </a:extLst>
          </p:cNvPr>
          <p:cNvSpPr>
            <a:spLocks xmlns:a="http://schemas.openxmlformats.org/drawingml/2006/main" noGrp="1"/>
          </p:cNvSpPr>
          <p:nvPr/>
        </p:nvSpPr>
        <p:spPr>
          <a:xfrm xmlns:a="http://schemas.openxmlformats.org/drawingml/2006/main">
            <a:off x="75533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2" name="">
            <a:extLst xmlns:a="http://schemas.openxmlformats.org/drawingml/2006/main">
              <a:ext uri="{FF2B5EF4-FFF2-40B4-BE49-F238E27FC236}">
                <a16:creationId xmlns:a16="http://schemas.microsoft.com/office/drawing/2014/main" id="{E9360821-9C96-4C84-A62A-A0C046A6CA1F}"/>
              </a:ext>
            </a:extLst>
          </p:cNvPr>
          <p:cNvSpPr>
            <a:spLocks xmlns:a="http://schemas.openxmlformats.org/drawingml/2006/main" noGrp="1"/>
          </p:cNvSpPr>
          <p:nvPr/>
        </p:nvSpPr>
        <p:spPr>
          <a:xfrm xmlns:a="http://schemas.openxmlformats.org/drawingml/2006/main">
            <a:off x="7248525" y="3209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3" name="">
            <a:extLst xmlns:a="http://schemas.openxmlformats.org/drawingml/2006/main">
              <a:ext uri="{FF2B5EF4-FFF2-40B4-BE49-F238E27FC236}">
                <a16:creationId xmlns:a16="http://schemas.microsoft.com/office/drawing/2014/main" id="{8CEEE17B-0D96-4067-9C29-6405FF67A1C8}"/>
              </a:ext>
            </a:extLst>
          </p:cNvPr>
          <p:cNvSpPr>
            <a:spLocks xmlns:a="http://schemas.openxmlformats.org/drawingml/2006/main" noGrp="1"/>
          </p:cNvSpPr>
          <p:nvPr/>
        </p:nvSpPr>
        <p:spPr>
          <a:xfrm xmlns:a="http://schemas.openxmlformats.org/drawingml/2006/main">
            <a:off x="3587750" y="2047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4" name="">
            <a:extLst xmlns:a="http://schemas.openxmlformats.org/drawingml/2006/main">
              <a:ext uri="{FF2B5EF4-FFF2-40B4-BE49-F238E27FC236}">
                <a16:creationId xmlns:a16="http://schemas.microsoft.com/office/drawing/2014/main" id="{BA31FB9D-07D0-4C0C-A734-98E2B6D15D50}"/>
              </a:ext>
            </a:extLst>
          </p:cNvPr>
          <p:cNvSpPr>
            <a:spLocks xmlns:a="http://schemas.openxmlformats.org/drawingml/2006/main" noGrp="1"/>
          </p:cNvSpPr>
          <p:nvPr/>
        </p:nvSpPr>
        <p:spPr>
          <a:xfrm xmlns:a="http://schemas.openxmlformats.org/drawingml/2006/main">
            <a:off x="3547745" y="2533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5" name="">
            <a:extLst xmlns:a="http://schemas.openxmlformats.org/drawingml/2006/main">
              <a:ext uri="{FF2B5EF4-FFF2-40B4-BE49-F238E27FC236}">
                <a16:creationId xmlns:a16="http://schemas.microsoft.com/office/drawing/2014/main" id="{5A10D6D8-A74F-40B7-B05D-031D50093061}"/>
              </a:ext>
            </a:extLst>
          </p:cNvPr>
          <p:cNvSpPr>
            <a:spLocks xmlns:a="http://schemas.openxmlformats.org/drawingml/2006/main" noGrp="1"/>
          </p:cNvSpPr>
          <p:nvPr/>
        </p:nvSpPr>
        <p:spPr>
          <a:xfrm xmlns:a="http://schemas.openxmlformats.org/drawingml/2006/main">
            <a:off x="2968625" y="1571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300 N</a:t>
            </a:r>
          </a:p>
        </p:txBody>
      </p:sp>
      <p:sp>
        <p:nvSpPr>
          <p:cNvPr id="36" name="">
            <a:extLst xmlns:a="http://schemas.openxmlformats.org/drawingml/2006/main">
              <a:ext uri="{FF2B5EF4-FFF2-40B4-BE49-F238E27FC236}">
                <a16:creationId xmlns:a16="http://schemas.microsoft.com/office/drawing/2014/main" id="{4D4EC93A-2773-44E6-A501-86E9614AF306}"/>
              </a:ext>
            </a:extLst>
          </p:cNvPr>
          <p:cNvSpPr>
            <a:spLocks xmlns:a="http://schemas.openxmlformats.org/drawingml/2006/main" noGrp="1"/>
          </p:cNvSpPr>
          <p:nvPr/>
        </p:nvSpPr>
        <p:spPr>
          <a:xfrm xmlns:a="http://schemas.openxmlformats.org/drawingml/2006/main">
            <a:off x="1000125" y="2962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37" name="">
            <a:extLst xmlns:a="http://schemas.openxmlformats.org/drawingml/2006/main">
              <a:ext uri="{FF2B5EF4-FFF2-40B4-BE49-F238E27FC236}">
                <a16:creationId xmlns:a16="http://schemas.microsoft.com/office/drawing/2014/main" id="{3D7BA36C-1CBC-411B-A2FB-B49DA67E431E}"/>
              </a:ext>
            </a:extLst>
          </p:cNvPr>
          <p:cNvSpPr>
            <a:spLocks xmlns:a="http://schemas.openxmlformats.org/drawingml/2006/main" noGrp="1"/>
          </p:cNvSpPr>
          <p:nvPr/>
        </p:nvSpPr>
        <p:spPr>
          <a:xfrm xmlns:a="http://schemas.openxmlformats.org/drawingml/2006/main">
            <a:off x="7839075" y="3028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38" name="">
            <a:extLst xmlns:a="http://schemas.openxmlformats.org/drawingml/2006/main">
              <a:ext uri="{FF2B5EF4-FFF2-40B4-BE49-F238E27FC236}">
                <a16:creationId xmlns:a16="http://schemas.microsoft.com/office/drawing/2014/main" id="{C5A8D49E-3D04-4A56-9A24-F6A14C7B7EB5}"/>
              </a:ext>
            </a:extLst>
          </p:cNvPr>
          <p:cNvSpPr>
            <a:spLocks xmlns:a="http://schemas.openxmlformats.org/drawingml/2006/main" noGrp="1"/>
          </p:cNvSpPr>
          <p:nvPr/>
        </p:nvSpPr>
        <p:spPr>
          <a:xfrm xmlns:a="http://schemas.openxmlformats.org/drawingml/2006/main">
            <a:off x="16192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39" name="">
            <a:extLst xmlns:a="http://schemas.openxmlformats.org/drawingml/2006/main">
              <a:ext uri="{FF2B5EF4-FFF2-40B4-BE49-F238E27FC236}">
                <a16:creationId xmlns:a16="http://schemas.microsoft.com/office/drawing/2014/main" id="{0596B29F-D191-4420-A238-3A6C16722431}"/>
              </a:ext>
            </a:extLst>
          </p:cNvPr>
          <p:cNvSpPr>
            <a:spLocks xmlns:a="http://schemas.openxmlformats.org/drawingml/2006/main" noGrp="1"/>
          </p:cNvSpPr>
          <p:nvPr/>
        </p:nvSpPr>
        <p:spPr>
          <a:xfrm xmlns:a="http://schemas.openxmlformats.org/drawingml/2006/main">
            <a:off x="15792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0" name="">
            <a:extLst xmlns:a="http://schemas.openxmlformats.org/drawingml/2006/main">
              <a:ext uri="{FF2B5EF4-FFF2-40B4-BE49-F238E27FC236}">
                <a16:creationId xmlns:a16="http://schemas.microsoft.com/office/drawing/2014/main" id="{7EF94E3F-773E-4DE8-BD9F-EA16820C1024}"/>
              </a:ext>
            </a:extLst>
          </p:cNvPr>
          <p:cNvSpPr>
            <a:spLocks xmlns:a="http://schemas.openxmlformats.org/drawingml/2006/main" noGrp="1"/>
          </p:cNvSpPr>
          <p:nvPr/>
        </p:nvSpPr>
        <p:spPr>
          <a:xfrm xmlns:a="http://schemas.openxmlformats.org/drawingml/2006/main">
            <a:off x="80962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RA</a:t>
            </a:r>
          </a:p>
        </p:txBody>
      </p:sp>
      <p:sp>
        <p:nvSpPr>
          <p:cNvPr id="41" name="">
            <a:extLst xmlns:a="http://schemas.openxmlformats.org/drawingml/2006/main">
              <a:ext uri="{FF2B5EF4-FFF2-40B4-BE49-F238E27FC236}">
                <a16:creationId xmlns:a16="http://schemas.microsoft.com/office/drawing/2014/main" id="{769B8058-E790-47FA-A9BD-40908983A7F6}"/>
              </a:ext>
            </a:extLst>
          </p:cNvPr>
          <p:cNvSpPr>
            <a:spLocks xmlns:a="http://schemas.openxmlformats.org/drawingml/2006/main" noGrp="1"/>
          </p:cNvSpPr>
          <p:nvPr/>
        </p:nvSpPr>
        <p:spPr>
          <a:xfrm xmlns:a="http://schemas.openxmlformats.org/drawingml/2006/main">
            <a:off x="75247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2" name="">
            <a:extLst xmlns:a="http://schemas.openxmlformats.org/drawingml/2006/main">
              <a:ext uri="{FF2B5EF4-FFF2-40B4-BE49-F238E27FC236}">
                <a16:creationId xmlns:a16="http://schemas.microsoft.com/office/drawing/2014/main" id="{27E21465-5481-43D4-B062-A0D30623DA37}"/>
              </a:ext>
            </a:extLst>
          </p:cNvPr>
          <p:cNvSpPr>
            <a:spLocks xmlns:a="http://schemas.openxmlformats.org/drawingml/2006/main" noGrp="1"/>
          </p:cNvSpPr>
          <p:nvPr/>
        </p:nvSpPr>
        <p:spPr>
          <a:xfrm xmlns:a="http://schemas.openxmlformats.org/drawingml/2006/main">
            <a:off x="74847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3" name="">
            <a:extLst xmlns:a="http://schemas.openxmlformats.org/drawingml/2006/main">
              <a:ext uri="{FF2B5EF4-FFF2-40B4-BE49-F238E27FC236}">
                <a16:creationId xmlns:a16="http://schemas.microsoft.com/office/drawing/2014/main" id="{68830300-E1C5-40E7-A2E0-10851D85BBB4}"/>
              </a:ext>
            </a:extLst>
          </p:cNvPr>
          <p:cNvSpPr>
            <a:spLocks xmlns:a="http://schemas.openxmlformats.org/drawingml/2006/main" noGrp="1"/>
          </p:cNvSpPr>
          <p:nvPr/>
        </p:nvSpPr>
        <p:spPr>
          <a:xfrm xmlns:a="http://schemas.openxmlformats.org/drawingml/2006/main">
            <a:off x="681037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RB</a:t>
            </a:r>
          </a:p>
        </p:txBody>
      </p:sp>
      <p:sp>
        <p:nvSpPr>
          <p:cNvPr id="44" name="">
            <a:extLst xmlns:a="http://schemas.openxmlformats.org/drawingml/2006/main">
              <a:ext uri="{FF2B5EF4-FFF2-40B4-BE49-F238E27FC236}">
                <a16:creationId xmlns:a16="http://schemas.microsoft.com/office/drawing/2014/main" id="{C607CE4E-0FE7-4542-A6BC-B0920B2C7522}"/>
              </a:ext>
            </a:extLst>
          </p:cNvPr>
          <p:cNvSpPr>
            <a:spLocks xmlns:a="http://schemas.openxmlformats.org/drawingml/2006/main" noGrp="1"/>
          </p:cNvSpPr>
          <p:nvPr/>
        </p:nvSpPr>
        <p:spPr>
          <a:xfrm xmlns:a="http://schemas.openxmlformats.org/drawingml/2006/main">
            <a:off x="1619250" y="4238625"/>
            <a:ext cx="1968500" cy="9525"/>
          </a:xfrm>
          <a:custGeom xmlns:a="http://schemas.openxmlformats.org/drawingml/2006/main">
            <a:pathLst>
              <a:path w="1968500" h="9525">
                <a:moveTo>
                  <a:pt x="0" y="0"/>
                </a:moveTo>
                <a:lnTo>
                  <a:pt x="1968500" y="0"/>
                </a:lnTo>
              </a:path>
            </a:pathLst>
          </a:custGeom>
          <a:noFill xmlns:a="http://schemas.openxmlformats.org/drawingml/2006/main"/>
          <a:ln xmlns:a="http://schemas.openxmlformats.org/drawingml/2006/main" w="13335">
            <a:solidFill>
              <a:srgbClr val="C4483C"/>
            </a:solidFill>
          </a:ln>
        </p:spPr>
      </p:sp>
      <p:sp>
        <p:nvSpPr>
          <p:cNvPr id="45" name="">
            <a:extLst xmlns:a="http://schemas.openxmlformats.org/drawingml/2006/main">
              <a:ext uri="{FF2B5EF4-FFF2-40B4-BE49-F238E27FC236}">
                <a16:creationId xmlns:a16="http://schemas.microsoft.com/office/drawing/2014/main" id="{E8761C41-1D7C-4961-98A7-1D886A77CEB0}"/>
              </a:ext>
            </a:extLst>
          </p:cNvPr>
          <p:cNvSpPr>
            <a:spLocks xmlns:a="http://schemas.openxmlformats.org/drawingml/2006/main" noGrp="1"/>
          </p:cNvSpPr>
          <p:nvPr/>
        </p:nvSpPr>
        <p:spPr>
          <a:xfrm xmlns:a="http://schemas.openxmlformats.org/drawingml/2006/main">
            <a:off x="3521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46" name="">
            <a:extLst xmlns:a="http://schemas.openxmlformats.org/drawingml/2006/main">
              <a:ext uri="{FF2B5EF4-FFF2-40B4-BE49-F238E27FC236}">
                <a16:creationId xmlns:a16="http://schemas.microsoft.com/office/drawing/2014/main" id="{A1DA14B4-4D19-4B80-B831-40AC68BAEA10}"/>
              </a:ext>
            </a:extLst>
          </p:cNvPr>
          <p:cNvSpPr>
            <a:spLocks xmlns:a="http://schemas.openxmlformats.org/drawingml/2006/main" noGrp="1"/>
          </p:cNvSpPr>
          <p:nvPr/>
        </p:nvSpPr>
        <p:spPr>
          <a:xfrm xmlns:a="http://schemas.openxmlformats.org/drawingml/2006/main">
            <a:off x="1619250" y="4238625"/>
            <a:ext cx="1968500" cy="9525"/>
          </a:xfrm>
          <a:custGeom xmlns:a="http://schemas.openxmlformats.org/drawingml/2006/main">
            <a:pathLst>
              <a:path w="1968500" h="9525">
                <a:moveTo>
                  <a:pt x="1968500" y="0"/>
                </a:moveTo>
                <a:lnTo>
                  <a:pt x="0" y="0"/>
                </a:lnTo>
              </a:path>
            </a:pathLst>
          </a:custGeom>
          <a:noFill xmlns:a="http://schemas.openxmlformats.org/drawingml/2006/main"/>
          <a:ln xmlns:a="http://schemas.openxmlformats.org/drawingml/2006/main" w="13335">
            <a:solidFill>
              <a:srgbClr val="C4483C"/>
            </a:solidFill>
          </a:ln>
        </p:spPr>
      </p:sp>
      <p:sp>
        <p:nvSpPr>
          <p:cNvPr id="47" name="">
            <a:extLst xmlns:a="http://schemas.openxmlformats.org/drawingml/2006/main">
              <a:ext uri="{FF2B5EF4-FFF2-40B4-BE49-F238E27FC236}">
                <a16:creationId xmlns:a16="http://schemas.microsoft.com/office/drawing/2014/main" id="{3FC73CEA-7C62-4F27-8504-CF4884847054}"/>
              </a:ext>
            </a:extLst>
          </p:cNvPr>
          <p:cNvSpPr>
            <a:spLocks xmlns:a="http://schemas.openxmlformats.org/drawingml/2006/main" noGrp="1"/>
          </p:cNvSpPr>
          <p:nvPr/>
        </p:nvSpPr>
        <p:spPr>
          <a:xfrm xmlns:a="http://schemas.openxmlformats.org/drawingml/2006/main">
            <a:off x="16192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48" name="">
            <a:extLst xmlns:a="http://schemas.openxmlformats.org/drawingml/2006/main">
              <a:ext uri="{FF2B5EF4-FFF2-40B4-BE49-F238E27FC236}">
                <a16:creationId xmlns:a16="http://schemas.microsoft.com/office/drawing/2014/main" id="{2C97196F-C5E6-493E-9C2A-13DC91D7947A}"/>
              </a:ext>
            </a:extLst>
          </p:cNvPr>
          <p:cNvSpPr>
            <a:spLocks xmlns:a="http://schemas.openxmlformats.org/drawingml/2006/main" noGrp="1"/>
          </p:cNvSpPr>
          <p:nvPr/>
        </p:nvSpPr>
        <p:spPr>
          <a:xfrm xmlns:a="http://schemas.openxmlformats.org/drawingml/2006/main">
            <a:off x="1619250" y="4286250"/>
            <a:ext cx="196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C4483C"/>
                </a:solidFill>
                <a:latin typeface="Yu Gothic"/>
                <a:ea typeface="Yu Gothic"/>
                <a:cs typeface="Yu Gothic"/>
              </a:defRPr>
            </a:defPPr>
            <a:lvl1pPr algn="ctr">
              <a:buNone/>
              <a:defRPr sz="1725" b="0">
                <a:solidFill>
                  <a:srgbClr val="C4483C"/>
                </a:solidFill>
                <a:latin typeface="Yu Gothic"/>
                <a:ea typeface="Yu Gothic"/>
                <a:cs typeface="Yu Gothic"/>
              </a:defRPr>
            </a:lvl1pPr>
            <a:lvl2pPr algn="ctr">
              <a:buNone/>
              <a:defRPr sz="1725" b="0">
                <a:solidFill>
                  <a:srgbClr val="C4483C"/>
                </a:solidFill>
                <a:latin typeface="Yu Gothic"/>
                <a:ea typeface="Yu Gothic"/>
                <a:cs typeface="Yu Gothic"/>
              </a:defRPr>
            </a:lvl2pPr>
            <a:lvl3pPr algn="ctr">
              <a:buNone/>
              <a:defRPr sz="1725" b="0">
                <a:solidFill>
                  <a:srgbClr val="C4483C"/>
                </a:solidFill>
                <a:latin typeface="Yu Gothic"/>
                <a:ea typeface="Yu Gothic"/>
                <a:cs typeface="Yu Gothic"/>
              </a:defRPr>
            </a:lvl3pPr>
            <a:lvl4pPr algn="ctr">
              <a:buNone/>
              <a:defRPr sz="1725" b="0">
                <a:solidFill>
                  <a:srgbClr val="C4483C"/>
                </a:solidFill>
                <a:latin typeface="Yu Gothic"/>
                <a:ea typeface="Yu Gothic"/>
                <a:cs typeface="Yu Gothic"/>
              </a:defRPr>
            </a:lvl4pPr>
            <a:lvl5pPr algn="ctr">
              <a:buNone/>
              <a:defRPr sz="1725" b="0">
                <a:solidFill>
                  <a:srgbClr val="C4483C"/>
                </a:solidFill>
                <a:latin typeface="Yu Gothic"/>
                <a:ea typeface="Yu Gothic"/>
                <a:cs typeface="Yu Gothic"/>
              </a:defRPr>
            </a:lvl5pPr>
            <a:lvl6pPr algn="ctr">
              <a:buNone/>
              <a:defRPr sz="1725" b="0">
                <a:solidFill>
                  <a:srgbClr val="C4483C"/>
                </a:solidFill>
                <a:latin typeface="Yu Gothic"/>
                <a:ea typeface="Yu Gothic"/>
                <a:cs typeface="Yu Gothic"/>
              </a:defRPr>
            </a:lvl6pPr>
            <a:lvl7pPr algn="ctr">
              <a:buNone/>
              <a:defRPr sz="1725" b="0">
                <a:solidFill>
                  <a:srgbClr val="C4483C"/>
                </a:solidFill>
                <a:latin typeface="Yu Gothic"/>
                <a:ea typeface="Yu Gothic"/>
                <a:cs typeface="Yu Gothic"/>
              </a:defRPr>
            </a:lvl7pPr>
            <a:lvl8pPr algn="ctr">
              <a:buNone/>
              <a:defRPr sz="1725" b="0">
                <a:solidFill>
                  <a:srgbClr val="C4483C"/>
                </a:solidFill>
                <a:latin typeface="Yu Gothic"/>
                <a:ea typeface="Yu Gothic"/>
                <a:cs typeface="Yu Gothic"/>
              </a:defRPr>
            </a:lvl8pPr>
            <a:lvl9pPr algn="ctr">
              <a:buNone/>
              <a:defRPr sz="1725" b="0">
                <a:solidFill>
                  <a:srgbClr val="C4483C"/>
                </a:solidFill>
                <a:latin typeface="Yu Gothic"/>
                <a:ea typeface="Yu Gothic"/>
                <a:cs typeface="Yu Gothic"/>
              </a:defRPr>
            </a:lvl9pPr>
          </a:lstStyle>
          <a:p xmlns:a="http://schemas.openxmlformats.org/drawingml/2006/main">
            <a:pPr algn="ctr">
              <a:buNone/>
              <a:defRPr sz="1725" b="0">
                <a:solidFill>
                  <a:srgbClr val="C4483C"/>
                </a:solidFill>
                <a:latin typeface="Yu Gothic"/>
                <a:ea typeface="Yu Gothic"/>
                <a:cs typeface="Yu Gothic"/>
              </a:defRPr>
            </a:pPr>
            <a:r>
              <a:rPr sz="1725" b="0">
                <a:solidFill>
                  <a:srgbClr val="C4483C"/>
                </a:solidFill>
                <a:latin typeface="Yu Gothic"/>
                <a:ea typeface="Yu Gothic"/>
                <a:cs typeface="Yu Gothic"/>
              </a:rPr>
              <a:t>0.40 m</a:t>
            </a:r>
          </a:p>
        </p:txBody>
      </p:sp>
      <p:sp>
        <p:nvSpPr>
          <p:cNvPr id="49" name="">
            <a:extLst xmlns:a="http://schemas.openxmlformats.org/drawingml/2006/main">
              <a:ext uri="{FF2B5EF4-FFF2-40B4-BE49-F238E27FC236}">
                <a16:creationId xmlns:a16="http://schemas.microsoft.com/office/drawing/2014/main" id="{92756095-E12E-4912-9FCB-CFB953217334}"/>
              </a:ext>
            </a:extLst>
          </p:cNvPr>
          <p:cNvSpPr>
            <a:spLocks xmlns:a="http://schemas.openxmlformats.org/drawingml/2006/main" noGrp="1"/>
          </p:cNvSpPr>
          <p:nvPr/>
        </p:nvSpPr>
        <p:spPr>
          <a:xfrm xmlns:a="http://schemas.openxmlformats.org/drawingml/2006/main">
            <a:off x="3587750" y="4238625"/>
            <a:ext cx="3937000" cy="9525"/>
          </a:xfrm>
          <a:custGeom xmlns:a="http://schemas.openxmlformats.org/drawingml/2006/main">
            <a:pathLst>
              <a:path w="3937000" h="9525">
                <a:moveTo>
                  <a:pt x="0" y="0"/>
                </a:moveTo>
                <a:lnTo>
                  <a:pt x="3937000" y="0"/>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7C67B820-34BB-4644-BA1B-DA2EBE6EC4DB}"/>
              </a:ext>
            </a:extLst>
          </p:cNvPr>
          <p:cNvSpPr>
            <a:spLocks xmlns:a="http://schemas.openxmlformats.org/drawingml/2006/main" noGrp="1"/>
          </p:cNvSpPr>
          <p:nvPr/>
        </p:nvSpPr>
        <p:spPr>
          <a:xfrm xmlns:a="http://schemas.openxmlformats.org/drawingml/2006/main">
            <a:off x="7458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1" name="">
            <a:extLst xmlns:a="http://schemas.openxmlformats.org/drawingml/2006/main">
              <a:ext uri="{FF2B5EF4-FFF2-40B4-BE49-F238E27FC236}">
                <a16:creationId xmlns:a16="http://schemas.microsoft.com/office/drawing/2014/main" id="{D89B1B35-2895-469F-9ED8-0BA91420AD14}"/>
              </a:ext>
            </a:extLst>
          </p:cNvPr>
          <p:cNvSpPr>
            <a:spLocks xmlns:a="http://schemas.openxmlformats.org/drawingml/2006/main" noGrp="1"/>
          </p:cNvSpPr>
          <p:nvPr/>
        </p:nvSpPr>
        <p:spPr>
          <a:xfrm xmlns:a="http://schemas.openxmlformats.org/drawingml/2006/main">
            <a:off x="3587750" y="4238625"/>
            <a:ext cx="3937000" cy="9525"/>
          </a:xfrm>
          <a:custGeom xmlns:a="http://schemas.openxmlformats.org/drawingml/2006/main">
            <a:pathLst>
              <a:path w="3937000" h="9525">
                <a:moveTo>
                  <a:pt x="3937000" y="0"/>
                </a:moveTo>
                <a:lnTo>
                  <a:pt x="0" y="0"/>
                </a:lnTo>
              </a:path>
            </a:pathLst>
          </a:custGeom>
          <a:noFill xmlns:a="http://schemas.openxmlformats.org/drawingml/2006/main"/>
          <a:ln xmlns:a="http://schemas.openxmlformats.org/drawingml/2006/main" w="13335">
            <a:solidFill>
              <a:srgbClr val="71818B"/>
            </a:solidFill>
          </a:ln>
        </p:spPr>
      </p:sp>
      <p:sp>
        <p:nvSpPr>
          <p:cNvPr id="52" name="">
            <a:extLst xmlns:a="http://schemas.openxmlformats.org/drawingml/2006/main">
              <a:ext uri="{FF2B5EF4-FFF2-40B4-BE49-F238E27FC236}">
                <a16:creationId xmlns:a16="http://schemas.microsoft.com/office/drawing/2014/main" id="{9A2ADAE5-BEFD-4448-9253-34B7B713E787}"/>
              </a:ext>
            </a:extLst>
          </p:cNvPr>
          <p:cNvSpPr>
            <a:spLocks xmlns:a="http://schemas.openxmlformats.org/drawingml/2006/main" noGrp="1"/>
          </p:cNvSpPr>
          <p:nvPr/>
        </p:nvSpPr>
        <p:spPr>
          <a:xfrm xmlns:a="http://schemas.openxmlformats.org/drawingml/2006/main">
            <a:off x="35877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3" name="">
            <a:extLst xmlns:a="http://schemas.openxmlformats.org/drawingml/2006/main">
              <a:ext uri="{FF2B5EF4-FFF2-40B4-BE49-F238E27FC236}">
                <a16:creationId xmlns:a16="http://schemas.microsoft.com/office/drawing/2014/main" id="{8118C9F5-51C2-4F2D-8BF5-9D48E1432295}"/>
              </a:ext>
            </a:extLst>
          </p:cNvPr>
          <p:cNvSpPr>
            <a:spLocks xmlns:a="http://schemas.openxmlformats.org/drawingml/2006/main" noGrp="1"/>
          </p:cNvSpPr>
          <p:nvPr/>
        </p:nvSpPr>
        <p:spPr>
          <a:xfrm xmlns:a="http://schemas.openxmlformats.org/drawingml/2006/main">
            <a:off x="3587750" y="4286250"/>
            <a:ext cx="393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0.80 m</a:t>
            </a:r>
          </a:p>
        </p:txBody>
      </p:sp>
      <p:sp>
        <p:nvSpPr>
          <p:cNvPr id="54" name="">
            <a:extLst xmlns:a="http://schemas.openxmlformats.org/drawingml/2006/main">
              <a:ext uri="{FF2B5EF4-FFF2-40B4-BE49-F238E27FC236}">
                <a16:creationId xmlns:a16="http://schemas.microsoft.com/office/drawing/2014/main" id="{EEAC65C9-696E-4F71-B196-734872B97B93}"/>
              </a:ext>
            </a:extLst>
          </p:cNvPr>
          <p:cNvSpPr>
            <a:spLocks xmlns:a="http://schemas.openxmlformats.org/drawingml/2006/main" noGrp="1"/>
          </p:cNvSpPr>
          <p:nvPr/>
        </p:nvSpPr>
        <p:spPr>
          <a:xfrm xmlns:a="http://schemas.openxmlformats.org/drawingml/2006/main">
            <a:off x="8239125" y="1666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② 鉛直力のつり合い</a:t>
            </a:r>
          </a:p>
        </p:txBody>
      </p:sp>
      <p:sp>
        <p:nvSpPr>
          <p:cNvPr id="55" name="">
            <a:extLst xmlns:a="http://schemas.openxmlformats.org/drawingml/2006/main">
              <a:ext uri="{FF2B5EF4-FFF2-40B4-BE49-F238E27FC236}">
                <a16:creationId xmlns:a16="http://schemas.microsoft.com/office/drawing/2014/main" id="{9699A25A-112B-41C4-90E5-E8B61CBCF29C}"/>
              </a:ext>
            </a:extLst>
          </p:cNvPr>
          <p:cNvSpPr>
            <a:spLocks xmlns:a="http://schemas.openxmlformats.org/drawingml/2006/main" noGrp="1"/>
          </p:cNvSpPr>
          <p:nvPr/>
        </p:nvSpPr>
        <p:spPr>
          <a:xfrm xmlns:a="http://schemas.openxmlformats.org/drawingml/2006/main">
            <a:off x="8239125" y="2143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RA + RB −（　）= 0</a:t>
            </a:r>
          </a:p>
        </p:txBody>
      </p:sp>
      <p:sp>
        <p:nvSpPr>
          <p:cNvPr id="56" name="">
            <a:extLst xmlns:a="http://schemas.openxmlformats.org/drawingml/2006/main">
              <a:ext uri="{FF2B5EF4-FFF2-40B4-BE49-F238E27FC236}">
                <a16:creationId xmlns:a16="http://schemas.microsoft.com/office/drawing/2014/main" id="{DA2742B0-9C29-4258-B351-E6B77E763BA0}"/>
              </a:ext>
            </a:extLst>
          </p:cNvPr>
          <p:cNvSpPr>
            <a:spLocks xmlns:a="http://schemas.openxmlformats.org/drawingml/2006/main" noGrp="1"/>
          </p:cNvSpPr>
          <p:nvPr/>
        </p:nvSpPr>
        <p:spPr>
          <a:xfrm xmlns:a="http://schemas.openxmlformats.org/drawingml/2006/main">
            <a:off x="8239125" y="30003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③ Aまわりのつり合い</a:t>
            </a:r>
          </a:p>
        </p:txBody>
      </p:sp>
      <p:sp>
        <p:nvSpPr>
          <p:cNvPr id="57" name="">
            <a:extLst xmlns:a="http://schemas.openxmlformats.org/drawingml/2006/main">
              <a:ext uri="{FF2B5EF4-FFF2-40B4-BE49-F238E27FC236}">
                <a16:creationId xmlns:a16="http://schemas.microsoft.com/office/drawing/2014/main" id="{D7B7B854-4197-4B5B-A18A-AEC2CF083E21}"/>
              </a:ext>
            </a:extLst>
          </p:cNvPr>
          <p:cNvSpPr>
            <a:spLocks xmlns:a="http://schemas.openxmlformats.org/drawingml/2006/main" noGrp="1"/>
          </p:cNvSpPr>
          <p:nvPr/>
        </p:nvSpPr>
        <p:spPr>
          <a:xfrm xmlns:a="http://schemas.openxmlformats.org/drawingml/2006/main">
            <a:off x="8239125" y="34766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　）RB −</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300×（　）= 0</a:t>
            </a:r>
          </a:p>
        </p:txBody>
      </p:sp>
      <p:sp>
        <p:nvSpPr>
          <p:cNvPr id="58" name="">
            <a:extLst xmlns:a="http://schemas.openxmlformats.org/drawingml/2006/main">
              <a:ext uri="{FF2B5EF4-FFF2-40B4-BE49-F238E27FC236}">
                <a16:creationId xmlns:a16="http://schemas.microsoft.com/office/drawing/2014/main" id="{A5B2C81D-153E-4B23-9C93-7863CB71C344}"/>
              </a:ext>
            </a:extLst>
          </p:cNvPr>
          <p:cNvSpPr>
            <a:spLocks xmlns:a="http://schemas.openxmlformats.org/drawingml/2006/main" noGrp="1"/>
          </p:cNvSpPr>
          <p:nvPr/>
        </p:nvSpPr>
        <p:spPr>
          <a:xfrm xmlns:a="http://schemas.openxmlformats.org/drawingml/2006/main">
            <a:off x="809625" y="5095875"/>
            <a:ext cx="704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④ RAを求める。⑤ Bまわりでも検算する。</a:t>
            </a:r>
          </a:p>
        </p:txBody>
      </p:sp>
      <p:sp>
        <p:nvSpPr>
          <p:cNvPr id="59" name="">
            <a:extLst xmlns:a="http://schemas.openxmlformats.org/drawingml/2006/main">
              <a:ext uri="{FF2B5EF4-FFF2-40B4-BE49-F238E27FC236}">
                <a16:creationId xmlns:a16="http://schemas.microsoft.com/office/drawing/2014/main" id="{AB703907-42D7-4B50-B8A5-F3993815A0BF}"/>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反力の向きは上向きと仮定。負の答えなら向きが逆。鉛直荷重のみなので水平反力は0。</a:t>
            </a:r>
          </a:p>
        </p:txBody>
      </p:sp>
    </p:spTree>
    <p:extLst>
      <p:ext uri="{BB962C8B-B14F-4D97-AF65-F5344CB8AC3E}">
        <p14:creationId xmlns:p14="http://schemas.microsoft.com/office/powerpoint/2010/main" val="161011527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1E6AD6-5D19-4319-AEDE-91878526572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9FDC6FF0-1A37-439A-A3DB-E10DF72FF69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DBA6875-8E91-49A5-9C17-A266D8E015A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77DD65D-0A11-4AB8-878C-0AA0F333E25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F219421B-38DF-48FD-930B-E23872203FB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再開後：演習1の解答：力とモーメントを往復する</a:t>
            </a:r>
          </a:p>
        </p:txBody>
      </p:sp>
      <p:sp>
        <p:nvSpPr>
          <p:cNvPr id="6" name="">
            <a:extLst xmlns:a="http://schemas.openxmlformats.org/drawingml/2006/main">
              <a:ext uri="{FF2B5EF4-FFF2-40B4-BE49-F238E27FC236}">
                <a16:creationId xmlns:a16="http://schemas.microsoft.com/office/drawing/2014/main" id="{EE997107-3A96-4947-B4C6-A7799E12ED7C}"/>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E1A94E31-6210-4A59-BB1C-F3EA8CE2042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431BF69C-7A85-4B05-A074-29645BEFF81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49</a:t>
            </a:r>
          </a:p>
        </p:txBody>
      </p:sp>
    </p:spTree>
    <p:extLst>
      <p:ext uri="{BB962C8B-B14F-4D97-AF65-F5344CB8AC3E}">
        <p14:creationId xmlns:p14="http://schemas.microsoft.com/office/powerpoint/2010/main" val="7397706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AC4DE8-0F52-4003-9D18-6A6D9102225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演習1の解答：力とモーメントを往復する</a:t>
            </a:r>
          </a:p>
        </p:txBody>
      </p:sp>
      <p:cxnSp>
        <p:nvCxnSpPr>
          <p:cNvPr id="2" name="">
            <a:extLst xmlns:a="http://schemas.openxmlformats.org/drawingml/2006/main">
              <a:ext uri="{FF2B5EF4-FFF2-40B4-BE49-F238E27FC236}">
                <a16:creationId xmlns:a16="http://schemas.microsoft.com/office/drawing/2014/main" id="{9668D988-F524-437A-8E79-95CCC08F0D32}"/>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E3B30691-2F90-4F77-858A-A69BAF824B52}"/>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D2E96485-BB97-4DC4-AEBD-08EC44C70D8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14 / 49</a:t>
            </a:r>
          </a:p>
        </p:txBody>
      </p:sp>
      <p:sp>
        <p:nvSpPr>
          <p:cNvPr id="12" name="">
            <a:extLst xmlns:a="http://schemas.openxmlformats.org/drawingml/2006/main">
              <a:ext uri="{FF2B5EF4-FFF2-40B4-BE49-F238E27FC236}">
                <a16:creationId xmlns:a16="http://schemas.microsoft.com/office/drawing/2014/main" id="{5D5B8389-7328-4F4A-A6DB-3E0DA107E7E8}"/>
              </a:ext>
            </a:extLst>
          </p:cNvPr>
          <p:cNvSpPr>
            <a:spLocks xmlns:a="http://schemas.openxmlformats.org/drawingml/2006/main" noGrp="1"/>
          </p:cNvSpPr>
          <p:nvPr/>
        </p:nvSpPr>
        <p:spPr>
          <a:xfrm xmlns:a="http://schemas.openxmlformats.org/drawingml/2006/main">
            <a:off x="1619250" y="2667000"/>
            <a:ext cx="5905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3" name="">
            <a:extLst xmlns:a="http://schemas.openxmlformats.org/drawingml/2006/main">
              <a:ext uri="{FF2B5EF4-FFF2-40B4-BE49-F238E27FC236}">
                <a16:creationId xmlns:a16="http://schemas.microsoft.com/office/drawing/2014/main" id="{2AD4472D-AD70-4578-89E5-2C9ED35D2390}"/>
              </a:ext>
            </a:extLst>
          </p:cNvPr>
          <p:cNvSpPr>
            <a:spLocks xmlns:a="http://schemas.openxmlformats.org/drawingml/2006/main" noGrp="1"/>
          </p:cNvSpPr>
          <p:nvPr/>
        </p:nvSpPr>
        <p:spPr>
          <a:xfrm xmlns:a="http://schemas.openxmlformats.org/drawingml/2006/main">
            <a:off x="1457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4" name="">
            <a:extLst xmlns:a="http://schemas.openxmlformats.org/drawingml/2006/main">
              <a:ext uri="{FF2B5EF4-FFF2-40B4-BE49-F238E27FC236}">
                <a16:creationId xmlns:a16="http://schemas.microsoft.com/office/drawing/2014/main" id="{BCECA2B6-7834-4979-B99C-EEDD900FC3AC}"/>
              </a:ext>
            </a:extLst>
          </p:cNvPr>
          <p:cNvSpPr>
            <a:spLocks xmlns:a="http://schemas.openxmlformats.org/drawingml/2006/main" noGrp="1"/>
          </p:cNvSpPr>
          <p:nvPr/>
        </p:nvSpPr>
        <p:spPr>
          <a:xfrm xmlns:a="http://schemas.openxmlformats.org/drawingml/2006/main">
            <a:off x="1343025" y="3133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5" name="">
            <a:extLst xmlns:a="http://schemas.openxmlformats.org/drawingml/2006/main">
              <a:ext uri="{FF2B5EF4-FFF2-40B4-BE49-F238E27FC236}">
                <a16:creationId xmlns:a16="http://schemas.microsoft.com/office/drawing/2014/main" id="{CB91B205-2DCF-40E1-AFC1-B791DBB2D573}"/>
              </a:ext>
            </a:extLst>
          </p:cNvPr>
          <p:cNvSpPr>
            <a:spLocks xmlns:a="http://schemas.openxmlformats.org/drawingml/2006/main" noGrp="1"/>
          </p:cNvSpPr>
          <p:nvPr/>
        </p:nvSpPr>
        <p:spPr>
          <a:xfrm xmlns:a="http://schemas.openxmlformats.org/drawingml/2006/main">
            <a:off x="73628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6" name="">
            <a:extLst xmlns:a="http://schemas.openxmlformats.org/drawingml/2006/main">
              <a:ext uri="{FF2B5EF4-FFF2-40B4-BE49-F238E27FC236}">
                <a16:creationId xmlns:a16="http://schemas.microsoft.com/office/drawing/2014/main" id="{E4FFB005-2A0A-4EF4-BFD3-57E3E8170406}"/>
              </a:ext>
            </a:extLst>
          </p:cNvPr>
          <p:cNvSpPr>
            <a:spLocks xmlns:a="http://schemas.openxmlformats.org/drawingml/2006/main" noGrp="1"/>
          </p:cNvSpPr>
          <p:nvPr/>
        </p:nvSpPr>
        <p:spPr>
          <a:xfrm xmlns:a="http://schemas.openxmlformats.org/drawingml/2006/main">
            <a:off x="74009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BC5BEA77-45DC-4714-82C4-751A8567ABD9}"/>
              </a:ext>
            </a:extLst>
          </p:cNvPr>
          <p:cNvSpPr>
            <a:spLocks xmlns:a="http://schemas.openxmlformats.org/drawingml/2006/main" noGrp="1"/>
          </p:cNvSpPr>
          <p:nvPr/>
        </p:nvSpPr>
        <p:spPr>
          <a:xfrm xmlns:a="http://schemas.openxmlformats.org/drawingml/2006/main">
            <a:off x="75533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8" name="">
            <a:extLst xmlns:a="http://schemas.openxmlformats.org/drawingml/2006/main">
              <a:ext uri="{FF2B5EF4-FFF2-40B4-BE49-F238E27FC236}">
                <a16:creationId xmlns:a16="http://schemas.microsoft.com/office/drawing/2014/main" id="{7FD0598E-AFA4-47AF-ABBF-B1B7B4896278}"/>
              </a:ext>
            </a:extLst>
          </p:cNvPr>
          <p:cNvSpPr>
            <a:spLocks xmlns:a="http://schemas.openxmlformats.org/drawingml/2006/main" noGrp="1"/>
          </p:cNvSpPr>
          <p:nvPr/>
        </p:nvSpPr>
        <p:spPr>
          <a:xfrm xmlns:a="http://schemas.openxmlformats.org/drawingml/2006/main">
            <a:off x="7248525" y="3209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57987CC6-7C3A-432E-965D-4F04C0619404}"/>
              </a:ext>
            </a:extLst>
          </p:cNvPr>
          <p:cNvSpPr>
            <a:spLocks xmlns:a="http://schemas.openxmlformats.org/drawingml/2006/main" noGrp="1"/>
          </p:cNvSpPr>
          <p:nvPr/>
        </p:nvSpPr>
        <p:spPr>
          <a:xfrm xmlns:a="http://schemas.openxmlformats.org/drawingml/2006/main">
            <a:off x="3587750" y="204787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20" name="">
            <a:extLst xmlns:a="http://schemas.openxmlformats.org/drawingml/2006/main">
              <a:ext uri="{FF2B5EF4-FFF2-40B4-BE49-F238E27FC236}">
                <a16:creationId xmlns:a16="http://schemas.microsoft.com/office/drawing/2014/main" id="{4A4B2C9E-994F-422A-8C26-C24ABBBC4383}"/>
              </a:ext>
            </a:extLst>
          </p:cNvPr>
          <p:cNvSpPr>
            <a:spLocks xmlns:a="http://schemas.openxmlformats.org/drawingml/2006/main" noGrp="1"/>
          </p:cNvSpPr>
          <p:nvPr/>
        </p:nvSpPr>
        <p:spPr>
          <a:xfrm xmlns:a="http://schemas.openxmlformats.org/drawingml/2006/main">
            <a:off x="3547745" y="25336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1" name="">
            <a:extLst xmlns:a="http://schemas.openxmlformats.org/drawingml/2006/main">
              <a:ext uri="{FF2B5EF4-FFF2-40B4-BE49-F238E27FC236}">
                <a16:creationId xmlns:a16="http://schemas.microsoft.com/office/drawing/2014/main" id="{DA48A529-0848-4D0D-9FD0-3A6E744728BC}"/>
              </a:ext>
            </a:extLst>
          </p:cNvPr>
          <p:cNvSpPr>
            <a:spLocks xmlns:a="http://schemas.openxmlformats.org/drawingml/2006/main" noGrp="1"/>
          </p:cNvSpPr>
          <p:nvPr/>
        </p:nvSpPr>
        <p:spPr>
          <a:xfrm xmlns:a="http://schemas.openxmlformats.org/drawingml/2006/main">
            <a:off x="2968625" y="157162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300 N</a:t>
            </a:r>
          </a:p>
        </p:txBody>
      </p:sp>
      <p:sp>
        <p:nvSpPr>
          <p:cNvPr id="22" name="">
            <a:extLst xmlns:a="http://schemas.openxmlformats.org/drawingml/2006/main">
              <a:ext uri="{FF2B5EF4-FFF2-40B4-BE49-F238E27FC236}">
                <a16:creationId xmlns:a16="http://schemas.microsoft.com/office/drawing/2014/main" id="{CE69A824-CBDA-475D-B9C2-F9820BA4F971}"/>
              </a:ext>
            </a:extLst>
          </p:cNvPr>
          <p:cNvSpPr>
            <a:spLocks xmlns:a="http://schemas.openxmlformats.org/drawingml/2006/main" noGrp="1"/>
          </p:cNvSpPr>
          <p:nvPr/>
        </p:nvSpPr>
        <p:spPr>
          <a:xfrm xmlns:a="http://schemas.openxmlformats.org/drawingml/2006/main">
            <a:off x="1000125" y="2962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23" name="">
            <a:extLst xmlns:a="http://schemas.openxmlformats.org/drawingml/2006/main">
              <a:ext uri="{FF2B5EF4-FFF2-40B4-BE49-F238E27FC236}">
                <a16:creationId xmlns:a16="http://schemas.microsoft.com/office/drawing/2014/main" id="{917EFA38-F68C-4E7A-8FF2-420338EB768B}"/>
              </a:ext>
            </a:extLst>
          </p:cNvPr>
          <p:cNvSpPr>
            <a:spLocks xmlns:a="http://schemas.openxmlformats.org/drawingml/2006/main" noGrp="1"/>
          </p:cNvSpPr>
          <p:nvPr/>
        </p:nvSpPr>
        <p:spPr>
          <a:xfrm xmlns:a="http://schemas.openxmlformats.org/drawingml/2006/main">
            <a:off x="7839075" y="3028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24" name="">
            <a:extLst xmlns:a="http://schemas.openxmlformats.org/drawingml/2006/main">
              <a:ext uri="{FF2B5EF4-FFF2-40B4-BE49-F238E27FC236}">
                <a16:creationId xmlns:a16="http://schemas.microsoft.com/office/drawing/2014/main" id="{6560163A-D58D-47D5-9A95-586430E28FED}"/>
              </a:ext>
            </a:extLst>
          </p:cNvPr>
          <p:cNvSpPr>
            <a:spLocks xmlns:a="http://schemas.openxmlformats.org/drawingml/2006/main" noGrp="1"/>
          </p:cNvSpPr>
          <p:nvPr/>
        </p:nvSpPr>
        <p:spPr>
          <a:xfrm xmlns:a="http://schemas.openxmlformats.org/drawingml/2006/main">
            <a:off x="16192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25" name="">
            <a:extLst xmlns:a="http://schemas.openxmlformats.org/drawingml/2006/main">
              <a:ext uri="{FF2B5EF4-FFF2-40B4-BE49-F238E27FC236}">
                <a16:creationId xmlns:a16="http://schemas.microsoft.com/office/drawing/2014/main" id="{FB01F518-8D14-4F4A-9E00-FDA6B271BDF2}"/>
              </a:ext>
            </a:extLst>
          </p:cNvPr>
          <p:cNvSpPr>
            <a:spLocks xmlns:a="http://schemas.openxmlformats.org/drawingml/2006/main" noGrp="1"/>
          </p:cNvSpPr>
          <p:nvPr/>
        </p:nvSpPr>
        <p:spPr>
          <a:xfrm xmlns:a="http://schemas.openxmlformats.org/drawingml/2006/main">
            <a:off x="15792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26" name="">
            <a:extLst xmlns:a="http://schemas.openxmlformats.org/drawingml/2006/main">
              <a:ext uri="{FF2B5EF4-FFF2-40B4-BE49-F238E27FC236}">
                <a16:creationId xmlns:a16="http://schemas.microsoft.com/office/drawing/2014/main" id="{8D41D68E-5088-484A-924D-4C701BE7AE91}"/>
              </a:ext>
            </a:extLst>
          </p:cNvPr>
          <p:cNvSpPr>
            <a:spLocks xmlns:a="http://schemas.openxmlformats.org/drawingml/2006/main" noGrp="1"/>
          </p:cNvSpPr>
          <p:nvPr/>
        </p:nvSpPr>
        <p:spPr>
          <a:xfrm xmlns:a="http://schemas.openxmlformats.org/drawingml/2006/main">
            <a:off x="80962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RA = 200 N</a:t>
            </a:r>
          </a:p>
        </p:txBody>
      </p:sp>
      <p:sp>
        <p:nvSpPr>
          <p:cNvPr id="27" name="">
            <a:extLst xmlns:a="http://schemas.openxmlformats.org/drawingml/2006/main">
              <a:ext uri="{FF2B5EF4-FFF2-40B4-BE49-F238E27FC236}">
                <a16:creationId xmlns:a16="http://schemas.microsoft.com/office/drawing/2014/main" id="{C5766F77-5F26-49C5-BD30-53C0A8D3F0CF}"/>
              </a:ext>
            </a:extLst>
          </p:cNvPr>
          <p:cNvSpPr>
            <a:spLocks xmlns:a="http://schemas.openxmlformats.org/drawingml/2006/main" noGrp="1"/>
          </p:cNvSpPr>
          <p:nvPr/>
        </p:nvSpPr>
        <p:spPr>
          <a:xfrm xmlns:a="http://schemas.openxmlformats.org/drawingml/2006/main">
            <a:off x="7524750" y="287655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E6FA881A-E849-4192-9ED9-053164851927}"/>
              </a:ext>
            </a:extLst>
          </p:cNvPr>
          <p:cNvSpPr>
            <a:spLocks xmlns:a="http://schemas.openxmlformats.org/drawingml/2006/main" noGrp="1"/>
          </p:cNvSpPr>
          <p:nvPr/>
        </p:nvSpPr>
        <p:spPr>
          <a:xfrm xmlns:a="http://schemas.openxmlformats.org/drawingml/2006/main">
            <a:off x="7484745" y="287655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4F365798-D893-455F-80F9-2B62B8E9A1C5}"/>
              </a:ext>
            </a:extLst>
          </p:cNvPr>
          <p:cNvSpPr>
            <a:spLocks xmlns:a="http://schemas.openxmlformats.org/drawingml/2006/main" noGrp="1"/>
          </p:cNvSpPr>
          <p:nvPr/>
        </p:nvSpPr>
        <p:spPr>
          <a:xfrm xmlns:a="http://schemas.openxmlformats.org/drawingml/2006/main">
            <a:off x="6810375" y="362902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RB = 100 N</a:t>
            </a:r>
          </a:p>
        </p:txBody>
      </p:sp>
      <p:sp>
        <p:nvSpPr>
          <p:cNvPr id="30" name="">
            <a:extLst xmlns:a="http://schemas.openxmlformats.org/drawingml/2006/main">
              <a:ext uri="{FF2B5EF4-FFF2-40B4-BE49-F238E27FC236}">
                <a16:creationId xmlns:a16="http://schemas.microsoft.com/office/drawing/2014/main" id="{8D07F38E-5C23-4A6E-9E82-C3601C1ACF54}"/>
              </a:ext>
            </a:extLst>
          </p:cNvPr>
          <p:cNvSpPr>
            <a:spLocks xmlns:a="http://schemas.openxmlformats.org/drawingml/2006/main" noGrp="1"/>
          </p:cNvSpPr>
          <p:nvPr/>
        </p:nvSpPr>
        <p:spPr>
          <a:xfrm xmlns:a="http://schemas.openxmlformats.org/drawingml/2006/main">
            <a:off x="1619250" y="4238625"/>
            <a:ext cx="1968500" cy="9525"/>
          </a:xfrm>
          <a:custGeom xmlns:a="http://schemas.openxmlformats.org/drawingml/2006/main">
            <a:pathLst>
              <a:path w="1968500" h="9525">
                <a:moveTo>
                  <a:pt x="0" y="0"/>
                </a:moveTo>
                <a:lnTo>
                  <a:pt x="1968500" y="0"/>
                </a:lnTo>
              </a:path>
            </a:pathLst>
          </a:custGeom>
          <a:noFill xmlns:a="http://schemas.openxmlformats.org/drawingml/2006/main"/>
          <a:ln xmlns:a="http://schemas.openxmlformats.org/drawingml/2006/main" w="13335">
            <a:solidFill>
              <a:srgbClr val="C4483C"/>
            </a:solidFill>
          </a:ln>
        </p:spPr>
      </p:sp>
      <p:sp>
        <p:nvSpPr>
          <p:cNvPr id="31" name="">
            <a:extLst xmlns:a="http://schemas.openxmlformats.org/drawingml/2006/main">
              <a:ext uri="{FF2B5EF4-FFF2-40B4-BE49-F238E27FC236}">
                <a16:creationId xmlns:a16="http://schemas.microsoft.com/office/drawing/2014/main" id="{E464DF62-9C38-4762-A7DA-8628BF9B9CD1}"/>
              </a:ext>
            </a:extLst>
          </p:cNvPr>
          <p:cNvSpPr>
            <a:spLocks xmlns:a="http://schemas.openxmlformats.org/drawingml/2006/main" noGrp="1"/>
          </p:cNvSpPr>
          <p:nvPr/>
        </p:nvSpPr>
        <p:spPr>
          <a:xfrm xmlns:a="http://schemas.openxmlformats.org/drawingml/2006/main">
            <a:off x="3521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FFFCEF0C-87AE-4D34-8B6E-E9B1BB1B6CFF}"/>
              </a:ext>
            </a:extLst>
          </p:cNvPr>
          <p:cNvSpPr>
            <a:spLocks xmlns:a="http://schemas.openxmlformats.org/drawingml/2006/main" noGrp="1"/>
          </p:cNvSpPr>
          <p:nvPr/>
        </p:nvSpPr>
        <p:spPr>
          <a:xfrm xmlns:a="http://schemas.openxmlformats.org/drawingml/2006/main">
            <a:off x="1619250" y="4238625"/>
            <a:ext cx="1968500" cy="9525"/>
          </a:xfrm>
          <a:custGeom xmlns:a="http://schemas.openxmlformats.org/drawingml/2006/main">
            <a:pathLst>
              <a:path w="1968500" h="9525">
                <a:moveTo>
                  <a:pt x="1968500" y="0"/>
                </a:moveTo>
                <a:lnTo>
                  <a:pt x="0" y="0"/>
                </a:lnTo>
              </a:path>
            </a:pathLst>
          </a:custGeom>
          <a:noFill xmlns:a="http://schemas.openxmlformats.org/drawingml/2006/main"/>
          <a:ln xmlns:a="http://schemas.openxmlformats.org/drawingml/2006/main" w="13335">
            <a:solidFill>
              <a:srgbClr val="C4483C"/>
            </a:solidFill>
          </a:ln>
        </p:spPr>
      </p:sp>
      <p:sp>
        <p:nvSpPr>
          <p:cNvPr id="33" name="">
            <a:extLst xmlns:a="http://schemas.openxmlformats.org/drawingml/2006/main">
              <a:ext uri="{FF2B5EF4-FFF2-40B4-BE49-F238E27FC236}">
                <a16:creationId xmlns:a16="http://schemas.microsoft.com/office/drawing/2014/main" id="{29683455-CF40-44B7-B060-FF1E9648F0E7}"/>
              </a:ext>
            </a:extLst>
          </p:cNvPr>
          <p:cNvSpPr>
            <a:spLocks xmlns:a="http://schemas.openxmlformats.org/drawingml/2006/main" noGrp="1"/>
          </p:cNvSpPr>
          <p:nvPr/>
        </p:nvSpPr>
        <p:spPr>
          <a:xfrm xmlns:a="http://schemas.openxmlformats.org/drawingml/2006/main">
            <a:off x="16192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34" name="">
            <a:extLst xmlns:a="http://schemas.openxmlformats.org/drawingml/2006/main">
              <a:ext uri="{FF2B5EF4-FFF2-40B4-BE49-F238E27FC236}">
                <a16:creationId xmlns:a16="http://schemas.microsoft.com/office/drawing/2014/main" id="{533FAC57-3E0C-4D2A-94C4-C532694BAF6E}"/>
              </a:ext>
            </a:extLst>
          </p:cNvPr>
          <p:cNvSpPr>
            <a:spLocks xmlns:a="http://schemas.openxmlformats.org/drawingml/2006/main" noGrp="1"/>
          </p:cNvSpPr>
          <p:nvPr/>
        </p:nvSpPr>
        <p:spPr>
          <a:xfrm xmlns:a="http://schemas.openxmlformats.org/drawingml/2006/main">
            <a:off x="1619250" y="4286250"/>
            <a:ext cx="196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C4483C"/>
                </a:solidFill>
                <a:latin typeface="Yu Gothic"/>
                <a:ea typeface="Yu Gothic"/>
                <a:cs typeface="Yu Gothic"/>
              </a:defRPr>
            </a:defPPr>
            <a:lvl1pPr algn="ctr">
              <a:buNone/>
              <a:defRPr sz="1725" b="0">
                <a:solidFill>
                  <a:srgbClr val="C4483C"/>
                </a:solidFill>
                <a:latin typeface="Yu Gothic"/>
                <a:ea typeface="Yu Gothic"/>
                <a:cs typeface="Yu Gothic"/>
              </a:defRPr>
            </a:lvl1pPr>
            <a:lvl2pPr algn="ctr">
              <a:buNone/>
              <a:defRPr sz="1725" b="0">
                <a:solidFill>
                  <a:srgbClr val="C4483C"/>
                </a:solidFill>
                <a:latin typeface="Yu Gothic"/>
                <a:ea typeface="Yu Gothic"/>
                <a:cs typeface="Yu Gothic"/>
              </a:defRPr>
            </a:lvl2pPr>
            <a:lvl3pPr algn="ctr">
              <a:buNone/>
              <a:defRPr sz="1725" b="0">
                <a:solidFill>
                  <a:srgbClr val="C4483C"/>
                </a:solidFill>
                <a:latin typeface="Yu Gothic"/>
                <a:ea typeface="Yu Gothic"/>
                <a:cs typeface="Yu Gothic"/>
              </a:defRPr>
            </a:lvl3pPr>
            <a:lvl4pPr algn="ctr">
              <a:buNone/>
              <a:defRPr sz="1725" b="0">
                <a:solidFill>
                  <a:srgbClr val="C4483C"/>
                </a:solidFill>
                <a:latin typeface="Yu Gothic"/>
                <a:ea typeface="Yu Gothic"/>
                <a:cs typeface="Yu Gothic"/>
              </a:defRPr>
            </a:lvl4pPr>
            <a:lvl5pPr algn="ctr">
              <a:buNone/>
              <a:defRPr sz="1725" b="0">
                <a:solidFill>
                  <a:srgbClr val="C4483C"/>
                </a:solidFill>
                <a:latin typeface="Yu Gothic"/>
                <a:ea typeface="Yu Gothic"/>
                <a:cs typeface="Yu Gothic"/>
              </a:defRPr>
            </a:lvl5pPr>
            <a:lvl6pPr algn="ctr">
              <a:buNone/>
              <a:defRPr sz="1725" b="0">
                <a:solidFill>
                  <a:srgbClr val="C4483C"/>
                </a:solidFill>
                <a:latin typeface="Yu Gothic"/>
                <a:ea typeface="Yu Gothic"/>
                <a:cs typeface="Yu Gothic"/>
              </a:defRPr>
            </a:lvl6pPr>
            <a:lvl7pPr algn="ctr">
              <a:buNone/>
              <a:defRPr sz="1725" b="0">
                <a:solidFill>
                  <a:srgbClr val="C4483C"/>
                </a:solidFill>
                <a:latin typeface="Yu Gothic"/>
                <a:ea typeface="Yu Gothic"/>
                <a:cs typeface="Yu Gothic"/>
              </a:defRPr>
            </a:lvl7pPr>
            <a:lvl8pPr algn="ctr">
              <a:buNone/>
              <a:defRPr sz="1725" b="0">
                <a:solidFill>
                  <a:srgbClr val="C4483C"/>
                </a:solidFill>
                <a:latin typeface="Yu Gothic"/>
                <a:ea typeface="Yu Gothic"/>
                <a:cs typeface="Yu Gothic"/>
              </a:defRPr>
            </a:lvl8pPr>
            <a:lvl9pPr algn="ctr">
              <a:buNone/>
              <a:defRPr sz="1725" b="0">
                <a:solidFill>
                  <a:srgbClr val="C4483C"/>
                </a:solidFill>
                <a:latin typeface="Yu Gothic"/>
                <a:ea typeface="Yu Gothic"/>
                <a:cs typeface="Yu Gothic"/>
              </a:defRPr>
            </a:lvl9pPr>
          </a:lstStyle>
          <a:p xmlns:a="http://schemas.openxmlformats.org/drawingml/2006/main">
            <a:pPr algn="ctr">
              <a:buNone/>
              <a:defRPr sz="1725" b="0">
                <a:solidFill>
                  <a:srgbClr val="C4483C"/>
                </a:solidFill>
                <a:latin typeface="Yu Gothic"/>
                <a:ea typeface="Yu Gothic"/>
                <a:cs typeface="Yu Gothic"/>
              </a:defRPr>
            </a:pPr>
            <a:r>
              <a:rPr sz="1725" b="0">
                <a:solidFill>
                  <a:srgbClr val="C4483C"/>
                </a:solidFill>
                <a:latin typeface="Yu Gothic"/>
                <a:ea typeface="Yu Gothic"/>
                <a:cs typeface="Yu Gothic"/>
              </a:rPr>
              <a:t>0.40 m</a:t>
            </a:r>
          </a:p>
        </p:txBody>
      </p:sp>
      <p:sp>
        <p:nvSpPr>
          <p:cNvPr id="35" name="">
            <a:extLst xmlns:a="http://schemas.openxmlformats.org/drawingml/2006/main">
              <a:ext uri="{FF2B5EF4-FFF2-40B4-BE49-F238E27FC236}">
                <a16:creationId xmlns:a16="http://schemas.microsoft.com/office/drawing/2014/main" id="{9046754A-2F31-4A17-9464-B46494376C2C}"/>
              </a:ext>
            </a:extLst>
          </p:cNvPr>
          <p:cNvSpPr>
            <a:spLocks xmlns:a="http://schemas.openxmlformats.org/drawingml/2006/main" noGrp="1"/>
          </p:cNvSpPr>
          <p:nvPr/>
        </p:nvSpPr>
        <p:spPr>
          <a:xfrm xmlns:a="http://schemas.openxmlformats.org/drawingml/2006/main">
            <a:off x="3587750" y="4238625"/>
            <a:ext cx="3937000" cy="9525"/>
          </a:xfrm>
          <a:custGeom xmlns:a="http://schemas.openxmlformats.org/drawingml/2006/main">
            <a:pathLst>
              <a:path w="3937000" h="9525">
                <a:moveTo>
                  <a:pt x="0" y="0"/>
                </a:moveTo>
                <a:lnTo>
                  <a:pt x="3937000" y="0"/>
                </a:lnTo>
              </a:path>
            </a:pathLst>
          </a:custGeom>
          <a:noFill xmlns:a="http://schemas.openxmlformats.org/drawingml/2006/main"/>
          <a:ln xmlns:a="http://schemas.openxmlformats.org/drawingml/2006/main" w="13335">
            <a:solidFill>
              <a:srgbClr val="71818B"/>
            </a:solidFill>
          </a:ln>
        </p:spPr>
      </p:sp>
      <p:sp>
        <p:nvSpPr>
          <p:cNvPr id="36" name="">
            <a:extLst xmlns:a="http://schemas.openxmlformats.org/drawingml/2006/main">
              <a:ext uri="{FF2B5EF4-FFF2-40B4-BE49-F238E27FC236}">
                <a16:creationId xmlns:a16="http://schemas.microsoft.com/office/drawing/2014/main" id="{62F22BEB-10F4-4372-9DF4-4DF2835FBE43}"/>
              </a:ext>
            </a:extLst>
          </p:cNvPr>
          <p:cNvSpPr>
            <a:spLocks xmlns:a="http://schemas.openxmlformats.org/drawingml/2006/main" noGrp="1"/>
          </p:cNvSpPr>
          <p:nvPr/>
        </p:nvSpPr>
        <p:spPr>
          <a:xfrm xmlns:a="http://schemas.openxmlformats.org/drawingml/2006/main">
            <a:off x="7458075" y="42106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37" name="">
            <a:extLst xmlns:a="http://schemas.openxmlformats.org/drawingml/2006/main">
              <a:ext uri="{FF2B5EF4-FFF2-40B4-BE49-F238E27FC236}">
                <a16:creationId xmlns:a16="http://schemas.microsoft.com/office/drawing/2014/main" id="{8A15B33C-9A3C-453D-BB04-2FEA5368DE08}"/>
              </a:ext>
            </a:extLst>
          </p:cNvPr>
          <p:cNvSpPr>
            <a:spLocks xmlns:a="http://schemas.openxmlformats.org/drawingml/2006/main" noGrp="1"/>
          </p:cNvSpPr>
          <p:nvPr/>
        </p:nvSpPr>
        <p:spPr>
          <a:xfrm xmlns:a="http://schemas.openxmlformats.org/drawingml/2006/main">
            <a:off x="3587750" y="4238625"/>
            <a:ext cx="3937000" cy="9525"/>
          </a:xfrm>
          <a:custGeom xmlns:a="http://schemas.openxmlformats.org/drawingml/2006/main">
            <a:pathLst>
              <a:path w="3937000" h="9525">
                <a:moveTo>
                  <a:pt x="3937000" y="0"/>
                </a:moveTo>
                <a:lnTo>
                  <a:pt x="0" y="0"/>
                </a:lnTo>
              </a:path>
            </a:pathLst>
          </a:custGeom>
          <a:noFill xmlns:a="http://schemas.openxmlformats.org/drawingml/2006/main"/>
          <a:ln xmlns:a="http://schemas.openxmlformats.org/drawingml/2006/main" w="13335">
            <a:solidFill>
              <a:srgbClr val="71818B"/>
            </a:solidFill>
          </a:ln>
        </p:spPr>
      </p:sp>
      <p:sp>
        <p:nvSpPr>
          <p:cNvPr id="38" name="">
            <a:extLst xmlns:a="http://schemas.openxmlformats.org/drawingml/2006/main">
              <a:ext uri="{FF2B5EF4-FFF2-40B4-BE49-F238E27FC236}">
                <a16:creationId xmlns:a16="http://schemas.microsoft.com/office/drawing/2014/main" id="{27281585-485B-4C53-A6B1-738E0B56539C}"/>
              </a:ext>
            </a:extLst>
          </p:cNvPr>
          <p:cNvSpPr>
            <a:spLocks xmlns:a="http://schemas.openxmlformats.org/drawingml/2006/main" noGrp="1"/>
          </p:cNvSpPr>
          <p:nvPr/>
        </p:nvSpPr>
        <p:spPr>
          <a:xfrm xmlns:a="http://schemas.openxmlformats.org/drawingml/2006/main">
            <a:off x="3587750" y="42106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39" name="">
            <a:extLst xmlns:a="http://schemas.openxmlformats.org/drawingml/2006/main">
              <a:ext uri="{FF2B5EF4-FFF2-40B4-BE49-F238E27FC236}">
                <a16:creationId xmlns:a16="http://schemas.microsoft.com/office/drawing/2014/main" id="{2FA992FB-3210-4AFB-A488-DD93C21B62DE}"/>
              </a:ext>
            </a:extLst>
          </p:cNvPr>
          <p:cNvSpPr>
            <a:spLocks xmlns:a="http://schemas.openxmlformats.org/drawingml/2006/main" noGrp="1"/>
          </p:cNvSpPr>
          <p:nvPr/>
        </p:nvSpPr>
        <p:spPr>
          <a:xfrm xmlns:a="http://schemas.openxmlformats.org/drawingml/2006/main">
            <a:off x="3587750" y="4286250"/>
            <a:ext cx="393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0.80 m</a:t>
            </a:r>
          </a:p>
        </p:txBody>
      </p:sp>
      <p:sp>
        <p:nvSpPr>
          <p:cNvPr id="40" name="">
            <a:extLst xmlns:a="http://schemas.openxmlformats.org/drawingml/2006/main">
              <a:ext uri="{FF2B5EF4-FFF2-40B4-BE49-F238E27FC236}">
                <a16:creationId xmlns:a16="http://schemas.microsoft.com/office/drawing/2014/main" id="{4833464A-7344-4BED-AEE7-7E614ABF8C44}"/>
              </a:ext>
            </a:extLst>
          </p:cNvPr>
          <p:cNvSpPr>
            <a:spLocks xmlns:a="http://schemas.openxmlformats.org/drawingml/2006/main" noGrp="1"/>
          </p:cNvSpPr>
          <p:nvPr/>
        </p:nvSpPr>
        <p:spPr>
          <a:xfrm xmlns:a="http://schemas.openxmlformats.org/drawingml/2006/main">
            <a:off x="8239125" y="16668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② 鉛直力のつり合い</a:t>
            </a:r>
          </a:p>
        </p:txBody>
      </p:sp>
      <p:sp>
        <p:nvSpPr>
          <p:cNvPr id="41" name="">
            <a:extLst xmlns:a="http://schemas.openxmlformats.org/drawingml/2006/main">
              <a:ext uri="{FF2B5EF4-FFF2-40B4-BE49-F238E27FC236}">
                <a16:creationId xmlns:a16="http://schemas.microsoft.com/office/drawing/2014/main" id="{92B6D8CA-352C-469D-88F9-C1AAA6FAAD54}"/>
              </a:ext>
            </a:extLst>
          </p:cNvPr>
          <p:cNvSpPr>
            <a:spLocks xmlns:a="http://schemas.openxmlformats.org/drawingml/2006/main" noGrp="1"/>
          </p:cNvSpPr>
          <p:nvPr/>
        </p:nvSpPr>
        <p:spPr>
          <a:xfrm xmlns:a="http://schemas.openxmlformats.org/drawingml/2006/main">
            <a:off x="8239125" y="2143125"/>
            <a:ext cx="333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RA + RB − 300 = 0</a:t>
            </a:r>
          </a:p>
        </p:txBody>
      </p:sp>
      <p:sp>
        <p:nvSpPr>
          <p:cNvPr id="42" name="">
            <a:extLst xmlns:a="http://schemas.openxmlformats.org/drawingml/2006/main">
              <a:ext uri="{FF2B5EF4-FFF2-40B4-BE49-F238E27FC236}">
                <a16:creationId xmlns:a16="http://schemas.microsoft.com/office/drawing/2014/main" id="{2AB6AE36-4978-473D-93E1-265278F5C421}"/>
              </a:ext>
            </a:extLst>
          </p:cNvPr>
          <p:cNvSpPr>
            <a:spLocks xmlns:a="http://schemas.openxmlformats.org/drawingml/2006/main" noGrp="1"/>
          </p:cNvSpPr>
          <p:nvPr/>
        </p:nvSpPr>
        <p:spPr>
          <a:xfrm xmlns:a="http://schemas.openxmlformats.org/drawingml/2006/main">
            <a:off x="8239125" y="3000375"/>
            <a:ext cx="333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③ Aまわりのつり合い</a:t>
            </a:r>
          </a:p>
        </p:txBody>
      </p:sp>
      <p:sp>
        <p:nvSpPr>
          <p:cNvPr id="43" name="">
            <a:extLst xmlns:a="http://schemas.openxmlformats.org/drawingml/2006/main">
              <a:ext uri="{FF2B5EF4-FFF2-40B4-BE49-F238E27FC236}">
                <a16:creationId xmlns:a16="http://schemas.microsoft.com/office/drawing/2014/main" id="{6F496721-05F6-4A92-8DD0-A8395835E521}"/>
              </a:ext>
            </a:extLst>
          </p:cNvPr>
          <p:cNvSpPr>
            <a:spLocks xmlns:a="http://schemas.openxmlformats.org/drawingml/2006/main" noGrp="1"/>
          </p:cNvSpPr>
          <p:nvPr/>
        </p:nvSpPr>
        <p:spPr>
          <a:xfrm xmlns:a="http://schemas.openxmlformats.org/drawingml/2006/main">
            <a:off x="8239125" y="3476625"/>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1.2RB − 300×0.40 = 0</a:t>
            </a:r>
          </a:p>
        </p:txBody>
      </p:sp>
      <p:sp>
        <p:nvSpPr>
          <p:cNvPr id="44" name="">
            <a:extLst xmlns:a="http://schemas.openxmlformats.org/drawingml/2006/main">
              <a:ext uri="{FF2B5EF4-FFF2-40B4-BE49-F238E27FC236}">
                <a16:creationId xmlns:a16="http://schemas.microsoft.com/office/drawing/2014/main" id="{DA500EED-A3BA-44E6-ADE4-D2DCB19CB42C}"/>
              </a:ext>
            </a:extLst>
          </p:cNvPr>
          <p:cNvSpPr>
            <a:spLocks xmlns:a="http://schemas.openxmlformats.org/drawingml/2006/main" noGrp="1"/>
          </p:cNvSpPr>
          <p:nvPr/>
        </p:nvSpPr>
        <p:spPr>
          <a:xfrm xmlns:a="http://schemas.openxmlformats.org/drawingml/2006/main">
            <a:off x="8239125" y="4429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RB = 100 N</a:t>
            </a:r>
          </a:p>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RA = 200 N</a:t>
            </a:r>
          </a:p>
        </p:txBody>
      </p:sp>
      <p:sp>
        <p:nvSpPr>
          <p:cNvPr id="45" name="">
            <a:extLst xmlns:a="http://schemas.openxmlformats.org/drawingml/2006/main">
              <a:ext uri="{FF2B5EF4-FFF2-40B4-BE49-F238E27FC236}">
                <a16:creationId xmlns:a16="http://schemas.microsoft.com/office/drawing/2014/main" id="{C06D1F84-9BE8-439B-BE01-3CE17B6E13DB}"/>
              </a:ext>
            </a:extLst>
          </p:cNvPr>
          <p:cNvSpPr>
            <a:spLocks xmlns:a="http://schemas.openxmlformats.org/drawingml/2006/main" noGrp="1"/>
          </p:cNvSpPr>
          <p:nvPr/>
        </p:nvSpPr>
        <p:spPr>
          <a:xfrm xmlns:a="http://schemas.openxmlformats.org/drawingml/2006/main">
            <a:off x="809625" y="5095875"/>
            <a:ext cx="704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① 外力図の距離を、③の式の各項に対応させる。</a:t>
            </a:r>
          </a:p>
        </p:txBody>
      </p:sp>
      <p:sp>
        <p:nvSpPr>
          <p:cNvPr id="46" name="">
            <a:extLst xmlns:a="http://schemas.openxmlformats.org/drawingml/2006/main">
              <a:ext uri="{FF2B5EF4-FFF2-40B4-BE49-F238E27FC236}">
                <a16:creationId xmlns:a16="http://schemas.microsoft.com/office/drawing/2014/main" id="{77DD797E-5D71-4363-95B2-2A46E1A89057}"/>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⑤ Bまわり：−200×1.2 + 300×0.80 = 0。Aに近い荷重なのでAの反力が大きい。</a:t>
            </a:r>
          </a:p>
        </p:txBody>
      </p:sp>
    </p:spTree>
    <p:extLst>
      <p:ext uri="{BB962C8B-B14F-4D97-AF65-F5344CB8AC3E}">
        <p14:creationId xmlns:p14="http://schemas.microsoft.com/office/powerpoint/2010/main" val="11968465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112B3E-54DD-46A5-AD17-421444793BE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荷重位置による反力の変化</a:t>
            </a:r>
          </a:p>
        </p:txBody>
      </p:sp>
      <p:sp>
        <p:nvSpPr>
          <p:cNvPr id="2" name="">
            <a:extLst xmlns:a="http://schemas.openxmlformats.org/drawingml/2006/main">
              <a:ext uri="{FF2B5EF4-FFF2-40B4-BE49-F238E27FC236}">
                <a16:creationId xmlns:a16="http://schemas.microsoft.com/office/drawing/2014/main" id="{351AE06F-1872-4CE1-85D8-D0EB75CB795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07D8009-C646-422F-851E-1A22C04E8315}"/>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96C7257E-2050-48BA-A5F6-F3C84CE7C61B}"/>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143250"/>
                <a:gridCol w="3810000"/>
                <a:gridCol w="3810000"/>
              </a:tblGrid>
              <a:tr h="695325">
                <a:tc>
                  <a:txBody>
                    <a:bodyPr lIns="85725" tIns="85725" rIns="85725" bIns="85725"/>
                    <a:lstStyle/>
                    <a:p>
                      <a:r>
                        <a:rPr sz="2175" b="1">
                          <a:solidFill>
                            <a:srgbClr val="FFFFFF"/>
                          </a:solidFill>
                          <a:latin typeface="Yu Gothic"/>
                          <a:ea typeface="Yu Gothic"/>
                          <a:cs typeface="Yu Gothic"/>
                        </a:rPr>
                        <a:t>Aからの位置 a / m</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R_A / N</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R_B / N</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0.20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250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50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0.40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100</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0.60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150</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150</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0.80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100</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200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E282366-3626-41F4-BE21-D5F6E20F142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L=1.20 m、P=300 N。R_B=Pa/L、R_A=P(L−a)/L。自重を省略。</a:t>
            </a:r>
          </a:p>
        </p:txBody>
      </p:sp>
      <p:sp>
        <p:nvSpPr>
          <p:cNvPr id="6" name="">
            <a:extLst xmlns:a="http://schemas.openxmlformats.org/drawingml/2006/main">
              <a:ext uri="{FF2B5EF4-FFF2-40B4-BE49-F238E27FC236}">
                <a16:creationId xmlns:a16="http://schemas.microsoft.com/office/drawing/2014/main" id="{7123A42A-2EA7-4A07-A3DB-327271749B3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49</a:t>
            </a:r>
          </a:p>
        </p:txBody>
      </p:sp>
    </p:spTree>
    <p:extLst>
      <p:ext uri="{BB962C8B-B14F-4D97-AF65-F5344CB8AC3E}">
        <p14:creationId xmlns:p14="http://schemas.microsoft.com/office/powerpoint/2010/main" val="15898369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D485C03-1BC2-42F8-B359-009EFD7AA47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切って考える：同じ手順を断面にも使う</a:t>
            </a:r>
          </a:p>
        </p:txBody>
      </p:sp>
      <p:cxnSp>
        <p:nvCxnSpPr>
          <p:cNvPr id="2" name="">
            <a:extLst xmlns:a="http://schemas.openxmlformats.org/drawingml/2006/main">
              <a:ext uri="{FF2B5EF4-FFF2-40B4-BE49-F238E27FC236}">
                <a16:creationId xmlns:a16="http://schemas.microsoft.com/office/drawing/2014/main" id="{A120F11C-84A4-4B14-8AED-8B7B91B659E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909E5EF3-7B6E-4CFF-8ED4-F220378BDA51}"/>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A2337CD2-73E9-4AB2-9679-48C7F5FCC029}"/>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16 / 49</a:t>
            </a:r>
          </a:p>
        </p:txBody>
      </p:sp>
      <p:sp>
        <p:nvSpPr>
          <p:cNvPr id="26" name="">
            <a:extLst xmlns:a="http://schemas.openxmlformats.org/drawingml/2006/main">
              <a:ext uri="{FF2B5EF4-FFF2-40B4-BE49-F238E27FC236}">
                <a16:creationId xmlns:a16="http://schemas.microsoft.com/office/drawing/2014/main" id="{BE3C3DE4-2B59-4A81-A7F1-283DAE31E49C}"/>
              </a:ext>
            </a:extLst>
          </p:cNvPr>
          <p:cNvSpPr>
            <a:spLocks xmlns:a="http://schemas.openxmlformats.org/drawingml/2006/main" noGrp="1"/>
          </p:cNvSpPr>
          <p:nvPr/>
        </p:nvSpPr>
        <p:spPr>
          <a:xfrm xmlns:a="http://schemas.openxmlformats.org/drawingml/2006/main">
            <a:off x="809625" y="152400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全体の外力図</a:t>
            </a:r>
          </a:p>
        </p:txBody>
      </p:sp>
      <p:sp>
        <p:nvSpPr>
          <p:cNvPr id="27" name="">
            <a:extLst xmlns:a="http://schemas.openxmlformats.org/drawingml/2006/main">
              <a:ext uri="{FF2B5EF4-FFF2-40B4-BE49-F238E27FC236}">
                <a16:creationId xmlns:a16="http://schemas.microsoft.com/office/drawing/2014/main" id="{80181FC3-883F-4DBE-A80D-444E5F8DB200}"/>
              </a:ext>
            </a:extLst>
          </p:cNvPr>
          <p:cNvSpPr>
            <a:spLocks xmlns:a="http://schemas.openxmlformats.org/drawingml/2006/main" noGrp="1"/>
          </p:cNvSpPr>
          <p:nvPr/>
        </p:nvSpPr>
        <p:spPr>
          <a:xfrm xmlns:a="http://schemas.openxmlformats.org/drawingml/2006/main">
            <a:off x="1524000" y="2762250"/>
            <a:ext cx="8096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F3AD5B36-77FE-47AD-80CC-725FBE79E5BE}"/>
              </a:ext>
            </a:extLst>
          </p:cNvPr>
          <p:cNvSpPr>
            <a:spLocks xmlns:a="http://schemas.openxmlformats.org/drawingml/2006/main" noGrp="1"/>
          </p:cNvSpPr>
          <p:nvPr/>
        </p:nvSpPr>
        <p:spPr>
          <a:xfrm xmlns:a="http://schemas.openxmlformats.org/drawingml/2006/main">
            <a:off x="136207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29" name="">
            <a:extLst xmlns:a="http://schemas.openxmlformats.org/drawingml/2006/main">
              <a:ext uri="{FF2B5EF4-FFF2-40B4-BE49-F238E27FC236}">
                <a16:creationId xmlns:a16="http://schemas.microsoft.com/office/drawing/2014/main" id="{9E709727-C872-4023-A71B-A08BCDEE25F6}"/>
              </a:ext>
            </a:extLst>
          </p:cNvPr>
          <p:cNvSpPr>
            <a:spLocks xmlns:a="http://schemas.openxmlformats.org/drawingml/2006/main" noGrp="1"/>
          </p:cNvSpPr>
          <p:nvPr/>
        </p:nvSpPr>
        <p:spPr>
          <a:xfrm xmlns:a="http://schemas.openxmlformats.org/drawingml/2006/main">
            <a:off x="12477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0" name="">
            <a:extLst xmlns:a="http://schemas.openxmlformats.org/drawingml/2006/main">
              <a:ext uri="{FF2B5EF4-FFF2-40B4-BE49-F238E27FC236}">
                <a16:creationId xmlns:a16="http://schemas.microsoft.com/office/drawing/2014/main" id="{28B60260-D4A8-4685-AE57-A271C98CF8FF}"/>
              </a:ext>
            </a:extLst>
          </p:cNvPr>
          <p:cNvSpPr>
            <a:spLocks xmlns:a="http://schemas.openxmlformats.org/drawingml/2006/main" noGrp="1"/>
          </p:cNvSpPr>
          <p:nvPr/>
        </p:nvSpPr>
        <p:spPr>
          <a:xfrm xmlns:a="http://schemas.openxmlformats.org/drawingml/2006/main">
            <a:off x="945832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1" name="">
            <a:extLst xmlns:a="http://schemas.openxmlformats.org/drawingml/2006/main">
              <a:ext uri="{FF2B5EF4-FFF2-40B4-BE49-F238E27FC236}">
                <a16:creationId xmlns:a16="http://schemas.microsoft.com/office/drawing/2014/main" id="{3B9BDE4E-A70D-4B1A-AA3E-78ECA2AE8E8A}"/>
              </a:ext>
            </a:extLst>
          </p:cNvPr>
          <p:cNvSpPr>
            <a:spLocks xmlns:a="http://schemas.openxmlformats.org/drawingml/2006/main" noGrp="1"/>
          </p:cNvSpPr>
          <p:nvPr/>
        </p:nvSpPr>
        <p:spPr>
          <a:xfrm xmlns:a="http://schemas.openxmlformats.org/drawingml/2006/main">
            <a:off x="949642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2" name="">
            <a:extLst xmlns:a="http://schemas.openxmlformats.org/drawingml/2006/main">
              <a:ext uri="{FF2B5EF4-FFF2-40B4-BE49-F238E27FC236}">
                <a16:creationId xmlns:a16="http://schemas.microsoft.com/office/drawing/2014/main" id="{CF18D748-F450-4A19-BA54-7CF949F53BE6}"/>
              </a:ext>
            </a:extLst>
          </p:cNvPr>
          <p:cNvSpPr>
            <a:spLocks xmlns:a="http://schemas.openxmlformats.org/drawingml/2006/main" noGrp="1"/>
          </p:cNvSpPr>
          <p:nvPr/>
        </p:nvSpPr>
        <p:spPr>
          <a:xfrm xmlns:a="http://schemas.openxmlformats.org/drawingml/2006/main">
            <a:off x="964882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33" name="">
            <a:extLst xmlns:a="http://schemas.openxmlformats.org/drawingml/2006/main">
              <a:ext uri="{FF2B5EF4-FFF2-40B4-BE49-F238E27FC236}">
                <a16:creationId xmlns:a16="http://schemas.microsoft.com/office/drawing/2014/main" id="{50F3AD8E-ED7A-48FF-AD67-84471B3E207A}"/>
              </a:ext>
            </a:extLst>
          </p:cNvPr>
          <p:cNvSpPr>
            <a:spLocks xmlns:a="http://schemas.openxmlformats.org/drawingml/2006/main" noGrp="1"/>
          </p:cNvSpPr>
          <p:nvPr/>
        </p:nvSpPr>
        <p:spPr>
          <a:xfrm xmlns:a="http://schemas.openxmlformats.org/drawingml/2006/main">
            <a:off x="9344025" y="3305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4" name="">
            <a:extLst xmlns:a="http://schemas.openxmlformats.org/drawingml/2006/main">
              <a:ext uri="{FF2B5EF4-FFF2-40B4-BE49-F238E27FC236}">
                <a16:creationId xmlns:a16="http://schemas.microsoft.com/office/drawing/2014/main" id="{2637F345-00F1-436D-8379-2A31A6E96C5A}"/>
              </a:ext>
            </a:extLst>
          </p:cNvPr>
          <p:cNvSpPr>
            <a:spLocks xmlns:a="http://schemas.openxmlformats.org/drawingml/2006/main" noGrp="1"/>
          </p:cNvSpPr>
          <p:nvPr/>
        </p:nvSpPr>
        <p:spPr>
          <a:xfrm xmlns:a="http://schemas.openxmlformats.org/drawingml/2006/main">
            <a:off x="5572125" y="21431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566C2AAC-F156-4A53-9825-5B52287B16FE}"/>
              </a:ext>
            </a:extLst>
          </p:cNvPr>
          <p:cNvSpPr>
            <a:spLocks xmlns:a="http://schemas.openxmlformats.org/drawingml/2006/main" noGrp="1"/>
          </p:cNvSpPr>
          <p:nvPr/>
        </p:nvSpPr>
        <p:spPr>
          <a:xfrm xmlns:a="http://schemas.openxmlformats.org/drawingml/2006/main">
            <a:off x="5532120" y="26289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D1159FCA-BFD6-472C-9B99-BF12AE79E499}"/>
              </a:ext>
            </a:extLst>
          </p:cNvPr>
          <p:cNvSpPr>
            <a:spLocks xmlns:a="http://schemas.openxmlformats.org/drawingml/2006/main" noGrp="1"/>
          </p:cNvSpPr>
          <p:nvPr/>
        </p:nvSpPr>
        <p:spPr>
          <a:xfrm xmlns:a="http://schemas.openxmlformats.org/drawingml/2006/main">
            <a:off x="4953000" y="166687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200 N</a:t>
            </a:r>
          </a:p>
        </p:txBody>
      </p:sp>
      <p:sp>
        <p:nvSpPr>
          <p:cNvPr id="37" name="">
            <a:extLst xmlns:a="http://schemas.openxmlformats.org/drawingml/2006/main">
              <a:ext uri="{FF2B5EF4-FFF2-40B4-BE49-F238E27FC236}">
                <a16:creationId xmlns:a16="http://schemas.microsoft.com/office/drawing/2014/main" id="{D0730FA9-977E-4260-B200-CA5A32E5C616}"/>
              </a:ext>
            </a:extLst>
          </p:cNvPr>
          <p:cNvSpPr>
            <a:spLocks xmlns:a="http://schemas.openxmlformats.org/drawingml/2006/main" noGrp="1"/>
          </p:cNvSpPr>
          <p:nvPr/>
        </p:nvSpPr>
        <p:spPr>
          <a:xfrm xmlns:a="http://schemas.openxmlformats.org/drawingml/2006/main">
            <a:off x="904875" y="3057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38" name="">
            <a:extLst xmlns:a="http://schemas.openxmlformats.org/drawingml/2006/main">
              <a:ext uri="{FF2B5EF4-FFF2-40B4-BE49-F238E27FC236}">
                <a16:creationId xmlns:a16="http://schemas.microsoft.com/office/drawing/2014/main" id="{C212F0F6-53CB-47A1-BE73-8A40E03EF646}"/>
              </a:ext>
            </a:extLst>
          </p:cNvPr>
          <p:cNvSpPr>
            <a:spLocks xmlns:a="http://schemas.openxmlformats.org/drawingml/2006/main" noGrp="1"/>
          </p:cNvSpPr>
          <p:nvPr/>
        </p:nvSpPr>
        <p:spPr>
          <a:xfrm xmlns:a="http://schemas.openxmlformats.org/drawingml/2006/main">
            <a:off x="9934575" y="3124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39" name="">
            <a:extLst xmlns:a="http://schemas.openxmlformats.org/drawingml/2006/main">
              <a:ext uri="{FF2B5EF4-FFF2-40B4-BE49-F238E27FC236}">
                <a16:creationId xmlns:a16="http://schemas.microsoft.com/office/drawing/2014/main" id="{31B9E440-B3D4-4360-94E0-6A4F1FABF908}"/>
              </a:ext>
            </a:extLst>
          </p:cNvPr>
          <p:cNvSpPr>
            <a:spLocks xmlns:a="http://schemas.openxmlformats.org/drawingml/2006/main" noGrp="1"/>
          </p:cNvSpPr>
          <p:nvPr/>
        </p:nvSpPr>
        <p:spPr>
          <a:xfrm xmlns:a="http://schemas.openxmlformats.org/drawingml/2006/main">
            <a:off x="1524000" y="297180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0" name="">
            <a:extLst xmlns:a="http://schemas.openxmlformats.org/drawingml/2006/main">
              <a:ext uri="{FF2B5EF4-FFF2-40B4-BE49-F238E27FC236}">
                <a16:creationId xmlns:a16="http://schemas.microsoft.com/office/drawing/2014/main" id="{C4DC664C-9E90-4D1E-BB60-9818BA5D124B}"/>
              </a:ext>
            </a:extLst>
          </p:cNvPr>
          <p:cNvSpPr>
            <a:spLocks xmlns:a="http://schemas.openxmlformats.org/drawingml/2006/main" noGrp="1"/>
          </p:cNvSpPr>
          <p:nvPr/>
        </p:nvSpPr>
        <p:spPr>
          <a:xfrm xmlns:a="http://schemas.openxmlformats.org/drawingml/2006/main">
            <a:off x="1483995" y="297180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8486527B-0F42-4221-AFE9-DB2FFCD65E26}"/>
              </a:ext>
            </a:extLst>
          </p:cNvPr>
          <p:cNvSpPr>
            <a:spLocks xmlns:a="http://schemas.openxmlformats.org/drawingml/2006/main" noGrp="1"/>
          </p:cNvSpPr>
          <p:nvPr/>
        </p:nvSpPr>
        <p:spPr>
          <a:xfrm xmlns:a="http://schemas.openxmlformats.org/drawingml/2006/main">
            <a:off x="714375" y="372427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100 N</a:t>
            </a:r>
          </a:p>
        </p:txBody>
      </p:sp>
      <p:sp>
        <p:nvSpPr>
          <p:cNvPr id="42" name="">
            <a:extLst xmlns:a="http://schemas.openxmlformats.org/drawingml/2006/main">
              <a:ext uri="{FF2B5EF4-FFF2-40B4-BE49-F238E27FC236}">
                <a16:creationId xmlns:a16="http://schemas.microsoft.com/office/drawing/2014/main" id="{9C0ACA9A-403C-4AFE-BCE2-F851B5DFFEF8}"/>
              </a:ext>
            </a:extLst>
          </p:cNvPr>
          <p:cNvSpPr>
            <a:spLocks xmlns:a="http://schemas.openxmlformats.org/drawingml/2006/main" noGrp="1"/>
          </p:cNvSpPr>
          <p:nvPr/>
        </p:nvSpPr>
        <p:spPr>
          <a:xfrm xmlns:a="http://schemas.openxmlformats.org/drawingml/2006/main">
            <a:off x="9620250" y="297180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3" name="">
            <a:extLst xmlns:a="http://schemas.openxmlformats.org/drawingml/2006/main">
              <a:ext uri="{FF2B5EF4-FFF2-40B4-BE49-F238E27FC236}">
                <a16:creationId xmlns:a16="http://schemas.microsoft.com/office/drawing/2014/main" id="{240AB892-B42C-47C3-8567-ECFCB6AB30B9}"/>
              </a:ext>
            </a:extLst>
          </p:cNvPr>
          <p:cNvSpPr>
            <a:spLocks xmlns:a="http://schemas.openxmlformats.org/drawingml/2006/main" noGrp="1"/>
          </p:cNvSpPr>
          <p:nvPr/>
        </p:nvSpPr>
        <p:spPr>
          <a:xfrm xmlns:a="http://schemas.openxmlformats.org/drawingml/2006/main">
            <a:off x="9580245" y="297180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4" name="">
            <a:extLst xmlns:a="http://schemas.openxmlformats.org/drawingml/2006/main">
              <a:ext uri="{FF2B5EF4-FFF2-40B4-BE49-F238E27FC236}">
                <a16:creationId xmlns:a16="http://schemas.microsoft.com/office/drawing/2014/main" id="{4FCE7D80-10E5-41CA-9E55-EFC2BFFE6918}"/>
              </a:ext>
            </a:extLst>
          </p:cNvPr>
          <p:cNvSpPr>
            <a:spLocks xmlns:a="http://schemas.openxmlformats.org/drawingml/2006/main" noGrp="1"/>
          </p:cNvSpPr>
          <p:nvPr/>
        </p:nvSpPr>
        <p:spPr>
          <a:xfrm xmlns:a="http://schemas.openxmlformats.org/drawingml/2006/main">
            <a:off x="8905875" y="372427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100 N</a:t>
            </a:r>
          </a:p>
        </p:txBody>
      </p:sp>
      <p:sp>
        <p:nvSpPr>
          <p:cNvPr id="45" name="">
            <a:extLst xmlns:a="http://schemas.openxmlformats.org/drawingml/2006/main">
              <a:ext uri="{FF2B5EF4-FFF2-40B4-BE49-F238E27FC236}">
                <a16:creationId xmlns:a16="http://schemas.microsoft.com/office/drawing/2014/main" id="{187C4428-8C91-42BF-8C77-7C083E3DB725}"/>
              </a:ext>
            </a:extLst>
          </p:cNvPr>
          <p:cNvSpPr>
            <a:spLocks xmlns:a="http://schemas.openxmlformats.org/drawingml/2006/main" noGrp="1"/>
          </p:cNvSpPr>
          <p:nvPr/>
        </p:nvSpPr>
        <p:spPr>
          <a:xfrm xmlns:a="http://schemas.openxmlformats.org/drawingml/2006/main">
            <a:off x="4524375" y="2286000"/>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46" name="">
            <a:extLst xmlns:a="http://schemas.openxmlformats.org/drawingml/2006/main">
              <a:ext uri="{FF2B5EF4-FFF2-40B4-BE49-F238E27FC236}">
                <a16:creationId xmlns:a16="http://schemas.microsoft.com/office/drawing/2014/main" id="{B3889AFD-8D27-4D94-979B-6AEF92727696}"/>
              </a:ext>
            </a:extLst>
          </p:cNvPr>
          <p:cNvSpPr>
            <a:spLocks xmlns:a="http://schemas.openxmlformats.org/drawingml/2006/main" noGrp="1"/>
          </p:cNvSpPr>
          <p:nvPr/>
        </p:nvSpPr>
        <p:spPr>
          <a:xfrm xmlns:a="http://schemas.openxmlformats.org/drawingml/2006/main">
            <a:off x="4524375" y="2411016"/>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47" name="">
            <a:extLst xmlns:a="http://schemas.openxmlformats.org/drawingml/2006/main">
              <a:ext uri="{FF2B5EF4-FFF2-40B4-BE49-F238E27FC236}">
                <a16:creationId xmlns:a16="http://schemas.microsoft.com/office/drawing/2014/main" id="{1BFCBC3C-91C2-4E44-ACF6-0E6E596CA35F}"/>
              </a:ext>
            </a:extLst>
          </p:cNvPr>
          <p:cNvSpPr>
            <a:spLocks xmlns:a="http://schemas.openxmlformats.org/drawingml/2006/main" noGrp="1"/>
          </p:cNvSpPr>
          <p:nvPr/>
        </p:nvSpPr>
        <p:spPr>
          <a:xfrm xmlns:a="http://schemas.openxmlformats.org/drawingml/2006/main">
            <a:off x="4524375" y="2536031"/>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48" name="">
            <a:extLst xmlns:a="http://schemas.openxmlformats.org/drawingml/2006/main">
              <a:ext uri="{FF2B5EF4-FFF2-40B4-BE49-F238E27FC236}">
                <a16:creationId xmlns:a16="http://schemas.microsoft.com/office/drawing/2014/main" id="{6AB1B19A-4AD7-444E-8C34-1F5AC28D44DF}"/>
              </a:ext>
            </a:extLst>
          </p:cNvPr>
          <p:cNvSpPr>
            <a:spLocks xmlns:a="http://schemas.openxmlformats.org/drawingml/2006/main" noGrp="1"/>
          </p:cNvSpPr>
          <p:nvPr/>
        </p:nvSpPr>
        <p:spPr>
          <a:xfrm xmlns:a="http://schemas.openxmlformats.org/drawingml/2006/main">
            <a:off x="4524375" y="2661047"/>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49" name="">
            <a:extLst xmlns:a="http://schemas.openxmlformats.org/drawingml/2006/main">
              <a:ext uri="{FF2B5EF4-FFF2-40B4-BE49-F238E27FC236}">
                <a16:creationId xmlns:a16="http://schemas.microsoft.com/office/drawing/2014/main" id="{E54331C6-1EA3-4201-95F3-0BBA1AA73115}"/>
              </a:ext>
            </a:extLst>
          </p:cNvPr>
          <p:cNvSpPr>
            <a:spLocks xmlns:a="http://schemas.openxmlformats.org/drawingml/2006/main" noGrp="1"/>
          </p:cNvSpPr>
          <p:nvPr/>
        </p:nvSpPr>
        <p:spPr>
          <a:xfrm xmlns:a="http://schemas.openxmlformats.org/drawingml/2006/main">
            <a:off x="4524375" y="2786063"/>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50" name="">
            <a:extLst xmlns:a="http://schemas.openxmlformats.org/drawingml/2006/main">
              <a:ext uri="{FF2B5EF4-FFF2-40B4-BE49-F238E27FC236}">
                <a16:creationId xmlns:a16="http://schemas.microsoft.com/office/drawing/2014/main" id="{195B008C-F2C6-4DB9-909F-565EB4189E0D}"/>
              </a:ext>
            </a:extLst>
          </p:cNvPr>
          <p:cNvSpPr>
            <a:spLocks xmlns:a="http://schemas.openxmlformats.org/drawingml/2006/main" noGrp="1"/>
          </p:cNvSpPr>
          <p:nvPr/>
        </p:nvSpPr>
        <p:spPr>
          <a:xfrm xmlns:a="http://schemas.openxmlformats.org/drawingml/2006/main">
            <a:off x="4524375" y="2911078"/>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51" name="">
            <a:extLst xmlns:a="http://schemas.openxmlformats.org/drawingml/2006/main">
              <a:ext uri="{FF2B5EF4-FFF2-40B4-BE49-F238E27FC236}">
                <a16:creationId xmlns:a16="http://schemas.microsoft.com/office/drawing/2014/main" id="{CAD7C3F1-8AD5-4AD4-B1E9-06E6E42F3F50}"/>
              </a:ext>
            </a:extLst>
          </p:cNvPr>
          <p:cNvSpPr>
            <a:spLocks xmlns:a="http://schemas.openxmlformats.org/drawingml/2006/main" noGrp="1"/>
          </p:cNvSpPr>
          <p:nvPr/>
        </p:nvSpPr>
        <p:spPr>
          <a:xfrm xmlns:a="http://schemas.openxmlformats.org/drawingml/2006/main">
            <a:off x="4524375" y="3036094"/>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52" name="">
            <a:extLst xmlns:a="http://schemas.openxmlformats.org/drawingml/2006/main">
              <a:ext uri="{FF2B5EF4-FFF2-40B4-BE49-F238E27FC236}">
                <a16:creationId xmlns:a16="http://schemas.microsoft.com/office/drawing/2014/main" id="{54F9D923-3CA0-45E8-8EB1-7A164ECA6D60}"/>
              </a:ext>
            </a:extLst>
          </p:cNvPr>
          <p:cNvSpPr>
            <a:spLocks xmlns:a="http://schemas.openxmlformats.org/drawingml/2006/main" noGrp="1"/>
          </p:cNvSpPr>
          <p:nvPr/>
        </p:nvSpPr>
        <p:spPr>
          <a:xfrm xmlns:a="http://schemas.openxmlformats.org/drawingml/2006/main">
            <a:off x="4524375" y="3161109"/>
            <a:ext cx="9525" cy="68759"/>
          </a:xfrm>
          <a:custGeom xmlns:a="http://schemas.openxmlformats.org/drawingml/2006/main">
            <a:pathLst>
              <a:path w="9525" h="68759">
                <a:moveTo>
                  <a:pt x="0" y="0"/>
                </a:moveTo>
                <a:lnTo>
                  <a:pt x="0" y="68759"/>
                </a:lnTo>
              </a:path>
            </a:pathLst>
          </a:custGeom>
          <a:noFill xmlns:a="http://schemas.openxmlformats.org/drawingml/2006/main"/>
          <a:ln xmlns:a="http://schemas.openxmlformats.org/drawingml/2006/main" w="11430">
            <a:solidFill>
              <a:srgbClr val="087E8B"/>
            </a:solidFill>
          </a:ln>
        </p:spPr>
      </p:sp>
      <p:sp>
        <p:nvSpPr>
          <p:cNvPr id="53" name="">
            <a:extLst xmlns:a="http://schemas.openxmlformats.org/drawingml/2006/main">
              <a:ext uri="{FF2B5EF4-FFF2-40B4-BE49-F238E27FC236}">
                <a16:creationId xmlns:a16="http://schemas.microsoft.com/office/drawing/2014/main" id="{39D0E3AC-ED43-4295-AC98-E3DC1B2FA976}"/>
              </a:ext>
            </a:extLst>
          </p:cNvPr>
          <p:cNvSpPr>
            <a:spLocks xmlns:a="http://schemas.openxmlformats.org/drawingml/2006/main" noGrp="1"/>
          </p:cNvSpPr>
          <p:nvPr/>
        </p:nvSpPr>
        <p:spPr>
          <a:xfrm xmlns:a="http://schemas.openxmlformats.org/drawingml/2006/main">
            <a:off x="3238500" y="1952625"/>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087E8B"/>
                </a:solidFill>
                <a:latin typeface="Yu Gothic"/>
                <a:ea typeface="Yu Gothic"/>
                <a:cs typeface="Yu Gothic"/>
              </a:defRPr>
            </a:defPPr>
            <a:lvl1pPr>
              <a:buNone/>
              <a:defRPr sz="1800" b="1">
                <a:solidFill>
                  <a:srgbClr val="087E8B"/>
                </a:solidFill>
                <a:latin typeface="Yu Gothic"/>
                <a:ea typeface="Yu Gothic"/>
                <a:cs typeface="Yu Gothic"/>
              </a:defRPr>
            </a:lvl1pPr>
            <a:lvl2pPr>
              <a:buNone/>
              <a:defRPr sz="1800" b="1">
                <a:solidFill>
                  <a:srgbClr val="087E8B"/>
                </a:solidFill>
                <a:latin typeface="Yu Gothic"/>
                <a:ea typeface="Yu Gothic"/>
                <a:cs typeface="Yu Gothic"/>
              </a:defRPr>
            </a:lvl2pPr>
            <a:lvl3pPr>
              <a:buNone/>
              <a:defRPr sz="1800" b="1">
                <a:solidFill>
                  <a:srgbClr val="087E8B"/>
                </a:solidFill>
                <a:latin typeface="Yu Gothic"/>
                <a:ea typeface="Yu Gothic"/>
                <a:cs typeface="Yu Gothic"/>
              </a:defRPr>
            </a:lvl3pPr>
            <a:lvl4pPr>
              <a:buNone/>
              <a:defRPr sz="1800" b="1">
                <a:solidFill>
                  <a:srgbClr val="087E8B"/>
                </a:solidFill>
                <a:latin typeface="Yu Gothic"/>
                <a:ea typeface="Yu Gothic"/>
                <a:cs typeface="Yu Gothic"/>
              </a:defRPr>
            </a:lvl4pPr>
            <a:lvl5pPr>
              <a:buNone/>
              <a:defRPr sz="1800" b="1">
                <a:solidFill>
                  <a:srgbClr val="087E8B"/>
                </a:solidFill>
                <a:latin typeface="Yu Gothic"/>
                <a:ea typeface="Yu Gothic"/>
                <a:cs typeface="Yu Gothic"/>
              </a:defRPr>
            </a:lvl5pPr>
            <a:lvl6pPr>
              <a:buNone/>
              <a:defRPr sz="1800" b="1">
                <a:solidFill>
                  <a:srgbClr val="087E8B"/>
                </a:solidFill>
                <a:latin typeface="Yu Gothic"/>
                <a:ea typeface="Yu Gothic"/>
                <a:cs typeface="Yu Gothic"/>
              </a:defRPr>
            </a:lvl6pPr>
            <a:lvl7pPr>
              <a:buNone/>
              <a:defRPr sz="1800" b="1">
                <a:solidFill>
                  <a:srgbClr val="087E8B"/>
                </a:solidFill>
                <a:latin typeface="Yu Gothic"/>
                <a:ea typeface="Yu Gothic"/>
                <a:cs typeface="Yu Gothic"/>
              </a:defRPr>
            </a:lvl7pPr>
            <a:lvl8pPr>
              <a:buNone/>
              <a:defRPr sz="1800" b="1">
                <a:solidFill>
                  <a:srgbClr val="087E8B"/>
                </a:solidFill>
                <a:latin typeface="Yu Gothic"/>
                <a:ea typeface="Yu Gothic"/>
                <a:cs typeface="Yu Gothic"/>
              </a:defRPr>
            </a:lvl8pPr>
            <a:lvl9pPr>
              <a:buNone/>
              <a:defRPr sz="1800" b="1">
                <a:solidFill>
                  <a:srgbClr val="087E8B"/>
                </a:solidFill>
                <a:latin typeface="Yu Gothic"/>
                <a:ea typeface="Yu Gothic"/>
                <a:cs typeface="Yu Gothic"/>
              </a:defRPr>
            </a:lvl9pPr>
          </a:lstStyle>
          <a:p xmlns:a="http://schemas.openxmlformats.org/drawingml/2006/main">
            <a:pPr>
              <a:buNone/>
              <a:defRPr sz="1800" b="1">
                <a:solidFill>
                  <a:srgbClr val="087E8B"/>
                </a:solidFill>
                <a:latin typeface="Yu Gothic"/>
                <a:ea typeface="Yu Gothic"/>
                <a:cs typeface="Yu Gothic"/>
              </a:defRPr>
            </a:pPr>
            <a:r>
              <a:rPr sz="1800" b="1">
                <a:solidFill>
                  <a:srgbClr val="087E8B"/>
                </a:solidFill>
                <a:latin typeface="Yu Gothic"/>
                <a:ea typeface="Yu Gothic"/>
                <a:cs typeface="Yu Gothic"/>
              </a:rPr>
              <a:t>ここで切る</a:t>
            </a:r>
          </a:p>
        </p:txBody>
      </p:sp>
      <p:sp>
        <p:nvSpPr>
          <p:cNvPr id="54" name="">
            <a:extLst xmlns:a="http://schemas.openxmlformats.org/drawingml/2006/main">
              <a:ext uri="{FF2B5EF4-FFF2-40B4-BE49-F238E27FC236}">
                <a16:creationId xmlns:a16="http://schemas.microsoft.com/office/drawing/2014/main" id="{DCAD4B96-AEB3-414C-8AC5-97FFD6454AEA}"/>
              </a:ext>
            </a:extLst>
          </p:cNvPr>
          <p:cNvSpPr>
            <a:spLocks xmlns:a="http://schemas.openxmlformats.org/drawingml/2006/main" noGrp="1"/>
          </p:cNvSpPr>
          <p:nvPr/>
        </p:nvSpPr>
        <p:spPr>
          <a:xfrm xmlns:a="http://schemas.openxmlformats.org/drawingml/2006/main">
            <a:off x="809625" y="40957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左部分を取り出す</a:t>
            </a:r>
          </a:p>
        </p:txBody>
      </p:sp>
      <p:sp>
        <p:nvSpPr>
          <p:cNvPr id="55" name="">
            <a:extLst xmlns:a="http://schemas.openxmlformats.org/drawingml/2006/main">
              <a:ext uri="{FF2B5EF4-FFF2-40B4-BE49-F238E27FC236}">
                <a16:creationId xmlns:a16="http://schemas.microsoft.com/office/drawing/2014/main" id="{5E98BF83-6256-4303-BD7D-8AC588C1B169}"/>
              </a:ext>
            </a:extLst>
          </p:cNvPr>
          <p:cNvSpPr>
            <a:spLocks xmlns:a="http://schemas.openxmlformats.org/drawingml/2006/main" noGrp="1"/>
          </p:cNvSpPr>
          <p:nvPr/>
        </p:nvSpPr>
        <p:spPr>
          <a:xfrm xmlns:a="http://schemas.openxmlformats.org/drawingml/2006/main">
            <a:off x="1714500" y="4714875"/>
            <a:ext cx="2809875" cy="19050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6" name="">
            <a:extLst xmlns:a="http://schemas.openxmlformats.org/drawingml/2006/main">
              <a:ext uri="{FF2B5EF4-FFF2-40B4-BE49-F238E27FC236}">
                <a16:creationId xmlns:a16="http://schemas.microsoft.com/office/drawing/2014/main" id="{FF2DD5BB-F6E0-4C16-865A-30A011D5F82C}"/>
              </a:ext>
            </a:extLst>
          </p:cNvPr>
          <p:cNvSpPr>
            <a:spLocks xmlns:a="http://schemas.openxmlformats.org/drawingml/2006/main" noGrp="1"/>
          </p:cNvSpPr>
          <p:nvPr/>
        </p:nvSpPr>
        <p:spPr>
          <a:xfrm xmlns:a="http://schemas.openxmlformats.org/drawingml/2006/main">
            <a:off x="1714500" y="4943475"/>
            <a:ext cx="9525" cy="342900"/>
          </a:xfrm>
          <a:custGeom xmlns:a="http://schemas.openxmlformats.org/drawingml/2006/main">
            <a:pathLst>
              <a:path w="9525" h="342900">
                <a:moveTo>
                  <a:pt x="0" y="342900"/>
                </a:moveTo>
                <a:lnTo>
                  <a:pt x="0" y="0"/>
                </a:lnTo>
              </a:path>
            </a:pathLst>
          </a:custGeom>
          <a:noFill xmlns:a="http://schemas.openxmlformats.org/drawingml/2006/main"/>
          <a:ln xmlns:a="http://schemas.openxmlformats.org/drawingml/2006/main" w="28575">
            <a:solidFill>
              <a:srgbClr val="2876A8"/>
            </a:solidFill>
          </a:ln>
        </p:spPr>
      </p:sp>
      <p:sp>
        <p:nvSpPr>
          <p:cNvPr id="57" name="">
            <a:extLst xmlns:a="http://schemas.openxmlformats.org/drawingml/2006/main">
              <a:ext uri="{FF2B5EF4-FFF2-40B4-BE49-F238E27FC236}">
                <a16:creationId xmlns:a16="http://schemas.microsoft.com/office/drawing/2014/main" id="{2759F89F-B9A6-449F-8489-9E8A4B73C281}"/>
              </a:ext>
            </a:extLst>
          </p:cNvPr>
          <p:cNvSpPr>
            <a:spLocks xmlns:a="http://schemas.openxmlformats.org/drawingml/2006/main" noGrp="1"/>
          </p:cNvSpPr>
          <p:nvPr/>
        </p:nvSpPr>
        <p:spPr>
          <a:xfrm xmlns:a="http://schemas.openxmlformats.org/drawingml/2006/main">
            <a:off x="1666494" y="49434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58" name="">
            <a:extLst xmlns:a="http://schemas.openxmlformats.org/drawingml/2006/main">
              <a:ext uri="{FF2B5EF4-FFF2-40B4-BE49-F238E27FC236}">
                <a16:creationId xmlns:a16="http://schemas.microsoft.com/office/drawing/2014/main" id="{5D87121F-AAB1-4B59-A5B0-3ED049AE2BBF}"/>
              </a:ext>
            </a:extLst>
          </p:cNvPr>
          <p:cNvSpPr>
            <a:spLocks xmlns:a="http://schemas.openxmlformats.org/drawingml/2006/main" noGrp="1"/>
          </p:cNvSpPr>
          <p:nvPr/>
        </p:nvSpPr>
        <p:spPr>
          <a:xfrm xmlns:a="http://schemas.openxmlformats.org/drawingml/2006/main">
            <a:off x="809625" y="49053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100 N</a:t>
            </a:r>
          </a:p>
        </p:txBody>
      </p:sp>
      <p:sp>
        <p:nvSpPr>
          <p:cNvPr id="59" name="">
            <a:extLst xmlns:a="http://schemas.openxmlformats.org/drawingml/2006/main">
              <a:ext uri="{FF2B5EF4-FFF2-40B4-BE49-F238E27FC236}">
                <a16:creationId xmlns:a16="http://schemas.microsoft.com/office/drawing/2014/main" id="{615D10C6-A860-4EBB-B3B3-EDA79A98E21E}"/>
              </a:ext>
            </a:extLst>
          </p:cNvPr>
          <p:cNvSpPr>
            <a:spLocks xmlns:a="http://schemas.openxmlformats.org/drawingml/2006/main" noGrp="1"/>
          </p:cNvSpPr>
          <p:nvPr/>
        </p:nvSpPr>
        <p:spPr>
          <a:xfrm xmlns:a="http://schemas.openxmlformats.org/drawingml/2006/main">
            <a:off x="4524375" y="4381500"/>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52D5CB0D-3E4B-4D41-948C-5D0F229CD430}"/>
              </a:ext>
            </a:extLst>
          </p:cNvPr>
          <p:cNvSpPr>
            <a:spLocks xmlns:a="http://schemas.openxmlformats.org/drawingml/2006/main" noGrp="1"/>
          </p:cNvSpPr>
          <p:nvPr/>
        </p:nvSpPr>
        <p:spPr>
          <a:xfrm xmlns:a="http://schemas.openxmlformats.org/drawingml/2006/main">
            <a:off x="4524375" y="4503208"/>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1" name="">
            <a:extLst xmlns:a="http://schemas.openxmlformats.org/drawingml/2006/main">
              <a:ext uri="{FF2B5EF4-FFF2-40B4-BE49-F238E27FC236}">
                <a16:creationId xmlns:a16="http://schemas.microsoft.com/office/drawing/2014/main" id="{E739CB84-0CB8-48F4-91DB-0F53DEDB7697}"/>
              </a:ext>
            </a:extLst>
          </p:cNvPr>
          <p:cNvSpPr>
            <a:spLocks xmlns:a="http://schemas.openxmlformats.org/drawingml/2006/main" noGrp="1"/>
          </p:cNvSpPr>
          <p:nvPr/>
        </p:nvSpPr>
        <p:spPr>
          <a:xfrm xmlns:a="http://schemas.openxmlformats.org/drawingml/2006/main">
            <a:off x="4524375" y="4624917"/>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2" name="">
            <a:extLst xmlns:a="http://schemas.openxmlformats.org/drawingml/2006/main">
              <a:ext uri="{FF2B5EF4-FFF2-40B4-BE49-F238E27FC236}">
                <a16:creationId xmlns:a16="http://schemas.microsoft.com/office/drawing/2014/main" id="{0BABCAD9-3EAD-4F23-BE95-5A92613991D4}"/>
              </a:ext>
            </a:extLst>
          </p:cNvPr>
          <p:cNvSpPr>
            <a:spLocks xmlns:a="http://schemas.openxmlformats.org/drawingml/2006/main" noGrp="1"/>
          </p:cNvSpPr>
          <p:nvPr/>
        </p:nvSpPr>
        <p:spPr>
          <a:xfrm xmlns:a="http://schemas.openxmlformats.org/drawingml/2006/main">
            <a:off x="4524375" y="4746625"/>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3" name="">
            <a:extLst xmlns:a="http://schemas.openxmlformats.org/drawingml/2006/main">
              <a:ext uri="{FF2B5EF4-FFF2-40B4-BE49-F238E27FC236}">
                <a16:creationId xmlns:a16="http://schemas.microsoft.com/office/drawing/2014/main" id="{0D297ACC-7197-4122-B440-791787E43697}"/>
              </a:ext>
            </a:extLst>
          </p:cNvPr>
          <p:cNvSpPr>
            <a:spLocks xmlns:a="http://schemas.openxmlformats.org/drawingml/2006/main" noGrp="1"/>
          </p:cNvSpPr>
          <p:nvPr/>
        </p:nvSpPr>
        <p:spPr>
          <a:xfrm xmlns:a="http://schemas.openxmlformats.org/drawingml/2006/main">
            <a:off x="4524375" y="4868333"/>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4" name="">
            <a:extLst xmlns:a="http://schemas.openxmlformats.org/drawingml/2006/main">
              <a:ext uri="{FF2B5EF4-FFF2-40B4-BE49-F238E27FC236}">
                <a16:creationId xmlns:a16="http://schemas.microsoft.com/office/drawing/2014/main" id="{C133DB30-92AC-45EF-8B13-5119DF993E75}"/>
              </a:ext>
            </a:extLst>
          </p:cNvPr>
          <p:cNvSpPr>
            <a:spLocks xmlns:a="http://schemas.openxmlformats.org/drawingml/2006/main" noGrp="1"/>
          </p:cNvSpPr>
          <p:nvPr/>
        </p:nvSpPr>
        <p:spPr>
          <a:xfrm xmlns:a="http://schemas.openxmlformats.org/drawingml/2006/main">
            <a:off x="4524375" y="4990042"/>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5" name="">
            <a:extLst xmlns:a="http://schemas.openxmlformats.org/drawingml/2006/main">
              <a:ext uri="{FF2B5EF4-FFF2-40B4-BE49-F238E27FC236}">
                <a16:creationId xmlns:a16="http://schemas.microsoft.com/office/drawing/2014/main" id="{495F4316-5483-4F52-AB6A-AB2EBED4BBE7}"/>
              </a:ext>
            </a:extLst>
          </p:cNvPr>
          <p:cNvSpPr>
            <a:spLocks xmlns:a="http://schemas.openxmlformats.org/drawingml/2006/main" noGrp="1"/>
          </p:cNvSpPr>
          <p:nvPr/>
        </p:nvSpPr>
        <p:spPr>
          <a:xfrm xmlns:a="http://schemas.openxmlformats.org/drawingml/2006/main">
            <a:off x="4524375" y="5111750"/>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6" name="">
            <a:extLst xmlns:a="http://schemas.openxmlformats.org/drawingml/2006/main">
              <a:ext uri="{FF2B5EF4-FFF2-40B4-BE49-F238E27FC236}">
                <a16:creationId xmlns:a16="http://schemas.microsoft.com/office/drawing/2014/main" id="{A596ECEC-62D3-406E-8B5D-158BB23A403F}"/>
              </a:ext>
            </a:extLst>
          </p:cNvPr>
          <p:cNvSpPr>
            <a:spLocks xmlns:a="http://schemas.openxmlformats.org/drawingml/2006/main" noGrp="1"/>
          </p:cNvSpPr>
          <p:nvPr/>
        </p:nvSpPr>
        <p:spPr>
          <a:xfrm xmlns:a="http://schemas.openxmlformats.org/drawingml/2006/main">
            <a:off x="4524375" y="5233458"/>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7" name="">
            <a:extLst xmlns:a="http://schemas.openxmlformats.org/drawingml/2006/main">
              <a:ext uri="{FF2B5EF4-FFF2-40B4-BE49-F238E27FC236}">
                <a16:creationId xmlns:a16="http://schemas.microsoft.com/office/drawing/2014/main" id="{CD9214A1-7FF5-4F78-83F6-662A4F87B1AA}"/>
              </a:ext>
            </a:extLst>
          </p:cNvPr>
          <p:cNvSpPr>
            <a:spLocks xmlns:a="http://schemas.openxmlformats.org/drawingml/2006/main" noGrp="1"/>
          </p:cNvSpPr>
          <p:nvPr/>
        </p:nvSpPr>
        <p:spPr>
          <a:xfrm xmlns:a="http://schemas.openxmlformats.org/drawingml/2006/main">
            <a:off x="4524375" y="5355167"/>
            <a:ext cx="9525" cy="66940"/>
          </a:xfrm>
          <a:custGeom xmlns:a="http://schemas.openxmlformats.org/drawingml/2006/main">
            <a:pathLst>
              <a:path w="9525" h="66940">
                <a:moveTo>
                  <a:pt x="0" y="0"/>
                </a:moveTo>
                <a:lnTo>
                  <a:pt x="0" y="66940"/>
                </a:lnTo>
              </a:path>
            </a:pathLst>
          </a:custGeom>
          <a:noFill xmlns:a="http://schemas.openxmlformats.org/drawingml/2006/main"/>
          <a:ln xmlns:a="http://schemas.openxmlformats.org/drawingml/2006/main" w="11430">
            <a:solidFill>
              <a:srgbClr val="087E8B"/>
            </a:solidFill>
          </a:ln>
        </p:spPr>
      </p:sp>
      <p:sp>
        <p:nvSpPr>
          <p:cNvPr id="68" name="">
            <a:extLst xmlns:a="http://schemas.openxmlformats.org/drawingml/2006/main">
              <a:ext uri="{FF2B5EF4-FFF2-40B4-BE49-F238E27FC236}">
                <a16:creationId xmlns:a16="http://schemas.microsoft.com/office/drawing/2014/main" id="{FF1E29B8-0838-4694-A66F-10BC2521E659}"/>
              </a:ext>
            </a:extLst>
          </p:cNvPr>
          <p:cNvSpPr>
            <a:spLocks xmlns:a="http://schemas.openxmlformats.org/drawingml/2006/main" noGrp="1"/>
          </p:cNvSpPr>
          <p:nvPr/>
        </p:nvSpPr>
        <p:spPr>
          <a:xfrm xmlns:a="http://schemas.openxmlformats.org/drawingml/2006/main">
            <a:off x="4524375" y="4714875"/>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28575">
            <a:solidFill>
              <a:srgbClr val="7655A5"/>
            </a:solidFill>
          </a:ln>
        </p:spPr>
      </p:sp>
      <p:sp>
        <p:nvSpPr>
          <p:cNvPr id="69" name="">
            <a:extLst xmlns:a="http://schemas.openxmlformats.org/drawingml/2006/main">
              <a:ext uri="{FF2B5EF4-FFF2-40B4-BE49-F238E27FC236}">
                <a16:creationId xmlns:a16="http://schemas.microsoft.com/office/drawing/2014/main" id="{F74A05BE-AA50-4119-98C1-DA6242106ADF}"/>
              </a:ext>
            </a:extLst>
          </p:cNvPr>
          <p:cNvSpPr>
            <a:spLocks xmlns:a="http://schemas.openxmlformats.org/drawingml/2006/main" noGrp="1"/>
          </p:cNvSpPr>
          <p:nvPr/>
        </p:nvSpPr>
        <p:spPr>
          <a:xfrm xmlns:a="http://schemas.openxmlformats.org/drawingml/2006/main">
            <a:off x="4476369" y="51720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70" name="">
            <a:extLst xmlns:a="http://schemas.openxmlformats.org/drawingml/2006/main">
              <a:ext uri="{FF2B5EF4-FFF2-40B4-BE49-F238E27FC236}">
                <a16:creationId xmlns:a16="http://schemas.microsoft.com/office/drawing/2014/main" id="{792D712D-C303-486C-BFA5-7EA4A8AC28E5}"/>
              </a:ext>
            </a:extLst>
          </p:cNvPr>
          <p:cNvSpPr>
            <a:spLocks xmlns:a="http://schemas.openxmlformats.org/drawingml/2006/main" noGrp="1"/>
          </p:cNvSpPr>
          <p:nvPr/>
        </p:nvSpPr>
        <p:spPr>
          <a:xfrm xmlns:a="http://schemas.openxmlformats.org/drawingml/2006/main">
            <a:off x="4714875" y="4981575"/>
            <a:ext cx="428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7655A5"/>
                </a:solidFill>
                <a:latin typeface="Yu Gothic"/>
                <a:ea typeface="Yu Gothic"/>
                <a:cs typeface="Yu Gothic"/>
              </a:defRPr>
            </a:defPPr>
            <a:lvl1pPr>
              <a:buNone/>
              <a:defRPr sz="2100" b="1">
                <a:solidFill>
                  <a:srgbClr val="7655A5"/>
                </a:solidFill>
                <a:latin typeface="Yu Gothic"/>
                <a:ea typeface="Yu Gothic"/>
                <a:cs typeface="Yu Gothic"/>
              </a:defRPr>
            </a:lvl1pPr>
            <a:lvl2pPr>
              <a:buNone/>
              <a:defRPr sz="2100" b="1">
                <a:solidFill>
                  <a:srgbClr val="7655A5"/>
                </a:solidFill>
                <a:latin typeface="Yu Gothic"/>
                <a:ea typeface="Yu Gothic"/>
                <a:cs typeface="Yu Gothic"/>
              </a:defRPr>
            </a:lvl2pPr>
            <a:lvl3pPr>
              <a:buNone/>
              <a:defRPr sz="2100" b="1">
                <a:solidFill>
                  <a:srgbClr val="7655A5"/>
                </a:solidFill>
                <a:latin typeface="Yu Gothic"/>
                <a:ea typeface="Yu Gothic"/>
                <a:cs typeface="Yu Gothic"/>
              </a:defRPr>
            </a:lvl3pPr>
            <a:lvl4pPr>
              <a:buNone/>
              <a:defRPr sz="2100" b="1">
                <a:solidFill>
                  <a:srgbClr val="7655A5"/>
                </a:solidFill>
                <a:latin typeface="Yu Gothic"/>
                <a:ea typeface="Yu Gothic"/>
                <a:cs typeface="Yu Gothic"/>
              </a:defRPr>
            </a:lvl4pPr>
            <a:lvl5pPr>
              <a:buNone/>
              <a:defRPr sz="2100" b="1">
                <a:solidFill>
                  <a:srgbClr val="7655A5"/>
                </a:solidFill>
                <a:latin typeface="Yu Gothic"/>
                <a:ea typeface="Yu Gothic"/>
                <a:cs typeface="Yu Gothic"/>
              </a:defRPr>
            </a:lvl5pPr>
            <a:lvl6pPr>
              <a:buNone/>
              <a:defRPr sz="2100" b="1">
                <a:solidFill>
                  <a:srgbClr val="7655A5"/>
                </a:solidFill>
                <a:latin typeface="Yu Gothic"/>
                <a:ea typeface="Yu Gothic"/>
                <a:cs typeface="Yu Gothic"/>
              </a:defRPr>
            </a:lvl6pPr>
            <a:lvl7pPr>
              <a:buNone/>
              <a:defRPr sz="2100" b="1">
                <a:solidFill>
                  <a:srgbClr val="7655A5"/>
                </a:solidFill>
                <a:latin typeface="Yu Gothic"/>
                <a:ea typeface="Yu Gothic"/>
                <a:cs typeface="Yu Gothic"/>
              </a:defRPr>
            </a:lvl7pPr>
            <a:lvl8pPr>
              <a:buNone/>
              <a:defRPr sz="2100" b="1">
                <a:solidFill>
                  <a:srgbClr val="7655A5"/>
                </a:solidFill>
                <a:latin typeface="Yu Gothic"/>
                <a:ea typeface="Yu Gothic"/>
                <a:cs typeface="Yu Gothic"/>
              </a:defRPr>
            </a:lvl8pPr>
            <a:lvl9pPr>
              <a:buNone/>
              <a:defRPr sz="2100" b="1">
                <a:solidFill>
                  <a:srgbClr val="7655A5"/>
                </a:solidFill>
                <a:latin typeface="Yu Gothic"/>
                <a:ea typeface="Yu Gothic"/>
                <a:cs typeface="Yu Gothic"/>
              </a:defRPr>
            </a:lvl9pPr>
          </a:lstStyle>
          <a:p xmlns:a="http://schemas.openxmlformats.org/drawingml/2006/main">
            <a:pPr>
              <a:buNone/>
              <a:defRPr sz="2100" b="1">
                <a:solidFill>
                  <a:srgbClr val="7655A5"/>
                </a:solidFill>
                <a:latin typeface="Yu Gothic"/>
                <a:ea typeface="Yu Gothic"/>
                <a:cs typeface="Yu Gothic"/>
              </a:defRPr>
            </a:pPr>
            <a:r>
              <a:rPr sz="2100" b="1">
                <a:solidFill>
                  <a:srgbClr val="7655A5"/>
                </a:solidFill>
                <a:latin typeface="Yu Gothic"/>
                <a:ea typeface="Yu Gothic"/>
                <a:cs typeface="Yu Gothic"/>
              </a:rPr>
              <a:t>V</a:t>
            </a:r>
          </a:p>
        </p:txBody>
      </p:sp>
      <p:sp>
        <p:nvSpPr>
          <p:cNvPr id="71" name="">
            <a:extLst xmlns:a="http://schemas.openxmlformats.org/drawingml/2006/main">
              <a:ext uri="{FF2B5EF4-FFF2-40B4-BE49-F238E27FC236}">
                <a16:creationId xmlns:a16="http://schemas.microsoft.com/office/drawing/2014/main" id="{F73F6C0C-51A7-409D-B7D4-F61842A06AB2}"/>
              </a:ext>
            </a:extLst>
          </p:cNvPr>
          <p:cNvSpPr>
            <a:spLocks xmlns:a="http://schemas.openxmlformats.org/drawingml/2006/main" noGrp="1"/>
          </p:cNvSpPr>
          <p:nvPr/>
        </p:nvSpPr>
        <p:spPr>
          <a:xfrm xmlns:a="http://schemas.openxmlformats.org/drawingml/2006/main">
            <a:off x="4839353" y="4505488"/>
            <a:ext cx="608907" cy="568601"/>
          </a:xfrm>
          <a:custGeom xmlns:a="http://schemas.openxmlformats.org/drawingml/2006/main">
            <a:pathLst>
              <a:path w="608907" h="568601">
                <a:moveTo>
                  <a:pt x="456547" y="568601"/>
                </a:moveTo>
                <a:lnTo>
                  <a:pt x="493630" y="543383"/>
                </a:lnTo>
                <a:lnTo>
                  <a:pt x="526610" y="512996"/>
                </a:lnTo>
                <a:lnTo>
                  <a:pt x="554775" y="478099"/>
                </a:lnTo>
                <a:lnTo>
                  <a:pt x="577514" y="439446"/>
                </a:lnTo>
                <a:lnTo>
                  <a:pt x="594336" y="397876"/>
                </a:lnTo>
                <a:lnTo>
                  <a:pt x="604876" y="354287"/>
                </a:lnTo>
                <a:lnTo>
                  <a:pt x="608907" y="309624"/>
                </a:lnTo>
                <a:lnTo>
                  <a:pt x="606340" y="264852"/>
                </a:lnTo>
                <a:lnTo>
                  <a:pt x="597231" y="220942"/>
                </a:lnTo>
                <a:lnTo>
                  <a:pt x="581779" y="178844"/>
                </a:lnTo>
                <a:lnTo>
                  <a:pt x="560316" y="139468"/>
                </a:lnTo>
                <a:lnTo>
                  <a:pt x="533308" y="103668"/>
                </a:lnTo>
                <a:lnTo>
                  <a:pt x="501340" y="72219"/>
                </a:lnTo>
                <a:lnTo>
                  <a:pt x="465102" y="45800"/>
                </a:lnTo>
                <a:lnTo>
                  <a:pt x="425381" y="24984"/>
                </a:lnTo>
                <a:lnTo>
                  <a:pt x="383035" y="10223"/>
                </a:lnTo>
                <a:lnTo>
                  <a:pt x="338982" y="1834"/>
                </a:lnTo>
                <a:lnTo>
                  <a:pt x="294175" y="0"/>
                </a:lnTo>
                <a:lnTo>
                  <a:pt x="249583" y="4761"/>
                </a:lnTo>
                <a:lnTo>
                  <a:pt x="206173" y="16013"/>
                </a:lnTo>
                <a:lnTo>
                  <a:pt x="164883" y="33512"/>
                </a:lnTo>
                <a:lnTo>
                  <a:pt x="126608" y="56881"/>
                </a:lnTo>
                <a:lnTo>
                  <a:pt x="92176" y="85613"/>
                </a:lnTo>
                <a:lnTo>
                  <a:pt x="62333" y="119086"/>
                </a:lnTo>
                <a:lnTo>
                  <a:pt x="37725" y="156576"/>
                </a:lnTo>
                <a:lnTo>
                  <a:pt x="18883" y="197271"/>
                </a:lnTo>
                <a:lnTo>
                  <a:pt x="6217" y="240290"/>
                </a:lnTo>
                <a:lnTo>
                  <a:pt x="0" y="284702"/>
                </a:lnTo>
                <a:lnTo>
                  <a:pt x="367" y="329545"/>
                </a:lnTo>
                <a:lnTo>
                  <a:pt x="7310" y="373850"/>
                </a:lnTo>
                <a:lnTo>
                  <a:pt x="20678" y="416656"/>
                </a:lnTo>
                <a:lnTo>
                  <a:pt x="40183" y="457037"/>
                </a:lnTo>
              </a:path>
            </a:pathLst>
          </a:custGeom>
          <a:noFill xmlns:a="http://schemas.openxmlformats.org/drawingml/2006/main"/>
          <a:ln xmlns:a="http://schemas.openxmlformats.org/drawingml/2006/main" w="28575">
            <a:solidFill>
              <a:srgbClr val="2876A8"/>
            </a:solidFill>
          </a:ln>
        </p:spPr>
      </p:sp>
      <p:sp>
        <p:nvSpPr>
          <p:cNvPr id="72" name="">
            <a:extLst xmlns:a="http://schemas.openxmlformats.org/drawingml/2006/main">
              <a:ext uri="{FF2B5EF4-FFF2-40B4-BE49-F238E27FC236}">
                <a16:creationId xmlns:a16="http://schemas.microsoft.com/office/drawing/2014/main" id="{DAD1DF54-15C3-436B-A980-CBBC3A428E8E}"/>
              </a:ext>
            </a:extLst>
          </p:cNvPr>
          <p:cNvSpPr>
            <a:spLocks xmlns:a="http://schemas.openxmlformats.org/drawingml/2006/main" noGrp="1"/>
          </p:cNvSpPr>
          <p:nvPr/>
        </p:nvSpPr>
        <p:spPr>
          <a:xfrm xmlns:a="http://schemas.openxmlformats.org/drawingml/2006/main">
            <a:off x="4860031" y="4922144"/>
            <a:ext cx="19505" cy="40381"/>
          </a:xfrm>
          <a:custGeom xmlns:a="http://schemas.openxmlformats.org/drawingml/2006/main">
            <a:pathLst>
              <a:path w="19505" h="40381">
                <a:moveTo>
                  <a:pt x="0" y="0"/>
                </a:moveTo>
                <a:lnTo>
                  <a:pt x="19505" y="40381"/>
                </a:lnTo>
              </a:path>
            </a:pathLst>
          </a:custGeom>
          <a:noFill xmlns:a="http://schemas.openxmlformats.org/drawingml/2006/main"/>
          <a:ln xmlns:a="http://schemas.openxmlformats.org/drawingml/2006/main" w="28575">
            <a:solidFill>
              <a:srgbClr val="2876A8"/>
            </a:solidFill>
          </a:ln>
        </p:spPr>
      </p:sp>
      <p:sp>
        <p:nvSpPr>
          <p:cNvPr id="73" name="">
            <a:extLst xmlns:a="http://schemas.openxmlformats.org/drawingml/2006/main">
              <a:ext uri="{FF2B5EF4-FFF2-40B4-BE49-F238E27FC236}">
                <a16:creationId xmlns:a16="http://schemas.microsoft.com/office/drawing/2014/main" id="{6A0345BF-7858-4A19-8F88-8221549CB4B3}"/>
              </a:ext>
            </a:extLst>
          </p:cNvPr>
          <p:cNvSpPr>
            <a:spLocks xmlns:a="http://schemas.openxmlformats.org/drawingml/2006/main" noGrp="1"/>
          </p:cNvSpPr>
          <p:nvPr/>
        </p:nvSpPr>
        <p:spPr>
          <a:xfrm xmlns:a="http://schemas.openxmlformats.org/drawingml/2006/main">
            <a:off x="4802085" y="4859356"/>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74" name="">
            <a:extLst xmlns:a="http://schemas.openxmlformats.org/drawingml/2006/main">
              <a:ext uri="{FF2B5EF4-FFF2-40B4-BE49-F238E27FC236}">
                <a16:creationId xmlns:a16="http://schemas.microsoft.com/office/drawing/2014/main" id="{7EEE4D6F-61F4-4439-BDFE-C3BCEFE8108D}"/>
              </a:ext>
            </a:extLst>
          </p:cNvPr>
          <p:cNvSpPr>
            <a:spLocks xmlns:a="http://schemas.openxmlformats.org/drawingml/2006/main" noGrp="1"/>
          </p:cNvSpPr>
          <p:nvPr/>
        </p:nvSpPr>
        <p:spPr>
          <a:xfrm xmlns:a="http://schemas.openxmlformats.org/drawingml/2006/main">
            <a:off x="5524500" y="4572000"/>
            <a:ext cx="523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M</a:t>
            </a:r>
          </a:p>
        </p:txBody>
      </p:sp>
      <p:sp>
        <p:nvSpPr>
          <p:cNvPr id="75" name="">
            <a:extLst xmlns:a="http://schemas.openxmlformats.org/drawingml/2006/main">
              <a:ext uri="{FF2B5EF4-FFF2-40B4-BE49-F238E27FC236}">
                <a16:creationId xmlns:a16="http://schemas.microsoft.com/office/drawing/2014/main" id="{7A5C38D7-5088-4AD3-912B-413049C11564}"/>
              </a:ext>
            </a:extLst>
          </p:cNvPr>
          <p:cNvSpPr>
            <a:spLocks xmlns:a="http://schemas.openxmlformats.org/drawingml/2006/main" noGrp="1"/>
          </p:cNvSpPr>
          <p:nvPr/>
        </p:nvSpPr>
        <p:spPr>
          <a:xfrm xmlns:a="http://schemas.openxmlformats.org/drawingml/2006/main">
            <a:off x="1714500" y="5372100"/>
            <a:ext cx="2809875" cy="9525"/>
          </a:xfrm>
          <a:custGeom xmlns:a="http://schemas.openxmlformats.org/drawingml/2006/main">
            <a:pathLst>
              <a:path w="2809875" h="9525">
                <a:moveTo>
                  <a:pt x="0" y="0"/>
                </a:moveTo>
                <a:lnTo>
                  <a:pt x="2809875" y="0"/>
                </a:lnTo>
              </a:path>
            </a:pathLst>
          </a:custGeom>
          <a:noFill xmlns:a="http://schemas.openxmlformats.org/drawingml/2006/main"/>
          <a:ln xmlns:a="http://schemas.openxmlformats.org/drawingml/2006/main" w="13335">
            <a:solidFill>
              <a:srgbClr val="71818B"/>
            </a:solidFill>
          </a:ln>
        </p:spPr>
      </p:sp>
      <p:sp>
        <p:nvSpPr>
          <p:cNvPr id="76" name="">
            <a:extLst xmlns:a="http://schemas.openxmlformats.org/drawingml/2006/main">
              <a:ext uri="{FF2B5EF4-FFF2-40B4-BE49-F238E27FC236}">
                <a16:creationId xmlns:a16="http://schemas.microsoft.com/office/drawing/2014/main" id="{35927224-4F17-401E-AC50-9083C2BECBA6}"/>
              </a:ext>
            </a:extLst>
          </p:cNvPr>
          <p:cNvSpPr>
            <a:spLocks xmlns:a="http://schemas.openxmlformats.org/drawingml/2006/main" noGrp="1"/>
          </p:cNvSpPr>
          <p:nvPr/>
        </p:nvSpPr>
        <p:spPr>
          <a:xfrm xmlns:a="http://schemas.openxmlformats.org/drawingml/2006/main">
            <a:off x="4457700" y="5344096"/>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7" name="">
            <a:extLst xmlns:a="http://schemas.openxmlformats.org/drawingml/2006/main">
              <a:ext uri="{FF2B5EF4-FFF2-40B4-BE49-F238E27FC236}">
                <a16:creationId xmlns:a16="http://schemas.microsoft.com/office/drawing/2014/main" id="{7A947E5E-FAE9-40A7-91E1-1506D0115B97}"/>
              </a:ext>
            </a:extLst>
          </p:cNvPr>
          <p:cNvSpPr>
            <a:spLocks xmlns:a="http://schemas.openxmlformats.org/drawingml/2006/main" noGrp="1"/>
          </p:cNvSpPr>
          <p:nvPr/>
        </p:nvSpPr>
        <p:spPr>
          <a:xfrm xmlns:a="http://schemas.openxmlformats.org/drawingml/2006/main">
            <a:off x="1714500" y="5372100"/>
            <a:ext cx="2809875" cy="9525"/>
          </a:xfrm>
          <a:custGeom xmlns:a="http://schemas.openxmlformats.org/drawingml/2006/main">
            <a:pathLst>
              <a:path w="2809875" h="9525">
                <a:moveTo>
                  <a:pt x="2809875" y="0"/>
                </a:moveTo>
                <a:lnTo>
                  <a:pt x="0" y="0"/>
                </a:lnTo>
              </a:path>
            </a:pathLst>
          </a:custGeom>
          <a:noFill xmlns:a="http://schemas.openxmlformats.org/drawingml/2006/main"/>
          <a:ln xmlns:a="http://schemas.openxmlformats.org/drawingml/2006/main" w="13335">
            <a:solidFill>
              <a:srgbClr val="71818B"/>
            </a:solidFill>
          </a:ln>
        </p:spPr>
      </p:sp>
      <p:sp>
        <p:nvSpPr>
          <p:cNvPr id="78" name="">
            <a:extLst xmlns:a="http://schemas.openxmlformats.org/drawingml/2006/main">
              <a:ext uri="{FF2B5EF4-FFF2-40B4-BE49-F238E27FC236}">
                <a16:creationId xmlns:a16="http://schemas.microsoft.com/office/drawing/2014/main" id="{EEC7165F-6EE2-4F10-9E28-4E0B1397B11F}"/>
              </a:ext>
            </a:extLst>
          </p:cNvPr>
          <p:cNvSpPr>
            <a:spLocks xmlns:a="http://schemas.openxmlformats.org/drawingml/2006/main" noGrp="1"/>
          </p:cNvSpPr>
          <p:nvPr/>
        </p:nvSpPr>
        <p:spPr>
          <a:xfrm xmlns:a="http://schemas.openxmlformats.org/drawingml/2006/main">
            <a:off x="1714500" y="5344096"/>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9" name="">
            <a:extLst xmlns:a="http://schemas.openxmlformats.org/drawingml/2006/main">
              <a:ext uri="{FF2B5EF4-FFF2-40B4-BE49-F238E27FC236}">
                <a16:creationId xmlns:a16="http://schemas.microsoft.com/office/drawing/2014/main" id="{5DC41AED-682A-4770-B3DD-7DA3900F8B8C}"/>
              </a:ext>
            </a:extLst>
          </p:cNvPr>
          <p:cNvSpPr>
            <a:spLocks xmlns:a="http://schemas.openxmlformats.org/drawingml/2006/main" noGrp="1"/>
          </p:cNvSpPr>
          <p:nvPr/>
        </p:nvSpPr>
        <p:spPr>
          <a:xfrm xmlns:a="http://schemas.openxmlformats.org/drawingml/2006/main">
            <a:off x="1714500" y="5419725"/>
            <a:ext cx="2809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x</a:t>
            </a:r>
          </a:p>
        </p:txBody>
      </p:sp>
      <p:sp>
        <p:nvSpPr>
          <p:cNvPr id="80" name="">
            <a:extLst xmlns:a="http://schemas.openxmlformats.org/drawingml/2006/main">
              <a:ext uri="{FF2B5EF4-FFF2-40B4-BE49-F238E27FC236}">
                <a16:creationId xmlns:a16="http://schemas.microsoft.com/office/drawing/2014/main" id="{F230B083-F352-4664-863D-C3836E5ABAAB}"/>
              </a:ext>
            </a:extLst>
          </p:cNvPr>
          <p:cNvSpPr>
            <a:spLocks xmlns:a="http://schemas.openxmlformats.org/drawingml/2006/main" noGrp="1"/>
          </p:cNvSpPr>
          <p:nvPr/>
        </p:nvSpPr>
        <p:spPr>
          <a:xfrm xmlns:a="http://schemas.openxmlformats.org/drawingml/2006/main">
            <a:off x="7048500" y="4143375"/>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0 &lt; x &lt; 0.60 m</a:t>
            </a:r>
          </a:p>
        </p:txBody>
      </p:sp>
      <p:sp>
        <p:nvSpPr>
          <p:cNvPr id="81" name="">
            <a:extLst xmlns:a="http://schemas.openxmlformats.org/drawingml/2006/main">
              <a:ext uri="{FF2B5EF4-FFF2-40B4-BE49-F238E27FC236}">
                <a16:creationId xmlns:a16="http://schemas.microsoft.com/office/drawing/2014/main" id="{F16CFBBA-2D08-4A9C-B056-8A783EEA887D}"/>
              </a:ext>
            </a:extLst>
          </p:cNvPr>
          <p:cNvSpPr>
            <a:spLocks xmlns:a="http://schemas.openxmlformats.org/drawingml/2006/main" noGrp="1"/>
          </p:cNvSpPr>
          <p:nvPr/>
        </p:nvSpPr>
        <p:spPr>
          <a:xfrm xmlns:a="http://schemas.openxmlformats.org/drawingml/2006/main">
            <a:off x="7048500" y="4619625"/>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100 − V = 0</a:t>
            </a:r>
          </a:p>
        </p:txBody>
      </p:sp>
      <p:sp>
        <p:nvSpPr>
          <p:cNvPr id="82" name="">
            <a:extLst xmlns:a="http://schemas.openxmlformats.org/drawingml/2006/main">
              <a:ext uri="{FF2B5EF4-FFF2-40B4-BE49-F238E27FC236}">
                <a16:creationId xmlns:a16="http://schemas.microsoft.com/office/drawing/2014/main" id="{8FF1567E-28FA-4436-A743-49EB9B3EC2D5}"/>
              </a:ext>
            </a:extLst>
          </p:cNvPr>
          <p:cNvSpPr>
            <a:spLocks xmlns:a="http://schemas.openxmlformats.org/drawingml/2006/main" noGrp="1"/>
          </p:cNvSpPr>
          <p:nvPr/>
        </p:nvSpPr>
        <p:spPr>
          <a:xfrm xmlns:a="http://schemas.openxmlformats.org/drawingml/2006/main">
            <a:off x="7048500" y="5095875"/>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−100x + M = 0</a:t>
            </a:r>
          </a:p>
        </p:txBody>
      </p:sp>
      <p:sp>
        <p:nvSpPr>
          <p:cNvPr id="83" name="">
            <a:extLst xmlns:a="http://schemas.openxmlformats.org/drawingml/2006/main">
              <a:ext uri="{FF2B5EF4-FFF2-40B4-BE49-F238E27FC236}">
                <a16:creationId xmlns:a16="http://schemas.microsoft.com/office/drawing/2014/main" id="{9D511ED0-B25A-4F17-8E43-2D551076983B}"/>
              </a:ext>
            </a:extLst>
          </p:cNvPr>
          <p:cNvSpPr>
            <a:spLocks xmlns:a="http://schemas.openxmlformats.org/drawingml/2006/main" noGrp="1"/>
          </p:cNvSpPr>
          <p:nvPr/>
        </p:nvSpPr>
        <p:spPr>
          <a:xfrm xmlns:a="http://schemas.openxmlformats.org/drawingml/2006/main">
            <a:off x="685800" y="5715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V：せん断力（N）、M：曲げモーメント（N·m）。右側の作用を切断面に描き、左部分のつり合いを考える。</a:t>
            </a:r>
          </a:p>
        </p:txBody>
      </p:sp>
    </p:spTree>
    <p:extLst>
      <p:ext uri="{BB962C8B-B14F-4D97-AF65-F5344CB8AC3E}">
        <p14:creationId xmlns:p14="http://schemas.microsoft.com/office/powerpoint/2010/main" val="5717430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1260B2-6A7F-458C-BBBF-D98E0DF9845B}"/>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せん断力 V と曲げモーメント M の正方向</a:t>
            </a:r>
          </a:p>
        </p:txBody>
      </p:sp>
      <p:cxnSp>
        <p:nvCxnSpPr>
          <p:cNvPr id="2" name="">
            <a:extLst xmlns:a="http://schemas.openxmlformats.org/drawingml/2006/main">
              <a:ext uri="{FF2B5EF4-FFF2-40B4-BE49-F238E27FC236}">
                <a16:creationId xmlns:a16="http://schemas.microsoft.com/office/drawing/2014/main" id="{044AEDD1-4364-4E65-AC11-037A76B8BD5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34173BD7-B3DC-41EA-B55C-01E821935DCF}"/>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491EE638-CB55-496F-B54A-DC97E295B91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17 / 49</a:t>
            </a:r>
          </a:p>
        </p:txBody>
      </p:sp>
      <p:sp>
        <p:nvSpPr>
          <p:cNvPr id="17" name="">
            <a:extLst xmlns:a="http://schemas.openxmlformats.org/drawingml/2006/main">
              <a:ext uri="{FF2B5EF4-FFF2-40B4-BE49-F238E27FC236}">
                <a16:creationId xmlns:a16="http://schemas.microsoft.com/office/drawing/2014/main" id="{B3F5197B-C534-4E3A-886B-2A1F1F9FD990}"/>
              </a:ext>
            </a:extLst>
          </p:cNvPr>
          <p:cNvSpPr>
            <a:spLocks xmlns:a="http://schemas.openxmlformats.org/drawingml/2006/main" noGrp="1"/>
          </p:cNvSpPr>
          <p:nvPr/>
        </p:nvSpPr>
        <p:spPr>
          <a:xfrm xmlns:a="http://schemas.openxmlformats.org/drawingml/2006/main">
            <a:off x="809625" y="16192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左部分の右切断面</a:t>
            </a:r>
          </a:p>
        </p:txBody>
      </p:sp>
      <p:sp>
        <p:nvSpPr>
          <p:cNvPr id="18" name="">
            <a:extLst xmlns:a="http://schemas.openxmlformats.org/drawingml/2006/main">
              <a:ext uri="{FF2B5EF4-FFF2-40B4-BE49-F238E27FC236}">
                <a16:creationId xmlns:a16="http://schemas.microsoft.com/office/drawing/2014/main" id="{EFAC35A4-2613-49F5-9CE7-D198CFEB8460}"/>
              </a:ext>
            </a:extLst>
          </p:cNvPr>
          <p:cNvSpPr>
            <a:spLocks xmlns:a="http://schemas.openxmlformats.org/drawingml/2006/main" noGrp="1"/>
          </p:cNvSpPr>
          <p:nvPr/>
        </p:nvSpPr>
        <p:spPr>
          <a:xfrm xmlns:a="http://schemas.openxmlformats.org/drawingml/2006/main">
            <a:off x="7143750" y="1619250"/>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右部分の左切断面</a:t>
            </a:r>
          </a:p>
        </p:txBody>
      </p:sp>
      <p:sp>
        <p:nvSpPr>
          <p:cNvPr id="19" name="">
            <a:extLst xmlns:a="http://schemas.openxmlformats.org/drawingml/2006/main">
              <a:ext uri="{FF2B5EF4-FFF2-40B4-BE49-F238E27FC236}">
                <a16:creationId xmlns:a16="http://schemas.microsoft.com/office/drawing/2014/main" id="{06437889-42D8-40CB-BBE0-74285A2B4C9A}"/>
              </a:ext>
            </a:extLst>
          </p:cNvPr>
          <p:cNvSpPr>
            <a:spLocks xmlns:a="http://schemas.openxmlformats.org/drawingml/2006/main" noGrp="1"/>
          </p:cNvSpPr>
          <p:nvPr/>
        </p:nvSpPr>
        <p:spPr>
          <a:xfrm xmlns:a="http://schemas.openxmlformats.org/drawingml/2006/main">
            <a:off x="1381125" y="3000375"/>
            <a:ext cx="2952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0" name="">
            <a:extLst xmlns:a="http://schemas.openxmlformats.org/drawingml/2006/main">
              <a:ext uri="{FF2B5EF4-FFF2-40B4-BE49-F238E27FC236}">
                <a16:creationId xmlns:a16="http://schemas.microsoft.com/office/drawing/2014/main" id="{040AD9C1-38A7-4E8D-A366-1AF553FC4F4F}"/>
              </a:ext>
            </a:extLst>
          </p:cNvPr>
          <p:cNvSpPr>
            <a:spLocks xmlns:a="http://schemas.openxmlformats.org/drawingml/2006/main" noGrp="1"/>
          </p:cNvSpPr>
          <p:nvPr/>
        </p:nvSpPr>
        <p:spPr>
          <a:xfrm xmlns:a="http://schemas.openxmlformats.org/drawingml/2006/main">
            <a:off x="7858125" y="3000375"/>
            <a:ext cx="2952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1" name="">
            <a:extLst xmlns:a="http://schemas.openxmlformats.org/drawingml/2006/main">
              <a:ext uri="{FF2B5EF4-FFF2-40B4-BE49-F238E27FC236}">
                <a16:creationId xmlns:a16="http://schemas.microsoft.com/office/drawing/2014/main" id="{9F57AFBC-2330-472E-823C-D3AB1D1CD01A}"/>
              </a:ext>
            </a:extLst>
          </p:cNvPr>
          <p:cNvSpPr>
            <a:spLocks xmlns:a="http://schemas.openxmlformats.org/drawingml/2006/main" noGrp="1"/>
          </p:cNvSpPr>
          <p:nvPr/>
        </p:nvSpPr>
        <p:spPr>
          <a:xfrm xmlns:a="http://schemas.openxmlformats.org/drawingml/2006/main">
            <a:off x="4333875" y="247650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2" name="">
            <a:extLst xmlns:a="http://schemas.openxmlformats.org/drawingml/2006/main">
              <a:ext uri="{FF2B5EF4-FFF2-40B4-BE49-F238E27FC236}">
                <a16:creationId xmlns:a16="http://schemas.microsoft.com/office/drawing/2014/main" id="{961DD894-2024-42A8-9FD6-82542D21D305}"/>
              </a:ext>
            </a:extLst>
          </p:cNvPr>
          <p:cNvSpPr>
            <a:spLocks xmlns:a="http://schemas.openxmlformats.org/drawingml/2006/main" noGrp="1"/>
          </p:cNvSpPr>
          <p:nvPr/>
        </p:nvSpPr>
        <p:spPr>
          <a:xfrm xmlns:a="http://schemas.openxmlformats.org/drawingml/2006/main">
            <a:off x="4333875" y="260236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3" name="">
            <a:extLst xmlns:a="http://schemas.openxmlformats.org/drawingml/2006/main">
              <a:ext uri="{FF2B5EF4-FFF2-40B4-BE49-F238E27FC236}">
                <a16:creationId xmlns:a16="http://schemas.microsoft.com/office/drawing/2014/main" id="{0A29B947-2E1A-4586-AF6D-227E87BF760D}"/>
              </a:ext>
            </a:extLst>
          </p:cNvPr>
          <p:cNvSpPr>
            <a:spLocks xmlns:a="http://schemas.openxmlformats.org/drawingml/2006/main" noGrp="1"/>
          </p:cNvSpPr>
          <p:nvPr/>
        </p:nvSpPr>
        <p:spPr>
          <a:xfrm xmlns:a="http://schemas.openxmlformats.org/drawingml/2006/main">
            <a:off x="4333875" y="2728232"/>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4" name="">
            <a:extLst xmlns:a="http://schemas.openxmlformats.org/drawingml/2006/main">
              <a:ext uri="{FF2B5EF4-FFF2-40B4-BE49-F238E27FC236}">
                <a16:creationId xmlns:a16="http://schemas.microsoft.com/office/drawing/2014/main" id="{0E6B3FEB-8340-4082-9CA4-2C14621360A7}"/>
              </a:ext>
            </a:extLst>
          </p:cNvPr>
          <p:cNvSpPr>
            <a:spLocks xmlns:a="http://schemas.openxmlformats.org/drawingml/2006/main" noGrp="1"/>
          </p:cNvSpPr>
          <p:nvPr/>
        </p:nvSpPr>
        <p:spPr>
          <a:xfrm xmlns:a="http://schemas.openxmlformats.org/drawingml/2006/main">
            <a:off x="4333875" y="2854098"/>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5" name="">
            <a:extLst xmlns:a="http://schemas.openxmlformats.org/drawingml/2006/main">
              <a:ext uri="{FF2B5EF4-FFF2-40B4-BE49-F238E27FC236}">
                <a16:creationId xmlns:a16="http://schemas.microsoft.com/office/drawing/2014/main" id="{728A3287-90F5-4A25-9801-9207A5D0719F}"/>
              </a:ext>
            </a:extLst>
          </p:cNvPr>
          <p:cNvSpPr>
            <a:spLocks xmlns:a="http://schemas.openxmlformats.org/drawingml/2006/main" noGrp="1"/>
          </p:cNvSpPr>
          <p:nvPr/>
        </p:nvSpPr>
        <p:spPr>
          <a:xfrm xmlns:a="http://schemas.openxmlformats.org/drawingml/2006/main">
            <a:off x="4333875" y="2979964"/>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6" name="">
            <a:extLst xmlns:a="http://schemas.openxmlformats.org/drawingml/2006/main">
              <a:ext uri="{FF2B5EF4-FFF2-40B4-BE49-F238E27FC236}">
                <a16:creationId xmlns:a16="http://schemas.microsoft.com/office/drawing/2014/main" id="{F95E59F1-9E65-4AC9-B973-085CD90EC249}"/>
              </a:ext>
            </a:extLst>
          </p:cNvPr>
          <p:cNvSpPr>
            <a:spLocks xmlns:a="http://schemas.openxmlformats.org/drawingml/2006/main" noGrp="1"/>
          </p:cNvSpPr>
          <p:nvPr/>
        </p:nvSpPr>
        <p:spPr>
          <a:xfrm xmlns:a="http://schemas.openxmlformats.org/drawingml/2006/main">
            <a:off x="4333875" y="310583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7" name="">
            <a:extLst xmlns:a="http://schemas.openxmlformats.org/drawingml/2006/main">
              <a:ext uri="{FF2B5EF4-FFF2-40B4-BE49-F238E27FC236}">
                <a16:creationId xmlns:a16="http://schemas.microsoft.com/office/drawing/2014/main" id="{1C7ADD73-60CC-457F-8859-14A09818B575}"/>
              </a:ext>
            </a:extLst>
          </p:cNvPr>
          <p:cNvSpPr>
            <a:spLocks xmlns:a="http://schemas.openxmlformats.org/drawingml/2006/main" noGrp="1"/>
          </p:cNvSpPr>
          <p:nvPr/>
        </p:nvSpPr>
        <p:spPr>
          <a:xfrm xmlns:a="http://schemas.openxmlformats.org/drawingml/2006/main">
            <a:off x="4333875" y="323169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8" name="">
            <a:extLst xmlns:a="http://schemas.openxmlformats.org/drawingml/2006/main">
              <a:ext uri="{FF2B5EF4-FFF2-40B4-BE49-F238E27FC236}">
                <a16:creationId xmlns:a16="http://schemas.microsoft.com/office/drawing/2014/main" id="{B31D7DE5-0100-4AFE-B0E0-DCA611585EA5}"/>
              </a:ext>
            </a:extLst>
          </p:cNvPr>
          <p:cNvSpPr>
            <a:spLocks xmlns:a="http://schemas.openxmlformats.org/drawingml/2006/main" noGrp="1"/>
          </p:cNvSpPr>
          <p:nvPr/>
        </p:nvSpPr>
        <p:spPr>
          <a:xfrm xmlns:a="http://schemas.openxmlformats.org/drawingml/2006/main">
            <a:off x="4333875" y="335756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29" name="">
            <a:extLst xmlns:a="http://schemas.openxmlformats.org/drawingml/2006/main">
              <a:ext uri="{FF2B5EF4-FFF2-40B4-BE49-F238E27FC236}">
                <a16:creationId xmlns:a16="http://schemas.microsoft.com/office/drawing/2014/main" id="{A29D7DB5-4C53-4837-82DF-EF801A2517CD}"/>
              </a:ext>
            </a:extLst>
          </p:cNvPr>
          <p:cNvSpPr>
            <a:spLocks xmlns:a="http://schemas.openxmlformats.org/drawingml/2006/main" noGrp="1"/>
          </p:cNvSpPr>
          <p:nvPr/>
        </p:nvSpPr>
        <p:spPr>
          <a:xfrm xmlns:a="http://schemas.openxmlformats.org/drawingml/2006/main">
            <a:off x="4333875" y="348342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0" name="">
            <a:extLst xmlns:a="http://schemas.openxmlformats.org/drawingml/2006/main">
              <a:ext uri="{FF2B5EF4-FFF2-40B4-BE49-F238E27FC236}">
                <a16:creationId xmlns:a16="http://schemas.microsoft.com/office/drawing/2014/main" id="{324FBCB2-0975-4EC3-9F24-EE8AD579A3BD}"/>
              </a:ext>
            </a:extLst>
          </p:cNvPr>
          <p:cNvSpPr>
            <a:spLocks xmlns:a="http://schemas.openxmlformats.org/drawingml/2006/main" noGrp="1"/>
          </p:cNvSpPr>
          <p:nvPr/>
        </p:nvSpPr>
        <p:spPr>
          <a:xfrm xmlns:a="http://schemas.openxmlformats.org/drawingml/2006/main">
            <a:off x="4333875" y="3609295"/>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1" name="">
            <a:extLst xmlns:a="http://schemas.openxmlformats.org/drawingml/2006/main">
              <a:ext uri="{FF2B5EF4-FFF2-40B4-BE49-F238E27FC236}">
                <a16:creationId xmlns:a16="http://schemas.microsoft.com/office/drawing/2014/main" id="{C733DB67-E2EA-4171-8505-57B8F5CBB9CC}"/>
              </a:ext>
            </a:extLst>
          </p:cNvPr>
          <p:cNvSpPr>
            <a:spLocks xmlns:a="http://schemas.openxmlformats.org/drawingml/2006/main" noGrp="1"/>
          </p:cNvSpPr>
          <p:nvPr/>
        </p:nvSpPr>
        <p:spPr>
          <a:xfrm xmlns:a="http://schemas.openxmlformats.org/drawingml/2006/main">
            <a:off x="4333875" y="3735161"/>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2" name="">
            <a:extLst xmlns:a="http://schemas.openxmlformats.org/drawingml/2006/main">
              <a:ext uri="{FF2B5EF4-FFF2-40B4-BE49-F238E27FC236}">
                <a16:creationId xmlns:a16="http://schemas.microsoft.com/office/drawing/2014/main" id="{95B0AA7C-CEE6-487F-95B7-15593BB45C5A}"/>
              </a:ext>
            </a:extLst>
          </p:cNvPr>
          <p:cNvSpPr>
            <a:spLocks xmlns:a="http://schemas.openxmlformats.org/drawingml/2006/main" noGrp="1"/>
          </p:cNvSpPr>
          <p:nvPr/>
        </p:nvSpPr>
        <p:spPr>
          <a:xfrm xmlns:a="http://schemas.openxmlformats.org/drawingml/2006/main">
            <a:off x="4333875" y="3861027"/>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3" name="">
            <a:extLst xmlns:a="http://schemas.openxmlformats.org/drawingml/2006/main">
              <a:ext uri="{FF2B5EF4-FFF2-40B4-BE49-F238E27FC236}">
                <a16:creationId xmlns:a16="http://schemas.microsoft.com/office/drawing/2014/main" id="{E0BC4D7B-0E3D-415A-91D9-6244CC84EA7A}"/>
              </a:ext>
            </a:extLst>
          </p:cNvPr>
          <p:cNvSpPr>
            <a:spLocks xmlns:a="http://schemas.openxmlformats.org/drawingml/2006/main" noGrp="1"/>
          </p:cNvSpPr>
          <p:nvPr/>
        </p:nvSpPr>
        <p:spPr>
          <a:xfrm xmlns:a="http://schemas.openxmlformats.org/drawingml/2006/main">
            <a:off x="4333875" y="398689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4" name="">
            <a:extLst xmlns:a="http://schemas.openxmlformats.org/drawingml/2006/main">
              <a:ext uri="{FF2B5EF4-FFF2-40B4-BE49-F238E27FC236}">
                <a16:creationId xmlns:a16="http://schemas.microsoft.com/office/drawing/2014/main" id="{87D8B050-C0FB-4037-846D-8F24CE6E08E2}"/>
              </a:ext>
            </a:extLst>
          </p:cNvPr>
          <p:cNvSpPr>
            <a:spLocks xmlns:a="http://schemas.openxmlformats.org/drawingml/2006/main" noGrp="1"/>
          </p:cNvSpPr>
          <p:nvPr/>
        </p:nvSpPr>
        <p:spPr>
          <a:xfrm xmlns:a="http://schemas.openxmlformats.org/drawingml/2006/main">
            <a:off x="4333875" y="411275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5" name="">
            <a:extLst xmlns:a="http://schemas.openxmlformats.org/drawingml/2006/main">
              <a:ext uri="{FF2B5EF4-FFF2-40B4-BE49-F238E27FC236}">
                <a16:creationId xmlns:a16="http://schemas.microsoft.com/office/drawing/2014/main" id="{01727671-6AC4-46AF-AF11-D9CA6556EC39}"/>
              </a:ext>
            </a:extLst>
          </p:cNvPr>
          <p:cNvSpPr>
            <a:spLocks xmlns:a="http://schemas.openxmlformats.org/drawingml/2006/main" noGrp="1"/>
          </p:cNvSpPr>
          <p:nvPr/>
        </p:nvSpPr>
        <p:spPr>
          <a:xfrm xmlns:a="http://schemas.openxmlformats.org/drawingml/2006/main">
            <a:off x="7858125" y="247650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6" name="">
            <a:extLst xmlns:a="http://schemas.openxmlformats.org/drawingml/2006/main">
              <a:ext uri="{FF2B5EF4-FFF2-40B4-BE49-F238E27FC236}">
                <a16:creationId xmlns:a16="http://schemas.microsoft.com/office/drawing/2014/main" id="{DAF4FD53-BFDC-4D2E-84ED-4E8EB233D59A}"/>
              </a:ext>
            </a:extLst>
          </p:cNvPr>
          <p:cNvSpPr>
            <a:spLocks xmlns:a="http://schemas.openxmlformats.org/drawingml/2006/main" noGrp="1"/>
          </p:cNvSpPr>
          <p:nvPr/>
        </p:nvSpPr>
        <p:spPr>
          <a:xfrm xmlns:a="http://schemas.openxmlformats.org/drawingml/2006/main">
            <a:off x="7858125" y="260236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7" name="">
            <a:extLst xmlns:a="http://schemas.openxmlformats.org/drawingml/2006/main">
              <a:ext uri="{FF2B5EF4-FFF2-40B4-BE49-F238E27FC236}">
                <a16:creationId xmlns:a16="http://schemas.microsoft.com/office/drawing/2014/main" id="{6B45A6AD-4787-463B-B5F4-815CC96AD02D}"/>
              </a:ext>
            </a:extLst>
          </p:cNvPr>
          <p:cNvSpPr>
            <a:spLocks xmlns:a="http://schemas.openxmlformats.org/drawingml/2006/main" noGrp="1"/>
          </p:cNvSpPr>
          <p:nvPr/>
        </p:nvSpPr>
        <p:spPr>
          <a:xfrm xmlns:a="http://schemas.openxmlformats.org/drawingml/2006/main">
            <a:off x="7858125" y="2728232"/>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0522447B-8B86-4F2B-81BB-DC838A578054}"/>
              </a:ext>
            </a:extLst>
          </p:cNvPr>
          <p:cNvSpPr>
            <a:spLocks xmlns:a="http://schemas.openxmlformats.org/drawingml/2006/main" noGrp="1"/>
          </p:cNvSpPr>
          <p:nvPr/>
        </p:nvSpPr>
        <p:spPr>
          <a:xfrm xmlns:a="http://schemas.openxmlformats.org/drawingml/2006/main">
            <a:off x="7858125" y="2854098"/>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C3F04B50-8F3B-43B3-B1C2-9E6B690130C5}"/>
              </a:ext>
            </a:extLst>
          </p:cNvPr>
          <p:cNvSpPr>
            <a:spLocks xmlns:a="http://schemas.openxmlformats.org/drawingml/2006/main" noGrp="1"/>
          </p:cNvSpPr>
          <p:nvPr/>
        </p:nvSpPr>
        <p:spPr>
          <a:xfrm xmlns:a="http://schemas.openxmlformats.org/drawingml/2006/main">
            <a:off x="7858125" y="2979964"/>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5038B59F-E9F6-4B0D-AEA0-4D37D27CFBB0}"/>
              </a:ext>
            </a:extLst>
          </p:cNvPr>
          <p:cNvSpPr>
            <a:spLocks xmlns:a="http://schemas.openxmlformats.org/drawingml/2006/main" noGrp="1"/>
          </p:cNvSpPr>
          <p:nvPr/>
        </p:nvSpPr>
        <p:spPr>
          <a:xfrm xmlns:a="http://schemas.openxmlformats.org/drawingml/2006/main">
            <a:off x="7858125" y="3105830"/>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01198B69-B4D1-4414-AED5-F9C499138640}"/>
              </a:ext>
            </a:extLst>
          </p:cNvPr>
          <p:cNvSpPr>
            <a:spLocks xmlns:a="http://schemas.openxmlformats.org/drawingml/2006/main" noGrp="1"/>
          </p:cNvSpPr>
          <p:nvPr/>
        </p:nvSpPr>
        <p:spPr>
          <a:xfrm xmlns:a="http://schemas.openxmlformats.org/drawingml/2006/main">
            <a:off x="7858125" y="3231696"/>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5E53907A-FEF8-4D3D-9C91-F6523A60D9D7}"/>
              </a:ext>
            </a:extLst>
          </p:cNvPr>
          <p:cNvSpPr>
            <a:spLocks xmlns:a="http://schemas.openxmlformats.org/drawingml/2006/main" noGrp="1"/>
          </p:cNvSpPr>
          <p:nvPr/>
        </p:nvSpPr>
        <p:spPr>
          <a:xfrm xmlns:a="http://schemas.openxmlformats.org/drawingml/2006/main">
            <a:off x="7858125" y="335756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6C6E330F-04F8-4BA9-B810-F9D39175785A}"/>
              </a:ext>
            </a:extLst>
          </p:cNvPr>
          <p:cNvSpPr>
            <a:spLocks xmlns:a="http://schemas.openxmlformats.org/drawingml/2006/main" noGrp="1"/>
          </p:cNvSpPr>
          <p:nvPr/>
        </p:nvSpPr>
        <p:spPr>
          <a:xfrm xmlns:a="http://schemas.openxmlformats.org/drawingml/2006/main">
            <a:off x="7858125" y="348342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46D72992-EAEB-4E8E-8838-7CC3AC576780}"/>
              </a:ext>
            </a:extLst>
          </p:cNvPr>
          <p:cNvSpPr>
            <a:spLocks xmlns:a="http://schemas.openxmlformats.org/drawingml/2006/main" noGrp="1"/>
          </p:cNvSpPr>
          <p:nvPr/>
        </p:nvSpPr>
        <p:spPr>
          <a:xfrm xmlns:a="http://schemas.openxmlformats.org/drawingml/2006/main">
            <a:off x="7858125" y="3609295"/>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FC4784DF-8940-45C5-B536-28B3FAAB6DE5}"/>
              </a:ext>
            </a:extLst>
          </p:cNvPr>
          <p:cNvSpPr>
            <a:spLocks xmlns:a="http://schemas.openxmlformats.org/drawingml/2006/main" noGrp="1"/>
          </p:cNvSpPr>
          <p:nvPr/>
        </p:nvSpPr>
        <p:spPr>
          <a:xfrm xmlns:a="http://schemas.openxmlformats.org/drawingml/2006/main">
            <a:off x="7858125" y="3735161"/>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9E0E870A-889B-4B51-B241-757F61E65851}"/>
              </a:ext>
            </a:extLst>
          </p:cNvPr>
          <p:cNvSpPr>
            <a:spLocks xmlns:a="http://schemas.openxmlformats.org/drawingml/2006/main" noGrp="1"/>
          </p:cNvSpPr>
          <p:nvPr/>
        </p:nvSpPr>
        <p:spPr>
          <a:xfrm xmlns:a="http://schemas.openxmlformats.org/drawingml/2006/main">
            <a:off x="7858125" y="3861027"/>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EDAD6A17-CFA9-402C-A72C-18FBD0BCF06A}"/>
              </a:ext>
            </a:extLst>
          </p:cNvPr>
          <p:cNvSpPr>
            <a:spLocks xmlns:a="http://schemas.openxmlformats.org/drawingml/2006/main" noGrp="1"/>
          </p:cNvSpPr>
          <p:nvPr/>
        </p:nvSpPr>
        <p:spPr>
          <a:xfrm xmlns:a="http://schemas.openxmlformats.org/drawingml/2006/main">
            <a:off x="7858125" y="3986893"/>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727D5DEA-8D13-41F1-9922-3EEE65ECA40E}"/>
              </a:ext>
            </a:extLst>
          </p:cNvPr>
          <p:cNvSpPr>
            <a:spLocks xmlns:a="http://schemas.openxmlformats.org/drawingml/2006/main" noGrp="1"/>
          </p:cNvSpPr>
          <p:nvPr/>
        </p:nvSpPr>
        <p:spPr>
          <a:xfrm xmlns:a="http://schemas.openxmlformats.org/drawingml/2006/main">
            <a:off x="7858125" y="4112759"/>
            <a:ext cx="9525" cy="69226"/>
          </a:xfrm>
          <a:custGeom xmlns:a="http://schemas.openxmlformats.org/drawingml/2006/main">
            <a:pathLst>
              <a:path w="9525" h="69226">
                <a:moveTo>
                  <a:pt x="0" y="0"/>
                </a:moveTo>
                <a:lnTo>
                  <a:pt x="0" y="69226"/>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AFCC4FF7-D93F-4D08-B26A-EA62C2E1AF8D}"/>
              </a:ext>
            </a:extLst>
          </p:cNvPr>
          <p:cNvSpPr>
            <a:spLocks xmlns:a="http://schemas.openxmlformats.org/drawingml/2006/main" noGrp="1"/>
          </p:cNvSpPr>
          <p:nvPr/>
        </p:nvSpPr>
        <p:spPr>
          <a:xfrm xmlns:a="http://schemas.openxmlformats.org/drawingml/2006/main">
            <a:off x="4333875" y="3000375"/>
            <a:ext cx="9525" cy="1047750"/>
          </a:xfrm>
          <a:custGeom xmlns:a="http://schemas.openxmlformats.org/drawingml/2006/main">
            <a:pathLst>
              <a:path w="9525" h="1047750">
                <a:moveTo>
                  <a:pt x="0" y="0"/>
                </a:moveTo>
                <a:lnTo>
                  <a:pt x="0" y="1047750"/>
                </a:lnTo>
              </a:path>
            </a:pathLst>
          </a:custGeom>
          <a:noFill xmlns:a="http://schemas.openxmlformats.org/drawingml/2006/main"/>
          <a:ln xmlns:a="http://schemas.openxmlformats.org/drawingml/2006/main" w="28575">
            <a:solidFill>
              <a:srgbClr val="7655A5"/>
            </a:solidFill>
          </a:ln>
        </p:spPr>
      </p:sp>
      <p:sp>
        <p:nvSpPr>
          <p:cNvPr id="50" name="">
            <a:extLst xmlns:a="http://schemas.openxmlformats.org/drawingml/2006/main">
              <a:ext uri="{FF2B5EF4-FFF2-40B4-BE49-F238E27FC236}">
                <a16:creationId xmlns:a16="http://schemas.microsoft.com/office/drawing/2014/main" id="{9B1FD639-DEE0-4286-9C2F-5DF5E8C253C6}"/>
              </a:ext>
            </a:extLst>
          </p:cNvPr>
          <p:cNvSpPr>
            <a:spLocks xmlns:a="http://schemas.openxmlformats.org/drawingml/2006/main" noGrp="1"/>
          </p:cNvSpPr>
          <p:nvPr/>
        </p:nvSpPr>
        <p:spPr>
          <a:xfrm xmlns:a="http://schemas.openxmlformats.org/drawingml/2006/main">
            <a:off x="4285869" y="39338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51" name="">
            <a:extLst xmlns:a="http://schemas.openxmlformats.org/drawingml/2006/main">
              <a:ext uri="{FF2B5EF4-FFF2-40B4-BE49-F238E27FC236}">
                <a16:creationId xmlns:a16="http://schemas.microsoft.com/office/drawing/2014/main" id="{F13BA637-31BC-4F0D-A26A-6884DC4840B4}"/>
              </a:ext>
            </a:extLst>
          </p:cNvPr>
          <p:cNvSpPr>
            <a:spLocks xmlns:a="http://schemas.openxmlformats.org/drawingml/2006/main" noGrp="1"/>
          </p:cNvSpPr>
          <p:nvPr/>
        </p:nvSpPr>
        <p:spPr>
          <a:xfrm xmlns:a="http://schemas.openxmlformats.org/drawingml/2006/main">
            <a:off x="1238250" y="409575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7655A5"/>
                </a:solidFill>
                <a:latin typeface="Yu Gothic"/>
                <a:ea typeface="Yu Gothic"/>
                <a:cs typeface="Yu Gothic"/>
              </a:defRPr>
            </a:defPPr>
            <a:lvl1pPr>
              <a:buNone/>
              <a:defRPr sz="2100" b="1">
                <a:solidFill>
                  <a:srgbClr val="7655A5"/>
                </a:solidFill>
                <a:latin typeface="Yu Gothic"/>
                <a:ea typeface="Yu Gothic"/>
                <a:cs typeface="Yu Gothic"/>
              </a:defRPr>
            </a:lvl1pPr>
            <a:lvl2pPr>
              <a:buNone/>
              <a:defRPr sz="2100" b="1">
                <a:solidFill>
                  <a:srgbClr val="7655A5"/>
                </a:solidFill>
                <a:latin typeface="Yu Gothic"/>
                <a:ea typeface="Yu Gothic"/>
                <a:cs typeface="Yu Gothic"/>
              </a:defRPr>
            </a:lvl2pPr>
            <a:lvl3pPr>
              <a:buNone/>
              <a:defRPr sz="2100" b="1">
                <a:solidFill>
                  <a:srgbClr val="7655A5"/>
                </a:solidFill>
                <a:latin typeface="Yu Gothic"/>
                <a:ea typeface="Yu Gothic"/>
                <a:cs typeface="Yu Gothic"/>
              </a:defRPr>
            </a:lvl3pPr>
            <a:lvl4pPr>
              <a:buNone/>
              <a:defRPr sz="2100" b="1">
                <a:solidFill>
                  <a:srgbClr val="7655A5"/>
                </a:solidFill>
                <a:latin typeface="Yu Gothic"/>
                <a:ea typeface="Yu Gothic"/>
                <a:cs typeface="Yu Gothic"/>
              </a:defRPr>
            </a:lvl4pPr>
            <a:lvl5pPr>
              <a:buNone/>
              <a:defRPr sz="2100" b="1">
                <a:solidFill>
                  <a:srgbClr val="7655A5"/>
                </a:solidFill>
                <a:latin typeface="Yu Gothic"/>
                <a:ea typeface="Yu Gothic"/>
                <a:cs typeface="Yu Gothic"/>
              </a:defRPr>
            </a:lvl5pPr>
            <a:lvl6pPr>
              <a:buNone/>
              <a:defRPr sz="2100" b="1">
                <a:solidFill>
                  <a:srgbClr val="7655A5"/>
                </a:solidFill>
                <a:latin typeface="Yu Gothic"/>
                <a:ea typeface="Yu Gothic"/>
                <a:cs typeface="Yu Gothic"/>
              </a:defRPr>
            </a:lvl6pPr>
            <a:lvl7pPr>
              <a:buNone/>
              <a:defRPr sz="2100" b="1">
                <a:solidFill>
                  <a:srgbClr val="7655A5"/>
                </a:solidFill>
                <a:latin typeface="Yu Gothic"/>
                <a:ea typeface="Yu Gothic"/>
                <a:cs typeface="Yu Gothic"/>
              </a:defRPr>
            </a:lvl7pPr>
            <a:lvl8pPr>
              <a:buNone/>
              <a:defRPr sz="2100" b="1">
                <a:solidFill>
                  <a:srgbClr val="7655A5"/>
                </a:solidFill>
                <a:latin typeface="Yu Gothic"/>
                <a:ea typeface="Yu Gothic"/>
                <a:cs typeface="Yu Gothic"/>
              </a:defRPr>
            </a:lvl8pPr>
            <a:lvl9pPr>
              <a:buNone/>
              <a:defRPr sz="2100" b="1">
                <a:solidFill>
                  <a:srgbClr val="7655A5"/>
                </a:solidFill>
                <a:latin typeface="Yu Gothic"/>
                <a:ea typeface="Yu Gothic"/>
                <a:cs typeface="Yu Gothic"/>
              </a:defRPr>
            </a:lvl9pPr>
          </a:lstStyle>
          <a:p xmlns:a="http://schemas.openxmlformats.org/drawingml/2006/main">
            <a:pPr>
              <a:buNone/>
              <a:defRPr sz="2100" b="1">
                <a:solidFill>
                  <a:srgbClr val="7655A5"/>
                </a:solidFill>
                <a:latin typeface="Yu Gothic"/>
                <a:ea typeface="Yu Gothic"/>
                <a:cs typeface="Yu Gothic"/>
              </a:defRPr>
            </a:pPr>
            <a:r>
              <a:rPr sz="2100" b="1">
                <a:solidFill>
                  <a:srgbClr val="7655A5"/>
                </a:solidFill>
                <a:latin typeface="Yu Gothic"/>
                <a:ea typeface="Yu Gothic"/>
                <a:cs typeface="Yu Gothic"/>
              </a:rPr>
              <a:t>＋V：下向き</a:t>
            </a:r>
          </a:p>
        </p:txBody>
      </p:sp>
      <p:sp>
        <p:nvSpPr>
          <p:cNvPr id="52" name="">
            <a:extLst xmlns:a="http://schemas.openxmlformats.org/drawingml/2006/main">
              <a:ext uri="{FF2B5EF4-FFF2-40B4-BE49-F238E27FC236}">
                <a16:creationId xmlns:a16="http://schemas.microsoft.com/office/drawing/2014/main" id="{F80376BD-06CD-46BC-A06B-232DB7912A78}"/>
              </a:ext>
            </a:extLst>
          </p:cNvPr>
          <p:cNvSpPr>
            <a:spLocks xmlns:a="http://schemas.openxmlformats.org/drawingml/2006/main" noGrp="1"/>
          </p:cNvSpPr>
          <p:nvPr/>
        </p:nvSpPr>
        <p:spPr>
          <a:xfrm xmlns:a="http://schemas.openxmlformats.org/drawingml/2006/main">
            <a:off x="4620441" y="2714829"/>
            <a:ext cx="761133" cy="710752"/>
          </a:xfrm>
          <a:custGeom xmlns:a="http://schemas.openxmlformats.org/drawingml/2006/main">
            <a:pathLst>
              <a:path w="761133" h="710752">
                <a:moveTo>
                  <a:pt x="570684" y="710752"/>
                </a:moveTo>
                <a:lnTo>
                  <a:pt x="617037" y="679228"/>
                </a:lnTo>
                <a:lnTo>
                  <a:pt x="658262" y="641245"/>
                </a:lnTo>
                <a:lnTo>
                  <a:pt x="693468" y="597623"/>
                </a:lnTo>
                <a:lnTo>
                  <a:pt x="721893" y="549308"/>
                </a:lnTo>
                <a:lnTo>
                  <a:pt x="742920" y="497345"/>
                </a:lnTo>
                <a:lnTo>
                  <a:pt x="756095" y="442859"/>
                </a:lnTo>
                <a:lnTo>
                  <a:pt x="761133" y="387030"/>
                </a:lnTo>
                <a:lnTo>
                  <a:pt x="757925" y="331066"/>
                </a:lnTo>
                <a:lnTo>
                  <a:pt x="746539" y="276178"/>
                </a:lnTo>
                <a:lnTo>
                  <a:pt x="727223" y="223555"/>
                </a:lnTo>
                <a:lnTo>
                  <a:pt x="700395" y="174335"/>
                </a:lnTo>
                <a:lnTo>
                  <a:pt x="666635" y="129585"/>
                </a:lnTo>
                <a:lnTo>
                  <a:pt x="626675" y="90273"/>
                </a:lnTo>
                <a:lnTo>
                  <a:pt x="581378" y="57250"/>
                </a:lnTo>
                <a:lnTo>
                  <a:pt x="531726" y="31231"/>
                </a:lnTo>
                <a:lnTo>
                  <a:pt x="478794" y="12778"/>
                </a:lnTo>
                <a:lnTo>
                  <a:pt x="423728" y="2292"/>
                </a:lnTo>
                <a:lnTo>
                  <a:pt x="367718" y="0"/>
                </a:lnTo>
                <a:lnTo>
                  <a:pt x="311979" y="5951"/>
                </a:lnTo>
                <a:lnTo>
                  <a:pt x="257716" y="20016"/>
                </a:lnTo>
                <a:lnTo>
                  <a:pt x="206104" y="41890"/>
                </a:lnTo>
                <a:lnTo>
                  <a:pt x="158260" y="71101"/>
                </a:lnTo>
                <a:lnTo>
                  <a:pt x="115221" y="107016"/>
                </a:lnTo>
                <a:lnTo>
                  <a:pt x="77917" y="148858"/>
                </a:lnTo>
                <a:lnTo>
                  <a:pt x="47156" y="195720"/>
                </a:lnTo>
                <a:lnTo>
                  <a:pt x="23604" y="246589"/>
                </a:lnTo>
                <a:lnTo>
                  <a:pt x="7771" y="300363"/>
                </a:lnTo>
                <a:lnTo>
                  <a:pt x="0" y="355877"/>
                </a:lnTo>
                <a:lnTo>
                  <a:pt x="459" y="411932"/>
                </a:lnTo>
                <a:lnTo>
                  <a:pt x="9137" y="467312"/>
                </a:lnTo>
                <a:lnTo>
                  <a:pt x="25848" y="520820"/>
                </a:lnTo>
                <a:lnTo>
                  <a:pt x="50229" y="571296"/>
                </a:lnTo>
              </a:path>
            </a:pathLst>
          </a:custGeom>
          <a:noFill xmlns:a="http://schemas.openxmlformats.org/drawingml/2006/main"/>
          <a:ln xmlns:a="http://schemas.openxmlformats.org/drawingml/2006/main" w="28575">
            <a:solidFill>
              <a:srgbClr val="2876A8"/>
            </a:solidFill>
          </a:ln>
        </p:spPr>
      </p:sp>
      <p:sp>
        <p:nvSpPr>
          <p:cNvPr id="53" name="">
            <a:extLst xmlns:a="http://schemas.openxmlformats.org/drawingml/2006/main">
              <a:ext uri="{FF2B5EF4-FFF2-40B4-BE49-F238E27FC236}">
                <a16:creationId xmlns:a16="http://schemas.microsoft.com/office/drawing/2014/main" id="{15236503-0E7E-4ABE-8091-639D254C572E}"/>
              </a:ext>
            </a:extLst>
          </p:cNvPr>
          <p:cNvSpPr>
            <a:spLocks xmlns:a="http://schemas.openxmlformats.org/drawingml/2006/main" noGrp="1"/>
          </p:cNvSpPr>
          <p:nvPr/>
        </p:nvSpPr>
        <p:spPr>
          <a:xfrm xmlns:a="http://schemas.openxmlformats.org/drawingml/2006/main">
            <a:off x="4646288" y="3235649"/>
            <a:ext cx="24381" cy="50476"/>
          </a:xfrm>
          <a:custGeom xmlns:a="http://schemas.openxmlformats.org/drawingml/2006/main">
            <a:pathLst>
              <a:path w="24381" h="50476">
                <a:moveTo>
                  <a:pt x="0" y="0"/>
                </a:moveTo>
                <a:lnTo>
                  <a:pt x="24381" y="50476"/>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A643ECC8-18F7-415E-BCC9-536F7E305BA3}"/>
              </a:ext>
            </a:extLst>
          </p:cNvPr>
          <p:cNvSpPr>
            <a:spLocks xmlns:a="http://schemas.openxmlformats.org/drawingml/2006/main" noGrp="1"/>
          </p:cNvSpPr>
          <p:nvPr/>
        </p:nvSpPr>
        <p:spPr>
          <a:xfrm xmlns:a="http://schemas.openxmlformats.org/drawingml/2006/main">
            <a:off x="4593219" y="3182956"/>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55" name="">
            <a:extLst xmlns:a="http://schemas.openxmlformats.org/drawingml/2006/main">
              <a:ext uri="{FF2B5EF4-FFF2-40B4-BE49-F238E27FC236}">
                <a16:creationId xmlns:a16="http://schemas.microsoft.com/office/drawing/2014/main" id="{E5733ED6-6067-40FD-9C79-D9C72E11E2DA}"/>
              </a:ext>
            </a:extLst>
          </p:cNvPr>
          <p:cNvSpPr>
            <a:spLocks xmlns:a="http://schemas.openxmlformats.org/drawingml/2006/main" noGrp="1"/>
          </p:cNvSpPr>
          <p:nvPr/>
        </p:nvSpPr>
        <p:spPr>
          <a:xfrm xmlns:a="http://schemas.openxmlformats.org/drawingml/2006/main">
            <a:off x="809625" y="4762500"/>
            <a:ext cx="5095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＋M：反時計回り</a:t>
            </a:r>
          </a:p>
        </p:txBody>
      </p:sp>
      <p:sp>
        <p:nvSpPr>
          <p:cNvPr id="56" name="">
            <a:extLst xmlns:a="http://schemas.openxmlformats.org/drawingml/2006/main">
              <a:ext uri="{FF2B5EF4-FFF2-40B4-BE49-F238E27FC236}">
                <a16:creationId xmlns:a16="http://schemas.microsoft.com/office/drawing/2014/main" id="{1224C8E0-EBAC-4031-BBCB-27070892513D}"/>
              </a:ext>
            </a:extLst>
          </p:cNvPr>
          <p:cNvSpPr>
            <a:spLocks xmlns:a="http://schemas.openxmlformats.org/drawingml/2006/main" noGrp="1"/>
          </p:cNvSpPr>
          <p:nvPr/>
        </p:nvSpPr>
        <p:spPr>
          <a:xfrm xmlns:a="http://schemas.openxmlformats.org/drawingml/2006/main">
            <a:off x="7858125" y="2190750"/>
            <a:ext cx="9525" cy="1047750"/>
          </a:xfrm>
          <a:custGeom xmlns:a="http://schemas.openxmlformats.org/drawingml/2006/main">
            <a:pathLst>
              <a:path w="9525" h="1047750">
                <a:moveTo>
                  <a:pt x="0" y="1047750"/>
                </a:moveTo>
                <a:lnTo>
                  <a:pt x="0" y="0"/>
                </a:lnTo>
              </a:path>
            </a:pathLst>
          </a:custGeom>
          <a:noFill xmlns:a="http://schemas.openxmlformats.org/drawingml/2006/main"/>
          <a:ln xmlns:a="http://schemas.openxmlformats.org/drawingml/2006/main" w="28575">
            <a:solidFill>
              <a:srgbClr val="7655A5"/>
            </a:solidFill>
          </a:ln>
        </p:spPr>
      </p:sp>
      <p:sp>
        <p:nvSpPr>
          <p:cNvPr id="57" name="">
            <a:extLst xmlns:a="http://schemas.openxmlformats.org/drawingml/2006/main">
              <a:ext uri="{FF2B5EF4-FFF2-40B4-BE49-F238E27FC236}">
                <a16:creationId xmlns:a16="http://schemas.microsoft.com/office/drawing/2014/main" id="{F776B1C2-ED28-4EFF-90E2-79BB6583D25D}"/>
              </a:ext>
            </a:extLst>
          </p:cNvPr>
          <p:cNvSpPr>
            <a:spLocks xmlns:a="http://schemas.openxmlformats.org/drawingml/2006/main" noGrp="1"/>
          </p:cNvSpPr>
          <p:nvPr/>
        </p:nvSpPr>
        <p:spPr>
          <a:xfrm xmlns:a="http://schemas.openxmlformats.org/drawingml/2006/main">
            <a:off x="7810119" y="21907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655A5"/>
          </a:solidFill>
          <a:ln xmlns:a="http://schemas.openxmlformats.org/drawingml/2006/main" w="4763">
            <a:solidFill>
              <a:srgbClr val="7655A5"/>
            </a:solidFill>
          </a:ln>
        </p:spPr>
      </p:sp>
      <p:sp>
        <p:nvSpPr>
          <p:cNvPr id="58" name="">
            <a:extLst xmlns:a="http://schemas.openxmlformats.org/drawingml/2006/main">
              <a:ext uri="{FF2B5EF4-FFF2-40B4-BE49-F238E27FC236}">
                <a16:creationId xmlns:a16="http://schemas.microsoft.com/office/drawing/2014/main" id="{600F0858-BA78-46B6-80A4-0ADEDA0BEBBC}"/>
              </a:ext>
            </a:extLst>
          </p:cNvPr>
          <p:cNvSpPr>
            <a:spLocks xmlns:a="http://schemas.openxmlformats.org/drawingml/2006/main" noGrp="1"/>
          </p:cNvSpPr>
          <p:nvPr/>
        </p:nvSpPr>
        <p:spPr>
          <a:xfrm xmlns:a="http://schemas.openxmlformats.org/drawingml/2006/main">
            <a:off x="6811191" y="2765669"/>
            <a:ext cx="761133" cy="710752"/>
          </a:xfrm>
          <a:custGeom xmlns:a="http://schemas.openxmlformats.org/drawingml/2006/main">
            <a:pathLst>
              <a:path w="761133" h="710752">
                <a:moveTo>
                  <a:pt x="570684" y="0"/>
                </a:moveTo>
                <a:lnTo>
                  <a:pt x="617037" y="31523"/>
                </a:lnTo>
                <a:lnTo>
                  <a:pt x="658262" y="69507"/>
                </a:lnTo>
                <a:lnTo>
                  <a:pt x="693468" y="113129"/>
                </a:lnTo>
                <a:lnTo>
                  <a:pt x="721893" y="161444"/>
                </a:lnTo>
                <a:lnTo>
                  <a:pt x="742920" y="213407"/>
                </a:lnTo>
                <a:lnTo>
                  <a:pt x="756095" y="267893"/>
                </a:lnTo>
                <a:lnTo>
                  <a:pt x="761133" y="323722"/>
                </a:lnTo>
                <a:lnTo>
                  <a:pt x="757925" y="379686"/>
                </a:lnTo>
                <a:lnTo>
                  <a:pt x="746539" y="434574"/>
                </a:lnTo>
                <a:lnTo>
                  <a:pt x="727223" y="487197"/>
                </a:lnTo>
                <a:lnTo>
                  <a:pt x="700395" y="536416"/>
                </a:lnTo>
                <a:lnTo>
                  <a:pt x="666635" y="581166"/>
                </a:lnTo>
                <a:lnTo>
                  <a:pt x="626675" y="620479"/>
                </a:lnTo>
                <a:lnTo>
                  <a:pt x="581378" y="653502"/>
                </a:lnTo>
                <a:lnTo>
                  <a:pt x="531726" y="679521"/>
                </a:lnTo>
                <a:lnTo>
                  <a:pt x="478794" y="697973"/>
                </a:lnTo>
                <a:lnTo>
                  <a:pt x="423728" y="708459"/>
                </a:lnTo>
                <a:lnTo>
                  <a:pt x="367718" y="710752"/>
                </a:lnTo>
                <a:lnTo>
                  <a:pt x="311979" y="704801"/>
                </a:lnTo>
                <a:lnTo>
                  <a:pt x="257716" y="690736"/>
                </a:lnTo>
                <a:lnTo>
                  <a:pt x="206104" y="668861"/>
                </a:lnTo>
                <a:lnTo>
                  <a:pt x="158260" y="639650"/>
                </a:lnTo>
                <a:lnTo>
                  <a:pt x="115221" y="603735"/>
                </a:lnTo>
                <a:lnTo>
                  <a:pt x="77917" y="561894"/>
                </a:lnTo>
                <a:lnTo>
                  <a:pt x="47156" y="515032"/>
                </a:lnTo>
                <a:lnTo>
                  <a:pt x="23604" y="464163"/>
                </a:lnTo>
                <a:lnTo>
                  <a:pt x="7771" y="410389"/>
                </a:lnTo>
                <a:lnTo>
                  <a:pt x="0" y="354874"/>
                </a:lnTo>
                <a:lnTo>
                  <a:pt x="459" y="298820"/>
                </a:lnTo>
                <a:lnTo>
                  <a:pt x="9137" y="243440"/>
                </a:lnTo>
                <a:lnTo>
                  <a:pt x="25848" y="189932"/>
                </a:lnTo>
                <a:lnTo>
                  <a:pt x="50229" y="139456"/>
                </a:lnTo>
              </a:path>
            </a:pathLst>
          </a:custGeom>
          <a:noFill xmlns:a="http://schemas.openxmlformats.org/drawingml/2006/main"/>
          <a:ln xmlns:a="http://schemas.openxmlformats.org/drawingml/2006/main" w="28575">
            <a:solidFill>
              <a:srgbClr val="2876A8"/>
            </a:solidFill>
          </a:ln>
        </p:spPr>
      </p:sp>
      <p:sp>
        <p:nvSpPr>
          <p:cNvPr id="59" name="">
            <a:extLst xmlns:a="http://schemas.openxmlformats.org/drawingml/2006/main">
              <a:ext uri="{FF2B5EF4-FFF2-40B4-BE49-F238E27FC236}">
                <a16:creationId xmlns:a16="http://schemas.microsoft.com/office/drawing/2014/main" id="{2517BC33-B8CD-4D21-9E26-718D6BE3FD90}"/>
              </a:ext>
            </a:extLst>
          </p:cNvPr>
          <p:cNvSpPr>
            <a:spLocks xmlns:a="http://schemas.openxmlformats.org/drawingml/2006/main" noGrp="1"/>
          </p:cNvSpPr>
          <p:nvPr/>
        </p:nvSpPr>
        <p:spPr>
          <a:xfrm xmlns:a="http://schemas.openxmlformats.org/drawingml/2006/main">
            <a:off x="6837038" y="2905125"/>
            <a:ext cx="24381" cy="50476"/>
          </a:xfrm>
          <a:custGeom xmlns:a="http://schemas.openxmlformats.org/drawingml/2006/main">
            <a:pathLst>
              <a:path w="24381" h="50476">
                <a:moveTo>
                  <a:pt x="0" y="50476"/>
                </a:moveTo>
                <a:lnTo>
                  <a:pt x="24381" y="0"/>
                </a:lnTo>
              </a:path>
            </a:pathLst>
          </a:custGeom>
          <a:noFill xmlns:a="http://schemas.openxmlformats.org/drawingml/2006/main"/>
          <a:ln xmlns:a="http://schemas.openxmlformats.org/drawingml/2006/main" w="28575">
            <a:solidFill>
              <a:srgbClr val="2876A8"/>
            </a:solidFill>
          </a:ln>
        </p:spPr>
      </p:sp>
      <p:sp>
        <p:nvSpPr>
          <p:cNvPr id="60" name="">
            <a:extLst xmlns:a="http://schemas.openxmlformats.org/drawingml/2006/main">
              <a:ext uri="{FF2B5EF4-FFF2-40B4-BE49-F238E27FC236}">
                <a16:creationId xmlns:a16="http://schemas.microsoft.com/office/drawing/2014/main" id="{198DC78C-76A6-4395-A005-129F5852F6B2}"/>
              </a:ext>
            </a:extLst>
          </p:cNvPr>
          <p:cNvSpPr>
            <a:spLocks xmlns:a="http://schemas.openxmlformats.org/drawingml/2006/main" noGrp="1"/>
          </p:cNvSpPr>
          <p:nvPr/>
        </p:nvSpPr>
        <p:spPr>
          <a:xfrm xmlns:a="http://schemas.openxmlformats.org/drawingml/2006/main">
            <a:off x="6783969" y="2905125"/>
            <a:ext cx="77451" cy="103169"/>
          </a:xfrm>
          <a:custGeom xmlns:a="http://schemas.openxmlformats.org/drawingml/2006/main">
            <a:pathLst>
              <a:path w="77451" h="103169">
                <a:moveTo>
                  <a:pt x="77451" y="0"/>
                </a:moveTo>
                <a:lnTo>
                  <a:pt x="0" y="68369"/>
                </a:lnTo>
                <a:lnTo>
                  <a:pt x="72046" y="103169"/>
                </a:lnTo>
                <a:close/>
              </a:path>
            </a:pathLst>
          </a:custGeom>
          <a:solidFill xmlns:a="http://schemas.openxmlformats.org/drawingml/2006/main">
            <a:srgbClr val="2876A8"/>
          </a:solidFill>
          <a:ln xmlns:a="http://schemas.openxmlformats.org/drawingml/2006/main" w="4763">
            <a:solidFill>
              <a:srgbClr val="2876A8"/>
            </a:solidFill>
          </a:ln>
        </p:spPr>
      </p:sp>
      <p:sp>
        <p:nvSpPr>
          <p:cNvPr id="61" name="">
            <a:extLst xmlns:a="http://schemas.openxmlformats.org/drawingml/2006/main">
              <a:ext uri="{FF2B5EF4-FFF2-40B4-BE49-F238E27FC236}">
                <a16:creationId xmlns:a16="http://schemas.microsoft.com/office/drawing/2014/main" id="{31759DD9-54D4-4FB2-99D3-910A584B8DCC}"/>
              </a:ext>
            </a:extLst>
          </p:cNvPr>
          <p:cNvSpPr>
            <a:spLocks xmlns:a="http://schemas.openxmlformats.org/drawingml/2006/main" noGrp="1"/>
          </p:cNvSpPr>
          <p:nvPr/>
        </p:nvSpPr>
        <p:spPr>
          <a:xfrm xmlns:a="http://schemas.openxmlformats.org/drawingml/2006/main">
            <a:off x="7143750" y="4095750"/>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＋V：上向き</a:t>
            </a:r>
          </a:p>
        </p:txBody>
      </p:sp>
      <p:sp>
        <p:nvSpPr>
          <p:cNvPr id="62" name="">
            <a:extLst xmlns:a="http://schemas.openxmlformats.org/drawingml/2006/main">
              <a:ext uri="{FF2B5EF4-FFF2-40B4-BE49-F238E27FC236}">
                <a16:creationId xmlns:a16="http://schemas.microsoft.com/office/drawing/2014/main" id="{2F569D94-5CB3-46ED-959F-04C75A47FA99}"/>
              </a:ext>
            </a:extLst>
          </p:cNvPr>
          <p:cNvSpPr>
            <a:spLocks xmlns:a="http://schemas.openxmlformats.org/drawingml/2006/main" noGrp="1"/>
          </p:cNvSpPr>
          <p:nvPr/>
        </p:nvSpPr>
        <p:spPr>
          <a:xfrm xmlns:a="http://schemas.openxmlformats.org/drawingml/2006/main">
            <a:off x="7143750" y="461962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＋M：時計回り</a:t>
            </a:r>
          </a:p>
        </p:txBody>
      </p:sp>
      <p:sp>
        <p:nvSpPr>
          <p:cNvPr id="63" name="">
            <a:extLst xmlns:a="http://schemas.openxmlformats.org/drawingml/2006/main">
              <a:ext uri="{FF2B5EF4-FFF2-40B4-BE49-F238E27FC236}">
                <a16:creationId xmlns:a16="http://schemas.microsoft.com/office/drawing/2014/main" id="{1B4C7CC1-9F50-4AF3-999A-E5DB5972A891}"/>
              </a:ext>
            </a:extLst>
          </p:cNvPr>
          <p:cNvSpPr>
            <a:spLocks xmlns:a="http://schemas.openxmlformats.org/drawingml/2006/main" noGrp="1"/>
          </p:cNvSpPr>
          <p:nvPr/>
        </p:nvSpPr>
        <p:spPr>
          <a:xfrm xmlns:a="http://schemas.openxmlformats.org/drawingml/2006/main">
            <a:off x="809625" y="52863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＋Mの曲げ：上側圧縮、下側引張り。BMDは正を上に描く。</a:t>
            </a:r>
          </a:p>
        </p:txBody>
      </p:sp>
      <p:sp>
        <p:nvSpPr>
          <p:cNvPr id="64" name="">
            <a:extLst xmlns:a="http://schemas.openxmlformats.org/drawingml/2006/main">
              <a:ext uri="{FF2B5EF4-FFF2-40B4-BE49-F238E27FC236}">
                <a16:creationId xmlns:a16="http://schemas.microsoft.com/office/drawing/2014/main" id="{89F0EB84-442F-493C-BB92-BA00F8EA822D}"/>
              </a:ext>
            </a:extLst>
          </p:cNvPr>
          <p:cNvSpPr>
            <a:spLocks xmlns:a="http://schemas.openxmlformats.org/drawingml/2006/main" noGrp="1"/>
          </p:cNvSpPr>
          <p:nvPr/>
        </p:nvSpPr>
        <p:spPr>
          <a:xfrm xmlns:a="http://schemas.openxmlformats.org/drawingml/2006/main">
            <a:off x="685800" y="5715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同じ切断面の両側で、大きさが等しく、向きが逆。本資料は左部分の右切断面を基準にする。</a:t>
            </a:r>
          </a:p>
        </p:txBody>
      </p:sp>
    </p:spTree>
    <p:extLst>
      <p:ext uri="{BB962C8B-B14F-4D97-AF65-F5344CB8AC3E}">
        <p14:creationId xmlns:p14="http://schemas.microsoft.com/office/powerpoint/2010/main" val="18376350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F6A66A-6A9A-4ADE-AB4C-F0972CDD6A9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SFD と BMD は「位置ごとの値の地図」</a:t>
            </a:r>
          </a:p>
        </p:txBody>
      </p:sp>
      <p:cxnSp>
        <p:nvCxnSpPr>
          <p:cNvPr id="2" name="">
            <a:extLst xmlns:a="http://schemas.openxmlformats.org/drawingml/2006/main">
              <a:ext uri="{FF2B5EF4-FFF2-40B4-BE49-F238E27FC236}">
                <a16:creationId xmlns:a16="http://schemas.microsoft.com/office/drawing/2014/main" id="{CB8662AD-F3C1-4257-88F0-1CE0D81844CA}"/>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7B19071F-1C15-48CC-A6D3-153E231044C6}"/>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859A2C5F-3428-47FD-9DDC-42EBD5C413F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18 / 49</a:t>
            </a:r>
          </a:p>
        </p:txBody>
      </p:sp>
      <p:graphicFrame>
        <p:nvGraphicFramePr>
          <p:cNvPr id="5" name="">
            <a:extLst xmlns:a="http://schemas.openxmlformats.org/drawingml/2006/main">
              <a:ext uri="{FF2B5EF4-FFF2-40B4-BE49-F238E27FC236}">
                <a16:creationId xmlns:a16="http://schemas.microsoft.com/office/drawing/2014/main" id="{A1900A8E-E695-41CB-880D-CFABD9CF4FBD}"/>
              </a:ext>
            </a:extLst>
          </p:cNvPr>
          <p:cNvGraphicFramePr/>
          <p:nvPr/>
        </p:nvGraphicFramePr>
        <p:xfrm>
          <a:off xmlns:a="http://schemas.openxmlformats.org/drawingml/2006/main" x="685800" y="1800225"/>
          <a:ext xmlns:a="http://schemas.openxmlformats.org/drawingml/2006/main" cx="10820400" cy="2581275"/>
        </p:xfrm>
        <a:graphic xmlns:a="http://schemas.openxmlformats.org/drawingml/2006/main">
          <a:graphicData uri="http://schemas.openxmlformats.org/drawingml/2006/table">
            <a:tbl>
              <a:tblPr/>
              <a:tblGrid>
                <a:gridCol w="4000500"/>
                <a:gridCol w="2476500"/>
                <a:gridCol w="4343400"/>
              </a:tblGrid>
              <a:tr h="860425">
                <a:tc>
                  <a:txBody>
                    <a:bodyPr lIns="114300" tIns="114300" rIns="114300" bIns="114300"/>
                    <a:lstStyle/>
                    <a:p>
                      <a:r>
                        <a:rPr sz="1875" b="1">
                          <a:solidFill>
                            <a:srgbClr val="FFFFFF"/>
                          </a:solidFill>
                          <a:latin typeface="Yu Gothic"/>
                          <a:ea typeface="Yu Gothic"/>
                          <a:cs typeface="Yu Gothic"/>
                        </a:rPr>
                        <a:t>線図</a:t>
                      </a:r>
                    </a:p>
                  </a:txBody>
                  <a:tcPr marL="91440" marR="91440" marT="45720" marB="45720" anchor="ctr">
                    <a:lnL w="9525">
                      <a:solidFill>
                        <a:srgbClr val="C8D3DD"/>
                      </a:solidFill>
                    </a:lnL>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875" b="1">
                          <a:solidFill>
                            <a:srgbClr val="FFFFFF"/>
                          </a:solidFill>
                          <a:latin typeface="Yu Gothic"/>
                          <a:ea typeface="Yu Gothic"/>
                          <a:cs typeface="Yu Gothic"/>
                        </a:rPr>
                        <a:t>縦軸</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c>
                  <a:txBody>
                    <a:bodyPr lIns="114300" tIns="114300" rIns="114300" bIns="114300"/>
                    <a:lstStyle/>
                    <a:p>
                      <a:r>
                        <a:rPr sz="1875" b="1">
                          <a:solidFill>
                            <a:srgbClr val="FFFFFF"/>
                          </a:solidFill>
                          <a:latin typeface="Yu Gothic"/>
                          <a:ea typeface="Yu Gothic"/>
                          <a:cs typeface="Yu Gothic"/>
                        </a:rPr>
                        <a:t>何を読むか</a:t>
                      </a:r>
                    </a:p>
                  </a:txBody>
                  <a:tcPr marL="91440" marR="91440" marT="45720" marB="45720" anchor="ctr">
                    <a:lnR w="9525">
                      <a:solidFill>
                        <a:srgbClr val="C8D3DD"/>
                      </a:solidFill>
                    </a:lnR>
                    <a:lnT w="9525">
                      <a:solidFill>
                        <a:srgbClr val="C8D3DD"/>
                      </a:solidFill>
                    </a:lnT>
                    <a:lnB w="9525">
                      <a:solidFill>
                        <a:srgbClr val="C8D3DD"/>
                      </a:solidFill>
                    </a:lnB>
                    <a:solidFill>
                      <a:srgbClr val="18364F"/>
                    </a:solidFill>
                  </a:tcPr>
                </a:tc>
              </a:tr>
              <a:tr h="860425">
                <a:tc>
                  <a:txBody>
                    <a:bodyPr lIns="114300" tIns="114300" rIns="114300" bIns="114300"/>
                    <a:lstStyle/>
                    <a:p>
                      <a:r>
                        <a:rPr sz="1875" b="0">
                          <a:solidFill>
                            <a:srgbClr val="253C4D"/>
                          </a:solidFill>
                          <a:latin typeface="Yu Gothic"/>
                          <a:ea typeface="Yu Gothic"/>
                          <a:cs typeface="Yu Gothic"/>
                        </a:rPr>
                        <a:t>SFD（せん断力図）</a:t>
                      </a:r>
                    </a:p>
                  </a:txBody>
                  <a:tcPr marL="91440" marR="91440" marT="45720" marB="45720" anchor="ctr">
                    <a:lnL w="9525">
                      <a:solidFill>
                        <a:srgbClr val="C8D3DD"/>
                      </a:solidFill>
                    </a:lnL>
                    <a:lnR w="9525">
                      <a:solidFill>
                        <a:srgbClr val="C8D3DD"/>
                      </a:solidFill>
                    </a:lnR>
                    <a:lnB w="9525">
                      <a:solidFill>
                        <a:srgbClr val="C8D3DD"/>
                      </a:solidFill>
                    </a:lnB>
                    <a:solidFill>
                      <a:srgbClr val="EDF2F6"/>
                    </a:solidFill>
                  </a:tcPr>
                </a:tc>
                <a:tc>
                  <a:txBody>
                    <a:bodyPr lIns="114300" tIns="114300" rIns="114300" bIns="114300"/>
                    <a:lstStyle/>
                    <a:p>
                      <a:r>
                        <a:rPr sz="1875" b="0">
                          <a:solidFill>
                            <a:srgbClr val="253C4D"/>
                          </a:solidFill>
                          <a:latin typeface="Yu Gothic"/>
                          <a:ea typeface="Yu Gothic"/>
                          <a:cs typeface="Yu Gothic"/>
                        </a:rPr>
                        <a:t>V / N</a:t>
                      </a:r>
                    </a:p>
                  </a:txBody>
                  <a:tcPr marL="91440" marR="91440" marT="45720" marB="45720" anchor="ctr">
                    <a:lnR w="9525">
                      <a:solidFill>
                        <a:srgbClr val="C8D3DD"/>
                      </a:solidFill>
                    </a:lnR>
                    <a:lnB w="9525">
                      <a:solidFill>
                        <a:srgbClr val="C8D3DD"/>
                      </a:solidFill>
                    </a:lnB>
                    <a:solidFill>
                      <a:srgbClr val="EDF2F6"/>
                    </a:solidFill>
                  </a:tcPr>
                </a:tc>
                <a:tc>
                  <a:txBody>
                    <a:bodyPr lIns="114300" tIns="114300" rIns="114300" bIns="114300"/>
                    <a:lstStyle/>
                    <a:p>
                      <a:r>
                        <a:rPr sz="1875" b="0">
                          <a:solidFill>
                            <a:srgbClr val="253C4D"/>
                          </a:solidFill>
                          <a:latin typeface="Yu Gothic"/>
                          <a:ea typeface="Yu Gothic"/>
                          <a:cs typeface="Yu Gothic"/>
                        </a:rPr>
                        <a:t>断面がずれようとする作用</a:t>
                      </a:r>
                    </a:p>
                  </a:txBody>
                  <a:tcPr marL="91440" marR="91440" marT="45720" marB="45720" anchor="ctr">
                    <a:lnR w="9525">
                      <a:solidFill>
                        <a:srgbClr val="C8D3DD"/>
                      </a:solidFill>
                    </a:lnR>
                    <a:lnB w="9525">
                      <a:solidFill>
                        <a:srgbClr val="C8D3DD"/>
                      </a:solidFill>
                    </a:lnB>
                    <a:solidFill>
                      <a:srgbClr val="EDF2F6"/>
                    </a:solidFill>
                  </a:tcPr>
                </a:tc>
              </a:tr>
              <a:tr h="860425">
                <a:tc>
                  <a:txBody>
                    <a:bodyPr lIns="114300" tIns="114300" rIns="114300" bIns="114300"/>
                    <a:lstStyle/>
                    <a:p>
                      <a:r>
                        <a:rPr sz="1875" b="0">
                          <a:solidFill>
                            <a:srgbClr val="253C4D"/>
                          </a:solidFill>
                          <a:latin typeface="Yu Gothic"/>
                          <a:ea typeface="Yu Gothic"/>
                          <a:cs typeface="Yu Gothic"/>
                        </a:rPr>
                        <a:t>BMD（曲げモーメント図）</a:t>
                      </a:r>
                    </a:p>
                  </a:txBody>
                  <a:tcPr marL="91440" marR="91440" marT="45720" marB="45720" anchor="ctr">
                    <a:lnL w="9525">
                      <a:solidFill>
                        <a:srgbClr val="C8D3DD"/>
                      </a:solidFill>
                    </a:lnL>
                    <a:lnR w="9525">
                      <a:solidFill>
                        <a:srgbClr val="C8D3DD"/>
                      </a:solidFill>
                    </a:lnR>
                    <a:lnB w="9525">
                      <a:solidFill>
                        <a:srgbClr val="C8D3DD"/>
                      </a:solidFill>
                    </a:lnB>
                    <a:solidFill>
                      <a:srgbClr val="FFFFFF"/>
                    </a:solidFill>
                  </a:tcPr>
                </a:tc>
                <a:tc>
                  <a:txBody>
                    <a:bodyPr lIns="114300" tIns="114300" rIns="114300" bIns="114300"/>
                    <a:lstStyle/>
                    <a:p>
                      <a:r>
                        <a:rPr sz="1875" b="0">
                          <a:solidFill>
                            <a:srgbClr val="253C4D"/>
                          </a:solidFill>
                          <a:latin typeface="Yu Gothic"/>
                          <a:ea typeface="Yu Gothic"/>
                          <a:cs typeface="Yu Gothic"/>
                        </a:rPr>
                        <a:t>M / N·m</a:t>
                      </a:r>
                    </a:p>
                  </a:txBody>
                  <a:tcPr marL="91440" marR="91440" marT="45720" marB="45720" anchor="ctr">
                    <a:lnR w="9525">
                      <a:solidFill>
                        <a:srgbClr val="C8D3DD"/>
                      </a:solidFill>
                    </a:lnR>
                    <a:lnB w="9525">
                      <a:solidFill>
                        <a:srgbClr val="C8D3DD"/>
                      </a:solidFill>
                    </a:lnB>
                    <a:solidFill>
                      <a:srgbClr val="FFFFFF"/>
                    </a:solidFill>
                  </a:tcPr>
                </a:tc>
                <a:tc>
                  <a:txBody>
                    <a:bodyPr lIns="114300" tIns="114300" rIns="114300" bIns="114300"/>
                    <a:lstStyle/>
                    <a:p>
                      <a:r>
                        <a:rPr sz="1875" b="0">
                          <a:solidFill>
                            <a:srgbClr val="253C4D"/>
                          </a:solidFill>
                          <a:latin typeface="Yu Gothic"/>
                          <a:ea typeface="Yu Gothic"/>
                          <a:cs typeface="Yu Gothic"/>
                        </a:rPr>
                        <a:t>断面を曲げようとする作用</a:t>
                      </a:r>
                    </a:p>
                  </a:txBody>
                  <a:tcPr marL="91440" marR="91440" marT="45720" marB="45720" anchor="ctr">
                    <a:lnR w="9525">
                      <a:solidFill>
                        <a:srgbClr val="C8D3DD"/>
                      </a:solidFill>
                    </a:lnR>
                    <a:lnB w="9525">
                      <a:solidFill>
                        <a:srgbClr val="C8D3DD"/>
                      </a:solidFill>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3672EC5D-8819-4749-A91E-E80256290608}"/>
              </a:ext>
            </a:extLst>
          </p:cNvPr>
          <p:cNvSpPr>
            <a:spLocks xmlns:a="http://schemas.openxmlformats.org/drawingml/2006/main" noGrp="1"/>
          </p:cNvSpPr>
          <p:nvPr/>
        </p:nvSpPr>
        <p:spPr>
          <a:xfrm xmlns:a="http://schemas.openxmlformats.org/drawingml/2006/main">
            <a:off x="685800" y="4791075"/>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18364F"/>
                </a:solidFill>
                <a:latin typeface="Yu Gothic"/>
                <a:ea typeface="Yu Gothic"/>
                <a:cs typeface="Yu Gothic"/>
              </a:defRPr>
            </a:defPPr>
            <a:lvl1pPr algn="l">
              <a:buNone/>
              <a:defRPr sz="2775" b="1">
                <a:solidFill>
                  <a:srgbClr val="18364F"/>
                </a:solidFill>
                <a:latin typeface="Yu Gothic"/>
                <a:ea typeface="Yu Gothic"/>
                <a:cs typeface="Yu Gothic"/>
              </a:defRPr>
            </a:lvl1pPr>
            <a:lvl2pPr algn="l">
              <a:buNone/>
              <a:defRPr sz="2775" b="1">
                <a:solidFill>
                  <a:srgbClr val="18364F"/>
                </a:solidFill>
                <a:latin typeface="Yu Gothic"/>
                <a:ea typeface="Yu Gothic"/>
                <a:cs typeface="Yu Gothic"/>
              </a:defRPr>
            </a:lvl2pPr>
            <a:lvl3pPr algn="l">
              <a:buNone/>
              <a:defRPr sz="2775" b="1">
                <a:solidFill>
                  <a:srgbClr val="18364F"/>
                </a:solidFill>
                <a:latin typeface="Yu Gothic"/>
                <a:ea typeface="Yu Gothic"/>
                <a:cs typeface="Yu Gothic"/>
              </a:defRPr>
            </a:lvl3pPr>
            <a:lvl4pPr algn="l">
              <a:buNone/>
              <a:defRPr sz="2775" b="1">
                <a:solidFill>
                  <a:srgbClr val="18364F"/>
                </a:solidFill>
                <a:latin typeface="Yu Gothic"/>
                <a:ea typeface="Yu Gothic"/>
                <a:cs typeface="Yu Gothic"/>
              </a:defRPr>
            </a:lvl4pPr>
            <a:lvl5pPr algn="l">
              <a:buNone/>
              <a:defRPr sz="2775" b="1">
                <a:solidFill>
                  <a:srgbClr val="18364F"/>
                </a:solidFill>
                <a:latin typeface="Yu Gothic"/>
                <a:ea typeface="Yu Gothic"/>
                <a:cs typeface="Yu Gothic"/>
              </a:defRPr>
            </a:lvl5pPr>
            <a:lvl6pPr algn="l">
              <a:buNone/>
              <a:defRPr sz="2775" b="1">
                <a:solidFill>
                  <a:srgbClr val="18364F"/>
                </a:solidFill>
                <a:latin typeface="Yu Gothic"/>
                <a:ea typeface="Yu Gothic"/>
                <a:cs typeface="Yu Gothic"/>
              </a:defRPr>
            </a:lvl6pPr>
            <a:lvl7pPr algn="l">
              <a:buNone/>
              <a:defRPr sz="2775" b="1">
                <a:solidFill>
                  <a:srgbClr val="18364F"/>
                </a:solidFill>
                <a:latin typeface="Yu Gothic"/>
                <a:ea typeface="Yu Gothic"/>
                <a:cs typeface="Yu Gothic"/>
              </a:defRPr>
            </a:lvl7pPr>
            <a:lvl8pPr algn="l">
              <a:buNone/>
              <a:defRPr sz="2775" b="1">
                <a:solidFill>
                  <a:srgbClr val="18364F"/>
                </a:solidFill>
                <a:latin typeface="Yu Gothic"/>
                <a:ea typeface="Yu Gothic"/>
                <a:cs typeface="Yu Gothic"/>
              </a:defRPr>
            </a:lvl8pPr>
            <a:lvl9pPr algn="l">
              <a:buNone/>
              <a:defRPr sz="2775" b="1">
                <a:solidFill>
                  <a:srgbClr val="18364F"/>
                </a:solidFill>
                <a:latin typeface="Yu Gothic"/>
                <a:ea typeface="Yu Gothic"/>
                <a:cs typeface="Yu Gothic"/>
              </a:defRPr>
            </a:lvl9pPr>
          </a:lstStyle>
          <a:p xmlns:a="http://schemas.openxmlformats.org/drawingml/2006/main">
            <a:pPr algn="l">
              <a:buNone/>
              <a:defRPr sz="2775" b="1">
                <a:solidFill>
                  <a:srgbClr val="18364F"/>
                </a:solidFill>
                <a:latin typeface="Yu Gothic"/>
                <a:ea typeface="Yu Gothic"/>
                <a:cs typeface="Yu Gothic"/>
              </a:defRPr>
            </a:pPr>
            <a:r>
              <a:rPr sz="2775" b="1">
                <a:solidFill>
                  <a:srgbClr val="18364F"/>
                </a:solidFill>
                <a:latin typeface="Yu Gothic"/>
                <a:ea typeface="Yu Gothic"/>
                <a:cs typeface="Yu Gothic"/>
              </a:rPr>
              <a:t>横軸はいずれも、Aからの位置 x / m</a:t>
            </a:r>
          </a:p>
        </p:txBody>
      </p:sp>
      <p:sp>
        <p:nvSpPr>
          <p:cNvPr id="7" name="">
            <a:extLst xmlns:a="http://schemas.openxmlformats.org/drawingml/2006/main">
              <a:ext uri="{FF2B5EF4-FFF2-40B4-BE49-F238E27FC236}">
                <a16:creationId xmlns:a16="http://schemas.microsoft.com/office/drawing/2014/main" id="{52AB7374-D944-41B3-8BE9-B5E7B5C3C509}"/>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線図の形は、はりのたわんだ形そのものではない</a:t>
            </a:r>
          </a:p>
        </p:txBody>
      </p:sp>
    </p:spTree>
    <p:extLst>
      <p:ext uri="{BB962C8B-B14F-4D97-AF65-F5344CB8AC3E}">
        <p14:creationId xmlns:p14="http://schemas.microsoft.com/office/powerpoint/2010/main" val="157649411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51389C99-10E8-4020-80B2-6C9BD1D82A1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中央荷重の SFD：力のつり合いで求める</a:t>
            </a:r>
          </a:p>
        </p:txBody>
      </p:sp>
      <p:cxnSp>
        <p:nvCxnSpPr>
          <p:cNvPr id="2" name="">
            <a:extLst xmlns:a="http://schemas.openxmlformats.org/drawingml/2006/main">
              <a:ext uri="{FF2B5EF4-FFF2-40B4-BE49-F238E27FC236}">
                <a16:creationId xmlns:a16="http://schemas.microsoft.com/office/drawing/2014/main" id="{8E17EEA8-236F-4E19-8EA0-395C840DEB1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82947283-461C-4B29-9237-55C0A13E8C4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492DA8C2-DF40-4553-894A-D3ECC87D5DB8}"/>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19 / 49</a:t>
            </a:r>
          </a:p>
        </p:txBody>
      </p:sp>
      <p:sp>
        <p:nvSpPr>
          <p:cNvPr id="36" name="">
            <a:extLst xmlns:a="http://schemas.openxmlformats.org/drawingml/2006/main">
              <a:ext uri="{FF2B5EF4-FFF2-40B4-BE49-F238E27FC236}">
                <a16:creationId xmlns:a16="http://schemas.microsoft.com/office/drawing/2014/main" id="{F5D5CD71-0DDF-415E-9999-4FC2D2C187C5}"/>
              </a:ext>
            </a:extLst>
          </p:cNvPr>
          <p:cNvSpPr>
            <a:spLocks xmlns:a="http://schemas.openxmlformats.org/drawingml/2006/main" noGrp="1"/>
          </p:cNvSpPr>
          <p:nvPr/>
        </p:nvSpPr>
        <p:spPr>
          <a:xfrm xmlns:a="http://schemas.openxmlformats.org/drawingml/2006/main">
            <a:off x="809625" y="157162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荷重より左：0 &lt; x &lt; 0.60</a:t>
            </a:r>
          </a:p>
        </p:txBody>
      </p:sp>
      <p:sp>
        <p:nvSpPr>
          <p:cNvPr id="37" name="">
            <a:extLst xmlns:a="http://schemas.openxmlformats.org/drawingml/2006/main">
              <a:ext uri="{FF2B5EF4-FFF2-40B4-BE49-F238E27FC236}">
                <a16:creationId xmlns:a16="http://schemas.microsoft.com/office/drawing/2014/main" id="{440847CE-2C0F-4391-8A72-4F10933C62F4}"/>
              </a:ext>
            </a:extLst>
          </p:cNvPr>
          <p:cNvSpPr>
            <a:spLocks xmlns:a="http://schemas.openxmlformats.org/drawingml/2006/main" noGrp="1"/>
          </p:cNvSpPr>
          <p:nvPr/>
        </p:nvSpPr>
        <p:spPr>
          <a:xfrm xmlns:a="http://schemas.openxmlformats.org/drawingml/2006/main">
            <a:off x="6762750" y="15716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荷重より右：0.60 &lt; x &lt; 1.20</a:t>
            </a:r>
          </a:p>
        </p:txBody>
      </p:sp>
      <p:sp>
        <p:nvSpPr>
          <p:cNvPr id="38" name="">
            <a:extLst xmlns:a="http://schemas.openxmlformats.org/drawingml/2006/main">
              <a:ext uri="{FF2B5EF4-FFF2-40B4-BE49-F238E27FC236}">
                <a16:creationId xmlns:a16="http://schemas.microsoft.com/office/drawing/2014/main" id="{70D68855-B979-4B76-BB23-9C1EC0EC0224}"/>
              </a:ext>
            </a:extLst>
          </p:cNvPr>
          <p:cNvSpPr>
            <a:spLocks xmlns:a="http://schemas.openxmlformats.org/drawingml/2006/main" noGrp="1"/>
          </p:cNvSpPr>
          <p:nvPr/>
        </p:nvSpPr>
        <p:spPr>
          <a:xfrm xmlns:a="http://schemas.openxmlformats.org/drawingml/2006/main">
            <a:off x="1381125" y="2286000"/>
            <a:ext cx="2571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9" name="">
            <a:extLst xmlns:a="http://schemas.openxmlformats.org/drawingml/2006/main">
              <a:ext uri="{FF2B5EF4-FFF2-40B4-BE49-F238E27FC236}">
                <a16:creationId xmlns:a16="http://schemas.microsoft.com/office/drawing/2014/main" id="{A1E09B78-8A67-4E94-8488-03FB791EF401}"/>
              </a:ext>
            </a:extLst>
          </p:cNvPr>
          <p:cNvSpPr>
            <a:spLocks xmlns:a="http://schemas.openxmlformats.org/drawingml/2006/main" noGrp="1"/>
          </p:cNvSpPr>
          <p:nvPr/>
        </p:nvSpPr>
        <p:spPr>
          <a:xfrm xmlns:a="http://schemas.openxmlformats.org/drawingml/2006/main">
            <a:off x="1381125" y="2495550"/>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8575">
            <a:solidFill>
              <a:srgbClr val="2876A8"/>
            </a:solidFill>
          </a:ln>
        </p:spPr>
      </p:sp>
      <p:sp>
        <p:nvSpPr>
          <p:cNvPr id="40" name="">
            <a:extLst xmlns:a="http://schemas.openxmlformats.org/drawingml/2006/main">
              <a:ext uri="{FF2B5EF4-FFF2-40B4-BE49-F238E27FC236}">
                <a16:creationId xmlns:a16="http://schemas.microsoft.com/office/drawing/2014/main" id="{90D9A56E-1D8D-4CBD-9180-7603669A19A2}"/>
              </a:ext>
            </a:extLst>
          </p:cNvPr>
          <p:cNvSpPr>
            <a:spLocks xmlns:a="http://schemas.openxmlformats.org/drawingml/2006/main" noGrp="1"/>
          </p:cNvSpPr>
          <p:nvPr/>
        </p:nvSpPr>
        <p:spPr>
          <a:xfrm xmlns:a="http://schemas.openxmlformats.org/drawingml/2006/main">
            <a:off x="1333119" y="24955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41" name="">
            <a:extLst xmlns:a="http://schemas.openxmlformats.org/drawingml/2006/main">
              <a:ext uri="{FF2B5EF4-FFF2-40B4-BE49-F238E27FC236}">
                <a16:creationId xmlns:a16="http://schemas.microsoft.com/office/drawing/2014/main" id="{F710B66B-0248-4951-8B18-C421E7D424E9}"/>
              </a:ext>
            </a:extLst>
          </p:cNvPr>
          <p:cNvSpPr>
            <a:spLocks xmlns:a="http://schemas.openxmlformats.org/drawingml/2006/main" noGrp="1"/>
          </p:cNvSpPr>
          <p:nvPr/>
        </p:nvSpPr>
        <p:spPr>
          <a:xfrm xmlns:a="http://schemas.openxmlformats.org/drawingml/2006/main">
            <a:off x="619125" y="2543175"/>
            <a:ext cx="1000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100 N</a:t>
            </a:r>
          </a:p>
        </p:txBody>
      </p:sp>
      <p:sp>
        <p:nvSpPr>
          <p:cNvPr id="42" name="">
            <a:extLst xmlns:a="http://schemas.openxmlformats.org/drawingml/2006/main">
              <a:ext uri="{FF2B5EF4-FFF2-40B4-BE49-F238E27FC236}">
                <a16:creationId xmlns:a16="http://schemas.microsoft.com/office/drawing/2014/main" id="{30A16001-4F68-4A92-AC40-05E8291B7562}"/>
              </a:ext>
            </a:extLst>
          </p:cNvPr>
          <p:cNvSpPr>
            <a:spLocks xmlns:a="http://schemas.openxmlformats.org/drawingml/2006/main" noGrp="1"/>
          </p:cNvSpPr>
          <p:nvPr/>
        </p:nvSpPr>
        <p:spPr>
          <a:xfrm xmlns:a="http://schemas.openxmlformats.org/drawingml/2006/main">
            <a:off x="3952875" y="2286000"/>
            <a:ext cx="9525" cy="733425"/>
          </a:xfrm>
          <a:custGeom xmlns:a="http://schemas.openxmlformats.org/drawingml/2006/main">
            <a:pathLst>
              <a:path w="9525" h="733425">
                <a:moveTo>
                  <a:pt x="0" y="0"/>
                </a:moveTo>
                <a:lnTo>
                  <a:pt x="0" y="733425"/>
                </a:lnTo>
              </a:path>
            </a:pathLst>
          </a:custGeom>
          <a:noFill xmlns:a="http://schemas.openxmlformats.org/drawingml/2006/main"/>
          <a:ln xmlns:a="http://schemas.openxmlformats.org/drawingml/2006/main" w="28575">
            <a:solidFill>
              <a:srgbClr val="7655A5"/>
            </a:solidFill>
          </a:ln>
        </p:spPr>
      </p:sp>
      <p:sp>
        <p:nvSpPr>
          <p:cNvPr id="43" name="">
            <a:extLst xmlns:a="http://schemas.openxmlformats.org/drawingml/2006/main">
              <a:ext uri="{FF2B5EF4-FFF2-40B4-BE49-F238E27FC236}">
                <a16:creationId xmlns:a16="http://schemas.microsoft.com/office/drawing/2014/main" id="{5A38880D-8BE7-4E46-9814-E3E4A9E21719}"/>
              </a:ext>
            </a:extLst>
          </p:cNvPr>
          <p:cNvSpPr>
            <a:spLocks xmlns:a="http://schemas.openxmlformats.org/drawingml/2006/main" noGrp="1"/>
          </p:cNvSpPr>
          <p:nvPr/>
        </p:nvSpPr>
        <p:spPr>
          <a:xfrm xmlns:a="http://schemas.openxmlformats.org/drawingml/2006/main">
            <a:off x="3904869" y="29051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44" name="">
            <a:extLst xmlns:a="http://schemas.openxmlformats.org/drawingml/2006/main">
              <a:ext uri="{FF2B5EF4-FFF2-40B4-BE49-F238E27FC236}">
                <a16:creationId xmlns:a16="http://schemas.microsoft.com/office/drawing/2014/main" id="{3626D12F-E4D9-487D-B4EB-B99C92D59BBA}"/>
              </a:ext>
            </a:extLst>
          </p:cNvPr>
          <p:cNvSpPr>
            <a:spLocks xmlns:a="http://schemas.openxmlformats.org/drawingml/2006/main" noGrp="1"/>
          </p:cNvSpPr>
          <p:nvPr/>
        </p:nvSpPr>
        <p:spPr>
          <a:xfrm xmlns:a="http://schemas.openxmlformats.org/drawingml/2006/main">
            <a:off x="4067175" y="257175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buNone/>
              <a:defRPr sz="1875" b="1">
                <a:solidFill>
                  <a:srgbClr val="7655A5"/>
                </a:solidFill>
                <a:latin typeface="Yu Gothic"/>
                <a:ea typeface="Yu Gothic"/>
                <a:cs typeface="Yu Gothic"/>
              </a:defRPr>
            </a:lvl1pPr>
            <a:lvl2pPr>
              <a:buNone/>
              <a:defRPr sz="1875" b="1">
                <a:solidFill>
                  <a:srgbClr val="7655A5"/>
                </a:solidFill>
                <a:latin typeface="Yu Gothic"/>
                <a:ea typeface="Yu Gothic"/>
                <a:cs typeface="Yu Gothic"/>
              </a:defRPr>
            </a:lvl2pPr>
            <a:lvl3pPr>
              <a:buNone/>
              <a:defRPr sz="1875" b="1">
                <a:solidFill>
                  <a:srgbClr val="7655A5"/>
                </a:solidFill>
                <a:latin typeface="Yu Gothic"/>
                <a:ea typeface="Yu Gothic"/>
                <a:cs typeface="Yu Gothic"/>
              </a:defRPr>
            </a:lvl3pPr>
            <a:lvl4pPr>
              <a:buNone/>
              <a:defRPr sz="1875" b="1">
                <a:solidFill>
                  <a:srgbClr val="7655A5"/>
                </a:solidFill>
                <a:latin typeface="Yu Gothic"/>
                <a:ea typeface="Yu Gothic"/>
                <a:cs typeface="Yu Gothic"/>
              </a:defRPr>
            </a:lvl4pPr>
            <a:lvl5pPr>
              <a:buNone/>
              <a:defRPr sz="1875" b="1">
                <a:solidFill>
                  <a:srgbClr val="7655A5"/>
                </a:solidFill>
                <a:latin typeface="Yu Gothic"/>
                <a:ea typeface="Yu Gothic"/>
                <a:cs typeface="Yu Gothic"/>
              </a:defRPr>
            </a:lvl5pPr>
            <a:lvl6pPr>
              <a:buNone/>
              <a:defRPr sz="1875" b="1">
                <a:solidFill>
                  <a:srgbClr val="7655A5"/>
                </a:solidFill>
                <a:latin typeface="Yu Gothic"/>
                <a:ea typeface="Yu Gothic"/>
                <a:cs typeface="Yu Gothic"/>
              </a:defRPr>
            </a:lvl6pPr>
            <a:lvl7pPr>
              <a:buNone/>
              <a:defRPr sz="1875" b="1">
                <a:solidFill>
                  <a:srgbClr val="7655A5"/>
                </a:solidFill>
                <a:latin typeface="Yu Gothic"/>
                <a:ea typeface="Yu Gothic"/>
                <a:cs typeface="Yu Gothic"/>
              </a:defRPr>
            </a:lvl7pPr>
            <a:lvl8pPr>
              <a:buNone/>
              <a:defRPr sz="1875" b="1">
                <a:solidFill>
                  <a:srgbClr val="7655A5"/>
                </a:solidFill>
                <a:latin typeface="Yu Gothic"/>
                <a:ea typeface="Yu Gothic"/>
                <a:cs typeface="Yu Gothic"/>
              </a:defRPr>
            </a:lvl8pPr>
            <a:lvl9pPr>
              <a:buNone/>
              <a:defRPr sz="1875" b="1">
                <a:solidFill>
                  <a:srgbClr val="7655A5"/>
                </a:solidFill>
                <a:latin typeface="Yu Gothic"/>
                <a:ea typeface="Yu Gothic"/>
                <a:cs typeface="Yu Gothic"/>
              </a:defRPr>
            </a:lvl9pPr>
          </a:lstStyle>
          <a:p xmlns:a="http://schemas.openxmlformats.org/drawingml/2006/main">
            <a:pPr>
              <a:buNone/>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45" name="">
            <a:extLst xmlns:a="http://schemas.openxmlformats.org/drawingml/2006/main">
              <a:ext uri="{FF2B5EF4-FFF2-40B4-BE49-F238E27FC236}">
                <a16:creationId xmlns:a16="http://schemas.microsoft.com/office/drawing/2014/main" id="{FFC2BA1E-42C2-4901-B947-8A53980AC151}"/>
              </a:ext>
            </a:extLst>
          </p:cNvPr>
          <p:cNvSpPr>
            <a:spLocks xmlns:a="http://schemas.openxmlformats.org/drawingml/2006/main" noGrp="1"/>
          </p:cNvSpPr>
          <p:nvPr/>
        </p:nvSpPr>
        <p:spPr>
          <a:xfrm xmlns:a="http://schemas.openxmlformats.org/drawingml/2006/main">
            <a:off x="3952875" y="200025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38915A07-C603-4D72-80EC-252DB837DF4C}"/>
              </a:ext>
            </a:extLst>
          </p:cNvPr>
          <p:cNvSpPr>
            <a:spLocks xmlns:a="http://schemas.openxmlformats.org/drawingml/2006/main" noGrp="1"/>
          </p:cNvSpPr>
          <p:nvPr/>
        </p:nvSpPr>
        <p:spPr>
          <a:xfrm xmlns:a="http://schemas.openxmlformats.org/drawingml/2006/main">
            <a:off x="3952875" y="211984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7" name="">
            <a:extLst xmlns:a="http://schemas.openxmlformats.org/drawingml/2006/main">
              <a:ext uri="{FF2B5EF4-FFF2-40B4-BE49-F238E27FC236}">
                <a16:creationId xmlns:a16="http://schemas.microsoft.com/office/drawing/2014/main" id="{AADA52E8-C72E-4539-AEB8-7056437CEDC3}"/>
              </a:ext>
            </a:extLst>
          </p:cNvPr>
          <p:cNvSpPr>
            <a:spLocks xmlns:a="http://schemas.openxmlformats.org/drawingml/2006/main" noGrp="1"/>
          </p:cNvSpPr>
          <p:nvPr/>
        </p:nvSpPr>
        <p:spPr>
          <a:xfrm xmlns:a="http://schemas.openxmlformats.org/drawingml/2006/main">
            <a:off x="3952875" y="223943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8" name="">
            <a:extLst xmlns:a="http://schemas.openxmlformats.org/drawingml/2006/main">
              <a:ext uri="{FF2B5EF4-FFF2-40B4-BE49-F238E27FC236}">
                <a16:creationId xmlns:a16="http://schemas.microsoft.com/office/drawing/2014/main" id="{6776431F-BD3A-4A16-8B01-CB8D6BBF2AB5}"/>
              </a:ext>
            </a:extLst>
          </p:cNvPr>
          <p:cNvSpPr>
            <a:spLocks xmlns:a="http://schemas.openxmlformats.org/drawingml/2006/main" noGrp="1"/>
          </p:cNvSpPr>
          <p:nvPr/>
        </p:nvSpPr>
        <p:spPr>
          <a:xfrm xmlns:a="http://schemas.openxmlformats.org/drawingml/2006/main">
            <a:off x="3952875" y="235902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9" name="">
            <a:extLst xmlns:a="http://schemas.openxmlformats.org/drawingml/2006/main">
              <a:ext uri="{FF2B5EF4-FFF2-40B4-BE49-F238E27FC236}">
                <a16:creationId xmlns:a16="http://schemas.microsoft.com/office/drawing/2014/main" id="{764FD63F-74AD-4E5A-AFBA-AAA63091FDEC}"/>
              </a:ext>
            </a:extLst>
          </p:cNvPr>
          <p:cNvSpPr>
            <a:spLocks xmlns:a="http://schemas.openxmlformats.org/drawingml/2006/main" noGrp="1"/>
          </p:cNvSpPr>
          <p:nvPr/>
        </p:nvSpPr>
        <p:spPr>
          <a:xfrm xmlns:a="http://schemas.openxmlformats.org/drawingml/2006/main">
            <a:off x="3952875" y="247861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0" name="">
            <a:extLst xmlns:a="http://schemas.openxmlformats.org/drawingml/2006/main">
              <a:ext uri="{FF2B5EF4-FFF2-40B4-BE49-F238E27FC236}">
                <a16:creationId xmlns:a16="http://schemas.microsoft.com/office/drawing/2014/main" id="{B0E080F7-6A7A-4516-BBD7-9674462EE6B2}"/>
              </a:ext>
            </a:extLst>
          </p:cNvPr>
          <p:cNvSpPr>
            <a:spLocks xmlns:a="http://schemas.openxmlformats.org/drawingml/2006/main" noGrp="1"/>
          </p:cNvSpPr>
          <p:nvPr/>
        </p:nvSpPr>
        <p:spPr>
          <a:xfrm xmlns:a="http://schemas.openxmlformats.org/drawingml/2006/main">
            <a:off x="3952875" y="259820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1" name="">
            <a:extLst xmlns:a="http://schemas.openxmlformats.org/drawingml/2006/main">
              <a:ext uri="{FF2B5EF4-FFF2-40B4-BE49-F238E27FC236}">
                <a16:creationId xmlns:a16="http://schemas.microsoft.com/office/drawing/2014/main" id="{1F3C3E22-D117-451C-969F-12A7EDF1E0D8}"/>
              </a:ext>
            </a:extLst>
          </p:cNvPr>
          <p:cNvSpPr>
            <a:spLocks xmlns:a="http://schemas.openxmlformats.org/drawingml/2006/main" noGrp="1"/>
          </p:cNvSpPr>
          <p:nvPr/>
        </p:nvSpPr>
        <p:spPr>
          <a:xfrm xmlns:a="http://schemas.openxmlformats.org/drawingml/2006/main">
            <a:off x="3952875" y="271780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2" name="">
            <a:extLst xmlns:a="http://schemas.openxmlformats.org/drawingml/2006/main">
              <a:ext uri="{FF2B5EF4-FFF2-40B4-BE49-F238E27FC236}">
                <a16:creationId xmlns:a16="http://schemas.microsoft.com/office/drawing/2014/main" id="{0E0FF764-C294-45A5-A123-7F7D02A0F4B1}"/>
              </a:ext>
            </a:extLst>
          </p:cNvPr>
          <p:cNvSpPr>
            <a:spLocks xmlns:a="http://schemas.openxmlformats.org/drawingml/2006/main" noGrp="1"/>
          </p:cNvSpPr>
          <p:nvPr/>
        </p:nvSpPr>
        <p:spPr>
          <a:xfrm xmlns:a="http://schemas.openxmlformats.org/drawingml/2006/main">
            <a:off x="3952875" y="283739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3" name="">
            <a:extLst xmlns:a="http://schemas.openxmlformats.org/drawingml/2006/main">
              <a:ext uri="{FF2B5EF4-FFF2-40B4-BE49-F238E27FC236}">
                <a16:creationId xmlns:a16="http://schemas.microsoft.com/office/drawing/2014/main" id="{E8A37AD2-16BE-40E8-93A7-41C3D635C67F}"/>
              </a:ext>
            </a:extLst>
          </p:cNvPr>
          <p:cNvSpPr>
            <a:spLocks xmlns:a="http://schemas.openxmlformats.org/drawingml/2006/main" noGrp="1"/>
          </p:cNvSpPr>
          <p:nvPr/>
        </p:nvSpPr>
        <p:spPr>
          <a:xfrm xmlns:a="http://schemas.openxmlformats.org/drawingml/2006/main">
            <a:off x="3952875" y="295698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54" name="">
            <a:extLst xmlns:a="http://schemas.openxmlformats.org/drawingml/2006/main">
              <a:ext uri="{FF2B5EF4-FFF2-40B4-BE49-F238E27FC236}">
                <a16:creationId xmlns:a16="http://schemas.microsoft.com/office/drawing/2014/main" id="{26967B8F-954A-4BAB-8850-C8B4118B0FA8}"/>
              </a:ext>
            </a:extLst>
          </p:cNvPr>
          <p:cNvSpPr>
            <a:spLocks xmlns:a="http://schemas.openxmlformats.org/drawingml/2006/main" noGrp="1"/>
          </p:cNvSpPr>
          <p:nvPr/>
        </p:nvSpPr>
        <p:spPr>
          <a:xfrm xmlns:a="http://schemas.openxmlformats.org/drawingml/2006/main">
            <a:off x="7334250" y="2667000"/>
            <a:ext cx="2952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55" name="">
            <a:extLst xmlns:a="http://schemas.openxmlformats.org/drawingml/2006/main">
              <a:ext uri="{FF2B5EF4-FFF2-40B4-BE49-F238E27FC236}">
                <a16:creationId xmlns:a16="http://schemas.microsoft.com/office/drawing/2014/main" id="{90A29178-757D-4966-B7D5-463C0820E662}"/>
              </a:ext>
            </a:extLst>
          </p:cNvPr>
          <p:cNvSpPr>
            <a:spLocks xmlns:a="http://schemas.openxmlformats.org/drawingml/2006/main" noGrp="1"/>
          </p:cNvSpPr>
          <p:nvPr/>
        </p:nvSpPr>
        <p:spPr>
          <a:xfrm xmlns:a="http://schemas.openxmlformats.org/drawingml/2006/main">
            <a:off x="7334250" y="2876550"/>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8575">
            <a:solidFill>
              <a:srgbClr val="2876A8"/>
            </a:solidFill>
          </a:ln>
        </p:spPr>
      </p:sp>
      <p:sp>
        <p:nvSpPr>
          <p:cNvPr id="56" name="">
            <a:extLst xmlns:a="http://schemas.openxmlformats.org/drawingml/2006/main">
              <a:ext uri="{FF2B5EF4-FFF2-40B4-BE49-F238E27FC236}">
                <a16:creationId xmlns:a16="http://schemas.microsoft.com/office/drawing/2014/main" id="{64B3CC25-FA33-4EA1-A4B2-475ECD079B7F}"/>
              </a:ext>
            </a:extLst>
          </p:cNvPr>
          <p:cNvSpPr>
            <a:spLocks xmlns:a="http://schemas.openxmlformats.org/drawingml/2006/main" noGrp="1"/>
          </p:cNvSpPr>
          <p:nvPr/>
        </p:nvSpPr>
        <p:spPr>
          <a:xfrm xmlns:a="http://schemas.openxmlformats.org/drawingml/2006/main">
            <a:off x="7286244" y="287655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57" name="">
            <a:extLst xmlns:a="http://schemas.openxmlformats.org/drawingml/2006/main">
              <a:ext uri="{FF2B5EF4-FFF2-40B4-BE49-F238E27FC236}">
                <a16:creationId xmlns:a16="http://schemas.microsoft.com/office/drawing/2014/main" id="{C2B8E244-C5C1-47DC-BCDA-485144F2A90F}"/>
              </a:ext>
            </a:extLst>
          </p:cNvPr>
          <p:cNvSpPr>
            <a:spLocks xmlns:a="http://schemas.openxmlformats.org/drawingml/2006/main" noGrp="1"/>
          </p:cNvSpPr>
          <p:nvPr/>
        </p:nvSpPr>
        <p:spPr>
          <a:xfrm xmlns:a="http://schemas.openxmlformats.org/drawingml/2006/main">
            <a:off x="6572250" y="2924175"/>
            <a:ext cx="1000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100 N</a:t>
            </a:r>
          </a:p>
        </p:txBody>
      </p:sp>
      <p:sp>
        <p:nvSpPr>
          <p:cNvPr id="58" name="">
            <a:extLst xmlns:a="http://schemas.openxmlformats.org/drawingml/2006/main">
              <a:ext uri="{FF2B5EF4-FFF2-40B4-BE49-F238E27FC236}">
                <a16:creationId xmlns:a16="http://schemas.microsoft.com/office/drawing/2014/main" id="{B03B8F41-707D-48B0-AC7E-3280AFCD377D}"/>
              </a:ext>
            </a:extLst>
          </p:cNvPr>
          <p:cNvSpPr>
            <a:spLocks xmlns:a="http://schemas.openxmlformats.org/drawingml/2006/main" noGrp="1"/>
          </p:cNvSpPr>
          <p:nvPr/>
        </p:nvSpPr>
        <p:spPr>
          <a:xfrm xmlns:a="http://schemas.openxmlformats.org/drawingml/2006/main">
            <a:off x="10287000" y="2667000"/>
            <a:ext cx="9525" cy="733425"/>
          </a:xfrm>
          <a:custGeom xmlns:a="http://schemas.openxmlformats.org/drawingml/2006/main">
            <a:pathLst>
              <a:path w="9525" h="733425">
                <a:moveTo>
                  <a:pt x="0" y="0"/>
                </a:moveTo>
                <a:lnTo>
                  <a:pt x="0" y="733425"/>
                </a:lnTo>
              </a:path>
            </a:pathLst>
          </a:custGeom>
          <a:noFill xmlns:a="http://schemas.openxmlformats.org/drawingml/2006/main"/>
          <a:ln xmlns:a="http://schemas.openxmlformats.org/drawingml/2006/main" w="28575">
            <a:solidFill>
              <a:srgbClr val="7655A5"/>
            </a:solidFill>
          </a:ln>
        </p:spPr>
      </p:sp>
      <p:sp>
        <p:nvSpPr>
          <p:cNvPr id="59" name="">
            <a:extLst xmlns:a="http://schemas.openxmlformats.org/drawingml/2006/main">
              <a:ext uri="{FF2B5EF4-FFF2-40B4-BE49-F238E27FC236}">
                <a16:creationId xmlns:a16="http://schemas.microsoft.com/office/drawing/2014/main" id="{D1193FB7-23EF-46C3-AE91-321EC9D19F3D}"/>
              </a:ext>
            </a:extLst>
          </p:cNvPr>
          <p:cNvSpPr>
            <a:spLocks xmlns:a="http://schemas.openxmlformats.org/drawingml/2006/main" noGrp="1"/>
          </p:cNvSpPr>
          <p:nvPr/>
        </p:nvSpPr>
        <p:spPr>
          <a:xfrm xmlns:a="http://schemas.openxmlformats.org/drawingml/2006/main">
            <a:off x="10238994" y="32861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60" name="">
            <a:extLst xmlns:a="http://schemas.openxmlformats.org/drawingml/2006/main">
              <a:ext uri="{FF2B5EF4-FFF2-40B4-BE49-F238E27FC236}">
                <a16:creationId xmlns:a16="http://schemas.microsoft.com/office/drawing/2014/main" id="{CD0D5988-F1A0-44F0-9CFF-DF8A12096574}"/>
              </a:ext>
            </a:extLst>
          </p:cNvPr>
          <p:cNvSpPr>
            <a:spLocks xmlns:a="http://schemas.openxmlformats.org/drawingml/2006/main" noGrp="1"/>
          </p:cNvSpPr>
          <p:nvPr/>
        </p:nvSpPr>
        <p:spPr>
          <a:xfrm xmlns:a="http://schemas.openxmlformats.org/drawingml/2006/main">
            <a:off x="10401300" y="2952750"/>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buNone/>
              <a:defRPr sz="1875" b="1">
                <a:solidFill>
                  <a:srgbClr val="7655A5"/>
                </a:solidFill>
                <a:latin typeface="Yu Gothic"/>
                <a:ea typeface="Yu Gothic"/>
                <a:cs typeface="Yu Gothic"/>
              </a:defRPr>
            </a:lvl1pPr>
            <a:lvl2pPr>
              <a:buNone/>
              <a:defRPr sz="1875" b="1">
                <a:solidFill>
                  <a:srgbClr val="7655A5"/>
                </a:solidFill>
                <a:latin typeface="Yu Gothic"/>
                <a:ea typeface="Yu Gothic"/>
                <a:cs typeface="Yu Gothic"/>
              </a:defRPr>
            </a:lvl2pPr>
            <a:lvl3pPr>
              <a:buNone/>
              <a:defRPr sz="1875" b="1">
                <a:solidFill>
                  <a:srgbClr val="7655A5"/>
                </a:solidFill>
                <a:latin typeface="Yu Gothic"/>
                <a:ea typeface="Yu Gothic"/>
                <a:cs typeface="Yu Gothic"/>
              </a:defRPr>
            </a:lvl3pPr>
            <a:lvl4pPr>
              <a:buNone/>
              <a:defRPr sz="1875" b="1">
                <a:solidFill>
                  <a:srgbClr val="7655A5"/>
                </a:solidFill>
                <a:latin typeface="Yu Gothic"/>
                <a:ea typeface="Yu Gothic"/>
                <a:cs typeface="Yu Gothic"/>
              </a:defRPr>
            </a:lvl4pPr>
            <a:lvl5pPr>
              <a:buNone/>
              <a:defRPr sz="1875" b="1">
                <a:solidFill>
                  <a:srgbClr val="7655A5"/>
                </a:solidFill>
                <a:latin typeface="Yu Gothic"/>
                <a:ea typeface="Yu Gothic"/>
                <a:cs typeface="Yu Gothic"/>
              </a:defRPr>
            </a:lvl5pPr>
            <a:lvl6pPr>
              <a:buNone/>
              <a:defRPr sz="1875" b="1">
                <a:solidFill>
                  <a:srgbClr val="7655A5"/>
                </a:solidFill>
                <a:latin typeface="Yu Gothic"/>
                <a:ea typeface="Yu Gothic"/>
                <a:cs typeface="Yu Gothic"/>
              </a:defRPr>
            </a:lvl6pPr>
            <a:lvl7pPr>
              <a:buNone/>
              <a:defRPr sz="1875" b="1">
                <a:solidFill>
                  <a:srgbClr val="7655A5"/>
                </a:solidFill>
                <a:latin typeface="Yu Gothic"/>
                <a:ea typeface="Yu Gothic"/>
                <a:cs typeface="Yu Gothic"/>
              </a:defRPr>
            </a:lvl7pPr>
            <a:lvl8pPr>
              <a:buNone/>
              <a:defRPr sz="1875" b="1">
                <a:solidFill>
                  <a:srgbClr val="7655A5"/>
                </a:solidFill>
                <a:latin typeface="Yu Gothic"/>
                <a:ea typeface="Yu Gothic"/>
                <a:cs typeface="Yu Gothic"/>
              </a:defRPr>
            </a:lvl8pPr>
            <a:lvl9pPr>
              <a:buNone/>
              <a:defRPr sz="1875" b="1">
                <a:solidFill>
                  <a:srgbClr val="7655A5"/>
                </a:solidFill>
                <a:latin typeface="Yu Gothic"/>
                <a:ea typeface="Yu Gothic"/>
                <a:cs typeface="Yu Gothic"/>
              </a:defRPr>
            </a:lvl9pPr>
          </a:lstStyle>
          <a:p xmlns:a="http://schemas.openxmlformats.org/drawingml/2006/main">
            <a:pPr>
              <a:buNone/>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61" name="">
            <a:extLst xmlns:a="http://schemas.openxmlformats.org/drawingml/2006/main">
              <a:ext uri="{FF2B5EF4-FFF2-40B4-BE49-F238E27FC236}">
                <a16:creationId xmlns:a16="http://schemas.microsoft.com/office/drawing/2014/main" id="{A1C5213D-F281-4D60-B261-AA0B7E5488AB}"/>
              </a:ext>
            </a:extLst>
          </p:cNvPr>
          <p:cNvSpPr>
            <a:spLocks xmlns:a="http://schemas.openxmlformats.org/drawingml/2006/main" noGrp="1"/>
          </p:cNvSpPr>
          <p:nvPr/>
        </p:nvSpPr>
        <p:spPr>
          <a:xfrm xmlns:a="http://schemas.openxmlformats.org/drawingml/2006/main">
            <a:off x="8515350" y="2047875"/>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C4483C"/>
            </a:solidFill>
          </a:ln>
        </p:spPr>
      </p:sp>
      <p:sp>
        <p:nvSpPr>
          <p:cNvPr id="62" name="">
            <a:extLst xmlns:a="http://schemas.openxmlformats.org/drawingml/2006/main">
              <a:ext uri="{FF2B5EF4-FFF2-40B4-BE49-F238E27FC236}">
                <a16:creationId xmlns:a16="http://schemas.microsoft.com/office/drawing/2014/main" id="{3DA72BF7-C910-4F02-90E2-F7EF7E3E9E41}"/>
              </a:ext>
            </a:extLst>
          </p:cNvPr>
          <p:cNvSpPr>
            <a:spLocks xmlns:a="http://schemas.openxmlformats.org/drawingml/2006/main" noGrp="1"/>
          </p:cNvSpPr>
          <p:nvPr/>
        </p:nvSpPr>
        <p:spPr>
          <a:xfrm xmlns:a="http://schemas.openxmlformats.org/drawingml/2006/main">
            <a:off x="8467344" y="25241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3" name="">
            <a:extLst xmlns:a="http://schemas.openxmlformats.org/drawingml/2006/main">
              <a:ext uri="{FF2B5EF4-FFF2-40B4-BE49-F238E27FC236}">
                <a16:creationId xmlns:a16="http://schemas.microsoft.com/office/drawing/2014/main" id="{94B19F4F-9712-4739-975F-B097BECEE571}"/>
              </a:ext>
            </a:extLst>
          </p:cNvPr>
          <p:cNvSpPr>
            <a:spLocks xmlns:a="http://schemas.openxmlformats.org/drawingml/2006/main" noGrp="1"/>
          </p:cNvSpPr>
          <p:nvPr/>
        </p:nvSpPr>
        <p:spPr>
          <a:xfrm xmlns:a="http://schemas.openxmlformats.org/drawingml/2006/main">
            <a:off x="10287000" y="238125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0FDEF877-D3B9-4064-9ADD-758EB0259DEC}"/>
              </a:ext>
            </a:extLst>
          </p:cNvPr>
          <p:cNvSpPr>
            <a:spLocks xmlns:a="http://schemas.openxmlformats.org/drawingml/2006/main" noGrp="1"/>
          </p:cNvSpPr>
          <p:nvPr/>
        </p:nvSpPr>
        <p:spPr>
          <a:xfrm xmlns:a="http://schemas.openxmlformats.org/drawingml/2006/main">
            <a:off x="10287000" y="250084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303FBD86-535B-4B46-93C8-72FFC6DE881D}"/>
              </a:ext>
            </a:extLst>
          </p:cNvPr>
          <p:cNvSpPr>
            <a:spLocks xmlns:a="http://schemas.openxmlformats.org/drawingml/2006/main" noGrp="1"/>
          </p:cNvSpPr>
          <p:nvPr/>
        </p:nvSpPr>
        <p:spPr>
          <a:xfrm xmlns:a="http://schemas.openxmlformats.org/drawingml/2006/main">
            <a:off x="10287000" y="262043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BA7B64AD-4136-470B-9D30-713742F5728D}"/>
              </a:ext>
            </a:extLst>
          </p:cNvPr>
          <p:cNvSpPr>
            <a:spLocks xmlns:a="http://schemas.openxmlformats.org/drawingml/2006/main" noGrp="1"/>
          </p:cNvSpPr>
          <p:nvPr/>
        </p:nvSpPr>
        <p:spPr>
          <a:xfrm xmlns:a="http://schemas.openxmlformats.org/drawingml/2006/main">
            <a:off x="10287000" y="274002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BE2E2F8F-ABD8-42D3-8615-06389C133E5A}"/>
              </a:ext>
            </a:extLst>
          </p:cNvPr>
          <p:cNvSpPr>
            <a:spLocks xmlns:a="http://schemas.openxmlformats.org/drawingml/2006/main" noGrp="1"/>
          </p:cNvSpPr>
          <p:nvPr/>
        </p:nvSpPr>
        <p:spPr>
          <a:xfrm xmlns:a="http://schemas.openxmlformats.org/drawingml/2006/main">
            <a:off x="10287000" y="285961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633DD5E1-EB2A-46E6-BE1B-F1A9C92E3B0B}"/>
              </a:ext>
            </a:extLst>
          </p:cNvPr>
          <p:cNvSpPr>
            <a:spLocks xmlns:a="http://schemas.openxmlformats.org/drawingml/2006/main" noGrp="1"/>
          </p:cNvSpPr>
          <p:nvPr/>
        </p:nvSpPr>
        <p:spPr>
          <a:xfrm xmlns:a="http://schemas.openxmlformats.org/drawingml/2006/main">
            <a:off x="10287000" y="297920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9" name="">
            <a:extLst xmlns:a="http://schemas.openxmlformats.org/drawingml/2006/main">
              <a:ext uri="{FF2B5EF4-FFF2-40B4-BE49-F238E27FC236}">
                <a16:creationId xmlns:a16="http://schemas.microsoft.com/office/drawing/2014/main" id="{7D53D457-D1FF-4483-A53D-C2092894D0BC}"/>
              </a:ext>
            </a:extLst>
          </p:cNvPr>
          <p:cNvSpPr>
            <a:spLocks xmlns:a="http://schemas.openxmlformats.org/drawingml/2006/main" noGrp="1"/>
          </p:cNvSpPr>
          <p:nvPr/>
        </p:nvSpPr>
        <p:spPr>
          <a:xfrm xmlns:a="http://schemas.openxmlformats.org/drawingml/2006/main">
            <a:off x="10287000" y="309880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70" name="">
            <a:extLst xmlns:a="http://schemas.openxmlformats.org/drawingml/2006/main">
              <a:ext uri="{FF2B5EF4-FFF2-40B4-BE49-F238E27FC236}">
                <a16:creationId xmlns:a16="http://schemas.microsoft.com/office/drawing/2014/main" id="{BBAB6843-F96F-45ED-8687-57B527FF6080}"/>
              </a:ext>
            </a:extLst>
          </p:cNvPr>
          <p:cNvSpPr>
            <a:spLocks xmlns:a="http://schemas.openxmlformats.org/drawingml/2006/main" noGrp="1"/>
          </p:cNvSpPr>
          <p:nvPr/>
        </p:nvSpPr>
        <p:spPr>
          <a:xfrm xmlns:a="http://schemas.openxmlformats.org/drawingml/2006/main">
            <a:off x="10287000" y="321839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71" name="">
            <a:extLst xmlns:a="http://schemas.openxmlformats.org/drawingml/2006/main">
              <a:ext uri="{FF2B5EF4-FFF2-40B4-BE49-F238E27FC236}">
                <a16:creationId xmlns:a16="http://schemas.microsoft.com/office/drawing/2014/main" id="{A1A78CBE-4FF5-49CC-86F4-8386BB809BBE}"/>
              </a:ext>
            </a:extLst>
          </p:cNvPr>
          <p:cNvSpPr>
            <a:spLocks xmlns:a="http://schemas.openxmlformats.org/drawingml/2006/main" noGrp="1"/>
          </p:cNvSpPr>
          <p:nvPr/>
        </p:nvSpPr>
        <p:spPr>
          <a:xfrm xmlns:a="http://schemas.openxmlformats.org/drawingml/2006/main">
            <a:off x="10287000" y="333798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72" name="">
            <a:extLst xmlns:a="http://schemas.openxmlformats.org/drawingml/2006/main">
              <a:ext uri="{FF2B5EF4-FFF2-40B4-BE49-F238E27FC236}">
                <a16:creationId xmlns:a16="http://schemas.microsoft.com/office/drawing/2014/main" id="{AB67F6C5-2706-4E90-AFB7-9FFB6D850E7E}"/>
              </a:ext>
            </a:extLst>
          </p:cNvPr>
          <p:cNvSpPr>
            <a:spLocks xmlns:a="http://schemas.openxmlformats.org/drawingml/2006/main" noGrp="1"/>
          </p:cNvSpPr>
          <p:nvPr/>
        </p:nvSpPr>
        <p:spPr>
          <a:xfrm xmlns:a="http://schemas.openxmlformats.org/drawingml/2006/main">
            <a:off x="8715375" y="2095500"/>
            <a:ext cx="161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buNone/>
              <a:defRPr sz="1875" b="1">
                <a:solidFill>
                  <a:srgbClr val="C4483C"/>
                </a:solidFill>
                <a:latin typeface="Yu Gothic"/>
                <a:ea typeface="Yu Gothic"/>
                <a:cs typeface="Yu Gothic"/>
              </a:defRPr>
            </a:lvl1pPr>
            <a:lvl2pPr>
              <a:buNone/>
              <a:defRPr sz="1875" b="1">
                <a:solidFill>
                  <a:srgbClr val="C4483C"/>
                </a:solidFill>
                <a:latin typeface="Yu Gothic"/>
                <a:ea typeface="Yu Gothic"/>
                <a:cs typeface="Yu Gothic"/>
              </a:defRPr>
            </a:lvl2pPr>
            <a:lvl3pPr>
              <a:buNone/>
              <a:defRPr sz="1875" b="1">
                <a:solidFill>
                  <a:srgbClr val="C4483C"/>
                </a:solidFill>
                <a:latin typeface="Yu Gothic"/>
                <a:ea typeface="Yu Gothic"/>
                <a:cs typeface="Yu Gothic"/>
              </a:defRPr>
            </a:lvl3pPr>
            <a:lvl4pPr>
              <a:buNone/>
              <a:defRPr sz="1875" b="1">
                <a:solidFill>
                  <a:srgbClr val="C4483C"/>
                </a:solidFill>
                <a:latin typeface="Yu Gothic"/>
                <a:ea typeface="Yu Gothic"/>
                <a:cs typeface="Yu Gothic"/>
              </a:defRPr>
            </a:lvl4pPr>
            <a:lvl5pPr>
              <a:buNone/>
              <a:defRPr sz="1875" b="1">
                <a:solidFill>
                  <a:srgbClr val="C4483C"/>
                </a:solidFill>
                <a:latin typeface="Yu Gothic"/>
                <a:ea typeface="Yu Gothic"/>
                <a:cs typeface="Yu Gothic"/>
              </a:defRPr>
            </a:lvl5pPr>
            <a:lvl6pPr>
              <a:buNone/>
              <a:defRPr sz="1875" b="1">
                <a:solidFill>
                  <a:srgbClr val="C4483C"/>
                </a:solidFill>
                <a:latin typeface="Yu Gothic"/>
                <a:ea typeface="Yu Gothic"/>
                <a:cs typeface="Yu Gothic"/>
              </a:defRPr>
            </a:lvl6pPr>
            <a:lvl7pPr>
              <a:buNone/>
              <a:defRPr sz="1875" b="1">
                <a:solidFill>
                  <a:srgbClr val="C4483C"/>
                </a:solidFill>
                <a:latin typeface="Yu Gothic"/>
                <a:ea typeface="Yu Gothic"/>
                <a:cs typeface="Yu Gothic"/>
              </a:defRPr>
            </a:lvl7pPr>
            <a:lvl8pPr>
              <a:buNone/>
              <a:defRPr sz="1875" b="1">
                <a:solidFill>
                  <a:srgbClr val="C4483C"/>
                </a:solidFill>
                <a:latin typeface="Yu Gothic"/>
                <a:ea typeface="Yu Gothic"/>
                <a:cs typeface="Yu Gothic"/>
              </a:defRPr>
            </a:lvl8pPr>
            <a:lvl9pPr>
              <a:buNone/>
              <a:defRPr sz="1875" b="1">
                <a:solidFill>
                  <a:srgbClr val="C4483C"/>
                </a:solidFill>
                <a:latin typeface="Yu Gothic"/>
                <a:ea typeface="Yu Gothic"/>
                <a:cs typeface="Yu Gothic"/>
              </a:defRPr>
            </a:lvl9pPr>
          </a:lstStyle>
          <a:p xmlns:a="http://schemas.openxmlformats.org/drawingml/2006/main">
            <a:pPr>
              <a:buNone/>
              <a:defRPr sz="1875" b="1">
                <a:solidFill>
                  <a:srgbClr val="C4483C"/>
                </a:solidFill>
                <a:latin typeface="Yu Gothic"/>
                <a:ea typeface="Yu Gothic"/>
                <a:cs typeface="Yu Gothic"/>
              </a:defRPr>
            </a:pPr>
            <a:r>
              <a:rPr sz="1875" b="1">
                <a:solidFill>
                  <a:srgbClr val="C4483C"/>
                </a:solidFill>
                <a:latin typeface="Yu Gothic"/>
                <a:ea typeface="Yu Gothic"/>
                <a:cs typeface="Yu Gothic"/>
              </a:rPr>
              <a:t>200 N</a:t>
            </a:r>
          </a:p>
        </p:txBody>
      </p:sp>
      <p:sp>
        <p:nvSpPr>
          <p:cNvPr id="73" name="">
            <a:extLst xmlns:a="http://schemas.openxmlformats.org/drawingml/2006/main">
              <a:ext uri="{FF2B5EF4-FFF2-40B4-BE49-F238E27FC236}">
                <a16:creationId xmlns:a16="http://schemas.microsoft.com/office/drawing/2014/main" id="{7F1CA8FB-4E60-4020-825B-F087D5EB2694}"/>
              </a:ext>
            </a:extLst>
          </p:cNvPr>
          <p:cNvSpPr>
            <a:spLocks xmlns:a="http://schemas.openxmlformats.org/drawingml/2006/main" noGrp="1"/>
          </p:cNvSpPr>
          <p:nvPr/>
        </p:nvSpPr>
        <p:spPr>
          <a:xfrm xmlns:a="http://schemas.openxmlformats.org/drawingml/2006/main">
            <a:off x="809625" y="3143250"/>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100 − V = 0   V = ＋100 N</a:t>
            </a:r>
          </a:p>
        </p:txBody>
      </p:sp>
      <p:sp>
        <p:nvSpPr>
          <p:cNvPr id="74" name="">
            <a:extLst xmlns:a="http://schemas.openxmlformats.org/drawingml/2006/main">
              <a:ext uri="{FF2B5EF4-FFF2-40B4-BE49-F238E27FC236}">
                <a16:creationId xmlns:a16="http://schemas.microsoft.com/office/drawing/2014/main" id="{F8840B7F-2BE9-4D20-AFF2-707A72829B3B}"/>
              </a:ext>
            </a:extLst>
          </p:cNvPr>
          <p:cNvSpPr>
            <a:spLocks xmlns:a="http://schemas.openxmlformats.org/drawingml/2006/main" noGrp="1"/>
          </p:cNvSpPr>
          <p:nvPr/>
        </p:nvSpPr>
        <p:spPr>
          <a:xfrm xmlns:a="http://schemas.openxmlformats.org/drawingml/2006/main">
            <a:off x="6762750" y="347662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100 − 200 − V = 0</a:t>
            </a:r>
          </a:p>
        </p:txBody>
      </p:sp>
      <p:sp>
        <p:nvSpPr>
          <p:cNvPr id="75" name="">
            <a:extLst xmlns:a="http://schemas.openxmlformats.org/drawingml/2006/main">
              <a:ext uri="{FF2B5EF4-FFF2-40B4-BE49-F238E27FC236}">
                <a16:creationId xmlns:a16="http://schemas.microsoft.com/office/drawing/2014/main" id="{A2B7E8A7-3CB6-4387-A437-ED49B648D9A8}"/>
              </a:ext>
            </a:extLst>
          </p:cNvPr>
          <p:cNvSpPr>
            <a:spLocks xmlns:a="http://schemas.openxmlformats.org/drawingml/2006/main" noGrp="1"/>
          </p:cNvSpPr>
          <p:nvPr/>
        </p:nvSpPr>
        <p:spPr>
          <a:xfrm xmlns:a="http://schemas.openxmlformats.org/drawingml/2006/main">
            <a:off x="9715500" y="3476625"/>
            <a:ext cx="190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7655A5"/>
                </a:solidFill>
                <a:latin typeface="Yu Gothic"/>
                <a:ea typeface="Yu Gothic"/>
                <a:cs typeface="Yu Gothic"/>
              </a:defRPr>
            </a:defPPr>
            <a:lvl1pPr>
              <a:buNone/>
              <a:defRPr sz="1950" b="1">
                <a:solidFill>
                  <a:srgbClr val="7655A5"/>
                </a:solidFill>
                <a:latin typeface="Yu Gothic"/>
                <a:ea typeface="Yu Gothic"/>
                <a:cs typeface="Yu Gothic"/>
              </a:defRPr>
            </a:lvl1pPr>
            <a:lvl2pPr>
              <a:buNone/>
              <a:defRPr sz="1950" b="1">
                <a:solidFill>
                  <a:srgbClr val="7655A5"/>
                </a:solidFill>
                <a:latin typeface="Yu Gothic"/>
                <a:ea typeface="Yu Gothic"/>
                <a:cs typeface="Yu Gothic"/>
              </a:defRPr>
            </a:lvl2pPr>
            <a:lvl3pPr>
              <a:buNone/>
              <a:defRPr sz="1950" b="1">
                <a:solidFill>
                  <a:srgbClr val="7655A5"/>
                </a:solidFill>
                <a:latin typeface="Yu Gothic"/>
                <a:ea typeface="Yu Gothic"/>
                <a:cs typeface="Yu Gothic"/>
              </a:defRPr>
            </a:lvl3pPr>
            <a:lvl4pPr>
              <a:buNone/>
              <a:defRPr sz="1950" b="1">
                <a:solidFill>
                  <a:srgbClr val="7655A5"/>
                </a:solidFill>
                <a:latin typeface="Yu Gothic"/>
                <a:ea typeface="Yu Gothic"/>
                <a:cs typeface="Yu Gothic"/>
              </a:defRPr>
            </a:lvl4pPr>
            <a:lvl5pPr>
              <a:buNone/>
              <a:defRPr sz="1950" b="1">
                <a:solidFill>
                  <a:srgbClr val="7655A5"/>
                </a:solidFill>
                <a:latin typeface="Yu Gothic"/>
                <a:ea typeface="Yu Gothic"/>
                <a:cs typeface="Yu Gothic"/>
              </a:defRPr>
            </a:lvl5pPr>
            <a:lvl6pPr>
              <a:buNone/>
              <a:defRPr sz="1950" b="1">
                <a:solidFill>
                  <a:srgbClr val="7655A5"/>
                </a:solidFill>
                <a:latin typeface="Yu Gothic"/>
                <a:ea typeface="Yu Gothic"/>
                <a:cs typeface="Yu Gothic"/>
              </a:defRPr>
            </a:lvl6pPr>
            <a:lvl7pPr>
              <a:buNone/>
              <a:defRPr sz="1950" b="1">
                <a:solidFill>
                  <a:srgbClr val="7655A5"/>
                </a:solidFill>
                <a:latin typeface="Yu Gothic"/>
                <a:ea typeface="Yu Gothic"/>
                <a:cs typeface="Yu Gothic"/>
              </a:defRPr>
            </a:lvl7pPr>
            <a:lvl8pPr>
              <a:buNone/>
              <a:defRPr sz="1950" b="1">
                <a:solidFill>
                  <a:srgbClr val="7655A5"/>
                </a:solidFill>
                <a:latin typeface="Yu Gothic"/>
                <a:ea typeface="Yu Gothic"/>
                <a:cs typeface="Yu Gothic"/>
              </a:defRPr>
            </a:lvl8pPr>
            <a:lvl9pPr>
              <a:buNone/>
              <a:defRPr sz="1950" b="1">
                <a:solidFill>
                  <a:srgbClr val="7655A5"/>
                </a:solidFill>
                <a:latin typeface="Yu Gothic"/>
                <a:ea typeface="Yu Gothic"/>
                <a:cs typeface="Yu Gothic"/>
              </a:defRPr>
            </a:lvl9pPr>
          </a:lstStyle>
          <a:p xmlns:a="http://schemas.openxmlformats.org/drawingml/2006/main">
            <a:pPr>
              <a:buNone/>
              <a:defRPr sz="1950" b="1">
                <a:solidFill>
                  <a:srgbClr val="7655A5"/>
                </a:solidFill>
                <a:latin typeface="Yu Gothic"/>
                <a:ea typeface="Yu Gothic"/>
                <a:cs typeface="Yu Gothic"/>
              </a:defRPr>
            </a:pPr>
            <a:r>
              <a:rPr sz="1950" b="1">
                <a:solidFill>
                  <a:srgbClr val="7655A5"/>
                </a:solidFill>
                <a:latin typeface="Yu Gothic"/>
                <a:ea typeface="Yu Gothic"/>
                <a:cs typeface="Yu Gothic"/>
              </a:rPr>
              <a:t>V = −100 N</a:t>
            </a:r>
          </a:p>
        </p:txBody>
      </p:sp>
      <p:graphicFrame>
        <p:nvGraphicFramePr>
          <p:cNvPr id="76" name="Chart">
            <a:extLst xmlns:a="http://schemas.openxmlformats.org/drawingml/2006/main">
              <a:ext uri="{FF2B5EF4-FFF2-40B4-BE49-F238E27FC236}">
                <a16:creationId xmlns:a16="http://schemas.microsoft.com/office/drawing/2014/main" id="{1E4B3CEC-68AB-481A-86D1-4250FBD08453}"/>
              </a:ext>
            </a:extLst>
          </p:cNvPr>
          <p:cNvGraphicFramePr/>
          <p:nvPr/>
        </p:nvGraphicFramePr>
        <p:xfrm>
          <a:off xmlns:a="http://schemas.openxmlformats.org/drawingml/2006/main" x="809625" y="3876675"/>
          <a:ext xmlns:a="http://schemas.openxmlformats.org/drawingml/2006/main" cx="10620375" cy="1847850"/>
        </p:xfrm>
        <a:graphic xmlns:a="http://schemas.openxmlformats.org/drawingml/2006/main">
          <a:graphicData uri="http://schemas.openxmlformats.org/drawingml/2006/chart">
            <c:chart xmlns:r="http://schemas.openxmlformats.org/officeDocument/2006/relationships" xmlns:c="http://schemas.openxmlformats.org/drawingml/2006/chart" r:id="Rfff3f9be976a4baa"/>
          </a:graphicData>
        </a:graphic>
      </p:graphicFrame>
      <p:sp>
        <p:nvSpPr>
          <p:cNvPr id="77" name="">
            <a:extLst xmlns:a="http://schemas.openxmlformats.org/drawingml/2006/main">
              <a:ext uri="{FF2B5EF4-FFF2-40B4-BE49-F238E27FC236}">
                <a16:creationId xmlns:a16="http://schemas.microsoft.com/office/drawing/2014/main" id="{A8470B70-D6CF-4A20-96F5-7C78EED5EBE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集中荷重200 Nの位置でVは200 N下がる。荷重点そのものでは左右の値を区別して読む。</a:t>
            </a:r>
          </a:p>
        </p:txBody>
      </p:sp>
    </p:spTree>
    <p:extLst>
      <p:ext uri="{BB962C8B-B14F-4D97-AF65-F5344CB8AC3E}">
        <p14:creationId xmlns:p14="http://schemas.microsoft.com/office/powerpoint/2010/main" val="86342531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AACC0D6-4ADD-49DD-9364-B241EC51BDA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中央荷重の BMD：切断面まわりで考える</a:t>
            </a:r>
          </a:p>
        </p:txBody>
      </p:sp>
      <p:cxnSp>
        <p:nvCxnSpPr>
          <p:cNvPr id="2" name="">
            <a:extLst xmlns:a="http://schemas.openxmlformats.org/drawingml/2006/main">
              <a:ext uri="{FF2B5EF4-FFF2-40B4-BE49-F238E27FC236}">
                <a16:creationId xmlns:a16="http://schemas.microsoft.com/office/drawing/2014/main" id="{2B56C294-E1DE-47CF-8E3F-09E18B2BCA9D}"/>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EC8020EF-9326-4BB3-A36C-0E3036685D19}"/>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1EAD4C95-2CD3-4B4F-B1B0-1E6EA12DC0EE}"/>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20 / 49</a:t>
            </a:r>
          </a:p>
        </p:txBody>
      </p:sp>
      <p:sp>
        <p:nvSpPr>
          <p:cNvPr id="24" name="">
            <a:extLst xmlns:a="http://schemas.openxmlformats.org/drawingml/2006/main">
              <a:ext uri="{FF2B5EF4-FFF2-40B4-BE49-F238E27FC236}">
                <a16:creationId xmlns:a16="http://schemas.microsoft.com/office/drawing/2014/main" id="{C5D24C54-5C38-4526-A915-987C90387A15}"/>
              </a:ext>
            </a:extLst>
          </p:cNvPr>
          <p:cNvSpPr>
            <a:spLocks xmlns:a="http://schemas.openxmlformats.org/drawingml/2006/main" noGrp="1"/>
          </p:cNvSpPr>
          <p:nvPr/>
        </p:nvSpPr>
        <p:spPr>
          <a:xfrm xmlns:a="http://schemas.openxmlformats.org/drawingml/2006/main">
            <a:off x="809625" y="1476375"/>
            <a:ext cx="5191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荷重より左：0 &lt; x &lt; 0.60</a:t>
            </a:r>
          </a:p>
        </p:txBody>
      </p:sp>
      <p:sp>
        <p:nvSpPr>
          <p:cNvPr id="25" name="">
            <a:extLst xmlns:a="http://schemas.openxmlformats.org/drawingml/2006/main">
              <a:ext uri="{FF2B5EF4-FFF2-40B4-BE49-F238E27FC236}">
                <a16:creationId xmlns:a16="http://schemas.microsoft.com/office/drawing/2014/main" id="{F47545F6-2356-4FC3-8114-98B5AF67DD45}"/>
              </a:ext>
            </a:extLst>
          </p:cNvPr>
          <p:cNvSpPr>
            <a:spLocks xmlns:a="http://schemas.openxmlformats.org/drawingml/2006/main" noGrp="1"/>
          </p:cNvSpPr>
          <p:nvPr/>
        </p:nvSpPr>
        <p:spPr>
          <a:xfrm xmlns:a="http://schemas.openxmlformats.org/drawingml/2006/main">
            <a:off x="6762750" y="1476375"/>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荷重より右：0.60 &lt; x &lt; 1.20</a:t>
            </a:r>
          </a:p>
        </p:txBody>
      </p:sp>
      <p:sp>
        <p:nvSpPr>
          <p:cNvPr id="26" name="">
            <a:extLst xmlns:a="http://schemas.openxmlformats.org/drawingml/2006/main">
              <a:ext uri="{FF2B5EF4-FFF2-40B4-BE49-F238E27FC236}">
                <a16:creationId xmlns:a16="http://schemas.microsoft.com/office/drawing/2014/main" id="{1C1B8DEE-2829-407D-A2AF-3746D41237B6}"/>
              </a:ext>
            </a:extLst>
          </p:cNvPr>
          <p:cNvSpPr>
            <a:spLocks xmlns:a="http://schemas.openxmlformats.org/drawingml/2006/main" noGrp="1"/>
          </p:cNvSpPr>
          <p:nvPr/>
        </p:nvSpPr>
        <p:spPr>
          <a:xfrm xmlns:a="http://schemas.openxmlformats.org/drawingml/2006/main">
            <a:off x="1381125" y="2333625"/>
            <a:ext cx="24765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8E17B425-E8AA-4B60-902F-739F9A7D21DB}"/>
              </a:ext>
            </a:extLst>
          </p:cNvPr>
          <p:cNvSpPr>
            <a:spLocks xmlns:a="http://schemas.openxmlformats.org/drawingml/2006/main" noGrp="1"/>
          </p:cNvSpPr>
          <p:nvPr/>
        </p:nvSpPr>
        <p:spPr>
          <a:xfrm xmlns:a="http://schemas.openxmlformats.org/drawingml/2006/main">
            <a:off x="1381125" y="254317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8575">
            <a:solidFill>
              <a:srgbClr val="2876A8"/>
            </a:solidFill>
          </a:ln>
        </p:spPr>
      </p:sp>
      <p:sp>
        <p:nvSpPr>
          <p:cNvPr id="28" name="">
            <a:extLst xmlns:a="http://schemas.openxmlformats.org/drawingml/2006/main">
              <a:ext uri="{FF2B5EF4-FFF2-40B4-BE49-F238E27FC236}">
                <a16:creationId xmlns:a16="http://schemas.microsoft.com/office/drawing/2014/main" id="{61385A47-1195-4AA5-AD03-853DB5F1D938}"/>
              </a:ext>
            </a:extLst>
          </p:cNvPr>
          <p:cNvSpPr>
            <a:spLocks xmlns:a="http://schemas.openxmlformats.org/drawingml/2006/main" noGrp="1"/>
          </p:cNvSpPr>
          <p:nvPr/>
        </p:nvSpPr>
        <p:spPr>
          <a:xfrm xmlns:a="http://schemas.openxmlformats.org/drawingml/2006/main">
            <a:off x="1333119" y="25431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29" name="">
            <a:extLst xmlns:a="http://schemas.openxmlformats.org/drawingml/2006/main">
              <a:ext uri="{FF2B5EF4-FFF2-40B4-BE49-F238E27FC236}">
                <a16:creationId xmlns:a16="http://schemas.microsoft.com/office/drawing/2014/main" id="{EB1EE821-E528-4EF6-81B6-06BA55036F1E}"/>
              </a:ext>
            </a:extLst>
          </p:cNvPr>
          <p:cNvSpPr>
            <a:spLocks xmlns:a="http://schemas.openxmlformats.org/drawingml/2006/main" noGrp="1"/>
          </p:cNvSpPr>
          <p:nvPr/>
        </p:nvSpPr>
        <p:spPr>
          <a:xfrm xmlns:a="http://schemas.openxmlformats.org/drawingml/2006/main">
            <a:off x="619125" y="2590800"/>
            <a:ext cx="1000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100 N</a:t>
            </a:r>
          </a:p>
        </p:txBody>
      </p:sp>
      <p:sp>
        <p:nvSpPr>
          <p:cNvPr id="30" name="">
            <a:extLst xmlns:a="http://schemas.openxmlformats.org/drawingml/2006/main">
              <a:ext uri="{FF2B5EF4-FFF2-40B4-BE49-F238E27FC236}">
                <a16:creationId xmlns:a16="http://schemas.microsoft.com/office/drawing/2014/main" id="{72FD54FF-58A2-4D58-A363-FE6A840A5126}"/>
              </a:ext>
            </a:extLst>
          </p:cNvPr>
          <p:cNvSpPr>
            <a:spLocks xmlns:a="http://schemas.openxmlformats.org/drawingml/2006/main" noGrp="1"/>
          </p:cNvSpPr>
          <p:nvPr/>
        </p:nvSpPr>
        <p:spPr>
          <a:xfrm xmlns:a="http://schemas.openxmlformats.org/drawingml/2006/main">
            <a:off x="3857625" y="2333625"/>
            <a:ext cx="9525" cy="733425"/>
          </a:xfrm>
          <a:custGeom xmlns:a="http://schemas.openxmlformats.org/drawingml/2006/main">
            <a:pathLst>
              <a:path w="9525" h="733425">
                <a:moveTo>
                  <a:pt x="0" y="0"/>
                </a:moveTo>
                <a:lnTo>
                  <a:pt x="0" y="733425"/>
                </a:lnTo>
              </a:path>
            </a:pathLst>
          </a:custGeom>
          <a:noFill xmlns:a="http://schemas.openxmlformats.org/drawingml/2006/main"/>
          <a:ln xmlns:a="http://schemas.openxmlformats.org/drawingml/2006/main" w="28575">
            <a:solidFill>
              <a:srgbClr val="7655A5"/>
            </a:solidFill>
          </a:ln>
        </p:spPr>
      </p:sp>
      <p:sp>
        <p:nvSpPr>
          <p:cNvPr id="31" name="">
            <a:extLst xmlns:a="http://schemas.openxmlformats.org/drawingml/2006/main">
              <a:ext uri="{FF2B5EF4-FFF2-40B4-BE49-F238E27FC236}">
                <a16:creationId xmlns:a16="http://schemas.microsoft.com/office/drawing/2014/main" id="{FC20C462-EB08-4EE0-AE27-551C2DA63B34}"/>
              </a:ext>
            </a:extLst>
          </p:cNvPr>
          <p:cNvSpPr>
            <a:spLocks xmlns:a="http://schemas.openxmlformats.org/drawingml/2006/main" noGrp="1"/>
          </p:cNvSpPr>
          <p:nvPr/>
        </p:nvSpPr>
        <p:spPr>
          <a:xfrm xmlns:a="http://schemas.openxmlformats.org/drawingml/2006/main">
            <a:off x="3809619" y="29527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32" name="">
            <a:extLst xmlns:a="http://schemas.openxmlformats.org/drawingml/2006/main">
              <a:ext uri="{FF2B5EF4-FFF2-40B4-BE49-F238E27FC236}">
                <a16:creationId xmlns:a16="http://schemas.microsoft.com/office/drawing/2014/main" id="{40EDC384-AFC6-49CF-9DE0-6501988DC383}"/>
              </a:ext>
            </a:extLst>
          </p:cNvPr>
          <p:cNvSpPr>
            <a:spLocks xmlns:a="http://schemas.openxmlformats.org/drawingml/2006/main" noGrp="1"/>
          </p:cNvSpPr>
          <p:nvPr/>
        </p:nvSpPr>
        <p:spPr>
          <a:xfrm xmlns:a="http://schemas.openxmlformats.org/drawingml/2006/main">
            <a:off x="3971925" y="2619375"/>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buNone/>
              <a:defRPr sz="1875" b="1">
                <a:solidFill>
                  <a:srgbClr val="7655A5"/>
                </a:solidFill>
                <a:latin typeface="Yu Gothic"/>
                <a:ea typeface="Yu Gothic"/>
                <a:cs typeface="Yu Gothic"/>
              </a:defRPr>
            </a:lvl1pPr>
            <a:lvl2pPr>
              <a:buNone/>
              <a:defRPr sz="1875" b="1">
                <a:solidFill>
                  <a:srgbClr val="7655A5"/>
                </a:solidFill>
                <a:latin typeface="Yu Gothic"/>
                <a:ea typeface="Yu Gothic"/>
                <a:cs typeface="Yu Gothic"/>
              </a:defRPr>
            </a:lvl2pPr>
            <a:lvl3pPr>
              <a:buNone/>
              <a:defRPr sz="1875" b="1">
                <a:solidFill>
                  <a:srgbClr val="7655A5"/>
                </a:solidFill>
                <a:latin typeface="Yu Gothic"/>
                <a:ea typeface="Yu Gothic"/>
                <a:cs typeface="Yu Gothic"/>
              </a:defRPr>
            </a:lvl3pPr>
            <a:lvl4pPr>
              <a:buNone/>
              <a:defRPr sz="1875" b="1">
                <a:solidFill>
                  <a:srgbClr val="7655A5"/>
                </a:solidFill>
                <a:latin typeface="Yu Gothic"/>
                <a:ea typeface="Yu Gothic"/>
                <a:cs typeface="Yu Gothic"/>
              </a:defRPr>
            </a:lvl4pPr>
            <a:lvl5pPr>
              <a:buNone/>
              <a:defRPr sz="1875" b="1">
                <a:solidFill>
                  <a:srgbClr val="7655A5"/>
                </a:solidFill>
                <a:latin typeface="Yu Gothic"/>
                <a:ea typeface="Yu Gothic"/>
                <a:cs typeface="Yu Gothic"/>
              </a:defRPr>
            </a:lvl5pPr>
            <a:lvl6pPr>
              <a:buNone/>
              <a:defRPr sz="1875" b="1">
                <a:solidFill>
                  <a:srgbClr val="7655A5"/>
                </a:solidFill>
                <a:latin typeface="Yu Gothic"/>
                <a:ea typeface="Yu Gothic"/>
                <a:cs typeface="Yu Gothic"/>
              </a:defRPr>
            </a:lvl6pPr>
            <a:lvl7pPr>
              <a:buNone/>
              <a:defRPr sz="1875" b="1">
                <a:solidFill>
                  <a:srgbClr val="7655A5"/>
                </a:solidFill>
                <a:latin typeface="Yu Gothic"/>
                <a:ea typeface="Yu Gothic"/>
                <a:cs typeface="Yu Gothic"/>
              </a:defRPr>
            </a:lvl7pPr>
            <a:lvl8pPr>
              <a:buNone/>
              <a:defRPr sz="1875" b="1">
                <a:solidFill>
                  <a:srgbClr val="7655A5"/>
                </a:solidFill>
                <a:latin typeface="Yu Gothic"/>
                <a:ea typeface="Yu Gothic"/>
                <a:cs typeface="Yu Gothic"/>
              </a:defRPr>
            </a:lvl8pPr>
            <a:lvl9pPr>
              <a:buNone/>
              <a:defRPr sz="1875" b="1">
                <a:solidFill>
                  <a:srgbClr val="7655A5"/>
                </a:solidFill>
                <a:latin typeface="Yu Gothic"/>
                <a:ea typeface="Yu Gothic"/>
                <a:cs typeface="Yu Gothic"/>
              </a:defRPr>
            </a:lvl9pPr>
          </a:lstStyle>
          <a:p xmlns:a="http://schemas.openxmlformats.org/drawingml/2006/main">
            <a:pPr>
              <a:buNone/>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33" name="">
            <a:extLst xmlns:a="http://schemas.openxmlformats.org/drawingml/2006/main">
              <a:ext uri="{FF2B5EF4-FFF2-40B4-BE49-F238E27FC236}">
                <a16:creationId xmlns:a16="http://schemas.microsoft.com/office/drawing/2014/main" id="{B50527B2-7786-460F-ACFC-191808473683}"/>
              </a:ext>
            </a:extLst>
          </p:cNvPr>
          <p:cNvSpPr>
            <a:spLocks xmlns:a="http://schemas.openxmlformats.org/drawingml/2006/main" noGrp="1"/>
          </p:cNvSpPr>
          <p:nvPr/>
        </p:nvSpPr>
        <p:spPr>
          <a:xfrm xmlns:a="http://schemas.openxmlformats.org/drawingml/2006/main">
            <a:off x="4229691" y="2152798"/>
            <a:ext cx="551822" cy="515295"/>
          </a:xfrm>
          <a:custGeom xmlns:a="http://schemas.openxmlformats.org/drawingml/2006/main">
            <a:pathLst>
              <a:path w="551822" h="515295">
                <a:moveTo>
                  <a:pt x="413746" y="515295"/>
                </a:moveTo>
                <a:lnTo>
                  <a:pt x="447352" y="492440"/>
                </a:lnTo>
                <a:lnTo>
                  <a:pt x="477240" y="464902"/>
                </a:lnTo>
                <a:lnTo>
                  <a:pt x="502765" y="433277"/>
                </a:lnTo>
                <a:lnTo>
                  <a:pt x="523372" y="398248"/>
                </a:lnTo>
                <a:lnTo>
                  <a:pt x="538617" y="360575"/>
                </a:lnTo>
                <a:lnTo>
                  <a:pt x="548169" y="321073"/>
                </a:lnTo>
                <a:lnTo>
                  <a:pt x="551822" y="280597"/>
                </a:lnTo>
                <a:lnTo>
                  <a:pt x="549495" y="240023"/>
                </a:lnTo>
                <a:lnTo>
                  <a:pt x="541241" y="200229"/>
                </a:lnTo>
                <a:lnTo>
                  <a:pt x="527237" y="162077"/>
                </a:lnTo>
                <a:lnTo>
                  <a:pt x="507786" y="126393"/>
                </a:lnTo>
                <a:lnTo>
                  <a:pt x="483311" y="93949"/>
                </a:lnTo>
                <a:lnTo>
                  <a:pt x="454339" y="65448"/>
                </a:lnTo>
                <a:lnTo>
                  <a:pt x="421499" y="41506"/>
                </a:lnTo>
                <a:lnTo>
                  <a:pt x="385502" y="22642"/>
                </a:lnTo>
                <a:lnTo>
                  <a:pt x="347126" y="9264"/>
                </a:lnTo>
                <a:lnTo>
                  <a:pt x="307202" y="1662"/>
                </a:lnTo>
                <a:lnTo>
                  <a:pt x="266596" y="0"/>
                </a:lnTo>
                <a:lnTo>
                  <a:pt x="226185" y="4314"/>
                </a:lnTo>
                <a:lnTo>
                  <a:pt x="186844" y="14511"/>
                </a:lnTo>
                <a:lnTo>
                  <a:pt x="149425" y="30371"/>
                </a:lnTo>
                <a:lnTo>
                  <a:pt x="114739" y="51549"/>
                </a:lnTo>
                <a:lnTo>
                  <a:pt x="83535" y="77587"/>
                </a:lnTo>
                <a:lnTo>
                  <a:pt x="56490" y="107922"/>
                </a:lnTo>
                <a:lnTo>
                  <a:pt x="34188" y="141897"/>
                </a:lnTo>
                <a:lnTo>
                  <a:pt x="17113" y="178777"/>
                </a:lnTo>
                <a:lnTo>
                  <a:pt x="5634" y="217763"/>
                </a:lnTo>
                <a:lnTo>
                  <a:pt x="0" y="258011"/>
                </a:lnTo>
                <a:lnTo>
                  <a:pt x="332" y="298651"/>
                </a:lnTo>
                <a:lnTo>
                  <a:pt x="6624" y="338801"/>
                </a:lnTo>
                <a:lnTo>
                  <a:pt x="18740" y="377594"/>
                </a:lnTo>
                <a:lnTo>
                  <a:pt x="36416" y="414190"/>
                </a:lnTo>
              </a:path>
            </a:pathLst>
          </a:custGeom>
          <a:noFill xmlns:a="http://schemas.openxmlformats.org/drawingml/2006/main"/>
          <a:ln xmlns:a="http://schemas.openxmlformats.org/drawingml/2006/main" w="28575">
            <a:solidFill>
              <a:srgbClr val="2876A8"/>
            </a:solidFill>
          </a:ln>
        </p:spPr>
      </p:sp>
      <p:sp>
        <p:nvSpPr>
          <p:cNvPr id="34" name="">
            <a:extLst xmlns:a="http://schemas.openxmlformats.org/drawingml/2006/main">
              <a:ext uri="{FF2B5EF4-FFF2-40B4-BE49-F238E27FC236}">
                <a16:creationId xmlns:a16="http://schemas.microsoft.com/office/drawing/2014/main" id="{76D7AD28-B18E-45CC-A5E8-18F40D061532}"/>
              </a:ext>
            </a:extLst>
          </p:cNvPr>
          <p:cNvSpPr>
            <a:spLocks xmlns:a="http://schemas.openxmlformats.org/drawingml/2006/main" noGrp="1"/>
          </p:cNvSpPr>
          <p:nvPr/>
        </p:nvSpPr>
        <p:spPr>
          <a:xfrm xmlns:a="http://schemas.openxmlformats.org/drawingml/2006/main">
            <a:off x="4248431" y="2530392"/>
            <a:ext cx="17676" cy="36595"/>
          </a:xfrm>
          <a:custGeom xmlns:a="http://schemas.openxmlformats.org/drawingml/2006/main">
            <a:pathLst>
              <a:path w="17676" h="36595">
                <a:moveTo>
                  <a:pt x="0" y="0"/>
                </a:moveTo>
                <a:lnTo>
                  <a:pt x="17676" y="36595"/>
                </a:lnTo>
              </a:path>
            </a:pathLst>
          </a:custGeom>
          <a:noFill xmlns:a="http://schemas.openxmlformats.org/drawingml/2006/main"/>
          <a:ln xmlns:a="http://schemas.openxmlformats.org/drawingml/2006/main" w="28575">
            <a:solidFill>
              <a:srgbClr val="2876A8"/>
            </a:solidFill>
          </a:ln>
        </p:spPr>
      </p:sp>
      <p:sp>
        <p:nvSpPr>
          <p:cNvPr id="35" name="">
            <a:extLst xmlns:a="http://schemas.openxmlformats.org/drawingml/2006/main">
              <a:ext uri="{FF2B5EF4-FFF2-40B4-BE49-F238E27FC236}">
                <a16:creationId xmlns:a16="http://schemas.microsoft.com/office/drawing/2014/main" id="{72C27D58-41FE-459C-B18A-2A1498BA57C1}"/>
              </a:ext>
            </a:extLst>
          </p:cNvPr>
          <p:cNvSpPr>
            <a:spLocks xmlns:a="http://schemas.openxmlformats.org/drawingml/2006/main" noGrp="1"/>
          </p:cNvSpPr>
          <p:nvPr/>
        </p:nvSpPr>
        <p:spPr>
          <a:xfrm xmlns:a="http://schemas.openxmlformats.org/drawingml/2006/main">
            <a:off x="4188656" y="2463819"/>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36" name="">
            <a:extLst xmlns:a="http://schemas.openxmlformats.org/drawingml/2006/main">
              <a:ext uri="{FF2B5EF4-FFF2-40B4-BE49-F238E27FC236}">
                <a16:creationId xmlns:a16="http://schemas.microsoft.com/office/drawing/2014/main" id="{9FB38CB0-0FAF-4F80-B946-0F19A24F8B7F}"/>
              </a:ext>
            </a:extLst>
          </p:cNvPr>
          <p:cNvSpPr>
            <a:spLocks xmlns:a="http://schemas.openxmlformats.org/drawingml/2006/main" noGrp="1"/>
          </p:cNvSpPr>
          <p:nvPr/>
        </p:nvSpPr>
        <p:spPr>
          <a:xfrm xmlns:a="http://schemas.openxmlformats.org/drawingml/2006/main">
            <a:off x="4848225" y="2238375"/>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M</a:t>
            </a:r>
          </a:p>
        </p:txBody>
      </p:sp>
      <p:sp>
        <p:nvSpPr>
          <p:cNvPr id="37" name="">
            <a:extLst xmlns:a="http://schemas.openxmlformats.org/drawingml/2006/main">
              <a:ext uri="{FF2B5EF4-FFF2-40B4-BE49-F238E27FC236}">
                <a16:creationId xmlns:a16="http://schemas.microsoft.com/office/drawing/2014/main" id="{91341B80-DFA4-4DBB-B35B-6CCD5BF2EFFF}"/>
              </a:ext>
            </a:extLst>
          </p:cNvPr>
          <p:cNvSpPr>
            <a:spLocks xmlns:a="http://schemas.openxmlformats.org/drawingml/2006/main" noGrp="1"/>
          </p:cNvSpPr>
          <p:nvPr/>
        </p:nvSpPr>
        <p:spPr>
          <a:xfrm xmlns:a="http://schemas.openxmlformats.org/drawingml/2006/main">
            <a:off x="3857625" y="204787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38" name="">
            <a:extLst xmlns:a="http://schemas.openxmlformats.org/drawingml/2006/main">
              <a:ext uri="{FF2B5EF4-FFF2-40B4-BE49-F238E27FC236}">
                <a16:creationId xmlns:a16="http://schemas.microsoft.com/office/drawing/2014/main" id="{9E7A8D5F-7D9A-466F-A131-A9E4DA2DB4EB}"/>
              </a:ext>
            </a:extLst>
          </p:cNvPr>
          <p:cNvSpPr>
            <a:spLocks xmlns:a="http://schemas.openxmlformats.org/drawingml/2006/main" noGrp="1"/>
          </p:cNvSpPr>
          <p:nvPr/>
        </p:nvSpPr>
        <p:spPr>
          <a:xfrm xmlns:a="http://schemas.openxmlformats.org/drawingml/2006/main">
            <a:off x="3857625" y="216746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39" name="">
            <a:extLst xmlns:a="http://schemas.openxmlformats.org/drawingml/2006/main">
              <a:ext uri="{FF2B5EF4-FFF2-40B4-BE49-F238E27FC236}">
                <a16:creationId xmlns:a16="http://schemas.microsoft.com/office/drawing/2014/main" id="{7445C2E1-BD92-4ADF-A86D-2A9E92CCD84E}"/>
              </a:ext>
            </a:extLst>
          </p:cNvPr>
          <p:cNvSpPr>
            <a:spLocks xmlns:a="http://schemas.openxmlformats.org/drawingml/2006/main" noGrp="1"/>
          </p:cNvSpPr>
          <p:nvPr/>
        </p:nvSpPr>
        <p:spPr>
          <a:xfrm xmlns:a="http://schemas.openxmlformats.org/drawingml/2006/main">
            <a:off x="3857625" y="228705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0" name="">
            <a:extLst xmlns:a="http://schemas.openxmlformats.org/drawingml/2006/main">
              <a:ext uri="{FF2B5EF4-FFF2-40B4-BE49-F238E27FC236}">
                <a16:creationId xmlns:a16="http://schemas.microsoft.com/office/drawing/2014/main" id="{EEF0C41D-803F-415F-81E6-23F1FFE482A9}"/>
              </a:ext>
            </a:extLst>
          </p:cNvPr>
          <p:cNvSpPr>
            <a:spLocks xmlns:a="http://schemas.openxmlformats.org/drawingml/2006/main" noGrp="1"/>
          </p:cNvSpPr>
          <p:nvPr/>
        </p:nvSpPr>
        <p:spPr>
          <a:xfrm xmlns:a="http://schemas.openxmlformats.org/drawingml/2006/main">
            <a:off x="3857625" y="240665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1" name="">
            <a:extLst xmlns:a="http://schemas.openxmlformats.org/drawingml/2006/main">
              <a:ext uri="{FF2B5EF4-FFF2-40B4-BE49-F238E27FC236}">
                <a16:creationId xmlns:a16="http://schemas.microsoft.com/office/drawing/2014/main" id="{4C2D64E6-69CA-430A-9F65-09F259F0E554}"/>
              </a:ext>
            </a:extLst>
          </p:cNvPr>
          <p:cNvSpPr>
            <a:spLocks xmlns:a="http://schemas.openxmlformats.org/drawingml/2006/main" noGrp="1"/>
          </p:cNvSpPr>
          <p:nvPr/>
        </p:nvSpPr>
        <p:spPr>
          <a:xfrm xmlns:a="http://schemas.openxmlformats.org/drawingml/2006/main">
            <a:off x="3857625" y="252624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2" name="">
            <a:extLst xmlns:a="http://schemas.openxmlformats.org/drawingml/2006/main">
              <a:ext uri="{FF2B5EF4-FFF2-40B4-BE49-F238E27FC236}">
                <a16:creationId xmlns:a16="http://schemas.microsoft.com/office/drawing/2014/main" id="{BD809EF8-DB0F-4F18-B1A2-6933AA3E4451}"/>
              </a:ext>
            </a:extLst>
          </p:cNvPr>
          <p:cNvSpPr>
            <a:spLocks xmlns:a="http://schemas.openxmlformats.org/drawingml/2006/main" noGrp="1"/>
          </p:cNvSpPr>
          <p:nvPr/>
        </p:nvSpPr>
        <p:spPr>
          <a:xfrm xmlns:a="http://schemas.openxmlformats.org/drawingml/2006/main">
            <a:off x="3857625" y="264583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3" name="">
            <a:extLst xmlns:a="http://schemas.openxmlformats.org/drawingml/2006/main">
              <a:ext uri="{FF2B5EF4-FFF2-40B4-BE49-F238E27FC236}">
                <a16:creationId xmlns:a16="http://schemas.microsoft.com/office/drawing/2014/main" id="{5B96D78E-6468-4A3D-B920-C4F8996539A2}"/>
              </a:ext>
            </a:extLst>
          </p:cNvPr>
          <p:cNvSpPr>
            <a:spLocks xmlns:a="http://schemas.openxmlformats.org/drawingml/2006/main" noGrp="1"/>
          </p:cNvSpPr>
          <p:nvPr/>
        </p:nvSpPr>
        <p:spPr>
          <a:xfrm xmlns:a="http://schemas.openxmlformats.org/drawingml/2006/main">
            <a:off x="3857625" y="276542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4" name="">
            <a:extLst xmlns:a="http://schemas.openxmlformats.org/drawingml/2006/main">
              <a:ext uri="{FF2B5EF4-FFF2-40B4-BE49-F238E27FC236}">
                <a16:creationId xmlns:a16="http://schemas.microsoft.com/office/drawing/2014/main" id="{9CD7C07B-DF82-4B9B-AE91-F42260B1A775}"/>
              </a:ext>
            </a:extLst>
          </p:cNvPr>
          <p:cNvSpPr>
            <a:spLocks xmlns:a="http://schemas.openxmlformats.org/drawingml/2006/main" noGrp="1"/>
          </p:cNvSpPr>
          <p:nvPr/>
        </p:nvSpPr>
        <p:spPr>
          <a:xfrm xmlns:a="http://schemas.openxmlformats.org/drawingml/2006/main">
            <a:off x="3857625" y="288501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5" name="">
            <a:extLst xmlns:a="http://schemas.openxmlformats.org/drawingml/2006/main">
              <a:ext uri="{FF2B5EF4-FFF2-40B4-BE49-F238E27FC236}">
                <a16:creationId xmlns:a16="http://schemas.microsoft.com/office/drawing/2014/main" id="{17A973B5-B325-4D90-9A97-EA94F96648CF}"/>
              </a:ext>
            </a:extLst>
          </p:cNvPr>
          <p:cNvSpPr>
            <a:spLocks xmlns:a="http://schemas.openxmlformats.org/drawingml/2006/main" noGrp="1"/>
          </p:cNvSpPr>
          <p:nvPr/>
        </p:nvSpPr>
        <p:spPr>
          <a:xfrm xmlns:a="http://schemas.openxmlformats.org/drawingml/2006/main">
            <a:off x="3857625" y="300460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46" name="">
            <a:extLst xmlns:a="http://schemas.openxmlformats.org/drawingml/2006/main">
              <a:ext uri="{FF2B5EF4-FFF2-40B4-BE49-F238E27FC236}">
                <a16:creationId xmlns:a16="http://schemas.microsoft.com/office/drawing/2014/main" id="{6FD881CF-6199-4F99-A139-0E49AE39D859}"/>
              </a:ext>
            </a:extLst>
          </p:cNvPr>
          <p:cNvSpPr>
            <a:spLocks xmlns:a="http://schemas.openxmlformats.org/drawingml/2006/main" noGrp="1"/>
          </p:cNvSpPr>
          <p:nvPr/>
        </p:nvSpPr>
        <p:spPr>
          <a:xfrm xmlns:a="http://schemas.openxmlformats.org/drawingml/2006/main">
            <a:off x="7334250" y="2619375"/>
            <a:ext cx="23812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47" name="">
            <a:extLst xmlns:a="http://schemas.openxmlformats.org/drawingml/2006/main">
              <a:ext uri="{FF2B5EF4-FFF2-40B4-BE49-F238E27FC236}">
                <a16:creationId xmlns:a16="http://schemas.microsoft.com/office/drawing/2014/main" id="{D207150D-9BB7-4D36-B4E1-51ECBD38BEFA}"/>
              </a:ext>
            </a:extLst>
          </p:cNvPr>
          <p:cNvSpPr>
            <a:spLocks xmlns:a="http://schemas.openxmlformats.org/drawingml/2006/main" noGrp="1"/>
          </p:cNvSpPr>
          <p:nvPr/>
        </p:nvSpPr>
        <p:spPr>
          <a:xfrm xmlns:a="http://schemas.openxmlformats.org/drawingml/2006/main">
            <a:off x="7334250" y="2828925"/>
            <a:ext cx="9525" cy="504825"/>
          </a:xfrm>
          <a:custGeom xmlns:a="http://schemas.openxmlformats.org/drawingml/2006/main">
            <a:pathLst>
              <a:path w="9525" h="504825">
                <a:moveTo>
                  <a:pt x="0" y="504825"/>
                </a:moveTo>
                <a:lnTo>
                  <a:pt x="0" y="0"/>
                </a:lnTo>
              </a:path>
            </a:pathLst>
          </a:custGeom>
          <a:noFill xmlns:a="http://schemas.openxmlformats.org/drawingml/2006/main"/>
          <a:ln xmlns:a="http://schemas.openxmlformats.org/drawingml/2006/main" w="28575">
            <a:solidFill>
              <a:srgbClr val="2876A8"/>
            </a:solidFill>
          </a:ln>
        </p:spPr>
      </p:sp>
      <p:sp>
        <p:nvSpPr>
          <p:cNvPr id="48" name="">
            <a:extLst xmlns:a="http://schemas.openxmlformats.org/drawingml/2006/main">
              <a:ext uri="{FF2B5EF4-FFF2-40B4-BE49-F238E27FC236}">
                <a16:creationId xmlns:a16="http://schemas.microsoft.com/office/drawing/2014/main" id="{328BF73F-DDD0-4BB6-BF10-EE4BA395D4AD}"/>
              </a:ext>
            </a:extLst>
          </p:cNvPr>
          <p:cNvSpPr>
            <a:spLocks xmlns:a="http://schemas.openxmlformats.org/drawingml/2006/main" noGrp="1"/>
          </p:cNvSpPr>
          <p:nvPr/>
        </p:nvSpPr>
        <p:spPr>
          <a:xfrm xmlns:a="http://schemas.openxmlformats.org/drawingml/2006/main">
            <a:off x="7286244" y="28289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2876A8"/>
          </a:solidFill>
          <a:ln xmlns:a="http://schemas.openxmlformats.org/drawingml/2006/main" w="4763">
            <a:solidFill>
              <a:srgbClr val="2876A8"/>
            </a:solidFill>
          </a:ln>
        </p:spPr>
      </p:sp>
      <p:sp>
        <p:nvSpPr>
          <p:cNvPr id="49" name="">
            <a:extLst xmlns:a="http://schemas.openxmlformats.org/drawingml/2006/main">
              <a:ext uri="{FF2B5EF4-FFF2-40B4-BE49-F238E27FC236}">
                <a16:creationId xmlns:a16="http://schemas.microsoft.com/office/drawing/2014/main" id="{4CD72CC6-B343-4641-BB55-0BC1632641A8}"/>
              </a:ext>
            </a:extLst>
          </p:cNvPr>
          <p:cNvSpPr>
            <a:spLocks xmlns:a="http://schemas.openxmlformats.org/drawingml/2006/main" noGrp="1"/>
          </p:cNvSpPr>
          <p:nvPr/>
        </p:nvSpPr>
        <p:spPr>
          <a:xfrm xmlns:a="http://schemas.openxmlformats.org/drawingml/2006/main">
            <a:off x="6572250" y="2876550"/>
            <a:ext cx="1000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2876A8"/>
                </a:solidFill>
                <a:latin typeface="Yu Gothic"/>
                <a:ea typeface="Yu Gothic"/>
                <a:cs typeface="Yu Gothic"/>
              </a:defRPr>
            </a:defPPr>
            <a:lvl1pPr>
              <a:buNone/>
              <a:defRPr sz="1725" b="1">
                <a:solidFill>
                  <a:srgbClr val="2876A8"/>
                </a:solidFill>
                <a:latin typeface="Yu Gothic"/>
                <a:ea typeface="Yu Gothic"/>
                <a:cs typeface="Yu Gothic"/>
              </a:defRPr>
            </a:lvl1pPr>
            <a:lvl2pPr>
              <a:buNone/>
              <a:defRPr sz="1725" b="1">
                <a:solidFill>
                  <a:srgbClr val="2876A8"/>
                </a:solidFill>
                <a:latin typeface="Yu Gothic"/>
                <a:ea typeface="Yu Gothic"/>
                <a:cs typeface="Yu Gothic"/>
              </a:defRPr>
            </a:lvl2pPr>
            <a:lvl3pPr>
              <a:buNone/>
              <a:defRPr sz="1725" b="1">
                <a:solidFill>
                  <a:srgbClr val="2876A8"/>
                </a:solidFill>
                <a:latin typeface="Yu Gothic"/>
                <a:ea typeface="Yu Gothic"/>
                <a:cs typeface="Yu Gothic"/>
              </a:defRPr>
            </a:lvl3pPr>
            <a:lvl4pPr>
              <a:buNone/>
              <a:defRPr sz="1725" b="1">
                <a:solidFill>
                  <a:srgbClr val="2876A8"/>
                </a:solidFill>
                <a:latin typeface="Yu Gothic"/>
                <a:ea typeface="Yu Gothic"/>
                <a:cs typeface="Yu Gothic"/>
              </a:defRPr>
            </a:lvl4pPr>
            <a:lvl5pPr>
              <a:buNone/>
              <a:defRPr sz="1725" b="1">
                <a:solidFill>
                  <a:srgbClr val="2876A8"/>
                </a:solidFill>
                <a:latin typeface="Yu Gothic"/>
                <a:ea typeface="Yu Gothic"/>
                <a:cs typeface="Yu Gothic"/>
              </a:defRPr>
            </a:lvl5pPr>
            <a:lvl6pPr>
              <a:buNone/>
              <a:defRPr sz="1725" b="1">
                <a:solidFill>
                  <a:srgbClr val="2876A8"/>
                </a:solidFill>
                <a:latin typeface="Yu Gothic"/>
                <a:ea typeface="Yu Gothic"/>
                <a:cs typeface="Yu Gothic"/>
              </a:defRPr>
            </a:lvl6pPr>
            <a:lvl7pPr>
              <a:buNone/>
              <a:defRPr sz="1725" b="1">
                <a:solidFill>
                  <a:srgbClr val="2876A8"/>
                </a:solidFill>
                <a:latin typeface="Yu Gothic"/>
                <a:ea typeface="Yu Gothic"/>
                <a:cs typeface="Yu Gothic"/>
              </a:defRPr>
            </a:lvl7pPr>
            <a:lvl8pPr>
              <a:buNone/>
              <a:defRPr sz="1725" b="1">
                <a:solidFill>
                  <a:srgbClr val="2876A8"/>
                </a:solidFill>
                <a:latin typeface="Yu Gothic"/>
                <a:ea typeface="Yu Gothic"/>
                <a:cs typeface="Yu Gothic"/>
              </a:defRPr>
            </a:lvl8pPr>
            <a:lvl9pPr>
              <a:buNone/>
              <a:defRPr sz="1725" b="1">
                <a:solidFill>
                  <a:srgbClr val="2876A8"/>
                </a:solidFill>
                <a:latin typeface="Yu Gothic"/>
                <a:ea typeface="Yu Gothic"/>
                <a:cs typeface="Yu Gothic"/>
              </a:defRPr>
            </a:lvl9pPr>
          </a:lstStyle>
          <a:p xmlns:a="http://schemas.openxmlformats.org/drawingml/2006/main">
            <a:pPr>
              <a:buNone/>
              <a:defRPr sz="1725" b="1">
                <a:solidFill>
                  <a:srgbClr val="2876A8"/>
                </a:solidFill>
                <a:latin typeface="Yu Gothic"/>
                <a:ea typeface="Yu Gothic"/>
                <a:cs typeface="Yu Gothic"/>
              </a:defRPr>
            </a:pPr>
            <a:r>
              <a:rPr sz="1725" b="1">
                <a:solidFill>
                  <a:srgbClr val="2876A8"/>
                </a:solidFill>
                <a:latin typeface="Yu Gothic"/>
                <a:ea typeface="Yu Gothic"/>
                <a:cs typeface="Yu Gothic"/>
              </a:rPr>
              <a:t>100 N</a:t>
            </a:r>
          </a:p>
        </p:txBody>
      </p:sp>
      <p:sp>
        <p:nvSpPr>
          <p:cNvPr id="50" name="">
            <a:extLst xmlns:a="http://schemas.openxmlformats.org/drawingml/2006/main">
              <a:ext uri="{FF2B5EF4-FFF2-40B4-BE49-F238E27FC236}">
                <a16:creationId xmlns:a16="http://schemas.microsoft.com/office/drawing/2014/main" id="{911BE202-79ED-458B-AD3B-A44D3D600204}"/>
              </a:ext>
            </a:extLst>
          </p:cNvPr>
          <p:cNvSpPr>
            <a:spLocks xmlns:a="http://schemas.openxmlformats.org/drawingml/2006/main" noGrp="1"/>
          </p:cNvSpPr>
          <p:nvPr/>
        </p:nvSpPr>
        <p:spPr>
          <a:xfrm xmlns:a="http://schemas.openxmlformats.org/drawingml/2006/main">
            <a:off x="9715500" y="2619375"/>
            <a:ext cx="9525" cy="733425"/>
          </a:xfrm>
          <a:custGeom xmlns:a="http://schemas.openxmlformats.org/drawingml/2006/main">
            <a:pathLst>
              <a:path w="9525" h="733425">
                <a:moveTo>
                  <a:pt x="0" y="0"/>
                </a:moveTo>
                <a:lnTo>
                  <a:pt x="0" y="733425"/>
                </a:lnTo>
              </a:path>
            </a:pathLst>
          </a:custGeom>
          <a:noFill xmlns:a="http://schemas.openxmlformats.org/drawingml/2006/main"/>
          <a:ln xmlns:a="http://schemas.openxmlformats.org/drawingml/2006/main" w="28575">
            <a:solidFill>
              <a:srgbClr val="7655A5"/>
            </a:solidFill>
          </a:ln>
        </p:spPr>
      </p:sp>
      <p:sp>
        <p:nvSpPr>
          <p:cNvPr id="51" name="">
            <a:extLst xmlns:a="http://schemas.openxmlformats.org/drawingml/2006/main">
              <a:ext uri="{FF2B5EF4-FFF2-40B4-BE49-F238E27FC236}">
                <a16:creationId xmlns:a16="http://schemas.microsoft.com/office/drawing/2014/main" id="{77EC0E5D-3CAB-4A37-89F3-48235F256625}"/>
              </a:ext>
            </a:extLst>
          </p:cNvPr>
          <p:cNvSpPr>
            <a:spLocks xmlns:a="http://schemas.openxmlformats.org/drawingml/2006/main" noGrp="1"/>
          </p:cNvSpPr>
          <p:nvPr/>
        </p:nvSpPr>
        <p:spPr>
          <a:xfrm xmlns:a="http://schemas.openxmlformats.org/drawingml/2006/main">
            <a:off x="9667494" y="32385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52" name="">
            <a:extLst xmlns:a="http://schemas.openxmlformats.org/drawingml/2006/main">
              <a:ext uri="{FF2B5EF4-FFF2-40B4-BE49-F238E27FC236}">
                <a16:creationId xmlns:a16="http://schemas.microsoft.com/office/drawing/2014/main" id="{41317991-DEB5-441F-BCA5-73C1D0AA5801}"/>
              </a:ext>
            </a:extLst>
          </p:cNvPr>
          <p:cNvSpPr>
            <a:spLocks xmlns:a="http://schemas.openxmlformats.org/drawingml/2006/main" noGrp="1"/>
          </p:cNvSpPr>
          <p:nvPr/>
        </p:nvSpPr>
        <p:spPr>
          <a:xfrm xmlns:a="http://schemas.openxmlformats.org/drawingml/2006/main">
            <a:off x="9829800" y="2905125"/>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buNone/>
              <a:defRPr sz="1875" b="1">
                <a:solidFill>
                  <a:srgbClr val="7655A5"/>
                </a:solidFill>
                <a:latin typeface="Yu Gothic"/>
                <a:ea typeface="Yu Gothic"/>
                <a:cs typeface="Yu Gothic"/>
              </a:defRPr>
            </a:lvl1pPr>
            <a:lvl2pPr>
              <a:buNone/>
              <a:defRPr sz="1875" b="1">
                <a:solidFill>
                  <a:srgbClr val="7655A5"/>
                </a:solidFill>
                <a:latin typeface="Yu Gothic"/>
                <a:ea typeface="Yu Gothic"/>
                <a:cs typeface="Yu Gothic"/>
              </a:defRPr>
            </a:lvl2pPr>
            <a:lvl3pPr>
              <a:buNone/>
              <a:defRPr sz="1875" b="1">
                <a:solidFill>
                  <a:srgbClr val="7655A5"/>
                </a:solidFill>
                <a:latin typeface="Yu Gothic"/>
                <a:ea typeface="Yu Gothic"/>
                <a:cs typeface="Yu Gothic"/>
              </a:defRPr>
            </a:lvl3pPr>
            <a:lvl4pPr>
              <a:buNone/>
              <a:defRPr sz="1875" b="1">
                <a:solidFill>
                  <a:srgbClr val="7655A5"/>
                </a:solidFill>
                <a:latin typeface="Yu Gothic"/>
                <a:ea typeface="Yu Gothic"/>
                <a:cs typeface="Yu Gothic"/>
              </a:defRPr>
            </a:lvl4pPr>
            <a:lvl5pPr>
              <a:buNone/>
              <a:defRPr sz="1875" b="1">
                <a:solidFill>
                  <a:srgbClr val="7655A5"/>
                </a:solidFill>
                <a:latin typeface="Yu Gothic"/>
                <a:ea typeface="Yu Gothic"/>
                <a:cs typeface="Yu Gothic"/>
              </a:defRPr>
            </a:lvl5pPr>
            <a:lvl6pPr>
              <a:buNone/>
              <a:defRPr sz="1875" b="1">
                <a:solidFill>
                  <a:srgbClr val="7655A5"/>
                </a:solidFill>
                <a:latin typeface="Yu Gothic"/>
                <a:ea typeface="Yu Gothic"/>
                <a:cs typeface="Yu Gothic"/>
              </a:defRPr>
            </a:lvl6pPr>
            <a:lvl7pPr>
              <a:buNone/>
              <a:defRPr sz="1875" b="1">
                <a:solidFill>
                  <a:srgbClr val="7655A5"/>
                </a:solidFill>
                <a:latin typeface="Yu Gothic"/>
                <a:ea typeface="Yu Gothic"/>
                <a:cs typeface="Yu Gothic"/>
              </a:defRPr>
            </a:lvl7pPr>
            <a:lvl8pPr>
              <a:buNone/>
              <a:defRPr sz="1875" b="1">
                <a:solidFill>
                  <a:srgbClr val="7655A5"/>
                </a:solidFill>
                <a:latin typeface="Yu Gothic"/>
                <a:ea typeface="Yu Gothic"/>
                <a:cs typeface="Yu Gothic"/>
              </a:defRPr>
            </a:lvl8pPr>
            <a:lvl9pPr>
              <a:buNone/>
              <a:defRPr sz="1875" b="1">
                <a:solidFill>
                  <a:srgbClr val="7655A5"/>
                </a:solidFill>
                <a:latin typeface="Yu Gothic"/>
                <a:ea typeface="Yu Gothic"/>
                <a:cs typeface="Yu Gothic"/>
              </a:defRPr>
            </a:lvl9pPr>
          </a:lstStyle>
          <a:p xmlns:a="http://schemas.openxmlformats.org/drawingml/2006/main">
            <a:pPr>
              <a:buNone/>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53" name="">
            <a:extLst xmlns:a="http://schemas.openxmlformats.org/drawingml/2006/main">
              <a:ext uri="{FF2B5EF4-FFF2-40B4-BE49-F238E27FC236}">
                <a16:creationId xmlns:a16="http://schemas.microsoft.com/office/drawing/2014/main" id="{963C5E8E-17E6-4FDC-AC23-1675D8C3E56A}"/>
              </a:ext>
            </a:extLst>
          </p:cNvPr>
          <p:cNvSpPr>
            <a:spLocks xmlns:a="http://schemas.openxmlformats.org/drawingml/2006/main" noGrp="1"/>
          </p:cNvSpPr>
          <p:nvPr/>
        </p:nvSpPr>
        <p:spPr>
          <a:xfrm xmlns:a="http://schemas.openxmlformats.org/drawingml/2006/main">
            <a:off x="10087566" y="2438548"/>
            <a:ext cx="551822" cy="515295"/>
          </a:xfrm>
          <a:custGeom xmlns:a="http://schemas.openxmlformats.org/drawingml/2006/main">
            <a:pathLst>
              <a:path w="551822" h="515295">
                <a:moveTo>
                  <a:pt x="413746" y="515295"/>
                </a:moveTo>
                <a:lnTo>
                  <a:pt x="447352" y="492440"/>
                </a:lnTo>
                <a:lnTo>
                  <a:pt x="477240" y="464902"/>
                </a:lnTo>
                <a:lnTo>
                  <a:pt x="502765" y="433277"/>
                </a:lnTo>
                <a:lnTo>
                  <a:pt x="523372" y="398248"/>
                </a:lnTo>
                <a:lnTo>
                  <a:pt x="538617" y="360575"/>
                </a:lnTo>
                <a:lnTo>
                  <a:pt x="548169" y="321073"/>
                </a:lnTo>
                <a:lnTo>
                  <a:pt x="551822" y="280597"/>
                </a:lnTo>
                <a:lnTo>
                  <a:pt x="549495" y="240023"/>
                </a:lnTo>
                <a:lnTo>
                  <a:pt x="541241" y="200229"/>
                </a:lnTo>
                <a:lnTo>
                  <a:pt x="527237" y="162077"/>
                </a:lnTo>
                <a:lnTo>
                  <a:pt x="507786" y="126393"/>
                </a:lnTo>
                <a:lnTo>
                  <a:pt x="483311" y="93949"/>
                </a:lnTo>
                <a:lnTo>
                  <a:pt x="454339" y="65448"/>
                </a:lnTo>
                <a:lnTo>
                  <a:pt x="421499" y="41506"/>
                </a:lnTo>
                <a:lnTo>
                  <a:pt x="385502" y="22642"/>
                </a:lnTo>
                <a:lnTo>
                  <a:pt x="347126" y="9264"/>
                </a:lnTo>
                <a:lnTo>
                  <a:pt x="307202" y="1662"/>
                </a:lnTo>
                <a:lnTo>
                  <a:pt x="266596" y="0"/>
                </a:lnTo>
                <a:lnTo>
                  <a:pt x="226185" y="4314"/>
                </a:lnTo>
                <a:lnTo>
                  <a:pt x="186844" y="14511"/>
                </a:lnTo>
                <a:lnTo>
                  <a:pt x="149425" y="30371"/>
                </a:lnTo>
                <a:lnTo>
                  <a:pt x="114739" y="51549"/>
                </a:lnTo>
                <a:lnTo>
                  <a:pt x="83535" y="77587"/>
                </a:lnTo>
                <a:lnTo>
                  <a:pt x="56490" y="107922"/>
                </a:lnTo>
                <a:lnTo>
                  <a:pt x="34188" y="141897"/>
                </a:lnTo>
                <a:lnTo>
                  <a:pt x="17113" y="178777"/>
                </a:lnTo>
                <a:lnTo>
                  <a:pt x="5634" y="217763"/>
                </a:lnTo>
                <a:lnTo>
                  <a:pt x="0" y="258011"/>
                </a:lnTo>
                <a:lnTo>
                  <a:pt x="332" y="298651"/>
                </a:lnTo>
                <a:lnTo>
                  <a:pt x="6624" y="338801"/>
                </a:lnTo>
                <a:lnTo>
                  <a:pt x="18740" y="377594"/>
                </a:lnTo>
                <a:lnTo>
                  <a:pt x="36416" y="414190"/>
                </a:lnTo>
              </a:path>
            </a:pathLst>
          </a:custGeom>
          <a:noFill xmlns:a="http://schemas.openxmlformats.org/drawingml/2006/main"/>
          <a:ln xmlns:a="http://schemas.openxmlformats.org/drawingml/2006/main" w="28575">
            <a:solidFill>
              <a:srgbClr val="2876A8"/>
            </a:solidFill>
          </a:ln>
        </p:spPr>
      </p:sp>
      <p:sp>
        <p:nvSpPr>
          <p:cNvPr id="54" name="">
            <a:extLst xmlns:a="http://schemas.openxmlformats.org/drawingml/2006/main">
              <a:ext uri="{FF2B5EF4-FFF2-40B4-BE49-F238E27FC236}">
                <a16:creationId xmlns:a16="http://schemas.microsoft.com/office/drawing/2014/main" id="{07C1B1CF-69AF-495D-844A-2ABA291E8708}"/>
              </a:ext>
            </a:extLst>
          </p:cNvPr>
          <p:cNvSpPr>
            <a:spLocks xmlns:a="http://schemas.openxmlformats.org/drawingml/2006/main" noGrp="1"/>
          </p:cNvSpPr>
          <p:nvPr/>
        </p:nvSpPr>
        <p:spPr>
          <a:xfrm xmlns:a="http://schemas.openxmlformats.org/drawingml/2006/main">
            <a:off x="10106306" y="2816142"/>
            <a:ext cx="17676" cy="36595"/>
          </a:xfrm>
          <a:custGeom xmlns:a="http://schemas.openxmlformats.org/drawingml/2006/main">
            <a:pathLst>
              <a:path w="17676" h="36595">
                <a:moveTo>
                  <a:pt x="0" y="0"/>
                </a:moveTo>
                <a:lnTo>
                  <a:pt x="17676" y="36595"/>
                </a:lnTo>
              </a:path>
            </a:pathLst>
          </a:custGeom>
          <a:noFill xmlns:a="http://schemas.openxmlformats.org/drawingml/2006/main"/>
          <a:ln xmlns:a="http://schemas.openxmlformats.org/drawingml/2006/main" w="28575">
            <a:solidFill>
              <a:srgbClr val="2876A8"/>
            </a:solidFill>
          </a:ln>
        </p:spPr>
      </p:sp>
      <p:sp>
        <p:nvSpPr>
          <p:cNvPr id="55" name="">
            <a:extLst xmlns:a="http://schemas.openxmlformats.org/drawingml/2006/main">
              <a:ext uri="{FF2B5EF4-FFF2-40B4-BE49-F238E27FC236}">
                <a16:creationId xmlns:a16="http://schemas.microsoft.com/office/drawing/2014/main" id="{7C991E38-ADDE-48AB-B1ED-FB1274AC9067}"/>
              </a:ext>
            </a:extLst>
          </p:cNvPr>
          <p:cNvSpPr>
            <a:spLocks xmlns:a="http://schemas.openxmlformats.org/drawingml/2006/main" noGrp="1"/>
          </p:cNvSpPr>
          <p:nvPr/>
        </p:nvSpPr>
        <p:spPr>
          <a:xfrm xmlns:a="http://schemas.openxmlformats.org/drawingml/2006/main">
            <a:off x="10046531" y="2749569"/>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56" name="">
            <a:extLst xmlns:a="http://schemas.openxmlformats.org/drawingml/2006/main">
              <a:ext uri="{FF2B5EF4-FFF2-40B4-BE49-F238E27FC236}">
                <a16:creationId xmlns:a16="http://schemas.microsoft.com/office/drawing/2014/main" id="{AC084CDA-860F-404D-A7A4-CF93E6C543A2}"/>
              </a:ext>
            </a:extLst>
          </p:cNvPr>
          <p:cNvSpPr>
            <a:spLocks xmlns:a="http://schemas.openxmlformats.org/drawingml/2006/main" noGrp="1"/>
          </p:cNvSpPr>
          <p:nvPr/>
        </p:nvSpPr>
        <p:spPr>
          <a:xfrm xmlns:a="http://schemas.openxmlformats.org/drawingml/2006/main">
            <a:off x="10706100" y="2524125"/>
            <a:ext cx="381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M</a:t>
            </a:r>
          </a:p>
        </p:txBody>
      </p:sp>
      <p:sp>
        <p:nvSpPr>
          <p:cNvPr id="57" name="">
            <a:extLst xmlns:a="http://schemas.openxmlformats.org/drawingml/2006/main">
              <a:ext uri="{FF2B5EF4-FFF2-40B4-BE49-F238E27FC236}">
                <a16:creationId xmlns:a16="http://schemas.microsoft.com/office/drawing/2014/main" id="{4120D1C6-C1E7-42C8-80EA-85CFD5CD6270}"/>
              </a:ext>
            </a:extLst>
          </p:cNvPr>
          <p:cNvSpPr>
            <a:spLocks xmlns:a="http://schemas.openxmlformats.org/drawingml/2006/main" noGrp="1"/>
          </p:cNvSpPr>
          <p:nvPr/>
        </p:nvSpPr>
        <p:spPr>
          <a:xfrm xmlns:a="http://schemas.openxmlformats.org/drawingml/2006/main">
            <a:off x="8215313" y="2000250"/>
            <a:ext cx="9525" cy="590550"/>
          </a:xfrm>
          <a:custGeom xmlns:a="http://schemas.openxmlformats.org/drawingml/2006/main">
            <a:pathLst>
              <a:path w="9525" h="590550">
                <a:moveTo>
                  <a:pt x="0" y="0"/>
                </a:moveTo>
                <a:lnTo>
                  <a:pt x="0" y="590550"/>
                </a:lnTo>
              </a:path>
            </a:pathLst>
          </a:custGeom>
          <a:noFill xmlns:a="http://schemas.openxmlformats.org/drawingml/2006/main"/>
          <a:ln xmlns:a="http://schemas.openxmlformats.org/drawingml/2006/main" w="28575">
            <a:solidFill>
              <a:srgbClr val="C4483C"/>
            </a:solidFill>
          </a:ln>
        </p:spPr>
      </p:sp>
      <p:sp>
        <p:nvSpPr>
          <p:cNvPr id="58" name="">
            <a:extLst xmlns:a="http://schemas.openxmlformats.org/drawingml/2006/main">
              <a:ext uri="{FF2B5EF4-FFF2-40B4-BE49-F238E27FC236}">
                <a16:creationId xmlns:a16="http://schemas.microsoft.com/office/drawing/2014/main" id="{3BC9C120-2426-446B-9A93-547F848DA7D4}"/>
              </a:ext>
            </a:extLst>
          </p:cNvPr>
          <p:cNvSpPr>
            <a:spLocks xmlns:a="http://schemas.openxmlformats.org/drawingml/2006/main" noGrp="1"/>
          </p:cNvSpPr>
          <p:nvPr/>
        </p:nvSpPr>
        <p:spPr>
          <a:xfrm xmlns:a="http://schemas.openxmlformats.org/drawingml/2006/main">
            <a:off x="8167307" y="24765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9" name="">
            <a:extLst xmlns:a="http://schemas.openxmlformats.org/drawingml/2006/main">
              <a:ext uri="{FF2B5EF4-FFF2-40B4-BE49-F238E27FC236}">
                <a16:creationId xmlns:a16="http://schemas.microsoft.com/office/drawing/2014/main" id="{7410254F-29A8-49D9-B442-2FBD65BD1CAB}"/>
              </a:ext>
            </a:extLst>
          </p:cNvPr>
          <p:cNvSpPr>
            <a:spLocks xmlns:a="http://schemas.openxmlformats.org/drawingml/2006/main" noGrp="1"/>
          </p:cNvSpPr>
          <p:nvPr/>
        </p:nvSpPr>
        <p:spPr>
          <a:xfrm xmlns:a="http://schemas.openxmlformats.org/drawingml/2006/main">
            <a:off x="9715500" y="233362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0" name="">
            <a:extLst xmlns:a="http://schemas.openxmlformats.org/drawingml/2006/main">
              <a:ext uri="{FF2B5EF4-FFF2-40B4-BE49-F238E27FC236}">
                <a16:creationId xmlns:a16="http://schemas.microsoft.com/office/drawing/2014/main" id="{18325BAD-7909-455B-B1A4-F71456CFA956}"/>
              </a:ext>
            </a:extLst>
          </p:cNvPr>
          <p:cNvSpPr>
            <a:spLocks xmlns:a="http://schemas.openxmlformats.org/drawingml/2006/main" noGrp="1"/>
          </p:cNvSpPr>
          <p:nvPr/>
        </p:nvSpPr>
        <p:spPr>
          <a:xfrm xmlns:a="http://schemas.openxmlformats.org/drawingml/2006/main">
            <a:off x="9715500" y="245321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1" name="">
            <a:extLst xmlns:a="http://schemas.openxmlformats.org/drawingml/2006/main">
              <a:ext uri="{FF2B5EF4-FFF2-40B4-BE49-F238E27FC236}">
                <a16:creationId xmlns:a16="http://schemas.microsoft.com/office/drawing/2014/main" id="{1E8D21EE-FD83-4F1F-A5D4-EF9FA8F2C0C9}"/>
              </a:ext>
            </a:extLst>
          </p:cNvPr>
          <p:cNvSpPr>
            <a:spLocks xmlns:a="http://schemas.openxmlformats.org/drawingml/2006/main" noGrp="1"/>
          </p:cNvSpPr>
          <p:nvPr/>
        </p:nvSpPr>
        <p:spPr>
          <a:xfrm xmlns:a="http://schemas.openxmlformats.org/drawingml/2006/main">
            <a:off x="9715500" y="257280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2" name="">
            <a:extLst xmlns:a="http://schemas.openxmlformats.org/drawingml/2006/main">
              <a:ext uri="{FF2B5EF4-FFF2-40B4-BE49-F238E27FC236}">
                <a16:creationId xmlns:a16="http://schemas.microsoft.com/office/drawing/2014/main" id="{DE392770-A75A-4D06-9CB8-FA48D16FA250}"/>
              </a:ext>
            </a:extLst>
          </p:cNvPr>
          <p:cNvSpPr>
            <a:spLocks xmlns:a="http://schemas.openxmlformats.org/drawingml/2006/main" noGrp="1"/>
          </p:cNvSpPr>
          <p:nvPr/>
        </p:nvSpPr>
        <p:spPr>
          <a:xfrm xmlns:a="http://schemas.openxmlformats.org/drawingml/2006/main">
            <a:off x="9715500" y="2692400"/>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3" name="">
            <a:extLst xmlns:a="http://schemas.openxmlformats.org/drawingml/2006/main">
              <a:ext uri="{FF2B5EF4-FFF2-40B4-BE49-F238E27FC236}">
                <a16:creationId xmlns:a16="http://schemas.microsoft.com/office/drawing/2014/main" id="{53B14110-CDD0-49D5-914E-06B3EE58389C}"/>
              </a:ext>
            </a:extLst>
          </p:cNvPr>
          <p:cNvSpPr>
            <a:spLocks xmlns:a="http://schemas.openxmlformats.org/drawingml/2006/main" noGrp="1"/>
          </p:cNvSpPr>
          <p:nvPr/>
        </p:nvSpPr>
        <p:spPr>
          <a:xfrm xmlns:a="http://schemas.openxmlformats.org/drawingml/2006/main">
            <a:off x="9715500" y="2811992"/>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4" name="">
            <a:extLst xmlns:a="http://schemas.openxmlformats.org/drawingml/2006/main">
              <a:ext uri="{FF2B5EF4-FFF2-40B4-BE49-F238E27FC236}">
                <a16:creationId xmlns:a16="http://schemas.microsoft.com/office/drawing/2014/main" id="{F19B8E17-BDF7-4EDF-9970-4BAC0B494723}"/>
              </a:ext>
            </a:extLst>
          </p:cNvPr>
          <p:cNvSpPr>
            <a:spLocks xmlns:a="http://schemas.openxmlformats.org/drawingml/2006/main" noGrp="1"/>
          </p:cNvSpPr>
          <p:nvPr/>
        </p:nvSpPr>
        <p:spPr>
          <a:xfrm xmlns:a="http://schemas.openxmlformats.org/drawingml/2006/main">
            <a:off x="9715500" y="2931583"/>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5" name="">
            <a:extLst xmlns:a="http://schemas.openxmlformats.org/drawingml/2006/main">
              <a:ext uri="{FF2B5EF4-FFF2-40B4-BE49-F238E27FC236}">
                <a16:creationId xmlns:a16="http://schemas.microsoft.com/office/drawing/2014/main" id="{06476BF5-B205-4C42-A096-E87C6D925825}"/>
              </a:ext>
            </a:extLst>
          </p:cNvPr>
          <p:cNvSpPr>
            <a:spLocks xmlns:a="http://schemas.openxmlformats.org/drawingml/2006/main" noGrp="1"/>
          </p:cNvSpPr>
          <p:nvPr/>
        </p:nvSpPr>
        <p:spPr>
          <a:xfrm xmlns:a="http://schemas.openxmlformats.org/drawingml/2006/main">
            <a:off x="9715500" y="3051175"/>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6" name="">
            <a:extLst xmlns:a="http://schemas.openxmlformats.org/drawingml/2006/main">
              <a:ext uri="{FF2B5EF4-FFF2-40B4-BE49-F238E27FC236}">
                <a16:creationId xmlns:a16="http://schemas.microsoft.com/office/drawing/2014/main" id="{70132F70-FDAF-4DEE-9B18-C775EA96FBC8}"/>
              </a:ext>
            </a:extLst>
          </p:cNvPr>
          <p:cNvSpPr>
            <a:spLocks xmlns:a="http://schemas.openxmlformats.org/drawingml/2006/main" noGrp="1"/>
          </p:cNvSpPr>
          <p:nvPr/>
        </p:nvSpPr>
        <p:spPr>
          <a:xfrm xmlns:a="http://schemas.openxmlformats.org/drawingml/2006/main">
            <a:off x="9715500" y="3170767"/>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7" name="">
            <a:extLst xmlns:a="http://schemas.openxmlformats.org/drawingml/2006/main">
              <a:ext uri="{FF2B5EF4-FFF2-40B4-BE49-F238E27FC236}">
                <a16:creationId xmlns:a16="http://schemas.microsoft.com/office/drawing/2014/main" id="{E0330513-FE50-4177-AE9F-8E730DF75EA7}"/>
              </a:ext>
            </a:extLst>
          </p:cNvPr>
          <p:cNvSpPr>
            <a:spLocks xmlns:a="http://schemas.openxmlformats.org/drawingml/2006/main" noGrp="1"/>
          </p:cNvSpPr>
          <p:nvPr/>
        </p:nvSpPr>
        <p:spPr>
          <a:xfrm xmlns:a="http://schemas.openxmlformats.org/drawingml/2006/main">
            <a:off x="9715500" y="3290358"/>
            <a:ext cx="9525" cy="65775"/>
          </a:xfrm>
          <a:custGeom xmlns:a="http://schemas.openxmlformats.org/drawingml/2006/main">
            <a:pathLst>
              <a:path w="9525" h="65775">
                <a:moveTo>
                  <a:pt x="0" y="0"/>
                </a:moveTo>
                <a:lnTo>
                  <a:pt x="0" y="65775"/>
                </a:lnTo>
              </a:path>
            </a:pathLst>
          </a:custGeom>
          <a:noFill xmlns:a="http://schemas.openxmlformats.org/drawingml/2006/main"/>
          <a:ln xmlns:a="http://schemas.openxmlformats.org/drawingml/2006/main" w="11430">
            <a:solidFill>
              <a:srgbClr val="71818B"/>
            </a:solidFill>
          </a:ln>
        </p:spPr>
      </p:sp>
      <p:sp>
        <p:nvSpPr>
          <p:cNvPr id="68" name="">
            <a:extLst xmlns:a="http://schemas.openxmlformats.org/drawingml/2006/main">
              <a:ext uri="{FF2B5EF4-FFF2-40B4-BE49-F238E27FC236}">
                <a16:creationId xmlns:a16="http://schemas.microsoft.com/office/drawing/2014/main" id="{B0B0681C-DA3E-471A-98FB-73EE8CA332C9}"/>
              </a:ext>
            </a:extLst>
          </p:cNvPr>
          <p:cNvSpPr>
            <a:spLocks xmlns:a="http://schemas.openxmlformats.org/drawingml/2006/main" noGrp="1"/>
          </p:cNvSpPr>
          <p:nvPr/>
        </p:nvSpPr>
        <p:spPr>
          <a:xfrm xmlns:a="http://schemas.openxmlformats.org/drawingml/2006/main">
            <a:off x="6810375" y="1952625"/>
            <a:ext cx="1381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C4483C"/>
                </a:solidFill>
                <a:latin typeface="Yu Gothic"/>
                <a:ea typeface="Yu Gothic"/>
                <a:cs typeface="Yu Gothic"/>
              </a:defRPr>
            </a:defPPr>
            <a:lvl1pPr>
              <a:buNone/>
              <a:defRPr sz="1875" b="1">
                <a:solidFill>
                  <a:srgbClr val="C4483C"/>
                </a:solidFill>
                <a:latin typeface="Yu Gothic"/>
                <a:ea typeface="Yu Gothic"/>
                <a:cs typeface="Yu Gothic"/>
              </a:defRPr>
            </a:lvl1pPr>
            <a:lvl2pPr>
              <a:buNone/>
              <a:defRPr sz="1875" b="1">
                <a:solidFill>
                  <a:srgbClr val="C4483C"/>
                </a:solidFill>
                <a:latin typeface="Yu Gothic"/>
                <a:ea typeface="Yu Gothic"/>
                <a:cs typeface="Yu Gothic"/>
              </a:defRPr>
            </a:lvl2pPr>
            <a:lvl3pPr>
              <a:buNone/>
              <a:defRPr sz="1875" b="1">
                <a:solidFill>
                  <a:srgbClr val="C4483C"/>
                </a:solidFill>
                <a:latin typeface="Yu Gothic"/>
                <a:ea typeface="Yu Gothic"/>
                <a:cs typeface="Yu Gothic"/>
              </a:defRPr>
            </a:lvl3pPr>
            <a:lvl4pPr>
              <a:buNone/>
              <a:defRPr sz="1875" b="1">
                <a:solidFill>
                  <a:srgbClr val="C4483C"/>
                </a:solidFill>
                <a:latin typeface="Yu Gothic"/>
                <a:ea typeface="Yu Gothic"/>
                <a:cs typeface="Yu Gothic"/>
              </a:defRPr>
            </a:lvl4pPr>
            <a:lvl5pPr>
              <a:buNone/>
              <a:defRPr sz="1875" b="1">
                <a:solidFill>
                  <a:srgbClr val="C4483C"/>
                </a:solidFill>
                <a:latin typeface="Yu Gothic"/>
                <a:ea typeface="Yu Gothic"/>
                <a:cs typeface="Yu Gothic"/>
              </a:defRPr>
            </a:lvl5pPr>
            <a:lvl6pPr>
              <a:buNone/>
              <a:defRPr sz="1875" b="1">
                <a:solidFill>
                  <a:srgbClr val="C4483C"/>
                </a:solidFill>
                <a:latin typeface="Yu Gothic"/>
                <a:ea typeface="Yu Gothic"/>
                <a:cs typeface="Yu Gothic"/>
              </a:defRPr>
            </a:lvl6pPr>
            <a:lvl7pPr>
              <a:buNone/>
              <a:defRPr sz="1875" b="1">
                <a:solidFill>
                  <a:srgbClr val="C4483C"/>
                </a:solidFill>
                <a:latin typeface="Yu Gothic"/>
                <a:ea typeface="Yu Gothic"/>
                <a:cs typeface="Yu Gothic"/>
              </a:defRPr>
            </a:lvl7pPr>
            <a:lvl8pPr>
              <a:buNone/>
              <a:defRPr sz="1875" b="1">
                <a:solidFill>
                  <a:srgbClr val="C4483C"/>
                </a:solidFill>
                <a:latin typeface="Yu Gothic"/>
                <a:ea typeface="Yu Gothic"/>
                <a:cs typeface="Yu Gothic"/>
              </a:defRPr>
            </a:lvl8pPr>
            <a:lvl9pPr>
              <a:buNone/>
              <a:defRPr sz="1875" b="1">
                <a:solidFill>
                  <a:srgbClr val="C4483C"/>
                </a:solidFill>
                <a:latin typeface="Yu Gothic"/>
                <a:ea typeface="Yu Gothic"/>
                <a:cs typeface="Yu Gothic"/>
              </a:defRPr>
            </a:lvl9pPr>
          </a:lstStyle>
          <a:p xmlns:a="http://schemas.openxmlformats.org/drawingml/2006/main">
            <a:pPr>
              <a:buNone/>
              <a:defRPr sz="1875" b="1">
                <a:solidFill>
                  <a:srgbClr val="C4483C"/>
                </a:solidFill>
                <a:latin typeface="Yu Gothic"/>
                <a:ea typeface="Yu Gothic"/>
                <a:cs typeface="Yu Gothic"/>
              </a:defRPr>
            </a:pPr>
            <a:r>
              <a:rPr sz="1875" b="1">
                <a:solidFill>
                  <a:srgbClr val="C4483C"/>
                </a:solidFill>
                <a:latin typeface="Yu Gothic"/>
                <a:ea typeface="Yu Gothic"/>
                <a:cs typeface="Yu Gothic"/>
              </a:rPr>
              <a:t>200 N</a:t>
            </a:r>
          </a:p>
        </p:txBody>
      </p:sp>
      <p:sp>
        <p:nvSpPr>
          <p:cNvPr id="69" name="">
            <a:extLst xmlns:a="http://schemas.openxmlformats.org/drawingml/2006/main">
              <a:ext uri="{FF2B5EF4-FFF2-40B4-BE49-F238E27FC236}">
                <a16:creationId xmlns:a16="http://schemas.microsoft.com/office/drawing/2014/main" id="{18587BE0-BB16-46B0-AB02-76154D2B8FBB}"/>
              </a:ext>
            </a:extLst>
          </p:cNvPr>
          <p:cNvSpPr>
            <a:spLocks xmlns:a="http://schemas.openxmlformats.org/drawingml/2006/main" noGrp="1"/>
          </p:cNvSpPr>
          <p:nvPr/>
        </p:nvSpPr>
        <p:spPr>
          <a:xfrm xmlns:a="http://schemas.openxmlformats.org/drawingml/2006/main">
            <a:off x="1381125" y="1990725"/>
            <a:ext cx="2476500" cy="9525"/>
          </a:xfrm>
          <a:custGeom xmlns:a="http://schemas.openxmlformats.org/drawingml/2006/main">
            <a:pathLst>
              <a:path w="2476500" h="9525">
                <a:moveTo>
                  <a:pt x="0" y="0"/>
                </a:moveTo>
                <a:lnTo>
                  <a:pt x="2476500"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0563B834-B8EC-4977-9831-35EDE33D3C18}"/>
              </a:ext>
            </a:extLst>
          </p:cNvPr>
          <p:cNvSpPr>
            <a:spLocks xmlns:a="http://schemas.openxmlformats.org/drawingml/2006/main" noGrp="1"/>
          </p:cNvSpPr>
          <p:nvPr/>
        </p:nvSpPr>
        <p:spPr>
          <a:xfrm xmlns:a="http://schemas.openxmlformats.org/drawingml/2006/main">
            <a:off x="3790950" y="196272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1" name="">
            <a:extLst xmlns:a="http://schemas.openxmlformats.org/drawingml/2006/main">
              <a:ext uri="{FF2B5EF4-FFF2-40B4-BE49-F238E27FC236}">
                <a16:creationId xmlns:a16="http://schemas.microsoft.com/office/drawing/2014/main" id="{E0E67F52-7653-4B72-B5BF-1D63C207422C}"/>
              </a:ext>
            </a:extLst>
          </p:cNvPr>
          <p:cNvSpPr>
            <a:spLocks xmlns:a="http://schemas.openxmlformats.org/drawingml/2006/main" noGrp="1"/>
          </p:cNvSpPr>
          <p:nvPr/>
        </p:nvSpPr>
        <p:spPr>
          <a:xfrm xmlns:a="http://schemas.openxmlformats.org/drawingml/2006/main">
            <a:off x="1381125" y="1990725"/>
            <a:ext cx="2476500" cy="9525"/>
          </a:xfrm>
          <a:custGeom xmlns:a="http://schemas.openxmlformats.org/drawingml/2006/main">
            <a:pathLst>
              <a:path w="2476500" h="9525">
                <a:moveTo>
                  <a:pt x="2476500" y="0"/>
                </a:moveTo>
                <a:lnTo>
                  <a:pt x="0" y="0"/>
                </a:lnTo>
              </a:path>
            </a:pathLst>
          </a:custGeom>
          <a:noFill xmlns:a="http://schemas.openxmlformats.org/drawingml/2006/main"/>
          <a:ln xmlns:a="http://schemas.openxmlformats.org/drawingml/2006/main" w="13335">
            <a:solidFill>
              <a:srgbClr val="71818B"/>
            </a:solidFill>
          </a:ln>
        </p:spPr>
      </p:sp>
      <p:sp>
        <p:nvSpPr>
          <p:cNvPr id="72" name="">
            <a:extLst xmlns:a="http://schemas.openxmlformats.org/drawingml/2006/main">
              <a:ext uri="{FF2B5EF4-FFF2-40B4-BE49-F238E27FC236}">
                <a16:creationId xmlns:a16="http://schemas.microsoft.com/office/drawing/2014/main" id="{9664C3AC-002F-40F9-A673-C9E394286D40}"/>
              </a:ext>
            </a:extLst>
          </p:cNvPr>
          <p:cNvSpPr>
            <a:spLocks xmlns:a="http://schemas.openxmlformats.org/drawingml/2006/main" noGrp="1"/>
          </p:cNvSpPr>
          <p:nvPr/>
        </p:nvSpPr>
        <p:spPr>
          <a:xfrm xmlns:a="http://schemas.openxmlformats.org/drawingml/2006/main">
            <a:off x="1381125" y="196272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3" name="">
            <a:extLst xmlns:a="http://schemas.openxmlformats.org/drawingml/2006/main">
              <a:ext uri="{FF2B5EF4-FFF2-40B4-BE49-F238E27FC236}">
                <a16:creationId xmlns:a16="http://schemas.microsoft.com/office/drawing/2014/main" id="{21BA4390-2F6C-4A17-B87C-D1547468045A}"/>
              </a:ext>
            </a:extLst>
          </p:cNvPr>
          <p:cNvSpPr>
            <a:spLocks xmlns:a="http://schemas.openxmlformats.org/drawingml/2006/main" noGrp="1"/>
          </p:cNvSpPr>
          <p:nvPr/>
        </p:nvSpPr>
        <p:spPr>
          <a:xfrm xmlns:a="http://schemas.openxmlformats.org/drawingml/2006/main">
            <a:off x="1381125" y="2038350"/>
            <a:ext cx="247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x</a:t>
            </a:r>
          </a:p>
        </p:txBody>
      </p:sp>
      <p:sp>
        <p:nvSpPr>
          <p:cNvPr id="74" name="">
            <a:extLst xmlns:a="http://schemas.openxmlformats.org/drawingml/2006/main">
              <a:ext uri="{FF2B5EF4-FFF2-40B4-BE49-F238E27FC236}">
                <a16:creationId xmlns:a16="http://schemas.microsoft.com/office/drawing/2014/main" id="{64F7E545-0DFD-4AA4-BEEA-B5BEA2CAD2EA}"/>
              </a:ext>
            </a:extLst>
          </p:cNvPr>
          <p:cNvSpPr>
            <a:spLocks xmlns:a="http://schemas.openxmlformats.org/drawingml/2006/main" noGrp="1"/>
          </p:cNvSpPr>
          <p:nvPr/>
        </p:nvSpPr>
        <p:spPr>
          <a:xfrm xmlns:a="http://schemas.openxmlformats.org/drawingml/2006/main">
            <a:off x="7334250" y="3333750"/>
            <a:ext cx="2381250" cy="9525"/>
          </a:xfrm>
          <a:custGeom xmlns:a="http://schemas.openxmlformats.org/drawingml/2006/main">
            <a:pathLst>
              <a:path w="2381250" h="9525">
                <a:moveTo>
                  <a:pt x="0" y="0"/>
                </a:moveTo>
                <a:lnTo>
                  <a:pt x="2381250" y="0"/>
                </a:lnTo>
              </a:path>
            </a:pathLst>
          </a:custGeom>
          <a:noFill xmlns:a="http://schemas.openxmlformats.org/drawingml/2006/main"/>
          <a:ln xmlns:a="http://schemas.openxmlformats.org/drawingml/2006/main" w="13335">
            <a:solidFill>
              <a:srgbClr val="71818B"/>
            </a:solidFill>
          </a:ln>
        </p:spPr>
      </p:sp>
      <p:sp>
        <p:nvSpPr>
          <p:cNvPr id="75" name="">
            <a:extLst xmlns:a="http://schemas.openxmlformats.org/drawingml/2006/main">
              <a:ext uri="{FF2B5EF4-FFF2-40B4-BE49-F238E27FC236}">
                <a16:creationId xmlns:a16="http://schemas.microsoft.com/office/drawing/2014/main" id="{950A4C89-C902-479D-815B-66BA98080F7F}"/>
              </a:ext>
            </a:extLst>
          </p:cNvPr>
          <p:cNvSpPr>
            <a:spLocks xmlns:a="http://schemas.openxmlformats.org/drawingml/2006/main" noGrp="1"/>
          </p:cNvSpPr>
          <p:nvPr/>
        </p:nvSpPr>
        <p:spPr>
          <a:xfrm xmlns:a="http://schemas.openxmlformats.org/drawingml/2006/main">
            <a:off x="9648825" y="3305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6" name="">
            <a:extLst xmlns:a="http://schemas.openxmlformats.org/drawingml/2006/main">
              <a:ext uri="{FF2B5EF4-FFF2-40B4-BE49-F238E27FC236}">
                <a16:creationId xmlns:a16="http://schemas.microsoft.com/office/drawing/2014/main" id="{05DC9713-04CE-43CC-94C1-9A8C2430CA9E}"/>
              </a:ext>
            </a:extLst>
          </p:cNvPr>
          <p:cNvSpPr>
            <a:spLocks xmlns:a="http://schemas.openxmlformats.org/drawingml/2006/main" noGrp="1"/>
          </p:cNvSpPr>
          <p:nvPr/>
        </p:nvSpPr>
        <p:spPr>
          <a:xfrm xmlns:a="http://schemas.openxmlformats.org/drawingml/2006/main">
            <a:off x="7334250" y="3333750"/>
            <a:ext cx="2381250" cy="9525"/>
          </a:xfrm>
          <a:custGeom xmlns:a="http://schemas.openxmlformats.org/drawingml/2006/main">
            <a:pathLst>
              <a:path w="2381250" h="9525">
                <a:moveTo>
                  <a:pt x="2381250" y="0"/>
                </a:moveTo>
                <a:lnTo>
                  <a:pt x="0" y="0"/>
                </a:lnTo>
              </a:path>
            </a:pathLst>
          </a:custGeom>
          <a:noFill xmlns:a="http://schemas.openxmlformats.org/drawingml/2006/main"/>
          <a:ln xmlns:a="http://schemas.openxmlformats.org/drawingml/2006/main" w="13335">
            <a:solidFill>
              <a:srgbClr val="71818B"/>
            </a:solidFill>
          </a:ln>
        </p:spPr>
      </p:sp>
      <p:sp>
        <p:nvSpPr>
          <p:cNvPr id="77" name="">
            <a:extLst xmlns:a="http://schemas.openxmlformats.org/drawingml/2006/main">
              <a:ext uri="{FF2B5EF4-FFF2-40B4-BE49-F238E27FC236}">
                <a16:creationId xmlns:a16="http://schemas.microsoft.com/office/drawing/2014/main" id="{A128B7CE-F7AB-4CFC-A8F4-4D67A6C6B31F}"/>
              </a:ext>
            </a:extLst>
          </p:cNvPr>
          <p:cNvSpPr>
            <a:spLocks xmlns:a="http://schemas.openxmlformats.org/drawingml/2006/main" noGrp="1"/>
          </p:cNvSpPr>
          <p:nvPr/>
        </p:nvSpPr>
        <p:spPr>
          <a:xfrm xmlns:a="http://schemas.openxmlformats.org/drawingml/2006/main">
            <a:off x="7334250" y="3305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8" name="">
            <a:extLst xmlns:a="http://schemas.openxmlformats.org/drawingml/2006/main">
              <a:ext uri="{FF2B5EF4-FFF2-40B4-BE49-F238E27FC236}">
                <a16:creationId xmlns:a16="http://schemas.microsoft.com/office/drawing/2014/main" id="{A899313D-BE4B-4C79-8CF5-30F5E42E422A}"/>
              </a:ext>
            </a:extLst>
          </p:cNvPr>
          <p:cNvSpPr>
            <a:spLocks xmlns:a="http://schemas.openxmlformats.org/drawingml/2006/main" noGrp="1"/>
          </p:cNvSpPr>
          <p:nvPr/>
        </p:nvSpPr>
        <p:spPr>
          <a:xfrm xmlns:a="http://schemas.openxmlformats.org/drawingml/2006/main">
            <a:off x="7334250" y="3381375"/>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x</a:t>
            </a:r>
          </a:p>
        </p:txBody>
      </p:sp>
      <p:sp>
        <p:nvSpPr>
          <p:cNvPr id="79" name="">
            <a:extLst xmlns:a="http://schemas.openxmlformats.org/drawingml/2006/main">
              <a:ext uri="{FF2B5EF4-FFF2-40B4-BE49-F238E27FC236}">
                <a16:creationId xmlns:a16="http://schemas.microsoft.com/office/drawing/2014/main" id="{441ED080-1935-493A-B07F-8F9A98002913}"/>
              </a:ext>
            </a:extLst>
          </p:cNvPr>
          <p:cNvSpPr>
            <a:spLocks xmlns:a="http://schemas.openxmlformats.org/drawingml/2006/main" noGrp="1"/>
          </p:cNvSpPr>
          <p:nvPr/>
        </p:nvSpPr>
        <p:spPr>
          <a:xfrm xmlns:a="http://schemas.openxmlformats.org/drawingml/2006/main">
            <a:off x="8215313" y="2009775"/>
            <a:ext cx="1500188" cy="9525"/>
          </a:xfrm>
          <a:custGeom xmlns:a="http://schemas.openxmlformats.org/drawingml/2006/main">
            <a:pathLst>
              <a:path w="1500188" h="9525">
                <a:moveTo>
                  <a:pt x="0" y="0"/>
                </a:moveTo>
                <a:lnTo>
                  <a:pt x="1500188" y="0"/>
                </a:lnTo>
              </a:path>
            </a:pathLst>
          </a:custGeom>
          <a:noFill xmlns:a="http://schemas.openxmlformats.org/drawingml/2006/main"/>
          <a:ln xmlns:a="http://schemas.openxmlformats.org/drawingml/2006/main" w="13335">
            <a:solidFill>
              <a:srgbClr val="C4483C"/>
            </a:solidFill>
          </a:ln>
        </p:spPr>
      </p:sp>
      <p:sp>
        <p:nvSpPr>
          <p:cNvPr id="80" name="">
            <a:extLst xmlns:a="http://schemas.openxmlformats.org/drawingml/2006/main">
              <a:ext uri="{FF2B5EF4-FFF2-40B4-BE49-F238E27FC236}">
                <a16:creationId xmlns:a16="http://schemas.microsoft.com/office/drawing/2014/main" id="{FDDCF826-8FFF-49E3-8342-220E9D6A292B}"/>
              </a:ext>
            </a:extLst>
          </p:cNvPr>
          <p:cNvSpPr>
            <a:spLocks xmlns:a="http://schemas.openxmlformats.org/drawingml/2006/main" noGrp="1"/>
          </p:cNvSpPr>
          <p:nvPr/>
        </p:nvSpPr>
        <p:spPr>
          <a:xfrm xmlns:a="http://schemas.openxmlformats.org/drawingml/2006/main">
            <a:off x="9648825" y="1981772"/>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81" name="">
            <a:extLst xmlns:a="http://schemas.openxmlformats.org/drawingml/2006/main">
              <a:ext uri="{FF2B5EF4-FFF2-40B4-BE49-F238E27FC236}">
                <a16:creationId xmlns:a16="http://schemas.microsoft.com/office/drawing/2014/main" id="{598B8A26-08C1-472B-805A-6645F5768E2D}"/>
              </a:ext>
            </a:extLst>
          </p:cNvPr>
          <p:cNvSpPr>
            <a:spLocks xmlns:a="http://schemas.openxmlformats.org/drawingml/2006/main" noGrp="1"/>
          </p:cNvSpPr>
          <p:nvPr/>
        </p:nvSpPr>
        <p:spPr>
          <a:xfrm xmlns:a="http://schemas.openxmlformats.org/drawingml/2006/main">
            <a:off x="8215313" y="2009775"/>
            <a:ext cx="1500188" cy="9525"/>
          </a:xfrm>
          <a:custGeom xmlns:a="http://schemas.openxmlformats.org/drawingml/2006/main">
            <a:pathLst>
              <a:path w="1500188" h="9525">
                <a:moveTo>
                  <a:pt x="1500188" y="0"/>
                </a:moveTo>
                <a:lnTo>
                  <a:pt x="0" y="0"/>
                </a:lnTo>
              </a:path>
            </a:pathLst>
          </a:custGeom>
          <a:noFill xmlns:a="http://schemas.openxmlformats.org/drawingml/2006/main"/>
          <a:ln xmlns:a="http://schemas.openxmlformats.org/drawingml/2006/main" w="13335">
            <a:solidFill>
              <a:srgbClr val="C4483C"/>
            </a:solidFill>
          </a:ln>
        </p:spPr>
      </p:sp>
      <p:sp>
        <p:nvSpPr>
          <p:cNvPr id="82" name="">
            <a:extLst xmlns:a="http://schemas.openxmlformats.org/drawingml/2006/main">
              <a:ext uri="{FF2B5EF4-FFF2-40B4-BE49-F238E27FC236}">
                <a16:creationId xmlns:a16="http://schemas.microsoft.com/office/drawing/2014/main" id="{55107420-132A-490E-A0C7-06385D8A51C9}"/>
              </a:ext>
            </a:extLst>
          </p:cNvPr>
          <p:cNvSpPr>
            <a:spLocks xmlns:a="http://schemas.openxmlformats.org/drawingml/2006/main" noGrp="1"/>
          </p:cNvSpPr>
          <p:nvPr/>
        </p:nvSpPr>
        <p:spPr>
          <a:xfrm xmlns:a="http://schemas.openxmlformats.org/drawingml/2006/main">
            <a:off x="8215313" y="1981772"/>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83" name="">
            <a:extLst xmlns:a="http://schemas.openxmlformats.org/drawingml/2006/main">
              <a:ext uri="{FF2B5EF4-FFF2-40B4-BE49-F238E27FC236}">
                <a16:creationId xmlns:a16="http://schemas.microsoft.com/office/drawing/2014/main" id="{C949C07D-94DF-43F0-A32B-1F05742BD6B2}"/>
              </a:ext>
            </a:extLst>
          </p:cNvPr>
          <p:cNvSpPr>
            <a:spLocks xmlns:a="http://schemas.openxmlformats.org/drawingml/2006/main" noGrp="1"/>
          </p:cNvSpPr>
          <p:nvPr/>
        </p:nvSpPr>
        <p:spPr>
          <a:xfrm xmlns:a="http://schemas.openxmlformats.org/drawingml/2006/main">
            <a:off x="8215313" y="2057400"/>
            <a:ext cx="1500188"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C4483C"/>
                </a:solidFill>
                <a:latin typeface="Yu Gothic"/>
                <a:ea typeface="Yu Gothic"/>
                <a:cs typeface="Yu Gothic"/>
              </a:defRPr>
            </a:defPPr>
            <a:lvl1pPr algn="ctr">
              <a:buNone/>
              <a:defRPr sz="1650" b="0">
                <a:solidFill>
                  <a:srgbClr val="C4483C"/>
                </a:solidFill>
                <a:latin typeface="Yu Gothic"/>
                <a:ea typeface="Yu Gothic"/>
                <a:cs typeface="Yu Gothic"/>
              </a:defRPr>
            </a:lvl1pPr>
            <a:lvl2pPr algn="ctr">
              <a:buNone/>
              <a:defRPr sz="1650" b="0">
                <a:solidFill>
                  <a:srgbClr val="C4483C"/>
                </a:solidFill>
                <a:latin typeface="Yu Gothic"/>
                <a:ea typeface="Yu Gothic"/>
                <a:cs typeface="Yu Gothic"/>
              </a:defRPr>
            </a:lvl2pPr>
            <a:lvl3pPr algn="ctr">
              <a:buNone/>
              <a:defRPr sz="1650" b="0">
                <a:solidFill>
                  <a:srgbClr val="C4483C"/>
                </a:solidFill>
                <a:latin typeface="Yu Gothic"/>
                <a:ea typeface="Yu Gothic"/>
                <a:cs typeface="Yu Gothic"/>
              </a:defRPr>
            </a:lvl3pPr>
            <a:lvl4pPr algn="ctr">
              <a:buNone/>
              <a:defRPr sz="1650" b="0">
                <a:solidFill>
                  <a:srgbClr val="C4483C"/>
                </a:solidFill>
                <a:latin typeface="Yu Gothic"/>
                <a:ea typeface="Yu Gothic"/>
                <a:cs typeface="Yu Gothic"/>
              </a:defRPr>
            </a:lvl4pPr>
            <a:lvl5pPr algn="ctr">
              <a:buNone/>
              <a:defRPr sz="1650" b="0">
                <a:solidFill>
                  <a:srgbClr val="C4483C"/>
                </a:solidFill>
                <a:latin typeface="Yu Gothic"/>
                <a:ea typeface="Yu Gothic"/>
                <a:cs typeface="Yu Gothic"/>
              </a:defRPr>
            </a:lvl5pPr>
            <a:lvl6pPr algn="ctr">
              <a:buNone/>
              <a:defRPr sz="1650" b="0">
                <a:solidFill>
                  <a:srgbClr val="C4483C"/>
                </a:solidFill>
                <a:latin typeface="Yu Gothic"/>
                <a:ea typeface="Yu Gothic"/>
                <a:cs typeface="Yu Gothic"/>
              </a:defRPr>
            </a:lvl6pPr>
            <a:lvl7pPr algn="ctr">
              <a:buNone/>
              <a:defRPr sz="1650" b="0">
                <a:solidFill>
                  <a:srgbClr val="C4483C"/>
                </a:solidFill>
                <a:latin typeface="Yu Gothic"/>
                <a:ea typeface="Yu Gothic"/>
                <a:cs typeface="Yu Gothic"/>
              </a:defRPr>
            </a:lvl7pPr>
            <a:lvl8pPr algn="ctr">
              <a:buNone/>
              <a:defRPr sz="1650" b="0">
                <a:solidFill>
                  <a:srgbClr val="C4483C"/>
                </a:solidFill>
                <a:latin typeface="Yu Gothic"/>
                <a:ea typeface="Yu Gothic"/>
                <a:cs typeface="Yu Gothic"/>
              </a:defRPr>
            </a:lvl8pPr>
            <a:lvl9pPr algn="ctr">
              <a:buNone/>
              <a:defRPr sz="1650" b="0">
                <a:solidFill>
                  <a:srgbClr val="C4483C"/>
                </a:solidFill>
                <a:latin typeface="Yu Gothic"/>
                <a:ea typeface="Yu Gothic"/>
                <a:cs typeface="Yu Gothic"/>
              </a:defRPr>
            </a:lvl9pPr>
          </a:lstStyle>
          <a:p xmlns:a="http://schemas.openxmlformats.org/drawingml/2006/main">
            <a:pPr algn="ctr">
              <a:buNone/>
              <a:defRPr sz="1650" b="0">
                <a:solidFill>
                  <a:srgbClr val="C4483C"/>
                </a:solidFill>
                <a:latin typeface="Yu Gothic"/>
                <a:ea typeface="Yu Gothic"/>
                <a:cs typeface="Yu Gothic"/>
              </a:defRPr>
            </a:pPr>
            <a:r>
              <a:rPr sz="1650" b="0">
                <a:solidFill>
                  <a:srgbClr val="C4483C"/>
                </a:solidFill>
                <a:latin typeface="Yu Gothic"/>
                <a:ea typeface="Yu Gothic"/>
                <a:cs typeface="Yu Gothic"/>
              </a:rPr>
              <a:t>x − 0.60</a:t>
            </a:r>
          </a:p>
        </p:txBody>
      </p:sp>
      <p:sp>
        <p:nvSpPr>
          <p:cNvPr id="84" name="">
            <a:extLst xmlns:a="http://schemas.openxmlformats.org/drawingml/2006/main">
              <a:ext uri="{FF2B5EF4-FFF2-40B4-BE49-F238E27FC236}">
                <a16:creationId xmlns:a16="http://schemas.microsoft.com/office/drawing/2014/main" id="{AC0EB077-8A68-49F9-BF00-69D49E99DF63}"/>
              </a:ext>
            </a:extLst>
          </p:cNvPr>
          <p:cNvSpPr>
            <a:spLocks xmlns:a="http://schemas.openxmlformats.org/drawingml/2006/main" noGrp="1"/>
          </p:cNvSpPr>
          <p:nvPr/>
        </p:nvSpPr>
        <p:spPr>
          <a:xfrm xmlns:a="http://schemas.openxmlformats.org/drawingml/2006/main">
            <a:off x="809625" y="317182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−100x + M = 0</a:t>
            </a:r>
          </a:p>
        </p:txBody>
      </p:sp>
      <p:sp>
        <p:nvSpPr>
          <p:cNvPr id="85" name="">
            <a:extLst xmlns:a="http://schemas.openxmlformats.org/drawingml/2006/main">
              <a:ext uri="{FF2B5EF4-FFF2-40B4-BE49-F238E27FC236}">
                <a16:creationId xmlns:a16="http://schemas.microsoft.com/office/drawing/2014/main" id="{9C7F0842-3C3A-4D16-A796-6B3E5765BE6B}"/>
              </a:ext>
            </a:extLst>
          </p:cNvPr>
          <p:cNvSpPr>
            <a:spLocks xmlns:a="http://schemas.openxmlformats.org/drawingml/2006/main" noGrp="1"/>
          </p:cNvSpPr>
          <p:nvPr/>
        </p:nvSpPr>
        <p:spPr>
          <a:xfrm xmlns:a="http://schemas.openxmlformats.org/drawingml/2006/main">
            <a:off x="809625" y="35718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876A8"/>
                </a:solidFill>
                <a:latin typeface="Yu Gothic"/>
                <a:ea typeface="Yu Gothic"/>
                <a:cs typeface="Yu Gothic"/>
              </a:defRPr>
            </a:defPPr>
            <a:lvl1pPr>
              <a:buNone/>
              <a:defRPr sz="2175" b="1">
                <a:solidFill>
                  <a:srgbClr val="2876A8"/>
                </a:solidFill>
                <a:latin typeface="Yu Gothic"/>
                <a:ea typeface="Yu Gothic"/>
                <a:cs typeface="Yu Gothic"/>
              </a:defRPr>
            </a:lvl1pPr>
            <a:lvl2pPr>
              <a:buNone/>
              <a:defRPr sz="2175" b="1">
                <a:solidFill>
                  <a:srgbClr val="2876A8"/>
                </a:solidFill>
                <a:latin typeface="Yu Gothic"/>
                <a:ea typeface="Yu Gothic"/>
                <a:cs typeface="Yu Gothic"/>
              </a:defRPr>
            </a:lvl2pPr>
            <a:lvl3pPr>
              <a:buNone/>
              <a:defRPr sz="2175" b="1">
                <a:solidFill>
                  <a:srgbClr val="2876A8"/>
                </a:solidFill>
                <a:latin typeface="Yu Gothic"/>
                <a:ea typeface="Yu Gothic"/>
                <a:cs typeface="Yu Gothic"/>
              </a:defRPr>
            </a:lvl3pPr>
            <a:lvl4pPr>
              <a:buNone/>
              <a:defRPr sz="2175" b="1">
                <a:solidFill>
                  <a:srgbClr val="2876A8"/>
                </a:solidFill>
                <a:latin typeface="Yu Gothic"/>
                <a:ea typeface="Yu Gothic"/>
                <a:cs typeface="Yu Gothic"/>
              </a:defRPr>
            </a:lvl4pPr>
            <a:lvl5pPr>
              <a:buNone/>
              <a:defRPr sz="2175" b="1">
                <a:solidFill>
                  <a:srgbClr val="2876A8"/>
                </a:solidFill>
                <a:latin typeface="Yu Gothic"/>
                <a:ea typeface="Yu Gothic"/>
                <a:cs typeface="Yu Gothic"/>
              </a:defRPr>
            </a:lvl5pPr>
            <a:lvl6pPr>
              <a:buNone/>
              <a:defRPr sz="2175" b="1">
                <a:solidFill>
                  <a:srgbClr val="2876A8"/>
                </a:solidFill>
                <a:latin typeface="Yu Gothic"/>
                <a:ea typeface="Yu Gothic"/>
                <a:cs typeface="Yu Gothic"/>
              </a:defRPr>
            </a:lvl6pPr>
            <a:lvl7pPr>
              <a:buNone/>
              <a:defRPr sz="2175" b="1">
                <a:solidFill>
                  <a:srgbClr val="2876A8"/>
                </a:solidFill>
                <a:latin typeface="Yu Gothic"/>
                <a:ea typeface="Yu Gothic"/>
                <a:cs typeface="Yu Gothic"/>
              </a:defRPr>
            </a:lvl7pPr>
            <a:lvl8pPr>
              <a:buNone/>
              <a:defRPr sz="2175" b="1">
                <a:solidFill>
                  <a:srgbClr val="2876A8"/>
                </a:solidFill>
                <a:latin typeface="Yu Gothic"/>
                <a:ea typeface="Yu Gothic"/>
                <a:cs typeface="Yu Gothic"/>
              </a:defRPr>
            </a:lvl8pPr>
            <a:lvl9pPr>
              <a:buNone/>
              <a:defRPr sz="2175" b="1">
                <a:solidFill>
                  <a:srgbClr val="2876A8"/>
                </a:solidFill>
                <a:latin typeface="Yu Gothic"/>
                <a:ea typeface="Yu Gothic"/>
                <a:cs typeface="Yu Gothic"/>
              </a:defRPr>
            </a:lvl9pPr>
          </a:lstStyle>
          <a:p xmlns:a="http://schemas.openxmlformats.org/drawingml/2006/main">
            <a:pPr>
              <a:buNone/>
              <a:defRPr sz="2175" b="1">
                <a:solidFill>
                  <a:srgbClr val="2876A8"/>
                </a:solidFill>
                <a:latin typeface="Yu Gothic"/>
                <a:ea typeface="Yu Gothic"/>
                <a:cs typeface="Yu Gothic"/>
              </a:defRPr>
            </a:pPr>
            <a:r>
              <a:rPr sz="2175" b="1">
                <a:solidFill>
                  <a:srgbClr val="2876A8"/>
                </a:solidFill>
                <a:latin typeface="Yu Gothic"/>
                <a:ea typeface="Yu Gothic"/>
                <a:cs typeface="Yu Gothic"/>
              </a:rPr>
              <a:t>M = 100x</a:t>
            </a:r>
          </a:p>
        </p:txBody>
      </p:sp>
      <p:sp>
        <p:nvSpPr>
          <p:cNvPr id="86" name="">
            <a:extLst xmlns:a="http://schemas.openxmlformats.org/drawingml/2006/main">
              <a:ext uri="{FF2B5EF4-FFF2-40B4-BE49-F238E27FC236}">
                <a16:creationId xmlns:a16="http://schemas.microsoft.com/office/drawing/2014/main" id="{838720C6-D6F9-46E6-A3E3-4262F423AA01}"/>
              </a:ext>
            </a:extLst>
          </p:cNvPr>
          <p:cNvSpPr>
            <a:spLocks xmlns:a="http://schemas.openxmlformats.org/drawingml/2006/main" noGrp="1"/>
          </p:cNvSpPr>
          <p:nvPr/>
        </p:nvSpPr>
        <p:spPr>
          <a:xfrm xmlns:a="http://schemas.openxmlformats.org/drawingml/2006/main">
            <a:off x="6762750" y="3714750"/>
            <a:ext cx="485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−100x + 200(x−0.60) + M = 0</a:t>
            </a:r>
          </a:p>
        </p:txBody>
      </p:sp>
      <p:graphicFrame>
        <p:nvGraphicFramePr>
          <p:cNvPr id="87" name="Chart">
            <a:extLst xmlns:a="http://schemas.openxmlformats.org/drawingml/2006/main">
              <a:ext uri="{FF2B5EF4-FFF2-40B4-BE49-F238E27FC236}">
                <a16:creationId xmlns:a16="http://schemas.microsoft.com/office/drawing/2014/main" id="{15DA2828-46D2-4D0D-86D5-CF11D794EA6F}"/>
              </a:ext>
            </a:extLst>
          </p:cNvPr>
          <p:cNvGraphicFramePr/>
          <p:nvPr/>
        </p:nvGraphicFramePr>
        <p:xfrm>
          <a:off xmlns:a="http://schemas.openxmlformats.org/drawingml/2006/main" x="809625" y="4067175"/>
          <a:ext xmlns:a="http://schemas.openxmlformats.org/drawingml/2006/main" cx="7524750" cy="1666875"/>
        </p:xfrm>
        <a:graphic xmlns:a="http://schemas.openxmlformats.org/drawingml/2006/main">
          <a:graphicData uri="http://schemas.openxmlformats.org/drawingml/2006/chart">
            <c:chart xmlns:r="http://schemas.openxmlformats.org/officeDocument/2006/relationships" xmlns:c="http://schemas.openxmlformats.org/drawingml/2006/chart" r:id="R33a4328d347b4c21"/>
          </a:graphicData>
        </a:graphic>
      </p:graphicFrame>
      <p:sp>
        <p:nvSpPr>
          <p:cNvPr id="88" name="">
            <a:extLst xmlns:a="http://schemas.openxmlformats.org/drawingml/2006/main">
              <a:ext uri="{FF2B5EF4-FFF2-40B4-BE49-F238E27FC236}">
                <a16:creationId xmlns:a16="http://schemas.microsoft.com/office/drawing/2014/main" id="{F901DDDB-2165-488E-A9E1-6B01FA447833}"/>
              </a:ext>
            </a:extLst>
          </p:cNvPr>
          <p:cNvSpPr>
            <a:spLocks xmlns:a="http://schemas.openxmlformats.org/drawingml/2006/main" noGrp="1"/>
          </p:cNvSpPr>
          <p:nvPr/>
        </p:nvSpPr>
        <p:spPr>
          <a:xfrm xmlns:a="http://schemas.openxmlformats.org/drawingml/2006/main">
            <a:off x="8334375" y="4191000"/>
            <a:ext cx="3190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M = 120 − 100x</a:t>
            </a:r>
          </a:p>
        </p:txBody>
      </p:sp>
      <p:sp>
        <p:nvSpPr>
          <p:cNvPr id="89" name="">
            <a:extLst xmlns:a="http://schemas.openxmlformats.org/drawingml/2006/main">
              <a:ext uri="{FF2B5EF4-FFF2-40B4-BE49-F238E27FC236}">
                <a16:creationId xmlns:a16="http://schemas.microsoft.com/office/drawing/2014/main" id="{5BC535E4-276E-4A77-95A7-6DFC6EC5052D}"/>
              </a:ext>
            </a:extLst>
          </p:cNvPr>
          <p:cNvSpPr>
            <a:spLocks xmlns:a="http://schemas.openxmlformats.org/drawingml/2006/main" noGrp="1"/>
          </p:cNvSpPr>
          <p:nvPr/>
        </p:nvSpPr>
        <p:spPr>
          <a:xfrm xmlns:a="http://schemas.openxmlformats.org/drawingml/2006/main">
            <a:off x="8667750" y="4762500"/>
            <a:ext cx="29051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最大60 N·m</a:t>
            </a:r>
          </a:p>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両支点でM = 0</a:t>
            </a:r>
          </a:p>
        </p:txBody>
      </p:sp>
      <p:sp>
        <p:nvSpPr>
          <p:cNvPr id="90" name="">
            <a:extLst xmlns:a="http://schemas.openxmlformats.org/drawingml/2006/main">
              <a:ext uri="{FF2B5EF4-FFF2-40B4-BE49-F238E27FC236}">
                <a16:creationId xmlns:a16="http://schemas.microsoft.com/office/drawing/2014/main" id="{0354083E-FBAD-4BC9-8553-B220596D7F00}"/>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xの単位はm、力はN。各区間の式が荷重点で同じ60 N·mを与える。</a:t>
            </a:r>
          </a:p>
        </p:txBody>
      </p:sp>
    </p:spTree>
    <p:extLst>
      <p:ext uri="{BB962C8B-B14F-4D97-AF65-F5344CB8AC3E}">
        <p14:creationId xmlns:p14="http://schemas.microsoft.com/office/powerpoint/2010/main" val="104310531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F102E887-548E-472B-A76E-BE80D774B29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はり・SFD・BMDを、同じ位置で読む</a:t>
            </a:r>
          </a:p>
        </p:txBody>
      </p:sp>
      <p:cxnSp>
        <p:nvCxnSpPr>
          <p:cNvPr id="2" name="">
            <a:extLst xmlns:a="http://schemas.openxmlformats.org/drawingml/2006/main">
              <a:ext uri="{FF2B5EF4-FFF2-40B4-BE49-F238E27FC236}">
                <a16:creationId xmlns:a16="http://schemas.microsoft.com/office/drawing/2014/main" id="{EF81E455-FB63-4F47-AED3-A3FA7CCD7636}"/>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2384C4B-163C-4342-AB2C-D0BD407ABB99}"/>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26770887-DFF5-47F3-92D7-81939ED39E0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21 / 49</a:t>
            </a:r>
          </a:p>
        </p:txBody>
      </p:sp>
      <p:sp>
        <p:nvSpPr>
          <p:cNvPr id="5" name="">
            <a:extLst xmlns:a="http://schemas.openxmlformats.org/drawingml/2006/main">
              <a:ext uri="{FF2B5EF4-FFF2-40B4-BE49-F238E27FC236}">
                <a16:creationId xmlns:a16="http://schemas.microsoft.com/office/drawing/2014/main" id="{BF500ED5-B7E9-4D2B-8913-35E63D1B687C}"/>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CC776698-99AE-4D08-B289-7C611CBB9672}"/>
              </a:ext>
            </a:extLst>
          </p:cNvPr>
          <p:cNvSpPr>
            <a:spLocks xmlns:a="http://schemas.openxmlformats.org/drawingml/2006/main" noGrp="1"/>
          </p:cNvSpPr>
          <p:nvPr/>
        </p:nvSpPr>
        <p:spPr>
          <a:xfrm xmlns:a="http://schemas.openxmlformats.org/drawingml/2006/main">
            <a:off x="139065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ACF19C36-5D34-488B-94DD-C2598077FFCA}"/>
              </a:ext>
            </a:extLst>
          </p:cNvPr>
          <p:cNvCxnSpPr/>
          <p:nvPr/>
        </p:nvCxnSpPr>
        <p:spPr>
          <a:xfrm xmlns:a="http://schemas.openxmlformats.org/drawingml/2006/main" flipH="0" flipV="0">
            <a:off x="1238250" y="274320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5FA12F71-73F4-4ADD-8BCF-4CCEA0C6122C}"/>
              </a:ext>
            </a:extLst>
          </p:cNvPr>
          <p:cNvSpPr>
            <a:spLocks xmlns:a="http://schemas.openxmlformats.org/drawingml/2006/main" noGrp="1"/>
          </p:cNvSpPr>
          <p:nvPr/>
        </p:nvSpPr>
        <p:spPr>
          <a:xfrm xmlns:a="http://schemas.openxmlformats.org/drawingml/2006/main">
            <a:off x="758190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C8DCC80E-5A97-4B6D-8EA3-88123A61795D}"/>
              </a:ext>
            </a:extLst>
          </p:cNvPr>
          <p:cNvSpPr>
            <a:spLocks xmlns:a="http://schemas.openxmlformats.org/drawingml/2006/main" noGrp="1"/>
          </p:cNvSpPr>
          <p:nvPr/>
        </p:nvSpPr>
        <p:spPr>
          <a:xfrm xmlns:a="http://schemas.openxmlformats.org/drawingml/2006/main">
            <a:off x="762952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37EB7E20-27A0-4FEF-B3C4-415A66D203E2}"/>
              </a:ext>
            </a:extLst>
          </p:cNvPr>
          <p:cNvSpPr>
            <a:spLocks xmlns:a="http://schemas.openxmlformats.org/drawingml/2006/main" noGrp="1"/>
          </p:cNvSpPr>
          <p:nvPr/>
        </p:nvSpPr>
        <p:spPr>
          <a:xfrm xmlns:a="http://schemas.openxmlformats.org/drawingml/2006/main">
            <a:off x="780097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326F3B7E-98AF-4198-8945-E910BF021961}"/>
              </a:ext>
            </a:extLst>
          </p:cNvPr>
          <p:cNvCxnSpPr/>
          <p:nvPr/>
        </p:nvCxnSpPr>
        <p:spPr>
          <a:xfrm xmlns:a="http://schemas.openxmlformats.org/drawingml/2006/main" flipH="0" flipV="0">
            <a:off x="7429500" y="282892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1A9EB4EC-16D2-445A-B17A-E520CE844A89}"/>
              </a:ext>
            </a:extLst>
          </p:cNvPr>
          <p:cNvCxnSpPr/>
          <p:nvPr/>
        </p:nvCxnSpPr>
        <p:spPr>
          <a:xfrm xmlns:a="http://schemas.openxmlformats.org/drawingml/2006/main" flipH="0" flipV="0">
            <a:off x="4667250"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422247FF-7915-4792-B056-BDF5887E90CB}"/>
              </a:ext>
            </a:extLst>
          </p:cNvPr>
          <p:cNvSpPr>
            <a:spLocks xmlns:a="http://schemas.openxmlformats.org/drawingml/2006/main" noGrp="1"/>
          </p:cNvSpPr>
          <p:nvPr/>
        </p:nvSpPr>
        <p:spPr>
          <a:xfrm xmlns:a="http://schemas.openxmlformats.org/drawingml/2006/main">
            <a:off x="3619500"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200 N</a:t>
            </a:r>
          </a:p>
        </p:txBody>
      </p:sp>
      <p:sp>
        <p:nvSpPr>
          <p:cNvPr id="14" name="">
            <a:extLst xmlns:a="http://schemas.openxmlformats.org/drawingml/2006/main">
              <a:ext uri="{FF2B5EF4-FFF2-40B4-BE49-F238E27FC236}">
                <a16:creationId xmlns:a16="http://schemas.microsoft.com/office/drawing/2014/main" id="{158889F6-12CE-46B1-B300-3481AC84C649}"/>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9421A52B-63D6-4FA0-B8E6-6053A7C3CCD0}"/>
              </a:ext>
            </a:extLst>
          </p:cNvPr>
          <p:cNvSpPr>
            <a:spLocks xmlns:a="http://schemas.openxmlformats.org/drawingml/2006/main" noGrp="1"/>
          </p:cNvSpPr>
          <p:nvPr/>
        </p:nvSpPr>
        <p:spPr>
          <a:xfrm xmlns:a="http://schemas.openxmlformats.org/drawingml/2006/main">
            <a:off x="8001000"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sp>
        <p:nvSpPr>
          <p:cNvPr id="16" name="">
            <a:extLst xmlns:a="http://schemas.openxmlformats.org/drawingml/2006/main">
              <a:ext uri="{FF2B5EF4-FFF2-40B4-BE49-F238E27FC236}">
                <a16:creationId xmlns:a16="http://schemas.microsoft.com/office/drawing/2014/main" id="{DF991335-94A9-4479-8864-91EFEF92EC66}"/>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1.2 m</a:t>
            </a:r>
          </a:p>
        </p:txBody>
      </p:sp>
      <p:cxnSp>
        <p:nvCxnSpPr>
          <p:cNvPr id="17" name="">
            <a:extLst xmlns:a="http://schemas.openxmlformats.org/drawingml/2006/main">
              <a:ext uri="{FF2B5EF4-FFF2-40B4-BE49-F238E27FC236}">
                <a16:creationId xmlns:a16="http://schemas.microsoft.com/office/drawing/2014/main" id="{147B1020-59E4-4312-B16B-10292F9ED828}"/>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8" name="">
            <a:extLst xmlns:a="http://schemas.openxmlformats.org/drawingml/2006/main">
              <a:ext uri="{FF2B5EF4-FFF2-40B4-BE49-F238E27FC236}">
                <a16:creationId xmlns:a16="http://schemas.microsoft.com/office/drawing/2014/main" id="{3D9B45B8-9CB7-441A-9E8A-E50D78BF2EB2}"/>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19" name="">
            <a:extLst xmlns:a="http://schemas.openxmlformats.org/drawingml/2006/main">
              <a:ext uri="{FF2B5EF4-FFF2-40B4-BE49-F238E27FC236}">
                <a16:creationId xmlns:a16="http://schemas.microsoft.com/office/drawing/2014/main" id="{A47D8222-4310-44D7-8D12-F0DBB87EC334}"/>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0" name="">
            <a:extLst xmlns:a="http://schemas.openxmlformats.org/drawingml/2006/main">
              <a:ext uri="{FF2B5EF4-FFF2-40B4-BE49-F238E27FC236}">
                <a16:creationId xmlns:a16="http://schemas.microsoft.com/office/drawing/2014/main" id="{5F5A9B2A-8184-4490-9F56-408F5B9A9883}"/>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1" name="">
            <a:extLst xmlns:a="http://schemas.openxmlformats.org/drawingml/2006/main">
              <a:ext uri="{FF2B5EF4-FFF2-40B4-BE49-F238E27FC236}">
                <a16:creationId xmlns:a16="http://schemas.microsoft.com/office/drawing/2014/main" id="{A1F23D41-2D9D-4CE0-899F-1370B0A433A2}"/>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2" name="">
            <a:extLst xmlns:a="http://schemas.openxmlformats.org/drawingml/2006/main">
              <a:ext uri="{FF2B5EF4-FFF2-40B4-BE49-F238E27FC236}">
                <a16:creationId xmlns:a16="http://schemas.microsoft.com/office/drawing/2014/main" id="{85B88E7D-44C2-4C8C-A1C6-E286624EF211}"/>
              </a:ext>
            </a:extLst>
          </p:cNvPr>
          <p:cNvSpPr>
            <a:spLocks xmlns:a="http://schemas.openxmlformats.org/drawingml/2006/main" noGrp="1"/>
          </p:cNvSpPr>
          <p:nvPr/>
        </p:nvSpPr>
        <p:spPr>
          <a:xfrm xmlns:a="http://schemas.openxmlformats.org/drawingml/2006/main">
            <a:off x="1571625" y="3286125"/>
            <a:ext cx="6191250" cy="857250"/>
          </a:xfrm>
          <a:custGeom xmlns:a="http://schemas.openxmlformats.org/drawingml/2006/main">
            <a:pathLst>
              <a:path w="6191250" h="857250">
                <a:moveTo>
                  <a:pt x="0" y="428625"/>
                </a:moveTo>
                <a:lnTo>
                  <a:pt x="0" y="0"/>
                </a:lnTo>
                <a:lnTo>
                  <a:pt x="3095625" y="0"/>
                </a:lnTo>
                <a:lnTo>
                  <a:pt x="3095625" y="857250"/>
                </a:lnTo>
                <a:lnTo>
                  <a:pt x="6191250" y="857250"/>
                </a:lnTo>
                <a:lnTo>
                  <a:pt x="6191250" y="428625"/>
                </a:lnTo>
              </a:path>
            </a:pathLst>
          </a:custGeom>
          <a:noFill xmlns:a="http://schemas.openxmlformats.org/drawingml/2006/main"/>
          <a:ln xmlns:a="http://schemas.openxmlformats.org/drawingml/2006/main" w="38100">
            <a:solidFill>
              <a:srgbClr val="7352A3"/>
            </a:solidFill>
          </a:ln>
        </p:spPr>
      </p:sp>
      <p:sp>
        <p:nvSpPr>
          <p:cNvPr id="23" name="">
            <a:extLst xmlns:a="http://schemas.openxmlformats.org/drawingml/2006/main">
              <a:ext uri="{FF2B5EF4-FFF2-40B4-BE49-F238E27FC236}">
                <a16:creationId xmlns:a16="http://schemas.microsoft.com/office/drawing/2014/main" id="{8C6951C8-E545-46F4-9B13-6BC5B0FD2D9A}"/>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sp>
        <p:nvSpPr>
          <p:cNvPr id="24" name="">
            <a:extLst xmlns:a="http://schemas.openxmlformats.org/drawingml/2006/main">
              <a:ext uri="{FF2B5EF4-FFF2-40B4-BE49-F238E27FC236}">
                <a16:creationId xmlns:a16="http://schemas.microsoft.com/office/drawing/2014/main" id="{E3B642AD-16E3-4335-90E8-5A5F75FCE79A}"/>
              </a:ext>
            </a:extLst>
          </p:cNvPr>
          <p:cNvSpPr>
            <a:spLocks xmlns:a="http://schemas.openxmlformats.org/drawingml/2006/main" noGrp="1"/>
          </p:cNvSpPr>
          <p:nvPr/>
        </p:nvSpPr>
        <p:spPr>
          <a:xfrm xmlns:a="http://schemas.openxmlformats.org/drawingml/2006/main">
            <a:off x="6591300" y="41433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cxnSp>
        <p:nvCxnSpPr>
          <p:cNvPr id="25" name="">
            <a:extLst xmlns:a="http://schemas.openxmlformats.org/drawingml/2006/main">
              <a:ext uri="{FF2B5EF4-FFF2-40B4-BE49-F238E27FC236}">
                <a16:creationId xmlns:a16="http://schemas.microsoft.com/office/drawing/2014/main" id="{13BEA2BA-0952-4775-B3CA-210BB018A31A}"/>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6" name="">
            <a:extLst xmlns:a="http://schemas.openxmlformats.org/drawingml/2006/main">
              <a:ext uri="{FF2B5EF4-FFF2-40B4-BE49-F238E27FC236}">
                <a16:creationId xmlns:a16="http://schemas.microsoft.com/office/drawing/2014/main" id="{490F4962-55B3-41F0-826A-75F81C0F548A}"/>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7" name="">
            <a:extLst xmlns:a="http://schemas.openxmlformats.org/drawingml/2006/main">
              <a:ext uri="{FF2B5EF4-FFF2-40B4-BE49-F238E27FC236}">
                <a16:creationId xmlns:a16="http://schemas.microsoft.com/office/drawing/2014/main" id="{8F638F2C-8E06-4E2E-9F78-24AFCE488094}"/>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8" name="">
            <a:extLst xmlns:a="http://schemas.openxmlformats.org/drawingml/2006/main">
              <a:ext uri="{FF2B5EF4-FFF2-40B4-BE49-F238E27FC236}">
                <a16:creationId xmlns:a16="http://schemas.microsoft.com/office/drawing/2014/main" id="{2AADEC2A-AD3C-48CE-B3D8-459AD87A1773}"/>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29" name="">
            <a:extLst xmlns:a="http://schemas.openxmlformats.org/drawingml/2006/main">
              <a:ext uri="{FF2B5EF4-FFF2-40B4-BE49-F238E27FC236}">
                <a16:creationId xmlns:a16="http://schemas.microsoft.com/office/drawing/2014/main" id="{036BBAAE-B21C-40FD-9FB5-E77CC1B86953}"/>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0" name="">
            <a:extLst xmlns:a="http://schemas.openxmlformats.org/drawingml/2006/main">
              <a:ext uri="{FF2B5EF4-FFF2-40B4-BE49-F238E27FC236}">
                <a16:creationId xmlns:a16="http://schemas.microsoft.com/office/drawing/2014/main" id="{6075F660-D6F5-4C6E-A5E1-D6E880923C90}"/>
              </a:ext>
            </a:extLst>
          </p:cNvPr>
          <p:cNvSpPr>
            <a:spLocks xmlns:a="http://schemas.openxmlformats.org/drawingml/2006/main" noGrp="1"/>
          </p:cNvSpPr>
          <p:nvPr/>
        </p:nvSpPr>
        <p:spPr>
          <a:xfrm xmlns:a="http://schemas.openxmlformats.org/drawingml/2006/main">
            <a:off x="1571625" y="4638675"/>
            <a:ext cx="6191250" cy="457200"/>
          </a:xfrm>
          <a:custGeom xmlns:a="http://schemas.openxmlformats.org/drawingml/2006/main">
            <a:pathLst>
              <a:path w="6191250" h="457200">
                <a:moveTo>
                  <a:pt x="0" y="457200"/>
                </a:moveTo>
                <a:lnTo>
                  <a:pt x="3095625" y="0"/>
                </a:lnTo>
                <a:lnTo>
                  <a:pt x="6191250" y="457200"/>
                </a:lnTo>
              </a:path>
            </a:pathLst>
          </a:custGeom>
          <a:noFill xmlns:a="http://schemas.openxmlformats.org/drawingml/2006/main"/>
          <a:ln xmlns:a="http://schemas.openxmlformats.org/drawingml/2006/main" w="38100">
            <a:solidFill>
              <a:srgbClr val="226FAE"/>
            </a:solidFill>
          </a:ln>
        </p:spPr>
      </p:sp>
      <p:cxnSp>
        <p:nvCxnSpPr>
          <p:cNvPr id="31" name="">
            <a:extLst xmlns:a="http://schemas.openxmlformats.org/drawingml/2006/main">
              <a:ext uri="{FF2B5EF4-FFF2-40B4-BE49-F238E27FC236}">
                <a16:creationId xmlns:a16="http://schemas.microsoft.com/office/drawing/2014/main" id="{DA27D54C-15EC-432B-AC28-9A5310D86BCD}"/>
              </a:ext>
            </a:extLst>
          </p:cNvPr>
          <p:cNvCxnSpPr/>
          <p:nvPr/>
        </p:nvCxnSpPr>
        <p:spPr>
          <a:xfrm xmlns:a="http://schemas.openxmlformats.org/drawingml/2006/main" flipH="0" flipV="0">
            <a:off x="4667250"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2" name="">
            <a:extLst xmlns:a="http://schemas.openxmlformats.org/drawingml/2006/main">
              <a:ext uri="{FF2B5EF4-FFF2-40B4-BE49-F238E27FC236}">
                <a16:creationId xmlns:a16="http://schemas.microsoft.com/office/drawing/2014/main" id="{3292D426-63DF-4A14-A1F1-C752FE04B6B0}"/>
              </a:ext>
            </a:extLst>
          </p:cNvPr>
          <p:cNvSpPr>
            <a:spLocks xmlns:a="http://schemas.openxmlformats.org/drawingml/2006/main" noGrp="1"/>
          </p:cNvSpPr>
          <p:nvPr/>
        </p:nvSpPr>
        <p:spPr>
          <a:xfrm xmlns:a="http://schemas.openxmlformats.org/drawingml/2006/main">
            <a:off x="4238625"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0.6</a:t>
            </a:r>
          </a:p>
        </p:txBody>
      </p:sp>
      <p:cxnSp>
        <p:nvCxnSpPr>
          <p:cNvPr id="33" name="">
            <a:extLst xmlns:a="http://schemas.openxmlformats.org/drawingml/2006/main">
              <a:ext uri="{FF2B5EF4-FFF2-40B4-BE49-F238E27FC236}">
                <a16:creationId xmlns:a16="http://schemas.microsoft.com/office/drawing/2014/main" id="{A6E6DE5D-A30B-4B0B-8C29-802F989BEE0A}"/>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4" name="">
            <a:extLst xmlns:a="http://schemas.openxmlformats.org/drawingml/2006/main">
              <a:ext uri="{FF2B5EF4-FFF2-40B4-BE49-F238E27FC236}">
                <a16:creationId xmlns:a16="http://schemas.microsoft.com/office/drawing/2014/main" id="{C203BC17-6722-4AC5-95D0-637CAD9F0E51}"/>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1.2</a:t>
            </a:r>
          </a:p>
        </p:txBody>
      </p:sp>
      <p:sp>
        <p:nvSpPr>
          <p:cNvPr id="35" name="">
            <a:extLst xmlns:a="http://schemas.openxmlformats.org/drawingml/2006/main">
              <a:ext uri="{FF2B5EF4-FFF2-40B4-BE49-F238E27FC236}">
                <a16:creationId xmlns:a16="http://schemas.microsoft.com/office/drawing/2014/main" id="{6C8A4A38-DC80-4CD9-83D0-5A7811AA0360}"/>
              </a:ext>
            </a:extLst>
          </p:cNvPr>
          <p:cNvSpPr>
            <a:spLocks xmlns:a="http://schemas.openxmlformats.org/drawingml/2006/main" noGrp="1"/>
          </p:cNvSpPr>
          <p:nvPr/>
        </p:nvSpPr>
        <p:spPr>
          <a:xfrm xmlns:a="http://schemas.openxmlformats.org/drawingml/2006/main">
            <a:off x="4114800" y="42576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226FAE"/>
                </a:solidFill>
                <a:latin typeface="Yu Gothic"/>
                <a:ea typeface="Yu Gothic"/>
                <a:cs typeface="Yu Gothic"/>
              </a:defRPr>
            </a:defPPr>
            <a:lvl1pPr algn="ctr">
              <a:buNone/>
              <a:defRPr sz="1800" b="1">
                <a:solidFill>
                  <a:srgbClr val="226FAE"/>
                </a:solidFill>
                <a:latin typeface="Yu Gothic"/>
                <a:ea typeface="Yu Gothic"/>
                <a:cs typeface="Yu Gothic"/>
              </a:defRPr>
            </a:lvl1pPr>
            <a:lvl2pPr algn="ctr">
              <a:buNone/>
              <a:defRPr sz="1800" b="1">
                <a:solidFill>
                  <a:srgbClr val="226FAE"/>
                </a:solidFill>
                <a:latin typeface="Yu Gothic"/>
                <a:ea typeface="Yu Gothic"/>
                <a:cs typeface="Yu Gothic"/>
              </a:defRPr>
            </a:lvl2pPr>
            <a:lvl3pPr algn="ctr">
              <a:buNone/>
              <a:defRPr sz="1800" b="1">
                <a:solidFill>
                  <a:srgbClr val="226FAE"/>
                </a:solidFill>
                <a:latin typeface="Yu Gothic"/>
                <a:ea typeface="Yu Gothic"/>
                <a:cs typeface="Yu Gothic"/>
              </a:defRPr>
            </a:lvl3pPr>
            <a:lvl4pPr algn="ctr">
              <a:buNone/>
              <a:defRPr sz="1800" b="1">
                <a:solidFill>
                  <a:srgbClr val="226FAE"/>
                </a:solidFill>
                <a:latin typeface="Yu Gothic"/>
                <a:ea typeface="Yu Gothic"/>
                <a:cs typeface="Yu Gothic"/>
              </a:defRPr>
            </a:lvl4pPr>
            <a:lvl5pPr algn="ctr">
              <a:buNone/>
              <a:defRPr sz="1800" b="1">
                <a:solidFill>
                  <a:srgbClr val="226FAE"/>
                </a:solidFill>
                <a:latin typeface="Yu Gothic"/>
                <a:ea typeface="Yu Gothic"/>
                <a:cs typeface="Yu Gothic"/>
              </a:defRPr>
            </a:lvl5pPr>
            <a:lvl6pPr algn="ctr">
              <a:buNone/>
              <a:defRPr sz="1800" b="1">
                <a:solidFill>
                  <a:srgbClr val="226FAE"/>
                </a:solidFill>
                <a:latin typeface="Yu Gothic"/>
                <a:ea typeface="Yu Gothic"/>
                <a:cs typeface="Yu Gothic"/>
              </a:defRPr>
            </a:lvl6pPr>
            <a:lvl7pPr algn="ctr">
              <a:buNone/>
              <a:defRPr sz="1800" b="1">
                <a:solidFill>
                  <a:srgbClr val="226FAE"/>
                </a:solidFill>
                <a:latin typeface="Yu Gothic"/>
                <a:ea typeface="Yu Gothic"/>
                <a:cs typeface="Yu Gothic"/>
              </a:defRPr>
            </a:lvl7pPr>
            <a:lvl8pPr algn="ctr">
              <a:buNone/>
              <a:defRPr sz="1800" b="1">
                <a:solidFill>
                  <a:srgbClr val="226FAE"/>
                </a:solidFill>
                <a:latin typeface="Yu Gothic"/>
                <a:ea typeface="Yu Gothic"/>
                <a:cs typeface="Yu Gothic"/>
              </a:defRPr>
            </a:lvl8pPr>
            <a:lvl9pPr algn="ctr">
              <a:buNone/>
              <a:defRPr sz="1800" b="1">
                <a:solidFill>
                  <a:srgbClr val="226FAE"/>
                </a:solidFill>
                <a:latin typeface="Yu Gothic"/>
                <a:ea typeface="Yu Gothic"/>
                <a:cs typeface="Yu Gothic"/>
              </a:defRPr>
            </a:lvl9pPr>
          </a:lstStyle>
          <a:p xmlns:a="http://schemas.openxmlformats.org/drawingml/2006/main">
            <a:pPr algn="ctr">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60</a:t>
            </a:r>
          </a:p>
        </p:txBody>
      </p:sp>
      <p:sp>
        <p:nvSpPr>
          <p:cNvPr id="36" name="">
            <a:extLst xmlns:a="http://schemas.openxmlformats.org/drawingml/2006/main">
              <a:ext uri="{FF2B5EF4-FFF2-40B4-BE49-F238E27FC236}">
                <a16:creationId xmlns:a16="http://schemas.microsoft.com/office/drawing/2014/main" id="{C5607A9D-BB4C-41F9-A814-12405DC3AE25}"/>
              </a:ext>
            </a:extLst>
          </p:cNvPr>
          <p:cNvSpPr>
            <a:spLocks xmlns:a="http://schemas.openxmlformats.org/drawingml/2006/main" noGrp="1"/>
          </p:cNvSpPr>
          <p:nvPr/>
        </p:nvSpPr>
        <p:spPr>
          <a:xfrm xmlns:a="http://schemas.openxmlformats.org/drawingml/2006/main">
            <a:off x="8905875" y="328612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7352A3"/>
                </a:solidFill>
                <a:latin typeface="Yu Gothic"/>
                <a:ea typeface="Yu Gothic"/>
                <a:cs typeface="Yu Gothic"/>
              </a:defRPr>
            </a:defPPr>
            <a:lvl1pPr algn="l">
              <a:buNone/>
              <a:defRPr sz="2475" b="1">
                <a:solidFill>
                  <a:srgbClr val="7352A3"/>
                </a:solidFill>
                <a:latin typeface="Yu Gothic"/>
                <a:ea typeface="Yu Gothic"/>
                <a:cs typeface="Yu Gothic"/>
              </a:defRPr>
            </a:lvl1pPr>
            <a:lvl2pPr algn="l">
              <a:buNone/>
              <a:defRPr sz="2475" b="1">
                <a:solidFill>
                  <a:srgbClr val="7352A3"/>
                </a:solidFill>
                <a:latin typeface="Yu Gothic"/>
                <a:ea typeface="Yu Gothic"/>
                <a:cs typeface="Yu Gothic"/>
              </a:defRPr>
            </a:lvl2pPr>
            <a:lvl3pPr algn="l">
              <a:buNone/>
              <a:defRPr sz="2475" b="1">
                <a:solidFill>
                  <a:srgbClr val="7352A3"/>
                </a:solidFill>
                <a:latin typeface="Yu Gothic"/>
                <a:ea typeface="Yu Gothic"/>
                <a:cs typeface="Yu Gothic"/>
              </a:defRPr>
            </a:lvl3pPr>
            <a:lvl4pPr algn="l">
              <a:buNone/>
              <a:defRPr sz="2475" b="1">
                <a:solidFill>
                  <a:srgbClr val="7352A3"/>
                </a:solidFill>
                <a:latin typeface="Yu Gothic"/>
                <a:ea typeface="Yu Gothic"/>
                <a:cs typeface="Yu Gothic"/>
              </a:defRPr>
            </a:lvl4pPr>
            <a:lvl5pPr algn="l">
              <a:buNone/>
              <a:defRPr sz="2475" b="1">
                <a:solidFill>
                  <a:srgbClr val="7352A3"/>
                </a:solidFill>
                <a:latin typeface="Yu Gothic"/>
                <a:ea typeface="Yu Gothic"/>
                <a:cs typeface="Yu Gothic"/>
              </a:defRPr>
            </a:lvl5pPr>
            <a:lvl6pPr algn="l">
              <a:buNone/>
              <a:defRPr sz="2475" b="1">
                <a:solidFill>
                  <a:srgbClr val="7352A3"/>
                </a:solidFill>
                <a:latin typeface="Yu Gothic"/>
                <a:ea typeface="Yu Gothic"/>
                <a:cs typeface="Yu Gothic"/>
              </a:defRPr>
            </a:lvl6pPr>
            <a:lvl7pPr algn="l">
              <a:buNone/>
              <a:defRPr sz="2475" b="1">
                <a:solidFill>
                  <a:srgbClr val="7352A3"/>
                </a:solidFill>
                <a:latin typeface="Yu Gothic"/>
                <a:ea typeface="Yu Gothic"/>
                <a:cs typeface="Yu Gothic"/>
              </a:defRPr>
            </a:lvl7pPr>
            <a:lvl8pPr algn="l">
              <a:buNone/>
              <a:defRPr sz="2475" b="1">
                <a:solidFill>
                  <a:srgbClr val="7352A3"/>
                </a:solidFill>
                <a:latin typeface="Yu Gothic"/>
                <a:ea typeface="Yu Gothic"/>
                <a:cs typeface="Yu Gothic"/>
              </a:defRPr>
            </a:lvl8pPr>
            <a:lvl9pPr algn="l">
              <a:buNone/>
              <a:defRPr sz="2475" b="1">
                <a:solidFill>
                  <a:srgbClr val="7352A3"/>
                </a:solidFill>
                <a:latin typeface="Yu Gothic"/>
                <a:ea typeface="Yu Gothic"/>
                <a:cs typeface="Yu Gothic"/>
              </a:defRPr>
            </a:lvl9pPr>
          </a:lstStyle>
          <a:p xmlns:a="http://schemas.openxmlformats.org/drawingml/2006/main">
            <a:pPr algn="l">
              <a:buNone/>
              <a:defRPr sz="2475" b="1">
                <a:solidFill>
                  <a:srgbClr val="7352A3"/>
                </a:solidFill>
                <a:latin typeface="Yu Gothic"/>
                <a:ea typeface="Yu Gothic"/>
                <a:cs typeface="Yu Gothic"/>
              </a:defRPr>
            </a:pPr>
            <a:r>
              <a:rPr sz="2475" b="1">
                <a:solidFill>
                  <a:srgbClr val="7352A3"/>
                </a:solidFill>
                <a:latin typeface="Yu Gothic"/>
                <a:ea typeface="Yu Gothic"/>
                <a:cs typeface="Yu Gothic"/>
              </a:rPr>
              <a:t>SFD</a:t>
            </a:r>
          </a:p>
        </p:txBody>
      </p:sp>
      <p:sp>
        <p:nvSpPr>
          <p:cNvPr id="37" name="">
            <a:extLst xmlns:a="http://schemas.openxmlformats.org/drawingml/2006/main">
              <a:ext uri="{FF2B5EF4-FFF2-40B4-BE49-F238E27FC236}">
                <a16:creationId xmlns:a16="http://schemas.microsoft.com/office/drawing/2014/main" id="{120B0876-505E-4CB8-B41A-3984D5251BD5}"/>
              </a:ext>
            </a:extLst>
          </p:cNvPr>
          <p:cNvSpPr>
            <a:spLocks xmlns:a="http://schemas.openxmlformats.org/drawingml/2006/main" noGrp="1"/>
          </p:cNvSpPr>
          <p:nvPr/>
        </p:nvSpPr>
        <p:spPr>
          <a:xfrm xmlns:a="http://schemas.openxmlformats.org/drawingml/2006/main">
            <a:off x="8905875" y="3724275"/>
            <a:ext cx="257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せん断力の分布</a:t>
            </a:r>
          </a:p>
        </p:txBody>
      </p:sp>
      <p:sp>
        <p:nvSpPr>
          <p:cNvPr id="38" name="">
            <a:extLst xmlns:a="http://schemas.openxmlformats.org/drawingml/2006/main">
              <a:ext uri="{FF2B5EF4-FFF2-40B4-BE49-F238E27FC236}">
                <a16:creationId xmlns:a16="http://schemas.microsoft.com/office/drawing/2014/main" id="{40CD1A96-B240-4DD2-8577-B550BC4243DE}"/>
              </a:ext>
            </a:extLst>
          </p:cNvPr>
          <p:cNvSpPr>
            <a:spLocks xmlns:a="http://schemas.openxmlformats.org/drawingml/2006/main" noGrp="1"/>
          </p:cNvSpPr>
          <p:nvPr/>
        </p:nvSpPr>
        <p:spPr>
          <a:xfrm xmlns:a="http://schemas.openxmlformats.org/drawingml/2006/main">
            <a:off x="8905875" y="4524375"/>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226FAE"/>
                </a:solidFill>
                <a:latin typeface="Yu Gothic"/>
                <a:ea typeface="Yu Gothic"/>
                <a:cs typeface="Yu Gothic"/>
              </a:defRPr>
            </a:defPPr>
            <a:lvl1pPr algn="l">
              <a:buNone/>
              <a:defRPr sz="2475" b="1">
                <a:solidFill>
                  <a:srgbClr val="226FAE"/>
                </a:solidFill>
                <a:latin typeface="Yu Gothic"/>
                <a:ea typeface="Yu Gothic"/>
                <a:cs typeface="Yu Gothic"/>
              </a:defRPr>
            </a:lvl1pPr>
            <a:lvl2pPr algn="l">
              <a:buNone/>
              <a:defRPr sz="2475" b="1">
                <a:solidFill>
                  <a:srgbClr val="226FAE"/>
                </a:solidFill>
                <a:latin typeface="Yu Gothic"/>
                <a:ea typeface="Yu Gothic"/>
                <a:cs typeface="Yu Gothic"/>
              </a:defRPr>
            </a:lvl2pPr>
            <a:lvl3pPr algn="l">
              <a:buNone/>
              <a:defRPr sz="2475" b="1">
                <a:solidFill>
                  <a:srgbClr val="226FAE"/>
                </a:solidFill>
                <a:latin typeface="Yu Gothic"/>
                <a:ea typeface="Yu Gothic"/>
                <a:cs typeface="Yu Gothic"/>
              </a:defRPr>
            </a:lvl3pPr>
            <a:lvl4pPr algn="l">
              <a:buNone/>
              <a:defRPr sz="2475" b="1">
                <a:solidFill>
                  <a:srgbClr val="226FAE"/>
                </a:solidFill>
                <a:latin typeface="Yu Gothic"/>
                <a:ea typeface="Yu Gothic"/>
                <a:cs typeface="Yu Gothic"/>
              </a:defRPr>
            </a:lvl4pPr>
            <a:lvl5pPr algn="l">
              <a:buNone/>
              <a:defRPr sz="2475" b="1">
                <a:solidFill>
                  <a:srgbClr val="226FAE"/>
                </a:solidFill>
                <a:latin typeface="Yu Gothic"/>
                <a:ea typeface="Yu Gothic"/>
                <a:cs typeface="Yu Gothic"/>
              </a:defRPr>
            </a:lvl5pPr>
            <a:lvl6pPr algn="l">
              <a:buNone/>
              <a:defRPr sz="2475" b="1">
                <a:solidFill>
                  <a:srgbClr val="226FAE"/>
                </a:solidFill>
                <a:latin typeface="Yu Gothic"/>
                <a:ea typeface="Yu Gothic"/>
                <a:cs typeface="Yu Gothic"/>
              </a:defRPr>
            </a:lvl6pPr>
            <a:lvl7pPr algn="l">
              <a:buNone/>
              <a:defRPr sz="2475" b="1">
                <a:solidFill>
                  <a:srgbClr val="226FAE"/>
                </a:solidFill>
                <a:latin typeface="Yu Gothic"/>
                <a:ea typeface="Yu Gothic"/>
                <a:cs typeface="Yu Gothic"/>
              </a:defRPr>
            </a:lvl7pPr>
            <a:lvl8pPr algn="l">
              <a:buNone/>
              <a:defRPr sz="2475" b="1">
                <a:solidFill>
                  <a:srgbClr val="226FAE"/>
                </a:solidFill>
                <a:latin typeface="Yu Gothic"/>
                <a:ea typeface="Yu Gothic"/>
                <a:cs typeface="Yu Gothic"/>
              </a:defRPr>
            </a:lvl8pPr>
            <a:lvl9pPr algn="l">
              <a:buNone/>
              <a:defRPr sz="2475" b="1">
                <a:solidFill>
                  <a:srgbClr val="226FAE"/>
                </a:solidFill>
                <a:latin typeface="Yu Gothic"/>
                <a:ea typeface="Yu Gothic"/>
                <a:cs typeface="Yu Gothic"/>
              </a:defRPr>
            </a:lvl9pPr>
          </a:lstStyle>
          <a:p xmlns:a="http://schemas.openxmlformats.org/drawingml/2006/main">
            <a:pPr algn="l">
              <a:buNone/>
              <a:defRPr sz="2475" b="1">
                <a:solidFill>
                  <a:srgbClr val="226FAE"/>
                </a:solidFill>
                <a:latin typeface="Yu Gothic"/>
                <a:ea typeface="Yu Gothic"/>
                <a:cs typeface="Yu Gothic"/>
              </a:defRPr>
            </a:pPr>
            <a:r>
              <a:rPr sz="2475" b="1">
                <a:solidFill>
                  <a:srgbClr val="226FAE"/>
                </a:solidFill>
                <a:latin typeface="Yu Gothic"/>
                <a:ea typeface="Yu Gothic"/>
                <a:cs typeface="Yu Gothic"/>
              </a:rPr>
              <a:t>BMD</a:t>
            </a:r>
          </a:p>
        </p:txBody>
      </p:sp>
      <p:sp>
        <p:nvSpPr>
          <p:cNvPr id="39" name="">
            <a:extLst xmlns:a="http://schemas.openxmlformats.org/drawingml/2006/main">
              <a:ext uri="{FF2B5EF4-FFF2-40B4-BE49-F238E27FC236}">
                <a16:creationId xmlns:a16="http://schemas.microsoft.com/office/drawing/2014/main" id="{000C5EEF-050D-4799-B9EB-A55CB6592F1F}"/>
              </a:ext>
            </a:extLst>
          </p:cNvPr>
          <p:cNvSpPr>
            <a:spLocks xmlns:a="http://schemas.openxmlformats.org/drawingml/2006/main" noGrp="1"/>
          </p:cNvSpPr>
          <p:nvPr/>
        </p:nvSpPr>
        <p:spPr>
          <a:xfrm xmlns:a="http://schemas.openxmlformats.org/drawingml/2006/main">
            <a:off x="8905875" y="49720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253C4D"/>
                </a:solidFill>
                <a:latin typeface="Yu Gothic"/>
                <a:ea typeface="Yu Gothic"/>
                <a:cs typeface="Yu Gothic"/>
              </a:defRPr>
            </a:defPPr>
            <a:lvl1pPr algn="l">
              <a:buNone/>
              <a:defRPr sz="1725" b="0">
                <a:solidFill>
                  <a:srgbClr val="253C4D"/>
                </a:solidFill>
                <a:latin typeface="Yu Gothic"/>
                <a:ea typeface="Yu Gothic"/>
                <a:cs typeface="Yu Gothic"/>
              </a:defRPr>
            </a:lvl1pPr>
            <a:lvl2pPr algn="l">
              <a:buNone/>
              <a:defRPr sz="1725" b="0">
                <a:solidFill>
                  <a:srgbClr val="253C4D"/>
                </a:solidFill>
                <a:latin typeface="Yu Gothic"/>
                <a:ea typeface="Yu Gothic"/>
                <a:cs typeface="Yu Gothic"/>
              </a:defRPr>
            </a:lvl2pPr>
            <a:lvl3pPr algn="l">
              <a:buNone/>
              <a:defRPr sz="1725" b="0">
                <a:solidFill>
                  <a:srgbClr val="253C4D"/>
                </a:solidFill>
                <a:latin typeface="Yu Gothic"/>
                <a:ea typeface="Yu Gothic"/>
                <a:cs typeface="Yu Gothic"/>
              </a:defRPr>
            </a:lvl3pPr>
            <a:lvl4pPr algn="l">
              <a:buNone/>
              <a:defRPr sz="1725" b="0">
                <a:solidFill>
                  <a:srgbClr val="253C4D"/>
                </a:solidFill>
                <a:latin typeface="Yu Gothic"/>
                <a:ea typeface="Yu Gothic"/>
                <a:cs typeface="Yu Gothic"/>
              </a:defRPr>
            </a:lvl4pPr>
            <a:lvl5pPr algn="l">
              <a:buNone/>
              <a:defRPr sz="1725" b="0">
                <a:solidFill>
                  <a:srgbClr val="253C4D"/>
                </a:solidFill>
                <a:latin typeface="Yu Gothic"/>
                <a:ea typeface="Yu Gothic"/>
                <a:cs typeface="Yu Gothic"/>
              </a:defRPr>
            </a:lvl5pPr>
            <a:lvl6pPr algn="l">
              <a:buNone/>
              <a:defRPr sz="1725" b="0">
                <a:solidFill>
                  <a:srgbClr val="253C4D"/>
                </a:solidFill>
                <a:latin typeface="Yu Gothic"/>
                <a:ea typeface="Yu Gothic"/>
                <a:cs typeface="Yu Gothic"/>
              </a:defRPr>
            </a:lvl6pPr>
            <a:lvl7pPr algn="l">
              <a:buNone/>
              <a:defRPr sz="1725" b="0">
                <a:solidFill>
                  <a:srgbClr val="253C4D"/>
                </a:solidFill>
                <a:latin typeface="Yu Gothic"/>
                <a:ea typeface="Yu Gothic"/>
                <a:cs typeface="Yu Gothic"/>
              </a:defRPr>
            </a:lvl7pPr>
            <a:lvl8pPr algn="l">
              <a:buNone/>
              <a:defRPr sz="1725" b="0">
                <a:solidFill>
                  <a:srgbClr val="253C4D"/>
                </a:solidFill>
                <a:latin typeface="Yu Gothic"/>
                <a:ea typeface="Yu Gothic"/>
                <a:cs typeface="Yu Gothic"/>
              </a:defRPr>
            </a:lvl8pPr>
            <a:lvl9pPr algn="l">
              <a:buNone/>
              <a:defRPr sz="1725" b="0">
                <a:solidFill>
                  <a:srgbClr val="253C4D"/>
                </a:solidFill>
                <a:latin typeface="Yu Gothic"/>
                <a:ea typeface="Yu Gothic"/>
                <a:cs typeface="Yu Gothic"/>
              </a:defRPr>
            </a:lvl9pPr>
          </a:lstStyle>
          <a:p xmlns:a="http://schemas.openxmlformats.org/drawingml/2006/main">
            <a:pPr algn="l">
              <a:buNone/>
              <a:defRPr sz="1725" b="0">
                <a:solidFill>
                  <a:srgbClr val="253C4D"/>
                </a:solidFill>
                <a:latin typeface="Yu Gothic"/>
                <a:ea typeface="Yu Gothic"/>
                <a:cs typeface="Yu Gothic"/>
              </a:defRPr>
            </a:pPr>
            <a:r>
              <a:rPr sz="1725" b="0">
                <a:solidFill>
                  <a:srgbClr val="253C4D"/>
                </a:solidFill>
                <a:latin typeface="Yu Gothic"/>
                <a:ea typeface="Yu Gothic"/>
                <a:cs typeface="Yu Gothic"/>
              </a:rPr>
              <a:t>曲げモーメントの分布</a:t>
            </a:r>
          </a:p>
        </p:txBody>
      </p:sp>
      <p:sp>
        <p:nvSpPr>
          <p:cNvPr id="42" name="">
            <a:extLst xmlns:a="http://schemas.openxmlformats.org/drawingml/2006/main">
              <a:ext uri="{FF2B5EF4-FFF2-40B4-BE49-F238E27FC236}">
                <a16:creationId xmlns:a16="http://schemas.microsoft.com/office/drawing/2014/main" id="{5F2B1093-7F79-4212-BD19-F3E5880D52E4}"/>
              </a:ext>
            </a:extLst>
          </p:cNvPr>
          <p:cNvSpPr>
            <a:spLocks xmlns:a="http://schemas.openxmlformats.org/drawingml/2006/main" noGrp="1"/>
          </p:cNvSpPr>
          <p:nvPr/>
        </p:nvSpPr>
        <p:spPr>
          <a:xfrm xmlns:a="http://schemas.openxmlformats.org/drawingml/2006/main">
            <a:off x="3119438" y="2476500"/>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3" name="">
            <a:extLst xmlns:a="http://schemas.openxmlformats.org/drawingml/2006/main">
              <a:ext uri="{FF2B5EF4-FFF2-40B4-BE49-F238E27FC236}">
                <a16:creationId xmlns:a16="http://schemas.microsoft.com/office/drawing/2014/main" id="{5AC7E470-0556-488F-A027-5AFF328658DD}"/>
              </a:ext>
            </a:extLst>
          </p:cNvPr>
          <p:cNvSpPr>
            <a:spLocks xmlns:a="http://schemas.openxmlformats.org/drawingml/2006/main" noGrp="1"/>
          </p:cNvSpPr>
          <p:nvPr/>
        </p:nvSpPr>
        <p:spPr>
          <a:xfrm xmlns:a="http://schemas.openxmlformats.org/drawingml/2006/main">
            <a:off x="3119438" y="2606146"/>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4" name="">
            <a:extLst xmlns:a="http://schemas.openxmlformats.org/drawingml/2006/main">
              <a:ext uri="{FF2B5EF4-FFF2-40B4-BE49-F238E27FC236}">
                <a16:creationId xmlns:a16="http://schemas.microsoft.com/office/drawing/2014/main" id="{D06A0D12-088E-4E2F-815A-EF8D387019B3}"/>
              </a:ext>
            </a:extLst>
          </p:cNvPr>
          <p:cNvSpPr>
            <a:spLocks xmlns:a="http://schemas.openxmlformats.org/drawingml/2006/main" noGrp="1"/>
          </p:cNvSpPr>
          <p:nvPr/>
        </p:nvSpPr>
        <p:spPr>
          <a:xfrm xmlns:a="http://schemas.openxmlformats.org/drawingml/2006/main">
            <a:off x="3119438" y="2735792"/>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5" name="">
            <a:extLst xmlns:a="http://schemas.openxmlformats.org/drawingml/2006/main">
              <a:ext uri="{FF2B5EF4-FFF2-40B4-BE49-F238E27FC236}">
                <a16:creationId xmlns:a16="http://schemas.microsoft.com/office/drawing/2014/main" id="{05F77E3D-9D61-4FDE-8569-A47D93F78AA4}"/>
              </a:ext>
            </a:extLst>
          </p:cNvPr>
          <p:cNvSpPr>
            <a:spLocks xmlns:a="http://schemas.openxmlformats.org/drawingml/2006/main" noGrp="1"/>
          </p:cNvSpPr>
          <p:nvPr/>
        </p:nvSpPr>
        <p:spPr>
          <a:xfrm xmlns:a="http://schemas.openxmlformats.org/drawingml/2006/main">
            <a:off x="3119438" y="2865438"/>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6" name="">
            <a:extLst xmlns:a="http://schemas.openxmlformats.org/drawingml/2006/main">
              <a:ext uri="{FF2B5EF4-FFF2-40B4-BE49-F238E27FC236}">
                <a16:creationId xmlns:a16="http://schemas.microsoft.com/office/drawing/2014/main" id="{7691BC3B-FF59-4CEE-B095-3C32F8053634}"/>
              </a:ext>
            </a:extLst>
          </p:cNvPr>
          <p:cNvSpPr>
            <a:spLocks xmlns:a="http://schemas.openxmlformats.org/drawingml/2006/main" noGrp="1"/>
          </p:cNvSpPr>
          <p:nvPr/>
        </p:nvSpPr>
        <p:spPr>
          <a:xfrm xmlns:a="http://schemas.openxmlformats.org/drawingml/2006/main">
            <a:off x="3119438" y="2995083"/>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7" name="">
            <a:extLst xmlns:a="http://schemas.openxmlformats.org/drawingml/2006/main">
              <a:ext uri="{FF2B5EF4-FFF2-40B4-BE49-F238E27FC236}">
                <a16:creationId xmlns:a16="http://schemas.microsoft.com/office/drawing/2014/main" id="{87A27A63-0479-4FAB-9B4C-19B68CC94D01}"/>
              </a:ext>
            </a:extLst>
          </p:cNvPr>
          <p:cNvSpPr>
            <a:spLocks xmlns:a="http://schemas.openxmlformats.org/drawingml/2006/main" noGrp="1"/>
          </p:cNvSpPr>
          <p:nvPr/>
        </p:nvSpPr>
        <p:spPr>
          <a:xfrm xmlns:a="http://schemas.openxmlformats.org/drawingml/2006/main">
            <a:off x="3119438" y="3124729"/>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8" name="">
            <a:extLst xmlns:a="http://schemas.openxmlformats.org/drawingml/2006/main">
              <a:ext uri="{FF2B5EF4-FFF2-40B4-BE49-F238E27FC236}">
                <a16:creationId xmlns:a16="http://schemas.microsoft.com/office/drawing/2014/main" id="{11AB35CD-0A74-440A-9933-AA2F6AD48B09}"/>
              </a:ext>
            </a:extLst>
          </p:cNvPr>
          <p:cNvSpPr>
            <a:spLocks xmlns:a="http://schemas.openxmlformats.org/drawingml/2006/main" noGrp="1"/>
          </p:cNvSpPr>
          <p:nvPr/>
        </p:nvSpPr>
        <p:spPr>
          <a:xfrm xmlns:a="http://schemas.openxmlformats.org/drawingml/2006/main">
            <a:off x="3119438" y="3254375"/>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49" name="">
            <a:extLst xmlns:a="http://schemas.openxmlformats.org/drawingml/2006/main">
              <a:ext uri="{FF2B5EF4-FFF2-40B4-BE49-F238E27FC236}">
                <a16:creationId xmlns:a16="http://schemas.microsoft.com/office/drawing/2014/main" id="{2D92295F-7A73-4B20-9D58-8E408642FD47}"/>
              </a:ext>
            </a:extLst>
          </p:cNvPr>
          <p:cNvSpPr>
            <a:spLocks xmlns:a="http://schemas.openxmlformats.org/drawingml/2006/main" noGrp="1"/>
          </p:cNvSpPr>
          <p:nvPr/>
        </p:nvSpPr>
        <p:spPr>
          <a:xfrm xmlns:a="http://schemas.openxmlformats.org/drawingml/2006/main">
            <a:off x="3119438" y="3384021"/>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0" name="">
            <a:extLst xmlns:a="http://schemas.openxmlformats.org/drawingml/2006/main">
              <a:ext uri="{FF2B5EF4-FFF2-40B4-BE49-F238E27FC236}">
                <a16:creationId xmlns:a16="http://schemas.microsoft.com/office/drawing/2014/main" id="{CDC9068A-4C70-4A04-A85A-48A8326DA330}"/>
              </a:ext>
            </a:extLst>
          </p:cNvPr>
          <p:cNvSpPr>
            <a:spLocks xmlns:a="http://schemas.openxmlformats.org/drawingml/2006/main" noGrp="1"/>
          </p:cNvSpPr>
          <p:nvPr/>
        </p:nvSpPr>
        <p:spPr>
          <a:xfrm xmlns:a="http://schemas.openxmlformats.org/drawingml/2006/main">
            <a:off x="3119438" y="3513667"/>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1" name="">
            <a:extLst xmlns:a="http://schemas.openxmlformats.org/drawingml/2006/main">
              <a:ext uri="{FF2B5EF4-FFF2-40B4-BE49-F238E27FC236}">
                <a16:creationId xmlns:a16="http://schemas.microsoft.com/office/drawing/2014/main" id="{80261DA1-08E5-472C-91EF-D880A40AFD57}"/>
              </a:ext>
            </a:extLst>
          </p:cNvPr>
          <p:cNvSpPr>
            <a:spLocks xmlns:a="http://schemas.openxmlformats.org/drawingml/2006/main" noGrp="1"/>
          </p:cNvSpPr>
          <p:nvPr/>
        </p:nvSpPr>
        <p:spPr>
          <a:xfrm xmlns:a="http://schemas.openxmlformats.org/drawingml/2006/main">
            <a:off x="3119438" y="3643313"/>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2" name="">
            <a:extLst xmlns:a="http://schemas.openxmlformats.org/drawingml/2006/main">
              <a:ext uri="{FF2B5EF4-FFF2-40B4-BE49-F238E27FC236}">
                <a16:creationId xmlns:a16="http://schemas.microsoft.com/office/drawing/2014/main" id="{B0424D4C-01ED-4039-9E22-1B3B0BE2EBFB}"/>
              </a:ext>
            </a:extLst>
          </p:cNvPr>
          <p:cNvSpPr>
            <a:spLocks xmlns:a="http://schemas.openxmlformats.org/drawingml/2006/main" noGrp="1"/>
          </p:cNvSpPr>
          <p:nvPr/>
        </p:nvSpPr>
        <p:spPr>
          <a:xfrm xmlns:a="http://schemas.openxmlformats.org/drawingml/2006/main">
            <a:off x="3119438" y="3772958"/>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3" name="">
            <a:extLst xmlns:a="http://schemas.openxmlformats.org/drawingml/2006/main">
              <a:ext uri="{FF2B5EF4-FFF2-40B4-BE49-F238E27FC236}">
                <a16:creationId xmlns:a16="http://schemas.microsoft.com/office/drawing/2014/main" id="{BBF2CCC9-D2F5-4142-BB70-140BE9DE80FC}"/>
              </a:ext>
            </a:extLst>
          </p:cNvPr>
          <p:cNvSpPr>
            <a:spLocks xmlns:a="http://schemas.openxmlformats.org/drawingml/2006/main" noGrp="1"/>
          </p:cNvSpPr>
          <p:nvPr/>
        </p:nvSpPr>
        <p:spPr>
          <a:xfrm xmlns:a="http://schemas.openxmlformats.org/drawingml/2006/main">
            <a:off x="3119438" y="3902604"/>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4" name="">
            <a:extLst xmlns:a="http://schemas.openxmlformats.org/drawingml/2006/main">
              <a:ext uri="{FF2B5EF4-FFF2-40B4-BE49-F238E27FC236}">
                <a16:creationId xmlns:a16="http://schemas.microsoft.com/office/drawing/2014/main" id="{EBBA4976-2275-49D0-9AFC-1B3355B42CFD}"/>
              </a:ext>
            </a:extLst>
          </p:cNvPr>
          <p:cNvSpPr>
            <a:spLocks xmlns:a="http://schemas.openxmlformats.org/drawingml/2006/main" noGrp="1"/>
          </p:cNvSpPr>
          <p:nvPr/>
        </p:nvSpPr>
        <p:spPr>
          <a:xfrm xmlns:a="http://schemas.openxmlformats.org/drawingml/2006/main">
            <a:off x="3119438" y="4032250"/>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5" name="">
            <a:extLst xmlns:a="http://schemas.openxmlformats.org/drawingml/2006/main">
              <a:ext uri="{FF2B5EF4-FFF2-40B4-BE49-F238E27FC236}">
                <a16:creationId xmlns:a16="http://schemas.microsoft.com/office/drawing/2014/main" id="{433512FF-6152-4F54-A939-72D2140F7550}"/>
              </a:ext>
            </a:extLst>
          </p:cNvPr>
          <p:cNvSpPr>
            <a:spLocks xmlns:a="http://schemas.openxmlformats.org/drawingml/2006/main" noGrp="1"/>
          </p:cNvSpPr>
          <p:nvPr/>
        </p:nvSpPr>
        <p:spPr>
          <a:xfrm xmlns:a="http://schemas.openxmlformats.org/drawingml/2006/main">
            <a:off x="3119438" y="4161896"/>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6" name="">
            <a:extLst xmlns:a="http://schemas.openxmlformats.org/drawingml/2006/main">
              <a:ext uri="{FF2B5EF4-FFF2-40B4-BE49-F238E27FC236}">
                <a16:creationId xmlns:a16="http://schemas.microsoft.com/office/drawing/2014/main" id="{C1599FDC-7BB0-4EA7-9028-3CCEC122C91E}"/>
              </a:ext>
            </a:extLst>
          </p:cNvPr>
          <p:cNvSpPr>
            <a:spLocks xmlns:a="http://schemas.openxmlformats.org/drawingml/2006/main" noGrp="1"/>
          </p:cNvSpPr>
          <p:nvPr/>
        </p:nvSpPr>
        <p:spPr>
          <a:xfrm xmlns:a="http://schemas.openxmlformats.org/drawingml/2006/main">
            <a:off x="3119438" y="4291542"/>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7" name="">
            <a:extLst xmlns:a="http://schemas.openxmlformats.org/drawingml/2006/main">
              <a:ext uri="{FF2B5EF4-FFF2-40B4-BE49-F238E27FC236}">
                <a16:creationId xmlns:a16="http://schemas.microsoft.com/office/drawing/2014/main" id="{FFB2A442-8A96-4FAD-9879-B77F5C74F99C}"/>
              </a:ext>
            </a:extLst>
          </p:cNvPr>
          <p:cNvSpPr>
            <a:spLocks xmlns:a="http://schemas.openxmlformats.org/drawingml/2006/main" noGrp="1"/>
          </p:cNvSpPr>
          <p:nvPr/>
        </p:nvSpPr>
        <p:spPr>
          <a:xfrm xmlns:a="http://schemas.openxmlformats.org/drawingml/2006/main">
            <a:off x="3119438" y="4421188"/>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8" name="">
            <a:extLst xmlns:a="http://schemas.openxmlformats.org/drawingml/2006/main">
              <a:ext uri="{FF2B5EF4-FFF2-40B4-BE49-F238E27FC236}">
                <a16:creationId xmlns:a16="http://schemas.microsoft.com/office/drawing/2014/main" id="{DA04E1E2-5DB7-4EAE-B77D-D210DDE41A6E}"/>
              </a:ext>
            </a:extLst>
          </p:cNvPr>
          <p:cNvSpPr>
            <a:spLocks xmlns:a="http://schemas.openxmlformats.org/drawingml/2006/main" noGrp="1"/>
          </p:cNvSpPr>
          <p:nvPr/>
        </p:nvSpPr>
        <p:spPr>
          <a:xfrm xmlns:a="http://schemas.openxmlformats.org/drawingml/2006/main">
            <a:off x="3119438" y="4550833"/>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59" name="">
            <a:extLst xmlns:a="http://schemas.openxmlformats.org/drawingml/2006/main">
              <a:ext uri="{FF2B5EF4-FFF2-40B4-BE49-F238E27FC236}">
                <a16:creationId xmlns:a16="http://schemas.microsoft.com/office/drawing/2014/main" id="{31760ED6-1636-4909-95D8-63A808F988CF}"/>
              </a:ext>
            </a:extLst>
          </p:cNvPr>
          <p:cNvSpPr>
            <a:spLocks xmlns:a="http://schemas.openxmlformats.org/drawingml/2006/main" noGrp="1"/>
          </p:cNvSpPr>
          <p:nvPr/>
        </p:nvSpPr>
        <p:spPr>
          <a:xfrm xmlns:a="http://schemas.openxmlformats.org/drawingml/2006/main">
            <a:off x="3119438" y="4680479"/>
            <a:ext cx="9525" cy="71305"/>
          </a:xfrm>
          <a:custGeom xmlns:a="http://schemas.openxmlformats.org/drawingml/2006/main">
            <a:pathLst>
              <a:path w="9525" h="71305">
                <a:moveTo>
                  <a:pt x="0" y="0"/>
                </a:moveTo>
                <a:lnTo>
                  <a:pt x="0" y="71305"/>
                </a:lnTo>
              </a:path>
            </a:pathLst>
          </a:custGeom>
          <a:noFill xmlns:a="http://schemas.openxmlformats.org/drawingml/2006/main"/>
          <a:ln xmlns:a="http://schemas.openxmlformats.org/drawingml/2006/main" w="11430">
            <a:solidFill>
              <a:srgbClr val="087E8B"/>
            </a:solidFill>
          </a:ln>
        </p:spPr>
      </p:sp>
      <p:sp>
        <p:nvSpPr>
          <p:cNvPr id="60" name="">
            <a:extLst xmlns:a="http://schemas.openxmlformats.org/drawingml/2006/main">
              <a:ext uri="{FF2B5EF4-FFF2-40B4-BE49-F238E27FC236}">
                <a16:creationId xmlns:a16="http://schemas.microsoft.com/office/drawing/2014/main" id="{430F034E-81B9-4B7C-9F3C-E854619239C8}"/>
              </a:ext>
            </a:extLst>
          </p:cNvPr>
          <p:cNvSpPr>
            <a:spLocks xmlns:a="http://schemas.openxmlformats.org/drawingml/2006/main" noGrp="1"/>
          </p:cNvSpPr>
          <p:nvPr/>
        </p:nvSpPr>
        <p:spPr>
          <a:xfrm xmlns:a="http://schemas.openxmlformats.org/drawingml/2006/main">
            <a:off x="3071813" y="323850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87E8B"/>
            </a:solidFill>
          </a:ln>
        </p:spPr>
      </p:sp>
      <p:sp>
        <p:nvSpPr>
          <p:cNvPr id="61" name="">
            <a:extLst xmlns:a="http://schemas.openxmlformats.org/drawingml/2006/main">
              <a:ext uri="{FF2B5EF4-FFF2-40B4-BE49-F238E27FC236}">
                <a16:creationId xmlns:a16="http://schemas.microsoft.com/office/drawing/2014/main" id="{47387B41-A934-4EEC-A78B-27D776B306B6}"/>
              </a:ext>
            </a:extLst>
          </p:cNvPr>
          <p:cNvSpPr>
            <a:spLocks xmlns:a="http://schemas.openxmlformats.org/drawingml/2006/main" noGrp="1"/>
          </p:cNvSpPr>
          <p:nvPr/>
        </p:nvSpPr>
        <p:spPr>
          <a:xfrm xmlns:a="http://schemas.openxmlformats.org/drawingml/2006/main">
            <a:off x="3071813" y="48196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87E8B"/>
            </a:solidFill>
          </a:ln>
        </p:spPr>
      </p:sp>
      <p:sp>
        <p:nvSpPr>
          <p:cNvPr id="62" name="">
            <a:extLst xmlns:a="http://schemas.openxmlformats.org/drawingml/2006/main">
              <a:ext uri="{FF2B5EF4-FFF2-40B4-BE49-F238E27FC236}">
                <a16:creationId xmlns:a16="http://schemas.microsoft.com/office/drawing/2014/main" id="{6E625939-5AF1-4C89-934F-88F2059AAB4A}"/>
              </a:ext>
            </a:extLst>
          </p:cNvPr>
          <p:cNvSpPr>
            <a:spLocks xmlns:a="http://schemas.openxmlformats.org/drawingml/2006/main" noGrp="1"/>
          </p:cNvSpPr>
          <p:nvPr/>
        </p:nvSpPr>
        <p:spPr>
          <a:xfrm xmlns:a="http://schemas.openxmlformats.org/drawingml/2006/main">
            <a:off x="1952625" y="5476875"/>
            <a:ext cx="352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087E8B"/>
                </a:solidFill>
                <a:latin typeface="Yu Gothic"/>
                <a:ea typeface="Yu Gothic"/>
                <a:cs typeface="Yu Gothic"/>
              </a:defRPr>
            </a:defPPr>
            <a:lvl1pPr>
              <a:buNone/>
              <a:defRPr sz="1725" b="1">
                <a:solidFill>
                  <a:srgbClr val="087E8B"/>
                </a:solidFill>
                <a:latin typeface="Yu Gothic"/>
                <a:ea typeface="Yu Gothic"/>
                <a:cs typeface="Yu Gothic"/>
              </a:defRPr>
            </a:lvl1pPr>
            <a:lvl2pPr>
              <a:buNone/>
              <a:defRPr sz="1725" b="1">
                <a:solidFill>
                  <a:srgbClr val="087E8B"/>
                </a:solidFill>
                <a:latin typeface="Yu Gothic"/>
                <a:ea typeface="Yu Gothic"/>
                <a:cs typeface="Yu Gothic"/>
              </a:defRPr>
            </a:lvl2pPr>
            <a:lvl3pPr>
              <a:buNone/>
              <a:defRPr sz="1725" b="1">
                <a:solidFill>
                  <a:srgbClr val="087E8B"/>
                </a:solidFill>
                <a:latin typeface="Yu Gothic"/>
                <a:ea typeface="Yu Gothic"/>
                <a:cs typeface="Yu Gothic"/>
              </a:defRPr>
            </a:lvl3pPr>
            <a:lvl4pPr>
              <a:buNone/>
              <a:defRPr sz="1725" b="1">
                <a:solidFill>
                  <a:srgbClr val="087E8B"/>
                </a:solidFill>
                <a:latin typeface="Yu Gothic"/>
                <a:ea typeface="Yu Gothic"/>
                <a:cs typeface="Yu Gothic"/>
              </a:defRPr>
            </a:lvl4pPr>
            <a:lvl5pPr>
              <a:buNone/>
              <a:defRPr sz="1725" b="1">
                <a:solidFill>
                  <a:srgbClr val="087E8B"/>
                </a:solidFill>
                <a:latin typeface="Yu Gothic"/>
                <a:ea typeface="Yu Gothic"/>
                <a:cs typeface="Yu Gothic"/>
              </a:defRPr>
            </a:lvl5pPr>
            <a:lvl6pPr>
              <a:buNone/>
              <a:defRPr sz="1725" b="1">
                <a:solidFill>
                  <a:srgbClr val="087E8B"/>
                </a:solidFill>
                <a:latin typeface="Yu Gothic"/>
                <a:ea typeface="Yu Gothic"/>
                <a:cs typeface="Yu Gothic"/>
              </a:defRPr>
            </a:lvl6pPr>
            <a:lvl7pPr>
              <a:buNone/>
              <a:defRPr sz="1725" b="1">
                <a:solidFill>
                  <a:srgbClr val="087E8B"/>
                </a:solidFill>
                <a:latin typeface="Yu Gothic"/>
                <a:ea typeface="Yu Gothic"/>
                <a:cs typeface="Yu Gothic"/>
              </a:defRPr>
            </a:lvl7pPr>
            <a:lvl8pPr>
              <a:buNone/>
              <a:defRPr sz="1725" b="1">
                <a:solidFill>
                  <a:srgbClr val="087E8B"/>
                </a:solidFill>
                <a:latin typeface="Yu Gothic"/>
                <a:ea typeface="Yu Gothic"/>
                <a:cs typeface="Yu Gothic"/>
              </a:defRPr>
            </a:lvl8pPr>
            <a:lvl9pPr>
              <a:buNone/>
              <a:defRPr sz="1725" b="1">
                <a:solidFill>
                  <a:srgbClr val="087E8B"/>
                </a:solidFill>
                <a:latin typeface="Yu Gothic"/>
                <a:ea typeface="Yu Gothic"/>
                <a:cs typeface="Yu Gothic"/>
              </a:defRPr>
            </a:lvl9pPr>
          </a:lstStyle>
          <a:p xmlns:a="http://schemas.openxmlformats.org/drawingml/2006/main">
            <a:pPr>
              <a:buNone/>
              <a:defRPr sz="1725" b="1">
                <a:solidFill>
                  <a:srgbClr val="087E8B"/>
                </a:solidFill>
                <a:latin typeface="Yu Gothic"/>
                <a:ea typeface="Yu Gothic"/>
                <a:cs typeface="Yu Gothic"/>
              </a:defRPr>
            </a:pPr>
            <a:r>
              <a:rPr sz="1725" b="1">
                <a:solidFill>
                  <a:srgbClr val="087E8B"/>
                </a:solidFill>
                <a:latin typeface="Yu Gothic"/>
                <a:ea typeface="Yu Gothic"/>
                <a:cs typeface="Yu Gothic"/>
              </a:rPr>
              <a:t>x = 0.30 m</a:t>
            </a:r>
          </a:p>
        </p:txBody>
      </p:sp>
      <p:sp>
        <p:nvSpPr>
          <p:cNvPr id="63" name="">
            <a:extLst xmlns:a="http://schemas.openxmlformats.org/drawingml/2006/main">
              <a:ext uri="{FF2B5EF4-FFF2-40B4-BE49-F238E27FC236}">
                <a16:creationId xmlns:a16="http://schemas.microsoft.com/office/drawing/2014/main" id="{485440FA-76E2-4C69-95DE-2E7303F7EB46}"/>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x = 0.30 mでV = ＋100 N、M = 30 N·m。荷重点x = 0.60 mでMは最大60 N·m。</a:t>
            </a:r>
          </a:p>
        </p:txBody>
      </p:sp>
    </p:spTree>
    <p:extLst>
      <p:ext uri="{BB962C8B-B14F-4D97-AF65-F5344CB8AC3E}">
        <p14:creationId xmlns:p14="http://schemas.microsoft.com/office/powerpoint/2010/main" val="111121577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BE8361-0CC5-45A6-BAAE-C4663FD7706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点データと、不連続な線図</a:t>
            </a:r>
          </a:p>
        </p:txBody>
      </p:sp>
      <p:sp>
        <p:nvSpPr>
          <p:cNvPr id="2" name="">
            <a:extLst xmlns:a="http://schemas.openxmlformats.org/drawingml/2006/main">
              <a:ext uri="{FF2B5EF4-FFF2-40B4-BE49-F238E27FC236}">
                <a16:creationId xmlns:a16="http://schemas.microsoft.com/office/drawing/2014/main" id="{D5BA8A08-B09C-4CA1-BC87-1F4476BA159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BE62A85-7214-4830-AFB3-E967DA2CBBF7}"/>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6" name="">
            <a:extLst xmlns:a="http://schemas.openxmlformats.org/drawingml/2006/main">
              <a:ext uri="{FF2B5EF4-FFF2-40B4-BE49-F238E27FC236}">
                <a16:creationId xmlns:a16="http://schemas.microsoft.com/office/drawing/2014/main" id="{9920A33B-21BA-4B91-B67D-4DCEDE0E007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49</a:t>
            </a:r>
          </a:p>
        </p:txBody>
      </p:sp>
      <p:graphicFrame>
        <p:nvGraphicFramePr>
          <p:cNvPr id="8" name="">
            <a:extLst xmlns:a="http://schemas.openxmlformats.org/drawingml/2006/main">
              <a:ext uri="{FF2B5EF4-FFF2-40B4-BE49-F238E27FC236}">
                <a16:creationId xmlns:a16="http://schemas.microsoft.com/office/drawing/2014/main" id="{704B40DD-1F55-4E5B-925D-9D43A0284572}"/>
              </a:ext>
            </a:extLst>
          </p:cNvPr>
          <p:cNvGraphicFramePr/>
          <p:nvPr/>
        </p:nvGraphicFramePr>
        <p:xfrm>
          <a:off xmlns:a="http://schemas.openxmlformats.org/drawingml/2006/main" x="714375" y="1809750"/>
          <a:ext xmlns:a="http://schemas.openxmlformats.org/drawingml/2006/main" cx="5095875" cy="2667000"/>
        </p:xfrm>
        <a:graphic xmlns:a="http://schemas.openxmlformats.org/drawingml/2006/main">
          <a:graphicData uri="http://schemas.openxmlformats.org/drawingml/2006/table">
            <a:tbl>
              <a:tblPr/>
              <a:tblGrid>
                <a:gridCol w="2047875"/>
                <a:gridCol w="1381125"/>
                <a:gridCol w="1666875"/>
              </a:tblGrid>
              <a:tr h="533400">
                <a:tc>
                  <a:txBody>
                    <a:bodyPr lIns="47625" tIns="47625" rIns="47625" bIns="47625"/>
                    <a:lstStyle/>
                    <a:p>
                      <a:r>
                        <a:rPr sz="1725" b="1">
                          <a:solidFill>
                            <a:srgbClr val="FFFFFF"/>
                          </a:solidFill>
                          <a:latin typeface="Yu Gothic"/>
                          <a:ea typeface="Yu Gothic"/>
                          <a:cs typeface="Yu Gothic"/>
                        </a:rPr>
                        <a:t>位置 x / m</a:t>
                      </a:r>
                    </a:p>
                  </a:txBody>
                  <a:tcPr marL="91440" marR="91440" marT="45720" marB="45720">
                    <a:solidFill>
                      <a:srgbClr val="193B59"/>
                    </a:solidFill>
                  </a:tcPr>
                </a:tc>
                <a:tc>
                  <a:txBody>
                    <a:bodyPr lIns="47625" tIns="47625" rIns="47625" bIns="47625"/>
                    <a:lstStyle/>
                    <a:p>
                      <a:r>
                        <a:rPr sz="1725" b="1">
                          <a:solidFill>
                            <a:srgbClr val="FFFFFF"/>
                          </a:solidFill>
                          <a:latin typeface="Yu Gothic"/>
                          <a:ea typeface="Yu Gothic"/>
                          <a:cs typeface="Yu Gothic"/>
                        </a:rPr>
                        <a:t>V / N</a:t>
                      </a:r>
                    </a:p>
                  </a:txBody>
                  <a:tcPr marL="91440" marR="91440" marT="45720" marB="45720">
                    <a:solidFill>
                      <a:srgbClr val="193B59"/>
                    </a:solidFill>
                  </a:tcPr>
                </a:tc>
                <a:tc>
                  <a:txBody>
                    <a:bodyPr lIns="47625" tIns="47625" rIns="47625" bIns="47625"/>
                    <a:lstStyle/>
                    <a:p>
                      <a:r>
                        <a:rPr sz="1725" b="1">
                          <a:solidFill>
                            <a:srgbClr val="FFFFFF"/>
                          </a:solidFill>
                          <a:latin typeface="Yu Gothic"/>
                          <a:ea typeface="Yu Gothic"/>
                          <a:cs typeface="Yu Gothic"/>
                        </a:rPr>
                        <a:t>M / (N·m)</a:t>
                      </a:r>
                    </a:p>
                  </a:txBody>
                  <a:tcPr marL="91440" marR="91440" marT="45720" marB="45720">
                    <a:solidFill>
                      <a:srgbClr val="193B59"/>
                    </a:solidFill>
                  </a:tcPr>
                </a:tc>
              </a:tr>
              <a:tr h="533400">
                <a:tc>
                  <a:txBody>
                    <a:bodyPr lIns="47625" tIns="47625" rIns="47625" bIns="47625"/>
                    <a:lstStyle/>
                    <a:p>
                      <a:r>
                        <a:rPr sz="1725" b="0">
                          <a:solidFill>
                            <a:srgbClr val="263D4D"/>
                          </a:solidFill>
                          <a:latin typeface="Yu Gothic"/>
                          <a:ea typeface="Yu Gothic"/>
                          <a:cs typeface="Yu Gothic"/>
                        </a:rPr>
                        <a:t>0.59</a:t>
                      </a:r>
                    </a:p>
                  </a:txBody>
                  <a:tcPr marL="91440" marR="91440" marT="45720" marB="45720">
                    <a:solidFill>
                      <a:srgbClr val="E8F0F4"/>
                    </a:solidFill>
                  </a:tcPr>
                </a:tc>
                <a:tc>
                  <a:txBody>
                    <a:bodyPr lIns="47625" tIns="47625" rIns="47625" bIns="47625"/>
                    <a:lstStyle/>
                    <a:p>
                      <a:r>
                        <a:rPr sz="1725" b="0">
                          <a:solidFill>
                            <a:srgbClr val="263D4D"/>
                          </a:solidFill>
                          <a:latin typeface="Yu Gothic"/>
                          <a:ea typeface="Yu Gothic"/>
                          <a:cs typeface="Yu Gothic"/>
                        </a:rPr>
                        <a:t>＋100</a:t>
                      </a:r>
                    </a:p>
                  </a:txBody>
                  <a:tcPr marL="91440" marR="91440" marT="45720" marB="45720">
                    <a:solidFill>
                      <a:srgbClr val="E8F0F4"/>
                    </a:solidFill>
                  </a:tcPr>
                </a:tc>
                <a:tc>
                  <a:txBody>
                    <a:bodyPr lIns="47625" tIns="47625" rIns="47625" bIns="47625"/>
                    <a:lstStyle/>
                    <a:p>
                      <a:r>
                        <a:rPr sz="1725" b="0">
                          <a:solidFill>
                            <a:srgbClr val="263D4D"/>
                          </a:solidFill>
                          <a:latin typeface="Yu Gothic"/>
                          <a:ea typeface="Yu Gothic"/>
                          <a:cs typeface="Yu Gothic"/>
                        </a:rPr>
                        <a:t>59</a:t>
                      </a:r>
                    </a:p>
                  </a:txBody>
                  <a:tcPr marL="91440" marR="91440" marT="45720" marB="45720">
                    <a:solidFill>
                      <a:srgbClr val="E8F0F4"/>
                    </a:solidFill>
                  </a:tcPr>
                </a:tc>
              </a:tr>
              <a:tr h="533400">
                <a:tc>
                  <a:txBody>
                    <a:bodyPr lIns="47625" tIns="47625" rIns="47625" bIns="47625"/>
                    <a:lstStyle/>
                    <a:p>
                      <a:r>
                        <a:rPr sz="1725" b="0">
                          <a:solidFill>
                            <a:srgbClr val="263D4D"/>
                          </a:solidFill>
                          <a:latin typeface="Yu Gothic"/>
                          <a:ea typeface="Yu Gothic"/>
                          <a:cs typeface="Yu Gothic"/>
                        </a:rPr>
                        <a:t>0.60の直前</a:t>
                      </a:r>
                    </a:p>
                  </a:txBody>
                  <a:tcPr marL="91440" marR="91440" marT="45720" marB="45720">
                    <a:solidFill>
                      <a:srgbClr val="FFFFFF"/>
                    </a:solidFill>
                  </a:tcPr>
                </a:tc>
                <a:tc>
                  <a:txBody>
                    <a:bodyPr lIns="47625" tIns="47625" rIns="47625" bIns="47625"/>
                    <a:lstStyle/>
                    <a:p>
                      <a:r>
                        <a:rPr sz="1725" b="0">
                          <a:solidFill>
                            <a:srgbClr val="263D4D"/>
                          </a:solidFill>
                          <a:latin typeface="Yu Gothic"/>
                          <a:ea typeface="Yu Gothic"/>
                          <a:cs typeface="Yu Gothic"/>
                        </a:rPr>
                        <a:t>＋100</a:t>
                      </a:r>
                    </a:p>
                  </a:txBody>
                  <a:tcPr marL="91440" marR="91440" marT="45720" marB="45720">
                    <a:solidFill>
                      <a:srgbClr val="FFFFFF"/>
                    </a:solidFill>
                  </a:tcPr>
                </a:tc>
                <a:tc>
                  <a:txBody>
                    <a:bodyPr lIns="47625" tIns="47625" rIns="47625" bIns="47625"/>
                    <a:lstStyle/>
                    <a:p>
                      <a:r>
                        <a:rPr sz="1725" b="0">
                          <a:solidFill>
                            <a:srgbClr val="263D4D"/>
                          </a:solidFill>
                          <a:latin typeface="Yu Gothic"/>
                          <a:ea typeface="Yu Gothic"/>
                          <a:cs typeface="Yu Gothic"/>
                        </a:rPr>
                        <a:t>60</a:t>
                      </a:r>
                    </a:p>
                  </a:txBody>
                  <a:tcPr marL="91440" marR="91440" marT="45720" marB="45720">
                    <a:solidFill>
                      <a:srgbClr val="FFFFFF"/>
                    </a:solidFill>
                  </a:tcPr>
                </a:tc>
              </a:tr>
              <a:tr h="533400">
                <a:tc>
                  <a:txBody>
                    <a:bodyPr lIns="47625" tIns="47625" rIns="47625" bIns="47625"/>
                    <a:lstStyle/>
                    <a:p>
                      <a:r>
                        <a:rPr sz="1725" b="0">
                          <a:solidFill>
                            <a:srgbClr val="263D4D"/>
                          </a:solidFill>
                          <a:latin typeface="Yu Gothic"/>
                          <a:ea typeface="Yu Gothic"/>
                          <a:cs typeface="Yu Gothic"/>
                        </a:rPr>
                        <a:t>0.60の直後</a:t>
                      </a:r>
                    </a:p>
                  </a:txBody>
                  <a:tcPr marL="91440" marR="91440" marT="45720" marB="45720">
                    <a:solidFill>
                      <a:srgbClr val="E8F0F4"/>
                    </a:solidFill>
                  </a:tcPr>
                </a:tc>
                <a:tc>
                  <a:txBody>
                    <a:bodyPr lIns="47625" tIns="47625" rIns="47625" bIns="47625"/>
                    <a:lstStyle/>
                    <a:p>
                      <a:r>
                        <a:rPr sz="1725" b="0">
                          <a:solidFill>
                            <a:srgbClr val="263D4D"/>
                          </a:solidFill>
                          <a:latin typeface="Yu Gothic"/>
                          <a:ea typeface="Yu Gothic"/>
                          <a:cs typeface="Yu Gothic"/>
                        </a:rPr>
                        <a:t>−100</a:t>
                      </a:r>
                    </a:p>
                  </a:txBody>
                  <a:tcPr marL="91440" marR="91440" marT="45720" marB="45720">
                    <a:solidFill>
                      <a:srgbClr val="E8F0F4"/>
                    </a:solidFill>
                  </a:tcPr>
                </a:tc>
                <a:tc>
                  <a:txBody>
                    <a:bodyPr lIns="47625" tIns="47625" rIns="47625" bIns="47625"/>
                    <a:lstStyle/>
                    <a:p>
                      <a:r>
                        <a:rPr sz="1725" b="0">
                          <a:solidFill>
                            <a:srgbClr val="263D4D"/>
                          </a:solidFill>
                          <a:latin typeface="Yu Gothic"/>
                          <a:ea typeface="Yu Gothic"/>
                          <a:cs typeface="Yu Gothic"/>
                        </a:rPr>
                        <a:t>60</a:t>
                      </a:r>
                    </a:p>
                  </a:txBody>
                  <a:tcPr marL="91440" marR="91440" marT="45720" marB="45720">
                    <a:solidFill>
                      <a:srgbClr val="E8F0F4"/>
                    </a:solidFill>
                  </a:tcPr>
                </a:tc>
              </a:tr>
              <a:tr h="533400">
                <a:tc>
                  <a:txBody>
                    <a:bodyPr lIns="47625" tIns="47625" rIns="47625" bIns="47625"/>
                    <a:lstStyle/>
                    <a:p>
                      <a:r>
                        <a:rPr sz="1725" b="0">
                          <a:solidFill>
                            <a:srgbClr val="263D4D"/>
                          </a:solidFill>
                          <a:latin typeface="Yu Gothic"/>
                          <a:ea typeface="Yu Gothic"/>
                          <a:cs typeface="Yu Gothic"/>
                        </a:rPr>
                        <a:t>0.61</a:t>
                      </a:r>
                    </a:p>
                  </a:txBody>
                  <a:tcPr marL="91440" marR="91440" marT="45720" marB="45720">
                    <a:solidFill>
                      <a:srgbClr val="FFFFFF"/>
                    </a:solidFill>
                  </a:tcPr>
                </a:tc>
                <a:tc>
                  <a:txBody>
                    <a:bodyPr lIns="47625" tIns="47625" rIns="47625" bIns="47625"/>
                    <a:lstStyle/>
                    <a:p>
                      <a:r>
                        <a:rPr sz="1725" b="0">
                          <a:solidFill>
                            <a:srgbClr val="263D4D"/>
                          </a:solidFill>
                          <a:latin typeface="Yu Gothic"/>
                          <a:ea typeface="Yu Gothic"/>
                          <a:cs typeface="Yu Gothic"/>
                        </a:rPr>
                        <a:t>−100</a:t>
                      </a:r>
                    </a:p>
                  </a:txBody>
                  <a:tcPr marL="91440" marR="91440" marT="45720" marB="45720">
                    <a:solidFill>
                      <a:srgbClr val="FFFFFF"/>
                    </a:solidFill>
                  </a:tcPr>
                </a:tc>
                <a:tc>
                  <a:txBody>
                    <a:bodyPr lIns="47625" tIns="47625" rIns="47625" bIns="47625"/>
                    <a:lstStyle/>
                    <a:p>
                      <a:r>
                        <a:rPr sz="1725" b="0">
                          <a:solidFill>
                            <a:srgbClr val="263D4D"/>
                          </a:solidFill>
                          <a:latin typeface="Yu Gothic"/>
                          <a:ea typeface="Yu Gothic"/>
                          <a:cs typeface="Yu Gothic"/>
                        </a:rPr>
                        <a:t>59</a:t>
                      </a:r>
                    </a:p>
                  </a:txBody>
                  <a:tcPr marL="91440" marR="91440" marT="45720" marB="45720">
                    <a:solidFill>
                      <a:srgbClr val="FFFFFF"/>
                    </a:solidFill>
                  </a:tcPr>
                </a:tc>
              </a:tr>
            </a:tbl>
          </a:graphicData>
        </a:graphic>
      </p:graphicFrame>
      <p:graphicFrame>
        <p:nvGraphicFramePr>
          <p:cNvPr id="9" name="Chart">
            <a:extLst xmlns:a="http://schemas.openxmlformats.org/drawingml/2006/main">
              <a:ext uri="{FF2B5EF4-FFF2-40B4-BE49-F238E27FC236}">
                <a16:creationId xmlns:a16="http://schemas.microsoft.com/office/drawing/2014/main" id="{CD1A7175-1F27-4DA3-9B1E-5E2B1F15819B}"/>
              </a:ext>
            </a:extLst>
          </p:cNvPr>
          <p:cNvGraphicFramePr/>
          <p:nvPr/>
        </p:nvGraphicFramePr>
        <p:xfrm>
          <a:off xmlns:a="http://schemas.openxmlformats.org/drawingml/2006/main" x="6191250" y="1666875"/>
          <a:ext xmlns:a="http://schemas.openxmlformats.org/drawingml/2006/main" cx="5334000" cy="3619500"/>
        </p:xfrm>
        <a:graphic xmlns:a="http://schemas.openxmlformats.org/drawingml/2006/main">
          <a:graphicData uri="http://schemas.openxmlformats.org/drawingml/2006/chart">
            <c:chart xmlns:r="http://schemas.openxmlformats.org/officeDocument/2006/relationships" xmlns:c="http://schemas.openxmlformats.org/drawingml/2006/chart" r:id="R159fa40757844f8e"/>
          </a:graphicData>
        </a:graphic>
      </p:graphicFrame>
      <p:sp>
        <p:nvSpPr>
          <p:cNvPr id="10" name="">
            <a:extLst xmlns:a="http://schemas.openxmlformats.org/drawingml/2006/main">
              <a:ext uri="{FF2B5EF4-FFF2-40B4-BE49-F238E27FC236}">
                <a16:creationId xmlns:a16="http://schemas.microsoft.com/office/drawing/2014/main" id="{4FC5B177-5331-4C21-A896-F06111316460}"/>
              </a:ext>
            </a:extLst>
          </p:cNvPr>
          <p:cNvSpPr>
            <a:spLocks xmlns:a="http://schemas.openxmlformats.org/drawingml/2006/main" noGrp="1"/>
          </p:cNvSpPr>
          <p:nvPr/>
        </p:nvSpPr>
        <p:spPr>
          <a:xfrm xmlns:a="http://schemas.openxmlformats.org/drawingml/2006/main">
            <a:off x="762000" y="47148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defRPr sz="1950" b="1">
                <a:solidFill>
                  <a:srgbClr val="2876A8"/>
                </a:solidFill>
                <a:latin typeface="Yu Gothic"/>
                <a:ea typeface="Yu Gothic"/>
                <a:cs typeface="Yu Gothic"/>
              </a:defRPr>
            </a:lvl1pPr>
            <a:lvl2pPr>
              <a:defRPr sz="1950" b="1">
                <a:solidFill>
                  <a:srgbClr val="2876A8"/>
                </a:solidFill>
                <a:latin typeface="Yu Gothic"/>
                <a:ea typeface="Yu Gothic"/>
                <a:cs typeface="Yu Gothic"/>
              </a:defRPr>
            </a:lvl2pPr>
            <a:lvl3pPr>
              <a:defRPr sz="1950" b="1">
                <a:solidFill>
                  <a:srgbClr val="2876A8"/>
                </a:solidFill>
                <a:latin typeface="Yu Gothic"/>
                <a:ea typeface="Yu Gothic"/>
                <a:cs typeface="Yu Gothic"/>
              </a:defRPr>
            </a:lvl3pPr>
            <a:lvl4pPr>
              <a:defRPr sz="1950" b="1">
                <a:solidFill>
                  <a:srgbClr val="2876A8"/>
                </a:solidFill>
                <a:latin typeface="Yu Gothic"/>
                <a:ea typeface="Yu Gothic"/>
                <a:cs typeface="Yu Gothic"/>
              </a:defRPr>
            </a:lvl4pPr>
            <a:lvl5pPr>
              <a:defRPr sz="1950" b="1">
                <a:solidFill>
                  <a:srgbClr val="2876A8"/>
                </a:solidFill>
                <a:latin typeface="Yu Gothic"/>
                <a:ea typeface="Yu Gothic"/>
                <a:cs typeface="Yu Gothic"/>
              </a:defRPr>
            </a:lvl5pPr>
            <a:lvl6pPr>
              <a:defRPr sz="1950" b="1">
                <a:solidFill>
                  <a:srgbClr val="2876A8"/>
                </a:solidFill>
                <a:latin typeface="Yu Gothic"/>
                <a:ea typeface="Yu Gothic"/>
                <a:cs typeface="Yu Gothic"/>
              </a:defRPr>
            </a:lvl6pPr>
            <a:lvl7pPr>
              <a:defRPr sz="1950" b="1">
                <a:solidFill>
                  <a:srgbClr val="2876A8"/>
                </a:solidFill>
                <a:latin typeface="Yu Gothic"/>
                <a:ea typeface="Yu Gothic"/>
                <a:cs typeface="Yu Gothic"/>
              </a:defRPr>
            </a:lvl7pPr>
            <a:lvl8pPr>
              <a:defRPr sz="1950" b="1">
                <a:solidFill>
                  <a:srgbClr val="2876A8"/>
                </a:solidFill>
                <a:latin typeface="Yu Gothic"/>
                <a:ea typeface="Yu Gothic"/>
                <a:cs typeface="Yu Gothic"/>
              </a:defRPr>
            </a:lvl8pPr>
            <a:lvl9pPr>
              <a:defRPr sz="1950" b="1">
                <a:solidFill>
                  <a:srgbClr val="2876A8"/>
                </a:solidFill>
                <a:latin typeface="Yu Gothic"/>
                <a:ea typeface="Yu Gothic"/>
                <a:cs typeface="Yu Gothic"/>
              </a:defRPr>
            </a:lvl9pPr>
          </a:lstStyle>
          <a:p xmlns:a="http://schemas.openxmlformats.org/drawingml/2006/main">
            <a:pPr>
              <a:defRPr sz="1950" b="1">
                <a:solidFill>
                  <a:srgbClr val="2876A8"/>
                </a:solidFill>
                <a:latin typeface="Yu Gothic"/>
                <a:ea typeface="Yu Gothic"/>
                <a:cs typeface="Yu Gothic"/>
              </a:defRPr>
            </a:pPr>
            <a:r>
              <a:rPr sz="1950" b="1">
                <a:solidFill>
                  <a:srgbClr val="2876A8"/>
                </a:solidFill>
                <a:latin typeface="Yu Gothic"/>
                <a:ea typeface="Yu Gothic"/>
                <a:cs typeface="Yu Gothic"/>
              </a:rPr>
              <a:t>曲げモーメント M は、</a:t>
            </a:r>
          </a:p>
          <a:p xmlns:a="http://schemas.openxmlformats.org/drawingml/2006/main">
            <a:pPr>
              <a:defRPr sz="1950" b="1">
                <a:solidFill>
                  <a:srgbClr val="2876A8"/>
                </a:solidFill>
                <a:latin typeface="Yu Gothic"/>
                <a:ea typeface="Yu Gothic"/>
                <a:cs typeface="Yu Gothic"/>
              </a:defRPr>
            </a:pPr>
            <a:r>
              <a:rPr sz="1950" b="1">
                <a:solidFill>
                  <a:srgbClr val="2876A8"/>
                </a:solidFill>
                <a:latin typeface="Yu Gothic"/>
                <a:ea typeface="Yu Gothic"/>
                <a:cs typeface="Yu Gothic"/>
              </a:rPr>
              <a:t>左右とも 60 N·m につながる。</a:t>
            </a:r>
          </a:p>
        </p:txBody>
      </p:sp>
      <p:sp>
        <p:nvSpPr>
          <p:cNvPr id="11" name="">
            <a:extLst xmlns:a="http://schemas.openxmlformats.org/drawingml/2006/main">
              <a:ext uri="{FF2B5EF4-FFF2-40B4-BE49-F238E27FC236}">
                <a16:creationId xmlns:a16="http://schemas.microsoft.com/office/drawing/2014/main" id="{7D1DE293-E1F6-4A45-870B-066B8737891A}"/>
              </a:ext>
            </a:extLst>
          </p:cNvPr>
          <p:cNvSpPr>
            <a:spLocks xmlns:a="http://schemas.openxmlformats.org/drawingml/2006/main" noGrp="1"/>
          </p:cNvSpPr>
          <p:nvPr/>
        </p:nvSpPr>
        <p:spPr>
          <a:xfrm xmlns:a="http://schemas.openxmlformats.org/drawingml/2006/main">
            <a:off x="685800" y="5715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中央集中荷重の仮想モデル。0.60 mの左右の極限値を区別する。段差を滑らかな曲線で補わない。</a:t>
            </a:r>
          </a:p>
        </p:txBody>
      </p:sp>
    </p:spTree>
    <p:extLst>
      <p:ext uri="{BB962C8B-B14F-4D97-AF65-F5344CB8AC3E}">
        <p14:creationId xmlns:p14="http://schemas.microsoft.com/office/powerpoint/2010/main" val="19250573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7F35BF-4548-4D43-BB8B-0E5F7E3F8D7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EAAB11A4-A68B-49CB-9281-FCD3097C506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D131F07-1117-4677-AD88-02653BECDBE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922B3DFF-634E-4EE9-8752-4956212D5A8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0280186-40FE-4FC8-88BB-AF03CD21A16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再開後：演習2　中央荷重の SFD・BMD〔反力から線図まで〕</a:t>
            </a:r>
          </a:p>
        </p:txBody>
      </p:sp>
      <p:sp>
        <p:nvSpPr>
          <p:cNvPr id="6" name="">
            <a:extLst xmlns:a="http://schemas.openxmlformats.org/drawingml/2006/main">
              <a:ext uri="{FF2B5EF4-FFF2-40B4-BE49-F238E27FC236}">
                <a16:creationId xmlns:a16="http://schemas.microsoft.com/office/drawing/2014/main" id="{819E5B96-82D8-4AF6-B9F1-0E6092C6C972}"/>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C9D7EF29-62AE-4156-8779-631152AD858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68F01D01-A2B9-43BD-A730-5EBEE3473E3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49</a:t>
            </a:r>
          </a:p>
        </p:txBody>
      </p:sp>
    </p:spTree>
    <p:extLst>
      <p:ext uri="{BB962C8B-B14F-4D97-AF65-F5344CB8AC3E}">
        <p14:creationId xmlns:p14="http://schemas.microsoft.com/office/powerpoint/2010/main" val="141170234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E8484E7-12A1-4297-977A-A75351B6F9DE}"/>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演習2　中央荷重の SFD・BMD〔反力から線図まで〕</a:t>
            </a:r>
          </a:p>
        </p:txBody>
      </p:sp>
      <p:cxnSp>
        <p:nvCxnSpPr>
          <p:cNvPr id="2" name="">
            <a:extLst xmlns:a="http://schemas.openxmlformats.org/drawingml/2006/main">
              <a:ext uri="{FF2B5EF4-FFF2-40B4-BE49-F238E27FC236}">
                <a16:creationId xmlns:a16="http://schemas.microsoft.com/office/drawing/2014/main" id="{95A7862F-7951-4A9D-9BFE-146FCC2E61B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C7E0C02B-4C14-4DE6-8C25-360344C4175D}"/>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84FCE864-6ABF-418C-823E-6BA180A2043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24 / 49</a:t>
            </a:r>
          </a:p>
        </p:txBody>
      </p:sp>
      <p:sp>
        <p:nvSpPr>
          <p:cNvPr id="5" name="">
            <a:extLst xmlns:a="http://schemas.openxmlformats.org/drawingml/2006/main">
              <a:ext uri="{FF2B5EF4-FFF2-40B4-BE49-F238E27FC236}">
                <a16:creationId xmlns:a16="http://schemas.microsoft.com/office/drawing/2014/main" id="{A6880F62-3E18-4FC5-B90C-0B764676A2F4}"/>
              </a:ext>
            </a:extLst>
          </p:cNvPr>
          <p:cNvSpPr>
            <a:spLocks xmlns:a="http://schemas.openxmlformats.org/drawingml/2006/main" noGrp="1"/>
          </p:cNvSpPr>
          <p:nvPr/>
        </p:nvSpPr>
        <p:spPr>
          <a:xfrm xmlns:a="http://schemas.openxmlformats.org/drawingml/2006/main">
            <a:off x="1619250" y="2447925"/>
            <a:ext cx="685800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1CAF3933-3DE1-4A1A-B877-99CB8F0D3ADD}"/>
              </a:ext>
            </a:extLst>
          </p:cNvPr>
          <p:cNvSpPr>
            <a:spLocks xmlns:a="http://schemas.openxmlformats.org/drawingml/2006/main" noGrp="1"/>
          </p:cNvSpPr>
          <p:nvPr/>
        </p:nvSpPr>
        <p:spPr>
          <a:xfrm xmlns:a="http://schemas.openxmlformats.org/drawingml/2006/main">
            <a:off x="1438275" y="261937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E7898B5D-4E9C-4725-822A-24D3566CCE80}"/>
              </a:ext>
            </a:extLst>
          </p:cNvPr>
          <p:cNvCxnSpPr/>
          <p:nvPr/>
        </p:nvCxnSpPr>
        <p:spPr>
          <a:xfrm xmlns:a="http://schemas.openxmlformats.org/drawingml/2006/main" flipH="0" flipV="0">
            <a:off x="1285875" y="295275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A4602F6A-20F7-417E-AA05-8E25AF12C28D}"/>
              </a:ext>
            </a:extLst>
          </p:cNvPr>
          <p:cNvSpPr>
            <a:spLocks xmlns:a="http://schemas.openxmlformats.org/drawingml/2006/main" noGrp="1"/>
          </p:cNvSpPr>
          <p:nvPr/>
        </p:nvSpPr>
        <p:spPr>
          <a:xfrm xmlns:a="http://schemas.openxmlformats.org/drawingml/2006/main">
            <a:off x="8296275" y="261937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E8F4D51E-6829-4CE9-8376-2EDE1AD4CED4}"/>
              </a:ext>
            </a:extLst>
          </p:cNvPr>
          <p:cNvSpPr>
            <a:spLocks xmlns:a="http://schemas.openxmlformats.org/drawingml/2006/main" noGrp="1"/>
          </p:cNvSpPr>
          <p:nvPr/>
        </p:nvSpPr>
        <p:spPr>
          <a:xfrm xmlns:a="http://schemas.openxmlformats.org/drawingml/2006/main">
            <a:off x="8343900" y="292417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2D2F5EE2-19A0-4394-96AA-9D41E62FD035}"/>
              </a:ext>
            </a:extLst>
          </p:cNvPr>
          <p:cNvSpPr>
            <a:spLocks xmlns:a="http://schemas.openxmlformats.org/drawingml/2006/main" noGrp="1"/>
          </p:cNvSpPr>
          <p:nvPr/>
        </p:nvSpPr>
        <p:spPr>
          <a:xfrm xmlns:a="http://schemas.openxmlformats.org/drawingml/2006/main">
            <a:off x="8515350" y="292417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55F35FAD-471C-4341-A94C-D67028D8A0FA}"/>
              </a:ext>
            </a:extLst>
          </p:cNvPr>
          <p:cNvCxnSpPr/>
          <p:nvPr/>
        </p:nvCxnSpPr>
        <p:spPr>
          <a:xfrm xmlns:a="http://schemas.openxmlformats.org/drawingml/2006/main" flipH="0" flipV="0">
            <a:off x="8143875" y="303847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DB251F0B-BF08-4C96-A90B-418B28F4BD78}"/>
              </a:ext>
            </a:extLst>
          </p:cNvPr>
          <p:cNvCxnSpPr/>
          <p:nvPr/>
        </p:nvCxnSpPr>
        <p:spPr>
          <a:xfrm xmlns:a="http://schemas.openxmlformats.org/drawingml/2006/main" flipH="0" flipV="0">
            <a:off x="5048250" y="197167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012C9565-AF25-4579-AAF6-BDF0E9FEA3D1}"/>
              </a:ext>
            </a:extLst>
          </p:cNvPr>
          <p:cNvSpPr>
            <a:spLocks xmlns:a="http://schemas.openxmlformats.org/drawingml/2006/main" noGrp="1"/>
          </p:cNvSpPr>
          <p:nvPr/>
        </p:nvSpPr>
        <p:spPr>
          <a:xfrm xmlns:a="http://schemas.openxmlformats.org/drawingml/2006/main">
            <a:off x="4000500" y="149542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400 N</a:t>
            </a:r>
          </a:p>
        </p:txBody>
      </p:sp>
      <p:sp>
        <p:nvSpPr>
          <p:cNvPr id="14" name="">
            <a:extLst xmlns:a="http://schemas.openxmlformats.org/drawingml/2006/main">
              <a:ext uri="{FF2B5EF4-FFF2-40B4-BE49-F238E27FC236}">
                <a16:creationId xmlns:a16="http://schemas.microsoft.com/office/drawing/2014/main" id="{F2D248B0-023C-4D8C-B498-2ADF4D9DFA9A}"/>
              </a:ext>
            </a:extLst>
          </p:cNvPr>
          <p:cNvSpPr>
            <a:spLocks xmlns:a="http://schemas.openxmlformats.org/drawingml/2006/main" noGrp="1"/>
          </p:cNvSpPr>
          <p:nvPr/>
        </p:nvSpPr>
        <p:spPr>
          <a:xfrm xmlns:a="http://schemas.openxmlformats.org/drawingml/2006/main">
            <a:off x="1828800" y="3048000"/>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29460710-DA9C-4C36-80A3-E92C58776413}"/>
              </a:ext>
            </a:extLst>
          </p:cNvPr>
          <p:cNvSpPr>
            <a:spLocks xmlns:a="http://schemas.openxmlformats.org/drawingml/2006/main" noGrp="1"/>
          </p:cNvSpPr>
          <p:nvPr/>
        </p:nvSpPr>
        <p:spPr>
          <a:xfrm xmlns:a="http://schemas.openxmlformats.org/drawingml/2006/main">
            <a:off x="7934325" y="3048000"/>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cxnSp>
        <p:nvCxnSpPr>
          <p:cNvPr id="16" name="">
            <a:extLst xmlns:a="http://schemas.openxmlformats.org/drawingml/2006/main">
              <a:ext uri="{FF2B5EF4-FFF2-40B4-BE49-F238E27FC236}">
                <a16:creationId xmlns:a16="http://schemas.microsoft.com/office/drawing/2014/main" id="{CD483738-7C5D-4265-A0AE-CDF437EC81BC}"/>
              </a:ext>
            </a:extLst>
          </p:cNvPr>
          <p:cNvCxnSpPr/>
          <p:nvPr/>
        </p:nvCxnSpPr>
        <p:spPr>
          <a:xfrm xmlns:a="http://schemas.openxmlformats.org/drawingml/2006/main" flipH="0" flipV="0">
            <a:off x="1619250" y="37338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7" name="">
            <a:extLst xmlns:a="http://schemas.openxmlformats.org/drawingml/2006/main">
              <a:ext uri="{FF2B5EF4-FFF2-40B4-BE49-F238E27FC236}">
                <a16:creationId xmlns:a16="http://schemas.microsoft.com/office/drawing/2014/main" id="{4AD83BD9-DDCE-4C98-A6E2-88049AE7B87C}"/>
              </a:ext>
            </a:extLst>
          </p:cNvPr>
          <p:cNvCxnSpPr/>
          <p:nvPr/>
        </p:nvCxnSpPr>
        <p:spPr>
          <a:xfrm xmlns:a="http://schemas.openxmlformats.org/drawingml/2006/main" flipH="0" flipV="0">
            <a:off x="5048250" y="37338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8" name="">
            <a:extLst xmlns:a="http://schemas.openxmlformats.org/drawingml/2006/main">
              <a:ext uri="{FF2B5EF4-FFF2-40B4-BE49-F238E27FC236}">
                <a16:creationId xmlns:a16="http://schemas.microsoft.com/office/drawing/2014/main" id="{421E1EEC-7173-46E4-AE54-9E7E9A3BC216}"/>
              </a:ext>
            </a:extLst>
          </p:cNvPr>
          <p:cNvCxnSpPr/>
          <p:nvPr/>
        </p:nvCxnSpPr>
        <p:spPr>
          <a:xfrm xmlns:a="http://schemas.openxmlformats.org/drawingml/2006/main" flipH="0" flipV="0">
            <a:off x="1619250" y="3829050"/>
            <a:ext cx="34290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19" name="">
            <a:extLst xmlns:a="http://schemas.openxmlformats.org/drawingml/2006/main">
              <a:ext uri="{FF2B5EF4-FFF2-40B4-BE49-F238E27FC236}">
                <a16:creationId xmlns:a16="http://schemas.microsoft.com/office/drawing/2014/main" id="{02DCFF8A-E0BD-43E5-AFA5-8D1DDA9DFDE4}"/>
              </a:ext>
            </a:extLst>
          </p:cNvPr>
          <p:cNvSpPr>
            <a:spLocks xmlns:a="http://schemas.openxmlformats.org/drawingml/2006/main" noGrp="1"/>
          </p:cNvSpPr>
          <p:nvPr/>
        </p:nvSpPr>
        <p:spPr>
          <a:xfrm xmlns:a="http://schemas.openxmlformats.org/drawingml/2006/main">
            <a:off x="2333625" y="38671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0.8 m</a:t>
            </a:r>
          </a:p>
        </p:txBody>
      </p:sp>
      <p:cxnSp>
        <p:nvCxnSpPr>
          <p:cNvPr id="20" name="">
            <a:extLst xmlns:a="http://schemas.openxmlformats.org/drawingml/2006/main">
              <a:ext uri="{FF2B5EF4-FFF2-40B4-BE49-F238E27FC236}">
                <a16:creationId xmlns:a16="http://schemas.microsoft.com/office/drawing/2014/main" id="{476BF283-43FC-4C41-B6D6-6758B6903E8B}"/>
              </a:ext>
            </a:extLst>
          </p:cNvPr>
          <p:cNvCxnSpPr/>
          <p:nvPr/>
        </p:nvCxnSpPr>
        <p:spPr>
          <a:xfrm xmlns:a="http://schemas.openxmlformats.org/drawingml/2006/main" flipH="0" flipV="0">
            <a:off x="5048250" y="37338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21" name="">
            <a:extLst xmlns:a="http://schemas.openxmlformats.org/drawingml/2006/main">
              <a:ext uri="{FF2B5EF4-FFF2-40B4-BE49-F238E27FC236}">
                <a16:creationId xmlns:a16="http://schemas.microsoft.com/office/drawing/2014/main" id="{8129289D-1A33-4A24-BFA8-A1823FD84499}"/>
              </a:ext>
            </a:extLst>
          </p:cNvPr>
          <p:cNvCxnSpPr/>
          <p:nvPr/>
        </p:nvCxnSpPr>
        <p:spPr>
          <a:xfrm xmlns:a="http://schemas.openxmlformats.org/drawingml/2006/main" flipH="0" flipV="0">
            <a:off x="8477250" y="37338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22" name="">
            <a:extLst xmlns:a="http://schemas.openxmlformats.org/drawingml/2006/main">
              <a:ext uri="{FF2B5EF4-FFF2-40B4-BE49-F238E27FC236}">
                <a16:creationId xmlns:a16="http://schemas.microsoft.com/office/drawing/2014/main" id="{D395429E-4445-4C39-9B92-6EC62E2F7DBE}"/>
              </a:ext>
            </a:extLst>
          </p:cNvPr>
          <p:cNvCxnSpPr/>
          <p:nvPr/>
        </p:nvCxnSpPr>
        <p:spPr>
          <a:xfrm xmlns:a="http://schemas.openxmlformats.org/drawingml/2006/main" flipH="0" flipV="0">
            <a:off x="5048250" y="3829050"/>
            <a:ext cx="34290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23" name="">
            <a:extLst xmlns:a="http://schemas.openxmlformats.org/drawingml/2006/main">
              <a:ext uri="{FF2B5EF4-FFF2-40B4-BE49-F238E27FC236}">
                <a16:creationId xmlns:a16="http://schemas.microsoft.com/office/drawing/2014/main" id="{A1F2DED4-0274-4FB1-81EE-3037527B3143}"/>
              </a:ext>
            </a:extLst>
          </p:cNvPr>
          <p:cNvSpPr>
            <a:spLocks xmlns:a="http://schemas.openxmlformats.org/drawingml/2006/main" noGrp="1"/>
          </p:cNvSpPr>
          <p:nvPr/>
        </p:nvSpPr>
        <p:spPr>
          <a:xfrm xmlns:a="http://schemas.openxmlformats.org/drawingml/2006/main">
            <a:off x="5762625" y="38671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0.8 m</a:t>
            </a:r>
          </a:p>
        </p:txBody>
      </p:sp>
      <p:sp>
        <p:nvSpPr>
          <p:cNvPr id="24" name="">
            <a:extLst xmlns:a="http://schemas.openxmlformats.org/drawingml/2006/main">
              <a:ext uri="{FF2B5EF4-FFF2-40B4-BE49-F238E27FC236}">
                <a16:creationId xmlns:a16="http://schemas.microsoft.com/office/drawing/2014/main" id="{C2156856-D6F0-45D0-8D5C-34AD69787280}"/>
              </a:ext>
            </a:extLst>
          </p:cNvPr>
          <p:cNvSpPr>
            <a:spLocks xmlns:a="http://schemas.openxmlformats.org/drawingml/2006/main" noGrp="1"/>
          </p:cNvSpPr>
          <p:nvPr/>
        </p:nvSpPr>
        <p:spPr>
          <a:xfrm xmlns:a="http://schemas.openxmlformats.org/drawingml/2006/main">
            <a:off x="685800" y="470535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① 外力図　② 力の式　③ Aまわりの式　④ 反力</a:t>
            </a:r>
          </a:p>
        </p:txBody>
      </p:sp>
      <p:sp>
        <p:nvSpPr>
          <p:cNvPr id="25" name="">
            <a:extLst xmlns:a="http://schemas.openxmlformats.org/drawingml/2006/main">
              <a:ext uri="{FF2B5EF4-FFF2-40B4-BE49-F238E27FC236}">
                <a16:creationId xmlns:a16="http://schemas.microsoft.com/office/drawing/2014/main" id="{7C900C71-DD1D-4278-8B55-F70432D91942}"/>
              </a:ext>
            </a:extLst>
          </p:cNvPr>
          <p:cNvSpPr>
            <a:spLocks xmlns:a="http://schemas.openxmlformats.org/drawingml/2006/main" noGrp="1"/>
          </p:cNvSpPr>
          <p:nvPr/>
        </p:nvSpPr>
        <p:spPr>
          <a:xfrm xmlns:a="http://schemas.openxmlformats.org/drawingml/2006/main">
            <a:off x="685800" y="521970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253C4D"/>
                </a:solidFill>
                <a:latin typeface="Yu Gothic"/>
                <a:ea typeface="Yu Gothic"/>
                <a:cs typeface="Yu Gothic"/>
              </a:defRPr>
            </a:defPPr>
            <a:lvl1pPr algn="l">
              <a:buNone/>
              <a:defRPr sz="2175" b="0">
                <a:solidFill>
                  <a:srgbClr val="253C4D"/>
                </a:solidFill>
                <a:latin typeface="Yu Gothic"/>
                <a:ea typeface="Yu Gothic"/>
                <a:cs typeface="Yu Gothic"/>
              </a:defRPr>
            </a:lvl1pPr>
            <a:lvl2pPr algn="l">
              <a:buNone/>
              <a:defRPr sz="2175" b="0">
                <a:solidFill>
                  <a:srgbClr val="253C4D"/>
                </a:solidFill>
                <a:latin typeface="Yu Gothic"/>
                <a:ea typeface="Yu Gothic"/>
                <a:cs typeface="Yu Gothic"/>
              </a:defRPr>
            </a:lvl2pPr>
            <a:lvl3pPr algn="l">
              <a:buNone/>
              <a:defRPr sz="2175" b="0">
                <a:solidFill>
                  <a:srgbClr val="253C4D"/>
                </a:solidFill>
                <a:latin typeface="Yu Gothic"/>
                <a:ea typeface="Yu Gothic"/>
                <a:cs typeface="Yu Gothic"/>
              </a:defRPr>
            </a:lvl3pPr>
            <a:lvl4pPr algn="l">
              <a:buNone/>
              <a:defRPr sz="2175" b="0">
                <a:solidFill>
                  <a:srgbClr val="253C4D"/>
                </a:solidFill>
                <a:latin typeface="Yu Gothic"/>
                <a:ea typeface="Yu Gothic"/>
                <a:cs typeface="Yu Gothic"/>
              </a:defRPr>
            </a:lvl4pPr>
            <a:lvl5pPr algn="l">
              <a:buNone/>
              <a:defRPr sz="2175" b="0">
                <a:solidFill>
                  <a:srgbClr val="253C4D"/>
                </a:solidFill>
                <a:latin typeface="Yu Gothic"/>
                <a:ea typeface="Yu Gothic"/>
                <a:cs typeface="Yu Gothic"/>
              </a:defRPr>
            </a:lvl5pPr>
            <a:lvl6pPr algn="l">
              <a:buNone/>
              <a:defRPr sz="2175" b="0">
                <a:solidFill>
                  <a:srgbClr val="253C4D"/>
                </a:solidFill>
                <a:latin typeface="Yu Gothic"/>
                <a:ea typeface="Yu Gothic"/>
                <a:cs typeface="Yu Gothic"/>
              </a:defRPr>
            </a:lvl6pPr>
            <a:lvl7pPr algn="l">
              <a:buNone/>
              <a:defRPr sz="2175" b="0">
                <a:solidFill>
                  <a:srgbClr val="253C4D"/>
                </a:solidFill>
                <a:latin typeface="Yu Gothic"/>
                <a:ea typeface="Yu Gothic"/>
                <a:cs typeface="Yu Gothic"/>
              </a:defRPr>
            </a:lvl7pPr>
            <a:lvl8pPr algn="l">
              <a:buNone/>
              <a:defRPr sz="2175" b="0">
                <a:solidFill>
                  <a:srgbClr val="253C4D"/>
                </a:solidFill>
                <a:latin typeface="Yu Gothic"/>
                <a:ea typeface="Yu Gothic"/>
                <a:cs typeface="Yu Gothic"/>
              </a:defRPr>
            </a:lvl8pPr>
            <a:lvl9pPr algn="l">
              <a:buNone/>
              <a:defRPr sz="2175" b="0">
                <a:solidFill>
                  <a:srgbClr val="253C4D"/>
                </a:solidFill>
                <a:latin typeface="Yu Gothic"/>
                <a:ea typeface="Yu Gothic"/>
                <a:cs typeface="Yu Gothic"/>
              </a:defRPr>
            </a:lvl9pPr>
          </a:lstStyle>
          <a:p xmlns:a="http://schemas.openxmlformats.org/drawingml/2006/main">
            <a:pPr algn="l">
              <a:buNone/>
              <a:defRPr sz="2175" b="0">
                <a:solidFill>
                  <a:srgbClr val="253C4D"/>
                </a:solidFill>
                <a:latin typeface="Yu Gothic"/>
                <a:ea typeface="Yu Gothic"/>
                <a:cs typeface="Yu Gothic"/>
              </a:defRPr>
            </a:pPr>
            <a:r>
              <a:rPr sz="2175" b="0">
                <a:solidFill>
                  <a:srgbClr val="253C4D"/>
                </a:solidFill>
                <a:latin typeface="Yu Gothic"/>
                <a:ea typeface="Yu Gothic"/>
                <a:cs typeface="Yu Gothic"/>
              </a:rPr>
              <a:t>⑤ 左右の区間で V、中央と両端で M を求め、線図を描く</a:t>
            </a:r>
          </a:p>
        </p:txBody>
      </p:sp>
      <p:sp>
        <p:nvSpPr>
          <p:cNvPr id="26" name="">
            <a:extLst xmlns:a="http://schemas.openxmlformats.org/drawingml/2006/main">
              <a:ext uri="{FF2B5EF4-FFF2-40B4-BE49-F238E27FC236}">
                <a16:creationId xmlns:a16="http://schemas.microsoft.com/office/drawing/2014/main" id="{613279CD-1CFF-46A3-B887-B0F3C8C79762}"/>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自重無視・単純支持。線図には位置と単位を書く</a:t>
            </a:r>
          </a:p>
        </p:txBody>
      </p:sp>
    </p:spTree>
    <p:extLst>
      <p:ext uri="{BB962C8B-B14F-4D97-AF65-F5344CB8AC3E}">
        <p14:creationId xmlns:p14="http://schemas.microsoft.com/office/powerpoint/2010/main" val="211107174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E75B9EF-F877-4756-8C5E-1773A2E169C8}"/>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演習2の解答：式・線図・検算</a:t>
            </a:r>
          </a:p>
        </p:txBody>
      </p:sp>
      <p:cxnSp>
        <p:nvCxnSpPr>
          <p:cNvPr id="2" name="">
            <a:extLst xmlns:a="http://schemas.openxmlformats.org/drawingml/2006/main">
              <a:ext uri="{FF2B5EF4-FFF2-40B4-BE49-F238E27FC236}">
                <a16:creationId xmlns:a16="http://schemas.microsoft.com/office/drawing/2014/main" id="{BF84AC18-B04B-4699-8C6A-EBA3C326E106}"/>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ABA7760A-2B15-419F-AB47-E34F64BAC7E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1832EE61-1690-4ACC-A165-94E714ED650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25 / 49</a:t>
            </a:r>
          </a:p>
        </p:txBody>
      </p:sp>
      <p:sp>
        <p:nvSpPr>
          <p:cNvPr id="5" name="">
            <a:extLst xmlns:a="http://schemas.openxmlformats.org/drawingml/2006/main">
              <a:ext uri="{FF2B5EF4-FFF2-40B4-BE49-F238E27FC236}">
                <a16:creationId xmlns:a16="http://schemas.microsoft.com/office/drawing/2014/main" id="{4F3D9287-7BE8-4314-9E3F-A1F197DD7148}"/>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1C936DF6-F447-4E04-BBB5-08507ECF7068}"/>
              </a:ext>
            </a:extLst>
          </p:cNvPr>
          <p:cNvSpPr>
            <a:spLocks xmlns:a="http://schemas.openxmlformats.org/drawingml/2006/main" noGrp="1"/>
          </p:cNvSpPr>
          <p:nvPr/>
        </p:nvSpPr>
        <p:spPr>
          <a:xfrm xmlns:a="http://schemas.openxmlformats.org/drawingml/2006/main">
            <a:off x="139065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5899BECD-3A51-4BE3-BFF0-418A48B8F9BC}"/>
              </a:ext>
            </a:extLst>
          </p:cNvPr>
          <p:cNvCxnSpPr/>
          <p:nvPr/>
        </p:nvCxnSpPr>
        <p:spPr>
          <a:xfrm xmlns:a="http://schemas.openxmlformats.org/drawingml/2006/main" flipH="0" flipV="0">
            <a:off x="1238250" y="274320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37CF48C0-CB19-43F5-A97A-4FB75BA7EC39}"/>
              </a:ext>
            </a:extLst>
          </p:cNvPr>
          <p:cNvSpPr>
            <a:spLocks xmlns:a="http://schemas.openxmlformats.org/drawingml/2006/main" noGrp="1"/>
          </p:cNvSpPr>
          <p:nvPr/>
        </p:nvSpPr>
        <p:spPr>
          <a:xfrm xmlns:a="http://schemas.openxmlformats.org/drawingml/2006/main">
            <a:off x="758190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A52BAA13-05F1-4F3C-B449-B786F09BC301}"/>
              </a:ext>
            </a:extLst>
          </p:cNvPr>
          <p:cNvSpPr>
            <a:spLocks xmlns:a="http://schemas.openxmlformats.org/drawingml/2006/main" noGrp="1"/>
          </p:cNvSpPr>
          <p:nvPr/>
        </p:nvSpPr>
        <p:spPr>
          <a:xfrm xmlns:a="http://schemas.openxmlformats.org/drawingml/2006/main">
            <a:off x="762952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91A774D8-B427-4DCB-84C7-2847C0B06C59}"/>
              </a:ext>
            </a:extLst>
          </p:cNvPr>
          <p:cNvSpPr>
            <a:spLocks xmlns:a="http://schemas.openxmlformats.org/drawingml/2006/main" noGrp="1"/>
          </p:cNvSpPr>
          <p:nvPr/>
        </p:nvSpPr>
        <p:spPr>
          <a:xfrm xmlns:a="http://schemas.openxmlformats.org/drawingml/2006/main">
            <a:off x="780097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44DEA490-0D1D-4B5C-9509-F57B571285E5}"/>
              </a:ext>
            </a:extLst>
          </p:cNvPr>
          <p:cNvCxnSpPr/>
          <p:nvPr/>
        </p:nvCxnSpPr>
        <p:spPr>
          <a:xfrm xmlns:a="http://schemas.openxmlformats.org/drawingml/2006/main" flipH="0" flipV="0">
            <a:off x="7429500" y="282892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49884C6C-C92D-4764-AFD2-69EC4E5D30CE}"/>
              </a:ext>
            </a:extLst>
          </p:cNvPr>
          <p:cNvCxnSpPr/>
          <p:nvPr/>
        </p:nvCxnSpPr>
        <p:spPr>
          <a:xfrm xmlns:a="http://schemas.openxmlformats.org/drawingml/2006/main" flipH="0" flipV="0">
            <a:off x="4667250"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882B0A4F-D920-4256-886D-EAA73D733938}"/>
              </a:ext>
            </a:extLst>
          </p:cNvPr>
          <p:cNvSpPr>
            <a:spLocks xmlns:a="http://schemas.openxmlformats.org/drawingml/2006/main" noGrp="1"/>
          </p:cNvSpPr>
          <p:nvPr/>
        </p:nvSpPr>
        <p:spPr>
          <a:xfrm xmlns:a="http://schemas.openxmlformats.org/drawingml/2006/main">
            <a:off x="3619500"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400 N</a:t>
            </a:r>
          </a:p>
        </p:txBody>
      </p:sp>
      <p:sp>
        <p:nvSpPr>
          <p:cNvPr id="14" name="">
            <a:extLst xmlns:a="http://schemas.openxmlformats.org/drawingml/2006/main">
              <a:ext uri="{FF2B5EF4-FFF2-40B4-BE49-F238E27FC236}">
                <a16:creationId xmlns:a16="http://schemas.microsoft.com/office/drawing/2014/main" id="{95DFC6D8-6827-4B9C-A455-B23C4BED1163}"/>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E92E250C-2626-436F-99C8-6AACF3DA9EB4}"/>
              </a:ext>
            </a:extLst>
          </p:cNvPr>
          <p:cNvSpPr>
            <a:spLocks xmlns:a="http://schemas.openxmlformats.org/drawingml/2006/main" noGrp="1"/>
          </p:cNvSpPr>
          <p:nvPr/>
        </p:nvSpPr>
        <p:spPr>
          <a:xfrm xmlns:a="http://schemas.openxmlformats.org/drawingml/2006/main">
            <a:off x="8001000"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sp>
        <p:nvSpPr>
          <p:cNvPr id="16" name="">
            <a:extLst xmlns:a="http://schemas.openxmlformats.org/drawingml/2006/main">
              <a:ext uri="{FF2B5EF4-FFF2-40B4-BE49-F238E27FC236}">
                <a16:creationId xmlns:a16="http://schemas.microsoft.com/office/drawing/2014/main" id="{B1B5C602-9F32-45C7-891A-A592956D05DB}"/>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1.6 m</a:t>
            </a:r>
          </a:p>
        </p:txBody>
      </p:sp>
      <p:cxnSp>
        <p:nvCxnSpPr>
          <p:cNvPr id="17" name="">
            <a:extLst xmlns:a="http://schemas.openxmlformats.org/drawingml/2006/main">
              <a:ext uri="{FF2B5EF4-FFF2-40B4-BE49-F238E27FC236}">
                <a16:creationId xmlns:a16="http://schemas.microsoft.com/office/drawing/2014/main" id="{A77FF58A-5884-495D-A44C-B9B0E5294C2E}"/>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8" name="">
            <a:extLst xmlns:a="http://schemas.openxmlformats.org/drawingml/2006/main">
              <a:ext uri="{FF2B5EF4-FFF2-40B4-BE49-F238E27FC236}">
                <a16:creationId xmlns:a16="http://schemas.microsoft.com/office/drawing/2014/main" id="{6ED8B0FE-5349-433D-9F07-E943A4AE7E7C}"/>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19" name="">
            <a:extLst xmlns:a="http://schemas.openxmlformats.org/drawingml/2006/main">
              <a:ext uri="{FF2B5EF4-FFF2-40B4-BE49-F238E27FC236}">
                <a16:creationId xmlns:a16="http://schemas.microsoft.com/office/drawing/2014/main" id="{C7AD0393-59D8-445F-9A09-4E564994F25B}"/>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0" name="">
            <a:extLst xmlns:a="http://schemas.openxmlformats.org/drawingml/2006/main">
              <a:ext uri="{FF2B5EF4-FFF2-40B4-BE49-F238E27FC236}">
                <a16:creationId xmlns:a16="http://schemas.microsoft.com/office/drawing/2014/main" id="{D8D6A97C-6F20-425B-92C5-BB642EE59B53}"/>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1" name="">
            <a:extLst xmlns:a="http://schemas.openxmlformats.org/drawingml/2006/main">
              <a:ext uri="{FF2B5EF4-FFF2-40B4-BE49-F238E27FC236}">
                <a16:creationId xmlns:a16="http://schemas.microsoft.com/office/drawing/2014/main" id="{FF3078BC-BE68-4B04-B0B8-F613BC618A24}"/>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2" name="">
            <a:extLst xmlns:a="http://schemas.openxmlformats.org/drawingml/2006/main">
              <a:ext uri="{FF2B5EF4-FFF2-40B4-BE49-F238E27FC236}">
                <a16:creationId xmlns:a16="http://schemas.microsoft.com/office/drawing/2014/main" id="{203F8A8E-BC08-46C5-B0B9-9F043CC605CF}"/>
              </a:ext>
            </a:extLst>
          </p:cNvPr>
          <p:cNvSpPr>
            <a:spLocks xmlns:a="http://schemas.openxmlformats.org/drawingml/2006/main" noGrp="1"/>
          </p:cNvSpPr>
          <p:nvPr/>
        </p:nvSpPr>
        <p:spPr>
          <a:xfrm xmlns:a="http://schemas.openxmlformats.org/drawingml/2006/main">
            <a:off x="1571625" y="3286125"/>
            <a:ext cx="6191250" cy="857250"/>
          </a:xfrm>
          <a:custGeom xmlns:a="http://schemas.openxmlformats.org/drawingml/2006/main">
            <a:pathLst>
              <a:path w="6191250" h="857250">
                <a:moveTo>
                  <a:pt x="0" y="428625"/>
                </a:moveTo>
                <a:lnTo>
                  <a:pt x="0" y="0"/>
                </a:lnTo>
                <a:lnTo>
                  <a:pt x="3095625" y="0"/>
                </a:lnTo>
                <a:lnTo>
                  <a:pt x="3095625" y="857250"/>
                </a:lnTo>
                <a:lnTo>
                  <a:pt x="6191250" y="857250"/>
                </a:lnTo>
                <a:lnTo>
                  <a:pt x="6191250" y="428625"/>
                </a:lnTo>
              </a:path>
            </a:pathLst>
          </a:custGeom>
          <a:noFill xmlns:a="http://schemas.openxmlformats.org/drawingml/2006/main"/>
          <a:ln xmlns:a="http://schemas.openxmlformats.org/drawingml/2006/main" w="38100">
            <a:solidFill>
              <a:srgbClr val="7352A3"/>
            </a:solidFill>
          </a:ln>
        </p:spPr>
      </p:sp>
      <p:sp>
        <p:nvSpPr>
          <p:cNvPr id="23" name="">
            <a:extLst xmlns:a="http://schemas.openxmlformats.org/drawingml/2006/main">
              <a:ext uri="{FF2B5EF4-FFF2-40B4-BE49-F238E27FC236}">
                <a16:creationId xmlns:a16="http://schemas.microsoft.com/office/drawing/2014/main" id="{A7F9531F-2B25-4205-A67B-1834EC1187F9}"/>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+200</a:t>
            </a:r>
          </a:p>
        </p:txBody>
      </p:sp>
      <p:sp>
        <p:nvSpPr>
          <p:cNvPr id="24" name="">
            <a:extLst xmlns:a="http://schemas.openxmlformats.org/drawingml/2006/main">
              <a:ext uri="{FF2B5EF4-FFF2-40B4-BE49-F238E27FC236}">
                <a16:creationId xmlns:a16="http://schemas.microsoft.com/office/drawing/2014/main" id="{459456BA-B1BD-4C3C-8DDA-377319DC4757}"/>
              </a:ext>
            </a:extLst>
          </p:cNvPr>
          <p:cNvSpPr>
            <a:spLocks xmlns:a="http://schemas.openxmlformats.org/drawingml/2006/main" noGrp="1"/>
          </p:cNvSpPr>
          <p:nvPr/>
        </p:nvSpPr>
        <p:spPr>
          <a:xfrm xmlns:a="http://schemas.openxmlformats.org/drawingml/2006/main">
            <a:off x="6591300" y="41433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−200</a:t>
            </a:r>
          </a:p>
        </p:txBody>
      </p:sp>
      <p:cxnSp>
        <p:nvCxnSpPr>
          <p:cNvPr id="25" name="">
            <a:extLst xmlns:a="http://schemas.openxmlformats.org/drawingml/2006/main">
              <a:ext uri="{FF2B5EF4-FFF2-40B4-BE49-F238E27FC236}">
                <a16:creationId xmlns:a16="http://schemas.microsoft.com/office/drawing/2014/main" id="{F37FD75A-F32F-49C7-AEB4-1C9230654736}"/>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6" name="">
            <a:extLst xmlns:a="http://schemas.openxmlformats.org/drawingml/2006/main">
              <a:ext uri="{FF2B5EF4-FFF2-40B4-BE49-F238E27FC236}">
                <a16:creationId xmlns:a16="http://schemas.microsoft.com/office/drawing/2014/main" id="{377FDF5B-C4AE-43B0-A6C3-38C2BEFEA429}"/>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7" name="">
            <a:extLst xmlns:a="http://schemas.openxmlformats.org/drawingml/2006/main">
              <a:ext uri="{FF2B5EF4-FFF2-40B4-BE49-F238E27FC236}">
                <a16:creationId xmlns:a16="http://schemas.microsoft.com/office/drawing/2014/main" id="{AAA070AA-8A3D-4D9D-8612-51581436DBBF}"/>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8" name="">
            <a:extLst xmlns:a="http://schemas.openxmlformats.org/drawingml/2006/main">
              <a:ext uri="{FF2B5EF4-FFF2-40B4-BE49-F238E27FC236}">
                <a16:creationId xmlns:a16="http://schemas.microsoft.com/office/drawing/2014/main" id="{F3770E46-BCF4-4D67-B73A-B4E70537D8FE}"/>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29" name="">
            <a:extLst xmlns:a="http://schemas.openxmlformats.org/drawingml/2006/main">
              <a:ext uri="{FF2B5EF4-FFF2-40B4-BE49-F238E27FC236}">
                <a16:creationId xmlns:a16="http://schemas.microsoft.com/office/drawing/2014/main" id="{3422E383-8692-4859-9961-2AA007545BDD}"/>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0" name="">
            <a:extLst xmlns:a="http://schemas.openxmlformats.org/drawingml/2006/main">
              <a:ext uri="{FF2B5EF4-FFF2-40B4-BE49-F238E27FC236}">
                <a16:creationId xmlns:a16="http://schemas.microsoft.com/office/drawing/2014/main" id="{933DD7F1-1D67-40D3-BD42-276963FF8826}"/>
              </a:ext>
            </a:extLst>
          </p:cNvPr>
          <p:cNvSpPr>
            <a:spLocks xmlns:a="http://schemas.openxmlformats.org/drawingml/2006/main" noGrp="1"/>
          </p:cNvSpPr>
          <p:nvPr/>
        </p:nvSpPr>
        <p:spPr>
          <a:xfrm xmlns:a="http://schemas.openxmlformats.org/drawingml/2006/main">
            <a:off x="1571625" y="4638675"/>
            <a:ext cx="6191250" cy="457200"/>
          </a:xfrm>
          <a:custGeom xmlns:a="http://schemas.openxmlformats.org/drawingml/2006/main">
            <a:pathLst>
              <a:path w="6191250" h="457200">
                <a:moveTo>
                  <a:pt x="0" y="457200"/>
                </a:moveTo>
                <a:lnTo>
                  <a:pt x="3095625" y="0"/>
                </a:lnTo>
                <a:lnTo>
                  <a:pt x="6191250" y="457200"/>
                </a:lnTo>
              </a:path>
            </a:pathLst>
          </a:custGeom>
          <a:noFill xmlns:a="http://schemas.openxmlformats.org/drawingml/2006/main"/>
          <a:ln xmlns:a="http://schemas.openxmlformats.org/drawingml/2006/main" w="38100">
            <a:solidFill>
              <a:srgbClr val="226FAE"/>
            </a:solidFill>
          </a:ln>
        </p:spPr>
      </p:sp>
      <p:cxnSp>
        <p:nvCxnSpPr>
          <p:cNvPr id="31" name="">
            <a:extLst xmlns:a="http://schemas.openxmlformats.org/drawingml/2006/main">
              <a:ext uri="{FF2B5EF4-FFF2-40B4-BE49-F238E27FC236}">
                <a16:creationId xmlns:a16="http://schemas.microsoft.com/office/drawing/2014/main" id="{22D4F643-2F67-4A7D-806F-1F99443D1589}"/>
              </a:ext>
            </a:extLst>
          </p:cNvPr>
          <p:cNvCxnSpPr/>
          <p:nvPr/>
        </p:nvCxnSpPr>
        <p:spPr>
          <a:xfrm xmlns:a="http://schemas.openxmlformats.org/drawingml/2006/main" flipH="0" flipV="0">
            <a:off x="4667250"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2" name="">
            <a:extLst xmlns:a="http://schemas.openxmlformats.org/drawingml/2006/main">
              <a:ext uri="{FF2B5EF4-FFF2-40B4-BE49-F238E27FC236}">
                <a16:creationId xmlns:a16="http://schemas.microsoft.com/office/drawing/2014/main" id="{001E218D-B8FC-4D46-BAE6-1FFD2ADCD994}"/>
              </a:ext>
            </a:extLst>
          </p:cNvPr>
          <p:cNvSpPr>
            <a:spLocks xmlns:a="http://schemas.openxmlformats.org/drawingml/2006/main" noGrp="1"/>
          </p:cNvSpPr>
          <p:nvPr/>
        </p:nvSpPr>
        <p:spPr>
          <a:xfrm xmlns:a="http://schemas.openxmlformats.org/drawingml/2006/main">
            <a:off x="4238625"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0.8</a:t>
            </a:r>
          </a:p>
        </p:txBody>
      </p:sp>
      <p:cxnSp>
        <p:nvCxnSpPr>
          <p:cNvPr id="33" name="">
            <a:extLst xmlns:a="http://schemas.openxmlformats.org/drawingml/2006/main">
              <a:ext uri="{FF2B5EF4-FFF2-40B4-BE49-F238E27FC236}">
                <a16:creationId xmlns:a16="http://schemas.microsoft.com/office/drawing/2014/main" id="{4782E94D-95BB-4426-956A-C236738F3DAE}"/>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4" name="">
            <a:extLst xmlns:a="http://schemas.openxmlformats.org/drawingml/2006/main">
              <a:ext uri="{FF2B5EF4-FFF2-40B4-BE49-F238E27FC236}">
                <a16:creationId xmlns:a16="http://schemas.microsoft.com/office/drawing/2014/main" id="{2F0828B8-22D2-48DA-9997-328FD13D9F94}"/>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1.6</a:t>
            </a:r>
          </a:p>
        </p:txBody>
      </p:sp>
      <p:sp>
        <p:nvSpPr>
          <p:cNvPr id="35" name="">
            <a:extLst xmlns:a="http://schemas.openxmlformats.org/drawingml/2006/main">
              <a:ext uri="{FF2B5EF4-FFF2-40B4-BE49-F238E27FC236}">
                <a16:creationId xmlns:a16="http://schemas.microsoft.com/office/drawing/2014/main" id="{AD8AC6A3-0848-4DF7-9672-BFD49346273B}"/>
              </a:ext>
            </a:extLst>
          </p:cNvPr>
          <p:cNvSpPr>
            <a:spLocks xmlns:a="http://schemas.openxmlformats.org/drawingml/2006/main" noGrp="1"/>
          </p:cNvSpPr>
          <p:nvPr/>
        </p:nvSpPr>
        <p:spPr>
          <a:xfrm xmlns:a="http://schemas.openxmlformats.org/drawingml/2006/main">
            <a:off x="4114800" y="42576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226FAE"/>
                </a:solidFill>
                <a:latin typeface="Yu Gothic"/>
                <a:ea typeface="Yu Gothic"/>
                <a:cs typeface="Yu Gothic"/>
              </a:defRPr>
            </a:defPPr>
            <a:lvl1pPr algn="ctr">
              <a:buNone/>
              <a:defRPr sz="1800" b="1">
                <a:solidFill>
                  <a:srgbClr val="226FAE"/>
                </a:solidFill>
                <a:latin typeface="Yu Gothic"/>
                <a:ea typeface="Yu Gothic"/>
                <a:cs typeface="Yu Gothic"/>
              </a:defRPr>
            </a:lvl1pPr>
            <a:lvl2pPr algn="ctr">
              <a:buNone/>
              <a:defRPr sz="1800" b="1">
                <a:solidFill>
                  <a:srgbClr val="226FAE"/>
                </a:solidFill>
                <a:latin typeface="Yu Gothic"/>
                <a:ea typeface="Yu Gothic"/>
                <a:cs typeface="Yu Gothic"/>
              </a:defRPr>
            </a:lvl2pPr>
            <a:lvl3pPr algn="ctr">
              <a:buNone/>
              <a:defRPr sz="1800" b="1">
                <a:solidFill>
                  <a:srgbClr val="226FAE"/>
                </a:solidFill>
                <a:latin typeface="Yu Gothic"/>
                <a:ea typeface="Yu Gothic"/>
                <a:cs typeface="Yu Gothic"/>
              </a:defRPr>
            </a:lvl3pPr>
            <a:lvl4pPr algn="ctr">
              <a:buNone/>
              <a:defRPr sz="1800" b="1">
                <a:solidFill>
                  <a:srgbClr val="226FAE"/>
                </a:solidFill>
                <a:latin typeface="Yu Gothic"/>
                <a:ea typeface="Yu Gothic"/>
                <a:cs typeface="Yu Gothic"/>
              </a:defRPr>
            </a:lvl4pPr>
            <a:lvl5pPr algn="ctr">
              <a:buNone/>
              <a:defRPr sz="1800" b="1">
                <a:solidFill>
                  <a:srgbClr val="226FAE"/>
                </a:solidFill>
                <a:latin typeface="Yu Gothic"/>
                <a:ea typeface="Yu Gothic"/>
                <a:cs typeface="Yu Gothic"/>
              </a:defRPr>
            </a:lvl5pPr>
            <a:lvl6pPr algn="ctr">
              <a:buNone/>
              <a:defRPr sz="1800" b="1">
                <a:solidFill>
                  <a:srgbClr val="226FAE"/>
                </a:solidFill>
                <a:latin typeface="Yu Gothic"/>
                <a:ea typeface="Yu Gothic"/>
                <a:cs typeface="Yu Gothic"/>
              </a:defRPr>
            </a:lvl6pPr>
            <a:lvl7pPr algn="ctr">
              <a:buNone/>
              <a:defRPr sz="1800" b="1">
                <a:solidFill>
                  <a:srgbClr val="226FAE"/>
                </a:solidFill>
                <a:latin typeface="Yu Gothic"/>
                <a:ea typeface="Yu Gothic"/>
                <a:cs typeface="Yu Gothic"/>
              </a:defRPr>
            </a:lvl7pPr>
            <a:lvl8pPr algn="ctr">
              <a:buNone/>
              <a:defRPr sz="1800" b="1">
                <a:solidFill>
                  <a:srgbClr val="226FAE"/>
                </a:solidFill>
                <a:latin typeface="Yu Gothic"/>
                <a:ea typeface="Yu Gothic"/>
                <a:cs typeface="Yu Gothic"/>
              </a:defRPr>
            </a:lvl8pPr>
            <a:lvl9pPr algn="ctr">
              <a:buNone/>
              <a:defRPr sz="1800" b="1">
                <a:solidFill>
                  <a:srgbClr val="226FAE"/>
                </a:solidFill>
                <a:latin typeface="Yu Gothic"/>
                <a:ea typeface="Yu Gothic"/>
                <a:cs typeface="Yu Gothic"/>
              </a:defRPr>
            </a:lvl9pPr>
          </a:lstStyle>
          <a:p xmlns:a="http://schemas.openxmlformats.org/drawingml/2006/main">
            <a:pPr algn="ctr">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160</a:t>
            </a:r>
          </a:p>
        </p:txBody>
      </p:sp>
      <p:sp>
        <p:nvSpPr>
          <p:cNvPr id="36" name="">
            <a:extLst xmlns:a="http://schemas.openxmlformats.org/drawingml/2006/main">
              <a:ext uri="{FF2B5EF4-FFF2-40B4-BE49-F238E27FC236}">
                <a16:creationId xmlns:a16="http://schemas.microsoft.com/office/drawing/2014/main" id="{1854EC95-CECC-4B39-8100-40A4C66FBA45}"/>
              </a:ext>
            </a:extLst>
          </p:cNvPr>
          <p:cNvSpPr>
            <a:spLocks xmlns:a="http://schemas.openxmlformats.org/drawingml/2006/main" noGrp="1"/>
          </p:cNvSpPr>
          <p:nvPr/>
        </p:nvSpPr>
        <p:spPr>
          <a:xfrm xmlns:a="http://schemas.openxmlformats.org/drawingml/2006/main">
            <a:off x="8715375" y="273367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RA + RB = 400</a:t>
            </a:r>
          </a:p>
        </p:txBody>
      </p:sp>
      <p:sp>
        <p:nvSpPr>
          <p:cNvPr id="37" name="">
            <a:extLst xmlns:a="http://schemas.openxmlformats.org/drawingml/2006/main">
              <a:ext uri="{FF2B5EF4-FFF2-40B4-BE49-F238E27FC236}">
                <a16:creationId xmlns:a16="http://schemas.microsoft.com/office/drawing/2014/main" id="{26B707BE-F512-429B-B9B1-74F31FA5BA49}"/>
              </a:ext>
            </a:extLst>
          </p:cNvPr>
          <p:cNvSpPr>
            <a:spLocks xmlns:a="http://schemas.openxmlformats.org/drawingml/2006/main" noGrp="1"/>
          </p:cNvSpPr>
          <p:nvPr/>
        </p:nvSpPr>
        <p:spPr>
          <a:xfrm xmlns:a="http://schemas.openxmlformats.org/drawingml/2006/main">
            <a:off x="8715375" y="324802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1.6 RB = 400×0.8</a:t>
            </a:r>
          </a:p>
        </p:txBody>
      </p:sp>
      <p:sp>
        <p:nvSpPr>
          <p:cNvPr id="38" name="">
            <a:extLst xmlns:a="http://schemas.openxmlformats.org/drawingml/2006/main">
              <a:ext uri="{FF2B5EF4-FFF2-40B4-BE49-F238E27FC236}">
                <a16:creationId xmlns:a16="http://schemas.microsoft.com/office/drawing/2014/main" id="{7146FAEA-3A7D-4FD0-9510-C4C42618CD5D}"/>
              </a:ext>
            </a:extLst>
          </p:cNvPr>
          <p:cNvSpPr>
            <a:spLocks xmlns:a="http://schemas.openxmlformats.org/drawingml/2006/main" noGrp="1"/>
          </p:cNvSpPr>
          <p:nvPr/>
        </p:nvSpPr>
        <p:spPr>
          <a:xfrm xmlns:a="http://schemas.openxmlformats.org/drawingml/2006/main">
            <a:off x="8715375" y="376237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RA = 200 N</a:t>
            </a:r>
          </a:p>
        </p:txBody>
      </p:sp>
      <p:sp>
        <p:nvSpPr>
          <p:cNvPr id="39" name="">
            <a:extLst xmlns:a="http://schemas.openxmlformats.org/drawingml/2006/main">
              <a:ext uri="{FF2B5EF4-FFF2-40B4-BE49-F238E27FC236}">
                <a16:creationId xmlns:a16="http://schemas.microsoft.com/office/drawing/2014/main" id="{91D19EC8-FE48-4109-8542-62196EDE0A4F}"/>
              </a:ext>
            </a:extLst>
          </p:cNvPr>
          <p:cNvSpPr>
            <a:spLocks xmlns:a="http://schemas.openxmlformats.org/drawingml/2006/main" noGrp="1"/>
          </p:cNvSpPr>
          <p:nvPr/>
        </p:nvSpPr>
        <p:spPr>
          <a:xfrm xmlns:a="http://schemas.openxmlformats.org/drawingml/2006/main">
            <a:off x="8715375" y="427672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RB = 200 N</a:t>
            </a:r>
          </a:p>
        </p:txBody>
      </p:sp>
      <p:sp>
        <p:nvSpPr>
          <p:cNvPr id="40" name="">
            <a:extLst xmlns:a="http://schemas.openxmlformats.org/drawingml/2006/main">
              <a:ext uri="{FF2B5EF4-FFF2-40B4-BE49-F238E27FC236}">
                <a16:creationId xmlns:a16="http://schemas.microsoft.com/office/drawing/2014/main" id="{274DD910-E0C5-4461-9C76-01F9D2C2C6EA}"/>
              </a:ext>
            </a:extLst>
          </p:cNvPr>
          <p:cNvSpPr>
            <a:spLocks xmlns:a="http://schemas.openxmlformats.org/drawingml/2006/main" noGrp="1"/>
          </p:cNvSpPr>
          <p:nvPr/>
        </p:nvSpPr>
        <p:spPr>
          <a:xfrm xmlns:a="http://schemas.openxmlformats.org/drawingml/2006/main">
            <a:off x="8667750" y="5019675"/>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226FAE"/>
                </a:solidFill>
                <a:latin typeface="Yu Gothic"/>
                <a:ea typeface="Yu Gothic"/>
                <a:cs typeface="Yu Gothic"/>
              </a:defRPr>
            </a:defPPr>
            <a:lvl1pPr algn="l">
              <a:buNone/>
              <a:defRPr sz="2025" b="1">
                <a:solidFill>
                  <a:srgbClr val="226FAE"/>
                </a:solidFill>
                <a:latin typeface="Yu Gothic"/>
                <a:ea typeface="Yu Gothic"/>
                <a:cs typeface="Yu Gothic"/>
              </a:defRPr>
            </a:lvl1pPr>
            <a:lvl2pPr algn="l">
              <a:buNone/>
              <a:defRPr sz="2025" b="1">
                <a:solidFill>
                  <a:srgbClr val="226FAE"/>
                </a:solidFill>
                <a:latin typeface="Yu Gothic"/>
                <a:ea typeface="Yu Gothic"/>
                <a:cs typeface="Yu Gothic"/>
              </a:defRPr>
            </a:lvl2pPr>
            <a:lvl3pPr algn="l">
              <a:buNone/>
              <a:defRPr sz="2025" b="1">
                <a:solidFill>
                  <a:srgbClr val="226FAE"/>
                </a:solidFill>
                <a:latin typeface="Yu Gothic"/>
                <a:ea typeface="Yu Gothic"/>
                <a:cs typeface="Yu Gothic"/>
              </a:defRPr>
            </a:lvl3pPr>
            <a:lvl4pPr algn="l">
              <a:buNone/>
              <a:defRPr sz="2025" b="1">
                <a:solidFill>
                  <a:srgbClr val="226FAE"/>
                </a:solidFill>
                <a:latin typeface="Yu Gothic"/>
                <a:ea typeface="Yu Gothic"/>
                <a:cs typeface="Yu Gothic"/>
              </a:defRPr>
            </a:lvl4pPr>
            <a:lvl5pPr algn="l">
              <a:buNone/>
              <a:defRPr sz="2025" b="1">
                <a:solidFill>
                  <a:srgbClr val="226FAE"/>
                </a:solidFill>
                <a:latin typeface="Yu Gothic"/>
                <a:ea typeface="Yu Gothic"/>
                <a:cs typeface="Yu Gothic"/>
              </a:defRPr>
            </a:lvl5pPr>
            <a:lvl6pPr algn="l">
              <a:buNone/>
              <a:defRPr sz="2025" b="1">
                <a:solidFill>
                  <a:srgbClr val="226FAE"/>
                </a:solidFill>
                <a:latin typeface="Yu Gothic"/>
                <a:ea typeface="Yu Gothic"/>
                <a:cs typeface="Yu Gothic"/>
              </a:defRPr>
            </a:lvl6pPr>
            <a:lvl7pPr algn="l">
              <a:buNone/>
              <a:defRPr sz="2025" b="1">
                <a:solidFill>
                  <a:srgbClr val="226FAE"/>
                </a:solidFill>
                <a:latin typeface="Yu Gothic"/>
                <a:ea typeface="Yu Gothic"/>
                <a:cs typeface="Yu Gothic"/>
              </a:defRPr>
            </a:lvl7pPr>
            <a:lvl8pPr algn="l">
              <a:buNone/>
              <a:defRPr sz="2025" b="1">
                <a:solidFill>
                  <a:srgbClr val="226FAE"/>
                </a:solidFill>
                <a:latin typeface="Yu Gothic"/>
                <a:ea typeface="Yu Gothic"/>
                <a:cs typeface="Yu Gothic"/>
              </a:defRPr>
            </a:lvl8pPr>
            <a:lvl9pPr algn="l">
              <a:buNone/>
              <a:defRPr sz="2025" b="1">
                <a:solidFill>
                  <a:srgbClr val="226FAE"/>
                </a:solidFill>
                <a:latin typeface="Yu Gothic"/>
                <a:ea typeface="Yu Gothic"/>
                <a:cs typeface="Yu Gothic"/>
              </a:defRPr>
            </a:lvl9pPr>
          </a:lstStyle>
          <a:p xmlns:a="http://schemas.openxmlformats.org/drawingml/2006/main">
            <a:pPr algn="l">
              <a:buNone/>
              <a:defRPr sz="2025" b="1">
                <a:solidFill>
                  <a:srgbClr val="226FAE"/>
                </a:solidFill>
                <a:latin typeface="Yu Gothic"/>
                <a:ea typeface="Yu Gothic"/>
                <a:cs typeface="Yu Gothic"/>
              </a:defRPr>
            </a:pPr>
            <a:r>
              <a:rPr sz="2025" b="1">
                <a:solidFill>
                  <a:srgbClr val="226FAE"/>
                </a:solidFill>
                <a:latin typeface="Yu Gothic"/>
                <a:ea typeface="Yu Gothic"/>
                <a:cs typeface="Yu Gothic"/>
              </a:rPr>
              <a:t>M最大 = 160 N·m</a:t>
            </a:r>
          </a:p>
        </p:txBody>
      </p:sp>
      <p:sp>
        <p:nvSpPr>
          <p:cNvPr id="41" name="">
            <a:extLst xmlns:a="http://schemas.openxmlformats.org/drawingml/2006/main">
              <a:ext uri="{FF2B5EF4-FFF2-40B4-BE49-F238E27FC236}">
                <a16:creationId xmlns:a16="http://schemas.microsoft.com/office/drawing/2014/main" id="{5FBFFF15-F9AD-4B65-A4FE-AA71FC24942D}"/>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反力は各200 N。Bまわりもつり合い、両端の M は0</a:t>
            </a:r>
          </a:p>
        </p:txBody>
      </p:sp>
    </p:spTree>
    <p:extLst>
      <p:ext uri="{BB962C8B-B14F-4D97-AF65-F5344CB8AC3E}">
        <p14:creationId xmlns:p14="http://schemas.microsoft.com/office/powerpoint/2010/main" val="17128945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21B9D5F-DFFA-4E98-8B35-BCC8777AD60C}"/>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SFD の「符号付き面積」で M の変化を読む</a:t>
            </a:r>
          </a:p>
        </p:txBody>
      </p:sp>
      <p:cxnSp>
        <p:nvCxnSpPr>
          <p:cNvPr id="2" name="">
            <a:extLst xmlns:a="http://schemas.openxmlformats.org/drawingml/2006/main">
              <a:ext uri="{FF2B5EF4-FFF2-40B4-BE49-F238E27FC236}">
                <a16:creationId xmlns:a16="http://schemas.microsoft.com/office/drawing/2014/main" id="{E4761890-A7E0-4718-BEE9-D11B833090A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27EAFA53-0ED0-4365-8BE2-AFC83D3C089B}"/>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0FD1C110-5C8F-4DF7-8CB7-7C24B898639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26 / 49</a:t>
            </a:r>
          </a:p>
        </p:txBody>
      </p:sp>
      <p:sp>
        <p:nvSpPr>
          <p:cNvPr id="20" name="">
            <a:extLst xmlns:a="http://schemas.openxmlformats.org/drawingml/2006/main">
              <a:ext uri="{FF2B5EF4-FFF2-40B4-BE49-F238E27FC236}">
                <a16:creationId xmlns:a16="http://schemas.microsoft.com/office/drawing/2014/main" id="{88DAFBE3-BF4E-4B41-A080-25E6395A5D0A}"/>
              </a:ext>
            </a:extLst>
          </p:cNvPr>
          <p:cNvSpPr>
            <a:spLocks xmlns:a="http://schemas.openxmlformats.org/drawingml/2006/main" noGrp="1"/>
          </p:cNvSpPr>
          <p:nvPr/>
        </p:nvSpPr>
        <p:spPr>
          <a:xfrm xmlns:a="http://schemas.openxmlformats.org/drawingml/2006/main">
            <a:off x="809625" y="15240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700" b="1">
                <a:solidFill>
                  <a:srgbClr val="263D4D"/>
                </a:solidFill>
                <a:latin typeface="Yu Gothic"/>
                <a:ea typeface="Yu Gothic"/>
                <a:cs typeface="Yu Gothic"/>
              </a:defRPr>
            </a:defPPr>
            <a:lvl1pPr>
              <a:buNone/>
              <a:defRPr sz="2700" b="1">
                <a:solidFill>
                  <a:srgbClr val="263D4D"/>
                </a:solidFill>
                <a:latin typeface="Yu Gothic"/>
                <a:ea typeface="Yu Gothic"/>
                <a:cs typeface="Yu Gothic"/>
              </a:defRPr>
            </a:lvl1pPr>
            <a:lvl2pPr>
              <a:buNone/>
              <a:defRPr sz="2700" b="1">
                <a:solidFill>
                  <a:srgbClr val="263D4D"/>
                </a:solidFill>
                <a:latin typeface="Yu Gothic"/>
                <a:ea typeface="Yu Gothic"/>
                <a:cs typeface="Yu Gothic"/>
              </a:defRPr>
            </a:lvl2pPr>
            <a:lvl3pPr>
              <a:buNone/>
              <a:defRPr sz="2700" b="1">
                <a:solidFill>
                  <a:srgbClr val="263D4D"/>
                </a:solidFill>
                <a:latin typeface="Yu Gothic"/>
                <a:ea typeface="Yu Gothic"/>
                <a:cs typeface="Yu Gothic"/>
              </a:defRPr>
            </a:lvl3pPr>
            <a:lvl4pPr>
              <a:buNone/>
              <a:defRPr sz="2700" b="1">
                <a:solidFill>
                  <a:srgbClr val="263D4D"/>
                </a:solidFill>
                <a:latin typeface="Yu Gothic"/>
                <a:ea typeface="Yu Gothic"/>
                <a:cs typeface="Yu Gothic"/>
              </a:defRPr>
            </a:lvl4pPr>
            <a:lvl5pPr>
              <a:buNone/>
              <a:defRPr sz="2700" b="1">
                <a:solidFill>
                  <a:srgbClr val="263D4D"/>
                </a:solidFill>
                <a:latin typeface="Yu Gothic"/>
                <a:ea typeface="Yu Gothic"/>
                <a:cs typeface="Yu Gothic"/>
              </a:defRPr>
            </a:lvl5pPr>
            <a:lvl6pPr>
              <a:buNone/>
              <a:defRPr sz="2700" b="1">
                <a:solidFill>
                  <a:srgbClr val="263D4D"/>
                </a:solidFill>
                <a:latin typeface="Yu Gothic"/>
                <a:ea typeface="Yu Gothic"/>
                <a:cs typeface="Yu Gothic"/>
              </a:defRPr>
            </a:lvl6pPr>
            <a:lvl7pPr>
              <a:buNone/>
              <a:defRPr sz="2700" b="1">
                <a:solidFill>
                  <a:srgbClr val="263D4D"/>
                </a:solidFill>
                <a:latin typeface="Yu Gothic"/>
                <a:ea typeface="Yu Gothic"/>
                <a:cs typeface="Yu Gothic"/>
              </a:defRPr>
            </a:lvl7pPr>
            <a:lvl8pPr>
              <a:buNone/>
              <a:defRPr sz="2700" b="1">
                <a:solidFill>
                  <a:srgbClr val="263D4D"/>
                </a:solidFill>
                <a:latin typeface="Yu Gothic"/>
                <a:ea typeface="Yu Gothic"/>
                <a:cs typeface="Yu Gothic"/>
              </a:defRPr>
            </a:lvl8pPr>
            <a:lvl9pPr>
              <a:buNone/>
              <a:defRPr sz="2700" b="1">
                <a:solidFill>
                  <a:srgbClr val="263D4D"/>
                </a:solidFill>
                <a:latin typeface="Yu Gothic"/>
                <a:ea typeface="Yu Gothic"/>
                <a:cs typeface="Yu Gothic"/>
              </a:defRPr>
            </a:lvl9pPr>
          </a:lstStyle>
          <a:p xmlns:a="http://schemas.openxmlformats.org/drawingml/2006/main">
            <a:pPr>
              <a:buNone/>
              <a:defRPr sz="2700" b="1">
                <a:solidFill>
                  <a:srgbClr val="263D4D"/>
                </a:solidFill>
                <a:latin typeface="Yu Gothic"/>
                <a:ea typeface="Yu Gothic"/>
                <a:cs typeface="Yu Gothic"/>
              </a:defRPr>
            </a:pPr>
            <a:r>
              <a:rPr sz="2700" b="1">
                <a:solidFill>
                  <a:srgbClr val="263D4D"/>
                </a:solidFill>
                <a:latin typeface="Yu Gothic"/>
                <a:ea typeface="Yu Gothic"/>
                <a:cs typeface="Yu Gothic"/>
              </a:rPr>
              <a:t>Mの増分 = SFDの符号付き面積</a:t>
            </a:r>
          </a:p>
        </p:txBody>
      </p:sp>
      <p:sp>
        <p:nvSpPr>
          <p:cNvPr id="21" name="">
            <a:extLst xmlns:a="http://schemas.openxmlformats.org/drawingml/2006/main">
              <a:ext uri="{FF2B5EF4-FFF2-40B4-BE49-F238E27FC236}">
                <a16:creationId xmlns:a16="http://schemas.microsoft.com/office/drawing/2014/main" id="{84B1BE6C-BA12-45EC-8EA8-A0C8A155DB6D}"/>
              </a:ext>
            </a:extLst>
          </p:cNvPr>
          <p:cNvSpPr>
            <a:spLocks xmlns:a="http://schemas.openxmlformats.org/drawingml/2006/main" noGrp="1"/>
          </p:cNvSpPr>
          <p:nvPr/>
        </p:nvSpPr>
        <p:spPr>
          <a:xfrm xmlns:a="http://schemas.openxmlformats.org/drawingml/2006/main">
            <a:off x="1619250" y="2619375"/>
            <a:ext cx="3381375" cy="857250"/>
          </a:xfrm>
          <a:prstGeom xmlns:a="http://schemas.openxmlformats.org/drawingml/2006/main" prst="rect">
            <a:avLst/>
          </a:prstGeom>
          <a:solidFill xmlns:a="http://schemas.openxmlformats.org/drawingml/2006/main">
            <a:srgbClr val="E7DFF1"/>
          </a:solidFill>
          <a:ln xmlns:a="http://schemas.openxmlformats.org/drawingml/2006/main" w="16193">
            <a:solidFill>
              <a:srgbClr val="7655A5"/>
            </a:solidFill>
          </a:ln>
        </p:spPr>
      </p:sp>
      <p:sp>
        <p:nvSpPr>
          <p:cNvPr id="22" name="">
            <a:extLst xmlns:a="http://schemas.openxmlformats.org/drawingml/2006/main">
              <a:ext uri="{FF2B5EF4-FFF2-40B4-BE49-F238E27FC236}">
                <a16:creationId xmlns:a16="http://schemas.microsoft.com/office/drawing/2014/main" id="{A2B5F25D-6B58-4ED9-B1CD-FC19E8CCC218}"/>
              </a:ext>
            </a:extLst>
          </p:cNvPr>
          <p:cNvSpPr>
            <a:spLocks xmlns:a="http://schemas.openxmlformats.org/drawingml/2006/main" noGrp="1"/>
          </p:cNvSpPr>
          <p:nvPr/>
        </p:nvSpPr>
        <p:spPr>
          <a:xfrm xmlns:a="http://schemas.openxmlformats.org/drawingml/2006/main">
            <a:off x="5000625" y="3476625"/>
            <a:ext cx="3381375" cy="857250"/>
          </a:xfrm>
          <a:prstGeom xmlns:a="http://schemas.openxmlformats.org/drawingml/2006/main" prst="rect">
            <a:avLst/>
          </a:prstGeom>
          <a:solidFill xmlns:a="http://schemas.openxmlformats.org/drawingml/2006/main">
            <a:srgbClr val="F1EAF6"/>
          </a:solidFill>
          <a:ln xmlns:a="http://schemas.openxmlformats.org/drawingml/2006/main" w="16193">
            <a:solidFill>
              <a:srgbClr val="7655A5"/>
            </a:solidFill>
          </a:ln>
        </p:spPr>
      </p:sp>
      <p:sp>
        <p:nvSpPr>
          <p:cNvPr id="23" name="">
            <a:extLst xmlns:a="http://schemas.openxmlformats.org/drawingml/2006/main">
              <a:ext uri="{FF2B5EF4-FFF2-40B4-BE49-F238E27FC236}">
                <a16:creationId xmlns:a16="http://schemas.microsoft.com/office/drawing/2014/main" id="{96B2AF5F-6623-45C6-A49A-1AD8020720F7}"/>
              </a:ext>
            </a:extLst>
          </p:cNvPr>
          <p:cNvSpPr>
            <a:spLocks xmlns:a="http://schemas.openxmlformats.org/drawingml/2006/main" noGrp="1"/>
          </p:cNvSpPr>
          <p:nvPr/>
        </p:nvSpPr>
        <p:spPr>
          <a:xfrm xmlns:a="http://schemas.openxmlformats.org/drawingml/2006/main">
            <a:off x="1619250" y="3476625"/>
            <a:ext cx="7191375" cy="9525"/>
          </a:xfrm>
          <a:custGeom xmlns:a="http://schemas.openxmlformats.org/drawingml/2006/main">
            <a:pathLst>
              <a:path w="7191375" h="9525">
                <a:moveTo>
                  <a:pt x="0" y="0"/>
                </a:moveTo>
                <a:lnTo>
                  <a:pt x="7191375" y="0"/>
                </a:lnTo>
              </a:path>
            </a:pathLst>
          </a:custGeom>
          <a:noFill xmlns:a="http://schemas.openxmlformats.org/drawingml/2006/main"/>
          <a:ln xmlns:a="http://schemas.openxmlformats.org/drawingml/2006/main" w="16193">
            <a:solidFill>
              <a:srgbClr val="71818B"/>
            </a:solidFill>
          </a:ln>
        </p:spPr>
      </p:sp>
      <p:sp>
        <p:nvSpPr>
          <p:cNvPr id="24" name="">
            <a:extLst xmlns:a="http://schemas.openxmlformats.org/drawingml/2006/main">
              <a:ext uri="{FF2B5EF4-FFF2-40B4-BE49-F238E27FC236}">
                <a16:creationId xmlns:a16="http://schemas.microsoft.com/office/drawing/2014/main" id="{99B3C6FE-54FA-4B74-963E-F10788B85CE7}"/>
              </a:ext>
            </a:extLst>
          </p:cNvPr>
          <p:cNvSpPr>
            <a:spLocks xmlns:a="http://schemas.openxmlformats.org/drawingml/2006/main" noGrp="1"/>
          </p:cNvSpPr>
          <p:nvPr/>
        </p:nvSpPr>
        <p:spPr>
          <a:xfrm xmlns:a="http://schemas.openxmlformats.org/drawingml/2006/main">
            <a:off x="8724900" y="3440621"/>
            <a:ext cx="85725" cy="72009"/>
          </a:xfrm>
          <a:custGeom xmlns:a="http://schemas.openxmlformats.org/drawingml/2006/main">
            <a:pathLst>
              <a:path w="85725" h="72009">
                <a:moveTo>
                  <a:pt x="85725" y="36004"/>
                </a:moveTo>
                <a:lnTo>
                  <a:pt x="0" y="0"/>
                </a:lnTo>
                <a:lnTo>
                  <a:pt x="0" y="72009"/>
                </a:lnTo>
                <a:close/>
              </a:path>
            </a:pathLst>
          </a:custGeom>
          <a:solidFill xmlns:a="http://schemas.openxmlformats.org/drawingml/2006/main">
            <a:srgbClr val="71818B"/>
          </a:solidFill>
          <a:ln xmlns:a="http://schemas.openxmlformats.org/drawingml/2006/main" w="4763">
            <a:solidFill>
              <a:srgbClr val="71818B"/>
            </a:solidFill>
          </a:ln>
        </p:spPr>
      </p:sp>
      <p:sp>
        <p:nvSpPr>
          <p:cNvPr id="25" name="">
            <a:extLst xmlns:a="http://schemas.openxmlformats.org/drawingml/2006/main">
              <a:ext uri="{FF2B5EF4-FFF2-40B4-BE49-F238E27FC236}">
                <a16:creationId xmlns:a16="http://schemas.microsoft.com/office/drawing/2014/main" id="{14AA7C9F-445F-41FF-8584-0AFED226CDE1}"/>
              </a:ext>
            </a:extLst>
          </p:cNvPr>
          <p:cNvSpPr>
            <a:spLocks xmlns:a="http://schemas.openxmlformats.org/drawingml/2006/main" noGrp="1"/>
          </p:cNvSpPr>
          <p:nvPr/>
        </p:nvSpPr>
        <p:spPr>
          <a:xfrm xmlns:a="http://schemas.openxmlformats.org/drawingml/2006/main">
            <a:off x="1619250" y="2381250"/>
            <a:ext cx="9525" cy="2143125"/>
          </a:xfrm>
          <a:custGeom xmlns:a="http://schemas.openxmlformats.org/drawingml/2006/main">
            <a:pathLst>
              <a:path w="9525" h="2143125">
                <a:moveTo>
                  <a:pt x="0" y="0"/>
                </a:moveTo>
                <a:lnTo>
                  <a:pt x="0" y="2143125"/>
                </a:lnTo>
              </a:path>
            </a:pathLst>
          </a:custGeom>
          <a:noFill xmlns:a="http://schemas.openxmlformats.org/drawingml/2006/main"/>
          <a:ln xmlns:a="http://schemas.openxmlformats.org/drawingml/2006/main" w="15240">
            <a:solidFill>
              <a:srgbClr val="71818B"/>
            </a:solidFill>
          </a:ln>
        </p:spPr>
      </p:sp>
      <p:sp>
        <p:nvSpPr>
          <p:cNvPr id="26" name="">
            <a:extLst xmlns:a="http://schemas.openxmlformats.org/drawingml/2006/main">
              <a:ext uri="{FF2B5EF4-FFF2-40B4-BE49-F238E27FC236}">
                <a16:creationId xmlns:a16="http://schemas.microsoft.com/office/drawing/2014/main" id="{2CE504FC-8005-44F1-B9A3-A20204F619E1}"/>
              </a:ext>
            </a:extLst>
          </p:cNvPr>
          <p:cNvSpPr>
            <a:spLocks xmlns:a="http://schemas.openxmlformats.org/drawingml/2006/main" noGrp="1"/>
          </p:cNvSpPr>
          <p:nvPr/>
        </p:nvSpPr>
        <p:spPr>
          <a:xfrm xmlns:a="http://schemas.openxmlformats.org/drawingml/2006/main">
            <a:off x="1619250" y="2619375"/>
            <a:ext cx="6762750" cy="1714500"/>
          </a:xfrm>
          <a:custGeom xmlns:a="http://schemas.openxmlformats.org/drawingml/2006/main">
            <a:pathLst>
              <a:path w="6762750" h="1714500">
                <a:moveTo>
                  <a:pt x="0" y="0"/>
                </a:moveTo>
                <a:lnTo>
                  <a:pt x="3381375" y="0"/>
                </a:lnTo>
                <a:lnTo>
                  <a:pt x="3381375" y="1714500"/>
                </a:lnTo>
                <a:lnTo>
                  <a:pt x="6762750" y="1714500"/>
                </a:lnTo>
              </a:path>
            </a:pathLst>
          </a:custGeom>
          <a:noFill xmlns:a="http://schemas.openxmlformats.org/drawingml/2006/main"/>
          <a:ln xmlns:a="http://schemas.openxmlformats.org/drawingml/2006/main" w="38100">
            <a:solidFill>
              <a:srgbClr val="7655A5"/>
            </a:solidFill>
          </a:ln>
        </p:spPr>
      </p:sp>
      <p:sp>
        <p:nvSpPr>
          <p:cNvPr id="27" name="">
            <a:extLst xmlns:a="http://schemas.openxmlformats.org/drawingml/2006/main">
              <a:ext uri="{FF2B5EF4-FFF2-40B4-BE49-F238E27FC236}">
                <a16:creationId xmlns:a16="http://schemas.microsoft.com/office/drawing/2014/main" id="{CF49954F-4B1D-443A-9850-548B2F39D973}"/>
              </a:ext>
            </a:extLst>
          </p:cNvPr>
          <p:cNvSpPr>
            <a:spLocks xmlns:a="http://schemas.openxmlformats.org/drawingml/2006/main" noGrp="1"/>
          </p:cNvSpPr>
          <p:nvPr/>
        </p:nvSpPr>
        <p:spPr>
          <a:xfrm xmlns:a="http://schemas.openxmlformats.org/drawingml/2006/main">
            <a:off x="809625" y="20955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V / N</a:t>
            </a:r>
          </a:p>
        </p:txBody>
      </p:sp>
      <p:sp>
        <p:nvSpPr>
          <p:cNvPr id="28" name="">
            <a:extLst xmlns:a="http://schemas.openxmlformats.org/drawingml/2006/main">
              <a:ext uri="{FF2B5EF4-FFF2-40B4-BE49-F238E27FC236}">
                <a16:creationId xmlns:a16="http://schemas.microsoft.com/office/drawing/2014/main" id="{DC6EF5C8-6B16-4722-8F4B-E4EEE734048A}"/>
              </a:ext>
            </a:extLst>
          </p:cNvPr>
          <p:cNvSpPr>
            <a:spLocks xmlns:a="http://schemas.openxmlformats.org/drawingml/2006/main" noGrp="1"/>
          </p:cNvSpPr>
          <p:nvPr/>
        </p:nvSpPr>
        <p:spPr>
          <a:xfrm xmlns:a="http://schemas.openxmlformats.org/drawingml/2006/main">
            <a:off x="1952625" y="2190750"/>
            <a:ext cx="190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a:t>
            </a:r>
          </a:p>
        </p:txBody>
      </p:sp>
      <p:sp>
        <p:nvSpPr>
          <p:cNvPr id="29" name="">
            <a:extLst xmlns:a="http://schemas.openxmlformats.org/drawingml/2006/main">
              <a:ext uri="{FF2B5EF4-FFF2-40B4-BE49-F238E27FC236}">
                <a16:creationId xmlns:a16="http://schemas.microsoft.com/office/drawing/2014/main" id="{5E98C67F-AB2F-45BD-9ECC-AAEA7F99CD15}"/>
              </a:ext>
            </a:extLst>
          </p:cNvPr>
          <p:cNvSpPr>
            <a:spLocks xmlns:a="http://schemas.openxmlformats.org/drawingml/2006/main" noGrp="1"/>
          </p:cNvSpPr>
          <p:nvPr/>
        </p:nvSpPr>
        <p:spPr>
          <a:xfrm xmlns:a="http://schemas.openxmlformats.org/drawingml/2006/main">
            <a:off x="6715125" y="4333875"/>
            <a:ext cx="190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a:t>
            </a:r>
          </a:p>
        </p:txBody>
      </p:sp>
      <p:sp>
        <p:nvSpPr>
          <p:cNvPr id="30" name="">
            <a:extLst xmlns:a="http://schemas.openxmlformats.org/drawingml/2006/main">
              <a:ext uri="{FF2B5EF4-FFF2-40B4-BE49-F238E27FC236}">
                <a16:creationId xmlns:a16="http://schemas.microsoft.com/office/drawing/2014/main" id="{AC146DD7-B423-4EE8-BE10-686D821A4B6F}"/>
              </a:ext>
            </a:extLst>
          </p:cNvPr>
          <p:cNvSpPr>
            <a:spLocks xmlns:a="http://schemas.openxmlformats.org/drawingml/2006/main" noGrp="1"/>
          </p:cNvSpPr>
          <p:nvPr/>
        </p:nvSpPr>
        <p:spPr>
          <a:xfrm xmlns:a="http://schemas.openxmlformats.org/drawingml/2006/main">
            <a:off x="1238250" y="3286125"/>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0</a:t>
            </a:r>
          </a:p>
        </p:txBody>
      </p:sp>
      <p:sp>
        <p:nvSpPr>
          <p:cNvPr id="31" name="">
            <a:extLst xmlns:a="http://schemas.openxmlformats.org/drawingml/2006/main">
              <a:ext uri="{FF2B5EF4-FFF2-40B4-BE49-F238E27FC236}">
                <a16:creationId xmlns:a16="http://schemas.microsoft.com/office/drawing/2014/main" id="{C28CA301-4116-4D05-980E-53F5C33A04EC}"/>
              </a:ext>
            </a:extLst>
          </p:cNvPr>
          <p:cNvSpPr>
            <a:spLocks xmlns:a="http://schemas.openxmlformats.org/drawingml/2006/main" noGrp="1"/>
          </p:cNvSpPr>
          <p:nvPr/>
        </p:nvSpPr>
        <p:spPr>
          <a:xfrm xmlns:a="http://schemas.openxmlformats.org/drawingml/2006/main">
            <a:off x="4667250" y="45720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0.60</a:t>
            </a:r>
          </a:p>
        </p:txBody>
      </p:sp>
      <p:sp>
        <p:nvSpPr>
          <p:cNvPr id="32" name="">
            <a:extLst xmlns:a="http://schemas.openxmlformats.org/drawingml/2006/main">
              <a:ext uri="{FF2B5EF4-FFF2-40B4-BE49-F238E27FC236}">
                <a16:creationId xmlns:a16="http://schemas.microsoft.com/office/drawing/2014/main" id="{26E95F4C-9DD9-4DD2-A7FC-0DF2A70E8EB3}"/>
              </a:ext>
            </a:extLst>
          </p:cNvPr>
          <p:cNvSpPr>
            <a:spLocks xmlns:a="http://schemas.openxmlformats.org/drawingml/2006/main" noGrp="1"/>
          </p:cNvSpPr>
          <p:nvPr/>
        </p:nvSpPr>
        <p:spPr>
          <a:xfrm xmlns:a="http://schemas.openxmlformats.org/drawingml/2006/main">
            <a:off x="8096250" y="4572000"/>
            <a:ext cx="114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263D4D"/>
                </a:solidFill>
                <a:latin typeface="Yu Gothic"/>
                <a:ea typeface="Yu Gothic"/>
                <a:cs typeface="Yu Gothic"/>
              </a:defRPr>
            </a:defPPr>
            <a:lvl1pPr>
              <a:buNone/>
              <a:defRPr sz="1725" b="0">
                <a:solidFill>
                  <a:srgbClr val="263D4D"/>
                </a:solidFill>
                <a:latin typeface="Yu Gothic"/>
                <a:ea typeface="Yu Gothic"/>
                <a:cs typeface="Yu Gothic"/>
              </a:defRPr>
            </a:lvl1pPr>
            <a:lvl2pPr>
              <a:buNone/>
              <a:defRPr sz="1725" b="0">
                <a:solidFill>
                  <a:srgbClr val="263D4D"/>
                </a:solidFill>
                <a:latin typeface="Yu Gothic"/>
                <a:ea typeface="Yu Gothic"/>
                <a:cs typeface="Yu Gothic"/>
              </a:defRPr>
            </a:lvl2pPr>
            <a:lvl3pPr>
              <a:buNone/>
              <a:defRPr sz="1725" b="0">
                <a:solidFill>
                  <a:srgbClr val="263D4D"/>
                </a:solidFill>
                <a:latin typeface="Yu Gothic"/>
                <a:ea typeface="Yu Gothic"/>
                <a:cs typeface="Yu Gothic"/>
              </a:defRPr>
            </a:lvl3pPr>
            <a:lvl4pPr>
              <a:buNone/>
              <a:defRPr sz="1725" b="0">
                <a:solidFill>
                  <a:srgbClr val="263D4D"/>
                </a:solidFill>
                <a:latin typeface="Yu Gothic"/>
                <a:ea typeface="Yu Gothic"/>
                <a:cs typeface="Yu Gothic"/>
              </a:defRPr>
            </a:lvl4pPr>
            <a:lvl5pPr>
              <a:buNone/>
              <a:defRPr sz="1725" b="0">
                <a:solidFill>
                  <a:srgbClr val="263D4D"/>
                </a:solidFill>
                <a:latin typeface="Yu Gothic"/>
                <a:ea typeface="Yu Gothic"/>
                <a:cs typeface="Yu Gothic"/>
              </a:defRPr>
            </a:lvl5pPr>
            <a:lvl6pPr>
              <a:buNone/>
              <a:defRPr sz="1725" b="0">
                <a:solidFill>
                  <a:srgbClr val="263D4D"/>
                </a:solidFill>
                <a:latin typeface="Yu Gothic"/>
                <a:ea typeface="Yu Gothic"/>
                <a:cs typeface="Yu Gothic"/>
              </a:defRPr>
            </a:lvl6pPr>
            <a:lvl7pPr>
              <a:buNone/>
              <a:defRPr sz="1725" b="0">
                <a:solidFill>
                  <a:srgbClr val="263D4D"/>
                </a:solidFill>
                <a:latin typeface="Yu Gothic"/>
                <a:ea typeface="Yu Gothic"/>
                <a:cs typeface="Yu Gothic"/>
              </a:defRPr>
            </a:lvl7pPr>
            <a:lvl8pPr>
              <a:buNone/>
              <a:defRPr sz="1725" b="0">
                <a:solidFill>
                  <a:srgbClr val="263D4D"/>
                </a:solidFill>
                <a:latin typeface="Yu Gothic"/>
                <a:ea typeface="Yu Gothic"/>
                <a:cs typeface="Yu Gothic"/>
              </a:defRPr>
            </a:lvl8pPr>
            <a:lvl9pPr>
              <a:buNone/>
              <a:defRPr sz="1725" b="0">
                <a:solidFill>
                  <a:srgbClr val="263D4D"/>
                </a:solidFill>
                <a:latin typeface="Yu Gothic"/>
                <a:ea typeface="Yu Gothic"/>
                <a:cs typeface="Yu Gothic"/>
              </a:defRPr>
            </a:lvl9pPr>
          </a:lstStyle>
          <a:p xmlns:a="http://schemas.openxmlformats.org/drawingml/2006/main">
            <a:pPr>
              <a:buNone/>
              <a:defRPr sz="1725" b="0">
                <a:solidFill>
                  <a:srgbClr val="263D4D"/>
                </a:solidFill>
                <a:latin typeface="Yu Gothic"/>
                <a:ea typeface="Yu Gothic"/>
                <a:cs typeface="Yu Gothic"/>
              </a:defRPr>
            </a:pPr>
            <a:r>
              <a:rPr sz="1725" b="0">
                <a:solidFill>
                  <a:srgbClr val="263D4D"/>
                </a:solidFill>
                <a:latin typeface="Yu Gothic"/>
                <a:ea typeface="Yu Gothic"/>
                <a:cs typeface="Yu Gothic"/>
              </a:rPr>
              <a:t>1.20</a:t>
            </a:r>
          </a:p>
        </p:txBody>
      </p:sp>
      <p:sp>
        <p:nvSpPr>
          <p:cNvPr id="33" name="">
            <a:extLst xmlns:a="http://schemas.openxmlformats.org/drawingml/2006/main">
              <a:ext uri="{FF2B5EF4-FFF2-40B4-BE49-F238E27FC236}">
                <a16:creationId xmlns:a16="http://schemas.microsoft.com/office/drawing/2014/main" id="{FA520F56-1CC2-4AF4-9653-97466A381499}"/>
              </a:ext>
            </a:extLst>
          </p:cNvPr>
          <p:cNvSpPr>
            <a:spLocks xmlns:a="http://schemas.openxmlformats.org/drawingml/2006/main" noGrp="1"/>
          </p:cNvSpPr>
          <p:nvPr/>
        </p:nvSpPr>
        <p:spPr>
          <a:xfrm xmlns:a="http://schemas.openxmlformats.org/drawingml/2006/main">
            <a:off x="9144000" y="33337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x / m</a:t>
            </a:r>
          </a:p>
        </p:txBody>
      </p:sp>
      <p:sp>
        <p:nvSpPr>
          <p:cNvPr id="34" name="">
            <a:extLst xmlns:a="http://schemas.openxmlformats.org/drawingml/2006/main">
              <a:ext uri="{FF2B5EF4-FFF2-40B4-BE49-F238E27FC236}">
                <a16:creationId xmlns:a16="http://schemas.microsoft.com/office/drawing/2014/main" id="{1991DA4C-B0C5-4BCA-AC3F-72957DE6F921}"/>
              </a:ext>
            </a:extLst>
          </p:cNvPr>
          <p:cNvSpPr>
            <a:spLocks xmlns:a="http://schemas.openxmlformats.org/drawingml/2006/main" noGrp="1"/>
          </p:cNvSpPr>
          <p:nvPr/>
        </p:nvSpPr>
        <p:spPr>
          <a:xfrm xmlns:a="http://schemas.openxmlformats.org/drawingml/2006/main">
            <a:off x="1952625" y="28098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 × 0.60</a:t>
            </a:r>
          </a:p>
        </p:txBody>
      </p:sp>
      <p:sp>
        <p:nvSpPr>
          <p:cNvPr id="35" name="">
            <a:extLst xmlns:a="http://schemas.openxmlformats.org/drawingml/2006/main">
              <a:ext uri="{FF2B5EF4-FFF2-40B4-BE49-F238E27FC236}">
                <a16:creationId xmlns:a16="http://schemas.microsoft.com/office/drawing/2014/main" id="{CA91AEB9-D2D0-48C4-9C4B-F801C38DDC42}"/>
              </a:ext>
            </a:extLst>
          </p:cNvPr>
          <p:cNvSpPr>
            <a:spLocks xmlns:a="http://schemas.openxmlformats.org/drawingml/2006/main" noGrp="1"/>
          </p:cNvSpPr>
          <p:nvPr/>
        </p:nvSpPr>
        <p:spPr>
          <a:xfrm xmlns:a="http://schemas.openxmlformats.org/drawingml/2006/main">
            <a:off x="5429250" y="3762375"/>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7655A5"/>
                </a:solidFill>
                <a:latin typeface="Yu Gothic"/>
                <a:ea typeface="Yu Gothic"/>
                <a:cs typeface="Yu Gothic"/>
              </a:defRPr>
            </a:defPPr>
            <a:lvl1pPr>
              <a:buNone/>
              <a:defRPr sz="2025" b="1">
                <a:solidFill>
                  <a:srgbClr val="7655A5"/>
                </a:solidFill>
                <a:latin typeface="Yu Gothic"/>
                <a:ea typeface="Yu Gothic"/>
                <a:cs typeface="Yu Gothic"/>
              </a:defRPr>
            </a:lvl1pPr>
            <a:lvl2pPr>
              <a:buNone/>
              <a:defRPr sz="2025" b="1">
                <a:solidFill>
                  <a:srgbClr val="7655A5"/>
                </a:solidFill>
                <a:latin typeface="Yu Gothic"/>
                <a:ea typeface="Yu Gothic"/>
                <a:cs typeface="Yu Gothic"/>
              </a:defRPr>
            </a:lvl2pPr>
            <a:lvl3pPr>
              <a:buNone/>
              <a:defRPr sz="2025" b="1">
                <a:solidFill>
                  <a:srgbClr val="7655A5"/>
                </a:solidFill>
                <a:latin typeface="Yu Gothic"/>
                <a:ea typeface="Yu Gothic"/>
                <a:cs typeface="Yu Gothic"/>
              </a:defRPr>
            </a:lvl3pPr>
            <a:lvl4pPr>
              <a:buNone/>
              <a:defRPr sz="2025" b="1">
                <a:solidFill>
                  <a:srgbClr val="7655A5"/>
                </a:solidFill>
                <a:latin typeface="Yu Gothic"/>
                <a:ea typeface="Yu Gothic"/>
                <a:cs typeface="Yu Gothic"/>
              </a:defRPr>
            </a:lvl4pPr>
            <a:lvl5pPr>
              <a:buNone/>
              <a:defRPr sz="2025" b="1">
                <a:solidFill>
                  <a:srgbClr val="7655A5"/>
                </a:solidFill>
                <a:latin typeface="Yu Gothic"/>
                <a:ea typeface="Yu Gothic"/>
                <a:cs typeface="Yu Gothic"/>
              </a:defRPr>
            </a:lvl5pPr>
            <a:lvl6pPr>
              <a:buNone/>
              <a:defRPr sz="2025" b="1">
                <a:solidFill>
                  <a:srgbClr val="7655A5"/>
                </a:solidFill>
                <a:latin typeface="Yu Gothic"/>
                <a:ea typeface="Yu Gothic"/>
                <a:cs typeface="Yu Gothic"/>
              </a:defRPr>
            </a:lvl6pPr>
            <a:lvl7pPr>
              <a:buNone/>
              <a:defRPr sz="2025" b="1">
                <a:solidFill>
                  <a:srgbClr val="7655A5"/>
                </a:solidFill>
                <a:latin typeface="Yu Gothic"/>
                <a:ea typeface="Yu Gothic"/>
                <a:cs typeface="Yu Gothic"/>
              </a:defRPr>
            </a:lvl7pPr>
            <a:lvl8pPr>
              <a:buNone/>
              <a:defRPr sz="2025" b="1">
                <a:solidFill>
                  <a:srgbClr val="7655A5"/>
                </a:solidFill>
                <a:latin typeface="Yu Gothic"/>
                <a:ea typeface="Yu Gothic"/>
                <a:cs typeface="Yu Gothic"/>
              </a:defRPr>
            </a:lvl8pPr>
            <a:lvl9pPr>
              <a:buNone/>
              <a:defRPr sz="2025" b="1">
                <a:solidFill>
                  <a:srgbClr val="7655A5"/>
                </a:solidFill>
                <a:latin typeface="Yu Gothic"/>
                <a:ea typeface="Yu Gothic"/>
                <a:cs typeface="Yu Gothic"/>
              </a:defRPr>
            </a:lvl9pPr>
          </a:lstStyle>
          <a:p xmlns:a="http://schemas.openxmlformats.org/drawingml/2006/main">
            <a:pPr>
              <a:buNone/>
              <a:defRPr sz="2025" b="1">
                <a:solidFill>
                  <a:srgbClr val="7655A5"/>
                </a:solidFill>
                <a:latin typeface="Yu Gothic"/>
                <a:ea typeface="Yu Gothic"/>
                <a:cs typeface="Yu Gothic"/>
              </a:defRPr>
            </a:pPr>
            <a:r>
              <a:rPr sz="2025" b="1">
                <a:solidFill>
                  <a:srgbClr val="7655A5"/>
                </a:solidFill>
                <a:latin typeface="Yu Gothic"/>
                <a:ea typeface="Yu Gothic"/>
                <a:cs typeface="Yu Gothic"/>
              </a:rPr>
              <a:t>−100 × 0.60</a:t>
            </a:r>
          </a:p>
        </p:txBody>
      </p:sp>
      <p:sp>
        <p:nvSpPr>
          <p:cNvPr id="36" name="">
            <a:extLst xmlns:a="http://schemas.openxmlformats.org/drawingml/2006/main">
              <a:ext uri="{FF2B5EF4-FFF2-40B4-BE49-F238E27FC236}">
                <a16:creationId xmlns:a16="http://schemas.microsoft.com/office/drawing/2014/main" id="{167F52C0-4F6A-4A0F-BDCE-E865D9EA1148}"/>
              </a:ext>
            </a:extLst>
          </p:cNvPr>
          <p:cNvSpPr>
            <a:spLocks xmlns:a="http://schemas.openxmlformats.org/drawingml/2006/main" noGrp="1"/>
          </p:cNvSpPr>
          <p:nvPr/>
        </p:nvSpPr>
        <p:spPr>
          <a:xfrm xmlns:a="http://schemas.openxmlformats.org/drawingml/2006/main">
            <a:off x="1333500" y="4953000"/>
            <a:ext cx="171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M：0</a:t>
            </a:r>
          </a:p>
        </p:txBody>
      </p:sp>
      <p:sp>
        <p:nvSpPr>
          <p:cNvPr id="37" name="">
            <a:extLst xmlns:a="http://schemas.openxmlformats.org/drawingml/2006/main">
              <a:ext uri="{FF2B5EF4-FFF2-40B4-BE49-F238E27FC236}">
                <a16:creationId xmlns:a16="http://schemas.microsoft.com/office/drawing/2014/main" id="{207BD254-A36C-4B45-B8FE-E5EBEF67B290}"/>
              </a:ext>
            </a:extLst>
          </p:cNvPr>
          <p:cNvSpPr>
            <a:spLocks xmlns:a="http://schemas.openxmlformats.org/drawingml/2006/main" noGrp="1"/>
          </p:cNvSpPr>
          <p:nvPr/>
        </p:nvSpPr>
        <p:spPr>
          <a:xfrm xmlns:a="http://schemas.openxmlformats.org/drawingml/2006/main">
            <a:off x="2952750" y="519112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28575">
            <a:solidFill>
              <a:srgbClr val="2876A8"/>
            </a:solidFill>
          </a:ln>
        </p:spPr>
      </p:sp>
      <p:sp>
        <p:nvSpPr>
          <p:cNvPr id="38" name="">
            <a:extLst xmlns:a="http://schemas.openxmlformats.org/drawingml/2006/main">
              <a:ext uri="{FF2B5EF4-FFF2-40B4-BE49-F238E27FC236}">
                <a16:creationId xmlns:a16="http://schemas.microsoft.com/office/drawing/2014/main" id="{2F999262-D720-4A88-9539-4484C07740E5}"/>
              </a:ext>
            </a:extLst>
          </p:cNvPr>
          <p:cNvSpPr>
            <a:spLocks xmlns:a="http://schemas.openxmlformats.org/drawingml/2006/main" noGrp="1"/>
          </p:cNvSpPr>
          <p:nvPr/>
        </p:nvSpPr>
        <p:spPr>
          <a:xfrm xmlns:a="http://schemas.openxmlformats.org/drawingml/2006/main">
            <a:off x="4124325"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39" name="">
            <a:extLst xmlns:a="http://schemas.openxmlformats.org/drawingml/2006/main">
              <a:ext uri="{FF2B5EF4-FFF2-40B4-BE49-F238E27FC236}">
                <a16:creationId xmlns:a16="http://schemas.microsoft.com/office/drawing/2014/main" id="{6ED71FBC-AE5C-4A2B-9BBA-838109C30D48}"/>
              </a:ext>
            </a:extLst>
          </p:cNvPr>
          <p:cNvSpPr>
            <a:spLocks xmlns:a="http://schemas.openxmlformats.org/drawingml/2006/main" noGrp="1"/>
          </p:cNvSpPr>
          <p:nvPr/>
        </p:nvSpPr>
        <p:spPr>
          <a:xfrm xmlns:a="http://schemas.openxmlformats.org/drawingml/2006/main">
            <a:off x="4429125" y="4953000"/>
            <a:ext cx="2190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60 N·m</a:t>
            </a:r>
          </a:p>
        </p:txBody>
      </p:sp>
      <p:sp>
        <p:nvSpPr>
          <p:cNvPr id="40" name="">
            <a:extLst xmlns:a="http://schemas.openxmlformats.org/drawingml/2006/main">
              <a:ext uri="{FF2B5EF4-FFF2-40B4-BE49-F238E27FC236}">
                <a16:creationId xmlns:a16="http://schemas.microsoft.com/office/drawing/2014/main" id="{77AD894A-9576-43E6-B3BC-F187EB952F8F}"/>
              </a:ext>
            </a:extLst>
          </p:cNvPr>
          <p:cNvSpPr>
            <a:spLocks xmlns:a="http://schemas.openxmlformats.org/drawingml/2006/main" noGrp="1"/>
          </p:cNvSpPr>
          <p:nvPr/>
        </p:nvSpPr>
        <p:spPr>
          <a:xfrm xmlns:a="http://schemas.openxmlformats.org/drawingml/2006/main">
            <a:off x="6762750" y="5191125"/>
            <a:ext cx="1285875" cy="9525"/>
          </a:xfrm>
          <a:custGeom xmlns:a="http://schemas.openxmlformats.org/drawingml/2006/main">
            <a:pathLst>
              <a:path w="1285875" h="9525">
                <a:moveTo>
                  <a:pt x="0" y="0"/>
                </a:moveTo>
                <a:lnTo>
                  <a:pt x="1285875" y="0"/>
                </a:lnTo>
              </a:path>
            </a:pathLst>
          </a:custGeom>
          <a:noFill xmlns:a="http://schemas.openxmlformats.org/drawingml/2006/main"/>
          <a:ln xmlns:a="http://schemas.openxmlformats.org/drawingml/2006/main" w="28575">
            <a:solidFill>
              <a:srgbClr val="2876A8"/>
            </a:solidFill>
          </a:ln>
        </p:spPr>
      </p:sp>
      <p:sp>
        <p:nvSpPr>
          <p:cNvPr id="41" name="">
            <a:extLst xmlns:a="http://schemas.openxmlformats.org/drawingml/2006/main">
              <a:ext uri="{FF2B5EF4-FFF2-40B4-BE49-F238E27FC236}">
                <a16:creationId xmlns:a16="http://schemas.microsoft.com/office/drawing/2014/main" id="{CFD35CF3-84A3-4DED-A48B-E8CD94E89F53}"/>
              </a:ext>
            </a:extLst>
          </p:cNvPr>
          <p:cNvSpPr>
            <a:spLocks xmlns:a="http://schemas.openxmlformats.org/drawingml/2006/main" noGrp="1"/>
          </p:cNvSpPr>
          <p:nvPr/>
        </p:nvSpPr>
        <p:spPr>
          <a:xfrm xmlns:a="http://schemas.openxmlformats.org/drawingml/2006/main">
            <a:off x="7934325" y="514311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42" name="">
            <a:extLst xmlns:a="http://schemas.openxmlformats.org/drawingml/2006/main">
              <a:ext uri="{FF2B5EF4-FFF2-40B4-BE49-F238E27FC236}">
                <a16:creationId xmlns:a16="http://schemas.microsoft.com/office/drawing/2014/main" id="{A4B9D586-844D-47C9-BFE2-25CB20DA284E}"/>
              </a:ext>
            </a:extLst>
          </p:cNvPr>
          <p:cNvSpPr>
            <a:spLocks xmlns:a="http://schemas.openxmlformats.org/drawingml/2006/main" noGrp="1"/>
          </p:cNvSpPr>
          <p:nvPr/>
        </p:nvSpPr>
        <p:spPr>
          <a:xfrm xmlns:a="http://schemas.openxmlformats.org/drawingml/2006/main">
            <a:off x="8382000" y="4953000"/>
            <a:ext cx="171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0</a:t>
            </a:r>
          </a:p>
        </p:txBody>
      </p:sp>
      <p:sp>
        <p:nvSpPr>
          <p:cNvPr id="43" name="">
            <a:extLst xmlns:a="http://schemas.openxmlformats.org/drawingml/2006/main">
              <a:ext uri="{FF2B5EF4-FFF2-40B4-BE49-F238E27FC236}">
                <a16:creationId xmlns:a16="http://schemas.microsoft.com/office/drawing/2014/main" id="{78551E9E-D7CC-4762-B77C-01007F421193}"/>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上側の面積で＋60 N·m、下側の面積で−60 N·m。両支点ではM = 0になる。</a:t>
            </a:r>
          </a:p>
        </p:txBody>
      </p:sp>
    </p:spTree>
    <p:extLst>
      <p:ext uri="{BB962C8B-B14F-4D97-AF65-F5344CB8AC3E}">
        <p14:creationId xmlns:p14="http://schemas.microsoft.com/office/powerpoint/2010/main" val="207504709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ED2549-2160-40DF-9CD2-AED66F5B4B8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足し合わせから微分・積分の関係へ</a:t>
            </a:r>
          </a:p>
        </p:txBody>
      </p:sp>
      <p:sp>
        <p:nvSpPr>
          <p:cNvPr id="2" name="">
            <a:extLst xmlns:a="http://schemas.openxmlformats.org/drawingml/2006/main">
              <a:ext uri="{FF2B5EF4-FFF2-40B4-BE49-F238E27FC236}">
                <a16:creationId xmlns:a16="http://schemas.microsoft.com/office/drawing/2014/main" id="{2DA3E0C8-D3F8-41A9-8101-45ED905EE7EA}"/>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9E76BAC-C384-425B-A414-D58A13EC25F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974B3F22-1EDA-4C6D-B0BC-F32DD1EAB06B}"/>
              </a:ext>
            </a:extLst>
          </p:cNvPr>
          <p:cNvGraphicFramePr/>
          <p:nvPr/>
        </p:nvGraphicFramePr>
        <p:xfrm>
          <a:off xmlns:a="http://schemas.openxmlformats.org/drawingml/2006/main" x="714375" y="1809750"/>
          <a:ext xmlns:a="http://schemas.openxmlformats.org/drawingml/2006/main" cx="10763250" cy="3476625"/>
        </p:xfrm>
        <a:graphic xmlns:a="http://schemas.openxmlformats.org/drawingml/2006/main">
          <a:graphicData uri="http://schemas.openxmlformats.org/drawingml/2006/table">
            <a:tbl>
              <a:tblPr/>
              <a:tblGrid>
                <a:gridCol w="3429000"/>
                <a:gridCol w="7334250"/>
              </a:tblGrid>
              <a:tr h="695325">
                <a:tc>
                  <a:txBody>
                    <a:bodyPr lIns="85725" tIns="85725" rIns="85725" bIns="85725"/>
                    <a:lstStyle/>
                    <a:p>
                      <a:r>
                        <a:rPr sz="2175" b="1">
                          <a:solidFill>
                            <a:srgbClr val="FFFFFF"/>
                          </a:solidFill>
                          <a:latin typeface="Yu Gothic"/>
                          <a:ea typeface="Yu Gothic"/>
                          <a:cs typeface="Yu Gothic"/>
                        </a:rPr>
                        <a:t>関係</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意味と単位</a:t>
                      </a:r>
                    </a:p>
                  </a:txBody>
                  <a:tcPr marL="91440" marR="91440" marT="45720" marB="45720">
                    <a:solidFill>
                      <a:srgbClr val="193B59"/>
                    </a:solidFill>
                  </a:tcPr>
                </a:tc>
              </a:tr>
              <a:tr h="695325">
                <a:tc>
                  <a:txBody>
                    <a:bodyPr lIns="85725" tIns="85725" rIns="85725" bIns="85725"/>
                    <a:lstStyle/>
                    <a:p>
                      <a:r>
                        <a:rPr sz="2175" b="0">
                          <a:solidFill>
                            <a:srgbClr val="263D4D"/>
                          </a:solidFill>
                          <a:latin typeface="Yu Gothic"/>
                          <a:ea typeface="Yu Gothic"/>
                          <a:cs typeface="Yu Gothic"/>
                        </a:rPr>
                        <a:t>ΔM = V Δx</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Vが一定の区間での、Mの変化</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dM/dx = V</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曲げモーメントの位置に対する傾き</a:t>
                      </a:r>
                    </a:p>
                  </a:txBody>
                  <a:tcPr marL="91440" marR="91440" marT="45720" marB="45720">
                    <a:solidFill>
                      <a:srgbClr val="FFFFFF"/>
                    </a:solidFill>
                  </a:tcPr>
                </a:tc>
              </a:tr>
              <a:tr h="695325">
                <a:tc>
                  <a:txBody>
                    <a:bodyPr lIns="85725" tIns="85725" rIns="85725" bIns="85725"/>
                    <a:lstStyle/>
                    <a:p>
                      <a:r>
                        <a:rPr sz="2175" b="0">
                          <a:solidFill>
                            <a:srgbClr val="263D4D"/>
                          </a:solidFill>
                          <a:latin typeface="Yu Gothic"/>
                          <a:ea typeface="Yu Gothic"/>
                          <a:cs typeface="Yu Gothic"/>
                        </a:rPr>
                        <a:t>dV/dx = −w</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下向き分布荷重を正とする約束</a:t>
                      </a:r>
                    </a:p>
                  </a:txBody>
                  <a:tcPr marL="91440" marR="91440" marT="45720" marB="45720">
                    <a:solidFill>
                      <a:srgbClr val="E8F0F4"/>
                    </a:solidFill>
                  </a:tcPr>
                </a:tc>
              </a:tr>
              <a:tr h="695325">
                <a:tc>
                  <a:txBody>
                    <a:bodyPr lIns="85725" tIns="85725" rIns="85725" bIns="85725"/>
                    <a:lstStyle/>
                    <a:p>
                      <a:r>
                        <a:rPr sz="2175" b="0">
                          <a:solidFill>
                            <a:srgbClr val="263D4D"/>
                          </a:solidFill>
                          <a:latin typeface="Yu Gothic"/>
                          <a:ea typeface="Yu Gothic"/>
                          <a:cs typeface="Yu Gothic"/>
                        </a:rPr>
                        <a:t>集中荷重の位置</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左右の区間を分けて扱う</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D2E0409-AA7E-46B9-97BA-71AEB1DEC22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本資料の符号規約。微分・積分の入口として、つり合いと面積から意味を確認する。</a:t>
            </a:r>
          </a:p>
        </p:txBody>
      </p:sp>
      <p:sp>
        <p:nvSpPr>
          <p:cNvPr id="6" name="">
            <a:extLst xmlns:a="http://schemas.openxmlformats.org/drawingml/2006/main">
              <a:ext uri="{FF2B5EF4-FFF2-40B4-BE49-F238E27FC236}">
                <a16:creationId xmlns:a16="http://schemas.microsoft.com/office/drawing/2014/main" id="{896DFC1D-67B6-42A6-9C00-142A81FBB83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49</a:t>
            </a:r>
          </a:p>
        </p:txBody>
      </p:sp>
    </p:spTree>
    <p:extLst>
      <p:ext uri="{BB962C8B-B14F-4D97-AF65-F5344CB8AC3E}">
        <p14:creationId xmlns:p14="http://schemas.microsoft.com/office/powerpoint/2010/main" val="174102138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9E69822-8B1D-4E23-8EAC-7703CB855C0A}"/>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演習3　荷重が偏ると、最大値はどこか</a:t>
            </a:r>
          </a:p>
        </p:txBody>
      </p:sp>
      <p:cxnSp>
        <p:nvCxnSpPr>
          <p:cNvPr id="2" name="">
            <a:extLst xmlns:a="http://schemas.openxmlformats.org/drawingml/2006/main">
              <a:ext uri="{FF2B5EF4-FFF2-40B4-BE49-F238E27FC236}">
                <a16:creationId xmlns:a16="http://schemas.microsoft.com/office/drawing/2014/main" id="{A5661EA5-B833-485A-80D3-1226F6BAB39B}"/>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EECEE79-BABF-47FF-AC40-ADB691B67791}"/>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369338E3-102A-45F3-94DE-5DA88266F10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28 / 49</a:t>
            </a:r>
          </a:p>
        </p:txBody>
      </p:sp>
      <p:sp>
        <p:nvSpPr>
          <p:cNvPr id="5" name="">
            <a:extLst xmlns:a="http://schemas.openxmlformats.org/drawingml/2006/main">
              <a:ext uri="{FF2B5EF4-FFF2-40B4-BE49-F238E27FC236}">
                <a16:creationId xmlns:a16="http://schemas.microsoft.com/office/drawing/2014/main" id="{9C85DC05-A5C3-48B0-ADA5-819D81636E72}"/>
              </a:ext>
            </a:extLst>
          </p:cNvPr>
          <p:cNvSpPr>
            <a:spLocks xmlns:a="http://schemas.openxmlformats.org/drawingml/2006/main" noGrp="1"/>
          </p:cNvSpPr>
          <p:nvPr/>
        </p:nvSpPr>
        <p:spPr>
          <a:xfrm xmlns:a="http://schemas.openxmlformats.org/drawingml/2006/main">
            <a:off x="1619250" y="2371725"/>
            <a:ext cx="647700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7560E218-2938-4B6B-B703-271A5582BD81}"/>
              </a:ext>
            </a:extLst>
          </p:cNvPr>
          <p:cNvSpPr>
            <a:spLocks xmlns:a="http://schemas.openxmlformats.org/drawingml/2006/main" noGrp="1"/>
          </p:cNvSpPr>
          <p:nvPr/>
        </p:nvSpPr>
        <p:spPr>
          <a:xfrm xmlns:a="http://schemas.openxmlformats.org/drawingml/2006/main">
            <a:off x="1438275" y="254317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C380C411-3B11-40E2-ACE1-71A4EDD0D276}"/>
              </a:ext>
            </a:extLst>
          </p:cNvPr>
          <p:cNvCxnSpPr/>
          <p:nvPr/>
        </p:nvCxnSpPr>
        <p:spPr>
          <a:xfrm xmlns:a="http://schemas.openxmlformats.org/drawingml/2006/main" flipH="0" flipV="0">
            <a:off x="1285875" y="287655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9E587040-364F-43BB-AB19-6650A9FE2714}"/>
              </a:ext>
            </a:extLst>
          </p:cNvPr>
          <p:cNvSpPr>
            <a:spLocks xmlns:a="http://schemas.openxmlformats.org/drawingml/2006/main" noGrp="1"/>
          </p:cNvSpPr>
          <p:nvPr/>
        </p:nvSpPr>
        <p:spPr>
          <a:xfrm xmlns:a="http://schemas.openxmlformats.org/drawingml/2006/main">
            <a:off x="7915275" y="254317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B5DDD6EE-51F9-4724-A493-7E0E35E2E1B5}"/>
              </a:ext>
            </a:extLst>
          </p:cNvPr>
          <p:cNvSpPr>
            <a:spLocks xmlns:a="http://schemas.openxmlformats.org/drawingml/2006/main" noGrp="1"/>
          </p:cNvSpPr>
          <p:nvPr/>
        </p:nvSpPr>
        <p:spPr>
          <a:xfrm xmlns:a="http://schemas.openxmlformats.org/drawingml/2006/main">
            <a:off x="7962900" y="284797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CEF8288B-0642-4AA4-B2D7-65D161E1BE63}"/>
              </a:ext>
            </a:extLst>
          </p:cNvPr>
          <p:cNvSpPr>
            <a:spLocks xmlns:a="http://schemas.openxmlformats.org/drawingml/2006/main" noGrp="1"/>
          </p:cNvSpPr>
          <p:nvPr/>
        </p:nvSpPr>
        <p:spPr>
          <a:xfrm xmlns:a="http://schemas.openxmlformats.org/drawingml/2006/main">
            <a:off x="8134350" y="284797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ADE259DC-A0B6-4471-9B59-5142220C2403}"/>
              </a:ext>
            </a:extLst>
          </p:cNvPr>
          <p:cNvCxnSpPr/>
          <p:nvPr/>
        </p:nvCxnSpPr>
        <p:spPr>
          <a:xfrm xmlns:a="http://schemas.openxmlformats.org/drawingml/2006/main" flipH="0" flipV="0">
            <a:off x="7762875" y="296227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3EF99ECF-EA73-4720-B42B-BD0E1BC7E76F}"/>
              </a:ext>
            </a:extLst>
          </p:cNvPr>
          <p:cNvCxnSpPr/>
          <p:nvPr/>
        </p:nvCxnSpPr>
        <p:spPr>
          <a:xfrm xmlns:a="http://schemas.openxmlformats.org/drawingml/2006/main" flipH="0" flipV="0">
            <a:off x="3778250" y="189547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49BAE63A-F8D8-4C58-BA3F-B10768B151C8}"/>
              </a:ext>
            </a:extLst>
          </p:cNvPr>
          <p:cNvSpPr>
            <a:spLocks xmlns:a="http://schemas.openxmlformats.org/drawingml/2006/main" noGrp="1"/>
          </p:cNvSpPr>
          <p:nvPr/>
        </p:nvSpPr>
        <p:spPr>
          <a:xfrm xmlns:a="http://schemas.openxmlformats.org/drawingml/2006/main">
            <a:off x="2730500" y="141922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300 N</a:t>
            </a:r>
          </a:p>
        </p:txBody>
      </p:sp>
      <p:sp>
        <p:nvSpPr>
          <p:cNvPr id="14" name="">
            <a:extLst xmlns:a="http://schemas.openxmlformats.org/drawingml/2006/main">
              <a:ext uri="{FF2B5EF4-FFF2-40B4-BE49-F238E27FC236}">
                <a16:creationId xmlns:a16="http://schemas.microsoft.com/office/drawing/2014/main" id="{18DDC5D5-0F21-4DCB-874D-5A019965E031}"/>
              </a:ext>
            </a:extLst>
          </p:cNvPr>
          <p:cNvSpPr>
            <a:spLocks xmlns:a="http://schemas.openxmlformats.org/drawingml/2006/main" noGrp="1"/>
          </p:cNvSpPr>
          <p:nvPr/>
        </p:nvSpPr>
        <p:spPr>
          <a:xfrm xmlns:a="http://schemas.openxmlformats.org/drawingml/2006/main">
            <a:off x="1828800" y="2971800"/>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745864F9-979D-4BE9-AA12-7A55DD52015B}"/>
              </a:ext>
            </a:extLst>
          </p:cNvPr>
          <p:cNvSpPr>
            <a:spLocks xmlns:a="http://schemas.openxmlformats.org/drawingml/2006/main" noGrp="1"/>
          </p:cNvSpPr>
          <p:nvPr/>
        </p:nvSpPr>
        <p:spPr>
          <a:xfrm xmlns:a="http://schemas.openxmlformats.org/drawingml/2006/main">
            <a:off x="7553325" y="2971800"/>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cxnSp>
        <p:nvCxnSpPr>
          <p:cNvPr id="16" name="">
            <a:extLst xmlns:a="http://schemas.openxmlformats.org/drawingml/2006/main">
              <a:ext uri="{FF2B5EF4-FFF2-40B4-BE49-F238E27FC236}">
                <a16:creationId xmlns:a16="http://schemas.microsoft.com/office/drawing/2014/main" id="{06686AEF-47A2-448A-91E0-832090ADE157}"/>
              </a:ext>
            </a:extLst>
          </p:cNvPr>
          <p:cNvCxnSpPr/>
          <p:nvPr/>
        </p:nvCxnSpPr>
        <p:spPr>
          <a:xfrm xmlns:a="http://schemas.openxmlformats.org/drawingml/2006/main" flipH="0" flipV="0">
            <a:off x="1619250" y="36576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7" name="">
            <a:extLst xmlns:a="http://schemas.openxmlformats.org/drawingml/2006/main">
              <a:ext uri="{FF2B5EF4-FFF2-40B4-BE49-F238E27FC236}">
                <a16:creationId xmlns:a16="http://schemas.microsoft.com/office/drawing/2014/main" id="{485A964D-F8B3-4092-9286-1C24B80318E7}"/>
              </a:ext>
            </a:extLst>
          </p:cNvPr>
          <p:cNvCxnSpPr/>
          <p:nvPr/>
        </p:nvCxnSpPr>
        <p:spPr>
          <a:xfrm xmlns:a="http://schemas.openxmlformats.org/drawingml/2006/main" flipH="0" flipV="0">
            <a:off x="3778250" y="36576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8" name="">
            <a:extLst xmlns:a="http://schemas.openxmlformats.org/drawingml/2006/main">
              <a:ext uri="{FF2B5EF4-FFF2-40B4-BE49-F238E27FC236}">
                <a16:creationId xmlns:a16="http://schemas.microsoft.com/office/drawing/2014/main" id="{A3FF2B5A-150A-4383-B641-274783537094}"/>
              </a:ext>
            </a:extLst>
          </p:cNvPr>
          <p:cNvCxnSpPr/>
          <p:nvPr/>
        </p:nvCxnSpPr>
        <p:spPr>
          <a:xfrm xmlns:a="http://schemas.openxmlformats.org/drawingml/2006/main" flipH="0" flipV="0">
            <a:off x="1619250" y="3752850"/>
            <a:ext cx="21590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19" name="">
            <a:extLst xmlns:a="http://schemas.openxmlformats.org/drawingml/2006/main">
              <a:ext uri="{FF2B5EF4-FFF2-40B4-BE49-F238E27FC236}">
                <a16:creationId xmlns:a16="http://schemas.microsoft.com/office/drawing/2014/main" id="{A2778527-7D5F-4A97-9671-512D71D3E463}"/>
              </a:ext>
            </a:extLst>
          </p:cNvPr>
          <p:cNvSpPr>
            <a:spLocks xmlns:a="http://schemas.openxmlformats.org/drawingml/2006/main" noGrp="1"/>
          </p:cNvSpPr>
          <p:nvPr/>
        </p:nvSpPr>
        <p:spPr>
          <a:xfrm xmlns:a="http://schemas.openxmlformats.org/drawingml/2006/main">
            <a:off x="1698625" y="37909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0.4 m</a:t>
            </a:r>
          </a:p>
        </p:txBody>
      </p:sp>
      <p:cxnSp>
        <p:nvCxnSpPr>
          <p:cNvPr id="20" name="">
            <a:extLst xmlns:a="http://schemas.openxmlformats.org/drawingml/2006/main">
              <a:ext uri="{FF2B5EF4-FFF2-40B4-BE49-F238E27FC236}">
                <a16:creationId xmlns:a16="http://schemas.microsoft.com/office/drawing/2014/main" id="{AEA838A7-B7B2-4E0E-BFFB-3FF4DB633380}"/>
              </a:ext>
            </a:extLst>
          </p:cNvPr>
          <p:cNvCxnSpPr/>
          <p:nvPr/>
        </p:nvCxnSpPr>
        <p:spPr>
          <a:xfrm xmlns:a="http://schemas.openxmlformats.org/drawingml/2006/main" flipH="0" flipV="0">
            <a:off x="3778250" y="36576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21" name="">
            <a:extLst xmlns:a="http://schemas.openxmlformats.org/drawingml/2006/main">
              <a:ext uri="{FF2B5EF4-FFF2-40B4-BE49-F238E27FC236}">
                <a16:creationId xmlns:a16="http://schemas.microsoft.com/office/drawing/2014/main" id="{3B316D24-4185-4082-AB0B-AA0E29306500}"/>
              </a:ext>
            </a:extLst>
          </p:cNvPr>
          <p:cNvCxnSpPr/>
          <p:nvPr/>
        </p:nvCxnSpPr>
        <p:spPr>
          <a:xfrm xmlns:a="http://schemas.openxmlformats.org/drawingml/2006/main" flipH="0" flipV="0">
            <a:off x="8096250" y="3657600"/>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22" name="">
            <a:extLst xmlns:a="http://schemas.openxmlformats.org/drawingml/2006/main">
              <a:ext uri="{FF2B5EF4-FFF2-40B4-BE49-F238E27FC236}">
                <a16:creationId xmlns:a16="http://schemas.microsoft.com/office/drawing/2014/main" id="{D5BCA79C-8CA0-4B0D-83E6-3FA2458D1C46}"/>
              </a:ext>
            </a:extLst>
          </p:cNvPr>
          <p:cNvCxnSpPr/>
          <p:nvPr/>
        </p:nvCxnSpPr>
        <p:spPr>
          <a:xfrm xmlns:a="http://schemas.openxmlformats.org/drawingml/2006/main" flipH="0" flipV="0">
            <a:off x="3778250" y="3752850"/>
            <a:ext cx="43180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23" name="">
            <a:extLst xmlns:a="http://schemas.openxmlformats.org/drawingml/2006/main">
              <a:ext uri="{FF2B5EF4-FFF2-40B4-BE49-F238E27FC236}">
                <a16:creationId xmlns:a16="http://schemas.microsoft.com/office/drawing/2014/main" id="{C91A910F-29A7-47EA-A65E-09DE52D58A84}"/>
              </a:ext>
            </a:extLst>
          </p:cNvPr>
          <p:cNvSpPr>
            <a:spLocks xmlns:a="http://schemas.openxmlformats.org/drawingml/2006/main" noGrp="1"/>
          </p:cNvSpPr>
          <p:nvPr/>
        </p:nvSpPr>
        <p:spPr>
          <a:xfrm xmlns:a="http://schemas.openxmlformats.org/drawingml/2006/main">
            <a:off x="4937125" y="37909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0.8 m</a:t>
            </a:r>
          </a:p>
        </p:txBody>
      </p:sp>
      <p:sp>
        <p:nvSpPr>
          <p:cNvPr id="24" name="">
            <a:extLst xmlns:a="http://schemas.openxmlformats.org/drawingml/2006/main">
              <a:ext uri="{FF2B5EF4-FFF2-40B4-BE49-F238E27FC236}">
                <a16:creationId xmlns:a16="http://schemas.microsoft.com/office/drawing/2014/main" id="{B956481A-B8CC-449B-81D7-6000324F159A}"/>
              </a:ext>
            </a:extLst>
          </p:cNvPr>
          <p:cNvSpPr>
            <a:spLocks xmlns:a="http://schemas.openxmlformats.org/drawingml/2006/main" noGrp="1"/>
          </p:cNvSpPr>
          <p:nvPr/>
        </p:nvSpPr>
        <p:spPr>
          <a:xfrm xmlns:a="http://schemas.openxmlformats.org/drawingml/2006/main">
            <a:off x="685800" y="44100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a　反力を求め直し、左右区間の V と SFD を描く</a:t>
            </a:r>
          </a:p>
        </p:txBody>
      </p:sp>
      <p:sp>
        <p:nvSpPr>
          <p:cNvPr id="25" name="">
            <a:extLst xmlns:a="http://schemas.openxmlformats.org/drawingml/2006/main">
              <a:ext uri="{FF2B5EF4-FFF2-40B4-BE49-F238E27FC236}">
                <a16:creationId xmlns:a16="http://schemas.microsoft.com/office/drawing/2014/main" id="{B829794F-7BD6-43A3-8430-D81E8CE27E7C}"/>
              </a:ext>
            </a:extLst>
          </p:cNvPr>
          <p:cNvSpPr>
            <a:spLocks xmlns:a="http://schemas.openxmlformats.org/drawingml/2006/main" noGrp="1"/>
          </p:cNvSpPr>
          <p:nvPr/>
        </p:nvSpPr>
        <p:spPr>
          <a:xfrm xmlns:a="http://schemas.openxmlformats.org/drawingml/2006/main">
            <a:off x="685800" y="48863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b　荷重点と両端の M を求め、BMD を描く</a:t>
            </a:r>
          </a:p>
        </p:txBody>
      </p:sp>
      <p:sp>
        <p:nvSpPr>
          <p:cNvPr id="26" name="">
            <a:extLst xmlns:a="http://schemas.openxmlformats.org/drawingml/2006/main">
              <a:ext uri="{FF2B5EF4-FFF2-40B4-BE49-F238E27FC236}">
                <a16:creationId xmlns:a16="http://schemas.microsoft.com/office/drawing/2014/main" id="{2B0E555E-D151-44F0-A5FA-6D70ED854F99}"/>
              </a:ext>
            </a:extLst>
          </p:cNvPr>
          <p:cNvSpPr>
            <a:spLocks xmlns:a="http://schemas.openxmlformats.org/drawingml/2006/main" noGrp="1"/>
          </p:cNvSpPr>
          <p:nvPr/>
        </p:nvSpPr>
        <p:spPr>
          <a:xfrm xmlns:a="http://schemas.openxmlformats.org/drawingml/2006/main">
            <a:off x="685800" y="536257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c　最大の M とその位置。SFDの面積でも検算する</a:t>
            </a:r>
          </a:p>
        </p:txBody>
      </p:sp>
      <p:sp>
        <p:nvSpPr>
          <p:cNvPr id="27" name="">
            <a:extLst xmlns:a="http://schemas.openxmlformats.org/drawingml/2006/main">
              <a:ext uri="{FF2B5EF4-FFF2-40B4-BE49-F238E27FC236}">
                <a16:creationId xmlns:a16="http://schemas.microsoft.com/office/drawing/2014/main" id="{01A78FD4-E79E-4C3E-831A-5869760D1D44}"/>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演習1と同じはり。最大位置を「中央」と決めつけない</a:t>
            </a:r>
          </a:p>
        </p:txBody>
      </p:sp>
    </p:spTree>
    <p:extLst>
      <p:ext uri="{BB962C8B-B14F-4D97-AF65-F5344CB8AC3E}">
        <p14:creationId xmlns:p14="http://schemas.microsoft.com/office/powerpoint/2010/main" val="122175439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9D59C179-9802-4640-B03B-7A41320E2A33}"/>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演習3の解答：最大値は荷重点で80 N·m</a:t>
            </a:r>
          </a:p>
        </p:txBody>
      </p:sp>
      <p:cxnSp>
        <p:nvCxnSpPr>
          <p:cNvPr id="2" name="">
            <a:extLst xmlns:a="http://schemas.openxmlformats.org/drawingml/2006/main">
              <a:ext uri="{FF2B5EF4-FFF2-40B4-BE49-F238E27FC236}">
                <a16:creationId xmlns:a16="http://schemas.microsoft.com/office/drawing/2014/main" id="{7900B86D-0F68-4871-B0A6-8CC091D6ED8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86E09A0C-F69C-4DE0-93FB-6522D0B346F3}"/>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5DBBF328-45F4-4E4D-AC76-64477348FF82}"/>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29 / 49</a:t>
            </a:r>
          </a:p>
        </p:txBody>
      </p:sp>
      <p:sp>
        <p:nvSpPr>
          <p:cNvPr id="5" name="">
            <a:extLst xmlns:a="http://schemas.openxmlformats.org/drawingml/2006/main">
              <a:ext uri="{FF2B5EF4-FFF2-40B4-BE49-F238E27FC236}">
                <a16:creationId xmlns:a16="http://schemas.microsoft.com/office/drawing/2014/main" id="{D9CC335F-2F9E-4842-94FA-F41793A542A3}"/>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4364FCE8-7A76-4A4B-B851-7DD25D033E95}"/>
              </a:ext>
            </a:extLst>
          </p:cNvPr>
          <p:cNvSpPr>
            <a:spLocks xmlns:a="http://schemas.openxmlformats.org/drawingml/2006/main" noGrp="1"/>
          </p:cNvSpPr>
          <p:nvPr/>
        </p:nvSpPr>
        <p:spPr>
          <a:xfrm xmlns:a="http://schemas.openxmlformats.org/drawingml/2006/main">
            <a:off x="139065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cxnSp>
        <p:nvCxnSpPr>
          <p:cNvPr id="7" name="">
            <a:extLst xmlns:a="http://schemas.openxmlformats.org/drawingml/2006/main">
              <a:ext uri="{FF2B5EF4-FFF2-40B4-BE49-F238E27FC236}">
                <a16:creationId xmlns:a16="http://schemas.microsoft.com/office/drawing/2014/main" id="{2A57914B-4F2D-40B5-9C27-3E121A4862AF}"/>
              </a:ext>
            </a:extLst>
          </p:cNvPr>
          <p:cNvCxnSpPr/>
          <p:nvPr/>
        </p:nvCxnSpPr>
        <p:spPr>
          <a:xfrm xmlns:a="http://schemas.openxmlformats.org/drawingml/2006/main" flipH="0" flipV="0">
            <a:off x="1238250" y="2743200"/>
            <a:ext cx="666750" cy="0"/>
          </a:xfrm>
          <a:prstGeom xmlns:a="http://schemas.openxmlformats.org/drawingml/2006/main" prst="straightConnector1">
            <a:avLst/>
          </a:prstGeom>
          <a:ln xmlns:a="http://schemas.openxmlformats.org/drawingml/2006/main" w="19050">
            <a:solidFill>
              <a:srgbClr val="5D6C78"/>
            </a:solidFill>
            <a:prstDash val="solid"/>
          </a:ln>
        </p:spPr>
      </p:cxnSp>
      <p:sp>
        <p:nvSpPr>
          <p:cNvPr id="8" name="">
            <a:extLst xmlns:a="http://schemas.openxmlformats.org/drawingml/2006/main">
              <a:ext uri="{FF2B5EF4-FFF2-40B4-BE49-F238E27FC236}">
                <a16:creationId xmlns:a16="http://schemas.microsoft.com/office/drawing/2014/main" id="{7244D40B-AE4A-4047-8A4C-2A2151A2F1C2}"/>
              </a:ext>
            </a:extLst>
          </p:cNvPr>
          <p:cNvSpPr>
            <a:spLocks xmlns:a="http://schemas.openxmlformats.org/drawingml/2006/main" noGrp="1"/>
          </p:cNvSpPr>
          <p:nvPr/>
        </p:nvSpPr>
        <p:spPr>
          <a:xfrm xmlns:a="http://schemas.openxmlformats.org/drawingml/2006/main">
            <a:off x="7581900" y="2409825"/>
            <a:ext cx="361950" cy="295275"/>
          </a:xfrm>
          <a:custGeom xmlns:a="http://schemas.openxmlformats.org/drawingml/2006/main">
            <a:pathLst>
              <a:path w="361950" h="295275">
                <a:moveTo>
                  <a:pt x="180975" y="0"/>
                </a:moveTo>
                <a:lnTo>
                  <a:pt x="0" y="295275"/>
                </a:lnTo>
                <a:lnTo>
                  <a:pt x="361950" y="295275"/>
                </a:lnTo>
                <a:close/>
              </a:path>
            </a:pathLst>
          </a:custGeom>
          <a:solidFill xmlns:a="http://schemas.openxmlformats.org/drawingml/2006/main">
            <a:srgbClr val="EDF2F6"/>
          </a:solidFill>
          <a:ln xmlns:a="http://schemas.openxmlformats.org/drawingml/2006/main" w="19050">
            <a:solidFill>
              <a:srgbClr val="245C98"/>
            </a:solidFill>
          </a:ln>
        </p:spPr>
      </p:sp>
      <p:sp>
        <p:nvSpPr>
          <p:cNvPr id="9" name="">
            <a:extLst xmlns:a="http://schemas.openxmlformats.org/drawingml/2006/main">
              <a:ext uri="{FF2B5EF4-FFF2-40B4-BE49-F238E27FC236}">
                <a16:creationId xmlns:a16="http://schemas.microsoft.com/office/drawing/2014/main" id="{1A84F188-AEA1-4F47-8A6F-45F9C1421835}"/>
              </a:ext>
            </a:extLst>
          </p:cNvPr>
          <p:cNvSpPr>
            <a:spLocks xmlns:a="http://schemas.openxmlformats.org/drawingml/2006/main" noGrp="1"/>
          </p:cNvSpPr>
          <p:nvPr/>
        </p:nvSpPr>
        <p:spPr>
          <a:xfrm xmlns:a="http://schemas.openxmlformats.org/drawingml/2006/main">
            <a:off x="762952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sp>
        <p:nvSpPr>
          <p:cNvPr id="10" name="">
            <a:extLst xmlns:a="http://schemas.openxmlformats.org/drawingml/2006/main">
              <a:ext uri="{FF2B5EF4-FFF2-40B4-BE49-F238E27FC236}">
                <a16:creationId xmlns:a16="http://schemas.microsoft.com/office/drawing/2014/main" id="{2E96412E-85B5-4D03-BD95-B0D25EED26A3}"/>
              </a:ext>
            </a:extLst>
          </p:cNvPr>
          <p:cNvSpPr>
            <a:spLocks xmlns:a="http://schemas.openxmlformats.org/drawingml/2006/main" noGrp="1"/>
          </p:cNvSpPr>
          <p:nvPr/>
        </p:nvSpPr>
        <p:spPr>
          <a:xfrm xmlns:a="http://schemas.openxmlformats.org/drawingml/2006/main">
            <a:off x="7800975" y="2714625"/>
            <a:ext cx="95250" cy="95250"/>
          </a:xfrm>
          <a:prstGeom xmlns:a="http://schemas.openxmlformats.org/drawingml/2006/main" prst="ellipse">
            <a:avLst/>
          </a:prstGeom>
          <a:solidFill xmlns:a="http://schemas.openxmlformats.org/drawingml/2006/main">
            <a:srgbClr val="EDF2F6"/>
          </a:solidFill>
          <a:ln xmlns:a="http://schemas.openxmlformats.org/drawingml/2006/main" w="19050">
            <a:solidFill>
              <a:srgbClr val="C8D3DD"/>
            </a:solidFill>
          </a:ln>
        </p:spPr>
      </p:sp>
      <p:cxnSp>
        <p:nvCxnSpPr>
          <p:cNvPr id="11" name="">
            <a:extLst xmlns:a="http://schemas.openxmlformats.org/drawingml/2006/main">
              <a:ext uri="{FF2B5EF4-FFF2-40B4-BE49-F238E27FC236}">
                <a16:creationId xmlns:a16="http://schemas.microsoft.com/office/drawing/2014/main" id="{7F99C772-3A8B-4B86-81C4-4E961C6876CA}"/>
              </a:ext>
            </a:extLst>
          </p:cNvPr>
          <p:cNvCxnSpPr/>
          <p:nvPr/>
        </p:nvCxnSpPr>
        <p:spPr>
          <a:xfrm xmlns:a="http://schemas.openxmlformats.org/drawingml/2006/main" flipH="0" flipV="0">
            <a:off x="7429500" y="2828925"/>
            <a:ext cx="666750" cy="0"/>
          </a:xfrm>
          <a:prstGeom xmlns:a="http://schemas.openxmlformats.org/drawingml/2006/main" prst="straightConnector1">
            <a:avLst/>
          </a:prstGeom>
          <a:ln xmlns:a="http://schemas.openxmlformats.org/drawingml/2006/main" w="19050">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F6D361BF-9947-4DA6-B0D9-7677A7B00126}"/>
              </a:ext>
            </a:extLst>
          </p:cNvPr>
          <p:cNvCxnSpPr/>
          <p:nvPr/>
        </p:nvCxnSpPr>
        <p:spPr>
          <a:xfrm xmlns:a="http://schemas.openxmlformats.org/drawingml/2006/main" flipH="0" flipV="0">
            <a:off x="3635375"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3" name="">
            <a:extLst xmlns:a="http://schemas.openxmlformats.org/drawingml/2006/main">
              <a:ext uri="{FF2B5EF4-FFF2-40B4-BE49-F238E27FC236}">
                <a16:creationId xmlns:a16="http://schemas.microsoft.com/office/drawing/2014/main" id="{EDD24D55-26F1-406F-95D0-8255C8DE3AA9}"/>
              </a:ext>
            </a:extLst>
          </p:cNvPr>
          <p:cNvSpPr>
            <a:spLocks xmlns:a="http://schemas.openxmlformats.org/drawingml/2006/main" noGrp="1"/>
          </p:cNvSpPr>
          <p:nvPr/>
        </p:nvSpPr>
        <p:spPr>
          <a:xfrm xmlns:a="http://schemas.openxmlformats.org/drawingml/2006/main">
            <a:off x="2587625"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300 N</a:t>
            </a:r>
          </a:p>
        </p:txBody>
      </p:sp>
      <p:sp>
        <p:nvSpPr>
          <p:cNvPr id="14" name="">
            <a:extLst xmlns:a="http://schemas.openxmlformats.org/drawingml/2006/main">
              <a:ext uri="{FF2B5EF4-FFF2-40B4-BE49-F238E27FC236}">
                <a16:creationId xmlns:a16="http://schemas.microsoft.com/office/drawing/2014/main" id="{9C3B0C7E-5EBB-426D-9C6A-CF7DADCEB4D2}"/>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5" name="">
            <a:extLst xmlns:a="http://schemas.openxmlformats.org/drawingml/2006/main">
              <a:ext uri="{FF2B5EF4-FFF2-40B4-BE49-F238E27FC236}">
                <a16:creationId xmlns:a16="http://schemas.microsoft.com/office/drawing/2014/main" id="{F75560F1-6B61-43AB-BDD2-946E0614056B}"/>
              </a:ext>
            </a:extLst>
          </p:cNvPr>
          <p:cNvSpPr>
            <a:spLocks xmlns:a="http://schemas.openxmlformats.org/drawingml/2006/main" noGrp="1"/>
          </p:cNvSpPr>
          <p:nvPr/>
        </p:nvSpPr>
        <p:spPr>
          <a:xfrm xmlns:a="http://schemas.openxmlformats.org/drawingml/2006/main">
            <a:off x="8001000"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B</a:t>
            </a:r>
          </a:p>
        </p:txBody>
      </p:sp>
      <p:sp>
        <p:nvSpPr>
          <p:cNvPr id="16" name="">
            <a:extLst xmlns:a="http://schemas.openxmlformats.org/drawingml/2006/main">
              <a:ext uri="{FF2B5EF4-FFF2-40B4-BE49-F238E27FC236}">
                <a16:creationId xmlns:a16="http://schemas.microsoft.com/office/drawing/2014/main" id="{4E42835D-BF9F-4585-BDDE-7A12A129AE0C}"/>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1.2 m</a:t>
            </a:r>
          </a:p>
        </p:txBody>
      </p:sp>
      <p:cxnSp>
        <p:nvCxnSpPr>
          <p:cNvPr id="17" name="">
            <a:extLst xmlns:a="http://schemas.openxmlformats.org/drawingml/2006/main">
              <a:ext uri="{FF2B5EF4-FFF2-40B4-BE49-F238E27FC236}">
                <a16:creationId xmlns:a16="http://schemas.microsoft.com/office/drawing/2014/main" id="{95AFD6EC-0589-44A9-8CE4-C9E0D80E4573}"/>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8" name="">
            <a:extLst xmlns:a="http://schemas.openxmlformats.org/drawingml/2006/main">
              <a:ext uri="{FF2B5EF4-FFF2-40B4-BE49-F238E27FC236}">
                <a16:creationId xmlns:a16="http://schemas.microsoft.com/office/drawing/2014/main" id="{4F2B71BC-A065-4157-B48A-7E84BB32F8C6}"/>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19" name="">
            <a:extLst xmlns:a="http://schemas.openxmlformats.org/drawingml/2006/main">
              <a:ext uri="{FF2B5EF4-FFF2-40B4-BE49-F238E27FC236}">
                <a16:creationId xmlns:a16="http://schemas.microsoft.com/office/drawing/2014/main" id="{AEE6FDB4-8399-4878-88B4-324AF4B3B726}"/>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0" name="">
            <a:extLst xmlns:a="http://schemas.openxmlformats.org/drawingml/2006/main">
              <a:ext uri="{FF2B5EF4-FFF2-40B4-BE49-F238E27FC236}">
                <a16:creationId xmlns:a16="http://schemas.microsoft.com/office/drawing/2014/main" id="{D2EB961A-3088-40B3-BFA3-37EB25614024}"/>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1" name="">
            <a:extLst xmlns:a="http://schemas.openxmlformats.org/drawingml/2006/main">
              <a:ext uri="{FF2B5EF4-FFF2-40B4-BE49-F238E27FC236}">
                <a16:creationId xmlns:a16="http://schemas.microsoft.com/office/drawing/2014/main" id="{E1CDC973-2DB0-4AD8-A4CC-593EF25D2A9B}"/>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2" name="">
            <a:extLst xmlns:a="http://schemas.openxmlformats.org/drawingml/2006/main">
              <a:ext uri="{FF2B5EF4-FFF2-40B4-BE49-F238E27FC236}">
                <a16:creationId xmlns:a16="http://schemas.microsoft.com/office/drawing/2014/main" id="{34E06A48-B5C1-49F3-9A12-788C66E6C613}"/>
              </a:ext>
            </a:extLst>
          </p:cNvPr>
          <p:cNvSpPr>
            <a:spLocks xmlns:a="http://schemas.openxmlformats.org/drawingml/2006/main" noGrp="1"/>
          </p:cNvSpPr>
          <p:nvPr/>
        </p:nvSpPr>
        <p:spPr>
          <a:xfrm xmlns:a="http://schemas.openxmlformats.org/drawingml/2006/main">
            <a:off x="1571625" y="3286125"/>
            <a:ext cx="6191250" cy="642938"/>
          </a:xfrm>
          <a:custGeom xmlns:a="http://schemas.openxmlformats.org/drawingml/2006/main">
            <a:pathLst>
              <a:path w="6191250" h="642938">
                <a:moveTo>
                  <a:pt x="0" y="428625"/>
                </a:moveTo>
                <a:lnTo>
                  <a:pt x="0" y="0"/>
                </a:lnTo>
                <a:lnTo>
                  <a:pt x="2063750" y="0"/>
                </a:lnTo>
                <a:lnTo>
                  <a:pt x="2063750" y="642938"/>
                </a:lnTo>
                <a:lnTo>
                  <a:pt x="6191250" y="642938"/>
                </a:lnTo>
                <a:lnTo>
                  <a:pt x="6191250" y="428625"/>
                </a:lnTo>
              </a:path>
            </a:pathLst>
          </a:custGeom>
          <a:noFill xmlns:a="http://schemas.openxmlformats.org/drawingml/2006/main"/>
          <a:ln xmlns:a="http://schemas.openxmlformats.org/drawingml/2006/main" w="38100">
            <a:solidFill>
              <a:srgbClr val="7352A3"/>
            </a:solidFill>
          </a:ln>
        </p:spPr>
      </p:sp>
      <p:sp>
        <p:nvSpPr>
          <p:cNvPr id="23" name="">
            <a:extLst xmlns:a="http://schemas.openxmlformats.org/drawingml/2006/main">
              <a:ext uri="{FF2B5EF4-FFF2-40B4-BE49-F238E27FC236}">
                <a16:creationId xmlns:a16="http://schemas.microsoft.com/office/drawing/2014/main" id="{57F1AFDB-90C9-4B16-9670-9EB5D152C1D6}"/>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+200</a:t>
            </a:r>
          </a:p>
        </p:txBody>
      </p:sp>
      <p:sp>
        <p:nvSpPr>
          <p:cNvPr id="24" name="">
            <a:extLst xmlns:a="http://schemas.openxmlformats.org/drawingml/2006/main">
              <a:ext uri="{FF2B5EF4-FFF2-40B4-BE49-F238E27FC236}">
                <a16:creationId xmlns:a16="http://schemas.microsoft.com/office/drawing/2014/main" id="{E9D0387F-C4D3-416C-9845-03F7CB5F4FC4}"/>
              </a:ext>
            </a:extLst>
          </p:cNvPr>
          <p:cNvSpPr>
            <a:spLocks xmlns:a="http://schemas.openxmlformats.org/drawingml/2006/main" noGrp="1"/>
          </p:cNvSpPr>
          <p:nvPr/>
        </p:nvSpPr>
        <p:spPr>
          <a:xfrm xmlns:a="http://schemas.openxmlformats.org/drawingml/2006/main">
            <a:off x="6591300" y="3929063"/>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cxnSp>
        <p:nvCxnSpPr>
          <p:cNvPr id="25" name="">
            <a:extLst xmlns:a="http://schemas.openxmlformats.org/drawingml/2006/main">
              <a:ext uri="{FF2B5EF4-FFF2-40B4-BE49-F238E27FC236}">
                <a16:creationId xmlns:a16="http://schemas.microsoft.com/office/drawing/2014/main" id="{6745A3D8-7390-42B6-9700-FB1D92971DB6}"/>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6" name="">
            <a:extLst xmlns:a="http://schemas.openxmlformats.org/drawingml/2006/main">
              <a:ext uri="{FF2B5EF4-FFF2-40B4-BE49-F238E27FC236}">
                <a16:creationId xmlns:a16="http://schemas.microsoft.com/office/drawing/2014/main" id="{01707E02-9C6A-4FFE-8C4B-BBA159C6FF28}"/>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7" name="">
            <a:extLst xmlns:a="http://schemas.openxmlformats.org/drawingml/2006/main">
              <a:ext uri="{FF2B5EF4-FFF2-40B4-BE49-F238E27FC236}">
                <a16:creationId xmlns:a16="http://schemas.microsoft.com/office/drawing/2014/main" id="{92AFAFEA-D58D-4C91-B187-8F845A78F269}"/>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8" name="">
            <a:extLst xmlns:a="http://schemas.openxmlformats.org/drawingml/2006/main">
              <a:ext uri="{FF2B5EF4-FFF2-40B4-BE49-F238E27FC236}">
                <a16:creationId xmlns:a16="http://schemas.microsoft.com/office/drawing/2014/main" id="{9F23BF83-CBC0-46BC-BCD5-22D0A53B134D}"/>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29" name="">
            <a:extLst xmlns:a="http://schemas.openxmlformats.org/drawingml/2006/main">
              <a:ext uri="{FF2B5EF4-FFF2-40B4-BE49-F238E27FC236}">
                <a16:creationId xmlns:a16="http://schemas.microsoft.com/office/drawing/2014/main" id="{9CFF361F-B708-4820-B06C-52BD6B4E815B}"/>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0" name="">
            <a:extLst xmlns:a="http://schemas.openxmlformats.org/drawingml/2006/main">
              <a:ext uri="{FF2B5EF4-FFF2-40B4-BE49-F238E27FC236}">
                <a16:creationId xmlns:a16="http://schemas.microsoft.com/office/drawing/2014/main" id="{21E051CD-6D12-4865-BBA4-28616DED4E20}"/>
              </a:ext>
            </a:extLst>
          </p:cNvPr>
          <p:cNvSpPr>
            <a:spLocks xmlns:a="http://schemas.openxmlformats.org/drawingml/2006/main" noGrp="1"/>
          </p:cNvSpPr>
          <p:nvPr/>
        </p:nvSpPr>
        <p:spPr>
          <a:xfrm xmlns:a="http://schemas.openxmlformats.org/drawingml/2006/main">
            <a:off x="1571625" y="4638675"/>
            <a:ext cx="6191250" cy="457200"/>
          </a:xfrm>
          <a:custGeom xmlns:a="http://schemas.openxmlformats.org/drawingml/2006/main">
            <a:pathLst>
              <a:path w="6191250" h="457200">
                <a:moveTo>
                  <a:pt x="0" y="457200"/>
                </a:moveTo>
                <a:lnTo>
                  <a:pt x="2063750" y="0"/>
                </a:lnTo>
                <a:lnTo>
                  <a:pt x="6191250" y="457200"/>
                </a:lnTo>
              </a:path>
            </a:pathLst>
          </a:custGeom>
          <a:noFill xmlns:a="http://schemas.openxmlformats.org/drawingml/2006/main"/>
          <a:ln xmlns:a="http://schemas.openxmlformats.org/drawingml/2006/main" w="38100">
            <a:solidFill>
              <a:srgbClr val="226FAE"/>
            </a:solidFill>
          </a:ln>
        </p:spPr>
      </p:sp>
      <p:cxnSp>
        <p:nvCxnSpPr>
          <p:cNvPr id="31" name="">
            <a:extLst xmlns:a="http://schemas.openxmlformats.org/drawingml/2006/main">
              <a:ext uri="{FF2B5EF4-FFF2-40B4-BE49-F238E27FC236}">
                <a16:creationId xmlns:a16="http://schemas.microsoft.com/office/drawing/2014/main" id="{DA9D2C64-8FE5-4F9F-B5A7-8F265FB979B7}"/>
              </a:ext>
            </a:extLst>
          </p:cNvPr>
          <p:cNvCxnSpPr/>
          <p:nvPr/>
        </p:nvCxnSpPr>
        <p:spPr>
          <a:xfrm xmlns:a="http://schemas.openxmlformats.org/drawingml/2006/main" flipH="0" flipV="0">
            <a:off x="36353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2" name="">
            <a:extLst xmlns:a="http://schemas.openxmlformats.org/drawingml/2006/main">
              <a:ext uri="{FF2B5EF4-FFF2-40B4-BE49-F238E27FC236}">
                <a16:creationId xmlns:a16="http://schemas.microsoft.com/office/drawing/2014/main" id="{865B5996-DA4C-4913-BAA8-F9EF09FBD463}"/>
              </a:ext>
            </a:extLst>
          </p:cNvPr>
          <p:cNvSpPr>
            <a:spLocks xmlns:a="http://schemas.openxmlformats.org/drawingml/2006/main" noGrp="1"/>
          </p:cNvSpPr>
          <p:nvPr/>
        </p:nvSpPr>
        <p:spPr>
          <a:xfrm xmlns:a="http://schemas.openxmlformats.org/drawingml/2006/main">
            <a:off x="32067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0.4</a:t>
            </a:r>
          </a:p>
        </p:txBody>
      </p:sp>
      <p:cxnSp>
        <p:nvCxnSpPr>
          <p:cNvPr id="33" name="">
            <a:extLst xmlns:a="http://schemas.openxmlformats.org/drawingml/2006/main">
              <a:ext uri="{FF2B5EF4-FFF2-40B4-BE49-F238E27FC236}">
                <a16:creationId xmlns:a16="http://schemas.microsoft.com/office/drawing/2014/main" id="{EA836F4B-86BD-42BF-951A-E385DB0E17AB}"/>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4" name="">
            <a:extLst xmlns:a="http://schemas.openxmlformats.org/drawingml/2006/main">
              <a:ext uri="{FF2B5EF4-FFF2-40B4-BE49-F238E27FC236}">
                <a16:creationId xmlns:a16="http://schemas.microsoft.com/office/drawing/2014/main" id="{0C811FA2-EDA2-441B-B75E-E0C51757E4DC}"/>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1.2</a:t>
            </a:r>
          </a:p>
        </p:txBody>
      </p:sp>
      <p:sp>
        <p:nvSpPr>
          <p:cNvPr id="35" name="">
            <a:extLst xmlns:a="http://schemas.openxmlformats.org/drawingml/2006/main">
              <a:ext uri="{FF2B5EF4-FFF2-40B4-BE49-F238E27FC236}">
                <a16:creationId xmlns:a16="http://schemas.microsoft.com/office/drawing/2014/main" id="{75DCE1AC-09E0-47F4-B579-4E9265370892}"/>
              </a:ext>
            </a:extLst>
          </p:cNvPr>
          <p:cNvSpPr>
            <a:spLocks xmlns:a="http://schemas.openxmlformats.org/drawingml/2006/main" noGrp="1"/>
          </p:cNvSpPr>
          <p:nvPr/>
        </p:nvSpPr>
        <p:spPr>
          <a:xfrm xmlns:a="http://schemas.openxmlformats.org/drawingml/2006/main">
            <a:off x="3082925" y="425767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226FAE"/>
                </a:solidFill>
                <a:latin typeface="Yu Gothic"/>
                <a:ea typeface="Yu Gothic"/>
                <a:cs typeface="Yu Gothic"/>
              </a:defRPr>
            </a:defPPr>
            <a:lvl1pPr algn="ctr">
              <a:buNone/>
              <a:defRPr sz="1800" b="1">
                <a:solidFill>
                  <a:srgbClr val="226FAE"/>
                </a:solidFill>
                <a:latin typeface="Yu Gothic"/>
                <a:ea typeface="Yu Gothic"/>
                <a:cs typeface="Yu Gothic"/>
              </a:defRPr>
            </a:lvl1pPr>
            <a:lvl2pPr algn="ctr">
              <a:buNone/>
              <a:defRPr sz="1800" b="1">
                <a:solidFill>
                  <a:srgbClr val="226FAE"/>
                </a:solidFill>
                <a:latin typeface="Yu Gothic"/>
                <a:ea typeface="Yu Gothic"/>
                <a:cs typeface="Yu Gothic"/>
              </a:defRPr>
            </a:lvl2pPr>
            <a:lvl3pPr algn="ctr">
              <a:buNone/>
              <a:defRPr sz="1800" b="1">
                <a:solidFill>
                  <a:srgbClr val="226FAE"/>
                </a:solidFill>
                <a:latin typeface="Yu Gothic"/>
                <a:ea typeface="Yu Gothic"/>
                <a:cs typeface="Yu Gothic"/>
              </a:defRPr>
            </a:lvl3pPr>
            <a:lvl4pPr algn="ctr">
              <a:buNone/>
              <a:defRPr sz="1800" b="1">
                <a:solidFill>
                  <a:srgbClr val="226FAE"/>
                </a:solidFill>
                <a:latin typeface="Yu Gothic"/>
                <a:ea typeface="Yu Gothic"/>
                <a:cs typeface="Yu Gothic"/>
              </a:defRPr>
            </a:lvl4pPr>
            <a:lvl5pPr algn="ctr">
              <a:buNone/>
              <a:defRPr sz="1800" b="1">
                <a:solidFill>
                  <a:srgbClr val="226FAE"/>
                </a:solidFill>
                <a:latin typeface="Yu Gothic"/>
                <a:ea typeface="Yu Gothic"/>
                <a:cs typeface="Yu Gothic"/>
              </a:defRPr>
            </a:lvl5pPr>
            <a:lvl6pPr algn="ctr">
              <a:buNone/>
              <a:defRPr sz="1800" b="1">
                <a:solidFill>
                  <a:srgbClr val="226FAE"/>
                </a:solidFill>
                <a:latin typeface="Yu Gothic"/>
                <a:ea typeface="Yu Gothic"/>
                <a:cs typeface="Yu Gothic"/>
              </a:defRPr>
            </a:lvl6pPr>
            <a:lvl7pPr algn="ctr">
              <a:buNone/>
              <a:defRPr sz="1800" b="1">
                <a:solidFill>
                  <a:srgbClr val="226FAE"/>
                </a:solidFill>
                <a:latin typeface="Yu Gothic"/>
                <a:ea typeface="Yu Gothic"/>
                <a:cs typeface="Yu Gothic"/>
              </a:defRPr>
            </a:lvl7pPr>
            <a:lvl8pPr algn="ctr">
              <a:buNone/>
              <a:defRPr sz="1800" b="1">
                <a:solidFill>
                  <a:srgbClr val="226FAE"/>
                </a:solidFill>
                <a:latin typeface="Yu Gothic"/>
                <a:ea typeface="Yu Gothic"/>
                <a:cs typeface="Yu Gothic"/>
              </a:defRPr>
            </a:lvl8pPr>
            <a:lvl9pPr algn="ctr">
              <a:buNone/>
              <a:defRPr sz="1800" b="1">
                <a:solidFill>
                  <a:srgbClr val="226FAE"/>
                </a:solidFill>
                <a:latin typeface="Yu Gothic"/>
                <a:ea typeface="Yu Gothic"/>
                <a:cs typeface="Yu Gothic"/>
              </a:defRPr>
            </a:lvl9pPr>
          </a:lstStyle>
          <a:p xmlns:a="http://schemas.openxmlformats.org/drawingml/2006/main">
            <a:pPr algn="ctr">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80</a:t>
            </a:r>
          </a:p>
        </p:txBody>
      </p:sp>
      <p:sp>
        <p:nvSpPr>
          <p:cNvPr id="36" name="">
            <a:extLst xmlns:a="http://schemas.openxmlformats.org/drawingml/2006/main">
              <a:ext uri="{FF2B5EF4-FFF2-40B4-BE49-F238E27FC236}">
                <a16:creationId xmlns:a16="http://schemas.microsoft.com/office/drawing/2014/main" id="{AD8480D9-01D5-44F2-895A-4A41123A9777}"/>
              </a:ext>
            </a:extLst>
          </p:cNvPr>
          <p:cNvSpPr>
            <a:spLocks xmlns:a="http://schemas.openxmlformats.org/drawingml/2006/main" noGrp="1"/>
          </p:cNvSpPr>
          <p:nvPr/>
        </p:nvSpPr>
        <p:spPr>
          <a:xfrm xmlns:a="http://schemas.openxmlformats.org/drawingml/2006/main">
            <a:off x="8715375" y="273367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RA + RB = 300</a:t>
            </a:r>
          </a:p>
        </p:txBody>
      </p:sp>
      <p:sp>
        <p:nvSpPr>
          <p:cNvPr id="37" name="">
            <a:extLst xmlns:a="http://schemas.openxmlformats.org/drawingml/2006/main">
              <a:ext uri="{FF2B5EF4-FFF2-40B4-BE49-F238E27FC236}">
                <a16:creationId xmlns:a16="http://schemas.microsoft.com/office/drawing/2014/main" id="{C22AAC7F-E5EB-4B71-9046-80B47BF625BD}"/>
              </a:ext>
            </a:extLst>
          </p:cNvPr>
          <p:cNvSpPr>
            <a:spLocks xmlns:a="http://schemas.openxmlformats.org/drawingml/2006/main" noGrp="1"/>
          </p:cNvSpPr>
          <p:nvPr/>
        </p:nvSpPr>
        <p:spPr>
          <a:xfrm xmlns:a="http://schemas.openxmlformats.org/drawingml/2006/main">
            <a:off x="8715375" y="324802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1.2 RB = 300×0.4</a:t>
            </a:r>
          </a:p>
        </p:txBody>
      </p:sp>
      <p:sp>
        <p:nvSpPr>
          <p:cNvPr id="38" name="">
            <a:extLst xmlns:a="http://schemas.openxmlformats.org/drawingml/2006/main">
              <a:ext uri="{FF2B5EF4-FFF2-40B4-BE49-F238E27FC236}">
                <a16:creationId xmlns:a16="http://schemas.microsoft.com/office/drawing/2014/main" id="{70452CFE-9928-4E87-B946-B33CCA2839CA}"/>
              </a:ext>
            </a:extLst>
          </p:cNvPr>
          <p:cNvSpPr>
            <a:spLocks xmlns:a="http://schemas.openxmlformats.org/drawingml/2006/main" noGrp="1"/>
          </p:cNvSpPr>
          <p:nvPr/>
        </p:nvSpPr>
        <p:spPr>
          <a:xfrm xmlns:a="http://schemas.openxmlformats.org/drawingml/2006/main">
            <a:off x="8715375" y="376237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RA = 200 N</a:t>
            </a:r>
          </a:p>
        </p:txBody>
      </p:sp>
      <p:sp>
        <p:nvSpPr>
          <p:cNvPr id="39" name="">
            <a:extLst xmlns:a="http://schemas.openxmlformats.org/drawingml/2006/main">
              <a:ext uri="{FF2B5EF4-FFF2-40B4-BE49-F238E27FC236}">
                <a16:creationId xmlns:a16="http://schemas.microsoft.com/office/drawing/2014/main" id="{4F79FB99-9E08-4529-B467-F4CA1E6A86EF}"/>
              </a:ext>
            </a:extLst>
          </p:cNvPr>
          <p:cNvSpPr>
            <a:spLocks xmlns:a="http://schemas.openxmlformats.org/drawingml/2006/main" noGrp="1"/>
          </p:cNvSpPr>
          <p:nvPr/>
        </p:nvSpPr>
        <p:spPr>
          <a:xfrm xmlns:a="http://schemas.openxmlformats.org/drawingml/2006/main">
            <a:off x="8715375" y="4276725"/>
            <a:ext cx="27908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253C4D"/>
                </a:solidFill>
                <a:latin typeface="Yu Gothic"/>
                <a:ea typeface="Yu Gothic"/>
                <a:cs typeface="Yu Gothic"/>
              </a:defRPr>
            </a:defPPr>
            <a:lvl1pPr algn="l">
              <a:buNone/>
              <a:defRPr sz="1875" b="0">
                <a:solidFill>
                  <a:srgbClr val="253C4D"/>
                </a:solidFill>
                <a:latin typeface="Yu Gothic"/>
                <a:ea typeface="Yu Gothic"/>
                <a:cs typeface="Yu Gothic"/>
              </a:defRPr>
            </a:lvl1pPr>
            <a:lvl2pPr algn="l">
              <a:buNone/>
              <a:defRPr sz="1875" b="0">
                <a:solidFill>
                  <a:srgbClr val="253C4D"/>
                </a:solidFill>
                <a:latin typeface="Yu Gothic"/>
                <a:ea typeface="Yu Gothic"/>
                <a:cs typeface="Yu Gothic"/>
              </a:defRPr>
            </a:lvl2pPr>
            <a:lvl3pPr algn="l">
              <a:buNone/>
              <a:defRPr sz="1875" b="0">
                <a:solidFill>
                  <a:srgbClr val="253C4D"/>
                </a:solidFill>
                <a:latin typeface="Yu Gothic"/>
                <a:ea typeface="Yu Gothic"/>
                <a:cs typeface="Yu Gothic"/>
              </a:defRPr>
            </a:lvl3pPr>
            <a:lvl4pPr algn="l">
              <a:buNone/>
              <a:defRPr sz="1875" b="0">
                <a:solidFill>
                  <a:srgbClr val="253C4D"/>
                </a:solidFill>
                <a:latin typeface="Yu Gothic"/>
                <a:ea typeface="Yu Gothic"/>
                <a:cs typeface="Yu Gothic"/>
              </a:defRPr>
            </a:lvl4pPr>
            <a:lvl5pPr algn="l">
              <a:buNone/>
              <a:defRPr sz="1875" b="0">
                <a:solidFill>
                  <a:srgbClr val="253C4D"/>
                </a:solidFill>
                <a:latin typeface="Yu Gothic"/>
                <a:ea typeface="Yu Gothic"/>
                <a:cs typeface="Yu Gothic"/>
              </a:defRPr>
            </a:lvl5pPr>
            <a:lvl6pPr algn="l">
              <a:buNone/>
              <a:defRPr sz="1875" b="0">
                <a:solidFill>
                  <a:srgbClr val="253C4D"/>
                </a:solidFill>
                <a:latin typeface="Yu Gothic"/>
                <a:ea typeface="Yu Gothic"/>
                <a:cs typeface="Yu Gothic"/>
              </a:defRPr>
            </a:lvl6pPr>
            <a:lvl7pPr algn="l">
              <a:buNone/>
              <a:defRPr sz="1875" b="0">
                <a:solidFill>
                  <a:srgbClr val="253C4D"/>
                </a:solidFill>
                <a:latin typeface="Yu Gothic"/>
                <a:ea typeface="Yu Gothic"/>
                <a:cs typeface="Yu Gothic"/>
              </a:defRPr>
            </a:lvl7pPr>
            <a:lvl8pPr algn="l">
              <a:buNone/>
              <a:defRPr sz="1875" b="0">
                <a:solidFill>
                  <a:srgbClr val="253C4D"/>
                </a:solidFill>
                <a:latin typeface="Yu Gothic"/>
                <a:ea typeface="Yu Gothic"/>
                <a:cs typeface="Yu Gothic"/>
              </a:defRPr>
            </a:lvl8pPr>
            <a:lvl9pPr algn="l">
              <a:buNone/>
              <a:defRPr sz="1875" b="0">
                <a:solidFill>
                  <a:srgbClr val="253C4D"/>
                </a:solidFill>
                <a:latin typeface="Yu Gothic"/>
                <a:ea typeface="Yu Gothic"/>
                <a:cs typeface="Yu Gothic"/>
              </a:defRPr>
            </a:lvl9pPr>
          </a:lstStyle>
          <a:p xmlns:a="http://schemas.openxmlformats.org/drawingml/2006/main">
            <a:pPr algn="l">
              <a:buNone/>
              <a:defRPr sz="1875" b="0">
                <a:solidFill>
                  <a:srgbClr val="253C4D"/>
                </a:solidFill>
                <a:latin typeface="Yu Gothic"/>
                <a:ea typeface="Yu Gothic"/>
                <a:cs typeface="Yu Gothic"/>
              </a:defRPr>
            </a:pPr>
            <a:r>
              <a:rPr sz="1875" b="0">
                <a:solidFill>
                  <a:srgbClr val="253C4D"/>
                </a:solidFill>
                <a:latin typeface="Yu Gothic"/>
                <a:ea typeface="Yu Gothic"/>
                <a:cs typeface="Yu Gothic"/>
              </a:rPr>
              <a:t>RB = 100 N</a:t>
            </a:r>
          </a:p>
        </p:txBody>
      </p:sp>
      <p:sp>
        <p:nvSpPr>
          <p:cNvPr id="40" name="">
            <a:extLst xmlns:a="http://schemas.openxmlformats.org/drawingml/2006/main">
              <a:ext uri="{FF2B5EF4-FFF2-40B4-BE49-F238E27FC236}">
                <a16:creationId xmlns:a16="http://schemas.microsoft.com/office/drawing/2014/main" id="{C2435792-3B0F-42DA-A3B7-7DC87F2248C7}"/>
              </a:ext>
            </a:extLst>
          </p:cNvPr>
          <p:cNvSpPr>
            <a:spLocks xmlns:a="http://schemas.openxmlformats.org/drawingml/2006/main" noGrp="1"/>
          </p:cNvSpPr>
          <p:nvPr/>
        </p:nvSpPr>
        <p:spPr>
          <a:xfrm xmlns:a="http://schemas.openxmlformats.org/drawingml/2006/main">
            <a:off x="8667750" y="5019675"/>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226FAE"/>
                </a:solidFill>
                <a:latin typeface="Yu Gothic"/>
                <a:ea typeface="Yu Gothic"/>
                <a:cs typeface="Yu Gothic"/>
              </a:defRPr>
            </a:defPPr>
            <a:lvl1pPr algn="l">
              <a:buNone/>
              <a:defRPr sz="2025" b="1">
                <a:solidFill>
                  <a:srgbClr val="226FAE"/>
                </a:solidFill>
                <a:latin typeface="Yu Gothic"/>
                <a:ea typeface="Yu Gothic"/>
                <a:cs typeface="Yu Gothic"/>
              </a:defRPr>
            </a:lvl1pPr>
            <a:lvl2pPr algn="l">
              <a:buNone/>
              <a:defRPr sz="2025" b="1">
                <a:solidFill>
                  <a:srgbClr val="226FAE"/>
                </a:solidFill>
                <a:latin typeface="Yu Gothic"/>
                <a:ea typeface="Yu Gothic"/>
                <a:cs typeface="Yu Gothic"/>
              </a:defRPr>
            </a:lvl2pPr>
            <a:lvl3pPr algn="l">
              <a:buNone/>
              <a:defRPr sz="2025" b="1">
                <a:solidFill>
                  <a:srgbClr val="226FAE"/>
                </a:solidFill>
                <a:latin typeface="Yu Gothic"/>
                <a:ea typeface="Yu Gothic"/>
                <a:cs typeface="Yu Gothic"/>
              </a:defRPr>
            </a:lvl3pPr>
            <a:lvl4pPr algn="l">
              <a:buNone/>
              <a:defRPr sz="2025" b="1">
                <a:solidFill>
                  <a:srgbClr val="226FAE"/>
                </a:solidFill>
                <a:latin typeface="Yu Gothic"/>
                <a:ea typeface="Yu Gothic"/>
                <a:cs typeface="Yu Gothic"/>
              </a:defRPr>
            </a:lvl4pPr>
            <a:lvl5pPr algn="l">
              <a:buNone/>
              <a:defRPr sz="2025" b="1">
                <a:solidFill>
                  <a:srgbClr val="226FAE"/>
                </a:solidFill>
                <a:latin typeface="Yu Gothic"/>
                <a:ea typeface="Yu Gothic"/>
                <a:cs typeface="Yu Gothic"/>
              </a:defRPr>
            </a:lvl5pPr>
            <a:lvl6pPr algn="l">
              <a:buNone/>
              <a:defRPr sz="2025" b="1">
                <a:solidFill>
                  <a:srgbClr val="226FAE"/>
                </a:solidFill>
                <a:latin typeface="Yu Gothic"/>
                <a:ea typeface="Yu Gothic"/>
                <a:cs typeface="Yu Gothic"/>
              </a:defRPr>
            </a:lvl6pPr>
            <a:lvl7pPr algn="l">
              <a:buNone/>
              <a:defRPr sz="2025" b="1">
                <a:solidFill>
                  <a:srgbClr val="226FAE"/>
                </a:solidFill>
                <a:latin typeface="Yu Gothic"/>
                <a:ea typeface="Yu Gothic"/>
                <a:cs typeface="Yu Gothic"/>
              </a:defRPr>
            </a:lvl7pPr>
            <a:lvl8pPr algn="l">
              <a:buNone/>
              <a:defRPr sz="2025" b="1">
                <a:solidFill>
                  <a:srgbClr val="226FAE"/>
                </a:solidFill>
                <a:latin typeface="Yu Gothic"/>
                <a:ea typeface="Yu Gothic"/>
                <a:cs typeface="Yu Gothic"/>
              </a:defRPr>
            </a:lvl8pPr>
            <a:lvl9pPr algn="l">
              <a:buNone/>
              <a:defRPr sz="2025" b="1">
                <a:solidFill>
                  <a:srgbClr val="226FAE"/>
                </a:solidFill>
                <a:latin typeface="Yu Gothic"/>
                <a:ea typeface="Yu Gothic"/>
                <a:cs typeface="Yu Gothic"/>
              </a:defRPr>
            </a:lvl9pPr>
          </a:lstStyle>
          <a:p xmlns:a="http://schemas.openxmlformats.org/drawingml/2006/main">
            <a:pPr algn="l">
              <a:buNone/>
              <a:defRPr sz="2025" b="1">
                <a:solidFill>
                  <a:srgbClr val="226FAE"/>
                </a:solidFill>
                <a:latin typeface="Yu Gothic"/>
                <a:ea typeface="Yu Gothic"/>
                <a:cs typeface="Yu Gothic"/>
              </a:defRPr>
            </a:pPr>
            <a:r>
              <a:rPr sz="2025" b="1">
                <a:solidFill>
                  <a:srgbClr val="226FAE"/>
                </a:solidFill>
                <a:latin typeface="Yu Gothic"/>
                <a:ea typeface="Yu Gothic"/>
                <a:cs typeface="Yu Gothic"/>
              </a:rPr>
              <a:t>M最大 = 80 N·m</a:t>
            </a:r>
          </a:p>
        </p:txBody>
      </p:sp>
      <p:sp>
        <p:nvSpPr>
          <p:cNvPr id="41" name="">
            <a:extLst xmlns:a="http://schemas.openxmlformats.org/drawingml/2006/main">
              <a:ext uri="{FF2B5EF4-FFF2-40B4-BE49-F238E27FC236}">
                <a16:creationId xmlns:a16="http://schemas.microsoft.com/office/drawing/2014/main" id="{D5E36D6F-A464-43A7-8438-63D44940F1A2}"/>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＋200×0.40 = ＋80、−100×0.80 = −80 N·m。最後に0へ戻る</a:t>
            </a:r>
          </a:p>
        </p:txBody>
      </p:sp>
      <p:sp>
        <p:nvSpPr>
          <p:cNvPr id="43" name="">
            <a:extLst xmlns:a="http://schemas.openxmlformats.org/drawingml/2006/main">
              <a:ext uri="{FF2B5EF4-FFF2-40B4-BE49-F238E27FC236}">
                <a16:creationId xmlns:a16="http://schemas.microsoft.com/office/drawing/2014/main" id="{130BA499-0B46-41CA-8550-A45FFCE0F91F}"/>
              </a:ext>
            </a:extLst>
          </p:cNvPr>
          <p:cNvSpPr>
            <a:spLocks xmlns:a="http://schemas.openxmlformats.org/drawingml/2006/main" noGrp="1"/>
          </p:cNvSpPr>
          <p:nvPr/>
        </p:nvSpPr>
        <p:spPr>
          <a:xfrm xmlns:a="http://schemas.openxmlformats.org/drawingml/2006/main">
            <a:off x="3635375" y="2847975"/>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1430">
            <a:solidFill>
              <a:srgbClr val="087E8B"/>
            </a:solidFill>
          </a:ln>
        </p:spPr>
      </p:sp>
      <p:sp>
        <p:nvSpPr>
          <p:cNvPr id="44" name="">
            <a:extLst xmlns:a="http://schemas.openxmlformats.org/drawingml/2006/main">
              <a:ext uri="{FF2B5EF4-FFF2-40B4-BE49-F238E27FC236}">
                <a16:creationId xmlns:a16="http://schemas.microsoft.com/office/drawing/2014/main" id="{B964EED1-EE9D-4982-8F73-1D03992F7A1D}"/>
              </a:ext>
            </a:extLst>
          </p:cNvPr>
          <p:cNvSpPr>
            <a:spLocks xmlns:a="http://schemas.openxmlformats.org/drawingml/2006/main" noGrp="1"/>
          </p:cNvSpPr>
          <p:nvPr/>
        </p:nvSpPr>
        <p:spPr>
          <a:xfrm xmlns:a="http://schemas.openxmlformats.org/drawingml/2006/main">
            <a:off x="3635375" y="2962275"/>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1430">
            <a:solidFill>
              <a:srgbClr val="087E8B"/>
            </a:solidFill>
          </a:ln>
        </p:spPr>
      </p:sp>
      <p:sp>
        <p:nvSpPr>
          <p:cNvPr id="45" name="">
            <a:extLst xmlns:a="http://schemas.openxmlformats.org/drawingml/2006/main">
              <a:ext uri="{FF2B5EF4-FFF2-40B4-BE49-F238E27FC236}">
                <a16:creationId xmlns:a16="http://schemas.microsoft.com/office/drawing/2014/main" id="{3BBDF81D-BE9C-41CB-A278-4654EB8F7510}"/>
              </a:ext>
            </a:extLst>
          </p:cNvPr>
          <p:cNvSpPr>
            <a:spLocks xmlns:a="http://schemas.openxmlformats.org/drawingml/2006/main" noGrp="1"/>
          </p:cNvSpPr>
          <p:nvPr/>
        </p:nvSpPr>
        <p:spPr>
          <a:xfrm xmlns:a="http://schemas.openxmlformats.org/drawingml/2006/main">
            <a:off x="3635375" y="3076575"/>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1430">
            <a:solidFill>
              <a:srgbClr val="087E8B"/>
            </a:solidFill>
          </a:ln>
        </p:spPr>
      </p:sp>
      <p:sp>
        <p:nvSpPr>
          <p:cNvPr id="46" name="">
            <a:extLst xmlns:a="http://schemas.openxmlformats.org/drawingml/2006/main">
              <a:ext uri="{FF2B5EF4-FFF2-40B4-BE49-F238E27FC236}">
                <a16:creationId xmlns:a16="http://schemas.microsoft.com/office/drawing/2014/main" id="{C2DC4D7B-0A94-4791-A386-6E853BE509BE}"/>
              </a:ext>
            </a:extLst>
          </p:cNvPr>
          <p:cNvSpPr>
            <a:spLocks xmlns:a="http://schemas.openxmlformats.org/drawingml/2006/main" noGrp="1"/>
          </p:cNvSpPr>
          <p:nvPr/>
        </p:nvSpPr>
        <p:spPr>
          <a:xfrm xmlns:a="http://schemas.openxmlformats.org/drawingml/2006/main">
            <a:off x="3635375" y="4000500"/>
            <a:ext cx="9525" cy="54134"/>
          </a:xfrm>
          <a:custGeom xmlns:a="http://schemas.openxmlformats.org/drawingml/2006/main">
            <a:pathLst>
              <a:path w="9525" h="54134">
                <a:moveTo>
                  <a:pt x="0" y="0"/>
                </a:moveTo>
                <a:lnTo>
                  <a:pt x="0" y="54134"/>
                </a:lnTo>
              </a:path>
            </a:pathLst>
          </a:custGeom>
          <a:noFill xmlns:a="http://schemas.openxmlformats.org/drawingml/2006/main"/>
          <a:ln xmlns:a="http://schemas.openxmlformats.org/drawingml/2006/main" w="11430">
            <a:solidFill>
              <a:srgbClr val="087E8B"/>
            </a:solidFill>
          </a:ln>
        </p:spPr>
      </p:sp>
      <p:sp>
        <p:nvSpPr>
          <p:cNvPr id="47" name="">
            <a:extLst xmlns:a="http://schemas.openxmlformats.org/drawingml/2006/main">
              <a:ext uri="{FF2B5EF4-FFF2-40B4-BE49-F238E27FC236}">
                <a16:creationId xmlns:a16="http://schemas.microsoft.com/office/drawing/2014/main" id="{40952E6B-D012-43D6-9D90-B5F1F2972064}"/>
              </a:ext>
            </a:extLst>
          </p:cNvPr>
          <p:cNvSpPr>
            <a:spLocks xmlns:a="http://schemas.openxmlformats.org/drawingml/2006/main" noGrp="1"/>
          </p:cNvSpPr>
          <p:nvPr/>
        </p:nvSpPr>
        <p:spPr>
          <a:xfrm xmlns:a="http://schemas.openxmlformats.org/drawingml/2006/main">
            <a:off x="3635375" y="4098925"/>
            <a:ext cx="9525" cy="54134"/>
          </a:xfrm>
          <a:custGeom xmlns:a="http://schemas.openxmlformats.org/drawingml/2006/main">
            <a:pathLst>
              <a:path w="9525" h="54134">
                <a:moveTo>
                  <a:pt x="0" y="0"/>
                </a:moveTo>
                <a:lnTo>
                  <a:pt x="0" y="54134"/>
                </a:lnTo>
              </a:path>
            </a:pathLst>
          </a:custGeom>
          <a:noFill xmlns:a="http://schemas.openxmlformats.org/drawingml/2006/main"/>
          <a:ln xmlns:a="http://schemas.openxmlformats.org/drawingml/2006/main" w="11430">
            <a:solidFill>
              <a:srgbClr val="087E8B"/>
            </a:solidFill>
          </a:ln>
        </p:spPr>
      </p:sp>
      <p:sp>
        <p:nvSpPr>
          <p:cNvPr id="48" name="">
            <a:extLst xmlns:a="http://schemas.openxmlformats.org/drawingml/2006/main">
              <a:ext uri="{FF2B5EF4-FFF2-40B4-BE49-F238E27FC236}">
                <a16:creationId xmlns:a16="http://schemas.microsoft.com/office/drawing/2014/main" id="{11548DCE-8639-4109-89C1-4C93A9B8E0ED}"/>
              </a:ext>
            </a:extLst>
          </p:cNvPr>
          <p:cNvSpPr>
            <a:spLocks xmlns:a="http://schemas.openxmlformats.org/drawingml/2006/main" noGrp="1"/>
          </p:cNvSpPr>
          <p:nvPr/>
        </p:nvSpPr>
        <p:spPr>
          <a:xfrm xmlns:a="http://schemas.openxmlformats.org/drawingml/2006/main">
            <a:off x="3635375" y="4197350"/>
            <a:ext cx="9525" cy="54134"/>
          </a:xfrm>
          <a:custGeom xmlns:a="http://schemas.openxmlformats.org/drawingml/2006/main">
            <a:pathLst>
              <a:path w="9525" h="54134">
                <a:moveTo>
                  <a:pt x="0" y="0"/>
                </a:moveTo>
                <a:lnTo>
                  <a:pt x="0" y="54134"/>
                </a:lnTo>
              </a:path>
            </a:pathLst>
          </a:custGeom>
          <a:noFill xmlns:a="http://schemas.openxmlformats.org/drawingml/2006/main"/>
          <a:ln xmlns:a="http://schemas.openxmlformats.org/drawingml/2006/main" w="11430">
            <a:solidFill>
              <a:srgbClr val="087E8B"/>
            </a:solidFill>
          </a:ln>
        </p:spPr>
      </p:sp>
      <p:sp>
        <p:nvSpPr>
          <p:cNvPr id="49" name="">
            <a:extLst xmlns:a="http://schemas.openxmlformats.org/drawingml/2006/main">
              <a:ext uri="{FF2B5EF4-FFF2-40B4-BE49-F238E27FC236}">
                <a16:creationId xmlns:a16="http://schemas.microsoft.com/office/drawing/2014/main" id="{95E64B41-A53D-4B23-80D7-519FFB709C0E}"/>
              </a:ext>
            </a:extLst>
          </p:cNvPr>
          <p:cNvSpPr>
            <a:spLocks xmlns:a="http://schemas.openxmlformats.org/drawingml/2006/main" noGrp="1"/>
          </p:cNvSpPr>
          <p:nvPr/>
        </p:nvSpPr>
        <p:spPr>
          <a:xfrm xmlns:a="http://schemas.openxmlformats.org/drawingml/2006/main">
            <a:off x="3635375" y="4772025"/>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1430">
            <a:solidFill>
              <a:srgbClr val="087E8B"/>
            </a:solidFill>
          </a:ln>
        </p:spPr>
      </p:sp>
      <p:sp>
        <p:nvSpPr>
          <p:cNvPr id="50" name="">
            <a:extLst xmlns:a="http://schemas.openxmlformats.org/drawingml/2006/main">
              <a:ext uri="{FF2B5EF4-FFF2-40B4-BE49-F238E27FC236}">
                <a16:creationId xmlns:a16="http://schemas.microsoft.com/office/drawing/2014/main" id="{E9FD6F4E-08E7-4EDE-9450-16A5121144D1}"/>
              </a:ext>
            </a:extLst>
          </p:cNvPr>
          <p:cNvSpPr>
            <a:spLocks xmlns:a="http://schemas.openxmlformats.org/drawingml/2006/main" noGrp="1"/>
          </p:cNvSpPr>
          <p:nvPr/>
        </p:nvSpPr>
        <p:spPr>
          <a:xfrm xmlns:a="http://schemas.openxmlformats.org/drawingml/2006/main">
            <a:off x="3635375" y="4891088"/>
            <a:ext cx="9525" cy="65484"/>
          </a:xfrm>
          <a:custGeom xmlns:a="http://schemas.openxmlformats.org/drawingml/2006/main">
            <a:pathLst>
              <a:path w="9525" h="65484">
                <a:moveTo>
                  <a:pt x="0" y="0"/>
                </a:moveTo>
                <a:lnTo>
                  <a:pt x="0" y="65484"/>
                </a:lnTo>
              </a:path>
            </a:pathLst>
          </a:custGeom>
          <a:noFill xmlns:a="http://schemas.openxmlformats.org/drawingml/2006/main"/>
          <a:ln xmlns:a="http://schemas.openxmlformats.org/drawingml/2006/main" w="11430">
            <a:solidFill>
              <a:srgbClr val="087E8B"/>
            </a:solidFill>
          </a:ln>
        </p:spPr>
      </p:sp>
      <p:sp>
        <p:nvSpPr>
          <p:cNvPr id="51" name="">
            <a:extLst xmlns:a="http://schemas.openxmlformats.org/drawingml/2006/main">
              <a:ext uri="{FF2B5EF4-FFF2-40B4-BE49-F238E27FC236}">
                <a16:creationId xmlns:a16="http://schemas.microsoft.com/office/drawing/2014/main" id="{E27A4FC3-7AEC-4D98-A8F9-CE4A793E52A3}"/>
              </a:ext>
            </a:extLst>
          </p:cNvPr>
          <p:cNvSpPr>
            <a:spLocks xmlns:a="http://schemas.openxmlformats.org/drawingml/2006/main" noGrp="1"/>
          </p:cNvSpPr>
          <p:nvPr/>
        </p:nvSpPr>
        <p:spPr>
          <a:xfrm xmlns:a="http://schemas.openxmlformats.org/drawingml/2006/main">
            <a:off x="3587750" y="45910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087E8B"/>
            </a:solidFill>
          </a:ln>
        </p:spPr>
      </p:sp>
    </p:spTree>
    <p:extLst>
      <p:ext uri="{BB962C8B-B14F-4D97-AF65-F5344CB8AC3E}">
        <p14:creationId xmlns:p14="http://schemas.microsoft.com/office/powerpoint/2010/main" val="182406188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C1804B7-D264-49E0-A594-9C213F0EA06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片持ちばり：固定端は回転も止める</a:t>
            </a:r>
          </a:p>
        </p:txBody>
      </p:sp>
      <p:cxnSp>
        <p:nvCxnSpPr>
          <p:cNvPr id="2" name="">
            <a:extLst xmlns:a="http://schemas.openxmlformats.org/drawingml/2006/main">
              <a:ext uri="{FF2B5EF4-FFF2-40B4-BE49-F238E27FC236}">
                <a16:creationId xmlns:a16="http://schemas.microsoft.com/office/drawing/2014/main" id="{0B2F772F-48EE-470E-8A77-AB48CB246CF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142BA8DA-FCA5-4020-8831-C03C8E6DA2A6}"/>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346177E9-AAB0-4CCA-974D-C169E83DF9CB}"/>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30 / 49</a:t>
            </a:r>
          </a:p>
        </p:txBody>
      </p:sp>
      <p:sp>
        <p:nvSpPr>
          <p:cNvPr id="29" name="">
            <a:extLst xmlns:a="http://schemas.openxmlformats.org/drawingml/2006/main">
              <a:ext uri="{FF2B5EF4-FFF2-40B4-BE49-F238E27FC236}">
                <a16:creationId xmlns:a16="http://schemas.microsoft.com/office/drawing/2014/main" id="{5A23C8CA-717D-4FA5-B672-A5F6C60C9341}"/>
              </a:ext>
            </a:extLst>
          </p:cNvPr>
          <p:cNvSpPr>
            <a:spLocks xmlns:a="http://schemas.openxmlformats.org/drawingml/2006/main" noGrp="1"/>
          </p:cNvSpPr>
          <p:nvPr/>
        </p:nvSpPr>
        <p:spPr>
          <a:xfrm xmlns:a="http://schemas.openxmlformats.org/drawingml/2006/main">
            <a:off x="809625" y="1571625"/>
            <a:ext cx="628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はり全体に働く外力</a:t>
            </a:r>
          </a:p>
        </p:txBody>
      </p:sp>
      <p:sp>
        <p:nvSpPr>
          <p:cNvPr id="30" name="">
            <a:extLst xmlns:a="http://schemas.openxmlformats.org/drawingml/2006/main">
              <a:ext uri="{FF2B5EF4-FFF2-40B4-BE49-F238E27FC236}">
                <a16:creationId xmlns:a16="http://schemas.microsoft.com/office/drawing/2014/main" id="{57FDE8C2-C6E3-465C-ACA8-B289E5913FDC}"/>
              </a:ext>
            </a:extLst>
          </p:cNvPr>
          <p:cNvSpPr>
            <a:spLocks xmlns:a="http://schemas.openxmlformats.org/drawingml/2006/main" noGrp="1"/>
          </p:cNvSpPr>
          <p:nvPr/>
        </p:nvSpPr>
        <p:spPr>
          <a:xfrm xmlns:a="http://schemas.openxmlformats.org/drawingml/2006/main">
            <a:off x="1619250" y="2952750"/>
            <a:ext cx="4572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1" name="">
            <a:extLst xmlns:a="http://schemas.openxmlformats.org/drawingml/2006/main">
              <a:ext uri="{FF2B5EF4-FFF2-40B4-BE49-F238E27FC236}">
                <a16:creationId xmlns:a16="http://schemas.microsoft.com/office/drawing/2014/main" id="{01F9A8BB-6D57-483D-B43B-C2E10147E656}"/>
              </a:ext>
            </a:extLst>
          </p:cNvPr>
          <p:cNvSpPr>
            <a:spLocks xmlns:a="http://schemas.openxmlformats.org/drawingml/2006/main" noGrp="1"/>
          </p:cNvSpPr>
          <p:nvPr/>
        </p:nvSpPr>
        <p:spPr>
          <a:xfrm xmlns:a="http://schemas.openxmlformats.org/drawingml/2006/main">
            <a:off x="1400175" y="2586038"/>
            <a:ext cx="219075" cy="904875"/>
          </a:xfrm>
          <a:prstGeom xmlns:a="http://schemas.openxmlformats.org/drawingml/2006/main" prst="rect">
            <a:avLst/>
          </a:prstGeom>
          <a:solidFill xmlns:a="http://schemas.openxmlformats.org/drawingml/2006/main">
            <a:srgbClr val="D8E3EB"/>
          </a:solidFill>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9B644D3C-6637-43AC-AC9A-049EB4E35830}"/>
              </a:ext>
            </a:extLst>
          </p:cNvPr>
          <p:cNvSpPr>
            <a:spLocks xmlns:a="http://schemas.openxmlformats.org/drawingml/2006/main" noGrp="1"/>
          </p:cNvSpPr>
          <p:nvPr/>
        </p:nvSpPr>
        <p:spPr>
          <a:xfrm xmlns:a="http://schemas.openxmlformats.org/drawingml/2006/main">
            <a:off x="1257300" y="25860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3" name="">
            <a:extLst xmlns:a="http://schemas.openxmlformats.org/drawingml/2006/main">
              <a:ext uri="{FF2B5EF4-FFF2-40B4-BE49-F238E27FC236}">
                <a16:creationId xmlns:a16="http://schemas.microsoft.com/office/drawing/2014/main" id="{CD378B79-D02E-44A8-AB68-4558BD01B965}"/>
              </a:ext>
            </a:extLst>
          </p:cNvPr>
          <p:cNvSpPr>
            <a:spLocks xmlns:a="http://schemas.openxmlformats.org/drawingml/2006/main" noGrp="1"/>
          </p:cNvSpPr>
          <p:nvPr/>
        </p:nvSpPr>
        <p:spPr>
          <a:xfrm xmlns:a="http://schemas.openxmlformats.org/drawingml/2006/main">
            <a:off x="1257300" y="27384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4" name="">
            <a:extLst xmlns:a="http://schemas.openxmlformats.org/drawingml/2006/main">
              <a:ext uri="{FF2B5EF4-FFF2-40B4-BE49-F238E27FC236}">
                <a16:creationId xmlns:a16="http://schemas.microsoft.com/office/drawing/2014/main" id="{65CE682D-CE4B-4092-9148-4FED6B9E3A1C}"/>
              </a:ext>
            </a:extLst>
          </p:cNvPr>
          <p:cNvSpPr>
            <a:spLocks xmlns:a="http://schemas.openxmlformats.org/drawingml/2006/main" noGrp="1"/>
          </p:cNvSpPr>
          <p:nvPr/>
        </p:nvSpPr>
        <p:spPr>
          <a:xfrm xmlns:a="http://schemas.openxmlformats.org/drawingml/2006/main">
            <a:off x="1257300" y="28908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5" name="">
            <a:extLst xmlns:a="http://schemas.openxmlformats.org/drawingml/2006/main">
              <a:ext uri="{FF2B5EF4-FFF2-40B4-BE49-F238E27FC236}">
                <a16:creationId xmlns:a16="http://schemas.microsoft.com/office/drawing/2014/main" id="{0BC79E55-7C07-479F-8B21-CC3E844A49E9}"/>
              </a:ext>
            </a:extLst>
          </p:cNvPr>
          <p:cNvSpPr>
            <a:spLocks xmlns:a="http://schemas.openxmlformats.org/drawingml/2006/main" noGrp="1"/>
          </p:cNvSpPr>
          <p:nvPr/>
        </p:nvSpPr>
        <p:spPr>
          <a:xfrm xmlns:a="http://schemas.openxmlformats.org/drawingml/2006/main">
            <a:off x="1257300" y="30432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6" name="">
            <a:extLst xmlns:a="http://schemas.openxmlformats.org/drawingml/2006/main">
              <a:ext uri="{FF2B5EF4-FFF2-40B4-BE49-F238E27FC236}">
                <a16:creationId xmlns:a16="http://schemas.microsoft.com/office/drawing/2014/main" id="{D44E69F0-5F23-4C58-9726-78293B137990}"/>
              </a:ext>
            </a:extLst>
          </p:cNvPr>
          <p:cNvSpPr>
            <a:spLocks xmlns:a="http://schemas.openxmlformats.org/drawingml/2006/main" noGrp="1"/>
          </p:cNvSpPr>
          <p:nvPr/>
        </p:nvSpPr>
        <p:spPr>
          <a:xfrm xmlns:a="http://schemas.openxmlformats.org/drawingml/2006/main">
            <a:off x="1257300" y="31956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7" name="">
            <a:extLst xmlns:a="http://schemas.openxmlformats.org/drawingml/2006/main">
              <a:ext uri="{FF2B5EF4-FFF2-40B4-BE49-F238E27FC236}">
                <a16:creationId xmlns:a16="http://schemas.microsoft.com/office/drawing/2014/main" id="{DC378DE5-1A03-494C-B79A-9F06CB9B1059}"/>
              </a:ext>
            </a:extLst>
          </p:cNvPr>
          <p:cNvSpPr>
            <a:spLocks xmlns:a="http://schemas.openxmlformats.org/drawingml/2006/main" noGrp="1"/>
          </p:cNvSpPr>
          <p:nvPr/>
        </p:nvSpPr>
        <p:spPr>
          <a:xfrm xmlns:a="http://schemas.openxmlformats.org/drawingml/2006/main">
            <a:off x="1257300" y="3348038"/>
            <a:ext cx="142875" cy="133350"/>
          </a:xfrm>
          <a:custGeom xmlns:a="http://schemas.openxmlformats.org/drawingml/2006/main">
            <a:pathLst>
              <a:path w="142875" h="133350">
                <a:moveTo>
                  <a:pt x="142875" y="0"/>
                </a:moveTo>
                <a:lnTo>
                  <a:pt x="0" y="133350"/>
                </a:lnTo>
              </a:path>
            </a:pathLst>
          </a:custGeom>
          <a:noFill xmlns:a="http://schemas.openxmlformats.org/drawingml/2006/main"/>
          <a:ln xmlns:a="http://schemas.openxmlformats.org/drawingml/2006/main" w="14288">
            <a:solidFill>
              <a:srgbClr val="71818B"/>
            </a:solidFill>
          </a:ln>
        </p:spPr>
      </p:sp>
      <p:sp>
        <p:nvSpPr>
          <p:cNvPr id="38" name="">
            <a:extLst xmlns:a="http://schemas.openxmlformats.org/drawingml/2006/main">
              <a:ext uri="{FF2B5EF4-FFF2-40B4-BE49-F238E27FC236}">
                <a16:creationId xmlns:a16="http://schemas.microsoft.com/office/drawing/2014/main" id="{EA522715-FC48-4498-A9BC-FD8A5A59CD2E}"/>
              </a:ext>
            </a:extLst>
          </p:cNvPr>
          <p:cNvSpPr>
            <a:spLocks xmlns:a="http://schemas.openxmlformats.org/drawingml/2006/main" noGrp="1"/>
          </p:cNvSpPr>
          <p:nvPr/>
        </p:nvSpPr>
        <p:spPr>
          <a:xfrm xmlns:a="http://schemas.openxmlformats.org/drawingml/2006/main">
            <a:off x="6191250" y="23336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39" name="">
            <a:extLst xmlns:a="http://schemas.openxmlformats.org/drawingml/2006/main">
              <a:ext uri="{FF2B5EF4-FFF2-40B4-BE49-F238E27FC236}">
                <a16:creationId xmlns:a16="http://schemas.microsoft.com/office/drawing/2014/main" id="{39F4622E-93FD-4113-B26F-9995B88E35E5}"/>
              </a:ext>
            </a:extLst>
          </p:cNvPr>
          <p:cNvSpPr>
            <a:spLocks xmlns:a="http://schemas.openxmlformats.org/drawingml/2006/main" noGrp="1"/>
          </p:cNvSpPr>
          <p:nvPr/>
        </p:nvSpPr>
        <p:spPr>
          <a:xfrm xmlns:a="http://schemas.openxmlformats.org/drawingml/2006/main">
            <a:off x="6151245" y="28194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03DD174B-4227-4494-8A12-1BF7E5F97293}"/>
              </a:ext>
            </a:extLst>
          </p:cNvPr>
          <p:cNvSpPr>
            <a:spLocks xmlns:a="http://schemas.openxmlformats.org/drawingml/2006/main" noGrp="1"/>
          </p:cNvSpPr>
          <p:nvPr/>
        </p:nvSpPr>
        <p:spPr>
          <a:xfrm xmlns:a="http://schemas.openxmlformats.org/drawingml/2006/main">
            <a:off x="5572125" y="1857375"/>
            <a:ext cx="152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100 N</a:t>
            </a:r>
          </a:p>
        </p:txBody>
      </p:sp>
      <p:sp>
        <p:nvSpPr>
          <p:cNvPr id="41" name="">
            <a:extLst xmlns:a="http://schemas.openxmlformats.org/drawingml/2006/main">
              <a:ext uri="{FF2B5EF4-FFF2-40B4-BE49-F238E27FC236}">
                <a16:creationId xmlns:a16="http://schemas.microsoft.com/office/drawing/2014/main" id="{0E072A1F-C790-40B7-8798-471AE2C8922B}"/>
              </a:ext>
            </a:extLst>
          </p:cNvPr>
          <p:cNvSpPr>
            <a:spLocks xmlns:a="http://schemas.openxmlformats.org/drawingml/2006/main" noGrp="1"/>
          </p:cNvSpPr>
          <p:nvPr/>
        </p:nvSpPr>
        <p:spPr>
          <a:xfrm xmlns:a="http://schemas.openxmlformats.org/drawingml/2006/main">
            <a:off x="1790700" y="32480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42" name="">
            <a:extLst xmlns:a="http://schemas.openxmlformats.org/drawingml/2006/main">
              <a:ext uri="{FF2B5EF4-FFF2-40B4-BE49-F238E27FC236}">
                <a16:creationId xmlns:a16="http://schemas.microsoft.com/office/drawing/2014/main" id="{A90DD45E-C62F-4FB8-AF19-ED457A876E2F}"/>
              </a:ext>
            </a:extLst>
          </p:cNvPr>
          <p:cNvSpPr>
            <a:spLocks xmlns:a="http://schemas.openxmlformats.org/drawingml/2006/main" noGrp="1"/>
          </p:cNvSpPr>
          <p:nvPr/>
        </p:nvSpPr>
        <p:spPr>
          <a:xfrm xmlns:a="http://schemas.openxmlformats.org/drawingml/2006/main">
            <a:off x="5429250" y="3314700"/>
            <a:ext cx="1000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自由端</a:t>
            </a:r>
          </a:p>
        </p:txBody>
      </p:sp>
      <p:sp>
        <p:nvSpPr>
          <p:cNvPr id="43" name="">
            <a:extLst xmlns:a="http://schemas.openxmlformats.org/drawingml/2006/main">
              <a:ext uri="{FF2B5EF4-FFF2-40B4-BE49-F238E27FC236}">
                <a16:creationId xmlns:a16="http://schemas.microsoft.com/office/drawing/2014/main" id="{867F0F82-7561-441F-9537-32F792A5AC6B}"/>
              </a:ext>
            </a:extLst>
          </p:cNvPr>
          <p:cNvSpPr>
            <a:spLocks xmlns:a="http://schemas.openxmlformats.org/drawingml/2006/main" noGrp="1"/>
          </p:cNvSpPr>
          <p:nvPr/>
        </p:nvSpPr>
        <p:spPr>
          <a:xfrm xmlns:a="http://schemas.openxmlformats.org/drawingml/2006/main">
            <a:off x="1619250" y="3162300"/>
            <a:ext cx="9525" cy="790575"/>
          </a:xfrm>
          <a:custGeom xmlns:a="http://schemas.openxmlformats.org/drawingml/2006/main">
            <a:pathLst>
              <a:path w="9525" h="790575">
                <a:moveTo>
                  <a:pt x="0" y="790575"/>
                </a:moveTo>
                <a:lnTo>
                  <a:pt x="0" y="0"/>
                </a:lnTo>
              </a:path>
            </a:pathLst>
          </a:custGeom>
          <a:noFill xmlns:a="http://schemas.openxmlformats.org/drawingml/2006/main"/>
          <a:ln xmlns:a="http://schemas.openxmlformats.org/drawingml/2006/main" w="28575">
            <a:solidFill>
              <a:srgbClr val="2876A8"/>
            </a:solidFill>
          </a:ln>
        </p:spPr>
      </p:sp>
      <p:sp>
        <p:nvSpPr>
          <p:cNvPr id="44" name="">
            <a:extLst xmlns:a="http://schemas.openxmlformats.org/drawingml/2006/main">
              <a:ext uri="{FF2B5EF4-FFF2-40B4-BE49-F238E27FC236}">
                <a16:creationId xmlns:a16="http://schemas.microsoft.com/office/drawing/2014/main" id="{276F6F74-B459-4ADD-8503-657E352670BE}"/>
              </a:ext>
            </a:extLst>
          </p:cNvPr>
          <p:cNvSpPr>
            <a:spLocks xmlns:a="http://schemas.openxmlformats.org/drawingml/2006/main" noGrp="1"/>
          </p:cNvSpPr>
          <p:nvPr/>
        </p:nvSpPr>
        <p:spPr>
          <a:xfrm xmlns:a="http://schemas.openxmlformats.org/drawingml/2006/main">
            <a:off x="1579245" y="3162300"/>
            <a:ext cx="80010" cy="95250"/>
          </a:xfrm>
          <a:custGeom xmlns:a="http://schemas.openxmlformats.org/drawingml/2006/main">
            <a:pathLst>
              <a:path w="80010" h="95250">
                <a:moveTo>
                  <a:pt x="40005" y="0"/>
                </a:moveTo>
                <a:lnTo>
                  <a:pt x="0" y="95250"/>
                </a:lnTo>
                <a:lnTo>
                  <a:pt x="80010" y="95250"/>
                </a:lnTo>
                <a:close/>
              </a:path>
            </a:pathLst>
          </a:custGeom>
          <a:solidFill xmlns:a="http://schemas.openxmlformats.org/drawingml/2006/main">
            <a:srgbClr val="2876A8"/>
          </a:solidFill>
          <a:ln xmlns:a="http://schemas.openxmlformats.org/drawingml/2006/main" w="4763">
            <a:solidFill>
              <a:srgbClr val="2876A8"/>
            </a:solidFill>
          </a:ln>
        </p:spPr>
      </p:sp>
      <p:sp>
        <p:nvSpPr>
          <p:cNvPr id="45" name="">
            <a:extLst xmlns:a="http://schemas.openxmlformats.org/drawingml/2006/main">
              <a:ext uri="{FF2B5EF4-FFF2-40B4-BE49-F238E27FC236}">
                <a16:creationId xmlns:a16="http://schemas.microsoft.com/office/drawing/2014/main" id="{7CC07045-B541-4662-9C64-10F50BC5B4C9}"/>
              </a:ext>
            </a:extLst>
          </p:cNvPr>
          <p:cNvSpPr>
            <a:spLocks xmlns:a="http://schemas.openxmlformats.org/drawingml/2006/main" noGrp="1"/>
          </p:cNvSpPr>
          <p:nvPr/>
        </p:nvSpPr>
        <p:spPr>
          <a:xfrm xmlns:a="http://schemas.openxmlformats.org/drawingml/2006/main">
            <a:off x="809625" y="3914775"/>
            <a:ext cx="1666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RA = 100 N</a:t>
            </a:r>
          </a:p>
        </p:txBody>
      </p:sp>
      <p:sp>
        <p:nvSpPr>
          <p:cNvPr id="46" name="">
            <a:extLst xmlns:a="http://schemas.openxmlformats.org/drawingml/2006/main">
              <a:ext uri="{FF2B5EF4-FFF2-40B4-BE49-F238E27FC236}">
                <a16:creationId xmlns:a16="http://schemas.microsoft.com/office/drawing/2014/main" id="{613E4426-709C-460C-80E4-F593B319552A}"/>
              </a:ext>
            </a:extLst>
          </p:cNvPr>
          <p:cNvSpPr>
            <a:spLocks xmlns:a="http://schemas.openxmlformats.org/drawingml/2006/main" noGrp="1"/>
          </p:cNvSpPr>
          <p:nvPr/>
        </p:nvSpPr>
        <p:spPr>
          <a:xfrm xmlns:a="http://schemas.openxmlformats.org/drawingml/2006/main">
            <a:off x="686575" y="3114869"/>
            <a:ext cx="723077" cy="675214"/>
          </a:xfrm>
          <a:custGeom xmlns:a="http://schemas.openxmlformats.org/drawingml/2006/main">
            <a:pathLst>
              <a:path w="723077" h="675214">
                <a:moveTo>
                  <a:pt x="542150" y="675214"/>
                </a:moveTo>
                <a:lnTo>
                  <a:pt x="586185" y="645267"/>
                </a:lnTo>
                <a:lnTo>
                  <a:pt x="625349" y="609182"/>
                </a:lnTo>
                <a:lnTo>
                  <a:pt x="658795" y="567742"/>
                </a:lnTo>
                <a:lnTo>
                  <a:pt x="685798" y="521843"/>
                </a:lnTo>
                <a:lnTo>
                  <a:pt x="705774" y="472478"/>
                </a:lnTo>
                <a:lnTo>
                  <a:pt x="718291" y="420716"/>
                </a:lnTo>
                <a:lnTo>
                  <a:pt x="723077" y="367678"/>
                </a:lnTo>
                <a:lnTo>
                  <a:pt x="720029" y="314512"/>
                </a:lnTo>
                <a:lnTo>
                  <a:pt x="709212" y="262369"/>
                </a:lnTo>
                <a:lnTo>
                  <a:pt x="690862" y="212377"/>
                </a:lnTo>
                <a:lnTo>
                  <a:pt x="665375" y="165619"/>
                </a:lnTo>
                <a:lnTo>
                  <a:pt x="633303" y="123106"/>
                </a:lnTo>
                <a:lnTo>
                  <a:pt x="595341" y="85759"/>
                </a:lnTo>
                <a:lnTo>
                  <a:pt x="552309" y="54387"/>
                </a:lnTo>
                <a:lnTo>
                  <a:pt x="505140" y="29669"/>
                </a:lnTo>
                <a:lnTo>
                  <a:pt x="454855" y="12139"/>
                </a:lnTo>
                <a:lnTo>
                  <a:pt x="402541" y="2178"/>
                </a:lnTo>
                <a:lnTo>
                  <a:pt x="349332" y="0"/>
                </a:lnTo>
                <a:lnTo>
                  <a:pt x="296380" y="5653"/>
                </a:lnTo>
                <a:lnTo>
                  <a:pt x="244830" y="19015"/>
                </a:lnTo>
                <a:lnTo>
                  <a:pt x="195799" y="39796"/>
                </a:lnTo>
                <a:lnTo>
                  <a:pt x="150347" y="67546"/>
                </a:lnTo>
                <a:lnTo>
                  <a:pt x="109460" y="101666"/>
                </a:lnTo>
                <a:lnTo>
                  <a:pt x="74021" y="141415"/>
                </a:lnTo>
                <a:lnTo>
                  <a:pt x="44798" y="185934"/>
                </a:lnTo>
                <a:lnTo>
                  <a:pt x="22424" y="234259"/>
                </a:lnTo>
                <a:lnTo>
                  <a:pt x="7383" y="285344"/>
                </a:lnTo>
                <a:lnTo>
                  <a:pt x="0" y="338084"/>
                </a:lnTo>
                <a:lnTo>
                  <a:pt x="436" y="391335"/>
                </a:lnTo>
                <a:lnTo>
                  <a:pt x="8680" y="443946"/>
                </a:lnTo>
                <a:lnTo>
                  <a:pt x="24555" y="494779"/>
                </a:lnTo>
                <a:lnTo>
                  <a:pt x="47717" y="542731"/>
                </a:lnTo>
              </a:path>
            </a:pathLst>
          </a:custGeom>
          <a:noFill xmlns:a="http://schemas.openxmlformats.org/drawingml/2006/main"/>
          <a:ln xmlns:a="http://schemas.openxmlformats.org/drawingml/2006/main" w="28575">
            <a:solidFill>
              <a:srgbClr val="2876A8"/>
            </a:solidFill>
          </a:ln>
        </p:spPr>
      </p:sp>
      <p:sp>
        <p:nvSpPr>
          <p:cNvPr id="47" name="">
            <a:extLst xmlns:a="http://schemas.openxmlformats.org/drawingml/2006/main">
              <a:ext uri="{FF2B5EF4-FFF2-40B4-BE49-F238E27FC236}">
                <a16:creationId xmlns:a16="http://schemas.microsoft.com/office/drawing/2014/main" id="{EBCE57B2-8A91-457F-AE2C-CCB2ED9ED0CB}"/>
              </a:ext>
            </a:extLst>
          </p:cNvPr>
          <p:cNvSpPr>
            <a:spLocks xmlns:a="http://schemas.openxmlformats.org/drawingml/2006/main" noGrp="1"/>
          </p:cNvSpPr>
          <p:nvPr/>
        </p:nvSpPr>
        <p:spPr>
          <a:xfrm xmlns:a="http://schemas.openxmlformats.org/drawingml/2006/main">
            <a:off x="711130" y="3609647"/>
            <a:ext cx="23162" cy="47953"/>
          </a:xfrm>
          <a:custGeom xmlns:a="http://schemas.openxmlformats.org/drawingml/2006/main">
            <a:pathLst>
              <a:path w="23162" h="47953">
                <a:moveTo>
                  <a:pt x="0" y="0"/>
                </a:moveTo>
                <a:lnTo>
                  <a:pt x="23162" y="47953"/>
                </a:lnTo>
              </a:path>
            </a:pathLst>
          </a:custGeom>
          <a:noFill xmlns:a="http://schemas.openxmlformats.org/drawingml/2006/main"/>
          <a:ln xmlns:a="http://schemas.openxmlformats.org/drawingml/2006/main" w="28575">
            <a:solidFill>
              <a:srgbClr val="2876A8"/>
            </a:solidFill>
          </a:ln>
        </p:spPr>
      </p:sp>
      <p:sp>
        <p:nvSpPr>
          <p:cNvPr id="48" name="">
            <a:extLst xmlns:a="http://schemas.openxmlformats.org/drawingml/2006/main">
              <a:ext uri="{FF2B5EF4-FFF2-40B4-BE49-F238E27FC236}">
                <a16:creationId xmlns:a16="http://schemas.microsoft.com/office/drawing/2014/main" id="{29292B76-C17F-4911-A1FE-E83FBA689BFE}"/>
              </a:ext>
            </a:extLst>
          </p:cNvPr>
          <p:cNvSpPr>
            <a:spLocks xmlns:a="http://schemas.openxmlformats.org/drawingml/2006/main" noGrp="1"/>
          </p:cNvSpPr>
          <p:nvPr/>
        </p:nvSpPr>
        <p:spPr>
          <a:xfrm xmlns:a="http://schemas.openxmlformats.org/drawingml/2006/main">
            <a:off x="656841" y="3554431"/>
            <a:ext cx="77451" cy="103169"/>
          </a:xfrm>
          <a:custGeom xmlns:a="http://schemas.openxmlformats.org/drawingml/2006/main">
            <a:pathLst>
              <a:path w="77451" h="103169">
                <a:moveTo>
                  <a:pt x="77451" y="103169"/>
                </a:moveTo>
                <a:lnTo>
                  <a:pt x="72046" y="0"/>
                </a:lnTo>
                <a:lnTo>
                  <a:pt x="0" y="34799"/>
                </a:lnTo>
                <a:close/>
              </a:path>
            </a:pathLst>
          </a:custGeom>
          <a:solidFill xmlns:a="http://schemas.openxmlformats.org/drawingml/2006/main">
            <a:srgbClr val="2876A8"/>
          </a:solidFill>
          <a:ln xmlns:a="http://schemas.openxmlformats.org/drawingml/2006/main" w="4763">
            <a:solidFill>
              <a:srgbClr val="2876A8"/>
            </a:solidFill>
          </a:ln>
        </p:spPr>
      </p:sp>
      <p:sp>
        <p:nvSpPr>
          <p:cNvPr id="49" name="">
            <a:extLst xmlns:a="http://schemas.openxmlformats.org/drawingml/2006/main">
              <a:ext uri="{FF2B5EF4-FFF2-40B4-BE49-F238E27FC236}">
                <a16:creationId xmlns:a16="http://schemas.microsoft.com/office/drawing/2014/main" id="{C7F29821-9F4C-4CB2-A7BD-D23CD3777B6B}"/>
              </a:ext>
            </a:extLst>
          </p:cNvPr>
          <p:cNvSpPr>
            <a:spLocks xmlns:a="http://schemas.openxmlformats.org/drawingml/2006/main" noGrp="1"/>
          </p:cNvSpPr>
          <p:nvPr/>
        </p:nvSpPr>
        <p:spPr>
          <a:xfrm xmlns:a="http://schemas.openxmlformats.org/drawingml/2006/main">
            <a:off x="619125" y="2619375"/>
            <a:ext cx="76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MA</a:t>
            </a:r>
          </a:p>
        </p:txBody>
      </p:sp>
      <p:sp>
        <p:nvSpPr>
          <p:cNvPr id="50" name="">
            <a:extLst xmlns:a="http://schemas.openxmlformats.org/drawingml/2006/main">
              <a:ext uri="{FF2B5EF4-FFF2-40B4-BE49-F238E27FC236}">
                <a16:creationId xmlns:a16="http://schemas.microsoft.com/office/drawing/2014/main" id="{498CBB44-C610-451B-9798-3EA1D1B2DF50}"/>
              </a:ext>
            </a:extLst>
          </p:cNvPr>
          <p:cNvSpPr>
            <a:spLocks xmlns:a="http://schemas.openxmlformats.org/drawingml/2006/main" noGrp="1"/>
          </p:cNvSpPr>
          <p:nvPr/>
        </p:nvSpPr>
        <p:spPr>
          <a:xfrm xmlns:a="http://schemas.openxmlformats.org/drawingml/2006/main">
            <a:off x="1619250" y="4572000"/>
            <a:ext cx="4572000" cy="9525"/>
          </a:xfrm>
          <a:custGeom xmlns:a="http://schemas.openxmlformats.org/drawingml/2006/main">
            <a:pathLst>
              <a:path w="4572000" h="9525">
                <a:moveTo>
                  <a:pt x="0" y="0"/>
                </a:moveTo>
                <a:lnTo>
                  <a:pt x="4572000" y="0"/>
                </a:lnTo>
              </a:path>
            </a:pathLst>
          </a:custGeom>
          <a:noFill xmlns:a="http://schemas.openxmlformats.org/drawingml/2006/main"/>
          <a:ln xmlns:a="http://schemas.openxmlformats.org/drawingml/2006/main" w="13335">
            <a:solidFill>
              <a:srgbClr val="71818B"/>
            </a:solidFill>
          </a:ln>
        </p:spPr>
      </p:sp>
      <p:sp>
        <p:nvSpPr>
          <p:cNvPr id="51" name="">
            <a:extLst xmlns:a="http://schemas.openxmlformats.org/drawingml/2006/main">
              <a:ext uri="{FF2B5EF4-FFF2-40B4-BE49-F238E27FC236}">
                <a16:creationId xmlns:a16="http://schemas.microsoft.com/office/drawing/2014/main" id="{20A0A2B3-1F86-4582-972E-C3090586DFC9}"/>
              </a:ext>
            </a:extLst>
          </p:cNvPr>
          <p:cNvSpPr>
            <a:spLocks xmlns:a="http://schemas.openxmlformats.org/drawingml/2006/main" noGrp="1"/>
          </p:cNvSpPr>
          <p:nvPr/>
        </p:nvSpPr>
        <p:spPr>
          <a:xfrm xmlns:a="http://schemas.openxmlformats.org/drawingml/2006/main">
            <a:off x="6124575" y="454399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2" name="">
            <a:extLst xmlns:a="http://schemas.openxmlformats.org/drawingml/2006/main">
              <a:ext uri="{FF2B5EF4-FFF2-40B4-BE49-F238E27FC236}">
                <a16:creationId xmlns:a16="http://schemas.microsoft.com/office/drawing/2014/main" id="{549BFA48-98E5-4ADB-922C-E12B8F74E5E7}"/>
              </a:ext>
            </a:extLst>
          </p:cNvPr>
          <p:cNvSpPr>
            <a:spLocks xmlns:a="http://schemas.openxmlformats.org/drawingml/2006/main" noGrp="1"/>
          </p:cNvSpPr>
          <p:nvPr/>
        </p:nvSpPr>
        <p:spPr>
          <a:xfrm xmlns:a="http://schemas.openxmlformats.org/drawingml/2006/main">
            <a:off x="1619250" y="4572000"/>
            <a:ext cx="4572000" cy="9525"/>
          </a:xfrm>
          <a:custGeom xmlns:a="http://schemas.openxmlformats.org/drawingml/2006/main">
            <a:pathLst>
              <a:path w="4572000" h="9525">
                <a:moveTo>
                  <a:pt x="4572000" y="0"/>
                </a:moveTo>
                <a:lnTo>
                  <a:pt x="0" y="0"/>
                </a:lnTo>
              </a:path>
            </a:pathLst>
          </a:custGeom>
          <a:noFill xmlns:a="http://schemas.openxmlformats.org/drawingml/2006/main"/>
          <a:ln xmlns:a="http://schemas.openxmlformats.org/drawingml/2006/main" w="13335">
            <a:solidFill>
              <a:srgbClr val="71818B"/>
            </a:solidFill>
          </a:ln>
        </p:spPr>
      </p:sp>
      <p:sp>
        <p:nvSpPr>
          <p:cNvPr id="53" name="">
            <a:extLst xmlns:a="http://schemas.openxmlformats.org/drawingml/2006/main">
              <a:ext uri="{FF2B5EF4-FFF2-40B4-BE49-F238E27FC236}">
                <a16:creationId xmlns:a16="http://schemas.microsoft.com/office/drawing/2014/main" id="{F7037D6C-E60E-4649-92D9-33268F2CDAE5}"/>
              </a:ext>
            </a:extLst>
          </p:cNvPr>
          <p:cNvSpPr>
            <a:spLocks xmlns:a="http://schemas.openxmlformats.org/drawingml/2006/main" noGrp="1"/>
          </p:cNvSpPr>
          <p:nvPr/>
        </p:nvSpPr>
        <p:spPr>
          <a:xfrm xmlns:a="http://schemas.openxmlformats.org/drawingml/2006/main">
            <a:off x="1619250" y="454399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54" name="">
            <a:extLst xmlns:a="http://schemas.openxmlformats.org/drawingml/2006/main">
              <a:ext uri="{FF2B5EF4-FFF2-40B4-BE49-F238E27FC236}">
                <a16:creationId xmlns:a16="http://schemas.microsoft.com/office/drawing/2014/main" id="{17763AB5-CBD0-4320-9F68-0067C8579C8D}"/>
              </a:ext>
            </a:extLst>
          </p:cNvPr>
          <p:cNvSpPr>
            <a:spLocks xmlns:a="http://schemas.openxmlformats.org/drawingml/2006/main" noGrp="1"/>
          </p:cNvSpPr>
          <p:nvPr/>
        </p:nvSpPr>
        <p:spPr>
          <a:xfrm xmlns:a="http://schemas.openxmlformats.org/drawingml/2006/main">
            <a:off x="1619250" y="461962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0.80 m</a:t>
            </a:r>
          </a:p>
        </p:txBody>
      </p:sp>
      <p:sp>
        <p:nvSpPr>
          <p:cNvPr id="55" name="">
            <a:extLst xmlns:a="http://schemas.openxmlformats.org/drawingml/2006/main">
              <a:ext uri="{FF2B5EF4-FFF2-40B4-BE49-F238E27FC236}">
                <a16:creationId xmlns:a16="http://schemas.microsoft.com/office/drawing/2014/main" id="{E462BF15-35C0-4F08-95C3-29EDC0ED708F}"/>
              </a:ext>
            </a:extLst>
          </p:cNvPr>
          <p:cNvSpPr>
            <a:spLocks xmlns:a="http://schemas.openxmlformats.org/drawingml/2006/main" noGrp="1"/>
          </p:cNvSpPr>
          <p:nvPr/>
        </p:nvSpPr>
        <p:spPr>
          <a:xfrm xmlns:a="http://schemas.openxmlformats.org/drawingml/2006/main">
            <a:off x="7477125" y="1857375"/>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RA − 100 = 0</a:t>
            </a:r>
          </a:p>
        </p:txBody>
      </p:sp>
      <p:sp>
        <p:nvSpPr>
          <p:cNvPr id="56" name="">
            <a:extLst xmlns:a="http://schemas.openxmlformats.org/drawingml/2006/main">
              <a:ext uri="{FF2B5EF4-FFF2-40B4-BE49-F238E27FC236}">
                <a16:creationId xmlns:a16="http://schemas.microsoft.com/office/drawing/2014/main" id="{E55316FD-0A08-41F0-AC57-C1B9158DBB3F}"/>
              </a:ext>
            </a:extLst>
          </p:cNvPr>
          <p:cNvSpPr>
            <a:spLocks xmlns:a="http://schemas.openxmlformats.org/drawingml/2006/main" noGrp="1"/>
          </p:cNvSpPr>
          <p:nvPr/>
        </p:nvSpPr>
        <p:spPr>
          <a:xfrm xmlns:a="http://schemas.openxmlformats.org/drawingml/2006/main">
            <a:off x="7477125" y="2428875"/>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MA − 100×0.80 = 0</a:t>
            </a:r>
          </a:p>
        </p:txBody>
      </p:sp>
      <p:sp>
        <p:nvSpPr>
          <p:cNvPr id="57" name="">
            <a:extLst xmlns:a="http://schemas.openxmlformats.org/drawingml/2006/main">
              <a:ext uri="{FF2B5EF4-FFF2-40B4-BE49-F238E27FC236}">
                <a16:creationId xmlns:a16="http://schemas.microsoft.com/office/drawing/2014/main" id="{85B7031F-7DEF-4924-8595-9B41438030C3}"/>
              </a:ext>
            </a:extLst>
          </p:cNvPr>
          <p:cNvSpPr>
            <a:spLocks xmlns:a="http://schemas.openxmlformats.org/drawingml/2006/main" noGrp="1"/>
          </p:cNvSpPr>
          <p:nvPr/>
        </p:nvSpPr>
        <p:spPr>
          <a:xfrm xmlns:a="http://schemas.openxmlformats.org/drawingml/2006/main">
            <a:off x="7477125" y="3000375"/>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buNone/>
              <a:defRPr sz="2400" b="1">
                <a:solidFill>
                  <a:srgbClr val="2876A8"/>
                </a:solidFill>
                <a:latin typeface="Yu Gothic"/>
                <a:ea typeface="Yu Gothic"/>
                <a:cs typeface="Yu Gothic"/>
              </a:defRPr>
            </a:lvl1pPr>
            <a:lvl2pPr>
              <a:buNone/>
              <a:defRPr sz="2400" b="1">
                <a:solidFill>
                  <a:srgbClr val="2876A8"/>
                </a:solidFill>
                <a:latin typeface="Yu Gothic"/>
                <a:ea typeface="Yu Gothic"/>
                <a:cs typeface="Yu Gothic"/>
              </a:defRPr>
            </a:lvl2pPr>
            <a:lvl3pPr>
              <a:buNone/>
              <a:defRPr sz="2400" b="1">
                <a:solidFill>
                  <a:srgbClr val="2876A8"/>
                </a:solidFill>
                <a:latin typeface="Yu Gothic"/>
                <a:ea typeface="Yu Gothic"/>
                <a:cs typeface="Yu Gothic"/>
              </a:defRPr>
            </a:lvl3pPr>
            <a:lvl4pPr>
              <a:buNone/>
              <a:defRPr sz="2400" b="1">
                <a:solidFill>
                  <a:srgbClr val="2876A8"/>
                </a:solidFill>
                <a:latin typeface="Yu Gothic"/>
                <a:ea typeface="Yu Gothic"/>
                <a:cs typeface="Yu Gothic"/>
              </a:defRPr>
            </a:lvl4pPr>
            <a:lvl5pPr>
              <a:buNone/>
              <a:defRPr sz="2400" b="1">
                <a:solidFill>
                  <a:srgbClr val="2876A8"/>
                </a:solidFill>
                <a:latin typeface="Yu Gothic"/>
                <a:ea typeface="Yu Gothic"/>
                <a:cs typeface="Yu Gothic"/>
              </a:defRPr>
            </a:lvl5pPr>
            <a:lvl6pPr>
              <a:buNone/>
              <a:defRPr sz="2400" b="1">
                <a:solidFill>
                  <a:srgbClr val="2876A8"/>
                </a:solidFill>
                <a:latin typeface="Yu Gothic"/>
                <a:ea typeface="Yu Gothic"/>
                <a:cs typeface="Yu Gothic"/>
              </a:defRPr>
            </a:lvl6pPr>
            <a:lvl7pPr>
              <a:buNone/>
              <a:defRPr sz="2400" b="1">
                <a:solidFill>
                  <a:srgbClr val="2876A8"/>
                </a:solidFill>
                <a:latin typeface="Yu Gothic"/>
                <a:ea typeface="Yu Gothic"/>
                <a:cs typeface="Yu Gothic"/>
              </a:defRPr>
            </a:lvl7pPr>
            <a:lvl8pPr>
              <a:buNone/>
              <a:defRPr sz="2400" b="1">
                <a:solidFill>
                  <a:srgbClr val="2876A8"/>
                </a:solidFill>
                <a:latin typeface="Yu Gothic"/>
                <a:ea typeface="Yu Gothic"/>
                <a:cs typeface="Yu Gothic"/>
              </a:defRPr>
            </a:lvl8pPr>
            <a:lvl9pPr>
              <a:buNone/>
              <a:defRPr sz="2400" b="1">
                <a:solidFill>
                  <a:srgbClr val="2876A8"/>
                </a:solidFill>
                <a:latin typeface="Yu Gothic"/>
                <a:ea typeface="Yu Gothic"/>
                <a:cs typeface="Yu Gothic"/>
              </a:defRPr>
            </a:lvl9pPr>
          </a:lstStyle>
          <a:p xmlns:a="http://schemas.openxmlformats.org/drawingml/2006/main">
            <a:pPr>
              <a:buNone/>
              <a:defRPr sz="2400" b="1">
                <a:solidFill>
                  <a:srgbClr val="2876A8"/>
                </a:solidFill>
                <a:latin typeface="Yu Gothic"/>
                <a:ea typeface="Yu Gothic"/>
                <a:cs typeface="Yu Gothic"/>
              </a:defRPr>
            </a:pPr>
            <a:r>
              <a:rPr sz="2400" b="1">
                <a:solidFill>
                  <a:srgbClr val="2876A8"/>
                </a:solidFill>
                <a:latin typeface="Yu Gothic"/>
                <a:ea typeface="Yu Gothic"/>
                <a:cs typeface="Yu Gothic"/>
              </a:rPr>
              <a:t>MA = ＋80 N·m</a:t>
            </a:r>
          </a:p>
        </p:txBody>
      </p:sp>
      <p:sp>
        <p:nvSpPr>
          <p:cNvPr id="58" name="">
            <a:extLst xmlns:a="http://schemas.openxmlformats.org/drawingml/2006/main">
              <a:ext uri="{FF2B5EF4-FFF2-40B4-BE49-F238E27FC236}">
                <a16:creationId xmlns:a16="http://schemas.microsoft.com/office/drawing/2014/main" id="{7A203B2D-9278-4369-ACAB-41086A2331C9}"/>
              </a:ext>
            </a:extLst>
          </p:cNvPr>
          <p:cNvSpPr>
            <a:spLocks xmlns:a="http://schemas.openxmlformats.org/drawingml/2006/main" noGrp="1"/>
          </p:cNvSpPr>
          <p:nvPr/>
        </p:nvSpPr>
        <p:spPr>
          <a:xfrm xmlns:a="http://schemas.openxmlformats.org/drawingml/2006/main">
            <a:off x="7477125" y="3762375"/>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buNone/>
              <a:defRPr sz="2025" b="1">
                <a:solidFill>
                  <a:srgbClr val="263D4D"/>
                </a:solidFill>
                <a:latin typeface="Yu Gothic"/>
                <a:ea typeface="Yu Gothic"/>
                <a:cs typeface="Yu Gothic"/>
              </a:defRPr>
            </a:lvl1pPr>
            <a:lvl2pPr>
              <a:buNone/>
              <a:defRPr sz="2025" b="1">
                <a:solidFill>
                  <a:srgbClr val="263D4D"/>
                </a:solidFill>
                <a:latin typeface="Yu Gothic"/>
                <a:ea typeface="Yu Gothic"/>
                <a:cs typeface="Yu Gothic"/>
              </a:defRPr>
            </a:lvl2pPr>
            <a:lvl3pPr>
              <a:buNone/>
              <a:defRPr sz="2025" b="1">
                <a:solidFill>
                  <a:srgbClr val="263D4D"/>
                </a:solidFill>
                <a:latin typeface="Yu Gothic"/>
                <a:ea typeface="Yu Gothic"/>
                <a:cs typeface="Yu Gothic"/>
              </a:defRPr>
            </a:lvl3pPr>
            <a:lvl4pPr>
              <a:buNone/>
              <a:defRPr sz="2025" b="1">
                <a:solidFill>
                  <a:srgbClr val="263D4D"/>
                </a:solidFill>
                <a:latin typeface="Yu Gothic"/>
                <a:ea typeface="Yu Gothic"/>
                <a:cs typeface="Yu Gothic"/>
              </a:defRPr>
            </a:lvl4pPr>
            <a:lvl5pPr>
              <a:buNone/>
              <a:defRPr sz="2025" b="1">
                <a:solidFill>
                  <a:srgbClr val="263D4D"/>
                </a:solidFill>
                <a:latin typeface="Yu Gothic"/>
                <a:ea typeface="Yu Gothic"/>
                <a:cs typeface="Yu Gothic"/>
              </a:defRPr>
            </a:lvl5pPr>
            <a:lvl6pPr>
              <a:buNone/>
              <a:defRPr sz="2025" b="1">
                <a:solidFill>
                  <a:srgbClr val="263D4D"/>
                </a:solidFill>
                <a:latin typeface="Yu Gothic"/>
                <a:ea typeface="Yu Gothic"/>
                <a:cs typeface="Yu Gothic"/>
              </a:defRPr>
            </a:lvl6pPr>
            <a:lvl7pPr>
              <a:buNone/>
              <a:defRPr sz="2025" b="1">
                <a:solidFill>
                  <a:srgbClr val="263D4D"/>
                </a:solidFill>
                <a:latin typeface="Yu Gothic"/>
                <a:ea typeface="Yu Gothic"/>
                <a:cs typeface="Yu Gothic"/>
              </a:defRPr>
            </a:lvl7pPr>
            <a:lvl8pPr>
              <a:buNone/>
              <a:defRPr sz="2025" b="1">
                <a:solidFill>
                  <a:srgbClr val="263D4D"/>
                </a:solidFill>
                <a:latin typeface="Yu Gothic"/>
                <a:ea typeface="Yu Gothic"/>
                <a:cs typeface="Yu Gothic"/>
              </a:defRPr>
            </a:lvl8pPr>
            <a:lvl9pPr>
              <a:buNone/>
              <a:defRPr sz="2025" b="1">
                <a:solidFill>
                  <a:srgbClr val="263D4D"/>
                </a:solidFill>
                <a:latin typeface="Yu Gothic"/>
                <a:ea typeface="Yu Gothic"/>
                <a:cs typeface="Yu Gothic"/>
              </a:defRPr>
            </a:lvl9pPr>
          </a:lstStyle>
          <a:p xmlns:a="http://schemas.openxmlformats.org/drawingml/2006/main">
            <a:pPr>
              <a:buNone/>
              <a:defRPr sz="2025" b="1">
                <a:solidFill>
                  <a:srgbClr val="263D4D"/>
                </a:solidFill>
                <a:latin typeface="Yu Gothic"/>
                <a:ea typeface="Yu Gothic"/>
                <a:cs typeface="Yu Gothic"/>
              </a:defRPr>
            </a:pPr>
            <a:r>
              <a:rPr sz="2025" b="1">
                <a:solidFill>
                  <a:srgbClr val="263D4D"/>
                </a:solidFill>
                <a:latin typeface="Yu Gothic"/>
                <a:ea typeface="Yu Gothic"/>
                <a:cs typeface="Yu Gothic"/>
              </a:rPr>
              <a:t>A直後の右切断面</a:t>
            </a:r>
          </a:p>
        </p:txBody>
      </p:sp>
      <p:sp>
        <p:nvSpPr>
          <p:cNvPr id="59" name="">
            <a:extLst xmlns:a="http://schemas.openxmlformats.org/drawingml/2006/main">
              <a:ext uri="{FF2B5EF4-FFF2-40B4-BE49-F238E27FC236}">
                <a16:creationId xmlns:a16="http://schemas.microsoft.com/office/drawing/2014/main" id="{59108A5A-6020-4B4B-AFE5-469380555AAC}"/>
              </a:ext>
            </a:extLst>
          </p:cNvPr>
          <p:cNvSpPr>
            <a:spLocks xmlns:a="http://schemas.openxmlformats.org/drawingml/2006/main" noGrp="1"/>
          </p:cNvSpPr>
          <p:nvPr/>
        </p:nvSpPr>
        <p:spPr>
          <a:xfrm xmlns:a="http://schemas.openxmlformats.org/drawingml/2006/main">
            <a:off x="7762875" y="4524375"/>
            <a:ext cx="1476375"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60" name="">
            <a:extLst xmlns:a="http://schemas.openxmlformats.org/drawingml/2006/main">
              <a:ext uri="{FF2B5EF4-FFF2-40B4-BE49-F238E27FC236}">
                <a16:creationId xmlns:a16="http://schemas.microsoft.com/office/drawing/2014/main" id="{8D9AF3B1-F608-43BC-AF4F-64A35C123DCF}"/>
              </a:ext>
            </a:extLst>
          </p:cNvPr>
          <p:cNvSpPr>
            <a:spLocks xmlns:a="http://schemas.openxmlformats.org/drawingml/2006/main" noGrp="1"/>
          </p:cNvSpPr>
          <p:nvPr/>
        </p:nvSpPr>
        <p:spPr>
          <a:xfrm xmlns:a="http://schemas.openxmlformats.org/drawingml/2006/main">
            <a:off x="9525714" y="4330914"/>
            <a:ext cx="665992" cy="621908"/>
          </a:xfrm>
          <a:custGeom xmlns:a="http://schemas.openxmlformats.org/drawingml/2006/main">
            <a:pathLst>
              <a:path w="665992" h="621908">
                <a:moveTo>
                  <a:pt x="499349" y="0"/>
                </a:moveTo>
                <a:lnTo>
                  <a:pt x="539907" y="27583"/>
                </a:lnTo>
                <a:lnTo>
                  <a:pt x="575980" y="60819"/>
                </a:lnTo>
                <a:lnTo>
                  <a:pt x="606785" y="98987"/>
                </a:lnTo>
                <a:lnTo>
                  <a:pt x="631656" y="141263"/>
                </a:lnTo>
                <a:lnTo>
                  <a:pt x="650055" y="186731"/>
                </a:lnTo>
                <a:lnTo>
                  <a:pt x="661583" y="234406"/>
                </a:lnTo>
                <a:lnTo>
                  <a:pt x="665992" y="283257"/>
                </a:lnTo>
                <a:lnTo>
                  <a:pt x="663184" y="332225"/>
                </a:lnTo>
                <a:lnTo>
                  <a:pt x="653222" y="380252"/>
                </a:lnTo>
                <a:lnTo>
                  <a:pt x="636320" y="426297"/>
                </a:lnTo>
                <a:lnTo>
                  <a:pt x="612846" y="469364"/>
                </a:lnTo>
                <a:lnTo>
                  <a:pt x="583306" y="508521"/>
                </a:lnTo>
                <a:lnTo>
                  <a:pt x="548340" y="542919"/>
                </a:lnTo>
                <a:lnTo>
                  <a:pt x="508706" y="571814"/>
                </a:lnTo>
                <a:lnTo>
                  <a:pt x="465261" y="594581"/>
                </a:lnTo>
                <a:lnTo>
                  <a:pt x="418945" y="610727"/>
                </a:lnTo>
                <a:lnTo>
                  <a:pt x="370762" y="619902"/>
                </a:lnTo>
                <a:lnTo>
                  <a:pt x="321753" y="621908"/>
                </a:lnTo>
                <a:lnTo>
                  <a:pt x="272981" y="616701"/>
                </a:lnTo>
                <a:lnTo>
                  <a:pt x="225501" y="604394"/>
                </a:lnTo>
                <a:lnTo>
                  <a:pt x="180341" y="585254"/>
                </a:lnTo>
                <a:lnTo>
                  <a:pt x="138478" y="559694"/>
                </a:lnTo>
                <a:lnTo>
                  <a:pt x="100818" y="528268"/>
                </a:lnTo>
                <a:lnTo>
                  <a:pt x="68177" y="491657"/>
                </a:lnTo>
                <a:lnTo>
                  <a:pt x="41261" y="450653"/>
                </a:lnTo>
                <a:lnTo>
                  <a:pt x="20654" y="406143"/>
                </a:lnTo>
                <a:lnTo>
                  <a:pt x="6800" y="359091"/>
                </a:lnTo>
                <a:lnTo>
                  <a:pt x="0" y="310515"/>
                </a:lnTo>
                <a:lnTo>
                  <a:pt x="401" y="261467"/>
                </a:lnTo>
                <a:lnTo>
                  <a:pt x="7995" y="213010"/>
                </a:lnTo>
                <a:lnTo>
                  <a:pt x="22617" y="166191"/>
                </a:lnTo>
                <a:lnTo>
                  <a:pt x="43950" y="122024"/>
                </a:lnTo>
              </a:path>
            </a:pathLst>
          </a:custGeom>
          <a:noFill xmlns:a="http://schemas.openxmlformats.org/drawingml/2006/main"/>
          <a:ln xmlns:a="http://schemas.openxmlformats.org/drawingml/2006/main" w="28575">
            <a:solidFill>
              <a:srgbClr val="7655A5"/>
            </a:solidFill>
          </a:ln>
        </p:spPr>
      </p:sp>
      <p:sp>
        <p:nvSpPr>
          <p:cNvPr id="61" name="">
            <a:extLst xmlns:a="http://schemas.openxmlformats.org/drawingml/2006/main">
              <a:ext uri="{FF2B5EF4-FFF2-40B4-BE49-F238E27FC236}">
                <a16:creationId xmlns:a16="http://schemas.microsoft.com/office/drawing/2014/main" id="{EEBE3E2C-E3C4-468C-AA98-7C76D3BF02D7}"/>
              </a:ext>
            </a:extLst>
          </p:cNvPr>
          <p:cNvSpPr>
            <a:spLocks xmlns:a="http://schemas.openxmlformats.org/drawingml/2006/main" noGrp="1"/>
          </p:cNvSpPr>
          <p:nvPr/>
        </p:nvSpPr>
        <p:spPr>
          <a:xfrm xmlns:a="http://schemas.openxmlformats.org/drawingml/2006/main">
            <a:off x="9548331" y="4452938"/>
            <a:ext cx="21333" cy="44167"/>
          </a:xfrm>
          <a:custGeom xmlns:a="http://schemas.openxmlformats.org/drawingml/2006/main">
            <a:pathLst>
              <a:path w="21333" h="44167">
                <a:moveTo>
                  <a:pt x="0" y="44167"/>
                </a:moveTo>
                <a:lnTo>
                  <a:pt x="21333" y="0"/>
                </a:lnTo>
              </a:path>
            </a:pathLst>
          </a:custGeom>
          <a:noFill xmlns:a="http://schemas.openxmlformats.org/drawingml/2006/main"/>
          <a:ln xmlns:a="http://schemas.openxmlformats.org/drawingml/2006/main" w="28575">
            <a:solidFill>
              <a:srgbClr val="7655A5"/>
            </a:solidFill>
          </a:ln>
        </p:spPr>
      </p:sp>
      <p:sp>
        <p:nvSpPr>
          <p:cNvPr id="62" name="">
            <a:extLst xmlns:a="http://schemas.openxmlformats.org/drawingml/2006/main">
              <a:ext uri="{FF2B5EF4-FFF2-40B4-BE49-F238E27FC236}">
                <a16:creationId xmlns:a16="http://schemas.microsoft.com/office/drawing/2014/main" id="{8B68865C-4A84-49D2-950F-BD36F1F58260}"/>
              </a:ext>
            </a:extLst>
          </p:cNvPr>
          <p:cNvSpPr>
            <a:spLocks xmlns:a="http://schemas.openxmlformats.org/drawingml/2006/main" noGrp="1"/>
          </p:cNvSpPr>
          <p:nvPr/>
        </p:nvSpPr>
        <p:spPr>
          <a:xfrm xmlns:a="http://schemas.openxmlformats.org/drawingml/2006/main">
            <a:off x="9492213" y="4452938"/>
            <a:ext cx="77451" cy="103169"/>
          </a:xfrm>
          <a:custGeom xmlns:a="http://schemas.openxmlformats.org/drawingml/2006/main">
            <a:pathLst>
              <a:path w="77451" h="103169">
                <a:moveTo>
                  <a:pt x="77451" y="0"/>
                </a:moveTo>
                <a:lnTo>
                  <a:pt x="0" y="68369"/>
                </a:lnTo>
                <a:lnTo>
                  <a:pt x="72046" y="103169"/>
                </a:lnTo>
                <a:close/>
              </a:path>
            </a:pathLst>
          </a:custGeom>
          <a:solidFill xmlns:a="http://schemas.openxmlformats.org/drawingml/2006/main">
            <a:srgbClr val="7655A5"/>
          </a:solidFill>
          <a:ln xmlns:a="http://schemas.openxmlformats.org/drawingml/2006/main" w="4763">
            <a:solidFill>
              <a:srgbClr val="7655A5"/>
            </a:solidFill>
          </a:ln>
        </p:spPr>
      </p:sp>
      <p:sp>
        <p:nvSpPr>
          <p:cNvPr id="63" name="">
            <a:extLst xmlns:a="http://schemas.openxmlformats.org/drawingml/2006/main">
              <a:ext uri="{FF2B5EF4-FFF2-40B4-BE49-F238E27FC236}">
                <a16:creationId xmlns:a16="http://schemas.microsoft.com/office/drawing/2014/main" id="{3ECF72DE-0579-4A82-A002-7D85D7DCA520}"/>
              </a:ext>
            </a:extLst>
          </p:cNvPr>
          <p:cNvSpPr>
            <a:spLocks xmlns:a="http://schemas.openxmlformats.org/drawingml/2006/main" noGrp="1"/>
          </p:cNvSpPr>
          <p:nvPr/>
        </p:nvSpPr>
        <p:spPr>
          <a:xfrm xmlns:a="http://schemas.openxmlformats.org/drawingml/2006/main">
            <a:off x="7477125" y="5095875"/>
            <a:ext cx="4095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7655A5"/>
                </a:solidFill>
                <a:latin typeface="Yu Gothic"/>
                <a:ea typeface="Yu Gothic"/>
                <a:cs typeface="Yu Gothic"/>
              </a:defRPr>
            </a:defPPr>
            <a:lvl1pPr>
              <a:buNone/>
              <a:defRPr sz="2175" b="1">
                <a:solidFill>
                  <a:srgbClr val="7655A5"/>
                </a:solidFill>
                <a:latin typeface="Yu Gothic"/>
                <a:ea typeface="Yu Gothic"/>
                <a:cs typeface="Yu Gothic"/>
              </a:defRPr>
            </a:lvl1pPr>
            <a:lvl2pPr>
              <a:buNone/>
              <a:defRPr sz="2175" b="1">
                <a:solidFill>
                  <a:srgbClr val="7655A5"/>
                </a:solidFill>
                <a:latin typeface="Yu Gothic"/>
                <a:ea typeface="Yu Gothic"/>
                <a:cs typeface="Yu Gothic"/>
              </a:defRPr>
            </a:lvl2pPr>
            <a:lvl3pPr>
              <a:buNone/>
              <a:defRPr sz="2175" b="1">
                <a:solidFill>
                  <a:srgbClr val="7655A5"/>
                </a:solidFill>
                <a:latin typeface="Yu Gothic"/>
                <a:ea typeface="Yu Gothic"/>
                <a:cs typeface="Yu Gothic"/>
              </a:defRPr>
            </a:lvl3pPr>
            <a:lvl4pPr>
              <a:buNone/>
              <a:defRPr sz="2175" b="1">
                <a:solidFill>
                  <a:srgbClr val="7655A5"/>
                </a:solidFill>
                <a:latin typeface="Yu Gothic"/>
                <a:ea typeface="Yu Gothic"/>
                <a:cs typeface="Yu Gothic"/>
              </a:defRPr>
            </a:lvl4pPr>
            <a:lvl5pPr>
              <a:buNone/>
              <a:defRPr sz="2175" b="1">
                <a:solidFill>
                  <a:srgbClr val="7655A5"/>
                </a:solidFill>
                <a:latin typeface="Yu Gothic"/>
                <a:ea typeface="Yu Gothic"/>
                <a:cs typeface="Yu Gothic"/>
              </a:defRPr>
            </a:lvl5pPr>
            <a:lvl6pPr>
              <a:buNone/>
              <a:defRPr sz="2175" b="1">
                <a:solidFill>
                  <a:srgbClr val="7655A5"/>
                </a:solidFill>
                <a:latin typeface="Yu Gothic"/>
                <a:ea typeface="Yu Gothic"/>
                <a:cs typeface="Yu Gothic"/>
              </a:defRPr>
            </a:lvl6pPr>
            <a:lvl7pPr>
              <a:buNone/>
              <a:defRPr sz="2175" b="1">
                <a:solidFill>
                  <a:srgbClr val="7655A5"/>
                </a:solidFill>
                <a:latin typeface="Yu Gothic"/>
                <a:ea typeface="Yu Gothic"/>
                <a:cs typeface="Yu Gothic"/>
              </a:defRPr>
            </a:lvl7pPr>
            <a:lvl8pPr>
              <a:buNone/>
              <a:defRPr sz="2175" b="1">
                <a:solidFill>
                  <a:srgbClr val="7655A5"/>
                </a:solidFill>
                <a:latin typeface="Yu Gothic"/>
                <a:ea typeface="Yu Gothic"/>
                <a:cs typeface="Yu Gothic"/>
              </a:defRPr>
            </a:lvl8pPr>
            <a:lvl9pPr>
              <a:buNone/>
              <a:defRPr sz="2175" b="1">
                <a:solidFill>
                  <a:srgbClr val="7655A5"/>
                </a:solidFill>
                <a:latin typeface="Yu Gothic"/>
                <a:ea typeface="Yu Gothic"/>
                <a:cs typeface="Yu Gothic"/>
              </a:defRPr>
            </a:lvl9pPr>
          </a:lstStyle>
          <a:p xmlns:a="http://schemas.openxmlformats.org/drawingml/2006/main">
            <a:pPr>
              <a:buNone/>
              <a:defRPr sz="2175" b="1">
                <a:solidFill>
                  <a:srgbClr val="7655A5"/>
                </a:solidFill>
                <a:latin typeface="Yu Gothic"/>
                <a:ea typeface="Yu Gothic"/>
                <a:cs typeface="Yu Gothic"/>
              </a:defRPr>
            </a:pPr>
            <a:r>
              <a:rPr sz="2175" b="1">
                <a:solidFill>
                  <a:srgbClr val="7655A5"/>
                </a:solidFill>
                <a:latin typeface="Yu Gothic"/>
                <a:ea typeface="Yu Gothic"/>
                <a:cs typeface="Yu Gothic"/>
              </a:rPr>
              <a:t>内部M = −80 N·m</a:t>
            </a:r>
          </a:p>
        </p:txBody>
      </p:sp>
      <p:sp>
        <p:nvSpPr>
          <p:cNvPr id="64" name="">
            <a:extLst xmlns:a="http://schemas.openxmlformats.org/drawingml/2006/main">
              <a:ext uri="{FF2B5EF4-FFF2-40B4-BE49-F238E27FC236}">
                <a16:creationId xmlns:a16="http://schemas.microsoft.com/office/drawing/2014/main" id="{95551293-59FF-4843-9989-5AC2FD52730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外力のMAは反時計回り。内部Mは左部分の右切断面で定義するため、A直後では負になる。</a:t>
            </a:r>
          </a:p>
        </p:txBody>
      </p:sp>
    </p:spTree>
    <p:extLst>
      <p:ext uri="{BB962C8B-B14F-4D97-AF65-F5344CB8AC3E}">
        <p14:creationId xmlns:p14="http://schemas.microsoft.com/office/powerpoint/2010/main" val="148096587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5A491667-2BD1-4D54-9C2C-597E93DC9D1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片持ちばりの SFD・BMD</a:t>
            </a:r>
          </a:p>
        </p:txBody>
      </p:sp>
      <p:cxnSp>
        <p:nvCxnSpPr>
          <p:cNvPr id="2" name="">
            <a:extLst xmlns:a="http://schemas.openxmlformats.org/drawingml/2006/main">
              <a:ext uri="{FF2B5EF4-FFF2-40B4-BE49-F238E27FC236}">
                <a16:creationId xmlns:a16="http://schemas.microsoft.com/office/drawing/2014/main" id="{EF702C6D-FF15-40E7-96D0-1779F0CC7FB1}"/>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CDCEE5AE-323D-4090-8A49-9F2F622A75F5}"/>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2F5EE44D-62AD-438A-A98B-8970722B9C51}"/>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31 / 49</a:t>
            </a:r>
          </a:p>
        </p:txBody>
      </p:sp>
      <p:sp>
        <p:nvSpPr>
          <p:cNvPr id="5" name="">
            <a:extLst xmlns:a="http://schemas.openxmlformats.org/drawingml/2006/main">
              <a:ext uri="{FF2B5EF4-FFF2-40B4-BE49-F238E27FC236}">
                <a16:creationId xmlns:a16="http://schemas.microsoft.com/office/drawing/2014/main" id="{9A08AE90-BC08-4566-9DBF-1A9CCCE3094F}"/>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58F681D4-2BCC-4DD3-8665-D8DAB0A1B00C}"/>
              </a:ext>
            </a:extLst>
          </p:cNvPr>
          <p:cNvSpPr>
            <a:spLocks xmlns:a="http://schemas.openxmlformats.org/drawingml/2006/main" noGrp="1"/>
          </p:cNvSpPr>
          <p:nvPr/>
        </p:nvSpPr>
        <p:spPr>
          <a:xfrm xmlns:a="http://schemas.openxmlformats.org/drawingml/2006/main">
            <a:off x="1323975" y="1905000"/>
            <a:ext cx="247650" cy="904875"/>
          </a:xfrm>
          <a:prstGeom xmlns:a="http://schemas.openxmlformats.org/drawingml/2006/main" prst="rect">
            <a:avLst/>
          </a:prstGeom>
          <a:solidFill xmlns:a="http://schemas.openxmlformats.org/drawingml/2006/main">
            <a:srgbClr val="D9E3EA"/>
          </a:solidFill>
          <a:ln xmlns:a="http://schemas.openxmlformats.org/drawingml/2006/main" w="13335">
            <a:solidFill>
              <a:srgbClr val="5D6C78"/>
            </a:solidFill>
          </a:ln>
        </p:spPr>
      </p:sp>
      <p:cxnSp>
        <p:nvCxnSpPr>
          <p:cNvPr id="7" name="">
            <a:extLst xmlns:a="http://schemas.openxmlformats.org/drawingml/2006/main">
              <a:ext uri="{FF2B5EF4-FFF2-40B4-BE49-F238E27FC236}">
                <a16:creationId xmlns:a16="http://schemas.microsoft.com/office/drawing/2014/main" id="{3F141827-2649-45ED-87B9-11C8B59E9E2F}"/>
              </a:ext>
            </a:extLst>
          </p:cNvPr>
          <p:cNvCxnSpPr/>
          <p:nvPr/>
        </p:nvCxnSpPr>
        <p:spPr>
          <a:xfrm xmlns:a="http://schemas.openxmlformats.org/drawingml/2006/main" flipH="1" flipV="0">
            <a:off x="1181100" y="19050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8" name="">
            <a:extLst xmlns:a="http://schemas.openxmlformats.org/drawingml/2006/main">
              <a:ext uri="{FF2B5EF4-FFF2-40B4-BE49-F238E27FC236}">
                <a16:creationId xmlns:a16="http://schemas.microsoft.com/office/drawing/2014/main" id="{A81259E5-F40A-4BFA-8AD3-2F11691BE37D}"/>
              </a:ext>
            </a:extLst>
          </p:cNvPr>
          <p:cNvCxnSpPr/>
          <p:nvPr/>
        </p:nvCxnSpPr>
        <p:spPr>
          <a:xfrm xmlns:a="http://schemas.openxmlformats.org/drawingml/2006/main" flipH="1" flipV="0">
            <a:off x="1181100" y="20764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9" name="">
            <a:extLst xmlns:a="http://schemas.openxmlformats.org/drawingml/2006/main">
              <a:ext uri="{FF2B5EF4-FFF2-40B4-BE49-F238E27FC236}">
                <a16:creationId xmlns:a16="http://schemas.microsoft.com/office/drawing/2014/main" id="{8CEBFF0F-4CCB-4B8D-8B15-17D734CC7BFB}"/>
              </a:ext>
            </a:extLst>
          </p:cNvPr>
          <p:cNvCxnSpPr/>
          <p:nvPr/>
        </p:nvCxnSpPr>
        <p:spPr>
          <a:xfrm xmlns:a="http://schemas.openxmlformats.org/drawingml/2006/main" flipH="1" flipV="0">
            <a:off x="1181100" y="22479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0" name="">
            <a:extLst xmlns:a="http://schemas.openxmlformats.org/drawingml/2006/main">
              <a:ext uri="{FF2B5EF4-FFF2-40B4-BE49-F238E27FC236}">
                <a16:creationId xmlns:a16="http://schemas.microsoft.com/office/drawing/2014/main" id="{37C04970-6B4E-4C0E-89B5-9233BA596B88}"/>
              </a:ext>
            </a:extLst>
          </p:cNvPr>
          <p:cNvCxnSpPr/>
          <p:nvPr/>
        </p:nvCxnSpPr>
        <p:spPr>
          <a:xfrm xmlns:a="http://schemas.openxmlformats.org/drawingml/2006/main" flipH="1" flipV="0">
            <a:off x="1181100" y="24193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1" name="">
            <a:extLst xmlns:a="http://schemas.openxmlformats.org/drawingml/2006/main">
              <a:ext uri="{FF2B5EF4-FFF2-40B4-BE49-F238E27FC236}">
                <a16:creationId xmlns:a16="http://schemas.microsoft.com/office/drawing/2014/main" id="{E277E6C0-C7F1-445E-A2F3-2CAD841F8375}"/>
              </a:ext>
            </a:extLst>
          </p:cNvPr>
          <p:cNvCxnSpPr/>
          <p:nvPr/>
        </p:nvCxnSpPr>
        <p:spPr>
          <a:xfrm xmlns:a="http://schemas.openxmlformats.org/drawingml/2006/main" flipH="1" flipV="0">
            <a:off x="1181100" y="25908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7AC4E4E3-2AE5-4374-8F27-68110660198D}"/>
              </a:ext>
            </a:extLst>
          </p:cNvPr>
          <p:cNvCxnSpPr/>
          <p:nvPr/>
        </p:nvCxnSpPr>
        <p:spPr>
          <a:xfrm xmlns:a="http://schemas.openxmlformats.org/drawingml/2006/main" flipH="1" flipV="0">
            <a:off x="1181100" y="27622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3" name="">
            <a:extLst xmlns:a="http://schemas.openxmlformats.org/drawingml/2006/main">
              <a:ext uri="{FF2B5EF4-FFF2-40B4-BE49-F238E27FC236}">
                <a16:creationId xmlns:a16="http://schemas.microsoft.com/office/drawing/2014/main" id="{D42E1047-FF2D-4BF2-AD26-FECE942F1CAF}"/>
              </a:ext>
            </a:extLst>
          </p:cNvPr>
          <p:cNvCxnSpPr/>
          <p:nvPr/>
        </p:nvCxnSpPr>
        <p:spPr>
          <a:xfrm xmlns:a="http://schemas.openxmlformats.org/drawingml/2006/main" flipH="0" flipV="0">
            <a:off x="7762875"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4" name="">
            <a:extLst xmlns:a="http://schemas.openxmlformats.org/drawingml/2006/main">
              <a:ext uri="{FF2B5EF4-FFF2-40B4-BE49-F238E27FC236}">
                <a16:creationId xmlns:a16="http://schemas.microsoft.com/office/drawing/2014/main" id="{939B36CD-6E19-4A0F-9FD0-5030866601E2}"/>
              </a:ext>
            </a:extLst>
          </p:cNvPr>
          <p:cNvSpPr>
            <a:spLocks xmlns:a="http://schemas.openxmlformats.org/drawingml/2006/main" noGrp="1"/>
          </p:cNvSpPr>
          <p:nvPr/>
        </p:nvSpPr>
        <p:spPr>
          <a:xfrm xmlns:a="http://schemas.openxmlformats.org/drawingml/2006/main">
            <a:off x="6715125"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100 N</a:t>
            </a:r>
          </a:p>
        </p:txBody>
      </p:sp>
      <p:sp>
        <p:nvSpPr>
          <p:cNvPr id="15" name="">
            <a:extLst xmlns:a="http://schemas.openxmlformats.org/drawingml/2006/main">
              <a:ext uri="{FF2B5EF4-FFF2-40B4-BE49-F238E27FC236}">
                <a16:creationId xmlns:a16="http://schemas.microsoft.com/office/drawing/2014/main" id="{BBB15C3D-2A13-4CFE-8988-CEFE74FEFE34}"/>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6" name="">
            <a:extLst xmlns:a="http://schemas.openxmlformats.org/drawingml/2006/main">
              <a:ext uri="{FF2B5EF4-FFF2-40B4-BE49-F238E27FC236}">
                <a16:creationId xmlns:a16="http://schemas.microsoft.com/office/drawing/2014/main" id="{CABB3985-4D48-4F06-B700-B59539612F51}"/>
              </a:ext>
            </a:extLst>
          </p:cNvPr>
          <p:cNvSpPr>
            <a:spLocks xmlns:a="http://schemas.openxmlformats.org/drawingml/2006/main" noGrp="1"/>
          </p:cNvSpPr>
          <p:nvPr/>
        </p:nvSpPr>
        <p:spPr>
          <a:xfrm xmlns:a="http://schemas.openxmlformats.org/drawingml/2006/main">
            <a:off x="7191375" y="2476500"/>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5D6C78"/>
                </a:solidFill>
                <a:latin typeface="Yu Gothic"/>
                <a:ea typeface="Yu Gothic"/>
                <a:cs typeface="Yu Gothic"/>
              </a:defRPr>
            </a:defPPr>
            <a:lvl1pPr algn="l">
              <a:buNone/>
              <a:defRPr sz="1800" b="0">
                <a:solidFill>
                  <a:srgbClr val="5D6C78"/>
                </a:solidFill>
                <a:latin typeface="Yu Gothic"/>
                <a:ea typeface="Yu Gothic"/>
                <a:cs typeface="Yu Gothic"/>
              </a:defRPr>
            </a:lvl1pPr>
            <a:lvl2pPr algn="l">
              <a:buNone/>
              <a:defRPr sz="1800" b="0">
                <a:solidFill>
                  <a:srgbClr val="5D6C78"/>
                </a:solidFill>
                <a:latin typeface="Yu Gothic"/>
                <a:ea typeface="Yu Gothic"/>
                <a:cs typeface="Yu Gothic"/>
              </a:defRPr>
            </a:lvl2pPr>
            <a:lvl3pPr algn="l">
              <a:buNone/>
              <a:defRPr sz="1800" b="0">
                <a:solidFill>
                  <a:srgbClr val="5D6C78"/>
                </a:solidFill>
                <a:latin typeface="Yu Gothic"/>
                <a:ea typeface="Yu Gothic"/>
                <a:cs typeface="Yu Gothic"/>
              </a:defRPr>
            </a:lvl3pPr>
            <a:lvl4pPr algn="l">
              <a:buNone/>
              <a:defRPr sz="1800" b="0">
                <a:solidFill>
                  <a:srgbClr val="5D6C78"/>
                </a:solidFill>
                <a:latin typeface="Yu Gothic"/>
                <a:ea typeface="Yu Gothic"/>
                <a:cs typeface="Yu Gothic"/>
              </a:defRPr>
            </a:lvl4pPr>
            <a:lvl5pPr algn="l">
              <a:buNone/>
              <a:defRPr sz="1800" b="0">
                <a:solidFill>
                  <a:srgbClr val="5D6C78"/>
                </a:solidFill>
                <a:latin typeface="Yu Gothic"/>
                <a:ea typeface="Yu Gothic"/>
                <a:cs typeface="Yu Gothic"/>
              </a:defRPr>
            </a:lvl5pPr>
            <a:lvl6pPr algn="l">
              <a:buNone/>
              <a:defRPr sz="1800" b="0">
                <a:solidFill>
                  <a:srgbClr val="5D6C78"/>
                </a:solidFill>
                <a:latin typeface="Yu Gothic"/>
                <a:ea typeface="Yu Gothic"/>
                <a:cs typeface="Yu Gothic"/>
              </a:defRPr>
            </a:lvl6pPr>
            <a:lvl7pPr algn="l">
              <a:buNone/>
              <a:defRPr sz="1800" b="0">
                <a:solidFill>
                  <a:srgbClr val="5D6C78"/>
                </a:solidFill>
                <a:latin typeface="Yu Gothic"/>
                <a:ea typeface="Yu Gothic"/>
                <a:cs typeface="Yu Gothic"/>
              </a:defRPr>
            </a:lvl7pPr>
            <a:lvl8pPr algn="l">
              <a:buNone/>
              <a:defRPr sz="1800" b="0">
                <a:solidFill>
                  <a:srgbClr val="5D6C78"/>
                </a:solidFill>
                <a:latin typeface="Yu Gothic"/>
                <a:ea typeface="Yu Gothic"/>
                <a:cs typeface="Yu Gothic"/>
              </a:defRPr>
            </a:lvl8pPr>
            <a:lvl9pPr algn="l">
              <a:buNone/>
              <a:defRPr sz="1800" b="0">
                <a:solidFill>
                  <a:srgbClr val="5D6C78"/>
                </a:solidFill>
                <a:latin typeface="Yu Gothic"/>
                <a:ea typeface="Yu Gothic"/>
                <a:cs typeface="Yu Gothic"/>
              </a:defRPr>
            </a:lvl9pPr>
          </a:lstStyle>
          <a:p xmlns:a="http://schemas.openxmlformats.org/drawingml/2006/main">
            <a:pPr algn="l">
              <a:buNone/>
              <a:defRPr sz="1800" b="0">
                <a:solidFill>
                  <a:srgbClr val="5D6C78"/>
                </a:solidFill>
                <a:latin typeface="Yu Gothic"/>
                <a:ea typeface="Yu Gothic"/>
                <a:cs typeface="Yu Gothic"/>
              </a:defRPr>
            </a:pPr>
            <a:r>
              <a:rPr sz="1800" b="0">
                <a:solidFill>
                  <a:srgbClr val="5D6C78"/>
                </a:solidFill>
                <a:latin typeface="Yu Gothic"/>
                <a:ea typeface="Yu Gothic"/>
                <a:cs typeface="Yu Gothic"/>
              </a:rPr>
              <a:t>自由端</a:t>
            </a:r>
          </a:p>
        </p:txBody>
      </p:sp>
      <p:sp>
        <p:nvSpPr>
          <p:cNvPr id="17" name="">
            <a:extLst xmlns:a="http://schemas.openxmlformats.org/drawingml/2006/main">
              <a:ext uri="{FF2B5EF4-FFF2-40B4-BE49-F238E27FC236}">
                <a16:creationId xmlns:a16="http://schemas.microsoft.com/office/drawing/2014/main" id="{05B74AB9-3BD8-4DE4-9665-BD085DE25C87}"/>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0.8 m</a:t>
            </a:r>
          </a:p>
        </p:txBody>
      </p:sp>
      <p:cxnSp>
        <p:nvCxnSpPr>
          <p:cNvPr id="18" name="">
            <a:extLst xmlns:a="http://schemas.openxmlformats.org/drawingml/2006/main">
              <a:ext uri="{FF2B5EF4-FFF2-40B4-BE49-F238E27FC236}">
                <a16:creationId xmlns:a16="http://schemas.microsoft.com/office/drawing/2014/main" id="{771145B1-4517-4437-8588-15F02A09661D}"/>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9" name="">
            <a:extLst xmlns:a="http://schemas.openxmlformats.org/drawingml/2006/main">
              <a:ext uri="{FF2B5EF4-FFF2-40B4-BE49-F238E27FC236}">
                <a16:creationId xmlns:a16="http://schemas.microsoft.com/office/drawing/2014/main" id="{74AC7DA7-4A70-4932-A1BA-C3C8F338F26E}"/>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20" name="">
            <a:extLst xmlns:a="http://schemas.openxmlformats.org/drawingml/2006/main">
              <a:ext uri="{FF2B5EF4-FFF2-40B4-BE49-F238E27FC236}">
                <a16:creationId xmlns:a16="http://schemas.microsoft.com/office/drawing/2014/main" id="{6F987152-4FE3-4042-9C35-918F4B414DDB}"/>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1" name="">
            <a:extLst xmlns:a="http://schemas.openxmlformats.org/drawingml/2006/main">
              <a:ext uri="{FF2B5EF4-FFF2-40B4-BE49-F238E27FC236}">
                <a16:creationId xmlns:a16="http://schemas.microsoft.com/office/drawing/2014/main" id="{1A609127-6F81-4CF8-824C-98DDBA950B37}"/>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2" name="">
            <a:extLst xmlns:a="http://schemas.openxmlformats.org/drawingml/2006/main">
              <a:ext uri="{FF2B5EF4-FFF2-40B4-BE49-F238E27FC236}">
                <a16:creationId xmlns:a16="http://schemas.microsoft.com/office/drawing/2014/main" id="{BD3750A8-9CDB-441B-987E-DFBD8DD99E0C}"/>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3" name="">
            <a:extLst xmlns:a="http://schemas.openxmlformats.org/drawingml/2006/main">
              <a:ext uri="{FF2B5EF4-FFF2-40B4-BE49-F238E27FC236}">
                <a16:creationId xmlns:a16="http://schemas.microsoft.com/office/drawing/2014/main" id="{E9C80397-BCBC-4A6C-9374-8F583B69082B}"/>
              </a:ext>
            </a:extLst>
          </p:cNvPr>
          <p:cNvSpPr>
            <a:spLocks xmlns:a="http://schemas.openxmlformats.org/drawingml/2006/main" noGrp="1"/>
          </p:cNvSpPr>
          <p:nvPr/>
        </p:nvSpPr>
        <p:spPr>
          <a:xfrm xmlns:a="http://schemas.openxmlformats.org/drawingml/2006/main">
            <a:off x="1571625" y="3286125"/>
            <a:ext cx="6191250" cy="428625"/>
          </a:xfrm>
          <a:custGeom xmlns:a="http://schemas.openxmlformats.org/drawingml/2006/main">
            <a:pathLst>
              <a:path w="6191250" h="428625">
                <a:moveTo>
                  <a:pt x="0" y="428625"/>
                </a:moveTo>
                <a:lnTo>
                  <a:pt x="0" y="0"/>
                </a:lnTo>
                <a:lnTo>
                  <a:pt x="6191250" y="0"/>
                </a:lnTo>
                <a:lnTo>
                  <a:pt x="6191250" y="428625"/>
                </a:lnTo>
              </a:path>
            </a:pathLst>
          </a:custGeom>
          <a:noFill xmlns:a="http://schemas.openxmlformats.org/drawingml/2006/main"/>
          <a:ln xmlns:a="http://schemas.openxmlformats.org/drawingml/2006/main" w="38100">
            <a:solidFill>
              <a:srgbClr val="7352A3"/>
            </a:solidFill>
          </a:ln>
        </p:spPr>
      </p:sp>
      <p:sp>
        <p:nvSpPr>
          <p:cNvPr id="24" name="">
            <a:extLst xmlns:a="http://schemas.openxmlformats.org/drawingml/2006/main">
              <a:ext uri="{FF2B5EF4-FFF2-40B4-BE49-F238E27FC236}">
                <a16:creationId xmlns:a16="http://schemas.microsoft.com/office/drawing/2014/main" id="{FBC4A0A8-B653-4DE1-A42B-A6D36622C0FE}"/>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sp>
        <p:nvSpPr>
          <p:cNvPr id="25" name="">
            <a:extLst xmlns:a="http://schemas.openxmlformats.org/drawingml/2006/main">
              <a:ext uri="{FF2B5EF4-FFF2-40B4-BE49-F238E27FC236}">
                <a16:creationId xmlns:a16="http://schemas.microsoft.com/office/drawing/2014/main" id="{AA8A5BA8-70D3-45E3-AD47-0406DC723547}"/>
              </a:ext>
            </a:extLst>
          </p:cNvPr>
          <p:cNvSpPr>
            <a:spLocks xmlns:a="http://schemas.openxmlformats.org/drawingml/2006/main" noGrp="1"/>
          </p:cNvSpPr>
          <p:nvPr/>
        </p:nvSpPr>
        <p:spPr>
          <a:xfrm xmlns:a="http://schemas.openxmlformats.org/drawingml/2006/main">
            <a:off x="6591300"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+100</a:t>
            </a:r>
          </a:p>
        </p:txBody>
      </p:sp>
      <p:cxnSp>
        <p:nvCxnSpPr>
          <p:cNvPr id="26" name="">
            <a:extLst xmlns:a="http://schemas.openxmlformats.org/drawingml/2006/main">
              <a:ext uri="{FF2B5EF4-FFF2-40B4-BE49-F238E27FC236}">
                <a16:creationId xmlns:a16="http://schemas.microsoft.com/office/drawing/2014/main" id="{9CE9CB78-DB6A-4510-9B78-FCAA27DC3B8D}"/>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7" name="">
            <a:extLst xmlns:a="http://schemas.openxmlformats.org/drawingml/2006/main">
              <a:ext uri="{FF2B5EF4-FFF2-40B4-BE49-F238E27FC236}">
                <a16:creationId xmlns:a16="http://schemas.microsoft.com/office/drawing/2014/main" id="{A460E0BD-C6F3-4787-BECE-F0280BEDBBB0}"/>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8" name="">
            <a:extLst xmlns:a="http://schemas.openxmlformats.org/drawingml/2006/main">
              <a:ext uri="{FF2B5EF4-FFF2-40B4-BE49-F238E27FC236}">
                <a16:creationId xmlns:a16="http://schemas.microsoft.com/office/drawing/2014/main" id="{9F4F4F43-80E3-4930-956C-C294863F32E5}"/>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9" name="">
            <a:extLst xmlns:a="http://schemas.openxmlformats.org/drawingml/2006/main">
              <a:ext uri="{FF2B5EF4-FFF2-40B4-BE49-F238E27FC236}">
                <a16:creationId xmlns:a16="http://schemas.microsoft.com/office/drawing/2014/main" id="{D7088898-2941-41FF-B816-AD7B1A74566C}"/>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30" name="">
            <a:extLst xmlns:a="http://schemas.openxmlformats.org/drawingml/2006/main">
              <a:ext uri="{FF2B5EF4-FFF2-40B4-BE49-F238E27FC236}">
                <a16:creationId xmlns:a16="http://schemas.microsoft.com/office/drawing/2014/main" id="{B21BCD2A-A4E0-4030-A0BB-76F062982408}"/>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1" name="">
            <a:extLst xmlns:a="http://schemas.openxmlformats.org/drawingml/2006/main">
              <a:ext uri="{FF2B5EF4-FFF2-40B4-BE49-F238E27FC236}">
                <a16:creationId xmlns:a16="http://schemas.microsoft.com/office/drawing/2014/main" id="{58634092-E6C7-42FB-9742-50AA96F787B1}"/>
              </a:ext>
            </a:extLst>
          </p:cNvPr>
          <p:cNvSpPr>
            <a:spLocks xmlns:a="http://schemas.openxmlformats.org/drawingml/2006/main" noGrp="1"/>
          </p:cNvSpPr>
          <p:nvPr/>
        </p:nvSpPr>
        <p:spPr>
          <a:xfrm xmlns:a="http://schemas.openxmlformats.org/drawingml/2006/main">
            <a:off x="1571625" y="5095875"/>
            <a:ext cx="6191250" cy="457200"/>
          </a:xfrm>
          <a:custGeom xmlns:a="http://schemas.openxmlformats.org/drawingml/2006/main">
            <a:pathLst>
              <a:path w="6191250" h="457200">
                <a:moveTo>
                  <a:pt x="0" y="457200"/>
                </a:moveTo>
                <a:lnTo>
                  <a:pt x="6191250" y="0"/>
                </a:lnTo>
              </a:path>
            </a:pathLst>
          </a:custGeom>
          <a:noFill xmlns:a="http://schemas.openxmlformats.org/drawingml/2006/main"/>
          <a:ln xmlns:a="http://schemas.openxmlformats.org/drawingml/2006/main" w="38100">
            <a:solidFill>
              <a:srgbClr val="226FAE"/>
            </a:solidFill>
          </a:ln>
        </p:spPr>
      </p:sp>
      <p:cxnSp>
        <p:nvCxnSpPr>
          <p:cNvPr id="32" name="">
            <a:extLst xmlns:a="http://schemas.openxmlformats.org/drawingml/2006/main">
              <a:ext uri="{FF2B5EF4-FFF2-40B4-BE49-F238E27FC236}">
                <a16:creationId xmlns:a16="http://schemas.microsoft.com/office/drawing/2014/main" id="{44CB4D07-E879-42CA-B602-7F6C19B29793}"/>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3" name="">
            <a:extLst xmlns:a="http://schemas.openxmlformats.org/drawingml/2006/main">
              <a:ext uri="{FF2B5EF4-FFF2-40B4-BE49-F238E27FC236}">
                <a16:creationId xmlns:a16="http://schemas.microsoft.com/office/drawing/2014/main" id="{A8A68FB5-B758-4741-8B75-C6156D155DEE}"/>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0.8</a:t>
            </a:r>
          </a:p>
        </p:txBody>
      </p:sp>
      <p:sp>
        <p:nvSpPr>
          <p:cNvPr id="34" name="">
            <a:extLst xmlns:a="http://schemas.openxmlformats.org/drawingml/2006/main">
              <a:ext uri="{FF2B5EF4-FFF2-40B4-BE49-F238E27FC236}">
                <a16:creationId xmlns:a16="http://schemas.microsoft.com/office/drawing/2014/main" id="{641057FF-6906-4CAE-A839-B7DE3DE60996}"/>
              </a:ext>
            </a:extLst>
          </p:cNvPr>
          <p:cNvSpPr>
            <a:spLocks xmlns:a="http://schemas.openxmlformats.org/drawingml/2006/main" noGrp="1"/>
          </p:cNvSpPr>
          <p:nvPr/>
        </p:nvSpPr>
        <p:spPr>
          <a:xfrm xmlns:a="http://schemas.openxmlformats.org/drawingml/2006/main">
            <a:off x="714375" y="5410200"/>
            <a:ext cx="781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226FAE"/>
                </a:solidFill>
                <a:latin typeface="Yu Gothic"/>
                <a:ea typeface="Yu Gothic"/>
                <a:cs typeface="Yu Gothic"/>
              </a:defRPr>
            </a:defPPr>
            <a:lvl1pPr algn="l">
              <a:buNone/>
              <a:defRPr sz="1800" b="1">
                <a:solidFill>
                  <a:srgbClr val="226FAE"/>
                </a:solidFill>
                <a:latin typeface="Yu Gothic"/>
                <a:ea typeface="Yu Gothic"/>
                <a:cs typeface="Yu Gothic"/>
              </a:defRPr>
            </a:lvl1pPr>
            <a:lvl2pPr algn="l">
              <a:buNone/>
              <a:defRPr sz="1800" b="1">
                <a:solidFill>
                  <a:srgbClr val="226FAE"/>
                </a:solidFill>
                <a:latin typeface="Yu Gothic"/>
                <a:ea typeface="Yu Gothic"/>
                <a:cs typeface="Yu Gothic"/>
              </a:defRPr>
            </a:lvl2pPr>
            <a:lvl3pPr algn="l">
              <a:buNone/>
              <a:defRPr sz="1800" b="1">
                <a:solidFill>
                  <a:srgbClr val="226FAE"/>
                </a:solidFill>
                <a:latin typeface="Yu Gothic"/>
                <a:ea typeface="Yu Gothic"/>
                <a:cs typeface="Yu Gothic"/>
              </a:defRPr>
            </a:lvl3pPr>
            <a:lvl4pPr algn="l">
              <a:buNone/>
              <a:defRPr sz="1800" b="1">
                <a:solidFill>
                  <a:srgbClr val="226FAE"/>
                </a:solidFill>
                <a:latin typeface="Yu Gothic"/>
                <a:ea typeface="Yu Gothic"/>
                <a:cs typeface="Yu Gothic"/>
              </a:defRPr>
            </a:lvl4pPr>
            <a:lvl5pPr algn="l">
              <a:buNone/>
              <a:defRPr sz="1800" b="1">
                <a:solidFill>
                  <a:srgbClr val="226FAE"/>
                </a:solidFill>
                <a:latin typeface="Yu Gothic"/>
                <a:ea typeface="Yu Gothic"/>
                <a:cs typeface="Yu Gothic"/>
              </a:defRPr>
            </a:lvl5pPr>
            <a:lvl6pPr algn="l">
              <a:buNone/>
              <a:defRPr sz="1800" b="1">
                <a:solidFill>
                  <a:srgbClr val="226FAE"/>
                </a:solidFill>
                <a:latin typeface="Yu Gothic"/>
                <a:ea typeface="Yu Gothic"/>
                <a:cs typeface="Yu Gothic"/>
              </a:defRPr>
            </a:lvl6pPr>
            <a:lvl7pPr algn="l">
              <a:buNone/>
              <a:defRPr sz="1800" b="1">
                <a:solidFill>
                  <a:srgbClr val="226FAE"/>
                </a:solidFill>
                <a:latin typeface="Yu Gothic"/>
                <a:ea typeface="Yu Gothic"/>
                <a:cs typeface="Yu Gothic"/>
              </a:defRPr>
            </a:lvl7pPr>
            <a:lvl8pPr algn="l">
              <a:buNone/>
              <a:defRPr sz="1800" b="1">
                <a:solidFill>
                  <a:srgbClr val="226FAE"/>
                </a:solidFill>
                <a:latin typeface="Yu Gothic"/>
                <a:ea typeface="Yu Gothic"/>
                <a:cs typeface="Yu Gothic"/>
              </a:defRPr>
            </a:lvl8pPr>
            <a:lvl9pPr algn="l">
              <a:buNone/>
              <a:defRPr sz="1800" b="1">
                <a:solidFill>
                  <a:srgbClr val="226FAE"/>
                </a:solidFill>
                <a:latin typeface="Yu Gothic"/>
                <a:ea typeface="Yu Gothic"/>
                <a:cs typeface="Yu Gothic"/>
              </a:defRPr>
            </a:lvl9pPr>
          </a:lstStyle>
          <a:p xmlns:a="http://schemas.openxmlformats.org/drawingml/2006/main">
            <a:pPr algn="l">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−80</a:t>
            </a:r>
          </a:p>
        </p:txBody>
      </p:sp>
      <p:sp>
        <p:nvSpPr>
          <p:cNvPr id="35" name="">
            <a:extLst xmlns:a="http://schemas.openxmlformats.org/drawingml/2006/main">
              <a:ext uri="{FF2B5EF4-FFF2-40B4-BE49-F238E27FC236}">
                <a16:creationId xmlns:a16="http://schemas.microsoft.com/office/drawing/2014/main" id="{5173E5EE-3B81-4587-A3A4-A75F4959CD20}"/>
              </a:ext>
            </a:extLst>
          </p:cNvPr>
          <p:cNvSpPr>
            <a:spLocks xmlns:a="http://schemas.openxmlformats.org/drawingml/2006/main" noGrp="1"/>
          </p:cNvSpPr>
          <p:nvPr/>
        </p:nvSpPr>
        <p:spPr>
          <a:xfrm xmlns:a="http://schemas.openxmlformats.org/drawingml/2006/main">
            <a:off x="8667750" y="30289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② 100 − V = 0</a:t>
            </a:r>
          </a:p>
        </p:txBody>
      </p:sp>
      <p:sp>
        <p:nvSpPr>
          <p:cNvPr id="36" name="">
            <a:extLst xmlns:a="http://schemas.openxmlformats.org/drawingml/2006/main">
              <a:ext uri="{FF2B5EF4-FFF2-40B4-BE49-F238E27FC236}">
                <a16:creationId xmlns:a16="http://schemas.microsoft.com/office/drawing/2014/main" id="{64F8308C-B303-4868-AAF7-6925FA366D68}"/>
              </a:ext>
            </a:extLst>
          </p:cNvPr>
          <p:cNvSpPr>
            <a:spLocks xmlns:a="http://schemas.openxmlformats.org/drawingml/2006/main" noGrp="1"/>
          </p:cNvSpPr>
          <p:nvPr/>
        </p:nvSpPr>
        <p:spPr>
          <a:xfrm xmlns:a="http://schemas.openxmlformats.org/drawingml/2006/main">
            <a:off x="8667750" y="37147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③ 80 − 100x + M = 0</a:t>
            </a:r>
          </a:p>
        </p:txBody>
      </p:sp>
      <p:sp>
        <p:nvSpPr>
          <p:cNvPr id="37" name="">
            <a:extLst xmlns:a="http://schemas.openxmlformats.org/drawingml/2006/main">
              <a:ext uri="{FF2B5EF4-FFF2-40B4-BE49-F238E27FC236}">
                <a16:creationId xmlns:a16="http://schemas.microsoft.com/office/drawing/2014/main" id="{6B3780D8-8105-4E69-92FD-D7E4DE2B0756}"/>
              </a:ext>
            </a:extLst>
          </p:cNvPr>
          <p:cNvSpPr>
            <a:spLocks xmlns:a="http://schemas.openxmlformats.org/drawingml/2006/main" noGrp="1"/>
          </p:cNvSpPr>
          <p:nvPr/>
        </p:nvSpPr>
        <p:spPr>
          <a:xfrm xmlns:a="http://schemas.openxmlformats.org/drawingml/2006/main">
            <a:off x="8667750" y="44005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M = −80 + 100x</a:t>
            </a:r>
          </a:p>
        </p:txBody>
      </p:sp>
      <p:sp>
        <p:nvSpPr>
          <p:cNvPr id="38" name="">
            <a:extLst xmlns:a="http://schemas.openxmlformats.org/drawingml/2006/main">
              <a:ext uri="{FF2B5EF4-FFF2-40B4-BE49-F238E27FC236}">
                <a16:creationId xmlns:a16="http://schemas.microsoft.com/office/drawing/2014/main" id="{3E4B3877-4D8B-413A-97CD-8D5F52E3A306}"/>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内部の M は −80 → 0 N·m。固定端の外力モーメントとは符号を区別</a:t>
            </a:r>
          </a:p>
        </p:txBody>
      </p:sp>
    </p:spTree>
    <p:extLst>
      <p:ext uri="{BB962C8B-B14F-4D97-AF65-F5344CB8AC3E}">
        <p14:creationId xmlns:p14="http://schemas.microsoft.com/office/powerpoint/2010/main" val="118679165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C335A8-3D1E-4247-B90C-91726CD2B6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A6D05D89-3C90-4C0D-B0CF-BAE47268F94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8FA0703-1765-44E2-8A19-09C8CA1415A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31FD2FC8-19AC-4F13-8631-B9E110FCCB9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FAA0F68-74FA-4526-B99F-4313CB0D4D2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再開後：演習4　片持ちばり〔自分で図を立てる〕</a:t>
            </a:r>
          </a:p>
        </p:txBody>
      </p:sp>
      <p:sp>
        <p:nvSpPr>
          <p:cNvPr id="6" name="">
            <a:extLst xmlns:a="http://schemas.openxmlformats.org/drawingml/2006/main">
              <a:ext uri="{FF2B5EF4-FFF2-40B4-BE49-F238E27FC236}">
                <a16:creationId xmlns:a16="http://schemas.microsoft.com/office/drawing/2014/main" id="{37F3C056-DD81-4296-8A7E-F9783B3F33A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CCA27920-CF44-4EA7-A23F-77E330B158E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0DBA0E73-740B-428D-A2A7-E9B63F55219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49</a:t>
            </a:r>
          </a:p>
        </p:txBody>
      </p:sp>
    </p:spTree>
    <p:extLst>
      <p:ext uri="{BB962C8B-B14F-4D97-AF65-F5344CB8AC3E}">
        <p14:creationId xmlns:p14="http://schemas.microsoft.com/office/powerpoint/2010/main" val="149643936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5EA8039-4D86-465A-8861-A02EEB65453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演習4　片持ちばり〔自分で図を立てる〕</a:t>
            </a:r>
          </a:p>
        </p:txBody>
      </p:sp>
      <p:cxnSp>
        <p:nvCxnSpPr>
          <p:cNvPr id="2" name="">
            <a:extLst xmlns:a="http://schemas.openxmlformats.org/drawingml/2006/main">
              <a:ext uri="{FF2B5EF4-FFF2-40B4-BE49-F238E27FC236}">
                <a16:creationId xmlns:a16="http://schemas.microsoft.com/office/drawing/2014/main" id="{F6C541F8-EC3F-465F-A564-75B786F7F395}"/>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CAB456A8-D50D-4E89-ACCC-6B226CF0EB75}"/>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7DC1A8A3-F8A8-4647-9CD2-B5170F94E94E}"/>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33 / 49</a:t>
            </a:r>
          </a:p>
        </p:txBody>
      </p:sp>
      <p:sp>
        <p:nvSpPr>
          <p:cNvPr id="5" name="">
            <a:extLst xmlns:a="http://schemas.openxmlformats.org/drawingml/2006/main">
              <a:ext uri="{FF2B5EF4-FFF2-40B4-BE49-F238E27FC236}">
                <a16:creationId xmlns:a16="http://schemas.microsoft.com/office/drawing/2014/main" id="{49C00E53-74E5-4450-85BC-AE37EB298E56}"/>
              </a:ext>
            </a:extLst>
          </p:cNvPr>
          <p:cNvSpPr>
            <a:spLocks xmlns:a="http://schemas.openxmlformats.org/drawingml/2006/main" noGrp="1"/>
          </p:cNvSpPr>
          <p:nvPr/>
        </p:nvSpPr>
        <p:spPr>
          <a:xfrm xmlns:a="http://schemas.openxmlformats.org/drawingml/2006/main">
            <a:off x="1619250" y="2514600"/>
            <a:ext cx="666750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B39BD9F5-ED9A-490E-9BC5-85702A29808D}"/>
              </a:ext>
            </a:extLst>
          </p:cNvPr>
          <p:cNvSpPr>
            <a:spLocks xmlns:a="http://schemas.openxmlformats.org/drawingml/2006/main" noGrp="1"/>
          </p:cNvSpPr>
          <p:nvPr/>
        </p:nvSpPr>
        <p:spPr>
          <a:xfrm xmlns:a="http://schemas.openxmlformats.org/drawingml/2006/main">
            <a:off x="1371600" y="2181225"/>
            <a:ext cx="247650" cy="904875"/>
          </a:xfrm>
          <a:prstGeom xmlns:a="http://schemas.openxmlformats.org/drawingml/2006/main" prst="rect">
            <a:avLst/>
          </a:prstGeom>
          <a:solidFill xmlns:a="http://schemas.openxmlformats.org/drawingml/2006/main">
            <a:srgbClr val="D9E3EA"/>
          </a:solidFill>
          <a:ln xmlns:a="http://schemas.openxmlformats.org/drawingml/2006/main" w="13335">
            <a:solidFill>
              <a:srgbClr val="5D6C78"/>
            </a:solidFill>
          </a:ln>
        </p:spPr>
      </p:sp>
      <p:cxnSp>
        <p:nvCxnSpPr>
          <p:cNvPr id="7" name="">
            <a:extLst xmlns:a="http://schemas.openxmlformats.org/drawingml/2006/main">
              <a:ext uri="{FF2B5EF4-FFF2-40B4-BE49-F238E27FC236}">
                <a16:creationId xmlns:a16="http://schemas.microsoft.com/office/drawing/2014/main" id="{D4544FAF-9833-415B-B7C6-C1A018A0E1F5}"/>
              </a:ext>
            </a:extLst>
          </p:cNvPr>
          <p:cNvCxnSpPr/>
          <p:nvPr/>
        </p:nvCxnSpPr>
        <p:spPr>
          <a:xfrm xmlns:a="http://schemas.openxmlformats.org/drawingml/2006/main" flipH="1" flipV="0">
            <a:off x="1228725" y="218122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8" name="">
            <a:extLst xmlns:a="http://schemas.openxmlformats.org/drawingml/2006/main">
              <a:ext uri="{FF2B5EF4-FFF2-40B4-BE49-F238E27FC236}">
                <a16:creationId xmlns:a16="http://schemas.microsoft.com/office/drawing/2014/main" id="{B1A4E65D-D868-4363-9922-6DB588C83ABB}"/>
              </a:ext>
            </a:extLst>
          </p:cNvPr>
          <p:cNvCxnSpPr/>
          <p:nvPr/>
        </p:nvCxnSpPr>
        <p:spPr>
          <a:xfrm xmlns:a="http://schemas.openxmlformats.org/drawingml/2006/main" flipH="1" flipV="0">
            <a:off x="1228725" y="235267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9" name="">
            <a:extLst xmlns:a="http://schemas.openxmlformats.org/drawingml/2006/main">
              <a:ext uri="{FF2B5EF4-FFF2-40B4-BE49-F238E27FC236}">
                <a16:creationId xmlns:a16="http://schemas.microsoft.com/office/drawing/2014/main" id="{39DB22AA-76A2-4D4A-A665-674D5892ABE9}"/>
              </a:ext>
            </a:extLst>
          </p:cNvPr>
          <p:cNvCxnSpPr/>
          <p:nvPr/>
        </p:nvCxnSpPr>
        <p:spPr>
          <a:xfrm xmlns:a="http://schemas.openxmlformats.org/drawingml/2006/main" flipH="1" flipV="0">
            <a:off x="1228725" y="252412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0" name="">
            <a:extLst xmlns:a="http://schemas.openxmlformats.org/drawingml/2006/main">
              <a:ext uri="{FF2B5EF4-FFF2-40B4-BE49-F238E27FC236}">
                <a16:creationId xmlns:a16="http://schemas.microsoft.com/office/drawing/2014/main" id="{714AC202-8B64-460F-A096-334C94409E88}"/>
              </a:ext>
            </a:extLst>
          </p:cNvPr>
          <p:cNvCxnSpPr/>
          <p:nvPr/>
        </p:nvCxnSpPr>
        <p:spPr>
          <a:xfrm xmlns:a="http://schemas.openxmlformats.org/drawingml/2006/main" flipH="1" flipV="0">
            <a:off x="1228725" y="269557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1" name="">
            <a:extLst xmlns:a="http://schemas.openxmlformats.org/drawingml/2006/main">
              <a:ext uri="{FF2B5EF4-FFF2-40B4-BE49-F238E27FC236}">
                <a16:creationId xmlns:a16="http://schemas.microsoft.com/office/drawing/2014/main" id="{8CB57000-8990-40D1-947E-5C9E2BA41772}"/>
              </a:ext>
            </a:extLst>
          </p:cNvPr>
          <p:cNvCxnSpPr/>
          <p:nvPr/>
        </p:nvCxnSpPr>
        <p:spPr>
          <a:xfrm xmlns:a="http://schemas.openxmlformats.org/drawingml/2006/main" flipH="1" flipV="0">
            <a:off x="1228725" y="286702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F489850D-0C52-4A0F-AA00-0FCD5DBCEAC7}"/>
              </a:ext>
            </a:extLst>
          </p:cNvPr>
          <p:cNvCxnSpPr/>
          <p:nvPr/>
        </p:nvCxnSpPr>
        <p:spPr>
          <a:xfrm xmlns:a="http://schemas.openxmlformats.org/drawingml/2006/main" flipH="1" flipV="0">
            <a:off x="1228725" y="3038475"/>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3" name="">
            <a:extLst xmlns:a="http://schemas.openxmlformats.org/drawingml/2006/main">
              <a:ext uri="{FF2B5EF4-FFF2-40B4-BE49-F238E27FC236}">
                <a16:creationId xmlns:a16="http://schemas.microsoft.com/office/drawing/2014/main" id="{C434D63C-B494-411A-86CD-428B7399E697}"/>
              </a:ext>
            </a:extLst>
          </p:cNvPr>
          <p:cNvCxnSpPr/>
          <p:nvPr/>
        </p:nvCxnSpPr>
        <p:spPr>
          <a:xfrm xmlns:a="http://schemas.openxmlformats.org/drawingml/2006/main" flipH="0" flipV="0">
            <a:off x="8286750" y="2038350"/>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4" name="">
            <a:extLst xmlns:a="http://schemas.openxmlformats.org/drawingml/2006/main">
              <a:ext uri="{FF2B5EF4-FFF2-40B4-BE49-F238E27FC236}">
                <a16:creationId xmlns:a16="http://schemas.microsoft.com/office/drawing/2014/main" id="{335887E6-0B08-4DE2-86DB-1E24CB079436}"/>
              </a:ext>
            </a:extLst>
          </p:cNvPr>
          <p:cNvSpPr>
            <a:spLocks xmlns:a="http://schemas.openxmlformats.org/drawingml/2006/main" noGrp="1"/>
          </p:cNvSpPr>
          <p:nvPr/>
        </p:nvSpPr>
        <p:spPr>
          <a:xfrm xmlns:a="http://schemas.openxmlformats.org/drawingml/2006/main">
            <a:off x="7239000" y="1562100"/>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120 N</a:t>
            </a:r>
          </a:p>
        </p:txBody>
      </p:sp>
      <p:sp>
        <p:nvSpPr>
          <p:cNvPr id="15" name="">
            <a:extLst xmlns:a="http://schemas.openxmlformats.org/drawingml/2006/main">
              <a:ext uri="{FF2B5EF4-FFF2-40B4-BE49-F238E27FC236}">
                <a16:creationId xmlns:a16="http://schemas.microsoft.com/office/drawing/2014/main" id="{BC042D91-9A6F-49B2-88A0-097911958A78}"/>
              </a:ext>
            </a:extLst>
          </p:cNvPr>
          <p:cNvSpPr>
            <a:spLocks xmlns:a="http://schemas.openxmlformats.org/drawingml/2006/main" noGrp="1"/>
          </p:cNvSpPr>
          <p:nvPr/>
        </p:nvSpPr>
        <p:spPr>
          <a:xfrm xmlns:a="http://schemas.openxmlformats.org/drawingml/2006/main">
            <a:off x="1828800" y="31146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6" name="">
            <a:extLst xmlns:a="http://schemas.openxmlformats.org/drawingml/2006/main">
              <a:ext uri="{FF2B5EF4-FFF2-40B4-BE49-F238E27FC236}">
                <a16:creationId xmlns:a16="http://schemas.microsoft.com/office/drawing/2014/main" id="{F5F2BA7D-AAF4-43F2-88EA-DD6CD7A9D247}"/>
              </a:ext>
            </a:extLst>
          </p:cNvPr>
          <p:cNvSpPr>
            <a:spLocks xmlns:a="http://schemas.openxmlformats.org/drawingml/2006/main" noGrp="1"/>
          </p:cNvSpPr>
          <p:nvPr/>
        </p:nvSpPr>
        <p:spPr>
          <a:xfrm xmlns:a="http://schemas.openxmlformats.org/drawingml/2006/main">
            <a:off x="7715250" y="28479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5D6C78"/>
                </a:solidFill>
                <a:latin typeface="Yu Gothic"/>
                <a:ea typeface="Yu Gothic"/>
                <a:cs typeface="Yu Gothic"/>
              </a:defRPr>
            </a:defPPr>
            <a:lvl1pPr algn="l">
              <a:buNone/>
              <a:defRPr sz="1800" b="0">
                <a:solidFill>
                  <a:srgbClr val="5D6C78"/>
                </a:solidFill>
                <a:latin typeface="Yu Gothic"/>
                <a:ea typeface="Yu Gothic"/>
                <a:cs typeface="Yu Gothic"/>
              </a:defRPr>
            </a:lvl1pPr>
            <a:lvl2pPr algn="l">
              <a:buNone/>
              <a:defRPr sz="1800" b="0">
                <a:solidFill>
                  <a:srgbClr val="5D6C78"/>
                </a:solidFill>
                <a:latin typeface="Yu Gothic"/>
                <a:ea typeface="Yu Gothic"/>
                <a:cs typeface="Yu Gothic"/>
              </a:defRPr>
            </a:lvl2pPr>
            <a:lvl3pPr algn="l">
              <a:buNone/>
              <a:defRPr sz="1800" b="0">
                <a:solidFill>
                  <a:srgbClr val="5D6C78"/>
                </a:solidFill>
                <a:latin typeface="Yu Gothic"/>
                <a:ea typeface="Yu Gothic"/>
                <a:cs typeface="Yu Gothic"/>
              </a:defRPr>
            </a:lvl3pPr>
            <a:lvl4pPr algn="l">
              <a:buNone/>
              <a:defRPr sz="1800" b="0">
                <a:solidFill>
                  <a:srgbClr val="5D6C78"/>
                </a:solidFill>
                <a:latin typeface="Yu Gothic"/>
                <a:ea typeface="Yu Gothic"/>
                <a:cs typeface="Yu Gothic"/>
              </a:defRPr>
            </a:lvl4pPr>
            <a:lvl5pPr algn="l">
              <a:buNone/>
              <a:defRPr sz="1800" b="0">
                <a:solidFill>
                  <a:srgbClr val="5D6C78"/>
                </a:solidFill>
                <a:latin typeface="Yu Gothic"/>
                <a:ea typeface="Yu Gothic"/>
                <a:cs typeface="Yu Gothic"/>
              </a:defRPr>
            </a:lvl5pPr>
            <a:lvl6pPr algn="l">
              <a:buNone/>
              <a:defRPr sz="1800" b="0">
                <a:solidFill>
                  <a:srgbClr val="5D6C78"/>
                </a:solidFill>
                <a:latin typeface="Yu Gothic"/>
                <a:ea typeface="Yu Gothic"/>
                <a:cs typeface="Yu Gothic"/>
              </a:defRPr>
            </a:lvl6pPr>
            <a:lvl7pPr algn="l">
              <a:buNone/>
              <a:defRPr sz="1800" b="0">
                <a:solidFill>
                  <a:srgbClr val="5D6C78"/>
                </a:solidFill>
                <a:latin typeface="Yu Gothic"/>
                <a:ea typeface="Yu Gothic"/>
                <a:cs typeface="Yu Gothic"/>
              </a:defRPr>
            </a:lvl7pPr>
            <a:lvl8pPr algn="l">
              <a:buNone/>
              <a:defRPr sz="1800" b="0">
                <a:solidFill>
                  <a:srgbClr val="5D6C78"/>
                </a:solidFill>
                <a:latin typeface="Yu Gothic"/>
                <a:ea typeface="Yu Gothic"/>
                <a:cs typeface="Yu Gothic"/>
              </a:defRPr>
            </a:lvl8pPr>
            <a:lvl9pPr algn="l">
              <a:buNone/>
              <a:defRPr sz="1800" b="0">
                <a:solidFill>
                  <a:srgbClr val="5D6C78"/>
                </a:solidFill>
                <a:latin typeface="Yu Gothic"/>
                <a:ea typeface="Yu Gothic"/>
                <a:cs typeface="Yu Gothic"/>
              </a:defRPr>
            </a:lvl9pPr>
          </a:lstStyle>
          <a:p xmlns:a="http://schemas.openxmlformats.org/drawingml/2006/main">
            <a:pPr algn="l">
              <a:buNone/>
              <a:defRPr sz="1800" b="0">
                <a:solidFill>
                  <a:srgbClr val="5D6C78"/>
                </a:solidFill>
                <a:latin typeface="Yu Gothic"/>
                <a:ea typeface="Yu Gothic"/>
                <a:cs typeface="Yu Gothic"/>
              </a:defRPr>
            </a:pPr>
            <a:r>
              <a:rPr sz="1800" b="0">
                <a:solidFill>
                  <a:srgbClr val="5D6C78"/>
                </a:solidFill>
                <a:latin typeface="Yu Gothic"/>
                <a:ea typeface="Yu Gothic"/>
                <a:cs typeface="Yu Gothic"/>
              </a:rPr>
              <a:t>自由端</a:t>
            </a:r>
          </a:p>
        </p:txBody>
      </p:sp>
      <p:cxnSp>
        <p:nvCxnSpPr>
          <p:cNvPr id="17" name="">
            <a:extLst xmlns:a="http://schemas.openxmlformats.org/drawingml/2006/main">
              <a:ext uri="{FF2B5EF4-FFF2-40B4-BE49-F238E27FC236}">
                <a16:creationId xmlns:a16="http://schemas.microsoft.com/office/drawing/2014/main" id="{4C6AAEF1-9E69-4CB5-983A-AA55028AAB4C}"/>
              </a:ext>
            </a:extLst>
          </p:cNvPr>
          <p:cNvCxnSpPr/>
          <p:nvPr/>
        </p:nvCxnSpPr>
        <p:spPr>
          <a:xfrm xmlns:a="http://schemas.openxmlformats.org/drawingml/2006/main" flipH="0" flipV="0">
            <a:off x="1619250" y="3800475"/>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8" name="">
            <a:extLst xmlns:a="http://schemas.openxmlformats.org/drawingml/2006/main">
              <a:ext uri="{FF2B5EF4-FFF2-40B4-BE49-F238E27FC236}">
                <a16:creationId xmlns:a16="http://schemas.microsoft.com/office/drawing/2014/main" id="{92D8EE5A-61FE-419B-8F14-D3BEF3410364}"/>
              </a:ext>
            </a:extLst>
          </p:cNvPr>
          <p:cNvCxnSpPr/>
          <p:nvPr/>
        </p:nvCxnSpPr>
        <p:spPr>
          <a:xfrm xmlns:a="http://schemas.openxmlformats.org/drawingml/2006/main" flipH="0" flipV="0">
            <a:off x="8286750" y="3800475"/>
            <a:ext cx="0" cy="190500"/>
          </a:xfrm>
          <a:prstGeom xmlns:a="http://schemas.openxmlformats.org/drawingml/2006/main" prst="straightConnector1">
            <a:avLst/>
          </a:prstGeom>
          <a:ln xmlns:a="http://schemas.openxmlformats.org/drawingml/2006/main" w="9525">
            <a:solidFill>
              <a:srgbClr val="5D6C78"/>
            </a:solidFill>
            <a:prstDash val="solid"/>
          </a:ln>
        </p:spPr>
      </p:cxnSp>
      <p:cxnSp>
        <p:nvCxnSpPr>
          <p:cNvPr id="19" name="">
            <a:extLst xmlns:a="http://schemas.openxmlformats.org/drawingml/2006/main">
              <a:ext uri="{FF2B5EF4-FFF2-40B4-BE49-F238E27FC236}">
                <a16:creationId xmlns:a16="http://schemas.microsoft.com/office/drawing/2014/main" id="{3C6B1732-F064-4383-B230-DE36BA762D64}"/>
              </a:ext>
            </a:extLst>
          </p:cNvPr>
          <p:cNvCxnSpPr/>
          <p:nvPr/>
        </p:nvCxnSpPr>
        <p:spPr>
          <a:xfrm xmlns:a="http://schemas.openxmlformats.org/drawingml/2006/main" flipH="0" flipV="0">
            <a:off x="1619250" y="3895725"/>
            <a:ext cx="6667500" cy="0"/>
          </a:xfrm>
          <a:prstGeom xmlns:a="http://schemas.openxmlformats.org/drawingml/2006/main" prst="straightConnector1">
            <a:avLst/>
          </a:prstGeom>
          <a:ln xmlns:a="http://schemas.openxmlformats.org/drawingml/2006/main" w="14288">
            <a:solidFill>
              <a:srgbClr val="5D6C78"/>
            </a:solidFill>
            <a:headEnd type="triangle" w="med" len="med"/>
            <a:tailEnd type="triangle" w="med" len="med"/>
          </a:ln>
        </p:spPr>
      </p:cxnSp>
      <p:sp>
        <p:nvSpPr>
          <p:cNvPr id="20" name="">
            <a:extLst xmlns:a="http://schemas.openxmlformats.org/drawingml/2006/main">
              <a:ext uri="{FF2B5EF4-FFF2-40B4-BE49-F238E27FC236}">
                <a16:creationId xmlns:a16="http://schemas.microsoft.com/office/drawing/2014/main" id="{B347420B-D083-458F-93A2-28C024AB9971}"/>
              </a:ext>
            </a:extLst>
          </p:cNvPr>
          <p:cNvSpPr>
            <a:spLocks xmlns:a="http://schemas.openxmlformats.org/drawingml/2006/main" noGrp="1"/>
          </p:cNvSpPr>
          <p:nvPr/>
        </p:nvSpPr>
        <p:spPr>
          <a:xfrm xmlns:a="http://schemas.openxmlformats.org/drawingml/2006/main">
            <a:off x="3952875" y="3933825"/>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5D6C78"/>
                </a:solidFill>
                <a:latin typeface="Yu Gothic"/>
                <a:ea typeface="Yu Gothic"/>
                <a:cs typeface="Yu Gothic"/>
              </a:defRPr>
            </a:defPPr>
            <a:lvl1pPr algn="ctr">
              <a:buNone/>
              <a:defRPr sz="1725" b="0">
                <a:solidFill>
                  <a:srgbClr val="5D6C78"/>
                </a:solidFill>
                <a:latin typeface="Yu Gothic"/>
                <a:ea typeface="Yu Gothic"/>
                <a:cs typeface="Yu Gothic"/>
              </a:defRPr>
            </a:lvl1pPr>
            <a:lvl2pPr algn="ctr">
              <a:buNone/>
              <a:defRPr sz="1725" b="0">
                <a:solidFill>
                  <a:srgbClr val="5D6C78"/>
                </a:solidFill>
                <a:latin typeface="Yu Gothic"/>
                <a:ea typeface="Yu Gothic"/>
                <a:cs typeface="Yu Gothic"/>
              </a:defRPr>
            </a:lvl2pPr>
            <a:lvl3pPr algn="ctr">
              <a:buNone/>
              <a:defRPr sz="1725" b="0">
                <a:solidFill>
                  <a:srgbClr val="5D6C78"/>
                </a:solidFill>
                <a:latin typeface="Yu Gothic"/>
                <a:ea typeface="Yu Gothic"/>
                <a:cs typeface="Yu Gothic"/>
              </a:defRPr>
            </a:lvl3pPr>
            <a:lvl4pPr algn="ctr">
              <a:buNone/>
              <a:defRPr sz="1725" b="0">
                <a:solidFill>
                  <a:srgbClr val="5D6C78"/>
                </a:solidFill>
                <a:latin typeface="Yu Gothic"/>
                <a:ea typeface="Yu Gothic"/>
                <a:cs typeface="Yu Gothic"/>
              </a:defRPr>
            </a:lvl4pPr>
            <a:lvl5pPr algn="ctr">
              <a:buNone/>
              <a:defRPr sz="1725" b="0">
                <a:solidFill>
                  <a:srgbClr val="5D6C78"/>
                </a:solidFill>
                <a:latin typeface="Yu Gothic"/>
                <a:ea typeface="Yu Gothic"/>
                <a:cs typeface="Yu Gothic"/>
              </a:defRPr>
            </a:lvl5pPr>
            <a:lvl6pPr algn="ctr">
              <a:buNone/>
              <a:defRPr sz="1725" b="0">
                <a:solidFill>
                  <a:srgbClr val="5D6C78"/>
                </a:solidFill>
                <a:latin typeface="Yu Gothic"/>
                <a:ea typeface="Yu Gothic"/>
                <a:cs typeface="Yu Gothic"/>
              </a:defRPr>
            </a:lvl6pPr>
            <a:lvl7pPr algn="ctr">
              <a:buNone/>
              <a:defRPr sz="1725" b="0">
                <a:solidFill>
                  <a:srgbClr val="5D6C78"/>
                </a:solidFill>
                <a:latin typeface="Yu Gothic"/>
                <a:ea typeface="Yu Gothic"/>
                <a:cs typeface="Yu Gothic"/>
              </a:defRPr>
            </a:lvl7pPr>
            <a:lvl8pPr algn="ctr">
              <a:buNone/>
              <a:defRPr sz="1725" b="0">
                <a:solidFill>
                  <a:srgbClr val="5D6C78"/>
                </a:solidFill>
                <a:latin typeface="Yu Gothic"/>
                <a:ea typeface="Yu Gothic"/>
                <a:cs typeface="Yu Gothic"/>
              </a:defRPr>
            </a:lvl8pPr>
            <a:lvl9pPr algn="ctr">
              <a:buNone/>
              <a:defRPr sz="1725" b="0">
                <a:solidFill>
                  <a:srgbClr val="5D6C78"/>
                </a:solidFill>
                <a:latin typeface="Yu Gothic"/>
                <a:ea typeface="Yu Gothic"/>
                <a:cs typeface="Yu Gothic"/>
              </a:defRPr>
            </a:lvl9pPr>
          </a:lstStyle>
          <a:p xmlns:a="http://schemas.openxmlformats.org/drawingml/2006/main">
            <a:pPr algn="ctr">
              <a:buNone/>
              <a:defRPr sz="1725" b="0">
                <a:solidFill>
                  <a:srgbClr val="5D6C78"/>
                </a:solidFill>
                <a:latin typeface="Yu Gothic"/>
                <a:ea typeface="Yu Gothic"/>
                <a:cs typeface="Yu Gothic"/>
              </a:defRPr>
            </a:pPr>
            <a:r>
              <a:rPr sz="1725" b="0">
                <a:solidFill>
                  <a:srgbClr val="5D6C78"/>
                </a:solidFill>
                <a:latin typeface="Yu Gothic"/>
                <a:ea typeface="Yu Gothic"/>
                <a:cs typeface="Yu Gothic"/>
              </a:rPr>
              <a:t>0.5 m</a:t>
            </a:r>
          </a:p>
        </p:txBody>
      </p:sp>
      <p:sp>
        <p:nvSpPr>
          <p:cNvPr id="21" name="">
            <a:extLst xmlns:a="http://schemas.openxmlformats.org/drawingml/2006/main">
              <a:ext uri="{FF2B5EF4-FFF2-40B4-BE49-F238E27FC236}">
                <a16:creationId xmlns:a16="http://schemas.microsoft.com/office/drawing/2014/main" id="{5EDF9458-A7A2-4EAD-ACD7-E20C64E2B376}"/>
              </a:ext>
            </a:extLst>
          </p:cNvPr>
          <p:cNvSpPr>
            <a:spLocks xmlns:a="http://schemas.openxmlformats.org/drawingml/2006/main" noGrp="1"/>
          </p:cNvSpPr>
          <p:nvPr/>
        </p:nvSpPr>
        <p:spPr>
          <a:xfrm xmlns:a="http://schemas.openxmlformats.org/drawingml/2006/main">
            <a:off x="685800" y="44196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a　外力図を描き、反力と反力モーメントを求める</a:t>
            </a:r>
          </a:p>
        </p:txBody>
      </p:sp>
      <p:sp>
        <p:nvSpPr>
          <p:cNvPr id="22" name="">
            <a:extLst xmlns:a="http://schemas.openxmlformats.org/drawingml/2006/main">
              <a:ext uri="{FF2B5EF4-FFF2-40B4-BE49-F238E27FC236}">
                <a16:creationId xmlns:a16="http://schemas.microsoft.com/office/drawing/2014/main" id="{86721F9C-EC8A-4354-9C35-1E879DC5AC40}"/>
              </a:ext>
            </a:extLst>
          </p:cNvPr>
          <p:cNvSpPr>
            <a:spLocks xmlns:a="http://schemas.openxmlformats.org/drawingml/2006/main" noGrp="1"/>
          </p:cNvSpPr>
          <p:nvPr/>
        </p:nvSpPr>
        <p:spPr>
          <a:xfrm xmlns:a="http://schemas.openxmlformats.org/drawingml/2006/main">
            <a:off x="685800" y="489585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b　V と M の式・線図を求める</a:t>
            </a:r>
          </a:p>
        </p:txBody>
      </p:sp>
      <p:sp>
        <p:nvSpPr>
          <p:cNvPr id="23" name="">
            <a:extLst xmlns:a="http://schemas.openxmlformats.org/drawingml/2006/main">
              <a:ext uri="{FF2B5EF4-FFF2-40B4-BE49-F238E27FC236}">
                <a16:creationId xmlns:a16="http://schemas.microsoft.com/office/drawing/2014/main" id="{0BCD05F3-B7DC-48A8-9D40-701154750D91}"/>
              </a:ext>
            </a:extLst>
          </p:cNvPr>
          <p:cNvSpPr>
            <a:spLocks xmlns:a="http://schemas.openxmlformats.org/drawingml/2006/main" noGrp="1"/>
          </p:cNvSpPr>
          <p:nvPr/>
        </p:nvSpPr>
        <p:spPr>
          <a:xfrm xmlns:a="http://schemas.openxmlformats.org/drawingml/2006/main">
            <a:off x="685800" y="53721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253C4D"/>
                </a:solidFill>
                <a:latin typeface="Yu Gothic"/>
                <a:ea typeface="Yu Gothic"/>
                <a:cs typeface="Yu Gothic"/>
              </a:defRPr>
            </a:defPPr>
            <a:lvl1pPr algn="l">
              <a:buNone/>
              <a:defRPr sz="2250" b="0">
                <a:solidFill>
                  <a:srgbClr val="253C4D"/>
                </a:solidFill>
                <a:latin typeface="Yu Gothic"/>
                <a:ea typeface="Yu Gothic"/>
                <a:cs typeface="Yu Gothic"/>
              </a:defRPr>
            </a:lvl1pPr>
            <a:lvl2pPr algn="l">
              <a:buNone/>
              <a:defRPr sz="2250" b="0">
                <a:solidFill>
                  <a:srgbClr val="253C4D"/>
                </a:solidFill>
                <a:latin typeface="Yu Gothic"/>
                <a:ea typeface="Yu Gothic"/>
                <a:cs typeface="Yu Gothic"/>
              </a:defRPr>
            </a:lvl2pPr>
            <a:lvl3pPr algn="l">
              <a:buNone/>
              <a:defRPr sz="2250" b="0">
                <a:solidFill>
                  <a:srgbClr val="253C4D"/>
                </a:solidFill>
                <a:latin typeface="Yu Gothic"/>
                <a:ea typeface="Yu Gothic"/>
                <a:cs typeface="Yu Gothic"/>
              </a:defRPr>
            </a:lvl3pPr>
            <a:lvl4pPr algn="l">
              <a:buNone/>
              <a:defRPr sz="2250" b="0">
                <a:solidFill>
                  <a:srgbClr val="253C4D"/>
                </a:solidFill>
                <a:latin typeface="Yu Gothic"/>
                <a:ea typeface="Yu Gothic"/>
                <a:cs typeface="Yu Gothic"/>
              </a:defRPr>
            </a:lvl4pPr>
            <a:lvl5pPr algn="l">
              <a:buNone/>
              <a:defRPr sz="2250" b="0">
                <a:solidFill>
                  <a:srgbClr val="253C4D"/>
                </a:solidFill>
                <a:latin typeface="Yu Gothic"/>
                <a:ea typeface="Yu Gothic"/>
                <a:cs typeface="Yu Gothic"/>
              </a:defRPr>
            </a:lvl5pPr>
            <a:lvl6pPr algn="l">
              <a:buNone/>
              <a:defRPr sz="2250" b="0">
                <a:solidFill>
                  <a:srgbClr val="253C4D"/>
                </a:solidFill>
                <a:latin typeface="Yu Gothic"/>
                <a:ea typeface="Yu Gothic"/>
                <a:cs typeface="Yu Gothic"/>
              </a:defRPr>
            </a:lvl6pPr>
            <a:lvl7pPr algn="l">
              <a:buNone/>
              <a:defRPr sz="2250" b="0">
                <a:solidFill>
                  <a:srgbClr val="253C4D"/>
                </a:solidFill>
                <a:latin typeface="Yu Gothic"/>
                <a:ea typeface="Yu Gothic"/>
                <a:cs typeface="Yu Gothic"/>
              </a:defRPr>
            </a:lvl7pPr>
            <a:lvl8pPr algn="l">
              <a:buNone/>
              <a:defRPr sz="2250" b="0">
                <a:solidFill>
                  <a:srgbClr val="253C4D"/>
                </a:solidFill>
                <a:latin typeface="Yu Gothic"/>
                <a:ea typeface="Yu Gothic"/>
                <a:cs typeface="Yu Gothic"/>
              </a:defRPr>
            </a:lvl8pPr>
            <a:lvl9pPr algn="l">
              <a:buNone/>
              <a:defRPr sz="2250" b="0">
                <a:solidFill>
                  <a:srgbClr val="253C4D"/>
                </a:solidFill>
                <a:latin typeface="Yu Gothic"/>
                <a:ea typeface="Yu Gothic"/>
                <a:cs typeface="Yu Gothic"/>
              </a:defRPr>
            </a:lvl9pPr>
          </a:lstStyle>
          <a:p xmlns:a="http://schemas.openxmlformats.org/drawingml/2006/main">
            <a:pPr algn="l">
              <a:buNone/>
              <a:defRPr sz="2250" b="0">
                <a:solidFill>
                  <a:srgbClr val="253C4D"/>
                </a:solidFill>
                <a:latin typeface="Yu Gothic"/>
                <a:ea typeface="Yu Gothic"/>
                <a:cs typeface="Yu Gothic"/>
              </a:defRPr>
            </a:pPr>
            <a:r>
              <a:rPr sz="2250" b="0">
                <a:solidFill>
                  <a:srgbClr val="253C4D"/>
                </a:solidFill>
                <a:latin typeface="Yu Gothic"/>
                <a:ea typeface="Yu Gothic"/>
                <a:cs typeface="Yu Gothic"/>
              </a:rPr>
              <a:t>c　|M| が最大になる位置と大きさを求める</a:t>
            </a:r>
          </a:p>
        </p:txBody>
      </p:sp>
      <p:sp>
        <p:nvSpPr>
          <p:cNvPr id="24" name="">
            <a:extLst xmlns:a="http://schemas.openxmlformats.org/drawingml/2006/main">
              <a:ext uri="{FF2B5EF4-FFF2-40B4-BE49-F238E27FC236}">
                <a16:creationId xmlns:a16="http://schemas.microsoft.com/office/drawing/2014/main" id="{E0523DEE-C7E8-4D7D-8715-8C3413F2BFAE}"/>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Mの正方向は、左部分の右切断面で反時計回り</a:t>
            </a:r>
          </a:p>
        </p:txBody>
      </p:sp>
    </p:spTree>
    <p:extLst>
      <p:ext uri="{BB962C8B-B14F-4D97-AF65-F5344CB8AC3E}">
        <p14:creationId xmlns:p14="http://schemas.microsoft.com/office/powerpoint/2010/main" val="146759566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330660EB-8724-474C-88AC-4F52C1DBC5F5}"/>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演習4の解答：外力と内部 M を区別</a:t>
            </a:r>
          </a:p>
        </p:txBody>
      </p:sp>
      <p:cxnSp>
        <p:nvCxnSpPr>
          <p:cNvPr id="2" name="">
            <a:extLst xmlns:a="http://schemas.openxmlformats.org/drawingml/2006/main">
              <a:ext uri="{FF2B5EF4-FFF2-40B4-BE49-F238E27FC236}">
                <a16:creationId xmlns:a16="http://schemas.microsoft.com/office/drawing/2014/main" id="{9DC89906-14C7-4A01-885F-C94708D66624}"/>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9C13E077-F67D-4B1E-83B4-804D5F6FDB62}"/>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E5DF2064-E944-46C6-AB09-B2E1271FE5D6}"/>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34 / 49</a:t>
            </a:r>
          </a:p>
        </p:txBody>
      </p:sp>
      <p:sp>
        <p:nvSpPr>
          <p:cNvPr id="5" name="">
            <a:extLst xmlns:a="http://schemas.openxmlformats.org/drawingml/2006/main">
              <a:ext uri="{FF2B5EF4-FFF2-40B4-BE49-F238E27FC236}">
                <a16:creationId xmlns:a16="http://schemas.microsoft.com/office/drawing/2014/main" id="{43D66F52-492C-47DE-BA19-6B3290BB7890}"/>
              </a:ext>
            </a:extLst>
          </p:cNvPr>
          <p:cNvSpPr>
            <a:spLocks xmlns:a="http://schemas.openxmlformats.org/drawingml/2006/main" noGrp="1"/>
          </p:cNvSpPr>
          <p:nvPr/>
        </p:nvSpPr>
        <p:spPr>
          <a:xfrm xmlns:a="http://schemas.openxmlformats.org/drawingml/2006/main">
            <a:off x="1571625" y="2238375"/>
            <a:ext cx="6191250" cy="171450"/>
          </a:xfrm>
          <a:prstGeom xmlns:a="http://schemas.openxmlformats.org/drawingml/2006/main" prst="rect">
            <a:avLst/>
          </a:prstGeom>
          <a:solidFill xmlns:a="http://schemas.openxmlformats.org/drawingml/2006/main">
            <a:srgbClr val="E3EBF1"/>
          </a:solidFill>
          <a:ln xmlns:a="http://schemas.openxmlformats.org/drawingml/2006/main" w="13335">
            <a:solidFill>
              <a:srgbClr val="18364F"/>
            </a:solidFill>
          </a:ln>
        </p:spPr>
      </p:sp>
      <p:sp>
        <p:nvSpPr>
          <p:cNvPr id="6" name="">
            <a:extLst xmlns:a="http://schemas.openxmlformats.org/drawingml/2006/main">
              <a:ext uri="{FF2B5EF4-FFF2-40B4-BE49-F238E27FC236}">
                <a16:creationId xmlns:a16="http://schemas.microsoft.com/office/drawing/2014/main" id="{719A3784-3997-46CB-8E72-6F768A4A1658}"/>
              </a:ext>
            </a:extLst>
          </p:cNvPr>
          <p:cNvSpPr>
            <a:spLocks xmlns:a="http://schemas.openxmlformats.org/drawingml/2006/main" noGrp="1"/>
          </p:cNvSpPr>
          <p:nvPr/>
        </p:nvSpPr>
        <p:spPr>
          <a:xfrm xmlns:a="http://schemas.openxmlformats.org/drawingml/2006/main">
            <a:off x="1323975" y="1905000"/>
            <a:ext cx="247650" cy="904875"/>
          </a:xfrm>
          <a:prstGeom xmlns:a="http://schemas.openxmlformats.org/drawingml/2006/main" prst="rect">
            <a:avLst/>
          </a:prstGeom>
          <a:solidFill xmlns:a="http://schemas.openxmlformats.org/drawingml/2006/main">
            <a:srgbClr val="D9E3EA"/>
          </a:solidFill>
          <a:ln xmlns:a="http://schemas.openxmlformats.org/drawingml/2006/main" w="13335">
            <a:solidFill>
              <a:srgbClr val="5D6C78"/>
            </a:solidFill>
          </a:ln>
        </p:spPr>
      </p:sp>
      <p:cxnSp>
        <p:nvCxnSpPr>
          <p:cNvPr id="7" name="">
            <a:extLst xmlns:a="http://schemas.openxmlformats.org/drawingml/2006/main">
              <a:ext uri="{FF2B5EF4-FFF2-40B4-BE49-F238E27FC236}">
                <a16:creationId xmlns:a16="http://schemas.microsoft.com/office/drawing/2014/main" id="{AE00A835-1178-4643-9960-A82B7B9D922C}"/>
              </a:ext>
            </a:extLst>
          </p:cNvPr>
          <p:cNvCxnSpPr/>
          <p:nvPr/>
        </p:nvCxnSpPr>
        <p:spPr>
          <a:xfrm xmlns:a="http://schemas.openxmlformats.org/drawingml/2006/main" flipH="1" flipV="0">
            <a:off x="1181100" y="19050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8" name="">
            <a:extLst xmlns:a="http://schemas.openxmlformats.org/drawingml/2006/main">
              <a:ext uri="{FF2B5EF4-FFF2-40B4-BE49-F238E27FC236}">
                <a16:creationId xmlns:a16="http://schemas.microsoft.com/office/drawing/2014/main" id="{43C05354-3C64-406E-9DF5-DBD6B543D3A7}"/>
              </a:ext>
            </a:extLst>
          </p:cNvPr>
          <p:cNvCxnSpPr/>
          <p:nvPr/>
        </p:nvCxnSpPr>
        <p:spPr>
          <a:xfrm xmlns:a="http://schemas.openxmlformats.org/drawingml/2006/main" flipH="1" flipV="0">
            <a:off x="1181100" y="20764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9" name="">
            <a:extLst xmlns:a="http://schemas.openxmlformats.org/drawingml/2006/main">
              <a:ext uri="{FF2B5EF4-FFF2-40B4-BE49-F238E27FC236}">
                <a16:creationId xmlns:a16="http://schemas.microsoft.com/office/drawing/2014/main" id="{0B02DA4B-E1C5-4FC1-B55B-293607C98DCE}"/>
              </a:ext>
            </a:extLst>
          </p:cNvPr>
          <p:cNvCxnSpPr/>
          <p:nvPr/>
        </p:nvCxnSpPr>
        <p:spPr>
          <a:xfrm xmlns:a="http://schemas.openxmlformats.org/drawingml/2006/main" flipH="1" flipV="0">
            <a:off x="1181100" y="22479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0" name="">
            <a:extLst xmlns:a="http://schemas.openxmlformats.org/drawingml/2006/main">
              <a:ext uri="{FF2B5EF4-FFF2-40B4-BE49-F238E27FC236}">
                <a16:creationId xmlns:a16="http://schemas.microsoft.com/office/drawing/2014/main" id="{1B7D12EA-D6A1-4A26-8A69-1B5C05424477}"/>
              </a:ext>
            </a:extLst>
          </p:cNvPr>
          <p:cNvCxnSpPr/>
          <p:nvPr/>
        </p:nvCxnSpPr>
        <p:spPr>
          <a:xfrm xmlns:a="http://schemas.openxmlformats.org/drawingml/2006/main" flipH="1" flipV="0">
            <a:off x="1181100" y="24193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1" name="">
            <a:extLst xmlns:a="http://schemas.openxmlformats.org/drawingml/2006/main">
              <a:ext uri="{FF2B5EF4-FFF2-40B4-BE49-F238E27FC236}">
                <a16:creationId xmlns:a16="http://schemas.microsoft.com/office/drawing/2014/main" id="{0969EED7-72A8-48B5-A5DD-8EED7B1FA240}"/>
              </a:ext>
            </a:extLst>
          </p:cNvPr>
          <p:cNvCxnSpPr/>
          <p:nvPr/>
        </p:nvCxnSpPr>
        <p:spPr>
          <a:xfrm xmlns:a="http://schemas.openxmlformats.org/drawingml/2006/main" flipH="1" flipV="0">
            <a:off x="1181100" y="259080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2" name="">
            <a:extLst xmlns:a="http://schemas.openxmlformats.org/drawingml/2006/main">
              <a:ext uri="{FF2B5EF4-FFF2-40B4-BE49-F238E27FC236}">
                <a16:creationId xmlns:a16="http://schemas.microsoft.com/office/drawing/2014/main" id="{C6F3FFD1-6D3E-4B9B-ABA2-B40D4D10DCB7}"/>
              </a:ext>
            </a:extLst>
          </p:cNvPr>
          <p:cNvCxnSpPr/>
          <p:nvPr/>
        </p:nvCxnSpPr>
        <p:spPr>
          <a:xfrm xmlns:a="http://schemas.openxmlformats.org/drawingml/2006/main" flipH="1" flipV="0">
            <a:off x="1181100" y="2762250"/>
            <a:ext cx="142875" cy="142875"/>
          </a:xfrm>
          <a:prstGeom xmlns:a="http://schemas.openxmlformats.org/drawingml/2006/main" prst="straightConnector1">
            <a:avLst/>
          </a:prstGeom>
          <a:ln xmlns:a="http://schemas.openxmlformats.org/drawingml/2006/main" w="14288">
            <a:solidFill>
              <a:srgbClr val="5D6C78"/>
            </a:solidFill>
            <a:prstDash val="solid"/>
          </a:ln>
        </p:spPr>
      </p:cxnSp>
      <p:cxnSp>
        <p:nvCxnSpPr>
          <p:cNvPr id="13" name="">
            <a:extLst xmlns:a="http://schemas.openxmlformats.org/drawingml/2006/main">
              <a:ext uri="{FF2B5EF4-FFF2-40B4-BE49-F238E27FC236}">
                <a16:creationId xmlns:a16="http://schemas.microsoft.com/office/drawing/2014/main" id="{D08C5A39-9E3E-4209-B4AA-B2A4FF4EB579}"/>
              </a:ext>
            </a:extLst>
          </p:cNvPr>
          <p:cNvCxnSpPr/>
          <p:nvPr/>
        </p:nvCxnSpPr>
        <p:spPr>
          <a:xfrm xmlns:a="http://schemas.openxmlformats.org/drawingml/2006/main" flipH="0" flipV="0">
            <a:off x="7762875" y="1762125"/>
            <a:ext cx="0" cy="438150"/>
          </a:xfrm>
          <a:prstGeom xmlns:a="http://schemas.openxmlformats.org/drawingml/2006/main" prst="straightConnector1">
            <a:avLst/>
          </a:prstGeom>
          <a:ln xmlns:a="http://schemas.openxmlformats.org/drawingml/2006/main" w="38100">
            <a:solidFill>
              <a:srgbClr val="C53D3D"/>
            </a:solidFill>
            <a:tailEnd type="triangle" w="med" len="med"/>
          </a:ln>
        </p:spPr>
      </p:cxnSp>
      <p:sp>
        <p:nvSpPr>
          <p:cNvPr id="14" name="">
            <a:extLst xmlns:a="http://schemas.openxmlformats.org/drawingml/2006/main">
              <a:ext uri="{FF2B5EF4-FFF2-40B4-BE49-F238E27FC236}">
                <a16:creationId xmlns:a16="http://schemas.microsoft.com/office/drawing/2014/main" id="{23561624-76F0-4938-AD12-CCFEC6E0DEDA}"/>
              </a:ext>
            </a:extLst>
          </p:cNvPr>
          <p:cNvSpPr>
            <a:spLocks xmlns:a="http://schemas.openxmlformats.org/drawingml/2006/main" noGrp="1"/>
          </p:cNvSpPr>
          <p:nvPr/>
        </p:nvSpPr>
        <p:spPr>
          <a:xfrm xmlns:a="http://schemas.openxmlformats.org/drawingml/2006/main">
            <a:off x="6715125" y="1285875"/>
            <a:ext cx="209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C53D3D"/>
                </a:solidFill>
                <a:latin typeface="Yu Gothic"/>
                <a:ea typeface="Yu Gothic"/>
                <a:cs typeface="Yu Gothic"/>
              </a:defRPr>
            </a:defPPr>
            <a:lvl1pPr algn="ctr">
              <a:buNone/>
              <a:defRPr sz="2250" b="1">
                <a:solidFill>
                  <a:srgbClr val="C53D3D"/>
                </a:solidFill>
                <a:latin typeface="Yu Gothic"/>
                <a:ea typeface="Yu Gothic"/>
                <a:cs typeface="Yu Gothic"/>
              </a:defRPr>
            </a:lvl1pPr>
            <a:lvl2pPr algn="ctr">
              <a:buNone/>
              <a:defRPr sz="2250" b="1">
                <a:solidFill>
                  <a:srgbClr val="C53D3D"/>
                </a:solidFill>
                <a:latin typeface="Yu Gothic"/>
                <a:ea typeface="Yu Gothic"/>
                <a:cs typeface="Yu Gothic"/>
              </a:defRPr>
            </a:lvl2pPr>
            <a:lvl3pPr algn="ctr">
              <a:buNone/>
              <a:defRPr sz="2250" b="1">
                <a:solidFill>
                  <a:srgbClr val="C53D3D"/>
                </a:solidFill>
                <a:latin typeface="Yu Gothic"/>
                <a:ea typeface="Yu Gothic"/>
                <a:cs typeface="Yu Gothic"/>
              </a:defRPr>
            </a:lvl3pPr>
            <a:lvl4pPr algn="ctr">
              <a:buNone/>
              <a:defRPr sz="2250" b="1">
                <a:solidFill>
                  <a:srgbClr val="C53D3D"/>
                </a:solidFill>
                <a:latin typeface="Yu Gothic"/>
                <a:ea typeface="Yu Gothic"/>
                <a:cs typeface="Yu Gothic"/>
              </a:defRPr>
            </a:lvl4pPr>
            <a:lvl5pPr algn="ctr">
              <a:buNone/>
              <a:defRPr sz="2250" b="1">
                <a:solidFill>
                  <a:srgbClr val="C53D3D"/>
                </a:solidFill>
                <a:latin typeface="Yu Gothic"/>
                <a:ea typeface="Yu Gothic"/>
                <a:cs typeface="Yu Gothic"/>
              </a:defRPr>
            </a:lvl5pPr>
            <a:lvl6pPr algn="ctr">
              <a:buNone/>
              <a:defRPr sz="2250" b="1">
                <a:solidFill>
                  <a:srgbClr val="C53D3D"/>
                </a:solidFill>
                <a:latin typeface="Yu Gothic"/>
                <a:ea typeface="Yu Gothic"/>
                <a:cs typeface="Yu Gothic"/>
              </a:defRPr>
            </a:lvl6pPr>
            <a:lvl7pPr algn="ctr">
              <a:buNone/>
              <a:defRPr sz="2250" b="1">
                <a:solidFill>
                  <a:srgbClr val="C53D3D"/>
                </a:solidFill>
                <a:latin typeface="Yu Gothic"/>
                <a:ea typeface="Yu Gothic"/>
                <a:cs typeface="Yu Gothic"/>
              </a:defRPr>
            </a:lvl7pPr>
            <a:lvl8pPr algn="ctr">
              <a:buNone/>
              <a:defRPr sz="2250" b="1">
                <a:solidFill>
                  <a:srgbClr val="C53D3D"/>
                </a:solidFill>
                <a:latin typeface="Yu Gothic"/>
                <a:ea typeface="Yu Gothic"/>
                <a:cs typeface="Yu Gothic"/>
              </a:defRPr>
            </a:lvl8pPr>
            <a:lvl9pPr algn="ctr">
              <a:buNone/>
              <a:defRPr sz="2250" b="1">
                <a:solidFill>
                  <a:srgbClr val="C53D3D"/>
                </a:solidFill>
                <a:latin typeface="Yu Gothic"/>
                <a:ea typeface="Yu Gothic"/>
                <a:cs typeface="Yu Gothic"/>
              </a:defRPr>
            </a:lvl9pPr>
          </a:lstStyle>
          <a:p xmlns:a="http://schemas.openxmlformats.org/drawingml/2006/main">
            <a:pPr algn="ctr">
              <a:buNone/>
              <a:defRPr sz="2250" b="1">
                <a:solidFill>
                  <a:srgbClr val="C53D3D"/>
                </a:solidFill>
                <a:latin typeface="Yu Gothic"/>
                <a:ea typeface="Yu Gothic"/>
                <a:cs typeface="Yu Gothic"/>
              </a:defRPr>
            </a:pPr>
            <a:r>
              <a:rPr sz="2250" b="1">
                <a:solidFill>
                  <a:srgbClr val="C53D3D"/>
                </a:solidFill>
                <a:latin typeface="Yu Gothic"/>
                <a:ea typeface="Yu Gothic"/>
                <a:cs typeface="Yu Gothic"/>
              </a:rPr>
              <a:t>120 N</a:t>
            </a:r>
          </a:p>
        </p:txBody>
      </p:sp>
      <p:sp>
        <p:nvSpPr>
          <p:cNvPr id="15" name="">
            <a:extLst xmlns:a="http://schemas.openxmlformats.org/drawingml/2006/main">
              <a:ext uri="{FF2B5EF4-FFF2-40B4-BE49-F238E27FC236}">
                <a16:creationId xmlns:a16="http://schemas.microsoft.com/office/drawing/2014/main" id="{2CA5F89A-F6D0-44D5-ABBD-0E9565A57A95}"/>
              </a:ext>
            </a:extLst>
          </p:cNvPr>
          <p:cNvSpPr>
            <a:spLocks xmlns:a="http://schemas.openxmlformats.org/drawingml/2006/main" noGrp="1"/>
          </p:cNvSpPr>
          <p:nvPr/>
        </p:nvSpPr>
        <p:spPr>
          <a:xfrm xmlns:a="http://schemas.openxmlformats.org/drawingml/2006/main">
            <a:off x="1000125" y="2428875"/>
            <a:ext cx="333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245C98"/>
                </a:solidFill>
                <a:latin typeface="Yu Gothic"/>
                <a:ea typeface="Yu Gothic"/>
                <a:cs typeface="Yu Gothic"/>
              </a:defRPr>
            </a:defPPr>
            <a:lvl1pPr algn="l">
              <a:buNone/>
              <a:defRPr sz="1875" b="1">
                <a:solidFill>
                  <a:srgbClr val="245C98"/>
                </a:solidFill>
                <a:latin typeface="Yu Gothic"/>
                <a:ea typeface="Yu Gothic"/>
                <a:cs typeface="Yu Gothic"/>
              </a:defRPr>
            </a:lvl1pPr>
            <a:lvl2pPr algn="l">
              <a:buNone/>
              <a:defRPr sz="1875" b="1">
                <a:solidFill>
                  <a:srgbClr val="245C98"/>
                </a:solidFill>
                <a:latin typeface="Yu Gothic"/>
                <a:ea typeface="Yu Gothic"/>
                <a:cs typeface="Yu Gothic"/>
              </a:defRPr>
            </a:lvl2pPr>
            <a:lvl3pPr algn="l">
              <a:buNone/>
              <a:defRPr sz="1875" b="1">
                <a:solidFill>
                  <a:srgbClr val="245C98"/>
                </a:solidFill>
                <a:latin typeface="Yu Gothic"/>
                <a:ea typeface="Yu Gothic"/>
                <a:cs typeface="Yu Gothic"/>
              </a:defRPr>
            </a:lvl3pPr>
            <a:lvl4pPr algn="l">
              <a:buNone/>
              <a:defRPr sz="1875" b="1">
                <a:solidFill>
                  <a:srgbClr val="245C98"/>
                </a:solidFill>
                <a:latin typeface="Yu Gothic"/>
                <a:ea typeface="Yu Gothic"/>
                <a:cs typeface="Yu Gothic"/>
              </a:defRPr>
            </a:lvl4pPr>
            <a:lvl5pPr algn="l">
              <a:buNone/>
              <a:defRPr sz="1875" b="1">
                <a:solidFill>
                  <a:srgbClr val="245C98"/>
                </a:solidFill>
                <a:latin typeface="Yu Gothic"/>
                <a:ea typeface="Yu Gothic"/>
                <a:cs typeface="Yu Gothic"/>
              </a:defRPr>
            </a:lvl5pPr>
            <a:lvl6pPr algn="l">
              <a:buNone/>
              <a:defRPr sz="1875" b="1">
                <a:solidFill>
                  <a:srgbClr val="245C98"/>
                </a:solidFill>
                <a:latin typeface="Yu Gothic"/>
                <a:ea typeface="Yu Gothic"/>
                <a:cs typeface="Yu Gothic"/>
              </a:defRPr>
            </a:lvl6pPr>
            <a:lvl7pPr algn="l">
              <a:buNone/>
              <a:defRPr sz="1875" b="1">
                <a:solidFill>
                  <a:srgbClr val="245C98"/>
                </a:solidFill>
                <a:latin typeface="Yu Gothic"/>
                <a:ea typeface="Yu Gothic"/>
                <a:cs typeface="Yu Gothic"/>
              </a:defRPr>
            </a:lvl7pPr>
            <a:lvl8pPr algn="l">
              <a:buNone/>
              <a:defRPr sz="1875" b="1">
                <a:solidFill>
                  <a:srgbClr val="245C98"/>
                </a:solidFill>
                <a:latin typeface="Yu Gothic"/>
                <a:ea typeface="Yu Gothic"/>
                <a:cs typeface="Yu Gothic"/>
              </a:defRPr>
            </a:lvl8pPr>
            <a:lvl9pPr algn="l">
              <a:buNone/>
              <a:defRPr sz="1875" b="1">
                <a:solidFill>
                  <a:srgbClr val="245C98"/>
                </a:solidFill>
                <a:latin typeface="Yu Gothic"/>
                <a:ea typeface="Yu Gothic"/>
                <a:cs typeface="Yu Gothic"/>
              </a:defRPr>
            </a:lvl9pPr>
          </a:lstStyle>
          <a:p xmlns:a="http://schemas.openxmlformats.org/drawingml/2006/main">
            <a:pPr algn="l">
              <a:buNone/>
              <a:defRPr sz="1875" b="1">
                <a:solidFill>
                  <a:srgbClr val="245C98"/>
                </a:solidFill>
                <a:latin typeface="Yu Gothic"/>
                <a:ea typeface="Yu Gothic"/>
                <a:cs typeface="Yu Gothic"/>
              </a:defRPr>
            </a:pPr>
            <a:r>
              <a:rPr sz="1875" b="1">
                <a:solidFill>
                  <a:srgbClr val="245C98"/>
                </a:solidFill>
                <a:latin typeface="Yu Gothic"/>
                <a:ea typeface="Yu Gothic"/>
                <a:cs typeface="Yu Gothic"/>
              </a:rPr>
              <a:t>A</a:t>
            </a:r>
          </a:p>
        </p:txBody>
      </p:sp>
      <p:sp>
        <p:nvSpPr>
          <p:cNvPr id="16" name="">
            <a:extLst xmlns:a="http://schemas.openxmlformats.org/drawingml/2006/main">
              <a:ext uri="{FF2B5EF4-FFF2-40B4-BE49-F238E27FC236}">
                <a16:creationId xmlns:a16="http://schemas.microsoft.com/office/drawing/2014/main" id="{FBB5D0A8-D9DB-4103-A317-62E048177BA1}"/>
              </a:ext>
            </a:extLst>
          </p:cNvPr>
          <p:cNvSpPr>
            <a:spLocks xmlns:a="http://schemas.openxmlformats.org/drawingml/2006/main" noGrp="1"/>
          </p:cNvSpPr>
          <p:nvPr/>
        </p:nvSpPr>
        <p:spPr>
          <a:xfrm xmlns:a="http://schemas.openxmlformats.org/drawingml/2006/main">
            <a:off x="7191375" y="2476500"/>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5D6C78"/>
                </a:solidFill>
                <a:latin typeface="Yu Gothic"/>
                <a:ea typeface="Yu Gothic"/>
                <a:cs typeface="Yu Gothic"/>
              </a:defRPr>
            </a:defPPr>
            <a:lvl1pPr algn="l">
              <a:buNone/>
              <a:defRPr sz="1800" b="0">
                <a:solidFill>
                  <a:srgbClr val="5D6C78"/>
                </a:solidFill>
                <a:latin typeface="Yu Gothic"/>
                <a:ea typeface="Yu Gothic"/>
                <a:cs typeface="Yu Gothic"/>
              </a:defRPr>
            </a:lvl1pPr>
            <a:lvl2pPr algn="l">
              <a:buNone/>
              <a:defRPr sz="1800" b="0">
                <a:solidFill>
                  <a:srgbClr val="5D6C78"/>
                </a:solidFill>
                <a:latin typeface="Yu Gothic"/>
                <a:ea typeface="Yu Gothic"/>
                <a:cs typeface="Yu Gothic"/>
              </a:defRPr>
            </a:lvl2pPr>
            <a:lvl3pPr algn="l">
              <a:buNone/>
              <a:defRPr sz="1800" b="0">
                <a:solidFill>
                  <a:srgbClr val="5D6C78"/>
                </a:solidFill>
                <a:latin typeface="Yu Gothic"/>
                <a:ea typeface="Yu Gothic"/>
                <a:cs typeface="Yu Gothic"/>
              </a:defRPr>
            </a:lvl3pPr>
            <a:lvl4pPr algn="l">
              <a:buNone/>
              <a:defRPr sz="1800" b="0">
                <a:solidFill>
                  <a:srgbClr val="5D6C78"/>
                </a:solidFill>
                <a:latin typeface="Yu Gothic"/>
                <a:ea typeface="Yu Gothic"/>
                <a:cs typeface="Yu Gothic"/>
              </a:defRPr>
            </a:lvl4pPr>
            <a:lvl5pPr algn="l">
              <a:buNone/>
              <a:defRPr sz="1800" b="0">
                <a:solidFill>
                  <a:srgbClr val="5D6C78"/>
                </a:solidFill>
                <a:latin typeface="Yu Gothic"/>
                <a:ea typeface="Yu Gothic"/>
                <a:cs typeface="Yu Gothic"/>
              </a:defRPr>
            </a:lvl5pPr>
            <a:lvl6pPr algn="l">
              <a:buNone/>
              <a:defRPr sz="1800" b="0">
                <a:solidFill>
                  <a:srgbClr val="5D6C78"/>
                </a:solidFill>
                <a:latin typeface="Yu Gothic"/>
                <a:ea typeface="Yu Gothic"/>
                <a:cs typeface="Yu Gothic"/>
              </a:defRPr>
            </a:lvl6pPr>
            <a:lvl7pPr algn="l">
              <a:buNone/>
              <a:defRPr sz="1800" b="0">
                <a:solidFill>
                  <a:srgbClr val="5D6C78"/>
                </a:solidFill>
                <a:latin typeface="Yu Gothic"/>
                <a:ea typeface="Yu Gothic"/>
                <a:cs typeface="Yu Gothic"/>
              </a:defRPr>
            </a:lvl7pPr>
            <a:lvl8pPr algn="l">
              <a:buNone/>
              <a:defRPr sz="1800" b="0">
                <a:solidFill>
                  <a:srgbClr val="5D6C78"/>
                </a:solidFill>
                <a:latin typeface="Yu Gothic"/>
                <a:ea typeface="Yu Gothic"/>
                <a:cs typeface="Yu Gothic"/>
              </a:defRPr>
            </a:lvl8pPr>
            <a:lvl9pPr algn="l">
              <a:buNone/>
              <a:defRPr sz="1800" b="0">
                <a:solidFill>
                  <a:srgbClr val="5D6C78"/>
                </a:solidFill>
                <a:latin typeface="Yu Gothic"/>
                <a:ea typeface="Yu Gothic"/>
                <a:cs typeface="Yu Gothic"/>
              </a:defRPr>
            </a:lvl9pPr>
          </a:lstStyle>
          <a:p xmlns:a="http://schemas.openxmlformats.org/drawingml/2006/main">
            <a:pPr algn="l">
              <a:buNone/>
              <a:defRPr sz="1800" b="0">
                <a:solidFill>
                  <a:srgbClr val="5D6C78"/>
                </a:solidFill>
                <a:latin typeface="Yu Gothic"/>
                <a:ea typeface="Yu Gothic"/>
                <a:cs typeface="Yu Gothic"/>
              </a:defRPr>
            </a:pPr>
            <a:r>
              <a:rPr sz="1800" b="0">
                <a:solidFill>
                  <a:srgbClr val="5D6C78"/>
                </a:solidFill>
                <a:latin typeface="Yu Gothic"/>
                <a:ea typeface="Yu Gothic"/>
                <a:cs typeface="Yu Gothic"/>
              </a:rPr>
              <a:t>自由端</a:t>
            </a:r>
          </a:p>
        </p:txBody>
      </p:sp>
      <p:sp>
        <p:nvSpPr>
          <p:cNvPr id="17" name="">
            <a:extLst xmlns:a="http://schemas.openxmlformats.org/drawingml/2006/main">
              <a:ext uri="{FF2B5EF4-FFF2-40B4-BE49-F238E27FC236}">
                <a16:creationId xmlns:a16="http://schemas.microsoft.com/office/drawing/2014/main" id="{3B4A936F-331A-414C-AA51-E3D10BA71E92}"/>
              </a:ext>
            </a:extLst>
          </p:cNvPr>
          <p:cNvSpPr>
            <a:spLocks xmlns:a="http://schemas.openxmlformats.org/drawingml/2006/main" noGrp="1"/>
          </p:cNvSpPr>
          <p:nvPr/>
        </p:nvSpPr>
        <p:spPr>
          <a:xfrm xmlns:a="http://schemas.openxmlformats.org/drawingml/2006/main">
            <a:off x="8572500" y="1762125"/>
            <a:ext cx="2933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8364F"/>
                </a:solidFill>
                <a:latin typeface="Yu Gothic"/>
                <a:ea typeface="Yu Gothic"/>
                <a:cs typeface="Yu Gothic"/>
              </a:defRPr>
            </a:defPPr>
            <a:lvl1pPr algn="l">
              <a:buNone/>
              <a:defRPr sz="2100" b="1">
                <a:solidFill>
                  <a:srgbClr val="18364F"/>
                </a:solidFill>
                <a:latin typeface="Yu Gothic"/>
                <a:ea typeface="Yu Gothic"/>
                <a:cs typeface="Yu Gothic"/>
              </a:defRPr>
            </a:lvl1pPr>
            <a:lvl2pPr algn="l">
              <a:buNone/>
              <a:defRPr sz="2100" b="1">
                <a:solidFill>
                  <a:srgbClr val="18364F"/>
                </a:solidFill>
                <a:latin typeface="Yu Gothic"/>
                <a:ea typeface="Yu Gothic"/>
                <a:cs typeface="Yu Gothic"/>
              </a:defRPr>
            </a:lvl2pPr>
            <a:lvl3pPr algn="l">
              <a:buNone/>
              <a:defRPr sz="2100" b="1">
                <a:solidFill>
                  <a:srgbClr val="18364F"/>
                </a:solidFill>
                <a:latin typeface="Yu Gothic"/>
                <a:ea typeface="Yu Gothic"/>
                <a:cs typeface="Yu Gothic"/>
              </a:defRPr>
            </a:lvl3pPr>
            <a:lvl4pPr algn="l">
              <a:buNone/>
              <a:defRPr sz="2100" b="1">
                <a:solidFill>
                  <a:srgbClr val="18364F"/>
                </a:solidFill>
                <a:latin typeface="Yu Gothic"/>
                <a:ea typeface="Yu Gothic"/>
                <a:cs typeface="Yu Gothic"/>
              </a:defRPr>
            </a:lvl4pPr>
            <a:lvl5pPr algn="l">
              <a:buNone/>
              <a:defRPr sz="2100" b="1">
                <a:solidFill>
                  <a:srgbClr val="18364F"/>
                </a:solidFill>
                <a:latin typeface="Yu Gothic"/>
                <a:ea typeface="Yu Gothic"/>
                <a:cs typeface="Yu Gothic"/>
              </a:defRPr>
            </a:lvl5pPr>
            <a:lvl6pPr algn="l">
              <a:buNone/>
              <a:defRPr sz="2100" b="1">
                <a:solidFill>
                  <a:srgbClr val="18364F"/>
                </a:solidFill>
                <a:latin typeface="Yu Gothic"/>
                <a:ea typeface="Yu Gothic"/>
                <a:cs typeface="Yu Gothic"/>
              </a:defRPr>
            </a:lvl6pPr>
            <a:lvl7pPr algn="l">
              <a:buNone/>
              <a:defRPr sz="2100" b="1">
                <a:solidFill>
                  <a:srgbClr val="18364F"/>
                </a:solidFill>
                <a:latin typeface="Yu Gothic"/>
                <a:ea typeface="Yu Gothic"/>
                <a:cs typeface="Yu Gothic"/>
              </a:defRPr>
            </a:lvl7pPr>
            <a:lvl8pPr algn="l">
              <a:buNone/>
              <a:defRPr sz="2100" b="1">
                <a:solidFill>
                  <a:srgbClr val="18364F"/>
                </a:solidFill>
                <a:latin typeface="Yu Gothic"/>
                <a:ea typeface="Yu Gothic"/>
                <a:cs typeface="Yu Gothic"/>
              </a:defRPr>
            </a:lvl8pPr>
            <a:lvl9pPr algn="l">
              <a:buNone/>
              <a:defRPr sz="2100" b="1">
                <a:solidFill>
                  <a:srgbClr val="18364F"/>
                </a:solidFill>
                <a:latin typeface="Yu Gothic"/>
                <a:ea typeface="Yu Gothic"/>
                <a:cs typeface="Yu Gothic"/>
              </a:defRPr>
            </a:lvl9pPr>
          </a:lstStyle>
          <a:p xmlns:a="http://schemas.openxmlformats.org/drawingml/2006/main">
            <a:pPr algn="l">
              <a:buNone/>
              <a:defRPr sz="2100" b="1">
                <a:solidFill>
                  <a:srgbClr val="18364F"/>
                </a:solidFill>
                <a:latin typeface="Yu Gothic"/>
                <a:ea typeface="Yu Gothic"/>
                <a:cs typeface="Yu Gothic"/>
              </a:defRPr>
            </a:pPr>
            <a:r>
              <a:rPr sz="2100" b="1">
                <a:solidFill>
                  <a:srgbClr val="18364F"/>
                </a:solidFill>
                <a:latin typeface="Yu Gothic"/>
                <a:ea typeface="Yu Gothic"/>
                <a:cs typeface="Yu Gothic"/>
              </a:rPr>
              <a:t>L = 0.5 m</a:t>
            </a:r>
          </a:p>
        </p:txBody>
      </p:sp>
      <p:cxnSp>
        <p:nvCxnSpPr>
          <p:cNvPr id="18" name="">
            <a:extLst xmlns:a="http://schemas.openxmlformats.org/drawingml/2006/main">
              <a:ext uri="{FF2B5EF4-FFF2-40B4-BE49-F238E27FC236}">
                <a16:creationId xmlns:a16="http://schemas.microsoft.com/office/drawing/2014/main" id="{A91017D9-DA00-4A83-9160-ABF5A7139082}"/>
              </a:ext>
            </a:extLst>
          </p:cNvPr>
          <p:cNvCxnSpPr/>
          <p:nvPr/>
        </p:nvCxnSpPr>
        <p:spPr>
          <a:xfrm xmlns:a="http://schemas.openxmlformats.org/drawingml/2006/main" flipH="0" flipV="0">
            <a:off x="1571625" y="3714750"/>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19" name="">
            <a:extLst xmlns:a="http://schemas.openxmlformats.org/drawingml/2006/main">
              <a:ext uri="{FF2B5EF4-FFF2-40B4-BE49-F238E27FC236}">
                <a16:creationId xmlns:a16="http://schemas.microsoft.com/office/drawing/2014/main" id="{8A144491-E086-44E2-BCF4-48704A43610A}"/>
              </a:ext>
            </a:extLst>
          </p:cNvPr>
          <p:cNvCxnSpPr/>
          <p:nvPr/>
        </p:nvCxnSpPr>
        <p:spPr>
          <a:xfrm xmlns:a="http://schemas.openxmlformats.org/drawingml/2006/main" flipH="0" flipV="0">
            <a:off x="1571625" y="3286125"/>
            <a:ext cx="0" cy="857250"/>
          </a:xfrm>
          <a:prstGeom xmlns:a="http://schemas.openxmlformats.org/drawingml/2006/main" prst="straightConnector1">
            <a:avLst/>
          </a:prstGeom>
          <a:ln xmlns:a="http://schemas.openxmlformats.org/drawingml/2006/main" w="14288">
            <a:solidFill>
              <a:srgbClr val="5D6C78"/>
            </a:solidFill>
            <a:prstDash val="solid"/>
          </a:ln>
        </p:spPr>
      </p:cxnSp>
      <p:sp>
        <p:nvSpPr>
          <p:cNvPr id="20" name="">
            <a:extLst xmlns:a="http://schemas.openxmlformats.org/drawingml/2006/main">
              <a:ext uri="{FF2B5EF4-FFF2-40B4-BE49-F238E27FC236}">
                <a16:creationId xmlns:a16="http://schemas.microsoft.com/office/drawing/2014/main" id="{68CBCEF8-0AB1-4B81-A876-C97C1DE91909}"/>
              </a:ext>
            </a:extLst>
          </p:cNvPr>
          <p:cNvSpPr>
            <a:spLocks xmlns:a="http://schemas.openxmlformats.org/drawingml/2006/main" noGrp="1"/>
          </p:cNvSpPr>
          <p:nvPr/>
        </p:nvSpPr>
        <p:spPr>
          <a:xfrm xmlns:a="http://schemas.openxmlformats.org/drawingml/2006/main">
            <a:off x="1209675" y="3543300"/>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1" name="">
            <a:extLst xmlns:a="http://schemas.openxmlformats.org/drawingml/2006/main">
              <a:ext uri="{FF2B5EF4-FFF2-40B4-BE49-F238E27FC236}">
                <a16:creationId xmlns:a16="http://schemas.microsoft.com/office/drawing/2014/main" id="{DABCDF7E-C6E3-494B-940D-5B9340CC4323}"/>
              </a:ext>
            </a:extLst>
          </p:cNvPr>
          <p:cNvSpPr>
            <a:spLocks xmlns:a="http://schemas.openxmlformats.org/drawingml/2006/main" noGrp="1"/>
          </p:cNvSpPr>
          <p:nvPr/>
        </p:nvSpPr>
        <p:spPr>
          <a:xfrm xmlns:a="http://schemas.openxmlformats.org/drawingml/2006/main">
            <a:off x="666750" y="295275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V / N</a:t>
            </a:r>
          </a:p>
        </p:txBody>
      </p:sp>
      <p:sp>
        <p:nvSpPr>
          <p:cNvPr id="22" name="">
            <a:extLst xmlns:a="http://schemas.openxmlformats.org/drawingml/2006/main">
              <a:ext uri="{FF2B5EF4-FFF2-40B4-BE49-F238E27FC236}">
                <a16:creationId xmlns:a16="http://schemas.microsoft.com/office/drawing/2014/main" id="{BDFB00FF-B455-4CDC-9A78-C5C400169D11}"/>
              </a:ext>
            </a:extLst>
          </p:cNvPr>
          <p:cNvSpPr>
            <a:spLocks xmlns:a="http://schemas.openxmlformats.org/drawingml/2006/main" noGrp="1"/>
          </p:cNvSpPr>
          <p:nvPr/>
        </p:nvSpPr>
        <p:spPr>
          <a:xfrm xmlns:a="http://schemas.openxmlformats.org/drawingml/2006/main">
            <a:off x="8010525" y="3543300"/>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23" name="">
            <a:extLst xmlns:a="http://schemas.openxmlformats.org/drawingml/2006/main">
              <a:ext uri="{FF2B5EF4-FFF2-40B4-BE49-F238E27FC236}">
                <a16:creationId xmlns:a16="http://schemas.microsoft.com/office/drawing/2014/main" id="{A4976322-8ED1-4B35-8D67-8133C21C8BD9}"/>
              </a:ext>
            </a:extLst>
          </p:cNvPr>
          <p:cNvSpPr>
            <a:spLocks xmlns:a="http://schemas.openxmlformats.org/drawingml/2006/main" noGrp="1"/>
          </p:cNvSpPr>
          <p:nvPr/>
        </p:nvSpPr>
        <p:spPr>
          <a:xfrm xmlns:a="http://schemas.openxmlformats.org/drawingml/2006/main">
            <a:off x="1571625" y="3286125"/>
            <a:ext cx="6191250" cy="428625"/>
          </a:xfrm>
          <a:custGeom xmlns:a="http://schemas.openxmlformats.org/drawingml/2006/main">
            <a:pathLst>
              <a:path w="6191250" h="428625">
                <a:moveTo>
                  <a:pt x="0" y="428625"/>
                </a:moveTo>
                <a:lnTo>
                  <a:pt x="0" y="0"/>
                </a:lnTo>
                <a:lnTo>
                  <a:pt x="6191250" y="0"/>
                </a:lnTo>
                <a:lnTo>
                  <a:pt x="6191250" y="428625"/>
                </a:lnTo>
              </a:path>
            </a:pathLst>
          </a:custGeom>
          <a:noFill xmlns:a="http://schemas.openxmlformats.org/drawingml/2006/main"/>
          <a:ln xmlns:a="http://schemas.openxmlformats.org/drawingml/2006/main" w="38100">
            <a:solidFill>
              <a:srgbClr val="7352A3"/>
            </a:solidFill>
          </a:ln>
        </p:spPr>
      </p:sp>
      <p:sp>
        <p:nvSpPr>
          <p:cNvPr id="24" name="">
            <a:extLst xmlns:a="http://schemas.openxmlformats.org/drawingml/2006/main">
              <a:ext uri="{FF2B5EF4-FFF2-40B4-BE49-F238E27FC236}">
                <a16:creationId xmlns:a16="http://schemas.microsoft.com/office/drawing/2014/main" id="{EB6724F3-AEB1-4018-A708-2424A94E4F30}"/>
              </a:ext>
            </a:extLst>
          </p:cNvPr>
          <p:cNvSpPr>
            <a:spLocks xmlns:a="http://schemas.openxmlformats.org/drawingml/2006/main" noGrp="1"/>
          </p:cNvSpPr>
          <p:nvPr/>
        </p:nvSpPr>
        <p:spPr>
          <a:xfrm xmlns:a="http://schemas.openxmlformats.org/drawingml/2006/main">
            <a:off x="1514475"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+120</a:t>
            </a:r>
          </a:p>
        </p:txBody>
      </p:sp>
      <p:sp>
        <p:nvSpPr>
          <p:cNvPr id="25" name="">
            <a:extLst xmlns:a="http://schemas.openxmlformats.org/drawingml/2006/main">
              <a:ext uri="{FF2B5EF4-FFF2-40B4-BE49-F238E27FC236}">
                <a16:creationId xmlns:a16="http://schemas.microsoft.com/office/drawing/2014/main" id="{153E9D2E-DF98-4057-9BBB-CCB8358A4E43}"/>
              </a:ext>
            </a:extLst>
          </p:cNvPr>
          <p:cNvSpPr>
            <a:spLocks xmlns:a="http://schemas.openxmlformats.org/drawingml/2006/main" noGrp="1"/>
          </p:cNvSpPr>
          <p:nvPr/>
        </p:nvSpPr>
        <p:spPr>
          <a:xfrm xmlns:a="http://schemas.openxmlformats.org/drawingml/2006/main">
            <a:off x="6591300" y="2905125"/>
            <a:ext cx="1104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7352A3"/>
                </a:solidFill>
                <a:latin typeface="Yu Gothic"/>
                <a:ea typeface="Yu Gothic"/>
                <a:cs typeface="Yu Gothic"/>
              </a:defRPr>
            </a:defPPr>
            <a:lvl1pPr algn="ctr">
              <a:buNone/>
              <a:defRPr sz="1800" b="1">
                <a:solidFill>
                  <a:srgbClr val="7352A3"/>
                </a:solidFill>
                <a:latin typeface="Yu Gothic"/>
                <a:ea typeface="Yu Gothic"/>
                <a:cs typeface="Yu Gothic"/>
              </a:defRPr>
            </a:lvl1pPr>
            <a:lvl2pPr algn="ctr">
              <a:buNone/>
              <a:defRPr sz="1800" b="1">
                <a:solidFill>
                  <a:srgbClr val="7352A3"/>
                </a:solidFill>
                <a:latin typeface="Yu Gothic"/>
                <a:ea typeface="Yu Gothic"/>
                <a:cs typeface="Yu Gothic"/>
              </a:defRPr>
            </a:lvl2pPr>
            <a:lvl3pPr algn="ctr">
              <a:buNone/>
              <a:defRPr sz="1800" b="1">
                <a:solidFill>
                  <a:srgbClr val="7352A3"/>
                </a:solidFill>
                <a:latin typeface="Yu Gothic"/>
                <a:ea typeface="Yu Gothic"/>
                <a:cs typeface="Yu Gothic"/>
              </a:defRPr>
            </a:lvl3pPr>
            <a:lvl4pPr algn="ctr">
              <a:buNone/>
              <a:defRPr sz="1800" b="1">
                <a:solidFill>
                  <a:srgbClr val="7352A3"/>
                </a:solidFill>
                <a:latin typeface="Yu Gothic"/>
                <a:ea typeface="Yu Gothic"/>
                <a:cs typeface="Yu Gothic"/>
              </a:defRPr>
            </a:lvl4pPr>
            <a:lvl5pPr algn="ctr">
              <a:buNone/>
              <a:defRPr sz="1800" b="1">
                <a:solidFill>
                  <a:srgbClr val="7352A3"/>
                </a:solidFill>
                <a:latin typeface="Yu Gothic"/>
                <a:ea typeface="Yu Gothic"/>
                <a:cs typeface="Yu Gothic"/>
              </a:defRPr>
            </a:lvl5pPr>
            <a:lvl6pPr algn="ctr">
              <a:buNone/>
              <a:defRPr sz="1800" b="1">
                <a:solidFill>
                  <a:srgbClr val="7352A3"/>
                </a:solidFill>
                <a:latin typeface="Yu Gothic"/>
                <a:ea typeface="Yu Gothic"/>
                <a:cs typeface="Yu Gothic"/>
              </a:defRPr>
            </a:lvl6pPr>
            <a:lvl7pPr algn="ctr">
              <a:buNone/>
              <a:defRPr sz="1800" b="1">
                <a:solidFill>
                  <a:srgbClr val="7352A3"/>
                </a:solidFill>
                <a:latin typeface="Yu Gothic"/>
                <a:ea typeface="Yu Gothic"/>
                <a:cs typeface="Yu Gothic"/>
              </a:defRPr>
            </a:lvl7pPr>
            <a:lvl8pPr algn="ctr">
              <a:buNone/>
              <a:defRPr sz="1800" b="1">
                <a:solidFill>
                  <a:srgbClr val="7352A3"/>
                </a:solidFill>
                <a:latin typeface="Yu Gothic"/>
                <a:ea typeface="Yu Gothic"/>
                <a:cs typeface="Yu Gothic"/>
              </a:defRPr>
            </a:lvl8pPr>
            <a:lvl9pPr algn="ctr">
              <a:buNone/>
              <a:defRPr sz="1800" b="1">
                <a:solidFill>
                  <a:srgbClr val="7352A3"/>
                </a:solidFill>
                <a:latin typeface="Yu Gothic"/>
                <a:ea typeface="Yu Gothic"/>
                <a:cs typeface="Yu Gothic"/>
              </a:defRPr>
            </a:lvl9pPr>
          </a:lstStyle>
          <a:p xmlns:a="http://schemas.openxmlformats.org/drawingml/2006/main">
            <a:pPr algn="ctr">
              <a:buNone/>
              <a:defRPr sz="1800" b="1">
                <a:solidFill>
                  <a:srgbClr val="7352A3"/>
                </a:solidFill>
                <a:latin typeface="Yu Gothic"/>
                <a:ea typeface="Yu Gothic"/>
                <a:cs typeface="Yu Gothic"/>
              </a:defRPr>
            </a:pPr>
            <a:r>
              <a:rPr sz="1800" b="1">
                <a:solidFill>
                  <a:srgbClr val="7352A3"/>
                </a:solidFill>
                <a:latin typeface="Yu Gothic"/>
                <a:ea typeface="Yu Gothic"/>
                <a:cs typeface="Yu Gothic"/>
              </a:rPr>
              <a:t>+120</a:t>
            </a:r>
          </a:p>
        </p:txBody>
      </p:sp>
      <p:cxnSp>
        <p:nvCxnSpPr>
          <p:cNvPr id="26" name="">
            <a:extLst xmlns:a="http://schemas.openxmlformats.org/drawingml/2006/main">
              <a:ext uri="{FF2B5EF4-FFF2-40B4-BE49-F238E27FC236}">
                <a16:creationId xmlns:a16="http://schemas.microsoft.com/office/drawing/2014/main" id="{B1D5DE67-4D78-4322-8C7A-28AE05AE6A42}"/>
              </a:ext>
            </a:extLst>
          </p:cNvPr>
          <p:cNvCxnSpPr/>
          <p:nvPr/>
        </p:nvCxnSpPr>
        <p:spPr>
          <a:xfrm xmlns:a="http://schemas.openxmlformats.org/drawingml/2006/main" flipH="0" flipV="0">
            <a:off x="1571625" y="5095875"/>
            <a:ext cx="6381750" cy="0"/>
          </a:xfrm>
          <a:prstGeom xmlns:a="http://schemas.openxmlformats.org/drawingml/2006/main" prst="straightConnector1">
            <a:avLst/>
          </a:prstGeom>
          <a:ln xmlns:a="http://schemas.openxmlformats.org/drawingml/2006/main" w="17145">
            <a:solidFill>
              <a:srgbClr val="5D6C78"/>
            </a:solidFill>
            <a:tailEnd type="triangle" w="med" len="med"/>
          </a:ln>
        </p:spPr>
      </p:cxnSp>
      <p:cxnSp>
        <p:nvCxnSpPr>
          <p:cNvPr id="27" name="">
            <a:extLst xmlns:a="http://schemas.openxmlformats.org/drawingml/2006/main">
              <a:ext uri="{FF2B5EF4-FFF2-40B4-BE49-F238E27FC236}">
                <a16:creationId xmlns:a16="http://schemas.microsoft.com/office/drawing/2014/main" id="{DC48258B-8B49-4C8E-8AE7-B188AFACBDAA}"/>
              </a:ext>
            </a:extLst>
          </p:cNvPr>
          <p:cNvCxnSpPr/>
          <p:nvPr/>
        </p:nvCxnSpPr>
        <p:spPr>
          <a:xfrm xmlns:a="http://schemas.openxmlformats.org/drawingml/2006/main" flipH="0" flipV="0">
            <a:off x="1571625" y="4638675"/>
            <a:ext cx="0" cy="885825"/>
          </a:xfrm>
          <a:prstGeom xmlns:a="http://schemas.openxmlformats.org/drawingml/2006/main" prst="straightConnector1">
            <a:avLst/>
          </a:prstGeom>
          <a:ln xmlns:a="http://schemas.openxmlformats.org/drawingml/2006/main" w="14288">
            <a:solidFill>
              <a:srgbClr val="5D6C78"/>
            </a:solidFill>
            <a:prstDash val="solid"/>
          </a:ln>
        </p:spPr>
      </p:cxnSp>
      <p:sp>
        <p:nvSpPr>
          <p:cNvPr id="28" name="">
            <a:extLst xmlns:a="http://schemas.openxmlformats.org/drawingml/2006/main">
              <a:ext uri="{FF2B5EF4-FFF2-40B4-BE49-F238E27FC236}">
                <a16:creationId xmlns:a16="http://schemas.microsoft.com/office/drawing/2014/main" id="{53F596BB-9A71-43E5-8D8B-96531FC966AA}"/>
              </a:ext>
            </a:extLst>
          </p:cNvPr>
          <p:cNvSpPr>
            <a:spLocks xmlns:a="http://schemas.openxmlformats.org/drawingml/2006/main" noGrp="1"/>
          </p:cNvSpPr>
          <p:nvPr/>
        </p:nvSpPr>
        <p:spPr>
          <a:xfrm xmlns:a="http://schemas.openxmlformats.org/drawingml/2006/main">
            <a:off x="1209675" y="4924425"/>
            <a:ext cx="266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a:t>
            </a:r>
          </a:p>
        </p:txBody>
      </p:sp>
      <p:sp>
        <p:nvSpPr>
          <p:cNvPr id="29" name="">
            <a:extLst xmlns:a="http://schemas.openxmlformats.org/drawingml/2006/main">
              <a:ext uri="{FF2B5EF4-FFF2-40B4-BE49-F238E27FC236}">
                <a16:creationId xmlns:a16="http://schemas.microsoft.com/office/drawing/2014/main" id="{DE339D69-ABAE-40CA-871C-3FFD9A818227}"/>
              </a:ext>
            </a:extLst>
          </p:cNvPr>
          <p:cNvSpPr>
            <a:spLocks xmlns:a="http://schemas.openxmlformats.org/drawingml/2006/main" noGrp="1"/>
          </p:cNvSpPr>
          <p:nvPr/>
        </p:nvSpPr>
        <p:spPr>
          <a:xfrm xmlns:a="http://schemas.openxmlformats.org/drawingml/2006/main">
            <a:off x="666750" y="4305300"/>
            <a:ext cx="1428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8364F"/>
                </a:solidFill>
                <a:latin typeface="Yu Gothic"/>
                <a:ea typeface="Yu Gothic"/>
                <a:cs typeface="Yu Gothic"/>
              </a:defRPr>
            </a:defPPr>
            <a:lvl1pPr algn="l">
              <a:buNone/>
              <a:defRPr sz="1800" b="1">
                <a:solidFill>
                  <a:srgbClr val="18364F"/>
                </a:solidFill>
                <a:latin typeface="Yu Gothic"/>
                <a:ea typeface="Yu Gothic"/>
                <a:cs typeface="Yu Gothic"/>
              </a:defRPr>
            </a:lvl1pPr>
            <a:lvl2pPr algn="l">
              <a:buNone/>
              <a:defRPr sz="1800" b="1">
                <a:solidFill>
                  <a:srgbClr val="18364F"/>
                </a:solidFill>
                <a:latin typeface="Yu Gothic"/>
                <a:ea typeface="Yu Gothic"/>
                <a:cs typeface="Yu Gothic"/>
              </a:defRPr>
            </a:lvl2pPr>
            <a:lvl3pPr algn="l">
              <a:buNone/>
              <a:defRPr sz="1800" b="1">
                <a:solidFill>
                  <a:srgbClr val="18364F"/>
                </a:solidFill>
                <a:latin typeface="Yu Gothic"/>
                <a:ea typeface="Yu Gothic"/>
                <a:cs typeface="Yu Gothic"/>
              </a:defRPr>
            </a:lvl3pPr>
            <a:lvl4pPr algn="l">
              <a:buNone/>
              <a:defRPr sz="1800" b="1">
                <a:solidFill>
                  <a:srgbClr val="18364F"/>
                </a:solidFill>
                <a:latin typeface="Yu Gothic"/>
                <a:ea typeface="Yu Gothic"/>
                <a:cs typeface="Yu Gothic"/>
              </a:defRPr>
            </a:lvl4pPr>
            <a:lvl5pPr algn="l">
              <a:buNone/>
              <a:defRPr sz="1800" b="1">
                <a:solidFill>
                  <a:srgbClr val="18364F"/>
                </a:solidFill>
                <a:latin typeface="Yu Gothic"/>
                <a:ea typeface="Yu Gothic"/>
                <a:cs typeface="Yu Gothic"/>
              </a:defRPr>
            </a:lvl5pPr>
            <a:lvl6pPr algn="l">
              <a:buNone/>
              <a:defRPr sz="1800" b="1">
                <a:solidFill>
                  <a:srgbClr val="18364F"/>
                </a:solidFill>
                <a:latin typeface="Yu Gothic"/>
                <a:ea typeface="Yu Gothic"/>
                <a:cs typeface="Yu Gothic"/>
              </a:defRPr>
            </a:lvl6pPr>
            <a:lvl7pPr algn="l">
              <a:buNone/>
              <a:defRPr sz="1800" b="1">
                <a:solidFill>
                  <a:srgbClr val="18364F"/>
                </a:solidFill>
                <a:latin typeface="Yu Gothic"/>
                <a:ea typeface="Yu Gothic"/>
                <a:cs typeface="Yu Gothic"/>
              </a:defRPr>
            </a:lvl7pPr>
            <a:lvl8pPr algn="l">
              <a:buNone/>
              <a:defRPr sz="1800" b="1">
                <a:solidFill>
                  <a:srgbClr val="18364F"/>
                </a:solidFill>
                <a:latin typeface="Yu Gothic"/>
                <a:ea typeface="Yu Gothic"/>
                <a:cs typeface="Yu Gothic"/>
              </a:defRPr>
            </a:lvl8pPr>
            <a:lvl9pPr algn="l">
              <a:buNone/>
              <a:defRPr sz="1800" b="1">
                <a:solidFill>
                  <a:srgbClr val="18364F"/>
                </a:solidFill>
                <a:latin typeface="Yu Gothic"/>
                <a:ea typeface="Yu Gothic"/>
                <a:cs typeface="Yu Gothic"/>
              </a:defRPr>
            </a:lvl9pPr>
          </a:lstStyle>
          <a:p xmlns:a="http://schemas.openxmlformats.org/drawingml/2006/main">
            <a:pPr algn="l">
              <a:buNone/>
              <a:defRPr sz="1800" b="1">
                <a:solidFill>
                  <a:srgbClr val="18364F"/>
                </a:solidFill>
                <a:latin typeface="Yu Gothic"/>
                <a:ea typeface="Yu Gothic"/>
                <a:cs typeface="Yu Gothic"/>
              </a:defRPr>
            </a:pPr>
            <a:r>
              <a:rPr sz="1800" b="1">
                <a:solidFill>
                  <a:srgbClr val="18364F"/>
                </a:solidFill>
                <a:latin typeface="Yu Gothic"/>
                <a:ea typeface="Yu Gothic"/>
                <a:cs typeface="Yu Gothic"/>
              </a:rPr>
              <a:t>M / N·m</a:t>
            </a:r>
          </a:p>
        </p:txBody>
      </p:sp>
      <p:sp>
        <p:nvSpPr>
          <p:cNvPr id="30" name="">
            <a:extLst xmlns:a="http://schemas.openxmlformats.org/drawingml/2006/main">
              <a:ext uri="{FF2B5EF4-FFF2-40B4-BE49-F238E27FC236}">
                <a16:creationId xmlns:a16="http://schemas.microsoft.com/office/drawing/2014/main" id="{1C94BDF3-A077-4E62-987C-88CDE96C7FD7}"/>
              </a:ext>
            </a:extLst>
          </p:cNvPr>
          <p:cNvSpPr>
            <a:spLocks xmlns:a="http://schemas.openxmlformats.org/drawingml/2006/main" noGrp="1"/>
          </p:cNvSpPr>
          <p:nvPr/>
        </p:nvSpPr>
        <p:spPr>
          <a:xfrm xmlns:a="http://schemas.openxmlformats.org/drawingml/2006/main">
            <a:off x="8010525" y="4924425"/>
            <a:ext cx="95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5D6C78"/>
                </a:solidFill>
                <a:latin typeface="Yu Gothic"/>
                <a:ea typeface="Yu Gothic"/>
                <a:cs typeface="Yu Gothic"/>
              </a:defRPr>
            </a:defPPr>
            <a:lvl1pPr algn="l">
              <a:buNone/>
              <a:defRPr sz="1650" b="0">
                <a:solidFill>
                  <a:srgbClr val="5D6C78"/>
                </a:solidFill>
                <a:latin typeface="Yu Gothic"/>
                <a:ea typeface="Yu Gothic"/>
                <a:cs typeface="Yu Gothic"/>
              </a:defRPr>
            </a:lvl1pPr>
            <a:lvl2pPr algn="l">
              <a:buNone/>
              <a:defRPr sz="1650" b="0">
                <a:solidFill>
                  <a:srgbClr val="5D6C78"/>
                </a:solidFill>
                <a:latin typeface="Yu Gothic"/>
                <a:ea typeface="Yu Gothic"/>
                <a:cs typeface="Yu Gothic"/>
              </a:defRPr>
            </a:lvl2pPr>
            <a:lvl3pPr algn="l">
              <a:buNone/>
              <a:defRPr sz="1650" b="0">
                <a:solidFill>
                  <a:srgbClr val="5D6C78"/>
                </a:solidFill>
                <a:latin typeface="Yu Gothic"/>
                <a:ea typeface="Yu Gothic"/>
                <a:cs typeface="Yu Gothic"/>
              </a:defRPr>
            </a:lvl3pPr>
            <a:lvl4pPr algn="l">
              <a:buNone/>
              <a:defRPr sz="1650" b="0">
                <a:solidFill>
                  <a:srgbClr val="5D6C78"/>
                </a:solidFill>
                <a:latin typeface="Yu Gothic"/>
                <a:ea typeface="Yu Gothic"/>
                <a:cs typeface="Yu Gothic"/>
              </a:defRPr>
            </a:lvl4pPr>
            <a:lvl5pPr algn="l">
              <a:buNone/>
              <a:defRPr sz="1650" b="0">
                <a:solidFill>
                  <a:srgbClr val="5D6C78"/>
                </a:solidFill>
                <a:latin typeface="Yu Gothic"/>
                <a:ea typeface="Yu Gothic"/>
                <a:cs typeface="Yu Gothic"/>
              </a:defRPr>
            </a:lvl5pPr>
            <a:lvl6pPr algn="l">
              <a:buNone/>
              <a:defRPr sz="1650" b="0">
                <a:solidFill>
                  <a:srgbClr val="5D6C78"/>
                </a:solidFill>
                <a:latin typeface="Yu Gothic"/>
                <a:ea typeface="Yu Gothic"/>
                <a:cs typeface="Yu Gothic"/>
              </a:defRPr>
            </a:lvl6pPr>
            <a:lvl7pPr algn="l">
              <a:buNone/>
              <a:defRPr sz="1650" b="0">
                <a:solidFill>
                  <a:srgbClr val="5D6C78"/>
                </a:solidFill>
                <a:latin typeface="Yu Gothic"/>
                <a:ea typeface="Yu Gothic"/>
                <a:cs typeface="Yu Gothic"/>
              </a:defRPr>
            </a:lvl7pPr>
            <a:lvl8pPr algn="l">
              <a:buNone/>
              <a:defRPr sz="1650" b="0">
                <a:solidFill>
                  <a:srgbClr val="5D6C78"/>
                </a:solidFill>
                <a:latin typeface="Yu Gothic"/>
                <a:ea typeface="Yu Gothic"/>
                <a:cs typeface="Yu Gothic"/>
              </a:defRPr>
            </a:lvl8pPr>
            <a:lvl9pPr algn="l">
              <a:buNone/>
              <a:defRPr sz="1650" b="0">
                <a:solidFill>
                  <a:srgbClr val="5D6C78"/>
                </a:solidFill>
                <a:latin typeface="Yu Gothic"/>
                <a:ea typeface="Yu Gothic"/>
                <a:cs typeface="Yu Gothic"/>
              </a:defRPr>
            </a:lvl9pPr>
          </a:lstStyle>
          <a:p xmlns:a="http://schemas.openxmlformats.org/drawingml/2006/main">
            <a:pPr algn="l">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x / m</a:t>
            </a:r>
          </a:p>
        </p:txBody>
      </p:sp>
      <p:sp>
        <p:nvSpPr>
          <p:cNvPr id="31" name="">
            <a:extLst xmlns:a="http://schemas.openxmlformats.org/drawingml/2006/main">
              <a:ext uri="{FF2B5EF4-FFF2-40B4-BE49-F238E27FC236}">
                <a16:creationId xmlns:a16="http://schemas.microsoft.com/office/drawing/2014/main" id="{FC896CC6-7FEB-48B5-AE4F-F48B56A85223}"/>
              </a:ext>
            </a:extLst>
          </p:cNvPr>
          <p:cNvSpPr>
            <a:spLocks xmlns:a="http://schemas.openxmlformats.org/drawingml/2006/main" noGrp="1"/>
          </p:cNvSpPr>
          <p:nvPr/>
        </p:nvSpPr>
        <p:spPr>
          <a:xfrm xmlns:a="http://schemas.openxmlformats.org/drawingml/2006/main">
            <a:off x="1571625" y="5095875"/>
            <a:ext cx="6191250" cy="457200"/>
          </a:xfrm>
          <a:custGeom xmlns:a="http://schemas.openxmlformats.org/drawingml/2006/main">
            <a:pathLst>
              <a:path w="6191250" h="457200">
                <a:moveTo>
                  <a:pt x="0" y="457200"/>
                </a:moveTo>
                <a:lnTo>
                  <a:pt x="6191250" y="0"/>
                </a:lnTo>
              </a:path>
            </a:pathLst>
          </a:custGeom>
          <a:noFill xmlns:a="http://schemas.openxmlformats.org/drawingml/2006/main"/>
          <a:ln xmlns:a="http://schemas.openxmlformats.org/drawingml/2006/main" w="38100">
            <a:solidFill>
              <a:srgbClr val="226FAE"/>
            </a:solidFill>
          </a:ln>
        </p:spPr>
      </p:sp>
      <p:cxnSp>
        <p:nvCxnSpPr>
          <p:cNvPr id="32" name="">
            <a:extLst xmlns:a="http://schemas.openxmlformats.org/drawingml/2006/main">
              <a:ext uri="{FF2B5EF4-FFF2-40B4-BE49-F238E27FC236}">
                <a16:creationId xmlns:a16="http://schemas.microsoft.com/office/drawing/2014/main" id="{0141CDF9-2EDC-4F3E-A263-309A5C1B3511}"/>
              </a:ext>
            </a:extLst>
          </p:cNvPr>
          <p:cNvCxnSpPr/>
          <p:nvPr/>
        </p:nvCxnSpPr>
        <p:spPr>
          <a:xfrm xmlns:a="http://schemas.openxmlformats.org/drawingml/2006/main" flipH="0" flipV="0">
            <a:off x="7762875" y="5048250"/>
            <a:ext cx="0" cy="95250"/>
          </a:xfrm>
          <a:prstGeom xmlns:a="http://schemas.openxmlformats.org/drawingml/2006/main" prst="straightConnector1">
            <a:avLst/>
          </a:prstGeom>
          <a:ln xmlns:a="http://schemas.openxmlformats.org/drawingml/2006/main" w="9525">
            <a:solidFill>
              <a:srgbClr val="5D6C78"/>
            </a:solidFill>
            <a:prstDash val="solid"/>
          </a:ln>
        </p:spPr>
      </p:cxnSp>
      <p:sp>
        <p:nvSpPr>
          <p:cNvPr id="33" name="">
            <a:extLst xmlns:a="http://schemas.openxmlformats.org/drawingml/2006/main">
              <a:ext uri="{FF2B5EF4-FFF2-40B4-BE49-F238E27FC236}">
                <a16:creationId xmlns:a16="http://schemas.microsoft.com/office/drawing/2014/main" id="{8B12D5E5-91F4-4C8C-8C67-D218D5CA5BBB}"/>
              </a:ext>
            </a:extLst>
          </p:cNvPr>
          <p:cNvSpPr>
            <a:spLocks xmlns:a="http://schemas.openxmlformats.org/drawingml/2006/main" noGrp="1"/>
          </p:cNvSpPr>
          <p:nvPr/>
        </p:nvSpPr>
        <p:spPr>
          <a:xfrm xmlns:a="http://schemas.openxmlformats.org/drawingml/2006/main">
            <a:off x="7334250" y="5172075"/>
            <a:ext cx="857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5D6C78"/>
                </a:solidFill>
                <a:latin typeface="Yu Gothic"/>
                <a:ea typeface="Yu Gothic"/>
                <a:cs typeface="Yu Gothic"/>
              </a:defRPr>
            </a:defPPr>
            <a:lvl1pPr algn="ctr">
              <a:buNone/>
              <a:defRPr sz="1650" b="0">
                <a:solidFill>
                  <a:srgbClr val="5D6C78"/>
                </a:solidFill>
                <a:latin typeface="Yu Gothic"/>
                <a:ea typeface="Yu Gothic"/>
                <a:cs typeface="Yu Gothic"/>
              </a:defRPr>
            </a:lvl1pPr>
            <a:lvl2pPr algn="ctr">
              <a:buNone/>
              <a:defRPr sz="1650" b="0">
                <a:solidFill>
                  <a:srgbClr val="5D6C78"/>
                </a:solidFill>
                <a:latin typeface="Yu Gothic"/>
                <a:ea typeface="Yu Gothic"/>
                <a:cs typeface="Yu Gothic"/>
              </a:defRPr>
            </a:lvl2pPr>
            <a:lvl3pPr algn="ctr">
              <a:buNone/>
              <a:defRPr sz="1650" b="0">
                <a:solidFill>
                  <a:srgbClr val="5D6C78"/>
                </a:solidFill>
                <a:latin typeface="Yu Gothic"/>
                <a:ea typeface="Yu Gothic"/>
                <a:cs typeface="Yu Gothic"/>
              </a:defRPr>
            </a:lvl3pPr>
            <a:lvl4pPr algn="ctr">
              <a:buNone/>
              <a:defRPr sz="1650" b="0">
                <a:solidFill>
                  <a:srgbClr val="5D6C78"/>
                </a:solidFill>
                <a:latin typeface="Yu Gothic"/>
                <a:ea typeface="Yu Gothic"/>
                <a:cs typeface="Yu Gothic"/>
              </a:defRPr>
            </a:lvl4pPr>
            <a:lvl5pPr algn="ctr">
              <a:buNone/>
              <a:defRPr sz="1650" b="0">
                <a:solidFill>
                  <a:srgbClr val="5D6C78"/>
                </a:solidFill>
                <a:latin typeface="Yu Gothic"/>
                <a:ea typeface="Yu Gothic"/>
                <a:cs typeface="Yu Gothic"/>
              </a:defRPr>
            </a:lvl5pPr>
            <a:lvl6pPr algn="ctr">
              <a:buNone/>
              <a:defRPr sz="1650" b="0">
                <a:solidFill>
                  <a:srgbClr val="5D6C78"/>
                </a:solidFill>
                <a:latin typeface="Yu Gothic"/>
                <a:ea typeface="Yu Gothic"/>
                <a:cs typeface="Yu Gothic"/>
              </a:defRPr>
            </a:lvl6pPr>
            <a:lvl7pPr algn="ctr">
              <a:buNone/>
              <a:defRPr sz="1650" b="0">
                <a:solidFill>
                  <a:srgbClr val="5D6C78"/>
                </a:solidFill>
                <a:latin typeface="Yu Gothic"/>
                <a:ea typeface="Yu Gothic"/>
                <a:cs typeface="Yu Gothic"/>
              </a:defRPr>
            </a:lvl7pPr>
            <a:lvl8pPr algn="ctr">
              <a:buNone/>
              <a:defRPr sz="1650" b="0">
                <a:solidFill>
                  <a:srgbClr val="5D6C78"/>
                </a:solidFill>
                <a:latin typeface="Yu Gothic"/>
                <a:ea typeface="Yu Gothic"/>
                <a:cs typeface="Yu Gothic"/>
              </a:defRPr>
            </a:lvl8pPr>
            <a:lvl9pPr algn="ctr">
              <a:buNone/>
              <a:defRPr sz="1650" b="0">
                <a:solidFill>
                  <a:srgbClr val="5D6C78"/>
                </a:solidFill>
                <a:latin typeface="Yu Gothic"/>
                <a:ea typeface="Yu Gothic"/>
                <a:cs typeface="Yu Gothic"/>
              </a:defRPr>
            </a:lvl9pPr>
          </a:lstStyle>
          <a:p xmlns:a="http://schemas.openxmlformats.org/drawingml/2006/main">
            <a:pPr algn="ctr">
              <a:buNone/>
              <a:defRPr sz="1650" b="0">
                <a:solidFill>
                  <a:srgbClr val="5D6C78"/>
                </a:solidFill>
                <a:latin typeface="Yu Gothic"/>
                <a:ea typeface="Yu Gothic"/>
                <a:cs typeface="Yu Gothic"/>
              </a:defRPr>
            </a:pPr>
            <a:r>
              <a:rPr sz="1650" b="0">
                <a:solidFill>
                  <a:srgbClr val="5D6C78"/>
                </a:solidFill>
                <a:latin typeface="Yu Gothic"/>
                <a:ea typeface="Yu Gothic"/>
                <a:cs typeface="Yu Gothic"/>
              </a:rPr>
              <a:t>0.5</a:t>
            </a:r>
          </a:p>
        </p:txBody>
      </p:sp>
      <p:sp>
        <p:nvSpPr>
          <p:cNvPr id="34" name="">
            <a:extLst xmlns:a="http://schemas.openxmlformats.org/drawingml/2006/main">
              <a:ext uri="{FF2B5EF4-FFF2-40B4-BE49-F238E27FC236}">
                <a16:creationId xmlns:a16="http://schemas.microsoft.com/office/drawing/2014/main" id="{00467952-5FD8-4D0D-A994-993B021754FD}"/>
              </a:ext>
            </a:extLst>
          </p:cNvPr>
          <p:cNvSpPr>
            <a:spLocks xmlns:a="http://schemas.openxmlformats.org/drawingml/2006/main" noGrp="1"/>
          </p:cNvSpPr>
          <p:nvPr/>
        </p:nvSpPr>
        <p:spPr>
          <a:xfrm xmlns:a="http://schemas.openxmlformats.org/drawingml/2006/main">
            <a:off x="714375" y="5410200"/>
            <a:ext cx="7810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226FAE"/>
                </a:solidFill>
                <a:latin typeface="Yu Gothic"/>
                <a:ea typeface="Yu Gothic"/>
                <a:cs typeface="Yu Gothic"/>
              </a:defRPr>
            </a:defPPr>
            <a:lvl1pPr algn="l">
              <a:buNone/>
              <a:defRPr sz="1800" b="1">
                <a:solidFill>
                  <a:srgbClr val="226FAE"/>
                </a:solidFill>
                <a:latin typeface="Yu Gothic"/>
                <a:ea typeface="Yu Gothic"/>
                <a:cs typeface="Yu Gothic"/>
              </a:defRPr>
            </a:lvl1pPr>
            <a:lvl2pPr algn="l">
              <a:buNone/>
              <a:defRPr sz="1800" b="1">
                <a:solidFill>
                  <a:srgbClr val="226FAE"/>
                </a:solidFill>
                <a:latin typeface="Yu Gothic"/>
                <a:ea typeface="Yu Gothic"/>
                <a:cs typeface="Yu Gothic"/>
              </a:defRPr>
            </a:lvl2pPr>
            <a:lvl3pPr algn="l">
              <a:buNone/>
              <a:defRPr sz="1800" b="1">
                <a:solidFill>
                  <a:srgbClr val="226FAE"/>
                </a:solidFill>
                <a:latin typeface="Yu Gothic"/>
                <a:ea typeface="Yu Gothic"/>
                <a:cs typeface="Yu Gothic"/>
              </a:defRPr>
            </a:lvl3pPr>
            <a:lvl4pPr algn="l">
              <a:buNone/>
              <a:defRPr sz="1800" b="1">
                <a:solidFill>
                  <a:srgbClr val="226FAE"/>
                </a:solidFill>
                <a:latin typeface="Yu Gothic"/>
                <a:ea typeface="Yu Gothic"/>
                <a:cs typeface="Yu Gothic"/>
              </a:defRPr>
            </a:lvl4pPr>
            <a:lvl5pPr algn="l">
              <a:buNone/>
              <a:defRPr sz="1800" b="1">
                <a:solidFill>
                  <a:srgbClr val="226FAE"/>
                </a:solidFill>
                <a:latin typeface="Yu Gothic"/>
                <a:ea typeface="Yu Gothic"/>
                <a:cs typeface="Yu Gothic"/>
              </a:defRPr>
            </a:lvl5pPr>
            <a:lvl6pPr algn="l">
              <a:buNone/>
              <a:defRPr sz="1800" b="1">
                <a:solidFill>
                  <a:srgbClr val="226FAE"/>
                </a:solidFill>
                <a:latin typeface="Yu Gothic"/>
                <a:ea typeface="Yu Gothic"/>
                <a:cs typeface="Yu Gothic"/>
              </a:defRPr>
            </a:lvl6pPr>
            <a:lvl7pPr algn="l">
              <a:buNone/>
              <a:defRPr sz="1800" b="1">
                <a:solidFill>
                  <a:srgbClr val="226FAE"/>
                </a:solidFill>
                <a:latin typeface="Yu Gothic"/>
                <a:ea typeface="Yu Gothic"/>
                <a:cs typeface="Yu Gothic"/>
              </a:defRPr>
            </a:lvl7pPr>
            <a:lvl8pPr algn="l">
              <a:buNone/>
              <a:defRPr sz="1800" b="1">
                <a:solidFill>
                  <a:srgbClr val="226FAE"/>
                </a:solidFill>
                <a:latin typeface="Yu Gothic"/>
                <a:ea typeface="Yu Gothic"/>
                <a:cs typeface="Yu Gothic"/>
              </a:defRPr>
            </a:lvl8pPr>
            <a:lvl9pPr algn="l">
              <a:buNone/>
              <a:defRPr sz="1800" b="1">
                <a:solidFill>
                  <a:srgbClr val="226FAE"/>
                </a:solidFill>
                <a:latin typeface="Yu Gothic"/>
                <a:ea typeface="Yu Gothic"/>
                <a:cs typeface="Yu Gothic"/>
              </a:defRPr>
            </a:lvl9pPr>
          </a:lstStyle>
          <a:p xmlns:a="http://schemas.openxmlformats.org/drawingml/2006/main">
            <a:pPr algn="l">
              <a:buNone/>
              <a:defRPr sz="1800" b="1">
                <a:solidFill>
                  <a:srgbClr val="226FAE"/>
                </a:solidFill>
                <a:latin typeface="Yu Gothic"/>
                <a:ea typeface="Yu Gothic"/>
                <a:cs typeface="Yu Gothic"/>
              </a:defRPr>
            </a:pPr>
            <a:r>
              <a:rPr sz="1800" b="1">
                <a:solidFill>
                  <a:srgbClr val="226FAE"/>
                </a:solidFill>
                <a:latin typeface="Yu Gothic"/>
                <a:ea typeface="Yu Gothic"/>
                <a:cs typeface="Yu Gothic"/>
              </a:rPr>
              <a:t>−60</a:t>
            </a:r>
          </a:p>
        </p:txBody>
      </p:sp>
      <p:sp>
        <p:nvSpPr>
          <p:cNvPr id="35" name="">
            <a:extLst xmlns:a="http://schemas.openxmlformats.org/drawingml/2006/main">
              <a:ext uri="{FF2B5EF4-FFF2-40B4-BE49-F238E27FC236}">
                <a16:creationId xmlns:a16="http://schemas.microsoft.com/office/drawing/2014/main" id="{7FCA21D8-8136-4335-B972-730B7843A86F}"/>
              </a:ext>
            </a:extLst>
          </p:cNvPr>
          <p:cNvSpPr>
            <a:spLocks xmlns:a="http://schemas.openxmlformats.org/drawingml/2006/main" noGrp="1"/>
          </p:cNvSpPr>
          <p:nvPr/>
        </p:nvSpPr>
        <p:spPr>
          <a:xfrm xmlns:a="http://schemas.openxmlformats.org/drawingml/2006/main">
            <a:off x="8667750" y="30289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② 120 − V = 0</a:t>
            </a:r>
          </a:p>
        </p:txBody>
      </p:sp>
      <p:sp>
        <p:nvSpPr>
          <p:cNvPr id="36" name="">
            <a:extLst xmlns:a="http://schemas.openxmlformats.org/drawingml/2006/main">
              <a:ext uri="{FF2B5EF4-FFF2-40B4-BE49-F238E27FC236}">
                <a16:creationId xmlns:a16="http://schemas.microsoft.com/office/drawing/2014/main" id="{3AD05E80-54AE-417C-B9A6-6ACCC2C8BEA2}"/>
              </a:ext>
            </a:extLst>
          </p:cNvPr>
          <p:cNvSpPr>
            <a:spLocks xmlns:a="http://schemas.openxmlformats.org/drawingml/2006/main" noGrp="1"/>
          </p:cNvSpPr>
          <p:nvPr/>
        </p:nvSpPr>
        <p:spPr>
          <a:xfrm xmlns:a="http://schemas.openxmlformats.org/drawingml/2006/main">
            <a:off x="8667750" y="37147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③ 60 − 120x + M = 0</a:t>
            </a:r>
          </a:p>
        </p:txBody>
      </p:sp>
      <p:sp>
        <p:nvSpPr>
          <p:cNvPr id="37" name="">
            <a:extLst xmlns:a="http://schemas.openxmlformats.org/drawingml/2006/main">
              <a:ext uri="{FF2B5EF4-FFF2-40B4-BE49-F238E27FC236}">
                <a16:creationId xmlns:a16="http://schemas.microsoft.com/office/drawing/2014/main" id="{69A8CB55-F29D-4DFC-BC71-2D7A8A15A045}"/>
              </a:ext>
            </a:extLst>
          </p:cNvPr>
          <p:cNvSpPr>
            <a:spLocks xmlns:a="http://schemas.openxmlformats.org/drawingml/2006/main" noGrp="1"/>
          </p:cNvSpPr>
          <p:nvPr/>
        </p:nvSpPr>
        <p:spPr>
          <a:xfrm xmlns:a="http://schemas.openxmlformats.org/drawingml/2006/main">
            <a:off x="8667750" y="4400550"/>
            <a:ext cx="2838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253C4D"/>
                </a:solidFill>
                <a:latin typeface="Yu Gothic"/>
                <a:ea typeface="Yu Gothic"/>
                <a:cs typeface="Yu Gothic"/>
              </a:defRPr>
            </a:defPPr>
            <a:lvl1pPr algn="l">
              <a:buNone/>
              <a:defRPr sz="1800" b="0">
                <a:solidFill>
                  <a:srgbClr val="253C4D"/>
                </a:solidFill>
                <a:latin typeface="Yu Gothic"/>
                <a:ea typeface="Yu Gothic"/>
                <a:cs typeface="Yu Gothic"/>
              </a:defRPr>
            </a:lvl1pPr>
            <a:lvl2pPr algn="l">
              <a:buNone/>
              <a:defRPr sz="1800" b="0">
                <a:solidFill>
                  <a:srgbClr val="253C4D"/>
                </a:solidFill>
                <a:latin typeface="Yu Gothic"/>
                <a:ea typeface="Yu Gothic"/>
                <a:cs typeface="Yu Gothic"/>
              </a:defRPr>
            </a:lvl2pPr>
            <a:lvl3pPr algn="l">
              <a:buNone/>
              <a:defRPr sz="1800" b="0">
                <a:solidFill>
                  <a:srgbClr val="253C4D"/>
                </a:solidFill>
                <a:latin typeface="Yu Gothic"/>
                <a:ea typeface="Yu Gothic"/>
                <a:cs typeface="Yu Gothic"/>
              </a:defRPr>
            </a:lvl3pPr>
            <a:lvl4pPr algn="l">
              <a:buNone/>
              <a:defRPr sz="1800" b="0">
                <a:solidFill>
                  <a:srgbClr val="253C4D"/>
                </a:solidFill>
                <a:latin typeface="Yu Gothic"/>
                <a:ea typeface="Yu Gothic"/>
                <a:cs typeface="Yu Gothic"/>
              </a:defRPr>
            </a:lvl4pPr>
            <a:lvl5pPr algn="l">
              <a:buNone/>
              <a:defRPr sz="1800" b="0">
                <a:solidFill>
                  <a:srgbClr val="253C4D"/>
                </a:solidFill>
                <a:latin typeface="Yu Gothic"/>
                <a:ea typeface="Yu Gothic"/>
                <a:cs typeface="Yu Gothic"/>
              </a:defRPr>
            </a:lvl5pPr>
            <a:lvl6pPr algn="l">
              <a:buNone/>
              <a:defRPr sz="1800" b="0">
                <a:solidFill>
                  <a:srgbClr val="253C4D"/>
                </a:solidFill>
                <a:latin typeface="Yu Gothic"/>
                <a:ea typeface="Yu Gothic"/>
                <a:cs typeface="Yu Gothic"/>
              </a:defRPr>
            </a:lvl6pPr>
            <a:lvl7pPr algn="l">
              <a:buNone/>
              <a:defRPr sz="1800" b="0">
                <a:solidFill>
                  <a:srgbClr val="253C4D"/>
                </a:solidFill>
                <a:latin typeface="Yu Gothic"/>
                <a:ea typeface="Yu Gothic"/>
                <a:cs typeface="Yu Gothic"/>
              </a:defRPr>
            </a:lvl7pPr>
            <a:lvl8pPr algn="l">
              <a:buNone/>
              <a:defRPr sz="1800" b="0">
                <a:solidFill>
                  <a:srgbClr val="253C4D"/>
                </a:solidFill>
                <a:latin typeface="Yu Gothic"/>
                <a:ea typeface="Yu Gothic"/>
                <a:cs typeface="Yu Gothic"/>
              </a:defRPr>
            </a:lvl8pPr>
            <a:lvl9pPr algn="l">
              <a:buNone/>
              <a:defRPr sz="1800" b="0">
                <a:solidFill>
                  <a:srgbClr val="253C4D"/>
                </a:solidFill>
                <a:latin typeface="Yu Gothic"/>
                <a:ea typeface="Yu Gothic"/>
                <a:cs typeface="Yu Gothic"/>
              </a:defRPr>
            </a:lvl9pPr>
          </a:lstStyle>
          <a:p xmlns:a="http://schemas.openxmlformats.org/drawingml/2006/main">
            <a:pPr algn="l">
              <a:buNone/>
              <a:defRPr sz="1800" b="0">
                <a:solidFill>
                  <a:srgbClr val="253C4D"/>
                </a:solidFill>
                <a:latin typeface="Yu Gothic"/>
                <a:ea typeface="Yu Gothic"/>
                <a:cs typeface="Yu Gothic"/>
              </a:defRPr>
            </a:pPr>
            <a:r>
              <a:rPr sz="1800" b="0">
                <a:solidFill>
                  <a:srgbClr val="253C4D"/>
                </a:solidFill>
                <a:latin typeface="Yu Gothic"/>
                <a:ea typeface="Yu Gothic"/>
                <a:cs typeface="Yu Gothic"/>
              </a:rPr>
              <a:t>M = −60 + 120x</a:t>
            </a:r>
          </a:p>
        </p:txBody>
      </p:sp>
      <p:sp>
        <p:nvSpPr>
          <p:cNvPr id="38" name="">
            <a:extLst xmlns:a="http://schemas.openxmlformats.org/drawingml/2006/main">
              <a:ext uri="{FF2B5EF4-FFF2-40B4-BE49-F238E27FC236}">
                <a16:creationId xmlns:a16="http://schemas.microsoft.com/office/drawing/2014/main" id="{EE5C6C5C-A0D5-4734-9DA2-3C296D8B383F}"/>
              </a:ext>
            </a:extLst>
          </p:cNvPr>
          <p:cNvSpPr>
            <a:spLocks xmlns:a="http://schemas.openxmlformats.org/drawingml/2006/main" noGrp="1"/>
          </p:cNvSpPr>
          <p:nvPr/>
        </p:nvSpPr>
        <p:spPr>
          <a:xfrm xmlns:a="http://schemas.openxmlformats.org/drawingml/2006/main">
            <a:off x="685800" y="5772150"/>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5D6C78"/>
                </a:solidFill>
                <a:latin typeface="Yu Gothic"/>
                <a:ea typeface="Yu Gothic"/>
                <a:cs typeface="Yu Gothic"/>
              </a:defRPr>
            </a:defPPr>
            <a:lvl1pPr algn="l">
              <a:buNone/>
              <a:defRPr sz="1875" b="0">
                <a:solidFill>
                  <a:srgbClr val="5D6C78"/>
                </a:solidFill>
                <a:latin typeface="Yu Gothic"/>
                <a:ea typeface="Yu Gothic"/>
                <a:cs typeface="Yu Gothic"/>
              </a:defRPr>
            </a:lvl1pPr>
            <a:lvl2pPr algn="l">
              <a:buNone/>
              <a:defRPr sz="1875" b="0">
                <a:solidFill>
                  <a:srgbClr val="5D6C78"/>
                </a:solidFill>
                <a:latin typeface="Yu Gothic"/>
                <a:ea typeface="Yu Gothic"/>
                <a:cs typeface="Yu Gothic"/>
              </a:defRPr>
            </a:lvl2pPr>
            <a:lvl3pPr algn="l">
              <a:buNone/>
              <a:defRPr sz="1875" b="0">
                <a:solidFill>
                  <a:srgbClr val="5D6C78"/>
                </a:solidFill>
                <a:latin typeface="Yu Gothic"/>
                <a:ea typeface="Yu Gothic"/>
                <a:cs typeface="Yu Gothic"/>
              </a:defRPr>
            </a:lvl3pPr>
            <a:lvl4pPr algn="l">
              <a:buNone/>
              <a:defRPr sz="1875" b="0">
                <a:solidFill>
                  <a:srgbClr val="5D6C78"/>
                </a:solidFill>
                <a:latin typeface="Yu Gothic"/>
                <a:ea typeface="Yu Gothic"/>
                <a:cs typeface="Yu Gothic"/>
              </a:defRPr>
            </a:lvl4pPr>
            <a:lvl5pPr algn="l">
              <a:buNone/>
              <a:defRPr sz="1875" b="0">
                <a:solidFill>
                  <a:srgbClr val="5D6C78"/>
                </a:solidFill>
                <a:latin typeface="Yu Gothic"/>
                <a:ea typeface="Yu Gothic"/>
                <a:cs typeface="Yu Gothic"/>
              </a:defRPr>
            </a:lvl5pPr>
            <a:lvl6pPr algn="l">
              <a:buNone/>
              <a:defRPr sz="1875" b="0">
                <a:solidFill>
                  <a:srgbClr val="5D6C78"/>
                </a:solidFill>
                <a:latin typeface="Yu Gothic"/>
                <a:ea typeface="Yu Gothic"/>
                <a:cs typeface="Yu Gothic"/>
              </a:defRPr>
            </a:lvl6pPr>
            <a:lvl7pPr algn="l">
              <a:buNone/>
              <a:defRPr sz="1875" b="0">
                <a:solidFill>
                  <a:srgbClr val="5D6C78"/>
                </a:solidFill>
                <a:latin typeface="Yu Gothic"/>
                <a:ea typeface="Yu Gothic"/>
                <a:cs typeface="Yu Gothic"/>
              </a:defRPr>
            </a:lvl7pPr>
            <a:lvl8pPr algn="l">
              <a:buNone/>
              <a:defRPr sz="1875" b="0">
                <a:solidFill>
                  <a:srgbClr val="5D6C78"/>
                </a:solidFill>
                <a:latin typeface="Yu Gothic"/>
                <a:ea typeface="Yu Gothic"/>
                <a:cs typeface="Yu Gothic"/>
              </a:defRPr>
            </a:lvl8pPr>
            <a:lvl9pPr algn="l">
              <a:buNone/>
              <a:defRPr sz="1875" b="0">
                <a:solidFill>
                  <a:srgbClr val="5D6C78"/>
                </a:solidFill>
                <a:latin typeface="Yu Gothic"/>
                <a:ea typeface="Yu Gothic"/>
                <a:cs typeface="Yu Gothic"/>
              </a:defRPr>
            </a:lvl9pPr>
          </a:lstStyle>
          <a:p xmlns:a="http://schemas.openxmlformats.org/drawingml/2006/main">
            <a:pPr algn="l">
              <a:buNone/>
              <a:defRPr sz="1875" b="0">
                <a:solidFill>
                  <a:srgbClr val="5D6C78"/>
                </a:solidFill>
                <a:latin typeface="Yu Gothic"/>
                <a:ea typeface="Yu Gothic"/>
                <a:cs typeface="Yu Gothic"/>
              </a:defRPr>
            </a:pPr>
            <a:r>
              <a:rPr sz="1875" b="0">
                <a:solidFill>
                  <a:srgbClr val="5D6C78"/>
                </a:solidFill>
                <a:latin typeface="Yu Gothic"/>
                <a:ea typeface="Yu Gothic"/>
                <a:cs typeface="Yu Gothic"/>
              </a:rPr>
              <a:t>外力：MA = ＋60 N·m。内部：M(x) = −60 + 120x N·m</a:t>
            </a:r>
          </a:p>
        </p:txBody>
      </p:sp>
    </p:spTree>
    <p:extLst>
      <p:ext uri="{BB962C8B-B14F-4D97-AF65-F5344CB8AC3E}">
        <p14:creationId xmlns:p14="http://schemas.microsoft.com/office/powerpoint/2010/main" val="209238114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DABF718-658A-4E19-A194-1CEADBBD9062}"/>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等分布荷重：まず全体のつり合いから</a:t>
            </a:r>
          </a:p>
        </p:txBody>
      </p:sp>
      <p:cxnSp>
        <p:nvCxnSpPr>
          <p:cNvPr id="2" name="">
            <a:extLst xmlns:a="http://schemas.openxmlformats.org/drawingml/2006/main">
              <a:ext uri="{FF2B5EF4-FFF2-40B4-BE49-F238E27FC236}">
                <a16:creationId xmlns:a16="http://schemas.microsoft.com/office/drawing/2014/main" id="{D2E2B4F3-91CE-4314-8F90-B939527698D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37428C45-AC00-4C47-8CB7-95D989A313E7}"/>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880C1510-C56A-4D40-B180-AC3795F2EB14}"/>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35 / 49</a:t>
            </a:r>
          </a:p>
        </p:txBody>
      </p:sp>
      <p:sp>
        <p:nvSpPr>
          <p:cNvPr id="35" name="">
            <a:extLst xmlns:a="http://schemas.openxmlformats.org/drawingml/2006/main">
              <a:ext uri="{FF2B5EF4-FFF2-40B4-BE49-F238E27FC236}">
                <a16:creationId xmlns:a16="http://schemas.microsoft.com/office/drawing/2014/main" id="{C4BD8816-9B1B-422B-8543-B2667E8E5EBA}"/>
              </a:ext>
            </a:extLst>
          </p:cNvPr>
          <p:cNvSpPr>
            <a:spLocks xmlns:a="http://schemas.openxmlformats.org/drawingml/2006/main" noGrp="1"/>
          </p:cNvSpPr>
          <p:nvPr/>
        </p:nvSpPr>
        <p:spPr>
          <a:xfrm xmlns:a="http://schemas.openxmlformats.org/drawingml/2006/main">
            <a:off x="809625" y="1476375"/>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全体に等しく分布する荷重</a:t>
            </a:r>
          </a:p>
        </p:txBody>
      </p:sp>
      <p:sp>
        <p:nvSpPr>
          <p:cNvPr id="36" name="">
            <a:extLst xmlns:a="http://schemas.openxmlformats.org/drawingml/2006/main">
              <a:ext uri="{FF2B5EF4-FFF2-40B4-BE49-F238E27FC236}">
                <a16:creationId xmlns:a16="http://schemas.microsoft.com/office/drawing/2014/main" id="{03152BA9-BACE-47A5-8680-9F7D17E2252C}"/>
              </a:ext>
            </a:extLst>
          </p:cNvPr>
          <p:cNvSpPr>
            <a:spLocks xmlns:a="http://schemas.openxmlformats.org/drawingml/2006/main" noGrp="1"/>
          </p:cNvSpPr>
          <p:nvPr/>
        </p:nvSpPr>
        <p:spPr>
          <a:xfrm xmlns:a="http://schemas.openxmlformats.org/drawingml/2006/main">
            <a:off x="1619250" y="2667000"/>
            <a:ext cx="5715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2427E88C-7B2F-49E6-842B-855EA610D5F9}"/>
              </a:ext>
            </a:extLst>
          </p:cNvPr>
          <p:cNvSpPr>
            <a:spLocks xmlns:a="http://schemas.openxmlformats.org/drawingml/2006/main" noGrp="1"/>
          </p:cNvSpPr>
          <p:nvPr/>
        </p:nvSpPr>
        <p:spPr>
          <a:xfrm xmlns:a="http://schemas.openxmlformats.org/drawingml/2006/main">
            <a:off x="1457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38" name="">
            <a:extLst xmlns:a="http://schemas.openxmlformats.org/drawingml/2006/main">
              <a:ext uri="{FF2B5EF4-FFF2-40B4-BE49-F238E27FC236}">
                <a16:creationId xmlns:a16="http://schemas.microsoft.com/office/drawing/2014/main" id="{F73CB52D-D04E-4CB0-8629-5EC9083BAA91}"/>
              </a:ext>
            </a:extLst>
          </p:cNvPr>
          <p:cNvSpPr>
            <a:spLocks xmlns:a="http://schemas.openxmlformats.org/drawingml/2006/main" noGrp="1"/>
          </p:cNvSpPr>
          <p:nvPr/>
        </p:nvSpPr>
        <p:spPr>
          <a:xfrm xmlns:a="http://schemas.openxmlformats.org/drawingml/2006/main">
            <a:off x="1343025" y="31337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39" name="">
            <a:extLst xmlns:a="http://schemas.openxmlformats.org/drawingml/2006/main">
              <a:ext uri="{FF2B5EF4-FFF2-40B4-BE49-F238E27FC236}">
                <a16:creationId xmlns:a16="http://schemas.microsoft.com/office/drawing/2014/main" id="{E59F4E82-4CF2-4B0A-AAF7-1F0F375DC33D}"/>
              </a:ext>
            </a:extLst>
          </p:cNvPr>
          <p:cNvSpPr>
            <a:spLocks xmlns:a="http://schemas.openxmlformats.org/drawingml/2006/main" noGrp="1"/>
          </p:cNvSpPr>
          <p:nvPr/>
        </p:nvSpPr>
        <p:spPr>
          <a:xfrm xmlns:a="http://schemas.openxmlformats.org/drawingml/2006/main">
            <a:off x="7172325" y="283845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0" name="">
            <a:extLst xmlns:a="http://schemas.openxmlformats.org/drawingml/2006/main">
              <a:ext uri="{FF2B5EF4-FFF2-40B4-BE49-F238E27FC236}">
                <a16:creationId xmlns:a16="http://schemas.microsoft.com/office/drawing/2014/main" id="{F9E0304E-C2B5-426D-A653-89DD672ABC80}"/>
              </a:ext>
            </a:extLst>
          </p:cNvPr>
          <p:cNvSpPr>
            <a:spLocks xmlns:a="http://schemas.openxmlformats.org/drawingml/2006/main" noGrp="1"/>
          </p:cNvSpPr>
          <p:nvPr/>
        </p:nvSpPr>
        <p:spPr>
          <a:xfrm xmlns:a="http://schemas.openxmlformats.org/drawingml/2006/main">
            <a:off x="72104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1" name="">
            <a:extLst xmlns:a="http://schemas.openxmlformats.org/drawingml/2006/main">
              <a:ext uri="{FF2B5EF4-FFF2-40B4-BE49-F238E27FC236}">
                <a16:creationId xmlns:a16="http://schemas.microsoft.com/office/drawing/2014/main" id="{4430D201-53B6-4B28-A93B-A876F6BDCF0F}"/>
              </a:ext>
            </a:extLst>
          </p:cNvPr>
          <p:cNvSpPr>
            <a:spLocks xmlns:a="http://schemas.openxmlformats.org/drawingml/2006/main" noGrp="1"/>
          </p:cNvSpPr>
          <p:nvPr/>
        </p:nvSpPr>
        <p:spPr>
          <a:xfrm xmlns:a="http://schemas.openxmlformats.org/drawingml/2006/main">
            <a:off x="7362825" y="309562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42" name="">
            <a:extLst xmlns:a="http://schemas.openxmlformats.org/drawingml/2006/main">
              <a:ext uri="{FF2B5EF4-FFF2-40B4-BE49-F238E27FC236}">
                <a16:creationId xmlns:a16="http://schemas.microsoft.com/office/drawing/2014/main" id="{6E42BDA2-67EB-4895-88CD-406DD4BDAC3E}"/>
              </a:ext>
            </a:extLst>
          </p:cNvPr>
          <p:cNvSpPr>
            <a:spLocks xmlns:a="http://schemas.openxmlformats.org/drawingml/2006/main" noGrp="1"/>
          </p:cNvSpPr>
          <p:nvPr/>
        </p:nvSpPr>
        <p:spPr>
          <a:xfrm xmlns:a="http://schemas.openxmlformats.org/drawingml/2006/main">
            <a:off x="7058025" y="320992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3" name="">
            <a:extLst xmlns:a="http://schemas.openxmlformats.org/drawingml/2006/main">
              <a:ext uri="{FF2B5EF4-FFF2-40B4-BE49-F238E27FC236}">
                <a16:creationId xmlns:a16="http://schemas.microsoft.com/office/drawing/2014/main" id="{F6B5FAB1-C44B-4CBF-A04C-B80799D2D7D8}"/>
              </a:ext>
            </a:extLst>
          </p:cNvPr>
          <p:cNvSpPr>
            <a:spLocks xmlns:a="http://schemas.openxmlformats.org/drawingml/2006/main" noGrp="1"/>
          </p:cNvSpPr>
          <p:nvPr/>
        </p:nvSpPr>
        <p:spPr>
          <a:xfrm xmlns:a="http://schemas.openxmlformats.org/drawingml/2006/main">
            <a:off x="1619250" y="205740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9050">
            <a:solidFill>
              <a:srgbClr val="C4483C"/>
            </a:solidFill>
          </a:ln>
        </p:spPr>
      </p:sp>
      <p:sp>
        <p:nvSpPr>
          <p:cNvPr id="44" name="">
            <a:extLst xmlns:a="http://schemas.openxmlformats.org/drawingml/2006/main">
              <a:ext uri="{FF2B5EF4-FFF2-40B4-BE49-F238E27FC236}">
                <a16:creationId xmlns:a16="http://schemas.microsoft.com/office/drawing/2014/main" id="{01F6F900-67C8-424D-8A6B-14E47BF78753}"/>
              </a:ext>
            </a:extLst>
          </p:cNvPr>
          <p:cNvSpPr>
            <a:spLocks xmlns:a="http://schemas.openxmlformats.org/drawingml/2006/main" noGrp="1"/>
          </p:cNvSpPr>
          <p:nvPr/>
        </p:nvSpPr>
        <p:spPr>
          <a:xfrm xmlns:a="http://schemas.openxmlformats.org/drawingml/2006/main">
            <a:off x="1619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5" name="">
            <a:extLst xmlns:a="http://schemas.openxmlformats.org/drawingml/2006/main">
              <a:ext uri="{FF2B5EF4-FFF2-40B4-BE49-F238E27FC236}">
                <a16:creationId xmlns:a16="http://schemas.microsoft.com/office/drawing/2014/main" id="{5C99BEA3-4883-449B-BEA0-0FA70A7BB9D8}"/>
              </a:ext>
            </a:extLst>
          </p:cNvPr>
          <p:cNvSpPr>
            <a:spLocks xmlns:a="http://schemas.openxmlformats.org/drawingml/2006/main" noGrp="1"/>
          </p:cNvSpPr>
          <p:nvPr/>
        </p:nvSpPr>
        <p:spPr>
          <a:xfrm xmlns:a="http://schemas.openxmlformats.org/drawingml/2006/main">
            <a:off x="1587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6" name="">
            <a:extLst xmlns:a="http://schemas.openxmlformats.org/drawingml/2006/main">
              <a:ext uri="{FF2B5EF4-FFF2-40B4-BE49-F238E27FC236}">
                <a16:creationId xmlns:a16="http://schemas.microsoft.com/office/drawing/2014/main" id="{ABD0D9E8-2325-4F0C-8298-96E4706720E1}"/>
              </a:ext>
            </a:extLst>
          </p:cNvPr>
          <p:cNvSpPr>
            <a:spLocks xmlns:a="http://schemas.openxmlformats.org/drawingml/2006/main" noGrp="1"/>
          </p:cNvSpPr>
          <p:nvPr/>
        </p:nvSpPr>
        <p:spPr>
          <a:xfrm xmlns:a="http://schemas.openxmlformats.org/drawingml/2006/main">
            <a:off x="2190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7" name="">
            <a:extLst xmlns:a="http://schemas.openxmlformats.org/drawingml/2006/main">
              <a:ext uri="{FF2B5EF4-FFF2-40B4-BE49-F238E27FC236}">
                <a16:creationId xmlns:a16="http://schemas.microsoft.com/office/drawing/2014/main" id="{B5FE42CE-197B-4625-8072-F08F554ABD1B}"/>
              </a:ext>
            </a:extLst>
          </p:cNvPr>
          <p:cNvSpPr>
            <a:spLocks xmlns:a="http://schemas.openxmlformats.org/drawingml/2006/main" noGrp="1"/>
          </p:cNvSpPr>
          <p:nvPr/>
        </p:nvSpPr>
        <p:spPr>
          <a:xfrm xmlns:a="http://schemas.openxmlformats.org/drawingml/2006/main">
            <a:off x="2158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8" name="">
            <a:extLst xmlns:a="http://schemas.openxmlformats.org/drawingml/2006/main">
              <a:ext uri="{FF2B5EF4-FFF2-40B4-BE49-F238E27FC236}">
                <a16:creationId xmlns:a16="http://schemas.microsoft.com/office/drawing/2014/main" id="{2C1C4834-ED6E-4EF6-9274-F2D5510E840F}"/>
              </a:ext>
            </a:extLst>
          </p:cNvPr>
          <p:cNvSpPr>
            <a:spLocks xmlns:a="http://schemas.openxmlformats.org/drawingml/2006/main" noGrp="1"/>
          </p:cNvSpPr>
          <p:nvPr/>
        </p:nvSpPr>
        <p:spPr>
          <a:xfrm xmlns:a="http://schemas.openxmlformats.org/drawingml/2006/main">
            <a:off x="2762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9" name="">
            <a:extLst xmlns:a="http://schemas.openxmlformats.org/drawingml/2006/main">
              <a:ext uri="{FF2B5EF4-FFF2-40B4-BE49-F238E27FC236}">
                <a16:creationId xmlns:a16="http://schemas.microsoft.com/office/drawing/2014/main" id="{5C52BF5E-E857-466A-94B0-1EA55A250D2D}"/>
              </a:ext>
            </a:extLst>
          </p:cNvPr>
          <p:cNvSpPr>
            <a:spLocks xmlns:a="http://schemas.openxmlformats.org/drawingml/2006/main" noGrp="1"/>
          </p:cNvSpPr>
          <p:nvPr/>
        </p:nvSpPr>
        <p:spPr>
          <a:xfrm xmlns:a="http://schemas.openxmlformats.org/drawingml/2006/main">
            <a:off x="2730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0" name="">
            <a:extLst xmlns:a="http://schemas.openxmlformats.org/drawingml/2006/main">
              <a:ext uri="{FF2B5EF4-FFF2-40B4-BE49-F238E27FC236}">
                <a16:creationId xmlns:a16="http://schemas.microsoft.com/office/drawing/2014/main" id="{22D7A75C-466D-4C75-8052-187069074FDE}"/>
              </a:ext>
            </a:extLst>
          </p:cNvPr>
          <p:cNvSpPr>
            <a:spLocks xmlns:a="http://schemas.openxmlformats.org/drawingml/2006/main" noGrp="1"/>
          </p:cNvSpPr>
          <p:nvPr/>
        </p:nvSpPr>
        <p:spPr>
          <a:xfrm xmlns:a="http://schemas.openxmlformats.org/drawingml/2006/main">
            <a:off x="3333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1" name="">
            <a:extLst xmlns:a="http://schemas.openxmlformats.org/drawingml/2006/main">
              <a:ext uri="{FF2B5EF4-FFF2-40B4-BE49-F238E27FC236}">
                <a16:creationId xmlns:a16="http://schemas.microsoft.com/office/drawing/2014/main" id="{8F820A29-0E53-4F82-99B6-6556FEEC0F20}"/>
              </a:ext>
            </a:extLst>
          </p:cNvPr>
          <p:cNvSpPr>
            <a:spLocks xmlns:a="http://schemas.openxmlformats.org/drawingml/2006/main" noGrp="1"/>
          </p:cNvSpPr>
          <p:nvPr/>
        </p:nvSpPr>
        <p:spPr>
          <a:xfrm xmlns:a="http://schemas.openxmlformats.org/drawingml/2006/main">
            <a:off x="3301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2" name="">
            <a:extLst xmlns:a="http://schemas.openxmlformats.org/drawingml/2006/main">
              <a:ext uri="{FF2B5EF4-FFF2-40B4-BE49-F238E27FC236}">
                <a16:creationId xmlns:a16="http://schemas.microsoft.com/office/drawing/2014/main" id="{49413C10-EEEA-48D1-86B6-870D0587B5F1}"/>
              </a:ext>
            </a:extLst>
          </p:cNvPr>
          <p:cNvSpPr>
            <a:spLocks xmlns:a="http://schemas.openxmlformats.org/drawingml/2006/main" noGrp="1"/>
          </p:cNvSpPr>
          <p:nvPr/>
        </p:nvSpPr>
        <p:spPr>
          <a:xfrm xmlns:a="http://schemas.openxmlformats.org/drawingml/2006/main">
            <a:off x="3905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3" name="">
            <a:extLst xmlns:a="http://schemas.openxmlformats.org/drawingml/2006/main">
              <a:ext uri="{FF2B5EF4-FFF2-40B4-BE49-F238E27FC236}">
                <a16:creationId xmlns:a16="http://schemas.microsoft.com/office/drawing/2014/main" id="{7670AC9D-8BBA-4911-8D68-473073644E93}"/>
              </a:ext>
            </a:extLst>
          </p:cNvPr>
          <p:cNvSpPr>
            <a:spLocks xmlns:a="http://schemas.openxmlformats.org/drawingml/2006/main" noGrp="1"/>
          </p:cNvSpPr>
          <p:nvPr/>
        </p:nvSpPr>
        <p:spPr>
          <a:xfrm xmlns:a="http://schemas.openxmlformats.org/drawingml/2006/main">
            <a:off x="3873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4" name="">
            <a:extLst xmlns:a="http://schemas.openxmlformats.org/drawingml/2006/main">
              <a:ext uri="{FF2B5EF4-FFF2-40B4-BE49-F238E27FC236}">
                <a16:creationId xmlns:a16="http://schemas.microsoft.com/office/drawing/2014/main" id="{12187E03-212B-4D00-A6E1-94F048E50183}"/>
              </a:ext>
            </a:extLst>
          </p:cNvPr>
          <p:cNvSpPr>
            <a:spLocks xmlns:a="http://schemas.openxmlformats.org/drawingml/2006/main" noGrp="1"/>
          </p:cNvSpPr>
          <p:nvPr/>
        </p:nvSpPr>
        <p:spPr>
          <a:xfrm xmlns:a="http://schemas.openxmlformats.org/drawingml/2006/main">
            <a:off x="4476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5" name="">
            <a:extLst xmlns:a="http://schemas.openxmlformats.org/drawingml/2006/main">
              <a:ext uri="{FF2B5EF4-FFF2-40B4-BE49-F238E27FC236}">
                <a16:creationId xmlns:a16="http://schemas.microsoft.com/office/drawing/2014/main" id="{454ED2E1-B58A-4930-86F9-0CF6B792A4B7}"/>
              </a:ext>
            </a:extLst>
          </p:cNvPr>
          <p:cNvSpPr>
            <a:spLocks xmlns:a="http://schemas.openxmlformats.org/drawingml/2006/main" noGrp="1"/>
          </p:cNvSpPr>
          <p:nvPr/>
        </p:nvSpPr>
        <p:spPr>
          <a:xfrm xmlns:a="http://schemas.openxmlformats.org/drawingml/2006/main">
            <a:off x="4444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6" name="">
            <a:extLst xmlns:a="http://schemas.openxmlformats.org/drawingml/2006/main">
              <a:ext uri="{FF2B5EF4-FFF2-40B4-BE49-F238E27FC236}">
                <a16:creationId xmlns:a16="http://schemas.microsoft.com/office/drawing/2014/main" id="{961584FE-ABEB-4DE7-B432-D7F141CA3683}"/>
              </a:ext>
            </a:extLst>
          </p:cNvPr>
          <p:cNvSpPr>
            <a:spLocks xmlns:a="http://schemas.openxmlformats.org/drawingml/2006/main" noGrp="1"/>
          </p:cNvSpPr>
          <p:nvPr/>
        </p:nvSpPr>
        <p:spPr>
          <a:xfrm xmlns:a="http://schemas.openxmlformats.org/drawingml/2006/main">
            <a:off x="5048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7" name="">
            <a:extLst xmlns:a="http://schemas.openxmlformats.org/drawingml/2006/main">
              <a:ext uri="{FF2B5EF4-FFF2-40B4-BE49-F238E27FC236}">
                <a16:creationId xmlns:a16="http://schemas.microsoft.com/office/drawing/2014/main" id="{5960EDD8-CCA2-46A9-A728-5669D2BB37A6}"/>
              </a:ext>
            </a:extLst>
          </p:cNvPr>
          <p:cNvSpPr>
            <a:spLocks xmlns:a="http://schemas.openxmlformats.org/drawingml/2006/main" noGrp="1"/>
          </p:cNvSpPr>
          <p:nvPr/>
        </p:nvSpPr>
        <p:spPr>
          <a:xfrm xmlns:a="http://schemas.openxmlformats.org/drawingml/2006/main">
            <a:off x="5016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8" name="">
            <a:extLst xmlns:a="http://schemas.openxmlformats.org/drawingml/2006/main">
              <a:ext uri="{FF2B5EF4-FFF2-40B4-BE49-F238E27FC236}">
                <a16:creationId xmlns:a16="http://schemas.microsoft.com/office/drawing/2014/main" id="{F08D6CE7-3E21-46C4-BD23-68F216A51CCC}"/>
              </a:ext>
            </a:extLst>
          </p:cNvPr>
          <p:cNvSpPr>
            <a:spLocks xmlns:a="http://schemas.openxmlformats.org/drawingml/2006/main" noGrp="1"/>
          </p:cNvSpPr>
          <p:nvPr/>
        </p:nvSpPr>
        <p:spPr>
          <a:xfrm xmlns:a="http://schemas.openxmlformats.org/drawingml/2006/main">
            <a:off x="5619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59" name="">
            <a:extLst xmlns:a="http://schemas.openxmlformats.org/drawingml/2006/main">
              <a:ext uri="{FF2B5EF4-FFF2-40B4-BE49-F238E27FC236}">
                <a16:creationId xmlns:a16="http://schemas.microsoft.com/office/drawing/2014/main" id="{39D4D8D5-21C2-4C70-B095-4466672F9D9F}"/>
              </a:ext>
            </a:extLst>
          </p:cNvPr>
          <p:cNvSpPr>
            <a:spLocks xmlns:a="http://schemas.openxmlformats.org/drawingml/2006/main" noGrp="1"/>
          </p:cNvSpPr>
          <p:nvPr/>
        </p:nvSpPr>
        <p:spPr>
          <a:xfrm xmlns:a="http://schemas.openxmlformats.org/drawingml/2006/main">
            <a:off x="5587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0" name="">
            <a:extLst xmlns:a="http://schemas.openxmlformats.org/drawingml/2006/main">
              <a:ext uri="{FF2B5EF4-FFF2-40B4-BE49-F238E27FC236}">
                <a16:creationId xmlns:a16="http://schemas.microsoft.com/office/drawing/2014/main" id="{49DEC658-25E1-402A-BAF3-2BD3B9825488}"/>
              </a:ext>
            </a:extLst>
          </p:cNvPr>
          <p:cNvSpPr>
            <a:spLocks xmlns:a="http://schemas.openxmlformats.org/drawingml/2006/main" noGrp="1"/>
          </p:cNvSpPr>
          <p:nvPr/>
        </p:nvSpPr>
        <p:spPr>
          <a:xfrm xmlns:a="http://schemas.openxmlformats.org/drawingml/2006/main">
            <a:off x="6191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61" name="">
            <a:extLst xmlns:a="http://schemas.openxmlformats.org/drawingml/2006/main">
              <a:ext uri="{FF2B5EF4-FFF2-40B4-BE49-F238E27FC236}">
                <a16:creationId xmlns:a16="http://schemas.microsoft.com/office/drawing/2014/main" id="{F097A093-714B-41D7-AB3C-07BE91EA3407}"/>
              </a:ext>
            </a:extLst>
          </p:cNvPr>
          <p:cNvSpPr>
            <a:spLocks xmlns:a="http://schemas.openxmlformats.org/drawingml/2006/main" noGrp="1"/>
          </p:cNvSpPr>
          <p:nvPr/>
        </p:nvSpPr>
        <p:spPr>
          <a:xfrm xmlns:a="http://schemas.openxmlformats.org/drawingml/2006/main">
            <a:off x="6159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2" name="">
            <a:extLst xmlns:a="http://schemas.openxmlformats.org/drawingml/2006/main">
              <a:ext uri="{FF2B5EF4-FFF2-40B4-BE49-F238E27FC236}">
                <a16:creationId xmlns:a16="http://schemas.microsoft.com/office/drawing/2014/main" id="{2EA5F018-8235-4DCA-8A6C-DF525B2F505C}"/>
              </a:ext>
            </a:extLst>
          </p:cNvPr>
          <p:cNvSpPr>
            <a:spLocks xmlns:a="http://schemas.openxmlformats.org/drawingml/2006/main" noGrp="1"/>
          </p:cNvSpPr>
          <p:nvPr/>
        </p:nvSpPr>
        <p:spPr>
          <a:xfrm xmlns:a="http://schemas.openxmlformats.org/drawingml/2006/main">
            <a:off x="67627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63" name="">
            <a:extLst xmlns:a="http://schemas.openxmlformats.org/drawingml/2006/main">
              <a:ext uri="{FF2B5EF4-FFF2-40B4-BE49-F238E27FC236}">
                <a16:creationId xmlns:a16="http://schemas.microsoft.com/office/drawing/2014/main" id="{EF1647F8-01A5-4168-85E1-E10D44B5AACC}"/>
              </a:ext>
            </a:extLst>
          </p:cNvPr>
          <p:cNvSpPr>
            <a:spLocks xmlns:a="http://schemas.openxmlformats.org/drawingml/2006/main" noGrp="1"/>
          </p:cNvSpPr>
          <p:nvPr/>
        </p:nvSpPr>
        <p:spPr>
          <a:xfrm xmlns:a="http://schemas.openxmlformats.org/drawingml/2006/main">
            <a:off x="67307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4" name="">
            <a:extLst xmlns:a="http://schemas.openxmlformats.org/drawingml/2006/main">
              <a:ext uri="{FF2B5EF4-FFF2-40B4-BE49-F238E27FC236}">
                <a16:creationId xmlns:a16="http://schemas.microsoft.com/office/drawing/2014/main" id="{7E8D8655-C811-48BF-ACC0-BAD5E2266FBF}"/>
              </a:ext>
            </a:extLst>
          </p:cNvPr>
          <p:cNvSpPr>
            <a:spLocks xmlns:a="http://schemas.openxmlformats.org/drawingml/2006/main" noGrp="1"/>
          </p:cNvSpPr>
          <p:nvPr/>
        </p:nvSpPr>
        <p:spPr>
          <a:xfrm xmlns:a="http://schemas.openxmlformats.org/drawingml/2006/main">
            <a:off x="7334250" y="205740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65" name="">
            <a:extLst xmlns:a="http://schemas.openxmlformats.org/drawingml/2006/main">
              <a:ext uri="{FF2B5EF4-FFF2-40B4-BE49-F238E27FC236}">
                <a16:creationId xmlns:a16="http://schemas.microsoft.com/office/drawing/2014/main" id="{0C994F63-2705-4B1F-B197-09CD08E15196}"/>
              </a:ext>
            </a:extLst>
          </p:cNvPr>
          <p:cNvSpPr>
            <a:spLocks xmlns:a="http://schemas.openxmlformats.org/drawingml/2006/main" noGrp="1"/>
          </p:cNvSpPr>
          <p:nvPr/>
        </p:nvSpPr>
        <p:spPr>
          <a:xfrm xmlns:a="http://schemas.openxmlformats.org/drawingml/2006/main">
            <a:off x="7302246" y="255270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66" name="">
            <a:extLst xmlns:a="http://schemas.openxmlformats.org/drawingml/2006/main">
              <a:ext uri="{FF2B5EF4-FFF2-40B4-BE49-F238E27FC236}">
                <a16:creationId xmlns:a16="http://schemas.microsoft.com/office/drawing/2014/main" id="{29B5D1E7-F2C0-42D8-A2D7-8F30DF692BE6}"/>
              </a:ext>
            </a:extLst>
          </p:cNvPr>
          <p:cNvSpPr>
            <a:spLocks xmlns:a="http://schemas.openxmlformats.org/drawingml/2006/main" noGrp="1"/>
          </p:cNvSpPr>
          <p:nvPr/>
        </p:nvSpPr>
        <p:spPr>
          <a:xfrm xmlns:a="http://schemas.openxmlformats.org/drawingml/2006/main">
            <a:off x="1000125" y="29622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67" name="">
            <a:extLst xmlns:a="http://schemas.openxmlformats.org/drawingml/2006/main">
              <a:ext uri="{FF2B5EF4-FFF2-40B4-BE49-F238E27FC236}">
                <a16:creationId xmlns:a16="http://schemas.microsoft.com/office/drawing/2014/main" id="{1D2343D3-C9F1-47EE-AD20-59CB57903880}"/>
              </a:ext>
            </a:extLst>
          </p:cNvPr>
          <p:cNvSpPr>
            <a:spLocks xmlns:a="http://schemas.openxmlformats.org/drawingml/2006/main" noGrp="1"/>
          </p:cNvSpPr>
          <p:nvPr/>
        </p:nvSpPr>
        <p:spPr>
          <a:xfrm xmlns:a="http://schemas.openxmlformats.org/drawingml/2006/main">
            <a:off x="7648575" y="302895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68" name="">
            <a:extLst xmlns:a="http://schemas.openxmlformats.org/drawingml/2006/main">
              <a:ext uri="{FF2B5EF4-FFF2-40B4-BE49-F238E27FC236}">
                <a16:creationId xmlns:a16="http://schemas.microsoft.com/office/drawing/2014/main" id="{557C0F29-155C-4504-9E0A-D535D8CB2A3C}"/>
              </a:ext>
            </a:extLst>
          </p:cNvPr>
          <p:cNvSpPr>
            <a:spLocks xmlns:a="http://schemas.openxmlformats.org/drawingml/2006/main" noGrp="1"/>
          </p:cNvSpPr>
          <p:nvPr/>
        </p:nvSpPr>
        <p:spPr>
          <a:xfrm xmlns:a="http://schemas.openxmlformats.org/drawingml/2006/main">
            <a:off x="5000625" y="147637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w = 400 N/m</a:t>
            </a:r>
          </a:p>
        </p:txBody>
      </p:sp>
      <p:sp>
        <p:nvSpPr>
          <p:cNvPr id="69" name="">
            <a:extLst xmlns:a="http://schemas.openxmlformats.org/drawingml/2006/main">
              <a:ext uri="{FF2B5EF4-FFF2-40B4-BE49-F238E27FC236}">
                <a16:creationId xmlns:a16="http://schemas.microsoft.com/office/drawing/2014/main" id="{F5785A50-0005-4042-A2BE-9E72E2C48F5E}"/>
              </a:ext>
            </a:extLst>
          </p:cNvPr>
          <p:cNvSpPr>
            <a:spLocks xmlns:a="http://schemas.openxmlformats.org/drawingml/2006/main" noGrp="1"/>
          </p:cNvSpPr>
          <p:nvPr/>
        </p:nvSpPr>
        <p:spPr>
          <a:xfrm xmlns:a="http://schemas.openxmlformats.org/drawingml/2006/main">
            <a:off x="1619250" y="3524250"/>
            <a:ext cx="5715000" cy="9525"/>
          </a:xfrm>
          <a:custGeom xmlns:a="http://schemas.openxmlformats.org/drawingml/2006/main">
            <a:pathLst>
              <a:path w="5715000" h="9525">
                <a:moveTo>
                  <a:pt x="0" y="0"/>
                </a:moveTo>
                <a:lnTo>
                  <a:pt x="5715000" y="0"/>
                </a:lnTo>
              </a:path>
            </a:pathLst>
          </a:custGeom>
          <a:noFill xmlns:a="http://schemas.openxmlformats.org/drawingml/2006/main"/>
          <a:ln xmlns:a="http://schemas.openxmlformats.org/drawingml/2006/main" w="13335">
            <a:solidFill>
              <a:srgbClr val="71818B"/>
            </a:solidFill>
          </a:ln>
        </p:spPr>
      </p:sp>
      <p:sp>
        <p:nvSpPr>
          <p:cNvPr id="70" name="">
            <a:extLst xmlns:a="http://schemas.openxmlformats.org/drawingml/2006/main">
              <a:ext uri="{FF2B5EF4-FFF2-40B4-BE49-F238E27FC236}">
                <a16:creationId xmlns:a16="http://schemas.microsoft.com/office/drawing/2014/main" id="{C0EA6EAD-F0BA-4108-8E35-1324C4F3766D}"/>
              </a:ext>
            </a:extLst>
          </p:cNvPr>
          <p:cNvSpPr>
            <a:spLocks xmlns:a="http://schemas.openxmlformats.org/drawingml/2006/main" noGrp="1"/>
          </p:cNvSpPr>
          <p:nvPr/>
        </p:nvSpPr>
        <p:spPr>
          <a:xfrm xmlns:a="http://schemas.openxmlformats.org/drawingml/2006/main">
            <a:off x="7267575" y="34962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71" name="">
            <a:extLst xmlns:a="http://schemas.openxmlformats.org/drawingml/2006/main">
              <a:ext uri="{FF2B5EF4-FFF2-40B4-BE49-F238E27FC236}">
                <a16:creationId xmlns:a16="http://schemas.microsoft.com/office/drawing/2014/main" id="{171C99D2-D4F9-419E-944B-0D99C374E1C1}"/>
              </a:ext>
            </a:extLst>
          </p:cNvPr>
          <p:cNvSpPr>
            <a:spLocks xmlns:a="http://schemas.openxmlformats.org/drawingml/2006/main" noGrp="1"/>
          </p:cNvSpPr>
          <p:nvPr/>
        </p:nvSpPr>
        <p:spPr>
          <a:xfrm xmlns:a="http://schemas.openxmlformats.org/drawingml/2006/main">
            <a:off x="1619250" y="3524250"/>
            <a:ext cx="5715000" cy="9525"/>
          </a:xfrm>
          <a:custGeom xmlns:a="http://schemas.openxmlformats.org/drawingml/2006/main">
            <a:pathLst>
              <a:path w="5715000" h="9525">
                <a:moveTo>
                  <a:pt x="5715000" y="0"/>
                </a:moveTo>
                <a:lnTo>
                  <a:pt x="0" y="0"/>
                </a:lnTo>
              </a:path>
            </a:pathLst>
          </a:custGeom>
          <a:noFill xmlns:a="http://schemas.openxmlformats.org/drawingml/2006/main"/>
          <a:ln xmlns:a="http://schemas.openxmlformats.org/drawingml/2006/main" w="13335">
            <a:solidFill>
              <a:srgbClr val="71818B"/>
            </a:solidFill>
          </a:ln>
        </p:spPr>
      </p:sp>
      <p:sp>
        <p:nvSpPr>
          <p:cNvPr id="72" name="">
            <a:extLst xmlns:a="http://schemas.openxmlformats.org/drawingml/2006/main">
              <a:ext uri="{FF2B5EF4-FFF2-40B4-BE49-F238E27FC236}">
                <a16:creationId xmlns:a16="http://schemas.microsoft.com/office/drawing/2014/main" id="{6C5B4492-033D-4EEF-8F86-C3773C6799F1}"/>
              </a:ext>
            </a:extLst>
          </p:cNvPr>
          <p:cNvSpPr>
            <a:spLocks xmlns:a="http://schemas.openxmlformats.org/drawingml/2006/main" noGrp="1"/>
          </p:cNvSpPr>
          <p:nvPr/>
        </p:nvSpPr>
        <p:spPr>
          <a:xfrm xmlns:a="http://schemas.openxmlformats.org/drawingml/2006/main">
            <a:off x="1619250" y="34962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73" name="">
            <a:extLst xmlns:a="http://schemas.openxmlformats.org/drawingml/2006/main">
              <a:ext uri="{FF2B5EF4-FFF2-40B4-BE49-F238E27FC236}">
                <a16:creationId xmlns:a16="http://schemas.microsoft.com/office/drawing/2014/main" id="{83AFBF4E-2CEE-4C5F-8371-BF2E211F4253}"/>
              </a:ext>
            </a:extLst>
          </p:cNvPr>
          <p:cNvSpPr>
            <a:spLocks xmlns:a="http://schemas.openxmlformats.org/drawingml/2006/main" noGrp="1"/>
          </p:cNvSpPr>
          <p:nvPr/>
        </p:nvSpPr>
        <p:spPr>
          <a:xfrm xmlns:a="http://schemas.openxmlformats.org/drawingml/2006/main">
            <a:off x="1619250" y="3571875"/>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L</a:t>
            </a:r>
          </a:p>
        </p:txBody>
      </p:sp>
      <p:sp>
        <p:nvSpPr>
          <p:cNvPr id="74" name="">
            <a:extLst xmlns:a="http://schemas.openxmlformats.org/drawingml/2006/main">
              <a:ext uri="{FF2B5EF4-FFF2-40B4-BE49-F238E27FC236}">
                <a16:creationId xmlns:a16="http://schemas.microsoft.com/office/drawing/2014/main" id="{99F02971-4F52-4542-95BF-1FE5F34B48E1}"/>
              </a:ext>
            </a:extLst>
          </p:cNvPr>
          <p:cNvSpPr>
            <a:spLocks xmlns:a="http://schemas.openxmlformats.org/drawingml/2006/main" noGrp="1"/>
          </p:cNvSpPr>
          <p:nvPr/>
        </p:nvSpPr>
        <p:spPr>
          <a:xfrm xmlns:a="http://schemas.openxmlformats.org/drawingml/2006/main">
            <a:off x="809625" y="409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全体のつり合いに使う合力</a:t>
            </a:r>
          </a:p>
        </p:txBody>
      </p:sp>
      <p:sp>
        <p:nvSpPr>
          <p:cNvPr id="75" name="">
            <a:extLst xmlns:a="http://schemas.openxmlformats.org/drawingml/2006/main">
              <a:ext uri="{FF2B5EF4-FFF2-40B4-BE49-F238E27FC236}">
                <a16:creationId xmlns:a16="http://schemas.microsoft.com/office/drawing/2014/main" id="{EE5A8AE5-E73D-4F0E-9974-309B08521449}"/>
              </a:ext>
            </a:extLst>
          </p:cNvPr>
          <p:cNvSpPr>
            <a:spLocks xmlns:a="http://schemas.openxmlformats.org/drawingml/2006/main" noGrp="1"/>
          </p:cNvSpPr>
          <p:nvPr/>
        </p:nvSpPr>
        <p:spPr>
          <a:xfrm xmlns:a="http://schemas.openxmlformats.org/drawingml/2006/main">
            <a:off x="1619250" y="5000625"/>
            <a:ext cx="5715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76" name="">
            <a:extLst xmlns:a="http://schemas.openxmlformats.org/drawingml/2006/main">
              <a:ext uri="{FF2B5EF4-FFF2-40B4-BE49-F238E27FC236}">
                <a16:creationId xmlns:a16="http://schemas.microsoft.com/office/drawing/2014/main" id="{FA993CDF-35F7-4B66-8558-12A8466E73B6}"/>
              </a:ext>
            </a:extLst>
          </p:cNvPr>
          <p:cNvSpPr>
            <a:spLocks xmlns:a="http://schemas.openxmlformats.org/drawingml/2006/main" noGrp="1"/>
          </p:cNvSpPr>
          <p:nvPr/>
        </p:nvSpPr>
        <p:spPr>
          <a:xfrm xmlns:a="http://schemas.openxmlformats.org/drawingml/2006/main">
            <a:off x="1457325" y="51720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77" name="">
            <a:extLst xmlns:a="http://schemas.openxmlformats.org/drawingml/2006/main">
              <a:ext uri="{FF2B5EF4-FFF2-40B4-BE49-F238E27FC236}">
                <a16:creationId xmlns:a16="http://schemas.microsoft.com/office/drawing/2014/main" id="{B5C93126-96F6-44FD-A76A-FF0EDDBE3035}"/>
              </a:ext>
            </a:extLst>
          </p:cNvPr>
          <p:cNvSpPr>
            <a:spLocks xmlns:a="http://schemas.openxmlformats.org/drawingml/2006/main" noGrp="1"/>
          </p:cNvSpPr>
          <p:nvPr/>
        </p:nvSpPr>
        <p:spPr>
          <a:xfrm xmlns:a="http://schemas.openxmlformats.org/drawingml/2006/main">
            <a:off x="1343025" y="54673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78" name="">
            <a:extLst xmlns:a="http://schemas.openxmlformats.org/drawingml/2006/main">
              <a:ext uri="{FF2B5EF4-FFF2-40B4-BE49-F238E27FC236}">
                <a16:creationId xmlns:a16="http://schemas.microsoft.com/office/drawing/2014/main" id="{4B757F7F-5267-4B5A-AA93-C6ECF6A573F6}"/>
              </a:ext>
            </a:extLst>
          </p:cNvPr>
          <p:cNvSpPr>
            <a:spLocks xmlns:a="http://schemas.openxmlformats.org/drawingml/2006/main" noGrp="1"/>
          </p:cNvSpPr>
          <p:nvPr/>
        </p:nvSpPr>
        <p:spPr>
          <a:xfrm xmlns:a="http://schemas.openxmlformats.org/drawingml/2006/main">
            <a:off x="7172325" y="5172075"/>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79" name="">
            <a:extLst xmlns:a="http://schemas.openxmlformats.org/drawingml/2006/main">
              <a:ext uri="{FF2B5EF4-FFF2-40B4-BE49-F238E27FC236}">
                <a16:creationId xmlns:a16="http://schemas.microsoft.com/office/drawing/2014/main" id="{D469DBCB-6717-4B5C-B9C1-E5B6737E5F24}"/>
              </a:ext>
            </a:extLst>
          </p:cNvPr>
          <p:cNvSpPr>
            <a:spLocks xmlns:a="http://schemas.openxmlformats.org/drawingml/2006/main" noGrp="1"/>
          </p:cNvSpPr>
          <p:nvPr/>
        </p:nvSpPr>
        <p:spPr>
          <a:xfrm xmlns:a="http://schemas.openxmlformats.org/drawingml/2006/main">
            <a:off x="7210425" y="54292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80" name="">
            <a:extLst xmlns:a="http://schemas.openxmlformats.org/drawingml/2006/main">
              <a:ext uri="{FF2B5EF4-FFF2-40B4-BE49-F238E27FC236}">
                <a16:creationId xmlns:a16="http://schemas.microsoft.com/office/drawing/2014/main" id="{BE5EED16-F389-464F-BE53-A9FEB22DAD0B}"/>
              </a:ext>
            </a:extLst>
          </p:cNvPr>
          <p:cNvSpPr>
            <a:spLocks xmlns:a="http://schemas.openxmlformats.org/drawingml/2006/main" noGrp="1"/>
          </p:cNvSpPr>
          <p:nvPr/>
        </p:nvSpPr>
        <p:spPr>
          <a:xfrm xmlns:a="http://schemas.openxmlformats.org/drawingml/2006/main">
            <a:off x="7362825" y="5429250"/>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81" name="">
            <a:extLst xmlns:a="http://schemas.openxmlformats.org/drawingml/2006/main">
              <a:ext uri="{FF2B5EF4-FFF2-40B4-BE49-F238E27FC236}">
                <a16:creationId xmlns:a16="http://schemas.microsoft.com/office/drawing/2014/main" id="{DD301367-5831-4D3C-BA41-ADD00A907107}"/>
              </a:ext>
            </a:extLst>
          </p:cNvPr>
          <p:cNvSpPr>
            <a:spLocks xmlns:a="http://schemas.openxmlformats.org/drawingml/2006/main" noGrp="1"/>
          </p:cNvSpPr>
          <p:nvPr/>
        </p:nvSpPr>
        <p:spPr>
          <a:xfrm xmlns:a="http://schemas.openxmlformats.org/drawingml/2006/main">
            <a:off x="7058025" y="5543550"/>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82" name="">
            <a:extLst xmlns:a="http://schemas.openxmlformats.org/drawingml/2006/main">
              <a:ext uri="{FF2B5EF4-FFF2-40B4-BE49-F238E27FC236}">
                <a16:creationId xmlns:a16="http://schemas.microsoft.com/office/drawing/2014/main" id="{FF2D2DAE-B1D8-4F1E-8020-4A32B9031BAA}"/>
              </a:ext>
            </a:extLst>
          </p:cNvPr>
          <p:cNvSpPr>
            <a:spLocks xmlns:a="http://schemas.openxmlformats.org/drawingml/2006/main" noGrp="1"/>
          </p:cNvSpPr>
          <p:nvPr/>
        </p:nvSpPr>
        <p:spPr>
          <a:xfrm xmlns:a="http://schemas.openxmlformats.org/drawingml/2006/main">
            <a:off x="1000125" y="52959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83" name="">
            <a:extLst xmlns:a="http://schemas.openxmlformats.org/drawingml/2006/main">
              <a:ext uri="{FF2B5EF4-FFF2-40B4-BE49-F238E27FC236}">
                <a16:creationId xmlns:a16="http://schemas.microsoft.com/office/drawing/2014/main" id="{0D688BE7-09AE-471E-BDAB-C21D0BA0583D}"/>
              </a:ext>
            </a:extLst>
          </p:cNvPr>
          <p:cNvSpPr>
            <a:spLocks xmlns:a="http://schemas.openxmlformats.org/drawingml/2006/main" noGrp="1"/>
          </p:cNvSpPr>
          <p:nvPr/>
        </p:nvSpPr>
        <p:spPr>
          <a:xfrm xmlns:a="http://schemas.openxmlformats.org/drawingml/2006/main">
            <a:off x="7648575" y="536257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84" name="">
            <a:extLst xmlns:a="http://schemas.openxmlformats.org/drawingml/2006/main">
              <a:ext uri="{FF2B5EF4-FFF2-40B4-BE49-F238E27FC236}">
                <a16:creationId xmlns:a16="http://schemas.microsoft.com/office/drawing/2014/main" id="{D722B649-D931-4F46-9AF4-63931782865F}"/>
              </a:ext>
            </a:extLst>
          </p:cNvPr>
          <p:cNvSpPr>
            <a:spLocks xmlns:a="http://schemas.openxmlformats.org/drawingml/2006/main" noGrp="1"/>
          </p:cNvSpPr>
          <p:nvPr/>
        </p:nvSpPr>
        <p:spPr>
          <a:xfrm xmlns:a="http://schemas.openxmlformats.org/drawingml/2006/main">
            <a:off x="4476750" y="4352925"/>
            <a:ext cx="9525" cy="600075"/>
          </a:xfrm>
          <a:custGeom xmlns:a="http://schemas.openxmlformats.org/drawingml/2006/main">
            <a:pathLst>
              <a:path w="9525" h="600075">
                <a:moveTo>
                  <a:pt x="0" y="0"/>
                </a:moveTo>
                <a:lnTo>
                  <a:pt x="0" y="600075"/>
                </a:lnTo>
              </a:path>
            </a:pathLst>
          </a:custGeom>
          <a:noFill xmlns:a="http://schemas.openxmlformats.org/drawingml/2006/main"/>
          <a:ln xmlns:a="http://schemas.openxmlformats.org/drawingml/2006/main" w="28575">
            <a:solidFill>
              <a:srgbClr val="C4483C"/>
            </a:solidFill>
          </a:ln>
        </p:spPr>
      </p:sp>
      <p:sp>
        <p:nvSpPr>
          <p:cNvPr id="85" name="">
            <a:extLst xmlns:a="http://schemas.openxmlformats.org/drawingml/2006/main">
              <a:ext uri="{FF2B5EF4-FFF2-40B4-BE49-F238E27FC236}">
                <a16:creationId xmlns:a16="http://schemas.microsoft.com/office/drawing/2014/main" id="{F66A648F-1CAF-4832-8703-15E4D791A1FA}"/>
              </a:ext>
            </a:extLst>
          </p:cNvPr>
          <p:cNvSpPr>
            <a:spLocks xmlns:a="http://schemas.openxmlformats.org/drawingml/2006/main" noGrp="1"/>
          </p:cNvSpPr>
          <p:nvPr/>
        </p:nvSpPr>
        <p:spPr>
          <a:xfrm xmlns:a="http://schemas.openxmlformats.org/drawingml/2006/main">
            <a:off x="4428744" y="4838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86" name="">
            <a:extLst xmlns:a="http://schemas.openxmlformats.org/drawingml/2006/main">
              <a:ext uri="{FF2B5EF4-FFF2-40B4-BE49-F238E27FC236}">
                <a16:creationId xmlns:a16="http://schemas.microsoft.com/office/drawing/2014/main" id="{44B850B4-86F6-42F1-84A0-00FE4D3F8D7D}"/>
              </a:ext>
            </a:extLst>
          </p:cNvPr>
          <p:cNvSpPr>
            <a:spLocks xmlns:a="http://schemas.openxmlformats.org/drawingml/2006/main" noGrp="1"/>
          </p:cNvSpPr>
          <p:nvPr/>
        </p:nvSpPr>
        <p:spPr>
          <a:xfrm xmlns:a="http://schemas.openxmlformats.org/drawingml/2006/main">
            <a:off x="5000625" y="4476750"/>
            <a:ext cx="219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W = wL</a:t>
            </a:r>
          </a:p>
        </p:txBody>
      </p:sp>
      <p:sp>
        <p:nvSpPr>
          <p:cNvPr id="87" name="">
            <a:extLst xmlns:a="http://schemas.openxmlformats.org/drawingml/2006/main">
              <a:ext uri="{FF2B5EF4-FFF2-40B4-BE49-F238E27FC236}">
                <a16:creationId xmlns:a16="http://schemas.microsoft.com/office/drawing/2014/main" id="{FCB9B020-49FF-49E7-8D40-E78D6420BD57}"/>
              </a:ext>
            </a:extLst>
          </p:cNvPr>
          <p:cNvSpPr>
            <a:spLocks xmlns:a="http://schemas.openxmlformats.org/drawingml/2006/main" noGrp="1"/>
          </p:cNvSpPr>
          <p:nvPr/>
        </p:nvSpPr>
        <p:spPr>
          <a:xfrm xmlns:a="http://schemas.openxmlformats.org/drawingml/2006/main">
            <a:off x="1619250" y="5429250"/>
            <a:ext cx="2857500" cy="9525"/>
          </a:xfrm>
          <a:custGeom xmlns:a="http://schemas.openxmlformats.org/drawingml/2006/main">
            <a:pathLst>
              <a:path w="2857500" h="9525">
                <a:moveTo>
                  <a:pt x="0" y="0"/>
                </a:moveTo>
                <a:lnTo>
                  <a:pt x="2857500" y="0"/>
                </a:lnTo>
              </a:path>
            </a:pathLst>
          </a:custGeom>
          <a:noFill xmlns:a="http://schemas.openxmlformats.org/drawingml/2006/main"/>
          <a:ln xmlns:a="http://schemas.openxmlformats.org/drawingml/2006/main" w="13335">
            <a:solidFill>
              <a:srgbClr val="C4483C"/>
            </a:solidFill>
          </a:ln>
        </p:spPr>
      </p:sp>
      <p:sp>
        <p:nvSpPr>
          <p:cNvPr id="88" name="">
            <a:extLst xmlns:a="http://schemas.openxmlformats.org/drawingml/2006/main">
              <a:ext uri="{FF2B5EF4-FFF2-40B4-BE49-F238E27FC236}">
                <a16:creationId xmlns:a16="http://schemas.microsoft.com/office/drawing/2014/main" id="{49A9E7B5-3ACC-457C-9195-41301B9254CB}"/>
              </a:ext>
            </a:extLst>
          </p:cNvPr>
          <p:cNvSpPr>
            <a:spLocks xmlns:a="http://schemas.openxmlformats.org/drawingml/2006/main" noGrp="1"/>
          </p:cNvSpPr>
          <p:nvPr/>
        </p:nvSpPr>
        <p:spPr>
          <a:xfrm xmlns:a="http://schemas.openxmlformats.org/drawingml/2006/main">
            <a:off x="4410075" y="5401246"/>
            <a:ext cx="66675" cy="56007"/>
          </a:xfrm>
          <a:custGeom xmlns:a="http://schemas.openxmlformats.org/drawingml/2006/main">
            <a:pathLst>
              <a:path w="66675" h="56007">
                <a:moveTo>
                  <a:pt x="66675" y="28004"/>
                </a:moveTo>
                <a:lnTo>
                  <a:pt x="0" y="0"/>
                </a:lnTo>
                <a:lnTo>
                  <a:pt x="0" y="56007"/>
                </a:lnTo>
                <a:close/>
              </a:path>
            </a:pathLst>
          </a:custGeom>
          <a:solidFill xmlns:a="http://schemas.openxmlformats.org/drawingml/2006/main">
            <a:srgbClr val="C4483C"/>
          </a:solidFill>
          <a:ln xmlns:a="http://schemas.openxmlformats.org/drawingml/2006/main" w="4763">
            <a:solidFill>
              <a:srgbClr val="C4483C"/>
            </a:solidFill>
          </a:ln>
        </p:spPr>
      </p:sp>
      <p:sp>
        <p:nvSpPr>
          <p:cNvPr id="89" name="">
            <a:extLst xmlns:a="http://schemas.openxmlformats.org/drawingml/2006/main">
              <a:ext uri="{FF2B5EF4-FFF2-40B4-BE49-F238E27FC236}">
                <a16:creationId xmlns:a16="http://schemas.microsoft.com/office/drawing/2014/main" id="{4E7705FB-EEBB-40F8-A666-08281F17C62A}"/>
              </a:ext>
            </a:extLst>
          </p:cNvPr>
          <p:cNvSpPr>
            <a:spLocks xmlns:a="http://schemas.openxmlformats.org/drawingml/2006/main" noGrp="1"/>
          </p:cNvSpPr>
          <p:nvPr/>
        </p:nvSpPr>
        <p:spPr>
          <a:xfrm xmlns:a="http://schemas.openxmlformats.org/drawingml/2006/main">
            <a:off x="1619250" y="5429250"/>
            <a:ext cx="2857500" cy="9525"/>
          </a:xfrm>
          <a:custGeom xmlns:a="http://schemas.openxmlformats.org/drawingml/2006/main">
            <a:pathLst>
              <a:path w="2857500" h="9525">
                <a:moveTo>
                  <a:pt x="2857500" y="0"/>
                </a:moveTo>
                <a:lnTo>
                  <a:pt x="0" y="0"/>
                </a:lnTo>
              </a:path>
            </a:pathLst>
          </a:custGeom>
          <a:noFill xmlns:a="http://schemas.openxmlformats.org/drawingml/2006/main"/>
          <a:ln xmlns:a="http://schemas.openxmlformats.org/drawingml/2006/main" w="13335">
            <a:solidFill>
              <a:srgbClr val="C4483C"/>
            </a:solidFill>
          </a:ln>
        </p:spPr>
      </p:sp>
      <p:sp>
        <p:nvSpPr>
          <p:cNvPr id="90" name="">
            <a:extLst xmlns:a="http://schemas.openxmlformats.org/drawingml/2006/main">
              <a:ext uri="{FF2B5EF4-FFF2-40B4-BE49-F238E27FC236}">
                <a16:creationId xmlns:a16="http://schemas.microsoft.com/office/drawing/2014/main" id="{75ED7954-9740-4484-9B19-478B4ABBB126}"/>
              </a:ext>
            </a:extLst>
          </p:cNvPr>
          <p:cNvSpPr>
            <a:spLocks xmlns:a="http://schemas.openxmlformats.org/drawingml/2006/main" noGrp="1"/>
          </p:cNvSpPr>
          <p:nvPr/>
        </p:nvSpPr>
        <p:spPr>
          <a:xfrm xmlns:a="http://schemas.openxmlformats.org/drawingml/2006/main">
            <a:off x="1619250" y="5401246"/>
            <a:ext cx="66675" cy="56007"/>
          </a:xfrm>
          <a:custGeom xmlns:a="http://schemas.openxmlformats.org/drawingml/2006/main">
            <a:pathLst>
              <a:path w="66675" h="56007">
                <a:moveTo>
                  <a:pt x="0" y="28004"/>
                </a:moveTo>
                <a:lnTo>
                  <a:pt x="66675" y="56007"/>
                </a:lnTo>
                <a:lnTo>
                  <a:pt x="66675" y="0"/>
                </a:lnTo>
                <a:close/>
              </a:path>
            </a:pathLst>
          </a:custGeom>
          <a:solidFill xmlns:a="http://schemas.openxmlformats.org/drawingml/2006/main">
            <a:srgbClr val="C4483C"/>
          </a:solidFill>
          <a:ln xmlns:a="http://schemas.openxmlformats.org/drawingml/2006/main" w="4763">
            <a:solidFill>
              <a:srgbClr val="C4483C"/>
            </a:solidFill>
          </a:ln>
        </p:spPr>
      </p:sp>
      <p:sp>
        <p:nvSpPr>
          <p:cNvPr id="91" name="">
            <a:extLst xmlns:a="http://schemas.openxmlformats.org/drawingml/2006/main">
              <a:ext uri="{FF2B5EF4-FFF2-40B4-BE49-F238E27FC236}">
                <a16:creationId xmlns:a16="http://schemas.microsoft.com/office/drawing/2014/main" id="{652E1A4B-B157-4C36-8387-D2A1B9C6EF62}"/>
              </a:ext>
            </a:extLst>
          </p:cNvPr>
          <p:cNvSpPr>
            <a:spLocks xmlns:a="http://schemas.openxmlformats.org/drawingml/2006/main" noGrp="1"/>
          </p:cNvSpPr>
          <p:nvPr/>
        </p:nvSpPr>
        <p:spPr>
          <a:xfrm xmlns:a="http://schemas.openxmlformats.org/drawingml/2006/main">
            <a:off x="1619250" y="5476875"/>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C4483C"/>
                </a:solidFill>
                <a:latin typeface="Yu Gothic"/>
                <a:ea typeface="Yu Gothic"/>
                <a:cs typeface="Yu Gothic"/>
              </a:defRPr>
            </a:defPPr>
            <a:lvl1pPr algn="ctr">
              <a:buNone/>
              <a:defRPr sz="1725" b="0">
                <a:solidFill>
                  <a:srgbClr val="C4483C"/>
                </a:solidFill>
                <a:latin typeface="Yu Gothic"/>
                <a:ea typeface="Yu Gothic"/>
                <a:cs typeface="Yu Gothic"/>
              </a:defRPr>
            </a:lvl1pPr>
            <a:lvl2pPr algn="ctr">
              <a:buNone/>
              <a:defRPr sz="1725" b="0">
                <a:solidFill>
                  <a:srgbClr val="C4483C"/>
                </a:solidFill>
                <a:latin typeface="Yu Gothic"/>
                <a:ea typeface="Yu Gothic"/>
                <a:cs typeface="Yu Gothic"/>
              </a:defRPr>
            </a:lvl2pPr>
            <a:lvl3pPr algn="ctr">
              <a:buNone/>
              <a:defRPr sz="1725" b="0">
                <a:solidFill>
                  <a:srgbClr val="C4483C"/>
                </a:solidFill>
                <a:latin typeface="Yu Gothic"/>
                <a:ea typeface="Yu Gothic"/>
                <a:cs typeface="Yu Gothic"/>
              </a:defRPr>
            </a:lvl3pPr>
            <a:lvl4pPr algn="ctr">
              <a:buNone/>
              <a:defRPr sz="1725" b="0">
                <a:solidFill>
                  <a:srgbClr val="C4483C"/>
                </a:solidFill>
                <a:latin typeface="Yu Gothic"/>
                <a:ea typeface="Yu Gothic"/>
                <a:cs typeface="Yu Gothic"/>
              </a:defRPr>
            </a:lvl4pPr>
            <a:lvl5pPr algn="ctr">
              <a:buNone/>
              <a:defRPr sz="1725" b="0">
                <a:solidFill>
                  <a:srgbClr val="C4483C"/>
                </a:solidFill>
                <a:latin typeface="Yu Gothic"/>
                <a:ea typeface="Yu Gothic"/>
                <a:cs typeface="Yu Gothic"/>
              </a:defRPr>
            </a:lvl5pPr>
            <a:lvl6pPr algn="ctr">
              <a:buNone/>
              <a:defRPr sz="1725" b="0">
                <a:solidFill>
                  <a:srgbClr val="C4483C"/>
                </a:solidFill>
                <a:latin typeface="Yu Gothic"/>
                <a:ea typeface="Yu Gothic"/>
                <a:cs typeface="Yu Gothic"/>
              </a:defRPr>
            </a:lvl6pPr>
            <a:lvl7pPr algn="ctr">
              <a:buNone/>
              <a:defRPr sz="1725" b="0">
                <a:solidFill>
                  <a:srgbClr val="C4483C"/>
                </a:solidFill>
                <a:latin typeface="Yu Gothic"/>
                <a:ea typeface="Yu Gothic"/>
                <a:cs typeface="Yu Gothic"/>
              </a:defRPr>
            </a:lvl7pPr>
            <a:lvl8pPr algn="ctr">
              <a:buNone/>
              <a:defRPr sz="1725" b="0">
                <a:solidFill>
                  <a:srgbClr val="C4483C"/>
                </a:solidFill>
                <a:latin typeface="Yu Gothic"/>
                <a:ea typeface="Yu Gothic"/>
                <a:cs typeface="Yu Gothic"/>
              </a:defRPr>
            </a:lvl8pPr>
            <a:lvl9pPr algn="ctr">
              <a:buNone/>
              <a:defRPr sz="1725" b="0">
                <a:solidFill>
                  <a:srgbClr val="C4483C"/>
                </a:solidFill>
                <a:latin typeface="Yu Gothic"/>
                <a:ea typeface="Yu Gothic"/>
                <a:cs typeface="Yu Gothic"/>
              </a:defRPr>
            </a:lvl9pPr>
          </a:lstStyle>
          <a:p xmlns:a="http://schemas.openxmlformats.org/drawingml/2006/main">
            <a:pPr algn="ctr">
              <a:buNone/>
              <a:defRPr sz="1725" b="0">
                <a:solidFill>
                  <a:srgbClr val="C4483C"/>
                </a:solidFill>
                <a:latin typeface="Yu Gothic"/>
                <a:ea typeface="Yu Gothic"/>
                <a:cs typeface="Yu Gothic"/>
              </a:defRPr>
            </a:pPr>
            <a:r>
              <a:rPr sz="1725" b="0">
                <a:solidFill>
                  <a:srgbClr val="C4483C"/>
                </a:solidFill>
                <a:latin typeface="Yu Gothic"/>
                <a:ea typeface="Yu Gothic"/>
                <a:cs typeface="Yu Gothic"/>
              </a:rPr>
              <a:t>L/2</a:t>
            </a:r>
          </a:p>
        </p:txBody>
      </p:sp>
      <p:sp>
        <p:nvSpPr>
          <p:cNvPr id="92" name="">
            <a:extLst xmlns:a="http://schemas.openxmlformats.org/drawingml/2006/main">
              <a:ext uri="{FF2B5EF4-FFF2-40B4-BE49-F238E27FC236}">
                <a16:creationId xmlns:a16="http://schemas.microsoft.com/office/drawing/2014/main" id="{5EC76209-28E1-4EE8-8134-E9A069923AFB}"/>
              </a:ext>
            </a:extLst>
          </p:cNvPr>
          <p:cNvSpPr>
            <a:spLocks xmlns:a="http://schemas.openxmlformats.org/drawingml/2006/main" noGrp="1"/>
          </p:cNvSpPr>
          <p:nvPr/>
        </p:nvSpPr>
        <p:spPr>
          <a:xfrm xmlns:a="http://schemas.openxmlformats.org/drawingml/2006/main">
            <a:off x="8239125" y="2095500"/>
            <a:ext cx="333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RA + RB = wL</a:t>
            </a:r>
          </a:p>
        </p:txBody>
      </p:sp>
      <p:sp>
        <p:nvSpPr>
          <p:cNvPr id="93" name="">
            <a:extLst xmlns:a="http://schemas.openxmlformats.org/drawingml/2006/main">
              <a:ext uri="{FF2B5EF4-FFF2-40B4-BE49-F238E27FC236}">
                <a16:creationId xmlns:a16="http://schemas.microsoft.com/office/drawing/2014/main" id="{77766340-F44F-4B30-8E5E-9BFA95ED8C06}"/>
              </a:ext>
            </a:extLst>
          </p:cNvPr>
          <p:cNvSpPr>
            <a:spLocks xmlns:a="http://schemas.openxmlformats.org/drawingml/2006/main" noGrp="1"/>
          </p:cNvSpPr>
          <p:nvPr/>
        </p:nvSpPr>
        <p:spPr>
          <a:xfrm xmlns:a="http://schemas.openxmlformats.org/drawingml/2006/main">
            <a:off x="8239125" y="28575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LRB − (wL)(L/2) = 0</a:t>
            </a:r>
          </a:p>
        </p:txBody>
      </p:sp>
      <p:sp>
        <p:nvSpPr>
          <p:cNvPr id="94" name="">
            <a:extLst xmlns:a="http://schemas.openxmlformats.org/drawingml/2006/main">
              <a:ext uri="{FF2B5EF4-FFF2-40B4-BE49-F238E27FC236}">
                <a16:creationId xmlns:a16="http://schemas.microsoft.com/office/drawing/2014/main" id="{A3B45AE5-BABA-4597-A499-0E5CD64E3C2A}"/>
              </a:ext>
            </a:extLst>
          </p:cNvPr>
          <p:cNvSpPr>
            <a:spLocks xmlns:a="http://schemas.openxmlformats.org/drawingml/2006/main" noGrp="1"/>
          </p:cNvSpPr>
          <p:nvPr/>
        </p:nvSpPr>
        <p:spPr>
          <a:xfrm xmlns:a="http://schemas.openxmlformats.org/drawingml/2006/main">
            <a:off x="8239125" y="41910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w：1 mあたりの荷重</a:t>
            </a:r>
          </a:p>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W：全体の荷重</a:t>
            </a:r>
          </a:p>
        </p:txBody>
      </p:sp>
      <p:sp>
        <p:nvSpPr>
          <p:cNvPr id="95" name="">
            <a:extLst xmlns:a="http://schemas.openxmlformats.org/drawingml/2006/main">
              <a:ext uri="{FF2B5EF4-FFF2-40B4-BE49-F238E27FC236}">
                <a16:creationId xmlns:a16="http://schemas.microsoft.com/office/drawing/2014/main" id="{758380B9-0A3A-4D04-98FC-B9070FFC9341}"/>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この置換で求められるのは全体の反力。切断面の左右への荷重の分かれ方までは保たない。</a:t>
            </a:r>
          </a:p>
        </p:txBody>
      </p:sp>
    </p:spTree>
    <p:extLst>
      <p:ext uri="{BB962C8B-B14F-4D97-AF65-F5344CB8AC3E}">
        <p14:creationId xmlns:p14="http://schemas.microsoft.com/office/powerpoint/2010/main" val="5709079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186A2A1-BE2D-48A6-8F64-D254FBE64FEC}"/>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等分布荷重の SFD は直線、BMD は放物線</a:t>
            </a:r>
          </a:p>
        </p:txBody>
      </p:sp>
      <p:cxnSp>
        <p:nvCxnSpPr>
          <p:cNvPr id="2" name="">
            <a:extLst xmlns:a="http://schemas.openxmlformats.org/drawingml/2006/main">
              <a:ext uri="{FF2B5EF4-FFF2-40B4-BE49-F238E27FC236}">
                <a16:creationId xmlns:a16="http://schemas.microsoft.com/office/drawing/2014/main" id="{E2383261-323E-4D6D-AB6F-42ADA26E784C}"/>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29F2931-02F9-422C-85D1-E8A6E2ED18B5}"/>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71B568D3-407F-4BFF-966B-D4A80C339F77}"/>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36 / 49</a:t>
            </a:r>
          </a:p>
        </p:txBody>
      </p:sp>
      <p:graphicFrame>
        <p:nvGraphicFramePr>
          <p:cNvPr id="88" name="Chart">
            <a:extLst xmlns:a="http://schemas.openxmlformats.org/drawingml/2006/main">
              <a:ext uri="{FF2B5EF4-FFF2-40B4-BE49-F238E27FC236}">
                <a16:creationId xmlns:a16="http://schemas.microsoft.com/office/drawing/2014/main" id="{3F248378-010B-4730-81E8-E0C16859CE6D}"/>
              </a:ext>
            </a:extLst>
          </p:cNvPr>
          <p:cNvGraphicFramePr/>
          <p:nvPr/>
        </p:nvGraphicFramePr>
        <p:xfrm>
          <a:off xmlns:a="http://schemas.openxmlformats.org/drawingml/2006/main" x="714375" y="4171950"/>
          <a:ext xmlns:a="http://schemas.openxmlformats.org/drawingml/2006/main" cx="5238750" cy="1552575"/>
        </p:xfrm>
        <a:graphic xmlns:a="http://schemas.openxmlformats.org/drawingml/2006/main">
          <a:graphicData uri="http://schemas.openxmlformats.org/drawingml/2006/chart">
            <c:chart xmlns:r="http://schemas.openxmlformats.org/officeDocument/2006/relationships" xmlns:c="http://schemas.openxmlformats.org/drawingml/2006/chart" r:id="R7400e1695d3749c3"/>
          </a:graphicData>
        </a:graphic>
      </p:graphicFrame>
      <p:graphicFrame>
        <p:nvGraphicFramePr>
          <p:cNvPr id="89" name="Chart">
            <a:extLst xmlns:a="http://schemas.openxmlformats.org/drawingml/2006/main">
              <a:ext uri="{FF2B5EF4-FFF2-40B4-BE49-F238E27FC236}">
                <a16:creationId xmlns:a16="http://schemas.microsoft.com/office/drawing/2014/main" id="{5927E401-D162-4DCC-952B-6468C111C208}"/>
              </a:ext>
            </a:extLst>
          </p:cNvPr>
          <p:cNvGraphicFramePr/>
          <p:nvPr/>
        </p:nvGraphicFramePr>
        <p:xfrm>
          <a:off xmlns:a="http://schemas.openxmlformats.org/drawingml/2006/main" x="6143625" y="4171950"/>
          <a:ext xmlns:a="http://schemas.openxmlformats.org/drawingml/2006/main" cx="5334000" cy="1552575"/>
        </p:xfrm>
        <a:graphic xmlns:a="http://schemas.openxmlformats.org/drawingml/2006/main">
          <a:graphicData uri="http://schemas.openxmlformats.org/drawingml/2006/chart">
            <c:chart xmlns:r="http://schemas.openxmlformats.org/officeDocument/2006/relationships" xmlns:c="http://schemas.openxmlformats.org/drawingml/2006/chart" r:id="Rfd363949f763493e"/>
          </a:graphicData>
        </a:graphic>
      </p:graphicFrame>
      <p:sp>
        <p:nvSpPr>
          <p:cNvPr id="91" name="">
            <a:extLst xmlns:a="http://schemas.openxmlformats.org/drawingml/2006/main">
              <a:ext uri="{FF2B5EF4-FFF2-40B4-BE49-F238E27FC236}">
                <a16:creationId xmlns:a16="http://schemas.microsoft.com/office/drawing/2014/main" id="{B0B2F69B-720D-4DA5-B77A-9DB03473DA9E}"/>
              </a:ext>
            </a:extLst>
          </p:cNvPr>
          <p:cNvSpPr>
            <a:spLocks xmlns:a="http://schemas.openxmlformats.org/drawingml/2006/main" noGrp="1"/>
          </p:cNvSpPr>
          <p:nvPr/>
        </p:nvSpPr>
        <p:spPr>
          <a:xfrm xmlns:a="http://schemas.openxmlformats.org/drawingml/2006/main">
            <a:off x="714375" y="1457325"/>
            <a:ext cx="5286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193B59"/>
                </a:solidFill>
                <a:latin typeface="Yu Gothic"/>
                <a:ea typeface="Yu Gothic"/>
                <a:cs typeface="Yu Gothic"/>
              </a:defRPr>
            </a:defPPr>
            <a:lvl1pPr>
              <a:defRPr sz="1950" b="1">
                <a:solidFill>
                  <a:srgbClr val="193B59"/>
                </a:solidFill>
                <a:latin typeface="Yu Gothic"/>
                <a:ea typeface="Yu Gothic"/>
                <a:cs typeface="Yu Gothic"/>
              </a:defRPr>
            </a:lvl1pPr>
            <a:lvl2pPr>
              <a:defRPr sz="1950" b="1">
                <a:solidFill>
                  <a:srgbClr val="193B59"/>
                </a:solidFill>
                <a:latin typeface="Yu Gothic"/>
                <a:ea typeface="Yu Gothic"/>
                <a:cs typeface="Yu Gothic"/>
              </a:defRPr>
            </a:lvl2pPr>
            <a:lvl3pPr>
              <a:defRPr sz="1950" b="1">
                <a:solidFill>
                  <a:srgbClr val="193B59"/>
                </a:solidFill>
                <a:latin typeface="Yu Gothic"/>
                <a:ea typeface="Yu Gothic"/>
                <a:cs typeface="Yu Gothic"/>
              </a:defRPr>
            </a:lvl3pPr>
            <a:lvl4pPr>
              <a:defRPr sz="1950" b="1">
                <a:solidFill>
                  <a:srgbClr val="193B59"/>
                </a:solidFill>
                <a:latin typeface="Yu Gothic"/>
                <a:ea typeface="Yu Gothic"/>
                <a:cs typeface="Yu Gothic"/>
              </a:defRPr>
            </a:lvl4pPr>
            <a:lvl5pPr>
              <a:defRPr sz="1950" b="1">
                <a:solidFill>
                  <a:srgbClr val="193B59"/>
                </a:solidFill>
                <a:latin typeface="Yu Gothic"/>
                <a:ea typeface="Yu Gothic"/>
                <a:cs typeface="Yu Gothic"/>
              </a:defRPr>
            </a:lvl5pPr>
            <a:lvl6pPr>
              <a:defRPr sz="1950" b="1">
                <a:solidFill>
                  <a:srgbClr val="193B59"/>
                </a:solidFill>
                <a:latin typeface="Yu Gothic"/>
                <a:ea typeface="Yu Gothic"/>
                <a:cs typeface="Yu Gothic"/>
              </a:defRPr>
            </a:lvl6pPr>
            <a:lvl7pPr>
              <a:defRPr sz="1950" b="1">
                <a:solidFill>
                  <a:srgbClr val="193B59"/>
                </a:solidFill>
                <a:latin typeface="Yu Gothic"/>
                <a:ea typeface="Yu Gothic"/>
                <a:cs typeface="Yu Gothic"/>
              </a:defRPr>
            </a:lvl7pPr>
            <a:lvl8pPr>
              <a:defRPr sz="1950" b="1">
                <a:solidFill>
                  <a:srgbClr val="193B59"/>
                </a:solidFill>
                <a:latin typeface="Yu Gothic"/>
                <a:ea typeface="Yu Gothic"/>
                <a:cs typeface="Yu Gothic"/>
              </a:defRPr>
            </a:lvl8pPr>
            <a:lvl9pPr>
              <a:defRPr sz="1950" b="1">
                <a:solidFill>
                  <a:srgbClr val="193B59"/>
                </a:solidFill>
                <a:latin typeface="Yu Gothic"/>
                <a:ea typeface="Yu Gothic"/>
                <a:cs typeface="Yu Gothic"/>
              </a:defRPr>
            </a:lvl9pPr>
          </a:lstStyle>
          <a:p xmlns:a="http://schemas.openxmlformats.org/drawingml/2006/main">
            <a:pPr>
              <a:defRPr sz="1950" b="1">
                <a:solidFill>
                  <a:srgbClr val="193B59"/>
                </a:solidFill>
                <a:latin typeface="Yu Gothic"/>
                <a:ea typeface="Yu Gothic"/>
                <a:cs typeface="Yu Gothic"/>
              </a:defRPr>
            </a:pPr>
            <a:r>
              <a:rPr sz="1950" b="1">
                <a:solidFill>
                  <a:srgbClr val="193B59"/>
                </a:solidFill>
                <a:latin typeface="Yu Gothic"/>
                <a:ea typeface="Yu Gothic"/>
                <a:cs typeface="Yu Gothic"/>
              </a:rPr>
              <a:t>左部分の分布 w = 400 N/m</a:t>
            </a:r>
          </a:p>
        </p:txBody>
      </p:sp>
      <p:sp>
        <p:nvSpPr>
          <p:cNvPr id="92" name="">
            <a:extLst xmlns:a="http://schemas.openxmlformats.org/drawingml/2006/main">
              <a:ext uri="{FF2B5EF4-FFF2-40B4-BE49-F238E27FC236}">
                <a16:creationId xmlns:a16="http://schemas.microsoft.com/office/drawing/2014/main" id="{1862FCE1-864D-4F09-95C5-7F5FB8A22185}"/>
              </a:ext>
            </a:extLst>
          </p:cNvPr>
          <p:cNvSpPr>
            <a:spLocks xmlns:a="http://schemas.openxmlformats.org/drawingml/2006/main" noGrp="1"/>
          </p:cNvSpPr>
          <p:nvPr/>
        </p:nvSpPr>
        <p:spPr>
          <a:xfrm xmlns:a="http://schemas.openxmlformats.org/drawingml/2006/main">
            <a:off x="6762750" y="145732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193B59"/>
                </a:solidFill>
                <a:latin typeface="Yu Gothic"/>
                <a:ea typeface="Yu Gothic"/>
                <a:cs typeface="Yu Gothic"/>
              </a:defRPr>
            </a:defPPr>
            <a:lvl1pPr>
              <a:defRPr sz="1875" b="1">
                <a:solidFill>
                  <a:srgbClr val="193B59"/>
                </a:solidFill>
                <a:latin typeface="Yu Gothic"/>
                <a:ea typeface="Yu Gothic"/>
                <a:cs typeface="Yu Gothic"/>
              </a:defRPr>
            </a:lvl1pPr>
            <a:lvl2pPr>
              <a:defRPr sz="1875" b="1">
                <a:solidFill>
                  <a:srgbClr val="193B59"/>
                </a:solidFill>
                <a:latin typeface="Yu Gothic"/>
                <a:ea typeface="Yu Gothic"/>
                <a:cs typeface="Yu Gothic"/>
              </a:defRPr>
            </a:lvl2pPr>
            <a:lvl3pPr>
              <a:defRPr sz="1875" b="1">
                <a:solidFill>
                  <a:srgbClr val="193B59"/>
                </a:solidFill>
                <a:latin typeface="Yu Gothic"/>
                <a:ea typeface="Yu Gothic"/>
                <a:cs typeface="Yu Gothic"/>
              </a:defRPr>
            </a:lvl3pPr>
            <a:lvl4pPr>
              <a:defRPr sz="1875" b="1">
                <a:solidFill>
                  <a:srgbClr val="193B59"/>
                </a:solidFill>
                <a:latin typeface="Yu Gothic"/>
                <a:ea typeface="Yu Gothic"/>
                <a:cs typeface="Yu Gothic"/>
              </a:defRPr>
            </a:lvl4pPr>
            <a:lvl5pPr>
              <a:defRPr sz="1875" b="1">
                <a:solidFill>
                  <a:srgbClr val="193B59"/>
                </a:solidFill>
                <a:latin typeface="Yu Gothic"/>
                <a:ea typeface="Yu Gothic"/>
                <a:cs typeface="Yu Gothic"/>
              </a:defRPr>
            </a:lvl5pPr>
            <a:lvl6pPr>
              <a:defRPr sz="1875" b="1">
                <a:solidFill>
                  <a:srgbClr val="193B59"/>
                </a:solidFill>
                <a:latin typeface="Yu Gothic"/>
                <a:ea typeface="Yu Gothic"/>
                <a:cs typeface="Yu Gothic"/>
              </a:defRPr>
            </a:lvl6pPr>
            <a:lvl7pPr>
              <a:defRPr sz="1875" b="1">
                <a:solidFill>
                  <a:srgbClr val="193B59"/>
                </a:solidFill>
                <a:latin typeface="Yu Gothic"/>
                <a:ea typeface="Yu Gothic"/>
                <a:cs typeface="Yu Gothic"/>
              </a:defRPr>
            </a:lvl7pPr>
            <a:lvl8pPr>
              <a:defRPr sz="1875" b="1">
                <a:solidFill>
                  <a:srgbClr val="193B59"/>
                </a:solidFill>
                <a:latin typeface="Yu Gothic"/>
                <a:ea typeface="Yu Gothic"/>
                <a:cs typeface="Yu Gothic"/>
              </a:defRPr>
            </a:lvl8pPr>
            <a:lvl9pPr>
              <a:defRPr sz="1875" b="1">
                <a:solidFill>
                  <a:srgbClr val="193B59"/>
                </a:solidFill>
                <a:latin typeface="Yu Gothic"/>
                <a:ea typeface="Yu Gothic"/>
                <a:cs typeface="Yu Gothic"/>
              </a:defRPr>
            </a:lvl9pPr>
          </a:lstStyle>
          <a:p xmlns:a="http://schemas.openxmlformats.org/drawingml/2006/main">
            <a:pPr>
              <a:defRPr sz="1875" b="1">
                <a:solidFill>
                  <a:srgbClr val="193B59"/>
                </a:solidFill>
                <a:latin typeface="Yu Gothic"/>
                <a:ea typeface="Yu Gothic"/>
                <a:cs typeface="Yu Gothic"/>
              </a:defRPr>
            </a:pPr>
            <a:r>
              <a:rPr sz="1875" b="1">
                <a:solidFill>
                  <a:srgbClr val="193B59"/>
                </a:solidFill>
                <a:latin typeface="Yu Gothic"/>
                <a:ea typeface="Yu Gothic"/>
                <a:cs typeface="Yu Gothic"/>
              </a:rPr>
              <a:t>同じ部分の合力へ置き換える</a:t>
            </a:r>
          </a:p>
        </p:txBody>
      </p:sp>
      <p:sp>
        <p:nvSpPr>
          <p:cNvPr id="93" name="">
            <a:extLst xmlns:a="http://schemas.openxmlformats.org/drawingml/2006/main">
              <a:ext uri="{FF2B5EF4-FFF2-40B4-BE49-F238E27FC236}">
                <a16:creationId xmlns:a16="http://schemas.microsoft.com/office/drawing/2014/main" id="{1428AC27-75B9-440A-B413-A7E76C69A001}"/>
              </a:ext>
            </a:extLst>
          </p:cNvPr>
          <p:cNvSpPr>
            <a:spLocks xmlns:a="http://schemas.openxmlformats.org/drawingml/2006/main" noGrp="1"/>
          </p:cNvSpPr>
          <p:nvPr/>
        </p:nvSpPr>
        <p:spPr>
          <a:xfrm xmlns:a="http://schemas.openxmlformats.org/drawingml/2006/main">
            <a:off x="952500" y="2514600"/>
            <a:ext cx="3333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94" name="">
            <a:extLst xmlns:a="http://schemas.openxmlformats.org/drawingml/2006/main">
              <a:ext uri="{FF2B5EF4-FFF2-40B4-BE49-F238E27FC236}">
                <a16:creationId xmlns:a16="http://schemas.microsoft.com/office/drawing/2014/main" id="{DFE08839-48DD-4F0E-97B7-1221968106FA}"/>
              </a:ext>
            </a:extLst>
          </p:cNvPr>
          <p:cNvSpPr>
            <a:spLocks xmlns:a="http://schemas.openxmlformats.org/drawingml/2006/main" noGrp="1"/>
          </p:cNvSpPr>
          <p:nvPr/>
        </p:nvSpPr>
        <p:spPr>
          <a:xfrm xmlns:a="http://schemas.openxmlformats.org/drawingml/2006/main">
            <a:off x="952500" y="2686050"/>
            <a:ext cx="9525" cy="466725"/>
          </a:xfrm>
          <a:custGeom xmlns:a="http://schemas.openxmlformats.org/drawingml/2006/main">
            <a:pathLst>
              <a:path w="9525" h="466725">
                <a:moveTo>
                  <a:pt x="0" y="466725"/>
                </a:moveTo>
                <a:lnTo>
                  <a:pt x="0" y="0"/>
                </a:lnTo>
              </a:path>
            </a:pathLst>
          </a:custGeom>
          <a:noFill xmlns:a="http://schemas.openxmlformats.org/drawingml/2006/main"/>
          <a:ln xmlns:a="http://schemas.openxmlformats.org/drawingml/2006/main" w="23813">
            <a:solidFill>
              <a:srgbClr val="2876A8"/>
            </a:solidFill>
          </a:ln>
        </p:spPr>
      </p:sp>
      <p:sp>
        <p:nvSpPr>
          <p:cNvPr id="95" name="">
            <a:extLst xmlns:a="http://schemas.openxmlformats.org/drawingml/2006/main">
              <a:ext uri="{FF2B5EF4-FFF2-40B4-BE49-F238E27FC236}">
                <a16:creationId xmlns:a16="http://schemas.microsoft.com/office/drawing/2014/main" id="{BC1D6576-3EE6-41A9-98DD-2C746EAF6C53}"/>
              </a:ext>
            </a:extLst>
          </p:cNvPr>
          <p:cNvSpPr>
            <a:spLocks xmlns:a="http://schemas.openxmlformats.org/drawingml/2006/main" noGrp="1"/>
          </p:cNvSpPr>
          <p:nvPr/>
        </p:nvSpPr>
        <p:spPr>
          <a:xfrm xmlns:a="http://schemas.openxmlformats.org/drawingml/2006/main">
            <a:off x="916496" y="2686050"/>
            <a:ext cx="72009" cy="85725"/>
          </a:xfrm>
          <a:custGeom xmlns:a="http://schemas.openxmlformats.org/drawingml/2006/main">
            <a:pathLst>
              <a:path w="72009" h="85725">
                <a:moveTo>
                  <a:pt x="36005" y="0"/>
                </a:moveTo>
                <a:lnTo>
                  <a:pt x="0" y="85725"/>
                </a:lnTo>
                <a:lnTo>
                  <a:pt x="72009" y="85725"/>
                </a:lnTo>
                <a:close/>
              </a:path>
            </a:pathLst>
          </a:custGeom>
          <a:solidFill xmlns:a="http://schemas.openxmlformats.org/drawingml/2006/main">
            <a:srgbClr val="2876A8"/>
          </a:solidFill>
          <a:ln xmlns:a="http://schemas.openxmlformats.org/drawingml/2006/main" w="4763">
            <a:solidFill>
              <a:srgbClr val="2876A8"/>
            </a:solidFill>
          </a:ln>
        </p:spPr>
      </p:sp>
      <p:sp>
        <p:nvSpPr>
          <p:cNvPr id="96" name="">
            <a:extLst xmlns:a="http://schemas.openxmlformats.org/drawingml/2006/main">
              <a:ext uri="{FF2B5EF4-FFF2-40B4-BE49-F238E27FC236}">
                <a16:creationId xmlns:a16="http://schemas.microsoft.com/office/drawing/2014/main" id="{C090226D-70B5-442E-B0EF-90728DA820B0}"/>
              </a:ext>
            </a:extLst>
          </p:cNvPr>
          <p:cNvSpPr>
            <a:spLocks xmlns:a="http://schemas.openxmlformats.org/drawingml/2006/main" noGrp="1"/>
          </p:cNvSpPr>
          <p:nvPr/>
        </p:nvSpPr>
        <p:spPr>
          <a:xfrm xmlns:a="http://schemas.openxmlformats.org/drawingml/2006/main">
            <a:off x="438150" y="2790825"/>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R_A</a:t>
            </a:r>
          </a:p>
        </p:txBody>
      </p:sp>
      <p:sp>
        <p:nvSpPr>
          <p:cNvPr id="97" name="">
            <a:extLst xmlns:a="http://schemas.openxmlformats.org/drawingml/2006/main">
              <a:ext uri="{FF2B5EF4-FFF2-40B4-BE49-F238E27FC236}">
                <a16:creationId xmlns:a16="http://schemas.microsoft.com/office/drawing/2014/main" id="{8D327EE3-585C-4C29-A0E7-CDB2A1E6C037}"/>
              </a:ext>
            </a:extLst>
          </p:cNvPr>
          <p:cNvSpPr>
            <a:spLocks xmlns:a="http://schemas.openxmlformats.org/drawingml/2006/main" noGrp="1"/>
          </p:cNvSpPr>
          <p:nvPr/>
        </p:nvSpPr>
        <p:spPr>
          <a:xfrm xmlns:a="http://schemas.openxmlformats.org/drawingml/2006/main">
            <a:off x="4286250" y="2686050"/>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23813">
            <a:solidFill>
              <a:srgbClr val="7655A5"/>
            </a:solidFill>
          </a:ln>
        </p:spPr>
      </p:sp>
      <p:sp>
        <p:nvSpPr>
          <p:cNvPr id="98" name="">
            <a:extLst xmlns:a="http://schemas.openxmlformats.org/drawingml/2006/main">
              <a:ext uri="{FF2B5EF4-FFF2-40B4-BE49-F238E27FC236}">
                <a16:creationId xmlns:a16="http://schemas.microsoft.com/office/drawing/2014/main" id="{FB80F583-71DC-4529-BFE2-7A81F10D735E}"/>
              </a:ext>
            </a:extLst>
          </p:cNvPr>
          <p:cNvSpPr>
            <a:spLocks xmlns:a="http://schemas.openxmlformats.org/drawingml/2006/main" noGrp="1"/>
          </p:cNvSpPr>
          <p:nvPr/>
        </p:nvSpPr>
        <p:spPr>
          <a:xfrm xmlns:a="http://schemas.openxmlformats.org/drawingml/2006/main">
            <a:off x="4250246" y="3105150"/>
            <a:ext cx="72009" cy="85725"/>
          </a:xfrm>
          <a:custGeom xmlns:a="http://schemas.openxmlformats.org/drawingml/2006/main">
            <a:pathLst>
              <a:path w="72009" h="85725">
                <a:moveTo>
                  <a:pt x="36004" y="85725"/>
                </a:moveTo>
                <a:lnTo>
                  <a:pt x="72009"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99" name="">
            <a:extLst xmlns:a="http://schemas.openxmlformats.org/drawingml/2006/main">
              <a:ext uri="{FF2B5EF4-FFF2-40B4-BE49-F238E27FC236}">
                <a16:creationId xmlns:a16="http://schemas.microsoft.com/office/drawing/2014/main" id="{D6346DEF-6F17-43A1-9009-11C2B8183BF7}"/>
              </a:ext>
            </a:extLst>
          </p:cNvPr>
          <p:cNvSpPr>
            <a:spLocks xmlns:a="http://schemas.openxmlformats.org/drawingml/2006/main" noGrp="1"/>
          </p:cNvSpPr>
          <p:nvPr/>
        </p:nvSpPr>
        <p:spPr>
          <a:xfrm xmlns:a="http://schemas.openxmlformats.org/drawingml/2006/main">
            <a:off x="4381500" y="29337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defRPr sz="1875" b="1">
                <a:solidFill>
                  <a:srgbClr val="7655A5"/>
                </a:solidFill>
                <a:latin typeface="Yu Gothic"/>
                <a:ea typeface="Yu Gothic"/>
                <a:cs typeface="Yu Gothic"/>
              </a:defRPr>
            </a:lvl1pPr>
            <a:lvl2pPr>
              <a:defRPr sz="1875" b="1">
                <a:solidFill>
                  <a:srgbClr val="7655A5"/>
                </a:solidFill>
                <a:latin typeface="Yu Gothic"/>
                <a:ea typeface="Yu Gothic"/>
                <a:cs typeface="Yu Gothic"/>
              </a:defRPr>
            </a:lvl2pPr>
            <a:lvl3pPr>
              <a:defRPr sz="1875" b="1">
                <a:solidFill>
                  <a:srgbClr val="7655A5"/>
                </a:solidFill>
                <a:latin typeface="Yu Gothic"/>
                <a:ea typeface="Yu Gothic"/>
                <a:cs typeface="Yu Gothic"/>
              </a:defRPr>
            </a:lvl3pPr>
            <a:lvl4pPr>
              <a:defRPr sz="1875" b="1">
                <a:solidFill>
                  <a:srgbClr val="7655A5"/>
                </a:solidFill>
                <a:latin typeface="Yu Gothic"/>
                <a:ea typeface="Yu Gothic"/>
                <a:cs typeface="Yu Gothic"/>
              </a:defRPr>
            </a:lvl4pPr>
            <a:lvl5pPr>
              <a:defRPr sz="1875" b="1">
                <a:solidFill>
                  <a:srgbClr val="7655A5"/>
                </a:solidFill>
                <a:latin typeface="Yu Gothic"/>
                <a:ea typeface="Yu Gothic"/>
                <a:cs typeface="Yu Gothic"/>
              </a:defRPr>
            </a:lvl5pPr>
            <a:lvl6pPr>
              <a:defRPr sz="1875" b="1">
                <a:solidFill>
                  <a:srgbClr val="7655A5"/>
                </a:solidFill>
                <a:latin typeface="Yu Gothic"/>
                <a:ea typeface="Yu Gothic"/>
                <a:cs typeface="Yu Gothic"/>
              </a:defRPr>
            </a:lvl6pPr>
            <a:lvl7pPr>
              <a:defRPr sz="1875" b="1">
                <a:solidFill>
                  <a:srgbClr val="7655A5"/>
                </a:solidFill>
                <a:latin typeface="Yu Gothic"/>
                <a:ea typeface="Yu Gothic"/>
                <a:cs typeface="Yu Gothic"/>
              </a:defRPr>
            </a:lvl7pPr>
            <a:lvl8pPr>
              <a:defRPr sz="1875" b="1">
                <a:solidFill>
                  <a:srgbClr val="7655A5"/>
                </a:solidFill>
                <a:latin typeface="Yu Gothic"/>
                <a:ea typeface="Yu Gothic"/>
                <a:cs typeface="Yu Gothic"/>
              </a:defRPr>
            </a:lvl8pPr>
            <a:lvl9pPr>
              <a:defRPr sz="1875" b="1">
                <a:solidFill>
                  <a:srgbClr val="7655A5"/>
                </a:solidFill>
                <a:latin typeface="Yu Gothic"/>
                <a:ea typeface="Yu Gothic"/>
                <a:cs typeface="Yu Gothic"/>
              </a:defRPr>
            </a:lvl9pPr>
          </a:lstStyle>
          <a:p xmlns:a="http://schemas.openxmlformats.org/drawingml/2006/main">
            <a:pPr>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100" name="">
            <a:extLst xmlns:a="http://schemas.openxmlformats.org/drawingml/2006/main">
              <a:ext uri="{FF2B5EF4-FFF2-40B4-BE49-F238E27FC236}">
                <a16:creationId xmlns:a16="http://schemas.microsoft.com/office/drawing/2014/main" id="{23A0073D-5D45-4E75-90C0-B6C5F9CEF95C}"/>
              </a:ext>
            </a:extLst>
          </p:cNvPr>
          <p:cNvSpPr>
            <a:spLocks xmlns:a="http://schemas.openxmlformats.org/drawingml/2006/main" noGrp="1"/>
          </p:cNvSpPr>
          <p:nvPr/>
        </p:nvSpPr>
        <p:spPr>
          <a:xfrm xmlns:a="http://schemas.openxmlformats.org/drawingml/2006/main">
            <a:off x="4524584" y="2333677"/>
            <a:ext cx="475206" cy="444295"/>
          </a:xfrm>
          <a:custGeom xmlns:a="http://schemas.openxmlformats.org/drawingml/2006/main">
            <a:pathLst>
              <a:path w="475206" h="444295">
                <a:moveTo>
                  <a:pt x="356979" y="444295"/>
                </a:moveTo>
                <a:lnTo>
                  <a:pt x="393512" y="418332"/>
                </a:lnTo>
                <a:lnTo>
                  <a:pt x="424533" y="385984"/>
                </a:lnTo>
                <a:lnTo>
                  <a:pt x="448943" y="348395"/>
                </a:lnTo>
                <a:lnTo>
                  <a:pt x="465878" y="306898"/>
                </a:lnTo>
                <a:lnTo>
                  <a:pt x="474737" y="262964"/>
                </a:lnTo>
                <a:lnTo>
                  <a:pt x="475206" y="218147"/>
                </a:lnTo>
                <a:lnTo>
                  <a:pt x="467269" y="174036"/>
                </a:lnTo>
                <a:lnTo>
                  <a:pt x="451207" y="132194"/>
                </a:lnTo>
                <a:lnTo>
                  <a:pt x="427590" y="94103"/>
                </a:lnTo>
                <a:lnTo>
                  <a:pt x="397253" y="61111"/>
                </a:lnTo>
                <a:lnTo>
                  <a:pt x="361271" y="34389"/>
                </a:lnTo>
                <a:lnTo>
                  <a:pt x="320920" y="14883"/>
                </a:lnTo>
                <a:lnTo>
                  <a:pt x="277628" y="3282"/>
                </a:lnTo>
                <a:lnTo>
                  <a:pt x="232929" y="0"/>
                </a:lnTo>
                <a:lnTo>
                  <a:pt x="188407" y="5151"/>
                </a:lnTo>
                <a:lnTo>
                  <a:pt x="145639" y="18554"/>
                </a:lnTo>
                <a:lnTo>
                  <a:pt x="106140" y="39733"/>
                </a:lnTo>
                <a:lnTo>
                  <a:pt x="71309" y="67939"/>
                </a:lnTo>
                <a:lnTo>
                  <a:pt x="42380" y="102172"/>
                </a:lnTo>
                <a:lnTo>
                  <a:pt x="20378" y="141219"/>
                </a:lnTo>
                <a:lnTo>
                  <a:pt x="6083" y="183697"/>
                </a:lnTo>
                <a:lnTo>
                  <a:pt x="0" y="228101"/>
                </a:lnTo>
                <a:lnTo>
                  <a:pt x="2346" y="272859"/>
                </a:lnTo>
                <a:lnTo>
                  <a:pt x="13037" y="316384"/>
                </a:lnTo>
                <a:lnTo>
                  <a:pt x="31694" y="357135"/>
                </a:lnTo>
              </a:path>
            </a:pathLst>
          </a:custGeom>
          <a:noFill xmlns:a="http://schemas.openxmlformats.org/drawingml/2006/main"/>
          <a:ln xmlns:a="http://schemas.openxmlformats.org/drawingml/2006/main" w="23813">
            <a:solidFill>
              <a:srgbClr val="2876A8"/>
            </a:solidFill>
          </a:ln>
        </p:spPr>
      </p:sp>
      <p:sp>
        <p:nvSpPr>
          <p:cNvPr id="101" name="">
            <a:extLst xmlns:a="http://schemas.openxmlformats.org/drawingml/2006/main">
              <a:ext uri="{FF2B5EF4-FFF2-40B4-BE49-F238E27FC236}">
                <a16:creationId xmlns:a16="http://schemas.microsoft.com/office/drawing/2014/main" id="{F1F123E4-A190-4665-8BDD-7007BF3D8967}"/>
              </a:ext>
            </a:extLst>
          </p:cNvPr>
          <p:cNvSpPr>
            <a:spLocks xmlns:a="http://schemas.openxmlformats.org/drawingml/2006/main" noGrp="1"/>
          </p:cNvSpPr>
          <p:nvPr/>
        </p:nvSpPr>
        <p:spPr>
          <a:xfrm xmlns:a="http://schemas.openxmlformats.org/drawingml/2006/main">
            <a:off x="4537620" y="2650061"/>
            <a:ext cx="18657" cy="40751"/>
          </a:xfrm>
          <a:custGeom xmlns:a="http://schemas.openxmlformats.org/drawingml/2006/main">
            <a:pathLst>
              <a:path w="18657" h="40751">
                <a:moveTo>
                  <a:pt x="0" y="0"/>
                </a:moveTo>
                <a:lnTo>
                  <a:pt x="18657" y="40751"/>
                </a:lnTo>
              </a:path>
            </a:pathLst>
          </a:custGeom>
          <a:noFill xmlns:a="http://schemas.openxmlformats.org/drawingml/2006/main"/>
          <a:ln xmlns:a="http://schemas.openxmlformats.org/drawingml/2006/main" w="23813">
            <a:solidFill>
              <a:srgbClr val="2876A8"/>
            </a:solidFill>
          </a:ln>
        </p:spPr>
      </p:sp>
      <p:sp>
        <p:nvSpPr>
          <p:cNvPr id="102" name="">
            <a:extLst xmlns:a="http://schemas.openxmlformats.org/drawingml/2006/main">
              <a:ext uri="{FF2B5EF4-FFF2-40B4-BE49-F238E27FC236}">
                <a16:creationId xmlns:a16="http://schemas.microsoft.com/office/drawing/2014/main" id="{18AD0B9A-AB7F-402C-ABB5-EC311FBF75E4}"/>
              </a:ext>
            </a:extLst>
          </p:cNvPr>
          <p:cNvSpPr>
            <a:spLocks xmlns:a="http://schemas.openxmlformats.org/drawingml/2006/main" noGrp="1"/>
          </p:cNvSpPr>
          <p:nvPr/>
        </p:nvSpPr>
        <p:spPr>
          <a:xfrm xmlns:a="http://schemas.openxmlformats.org/drawingml/2006/main">
            <a:off x="4495458" y="2608206"/>
            <a:ext cx="60820" cy="82606"/>
          </a:xfrm>
          <a:custGeom xmlns:a="http://schemas.openxmlformats.org/drawingml/2006/main">
            <a:pathLst>
              <a:path w="60820" h="82606">
                <a:moveTo>
                  <a:pt x="60820" y="82606"/>
                </a:moveTo>
                <a:lnTo>
                  <a:pt x="58198" y="0"/>
                </a:lnTo>
                <a:lnTo>
                  <a:pt x="0" y="26645"/>
                </a:lnTo>
                <a:close/>
              </a:path>
            </a:pathLst>
          </a:custGeom>
          <a:solidFill xmlns:a="http://schemas.openxmlformats.org/drawingml/2006/main">
            <a:srgbClr val="2876A8"/>
          </a:solidFill>
          <a:ln xmlns:a="http://schemas.openxmlformats.org/drawingml/2006/main" w="4763">
            <a:solidFill>
              <a:srgbClr val="2876A8"/>
            </a:solidFill>
          </a:ln>
        </p:spPr>
      </p:sp>
      <p:sp>
        <p:nvSpPr>
          <p:cNvPr id="103" name="">
            <a:extLst xmlns:a="http://schemas.openxmlformats.org/drawingml/2006/main">
              <a:ext uri="{FF2B5EF4-FFF2-40B4-BE49-F238E27FC236}">
                <a16:creationId xmlns:a16="http://schemas.microsoft.com/office/drawing/2014/main" id="{7E1A1569-11D3-4278-AA18-D1AE33B02012}"/>
              </a:ext>
            </a:extLst>
          </p:cNvPr>
          <p:cNvSpPr>
            <a:spLocks xmlns:a="http://schemas.openxmlformats.org/drawingml/2006/main" noGrp="1"/>
          </p:cNvSpPr>
          <p:nvPr/>
        </p:nvSpPr>
        <p:spPr>
          <a:xfrm xmlns:a="http://schemas.openxmlformats.org/drawingml/2006/main">
            <a:off x="5095875" y="2390775"/>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M</a:t>
            </a:r>
          </a:p>
        </p:txBody>
      </p:sp>
      <p:sp>
        <p:nvSpPr>
          <p:cNvPr id="104" name="">
            <a:extLst xmlns:a="http://schemas.openxmlformats.org/drawingml/2006/main">
              <a:ext uri="{FF2B5EF4-FFF2-40B4-BE49-F238E27FC236}">
                <a16:creationId xmlns:a16="http://schemas.microsoft.com/office/drawing/2014/main" id="{DAE92E33-A267-4536-B978-A1E7CB0862A3}"/>
              </a:ext>
            </a:extLst>
          </p:cNvPr>
          <p:cNvSpPr>
            <a:spLocks xmlns:a="http://schemas.openxmlformats.org/drawingml/2006/main" noGrp="1"/>
          </p:cNvSpPr>
          <p:nvPr/>
        </p:nvSpPr>
        <p:spPr>
          <a:xfrm xmlns:a="http://schemas.openxmlformats.org/drawingml/2006/main">
            <a:off x="952500" y="1971675"/>
            <a:ext cx="3333750" cy="9525"/>
          </a:xfrm>
          <a:custGeom xmlns:a="http://schemas.openxmlformats.org/drawingml/2006/main">
            <a:pathLst>
              <a:path w="3333750" h="9525">
                <a:moveTo>
                  <a:pt x="0" y="0"/>
                </a:moveTo>
                <a:lnTo>
                  <a:pt x="3333750" y="0"/>
                </a:lnTo>
              </a:path>
            </a:pathLst>
          </a:custGeom>
          <a:noFill xmlns:a="http://schemas.openxmlformats.org/drawingml/2006/main"/>
          <a:ln xmlns:a="http://schemas.openxmlformats.org/drawingml/2006/main" w="12383">
            <a:solidFill>
              <a:srgbClr val="C4483C"/>
            </a:solidFill>
          </a:ln>
        </p:spPr>
      </p:sp>
      <p:sp>
        <p:nvSpPr>
          <p:cNvPr id="105" name="">
            <a:extLst xmlns:a="http://schemas.openxmlformats.org/drawingml/2006/main">
              <a:ext uri="{FF2B5EF4-FFF2-40B4-BE49-F238E27FC236}">
                <a16:creationId xmlns:a16="http://schemas.microsoft.com/office/drawing/2014/main" id="{846047AB-690F-4E44-A017-7E279C70CF01}"/>
              </a:ext>
            </a:extLst>
          </p:cNvPr>
          <p:cNvSpPr>
            <a:spLocks xmlns:a="http://schemas.openxmlformats.org/drawingml/2006/main" noGrp="1"/>
          </p:cNvSpPr>
          <p:nvPr/>
        </p:nvSpPr>
        <p:spPr>
          <a:xfrm xmlns:a="http://schemas.openxmlformats.org/drawingml/2006/main">
            <a:off x="952500" y="1971675"/>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17145">
            <a:solidFill>
              <a:srgbClr val="C4483C"/>
            </a:solidFill>
          </a:ln>
        </p:spPr>
      </p:sp>
      <p:sp>
        <p:nvSpPr>
          <p:cNvPr id="106" name="">
            <a:extLst xmlns:a="http://schemas.openxmlformats.org/drawingml/2006/main">
              <a:ext uri="{FF2B5EF4-FFF2-40B4-BE49-F238E27FC236}">
                <a16:creationId xmlns:a16="http://schemas.microsoft.com/office/drawing/2014/main" id="{0F1FC3AE-35AF-48E6-9C05-C07C66BA8AFD}"/>
              </a:ext>
            </a:extLst>
          </p:cNvPr>
          <p:cNvSpPr>
            <a:spLocks xmlns:a="http://schemas.openxmlformats.org/drawingml/2006/main" noGrp="1"/>
          </p:cNvSpPr>
          <p:nvPr/>
        </p:nvSpPr>
        <p:spPr>
          <a:xfrm xmlns:a="http://schemas.openxmlformats.org/drawingml/2006/main">
            <a:off x="924497" y="2409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07" name="">
            <a:extLst xmlns:a="http://schemas.openxmlformats.org/drawingml/2006/main">
              <a:ext uri="{FF2B5EF4-FFF2-40B4-BE49-F238E27FC236}">
                <a16:creationId xmlns:a16="http://schemas.microsoft.com/office/drawing/2014/main" id="{AAF3755E-7819-4477-B952-9228DF0B8278}"/>
              </a:ext>
            </a:extLst>
          </p:cNvPr>
          <p:cNvSpPr>
            <a:spLocks xmlns:a="http://schemas.openxmlformats.org/drawingml/2006/main" noGrp="1"/>
          </p:cNvSpPr>
          <p:nvPr/>
        </p:nvSpPr>
        <p:spPr>
          <a:xfrm xmlns:a="http://schemas.openxmlformats.org/drawingml/2006/main">
            <a:off x="1428750" y="1971675"/>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17145">
            <a:solidFill>
              <a:srgbClr val="C4483C"/>
            </a:solidFill>
          </a:ln>
        </p:spPr>
      </p:sp>
      <p:sp>
        <p:nvSpPr>
          <p:cNvPr id="108" name="">
            <a:extLst xmlns:a="http://schemas.openxmlformats.org/drawingml/2006/main">
              <a:ext uri="{FF2B5EF4-FFF2-40B4-BE49-F238E27FC236}">
                <a16:creationId xmlns:a16="http://schemas.microsoft.com/office/drawing/2014/main" id="{AD3909DF-0E6A-4535-ADDA-F0F5786D9EC6}"/>
              </a:ext>
            </a:extLst>
          </p:cNvPr>
          <p:cNvSpPr>
            <a:spLocks xmlns:a="http://schemas.openxmlformats.org/drawingml/2006/main" noGrp="1"/>
          </p:cNvSpPr>
          <p:nvPr/>
        </p:nvSpPr>
        <p:spPr>
          <a:xfrm xmlns:a="http://schemas.openxmlformats.org/drawingml/2006/main">
            <a:off x="1400747" y="2409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09" name="">
            <a:extLst xmlns:a="http://schemas.openxmlformats.org/drawingml/2006/main">
              <a:ext uri="{FF2B5EF4-FFF2-40B4-BE49-F238E27FC236}">
                <a16:creationId xmlns:a16="http://schemas.microsoft.com/office/drawing/2014/main" id="{C1CA36F5-C0C4-4EB3-BA32-47D3F8726B9E}"/>
              </a:ext>
            </a:extLst>
          </p:cNvPr>
          <p:cNvSpPr>
            <a:spLocks xmlns:a="http://schemas.openxmlformats.org/drawingml/2006/main" noGrp="1"/>
          </p:cNvSpPr>
          <p:nvPr/>
        </p:nvSpPr>
        <p:spPr>
          <a:xfrm xmlns:a="http://schemas.openxmlformats.org/drawingml/2006/main">
            <a:off x="1905000" y="1971675"/>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17145">
            <a:solidFill>
              <a:srgbClr val="C4483C"/>
            </a:solidFill>
          </a:ln>
        </p:spPr>
      </p:sp>
      <p:sp>
        <p:nvSpPr>
          <p:cNvPr id="110" name="">
            <a:extLst xmlns:a="http://schemas.openxmlformats.org/drawingml/2006/main">
              <a:ext uri="{FF2B5EF4-FFF2-40B4-BE49-F238E27FC236}">
                <a16:creationId xmlns:a16="http://schemas.microsoft.com/office/drawing/2014/main" id="{B148B923-B6EF-4879-A0D6-FEB2DDF71DD1}"/>
              </a:ext>
            </a:extLst>
          </p:cNvPr>
          <p:cNvSpPr>
            <a:spLocks xmlns:a="http://schemas.openxmlformats.org/drawingml/2006/main" noGrp="1"/>
          </p:cNvSpPr>
          <p:nvPr/>
        </p:nvSpPr>
        <p:spPr>
          <a:xfrm xmlns:a="http://schemas.openxmlformats.org/drawingml/2006/main">
            <a:off x="1876997" y="2409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11" name="">
            <a:extLst xmlns:a="http://schemas.openxmlformats.org/drawingml/2006/main">
              <a:ext uri="{FF2B5EF4-FFF2-40B4-BE49-F238E27FC236}">
                <a16:creationId xmlns:a16="http://schemas.microsoft.com/office/drawing/2014/main" id="{49A5446F-BDC1-485E-A9F5-D3CA5E4E1BA3}"/>
              </a:ext>
            </a:extLst>
          </p:cNvPr>
          <p:cNvSpPr>
            <a:spLocks xmlns:a="http://schemas.openxmlformats.org/drawingml/2006/main" noGrp="1"/>
          </p:cNvSpPr>
          <p:nvPr/>
        </p:nvSpPr>
        <p:spPr>
          <a:xfrm xmlns:a="http://schemas.openxmlformats.org/drawingml/2006/main">
            <a:off x="2381250" y="1971675"/>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17145">
            <a:solidFill>
              <a:srgbClr val="C4483C"/>
            </a:solidFill>
          </a:ln>
        </p:spPr>
      </p:sp>
      <p:sp>
        <p:nvSpPr>
          <p:cNvPr id="112" name="">
            <a:extLst xmlns:a="http://schemas.openxmlformats.org/drawingml/2006/main">
              <a:ext uri="{FF2B5EF4-FFF2-40B4-BE49-F238E27FC236}">
                <a16:creationId xmlns:a16="http://schemas.microsoft.com/office/drawing/2014/main" id="{F6359F09-9AEC-454C-A4F5-08BD8BE39071}"/>
              </a:ext>
            </a:extLst>
          </p:cNvPr>
          <p:cNvSpPr>
            <a:spLocks xmlns:a="http://schemas.openxmlformats.org/drawingml/2006/main" noGrp="1"/>
          </p:cNvSpPr>
          <p:nvPr/>
        </p:nvSpPr>
        <p:spPr>
          <a:xfrm xmlns:a="http://schemas.openxmlformats.org/drawingml/2006/main">
            <a:off x="2353247" y="2409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13" name="">
            <a:extLst xmlns:a="http://schemas.openxmlformats.org/drawingml/2006/main">
              <a:ext uri="{FF2B5EF4-FFF2-40B4-BE49-F238E27FC236}">
                <a16:creationId xmlns:a16="http://schemas.microsoft.com/office/drawing/2014/main" id="{C7859E1E-62BA-4F07-99A1-BB09D2850D57}"/>
              </a:ext>
            </a:extLst>
          </p:cNvPr>
          <p:cNvSpPr>
            <a:spLocks xmlns:a="http://schemas.openxmlformats.org/drawingml/2006/main" noGrp="1"/>
          </p:cNvSpPr>
          <p:nvPr/>
        </p:nvSpPr>
        <p:spPr>
          <a:xfrm xmlns:a="http://schemas.openxmlformats.org/drawingml/2006/main">
            <a:off x="2857500" y="1971675"/>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17145">
            <a:solidFill>
              <a:srgbClr val="C4483C"/>
            </a:solidFill>
          </a:ln>
        </p:spPr>
      </p:sp>
      <p:sp>
        <p:nvSpPr>
          <p:cNvPr id="114" name="">
            <a:extLst xmlns:a="http://schemas.openxmlformats.org/drawingml/2006/main">
              <a:ext uri="{FF2B5EF4-FFF2-40B4-BE49-F238E27FC236}">
                <a16:creationId xmlns:a16="http://schemas.microsoft.com/office/drawing/2014/main" id="{024871B1-7CBB-4A12-BE7E-78D2F8F8905D}"/>
              </a:ext>
            </a:extLst>
          </p:cNvPr>
          <p:cNvSpPr>
            <a:spLocks xmlns:a="http://schemas.openxmlformats.org/drawingml/2006/main" noGrp="1"/>
          </p:cNvSpPr>
          <p:nvPr/>
        </p:nvSpPr>
        <p:spPr>
          <a:xfrm xmlns:a="http://schemas.openxmlformats.org/drawingml/2006/main">
            <a:off x="2829497" y="2409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15" name="">
            <a:extLst xmlns:a="http://schemas.openxmlformats.org/drawingml/2006/main">
              <a:ext uri="{FF2B5EF4-FFF2-40B4-BE49-F238E27FC236}">
                <a16:creationId xmlns:a16="http://schemas.microsoft.com/office/drawing/2014/main" id="{AB6D2AB0-7090-4D37-A4A4-3EB168AEBAA4}"/>
              </a:ext>
            </a:extLst>
          </p:cNvPr>
          <p:cNvSpPr>
            <a:spLocks xmlns:a="http://schemas.openxmlformats.org/drawingml/2006/main" noGrp="1"/>
          </p:cNvSpPr>
          <p:nvPr/>
        </p:nvSpPr>
        <p:spPr>
          <a:xfrm xmlns:a="http://schemas.openxmlformats.org/drawingml/2006/main">
            <a:off x="3333750" y="1971675"/>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17145">
            <a:solidFill>
              <a:srgbClr val="C4483C"/>
            </a:solidFill>
          </a:ln>
        </p:spPr>
      </p:sp>
      <p:sp>
        <p:nvSpPr>
          <p:cNvPr id="116" name="">
            <a:extLst xmlns:a="http://schemas.openxmlformats.org/drawingml/2006/main">
              <a:ext uri="{FF2B5EF4-FFF2-40B4-BE49-F238E27FC236}">
                <a16:creationId xmlns:a16="http://schemas.microsoft.com/office/drawing/2014/main" id="{12DE8754-806A-43E9-9607-CFFCE69A2D2F}"/>
              </a:ext>
            </a:extLst>
          </p:cNvPr>
          <p:cNvSpPr>
            <a:spLocks xmlns:a="http://schemas.openxmlformats.org/drawingml/2006/main" noGrp="1"/>
          </p:cNvSpPr>
          <p:nvPr/>
        </p:nvSpPr>
        <p:spPr>
          <a:xfrm xmlns:a="http://schemas.openxmlformats.org/drawingml/2006/main">
            <a:off x="3305747" y="2409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17" name="">
            <a:extLst xmlns:a="http://schemas.openxmlformats.org/drawingml/2006/main">
              <a:ext uri="{FF2B5EF4-FFF2-40B4-BE49-F238E27FC236}">
                <a16:creationId xmlns:a16="http://schemas.microsoft.com/office/drawing/2014/main" id="{563D7B08-A21D-47A9-99E1-02C9B00DB7B7}"/>
              </a:ext>
            </a:extLst>
          </p:cNvPr>
          <p:cNvSpPr>
            <a:spLocks xmlns:a="http://schemas.openxmlformats.org/drawingml/2006/main" noGrp="1"/>
          </p:cNvSpPr>
          <p:nvPr/>
        </p:nvSpPr>
        <p:spPr>
          <a:xfrm xmlns:a="http://schemas.openxmlformats.org/drawingml/2006/main">
            <a:off x="3810000" y="1971675"/>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17145">
            <a:solidFill>
              <a:srgbClr val="C4483C"/>
            </a:solidFill>
          </a:ln>
        </p:spPr>
      </p:sp>
      <p:sp>
        <p:nvSpPr>
          <p:cNvPr id="118" name="">
            <a:extLst xmlns:a="http://schemas.openxmlformats.org/drawingml/2006/main">
              <a:ext uri="{FF2B5EF4-FFF2-40B4-BE49-F238E27FC236}">
                <a16:creationId xmlns:a16="http://schemas.microsoft.com/office/drawing/2014/main" id="{5868B3A9-6108-4305-BC50-B74CD9407B43}"/>
              </a:ext>
            </a:extLst>
          </p:cNvPr>
          <p:cNvSpPr>
            <a:spLocks xmlns:a="http://schemas.openxmlformats.org/drawingml/2006/main" noGrp="1"/>
          </p:cNvSpPr>
          <p:nvPr/>
        </p:nvSpPr>
        <p:spPr>
          <a:xfrm xmlns:a="http://schemas.openxmlformats.org/drawingml/2006/main">
            <a:off x="3781997" y="2409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19" name="">
            <a:extLst xmlns:a="http://schemas.openxmlformats.org/drawingml/2006/main">
              <a:ext uri="{FF2B5EF4-FFF2-40B4-BE49-F238E27FC236}">
                <a16:creationId xmlns:a16="http://schemas.microsoft.com/office/drawing/2014/main" id="{F0E0D9CF-C7F6-43CA-8121-86037A3B6F7C}"/>
              </a:ext>
            </a:extLst>
          </p:cNvPr>
          <p:cNvSpPr>
            <a:spLocks xmlns:a="http://schemas.openxmlformats.org/drawingml/2006/main" noGrp="1"/>
          </p:cNvSpPr>
          <p:nvPr/>
        </p:nvSpPr>
        <p:spPr>
          <a:xfrm xmlns:a="http://schemas.openxmlformats.org/drawingml/2006/main">
            <a:off x="4286250" y="1971675"/>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17145">
            <a:solidFill>
              <a:srgbClr val="C4483C"/>
            </a:solidFill>
          </a:ln>
        </p:spPr>
      </p:sp>
      <p:sp>
        <p:nvSpPr>
          <p:cNvPr id="120" name="">
            <a:extLst xmlns:a="http://schemas.openxmlformats.org/drawingml/2006/main">
              <a:ext uri="{FF2B5EF4-FFF2-40B4-BE49-F238E27FC236}">
                <a16:creationId xmlns:a16="http://schemas.microsoft.com/office/drawing/2014/main" id="{19AB8ACF-4938-4533-8BDB-3C0BA60D221A}"/>
              </a:ext>
            </a:extLst>
          </p:cNvPr>
          <p:cNvSpPr>
            <a:spLocks xmlns:a="http://schemas.openxmlformats.org/drawingml/2006/main" noGrp="1"/>
          </p:cNvSpPr>
          <p:nvPr/>
        </p:nvSpPr>
        <p:spPr>
          <a:xfrm xmlns:a="http://schemas.openxmlformats.org/drawingml/2006/main">
            <a:off x="4258247" y="2409825"/>
            <a:ext cx="56007" cy="66675"/>
          </a:xfrm>
          <a:custGeom xmlns:a="http://schemas.openxmlformats.org/drawingml/2006/main">
            <a:pathLst>
              <a:path w="56007" h="66675">
                <a:moveTo>
                  <a:pt x="28003" y="66675"/>
                </a:moveTo>
                <a:lnTo>
                  <a:pt x="56007"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121" name="">
            <a:extLst xmlns:a="http://schemas.openxmlformats.org/drawingml/2006/main">
              <a:ext uri="{FF2B5EF4-FFF2-40B4-BE49-F238E27FC236}">
                <a16:creationId xmlns:a16="http://schemas.microsoft.com/office/drawing/2014/main" id="{DBA6E75C-F851-46DA-81DC-544EFFC1843D}"/>
              </a:ext>
            </a:extLst>
          </p:cNvPr>
          <p:cNvSpPr>
            <a:spLocks xmlns:a="http://schemas.openxmlformats.org/drawingml/2006/main" noGrp="1"/>
          </p:cNvSpPr>
          <p:nvPr/>
        </p:nvSpPr>
        <p:spPr>
          <a:xfrm xmlns:a="http://schemas.openxmlformats.org/drawingml/2006/main">
            <a:off x="952500" y="3429000"/>
            <a:ext cx="3333750" cy="9525"/>
          </a:xfrm>
          <a:custGeom xmlns:a="http://schemas.openxmlformats.org/drawingml/2006/main">
            <a:pathLst>
              <a:path w="3333750" h="9525">
                <a:moveTo>
                  <a:pt x="0" y="0"/>
                </a:moveTo>
                <a:lnTo>
                  <a:pt x="3333750" y="0"/>
                </a:lnTo>
              </a:path>
            </a:pathLst>
          </a:custGeom>
          <a:noFill xmlns:a="http://schemas.openxmlformats.org/drawingml/2006/main"/>
          <a:ln xmlns:a="http://schemas.openxmlformats.org/drawingml/2006/main" w="10478">
            <a:solidFill>
              <a:srgbClr val="71818B"/>
            </a:solidFill>
          </a:ln>
        </p:spPr>
      </p:sp>
      <p:sp>
        <p:nvSpPr>
          <p:cNvPr id="122" name="">
            <a:extLst xmlns:a="http://schemas.openxmlformats.org/drawingml/2006/main">
              <a:ext uri="{FF2B5EF4-FFF2-40B4-BE49-F238E27FC236}">
                <a16:creationId xmlns:a16="http://schemas.microsoft.com/office/drawing/2014/main" id="{5BCCCE99-B209-49C0-ACEA-148A100B9D22}"/>
              </a:ext>
            </a:extLst>
          </p:cNvPr>
          <p:cNvSpPr>
            <a:spLocks xmlns:a="http://schemas.openxmlformats.org/drawingml/2006/main" noGrp="1"/>
          </p:cNvSpPr>
          <p:nvPr/>
        </p:nvSpPr>
        <p:spPr>
          <a:xfrm xmlns:a="http://schemas.openxmlformats.org/drawingml/2006/main">
            <a:off x="4229100" y="3404997"/>
            <a:ext cx="57150" cy="48006"/>
          </a:xfrm>
          <a:custGeom xmlns:a="http://schemas.openxmlformats.org/drawingml/2006/main">
            <a:pathLst>
              <a:path w="57150" h="48006">
                <a:moveTo>
                  <a:pt x="57150" y="24003"/>
                </a:moveTo>
                <a:lnTo>
                  <a:pt x="0" y="0"/>
                </a:lnTo>
                <a:lnTo>
                  <a:pt x="0" y="48006"/>
                </a:lnTo>
                <a:close/>
              </a:path>
            </a:pathLst>
          </a:custGeom>
          <a:solidFill xmlns:a="http://schemas.openxmlformats.org/drawingml/2006/main">
            <a:srgbClr val="71818B"/>
          </a:solidFill>
          <a:ln xmlns:a="http://schemas.openxmlformats.org/drawingml/2006/main" w="4763">
            <a:solidFill>
              <a:srgbClr val="71818B"/>
            </a:solidFill>
          </a:ln>
        </p:spPr>
      </p:sp>
      <p:sp>
        <p:nvSpPr>
          <p:cNvPr id="123" name="">
            <a:extLst xmlns:a="http://schemas.openxmlformats.org/drawingml/2006/main">
              <a:ext uri="{FF2B5EF4-FFF2-40B4-BE49-F238E27FC236}">
                <a16:creationId xmlns:a16="http://schemas.microsoft.com/office/drawing/2014/main" id="{F1F6562D-E5A1-49BA-A7B8-2D8E2AE0C9B7}"/>
              </a:ext>
            </a:extLst>
          </p:cNvPr>
          <p:cNvSpPr>
            <a:spLocks xmlns:a="http://schemas.openxmlformats.org/drawingml/2006/main" noGrp="1"/>
          </p:cNvSpPr>
          <p:nvPr/>
        </p:nvSpPr>
        <p:spPr>
          <a:xfrm xmlns:a="http://schemas.openxmlformats.org/drawingml/2006/main">
            <a:off x="952500" y="3429000"/>
            <a:ext cx="3333750" cy="9525"/>
          </a:xfrm>
          <a:custGeom xmlns:a="http://schemas.openxmlformats.org/drawingml/2006/main">
            <a:pathLst>
              <a:path w="3333750" h="9525">
                <a:moveTo>
                  <a:pt x="3333750" y="0"/>
                </a:moveTo>
                <a:lnTo>
                  <a:pt x="0" y="0"/>
                </a:lnTo>
              </a:path>
            </a:pathLst>
          </a:custGeom>
          <a:noFill xmlns:a="http://schemas.openxmlformats.org/drawingml/2006/main"/>
          <a:ln xmlns:a="http://schemas.openxmlformats.org/drawingml/2006/main" w="10478">
            <a:solidFill>
              <a:srgbClr val="71818B"/>
            </a:solidFill>
          </a:ln>
        </p:spPr>
      </p:sp>
      <p:sp>
        <p:nvSpPr>
          <p:cNvPr id="124" name="">
            <a:extLst xmlns:a="http://schemas.openxmlformats.org/drawingml/2006/main">
              <a:ext uri="{FF2B5EF4-FFF2-40B4-BE49-F238E27FC236}">
                <a16:creationId xmlns:a16="http://schemas.microsoft.com/office/drawing/2014/main" id="{10BE6282-DB1D-46AA-A8D3-BFC8AFAFA576}"/>
              </a:ext>
            </a:extLst>
          </p:cNvPr>
          <p:cNvSpPr>
            <a:spLocks xmlns:a="http://schemas.openxmlformats.org/drawingml/2006/main" noGrp="1"/>
          </p:cNvSpPr>
          <p:nvPr/>
        </p:nvSpPr>
        <p:spPr>
          <a:xfrm xmlns:a="http://schemas.openxmlformats.org/drawingml/2006/main">
            <a:off x="952500" y="3404997"/>
            <a:ext cx="57150" cy="48006"/>
          </a:xfrm>
          <a:custGeom xmlns:a="http://schemas.openxmlformats.org/drawingml/2006/main">
            <a:pathLst>
              <a:path w="57150" h="48006">
                <a:moveTo>
                  <a:pt x="0" y="24003"/>
                </a:moveTo>
                <a:lnTo>
                  <a:pt x="57150" y="48006"/>
                </a:lnTo>
                <a:lnTo>
                  <a:pt x="57150" y="0"/>
                </a:lnTo>
                <a:close/>
              </a:path>
            </a:pathLst>
          </a:custGeom>
          <a:solidFill xmlns:a="http://schemas.openxmlformats.org/drawingml/2006/main">
            <a:srgbClr val="71818B"/>
          </a:solidFill>
          <a:ln xmlns:a="http://schemas.openxmlformats.org/drawingml/2006/main" w="4763">
            <a:solidFill>
              <a:srgbClr val="71818B"/>
            </a:solidFill>
          </a:ln>
        </p:spPr>
      </p:sp>
      <p:sp>
        <p:nvSpPr>
          <p:cNvPr id="125" name="">
            <a:extLst xmlns:a="http://schemas.openxmlformats.org/drawingml/2006/main">
              <a:ext uri="{FF2B5EF4-FFF2-40B4-BE49-F238E27FC236}">
                <a16:creationId xmlns:a16="http://schemas.microsoft.com/office/drawing/2014/main" id="{F0FADEC5-7681-423E-8A6C-EEA64447CAD4}"/>
              </a:ext>
            </a:extLst>
          </p:cNvPr>
          <p:cNvSpPr>
            <a:spLocks xmlns:a="http://schemas.openxmlformats.org/drawingml/2006/main" noGrp="1"/>
          </p:cNvSpPr>
          <p:nvPr/>
        </p:nvSpPr>
        <p:spPr>
          <a:xfrm xmlns:a="http://schemas.openxmlformats.org/drawingml/2006/main">
            <a:off x="1952625" y="3448050"/>
            <a:ext cx="133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71818B"/>
                </a:solidFill>
                <a:latin typeface="Yu Gothic"/>
                <a:ea typeface="Yu Gothic"/>
                <a:cs typeface="Yu Gothic"/>
              </a:defRPr>
            </a:defPPr>
            <a:lvl1pPr algn="ctr">
              <a:defRPr sz="1650" b="0">
                <a:solidFill>
                  <a:srgbClr val="71818B"/>
                </a:solidFill>
                <a:latin typeface="Yu Gothic"/>
                <a:ea typeface="Yu Gothic"/>
                <a:cs typeface="Yu Gothic"/>
              </a:defRPr>
            </a:lvl1pPr>
            <a:lvl2pPr algn="ctr">
              <a:defRPr sz="1650" b="0">
                <a:solidFill>
                  <a:srgbClr val="71818B"/>
                </a:solidFill>
                <a:latin typeface="Yu Gothic"/>
                <a:ea typeface="Yu Gothic"/>
                <a:cs typeface="Yu Gothic"/>
              </a:defRPr>
            </a:lvl2pPr>
            <a:lvl3pPr algn="ctr">
              <a:defRPr sz="1650" b="0">
                <a:solidFill>
                  <a:srgbClr val="71818B"/>
                </a:solidFill>
                <a:latin typeface="Yu Gothic"/>
                <a:ea typeface="Yu Gothic"/>
                <a:cs typeface="Yu Gothic"/>
              </a:defRPr>
            </a:lvl3pPr>
            <a:lvl4pPr algn="ctr">
              <a:defRPr sz="1650" b="0">
                <a:solidFill>
                  <a:srgbClr val="71818B"/>
                </a:solidFill>
                <a:latin typeface="Yu Gothic"/>
                <a:ea typeface="Yu Gothic"/>
                <a:cs typeface="Yu Gothic"/>
              </a:defRPr>
            </a:lvl4pPr>
            <a:lvl5pPr algn="ctr">
              <a:defRPr sz="1650" b="0">
                <a:solidFill>
                  <a:srgbClr val="71818B"/>
                </a:solidFill>
                <a:latin typeface="Yu Gothic"/>
                <a:ea typeface="Yu Gothic"/>
                <a:cs typeface="Yu Gothic"/>
              </a:defRPr>
            </a:lvl5pPr>
            <a:lvl6pPr algn="ctr">
              <a:defRPr sz="1650" b="0">
                <a:solidFill>
                  <a:srgbClr val="71818B"/>
                </a:solidFill>
                <a:latin typeface="Yu Gothic"/>
                <a:ea typeface="Yu Gothic"/>
                <a:cs typeface="Yu Gothic"/>
              </a:defRPr>
            </a:lvl6pPr>
            <a:lvl7pPr algn="ctr">
              <a:defRPr sz="1650" b="0">
                <a:solidFill>
                  <a:srgbClr val="71818B"/>
                </a:solidFill>
                <a:latin typeface="Yu Gothic"/>
                <a:ea typeface="Yu Gothic"/>
                <a:cs typeface="Yu Gothic"/>
              </a:defRPr>
            </a:lvl7pPr>
            <a:lvl8pPr algn="ctr">
              <a:defRPr sz="1650" b="0">
                <a:solidFill>
                  <a:srgbClr val="71818B"/>
                </a:solidFill>
                <a:latin typeface="Yu Gothic"/>
                <a:ea typeface="Yu Gothic"/>
                <a:cs typeface="Yu Gothic"/>
              </a:defRPr>
            </a:lvl8pPr>
            <a:lvl9pPr algn="ctr">
              <a:defRPr sz="1650" b="0">
                <a:solidFill>
                  <a:srgbClr val="71818B"/>
                </a:solidFill>
                <a:latin typeface="Yu Gothic"/>
                <a:ea typeface="Yu Gothic"/>
                <a:cs typeface="Yu Gothic"/>
              </a:defRPr>
            </a:lvl9pPr>
          </a:lstStyle>
          <a:p xmlns:a="http://schemas.openxmlformats.org/drawingml/2006/main">
            <a:pPr algn="ctr">
              <a:defRPr sz="1650" b="0">
                <a:solidFill>
                  <a:srgbClr val="71818B"/>
                </a:solidFill>
                <a:latin typeface="Yu Gothic"/>
                <a:ea typeface="Yu Gothic"/>
                <a:cs typeface="Yu Gothic"/>
              </a:defRPr>
            </a:pPr>
            <a:r>
              <a:rPr sz="1650" b="0">
                <a:solidFill>
                  <a:srgbClr val="71818B"/>
                </a:solidFill>
                <a:latin typeface="Yu Gothic"/>
                <a:ea typeface="Yu Gothic"/>
                <a:cs typeface="Yu Gothic"/>
              </a:rPr>
              <a:t>x</a:t>
            </a:r>
          </a:p>
        </p:txBody>
      </p:sp>
      <p:sp>
        <p:nvSpPr>
          <p:cNvPr id="126" name="">
            <a:extLst xmlns:a="http://schemas.openxmlformats.org/drawingml/2006/main">
              <a:ext uri="{FF2B5EF4-FFF2-40B4-BE49-F238E27FC236}">
                <a16:creationId xmlns:a16="http://schemas.microsoft.com/office/drawing/2014/main" id="{ADC8170F-A45C-47ED-A958-BD69EE8B30F7}"/>
              </a:ext>
            </a:extLst>
          </p:cNvPr>
          <p:cNvSpPr>
            <a:spLocks xmlns:a="http://schemas.openxmlformats.org/drawingml/2006/main" noGrp="1"/>
          </p:cNvSpPr>
          <p:nvPr/>
        </p:nvSpPr>
        <p:spPr>
          <a:xfrm xmlns:a="http://schemas.openxmlformats.org/drawingml/2006/main">
            <a:off x="7048500" y="2514600"/>
            <a:ext cx="333375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27" name="">
            <a:extLst xmlns:a="http://schemas.openxmlformats.org/drawingml/2006/main">
              <a:ext uri="{FF2B5EF4-FFF2-40B4-BE49-F238E27FC236}">
                <a16:creationId xmlns:a16="http://schemas.microsoft.com/office/drawing/2014/main" id="{BA2D0499-1D14-43E4-8784-68522ABB9A3C}"/>
              </a:ext>
            </a:extLst>
          </p:cNvPr>
          <p:cNvSpPr>
            <a:spLocks xmlns:a="http://schemas.openxmlformats.org/drawingml/2006/main" noGrp="1"/>
          </p:cNvSpPr>
          <p:nvPr/>
        </p:nvSpPr>
        <p:spPr>
          <a:xfrm xmlns:a="http://schemas.openxmlformats.org/drawingml/2006/main">
            <a:off x="7048500" y="2686050"/>
            <a:ext cx="9525" cy="466725"/>
          </a:xfrm>
          <a:custGeom xmlns:a="http://schemas.openxmlformats.org/drawingml/2006/main">
            <a:pathLst>
              <a:path w="9525" h="466725">
                <a:moveTo>
                  <a:pt x="0" y="466725"/>
                </a:moveTo>
                <a:lnTo>
                  <a:pt x="0" y="0"/>
                </a:lnTo>
              </a:path>
            </a:pathLst>
          </a:custGeom>
          <a:noFill xmlns:a="http://schemas.openxmlformats.org/drawingml/2006/main"/>
          <a:ln xmlns:a="http://schemas.openxmlformats.org/drawingml/2006/main" w="23813">
            <a:solidFill>
              <a:srgbClr val="2876A8"/>
            </a:solidFill>
          </a:ln>
        </p:spPr>
      </p:sp>
      <p:sp>
        <p:nvSpPr>
          <p:cNvPr id="128" name="">
            <a:extLst xmlns:a="http://schemas.openxmlformats.org/drawingml/2006/main">
              <a:ext uri="{FF2B5EF4-FFF2-40B4-BE49-F238E27FC236}">
                <a16:creationId xmlns:a16="http://schemas.microsoft.com/office/drawing/2014/main" id="{FF76F622-0F1A-4E6B-BD29-58463C59AF0E}"/>
              </a:ext>
            </a:extLst>
          </p:cNvPr>
          <p:cNvSpPr>
            <a:spLocks xmlns:a="http://schemas.openxmlformats.org/drawingml/2006/main" noGrp="1"/>
          </p:cNvSpPr>
          <p:nvPr/>
        </p:nvSpPr>
        <p:spPr>
          <a:xfrm xmlns:a="http://schemas.openxmlformats.org/drawingml/2006/main">
            <a:off x="7012496" y="2686050"/>
            <a:ext cx="72009" cy="85725"/>
          </a:xfrm>
          <a:custGeom xmlns:a="http://schemas.openxmlformats.org/drawingml/2006/main">
            <a:pathLst>
              <a:path w="72009" h="85725">
                <a:moveTo>
                  <a:pt x="36004" y="0"/>
                </a:moveTo>
                <a:lnTo>
                  <a:pt x="0" y="85725"/>
                </a:lnTo>
                <a:lnTo>
                  <a:pt x="72009" y="85725"/>
                </a:lnTo>
                <a:close/>
              </a:path>
            </a:pathLst>
          </a:custGeom>
          <a:solidFill xmlns:a="http://schemas.openxmlformats.org/drawingml/2006/main">
            <a:srgbClr val="2876A8"/>
          </a:solidFill>
          <a:ln xmlns:a="http://schemas.openxmlformats.org/drawingml/2006/main" w="4763">
            <a:solidFill>
              <a:srgbClr val="2876A8"/>
            </a:solidFill>
          </a:ln>
        </p:spPr>
      </p:sp>
      <p:sp>
        <p:nvSpPr>
          <p:cNvPr id="129" name="">
            <a:extLst xmlns:a="http://schemas.openxmlformats.org/drawingml/2006/main">
              <a:ext uri="{FF2B5EF4-FFF2-40B4-BE49-F238E27FC236}">
                <a16:creationId xmlns:a16="http://schemas.microsoft.com/office/drawing/2014/main" id="{F02B6DB8-9B20-4016-A07D-C4789AC6A65D}"/>
              </a:ext>
            </a:extLst>
          </p:cNvPr>
          <p:cNvSpPr>
            <a:spLocks xmlns:a="http://schemas.openxmlformats.org/drawingml/2006/main" noGrp="1"/>
          </p:cNvSpPr>
          <p:nvPr/>
        </p:nvSpPr>
        <p:spPr>
          <a:xfrm xmlns:a="http://schemas.openxmlformats.org/drawingml/2006/main">
            <a:off x="6534150" y="2790825"/>
            <a:ext cx="57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R_A</a:t>
            </a:r>
          </a:p>
        </p:txBody>
      </p:sp>
      <p:sp>
        <p:nvSpPr>
          <p:cNvPr id="130" name="">
            <a:extLst xmlns:a="http://schemas.openxmlformats.org/drawingml/2006/main">
              <a:ext uri="{FF2B5EF4-FFF2-40B4-BE49-F238E27FC236}">
                <a16:creationId xmlns:a16="http://schemas.microsoft.com/office/drawing/2014/main" id="{B1E835F8-C175-487C-B831-00D03E1A3931}"/>
              </a:ext>
            </a:extLst>
          </p:cNvPr>
          <p:cNvSpPr>
            <a:spLocks xmlns:a="http://schemas.openxmlformats.org/drawingml/2006/main" noGrp="1"/>
          </p:cNvSpPr>
          <p:nvPr/>
        </p:nvSpPr>
        <p:spPr>
          <a:xfrm xmlns:a="http://schemas.openxmlformats.org/drawingml/2006/main">
            <a:off x="10382250" y="2686050"/>
            <a:ext cx="9525" cy="504825"/>
          </a:xfrm>
          <a:custGeom xmlns:a="http://schemas.openxmlformats.org/drawingml/2006/main">
            <a:pathLst>
              <a:path w="9525" h="504825">
                <a:moveTo>
                  <a:pt x="0" y="0"/>
                </a:moveTo>
                <a:lnTo>
                  <a:pt x="0" y="504825"/>
                </a:lnTo>
              </a:path>
            </a:pathLst>
          </a:custGeom>
          <a:noFill xmlns:a="http://schemas.openxmlformats.org/drawingml/2006/main"/>
          <a:ln xmlns:a="http://schemas.openxmlformats.org/drawingml/2006/main" w="23813">
            <a:solidFill>
              <a:srgbClr val="7655A5"/>
            </a:solidFill>
          </a:ln>
        </p:spPr>
      </p:sp>
      <p:sp>
        <p:nvSpPr>
          <p:cNvPr id="131" name="">
            <a:extLst xmlns:a="http://schemas.openxmlformats.org/drawingml/2006/main">
              <a:ext uri="{FF2B5EF4-FFF2-40B4-BE49-F238E27FC236}">
                <a16:creationId xmlns:a16="http://schemas.microsoft.com/office/drawing/2014/main" id="{79F32573-0222-4B32-8E28-82A35C28B6F1}"/>
              </a:ext>
            </a:extLst>
          </p:cNvPr>
          <p:cNvSpPr>
            <a:spLocks xmlns:a="http://schemas.openxmlformats.org/drawingml/2006/main" noGrp="1"/>
          </p:cNvSpPr>
          <p:nvPr/>
        </p:nvSpPr>
        <p:spPr>
          <a:xfrm xmlns:a="http://schemas.openxmlformats.org/drawingml/2006/main">
            <a:off x="10346246" y="3105150"/>
            <a:ext cx="72009" cy="85725"/>
          </a:xfrm>
          <a:custGeom xmlns:a="http://schemas.openxmlformats.org/drawingml/2006/main">
            <a:pathLst>
              <a:path w="72009" h="85725">
                <a:moveTo>
                  <a:pt x="36004" y="85725"/>
                </a:moveTo>
                <a:lnTo>
                  <a:pt x="72009" y="0"/>
                </a:lnTo>
                <a:lnTo>
                  <a:pt x="0" y="0"/>
                </a:lnTo>
                <a:close/>
              </a:path>
            </a:pathLst>
          </a:custGeom>
          <a:solidFill xmlns:a="http://schemas.openxmlformats.org/drawingml/2006/main">
            <a:srgbClr val="7655A5"/>
          </a:solidFill>
          <a:ln xmlns:a="http://schemas.openxmlformats.org/drawingml/2006/main" w="4763">
            <a:solidFill>
              <a:srgbClr val="7655A5"/>
            </a:solidFill>
          </a:ln>
        </p:spPr>
      </p:sp>
      <p:sp>
        <p:nvSpPr>
          <p:cNvPr id="132" name="">
            <a:extLst xmlns:a="http://schemas.openxmlformats.org/drawingml/2006/main">
              <a:ext uri="{FF2B5EF4-FFF2-40B4-BE49-F238E27FC236}">
                <a16:creationId xmlns:a16="http://schemas.microsoft.com/office/drawing/2014/main" id="{A62FABF1-C4D6-426A-8441-0C027ADFF78E}"/>
              </a:ext>
            </a:extLst>
          </p:cNvPr>
          <p:cNvSpPr>
            <a:spLocks xmlns:a="http://schemas.openxmlformats.org/drawingml/2006/main" noGrp="1"/>
          </p:cNvSpPr>
          <p:nvPr/>
        </p:nvSpPr>
        <p:spPr>
          <a:xfrm xmlns:a="http://schemas.openxmlformats.org/drawingml/2006/main">
            <a:off x="10477500" y="29337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7655A5"/>
                </a:solidFill>
                <a:latin typeface="Yu Gothic"/>
                <a:ea typeface="Yu Gothic"/>
                <a:cs typeface="Yu Gothic"/>
              </a:defRPr>
            </a:defPPr>
            <a:lvl1pPr>
              <a:defRPr sz="1875" b="1">
                <a:solidFill>
                  <a:srgbClr val="7655A5"/>
                </a:solidFill>
                <a:latin typeface="Yu Gothic"/>
                <a:ea typeface="Yu Gothic"/>
                <a:cs typeface="Yu Gothic"/>
              </a:defRPr>
            </a:lvl1pPr>
            <a:lvl2pPr>
              <a:defRPr sz="1875" b="1">
                <a:solidFill>
                  <a:srgbClr val="7655A5"/>
                </a:solidFill>
                <a:latin typeface="Yu Gothic"/>
                <a:ea typeface="Yu Gothic"/>
                <a:cs typeface="Yu Gothic"/>
              </a:defRPr>
            </a:lvl2pPr>
            <a:lvl3pPr>
              <a:defRPr sz="1875" b="1">
                <a:solidFill>
                  <a:srgbClr val="7655A5"/>
                </a:solidFill>
                <a:latin typeface="Yu Gothic"/>
                <a:ea typeface="Yu Gothic"/>
                <a:cs typeface="Yu Gothic"/>
              </a:defRPr>
            </a:lvl3pPr>
            <a:lvl4pPr>
              <a:defRPr sz="1875" b="1">
                <a:solidFill>
                  <a:srgbClr val="7655A5"/>
                </a:solidFill>
                <a:latin typeface="Yu Gothic"/>
                <a:ea typeface="Yu Gothic"/>
                <a:cs typeface="Yu Gothic"/>
              </a:defRPr>
            </a:lvl4pPr>
            <a:lvl5pPr>
              <a:defRPr sz="1875" b="1">
                <a:solidFill>
                  <a:srgbClr val="7655A5"/>
                </a:solidFill>
                <a:latin typeface="Yu Gothic"/>
                <a:ea typeface="Yu Gothic"/>
                <a:cs typeface="Yu Gothic"/>
              </a:defRPr>
            </a:lvl5pPr>
            <a:lvl6pPr>
              <a:defRPr sz="1875" b="1">
                <a:solidFill>
                  <a:srgbClr val="7655A5"/>
                </a:solidFill>
                <a:latin typeface="Yu Gothic"/>
                <a:ea typeface="Yu Gothic"/>
                <a:cs typeface="Yu Gothic"/>
              </a:defRPr>
            </a:lvl6pPr>
            <a:lvl7pPr>
              <a:defRPr sz="1875" b="1">
                <a:solidFill>
                  <a:srgbClr val="7655A5"/>
                </a:solidFill>
                <a:latin typeface="Yu Gothic"/>
                <a:ea typeface="Yu Gothic"/>
                <a:cs typeface="Yu Gothic"/>
              </a:defRPr>
            </a:lvl7pPr>
            <a:lvl8pPr>
              <a:defRPr sz="1875" b="1">
                <a:solidFill>
                  <a:srgbClr val="7655A5"/>
                </a:solidFill>
                <a:latin typeface="Yu Gothic"/>
                <a:ea typeface="Yu Gothic"/>
                <a:cs typeface="Yu Gothic"/>
              </a:defRPr>
            </a:lvl8pPr>
            <a:lvl9pPr>
              <a:defRPr sz="1875" b="1">
                <a:solidFill>
                  <a:srgbClr val="7655A5"/>
                </a:solidFill>
                <a:latin typeface="Yu Gothic"/>
                <a:ea typeface="Yu Gothic"/>
                <a:cs typeface="Yu Gothic"/>
              </a:defRPr>
            </a:lvl9pPr>
          </a:lstStyle>
          <a:p xmlns:a="http://schemas.openxmlformats.org/drawingml/2006/main">
            <a:pPr>
              <a:defRPr sz="1875" b="1">
                <a:solidFill>
                  <a:srgbClr val="7655A5"/>
                </a:solidFill>
                <a:latin typeface="Yu Gothic"/>
                <a:ea typeface="Yu Gothic"/>
                <a:cs typeface="Yu Gothic"/>
              </a:defRPr>
            </a:pPr>
            <a:r>
              <a:rPr sz="1875" b="1">
                <a:solidFill>
                  <a:srgbClr val="7655A5"/>
                </a:solidFill>
                <a:latin typeface="Yu Gothic"/>
                <a:ea typeface="Yu Gothic"/>
                <a:cs typeface="Yu Gothic"/>
              </a:rPr>
              <a:t>V</a:t>
            </a:r>
          </a:p>
        </p:txBody>
      </p:sp>
      <p:sp>
        <p:nvSpPr>
          <p:cNvPr id="133" name="">
            <a:extLst xmlns:a="http://schemas.openxmlformats.org/drawingml/2006/main">
              <a:ext uri="{FF2B5EF4-FFF2-40B4-BE49-F238E27FC236}">
                <a16:creationId xmlns:a16="http://schemas.microsoft.com/office/drawing/2014/main" id="{1FC4001C-E09A-4383-A750-D76C04721D3B}"/>
              </a:ext>
            </a:extLst>
          </p:cNvPr>
          <p:cNvSpPr>
            <a:spLocks xmlns:a="http://schemas.openxmlformats.org/drawingml/2006/main" noGrp="1"/>
          </p:cNvSpPr>
          <p:nvPr/>
        </p:nvSpPr>
        <p:spPr>
          <a:xfrm xmlns:a="http://schemas.openxmlformats.org/drawingml/2006/main">
            <a:off x="10620584" y="2333677"/>
            <a:ext cx="475206" cy="444295"/>
          </a:xfrm>
          <a:custGeom xmlns:a="http://schemas.openxmlformats.org/drawingml/2006/main">
            <a:pathLst>
              <a:path w="475206" h="444295">
                <a:moveTo>
                  <a:pt x="356979" y="444295"/>
                </a:moveTo>
                <a:lnTo>
                  <a:pt x="393512" y="418332"/>
                </a:lnTo>
                <a:lnTo>
                  <a:pt x="424533" y="385984"/>
                </a:lnTo>
                <a:lnTo>
                  <a:pt x="448943" y="348395"/>
                </a:lnTo>
                <a:lnTo>
                  <a:pt x="465878" y="306898"/>
                </a:lnTo>
                <a:lnTo>
                  <a:pt x="474737" y="262964"/>
                </a:lnTo>
                <a:lnTo>
                  <a:pt x="475206" y="218147"/>
                </a:lnTo>
                <a:lnTo>
                  <a:pt x="467269" y="174036"/>
                </a:lnTo>
                <a:lnTo>
                  <a:pt x="451207" y="132194"/>
                </a:lnTo>
                <a:lnTo>
                  <a:pt x="427590" y="94103"/>
                </a:lnTo>
                <a:lnTo>
                  <a:pt x="397253" y="61111"/>
                </a:lnTo>
                <a:lnTo>
                  <a:pt x="361271" y="34389"/>
                </a:lnTo>
                <a:lnTo>
                  <a:pt x="320920" y="14883"/>
                </a:lnTo>
                <a:lnTo>
                  <a:pt x="277628" y="3282"/>
                </a:lnTo>
                <a:lnTo>
                  <a:pt x="232929" y="0"/>
                </a:lnTo>
                <a:lnTo>
                  <a:pt x="188407" y="5151"/>
                </a:lnTo>
                <a:lnTo>
                  <a:pt x="145639" y="18554"/>
                </a:lnTo>
                <a:lnTo>
                  <a:pt x="106140" y="39733"/>
                </a:lnTo>
                <a:lnTo>
                  <a:pt x="71309" y="67939"/>
                </a:lnTo>
                <a:lnTo>
                  <a:pt x="42380" y="102172"/>
                </a:lnTo>
                <a:lnTo>
                  <a:pt x="20378" y="141219"/>
                </a:lnTo>
                <a:lnTo>
                  <a:pt x="6083" y="183697"/>
                </a:lnTo>
                <a:lnTo>
                  <a:pt x="0" y="228101"/>
                </a:lnTo>
                <a:lnTo>
                  <a:pt x="2346" y="272859"/>
                </a:lnTo>
                <a:lnTo>
                  <a:pt x="13037" y="316384"/>
                </a:lnTo>
                <a:lnTo>
                  <a:pt x="31694" y="357135"/>
                </a:lnTo>
              </a:path>
            </a:pathLst>
          </a:custGeom>
          <a:noFill xmlns:a="http://schemas.openxmlformats.org/drawingml/2006/main"/>
          <a:ln xmlns:a="http://schemas.openxmlformats.org/drawingml/2006/main" w="23813">
            <a:solidFill>
              <a:srgbClr val="2876A8"/>
            </a:solidFill>
          </a:ln>
        </p:spPr>
      </p:sp>
      <p:sp>
        <p:nvSpPr>
          <p:cNvPr id="134" name="">
            <a:extLst xmlns:a="http://schemas.openxmlformats.org/drawingml/2006/main">
              <a:ext uri="{FF2B5EF4-FFF2-40B4-BE49-F238E27FC236}">
                <a16:creationId xmlns:a16="http://schemas.microsoft.com/office/drawing/2014/main" id="{3E8E72AD-9D35-48C4-BDCF-4E40B8CAA188}"/>
              </a:ext>
            </a:extLst>
          </p:cNvPr>
          <p:cNvSpPr>
            <a:spLocks xmlns:a="http://schemas.openxmlformats.org/drawingml/2006/main" noGrp="1"/>
          </p:cNvSpPr>
          <p:nvPr/>
        </p:nvSpPr>
        <p:spPr>
          <a:xfrm xmlns:a="http://schemas.openxmlformats.org/drawingml/2006/main">
            <a:off x="10633620" y="2650061"/>
            <a:ext cx="18657" cy="40751"/>
          </a:xfrm>
          <a:custGeom xmlns:a="http://schemas.openxmlformats.org/drawingml/2006/main">
            <a:pathLst>
              <a:path w="18657" h="40751">
                <a:moveTo>
                  <a:pt x="0" y="0"/>
                </a:moveTo>
                <a:lnTo>
                  <a:pt x="18657" y="40751"/>
                </a:lnTo>
              </a:path>
            </a:pathLst>
          </a:custGeom>
          <a:noFill xmlns:a="http://schemas.openxmlformats.org/drawingml/2006/main"/>
          <a:ln xmlns:a="http://schemas.openxmlformats.org/drawingml/2006/main" w="23813">
            <a:solidFill>
              <a:srgbClr val="2876A8"/>
            </a:solidFill>
          </a:ln>
        </p:spPr>
      </p:sp>
      <p:sp>
        <p:nvSpPr>
          <p:cNvPr id="135" name="">
            <a:extLst xmlns:a="http://schemas.openxmlformats.org/drawingml/2006/main">
              <a:ext uri="{FF2B5EF4-FFF2-40B4-BE49-F238E27FC236}">
                <a16:creationId xmlns:a16="http://schemas.microsoft.com/office/drawing/2014/main" id="{E2D05205-6D68-491B-9AC3-1E94A24F1A92}"/>
              </a:ext>
            </a:extLst>
          </p:cNvPr>
          <p:cNvSpPr>
            <a:spLocks xmlns:a="http://schemas.openxmlformats.org/drawingml/2006/main" noGrp="1"/>
          </p:cNvSpPr>
          <p:nvPr/>
        </p:nvSpPr>
        <p:spPr>
          <a:xfrm xmlns:a="http://schemas.openxmlformats.org/drawingml/2006/main">
            <a:off x="10591458" y="2608206"/>
            <a:ext cx="60820" cy="82606"/>
          </a:xfrm>
          <a:custGeom xmlns:a="http://schemas.openxmlformats.org/drawingml/2006/main">
            <a:pathLst>
              <a:path w="60820" h="82606">
                <a:moveTo>
                  <a:pt x="60820" y="82606"/>
                </a:moveTo>
                <a:lnTo>
                  <a:pt x="58198" y="0"/>
                </a:lnTo>
                <a:lnTo>
                  <a:pt x="0" y="26645"/>
                </a:lnTo>
                <a:close/>
              </a:path>
            </a:pathLst>
          </a:custGeom>
          <a:solidFill xmlns:a="http://schemas.openxmlformats.org/drawingml/2006/main">
            <a:srgbClr val="2876A8"/>
          </a:solidFill>
          <a:ln xmlns:a="http://schemas.openxmlformats.org/drawingml/2006/main" w="4763">
            <a:solidFill>
              <a:srgbClr val="2876A8"/>
            </a:solidFill>
          </a:ln>
        </p:spPr>
      </p:sp>
      <p:sp>
        <p:nvSpPr>
          <p:cNvPr id="136" name="">
            <a:extLst xmlns:a="http://schemas.openxmlformats.org/drawingml/2006/main">
              <a:ext uri="{FF2B5EF4-FFF2-40B4-BE49-F238E27FC236}">
                <a16:creationId xmlns:a16="http://schemas.microsoft.com/office/drawing/2014/main" id="{3DEC6534-03C0-4EBF-857C-4F318A8DB7CE}"/>
              </a:ext>
            </a:extLst>
          </p:cNvPr>
          <p:cNvSpPr>
            <a:spLocks xmlns:a="http://schemas.openxmlformats.org/drawingml/2006/main" noGrp="1"/>
          </p:cNvSpPr>
          <p:nvPr/>
        </p:nvSpPr>
        <p:spPr>
          <a:xfrm xmlns:a="http://schemas.openxmlformats.org/drawingml/2006/main">
            <a:off x="11191875" y="2390775"/>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defRPr sz="1800" b="1">
                <a:solidFill>
                  <a:srgbClr val="2876A8"/>
                </a:solidFill>
                <a:latin typeface="Yu Gothic"/>
                <a:ea typeface="Yu Gothic"/>
                <a:cs typeface="Yu Gothic"/>
              </a:defRPr>
            </a:lvl1pPr>
            <a:lvl2pPr>
              <a:defRPr sz="1800" b="1">
                <a:solidFill>
                  <a:srgbClr val="2876A8"/>
                </a:solidFill>
                <a:latin typeface="Yu Gothic"/>
                <a:ea typeface="Yu Gothic"/>
                <a:cs typeface="Yu Gothic"/>
              </a:defRPr>
            </a:lvl2pPr>
            <a:lvl3pPr>
              <a:defRPr sz="1800" b="1">
                <a:solidFill>
                  <a:srgbClr val="2876A8"/>
                </a:solidFill>
                <a:latin typeface="Yu Gothic"/>
                <a:ea typeface="Yu Gothic"/>
                <a:cs typeface="Yu Gothic"/>
              </a:defRPr>
            </a:lvl3pPr>
            <a:lvl4pPr>
              <a:defRPr sz="1800" b="1">
                <a:solidFill>
                  <a:srgbClr val="2876A8"/>
                </a:solidFill>
                <a:latin typeface="Yu Gothic"/>
                <a:ea typeface="Yu Gothic"/>
                <a:cs typeface="Yu Gothic"/>
              </a:defRPr>
            </a:lvl4pPr>
            <a:lvl5pPr>
              <a:defRPr sz="1800" b="1">
                <a:solidFill>
                  <a:srgbClr val="2876A8"/>
                </a:solidFill>
                <a:latin typeface="Yu Gothic"/>
                <a:ea typeface="Yu Gothic"/>
                <a:cs typeface="Yu Gothic"/>
              </a:defRPr>
            </a:lvl5pPr>
            <a:lvl6pPr>
              <a:defRPr sz="1800" b="1">
                <a:solidFill>
                  <a:srgbClr val="2876A8"/>
                </a:solidFill>
                <a:latin typeface="Yu Gothic"/>
                <a:ea typeface="Yu Gothic"/>
                <a:cs typeface="Yu Gothic"/>
              </a:defRPr>
            </a:lvl6pPr>
            <a:lvl7pPr>
              <a:defRPr sz="1800" b="1">
                <a:solidFill>
                  <a:srgbClr val="2876A8"/>
                </a:solidFill>
                <a:latin typeface="Yu Gothic"/>
                <a:ea typeface="Yu Gothic"/>
                <a:cs typeface="Yu Gothic"/>
              </a:defRPr>
            </a:lvl7pPr>
            <a:lvl8pPr>
              <a:defRPr sz="1800" b="1">
                <a:solidFill>
                  <a:srgbClr val="2876A8"/>
                </a:solidFill>
                <a:latin typeface="Yu Gothic"/>
                <a:ea typeface="Yu Gothic"/>
                <a:cs typeface="Yu Gothic"/>
              </a:defRPr>
            </a:lvl8pPr>
            <a:lvl9pPr>
              <a:defRPr sz="1800" b="1">
                <a:solidFill>
                  <a:srgbClr val="2876A8"/>
                </a:solidFill>
                <a:latin typeface="Yu Gothic"/>
                <a:ea typeface="Yu Gothic"/>
                <a:cs typeface="Yu Gothic"/>
              </a:defRPr>
            </a:lvl9pPr>
          </a:lstStyle>
          <a:p xmlns:a="http://schemas.openxmlformats.org/drawingml/2006/main">
            <a:pPr>
              <a:defRPr sz="1800" b="1">
                <a:solidFill>
                  <a:srgbClr val="2876A8"/>
                </a:solidFill>
                <a:latin typeface="Yu Gothic"/>
                <a:ea typeface="Yu Gothic"/>
                <a:cs typeface="Yu Gothic"/>
              </a:defRPr>
            </a:pPr>
            <a:r>
              <a:rPr sz="1800" b="1">
                <a:solidFill>
                  <a:srgbClr val="2876A8"/>
                </a:solidFill>
                <a:latin typeface="Yu Gothic"/>
                <a:ea typeface="Yu Gothic"/>
                <a:cs typeface="Yu Gothic"/>
              </a:rPr>
              <a:t>M</a:t>
            </a:r>
          </a:p>
        </p:txBody>
      </p:sp>
      <p:sp>
        <p:nvSpPr>
          <p:cNvPr id="137" name="">
            <a:extLst xmlns:a="http://schemas.openxmlformats.org/drawingml/2006/main">
              <a:ext uri="{FF2B5EF4-FFF2-40B4-BE49-F238E27FC236}">
                <a16:creationId xmlns:a16="http://schemas.microsoft.com/office/drawing/2014/main" id="{09359F0C-F99D-44DE-935A-C62DFD23A910}"/>
              </a:ext>
            </a:extLst>
          </p:cNvPr>
          <p:cNvSpPr>
            <a:spLocks xmlns:a="http://schemas.openxmlformats.org/drawingml/2006/main" noGrp="1"/>
          </p:cNvSpPr>
          <p:nvPr/>
        </p:nvSpPr>
        <p:spPr>
          <a:xfrm xmlns:a="http://schemas.openxmlformats.org/drawingml/2006/main">
            <a:off x="8715375" y="1990725"/>
            <a:ext cx="9525" cy="485775"/>
          </a:xfrm>
          <a:custGeom xmlns:a="http://schemas.openxmlformats.org/drawingml/2006/main">
            <a:pathLst>
              <a:path w="9525" h="485775">
                <a:moveTo>
                  <a:pt x="0" y="0"/>
                </a:moveTo>
                <a:lnTo>
                  <a:pt x="0" y="485775"/>
                </a:lnTo>
              </a:path>
            </a:pathLst>
          </a:custGeom>
          <a:noFill xmlns:a="http://schemas.openxmlformats.org/drawingml/2006/main"/>
          <a:ln xmlns:a="http://schemas.openxmlformats.org/drawingml/2006/main" w="28575">
            <a:solidFill>
              <a:srgbClr val="AD8760"/>
            </a:solidFill>
          </a:ln>
        </p:spPr>
      </p:sp>
      <p:sp>
        <p:nvSpPr>
          <p:cNvPr id="138" name="">
            <a:extLst xmlns:a="http://schemas.openxmlformats.org/drawingml/2006/main">
              <a:ext uri="{FF2B5EF4-FFF2-40B4-BE49-F238E27FC236}">
                <a16:creationId xmlns:a16="http://schemas.microsoft.com/office/drawing/2014/main" id="{36C1A36D-1413-4EA0-8031-F652D7636147}"/>
              </a:ext>
            </a:extLst>
          </p:cNvPr>
          <p:cNvSpPr>
            <a:spLocks xmlns:a="http://schemas.openxmlformats.org/drawingml/2006/main" noGrp="1"/>
          </p:cNvSpPr>
          <p:nvPr/>
        </p:nvSpPr>
        <p:spPr>
          <a:xfrm xmlns:a="http://schemas.openxmlformats.org/drawingml/2006/main">
            <a:off x="8675370" y="238125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AD8760"/>
          </a:solidFill>
          <a:ln xmlns:a="http://schemas.openxmlformats.org/drawingml/2006/main" w="4763">
            <a:solidFill>
              <a:srgbClr val="AD8760"/>
            </a:solidFill>
          </a:ln>
        </p:spPr>
      </p:sp>
      <p:sp>
        <p:nvSpPr>
          <p:cNvPr id="139" name="">
            <a:extLst xmlns:a="http://schemas.openxmlformats.org/drawingml/2006/main">
              <a:ext uri="{FF2B5EF4-FFF2-40B4-BE49-F238E27FC236}">
                <a16:creationId xmlns:a16="http://schemas.microsoft.com/office/drawing/2014/main" id="{60EAC2B5-B711-4452-ADA0-FBE29293A6F6}"/>
              </a:ext>
            </a:extLst>
          </p:cNvPr>
          <p:cNvSpPr>
            <a:spLocks xmlns:a="http://schemas.openxmlformats.org/drawingml/2006/main" noGrp="1"/>
          </p:cNvSpPr>
          <p:nvPr/>
        </p:nvSpPr>
        <p:spPr>
          <a:xfrm xmlns:a="http://schemas.openxmlformats.org/drawingml/2006/main">
            <a:off x="8905875" y="1971675"/>
            <a:ext cx="142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AD8760"/>
                </a:solidFill>
                <a:latin typeface="Yu Gothic"/>
                <a:ea typeface="Yu Gothic"/>
                <a:cs typeface="Yu Gothic"/>
              </a:defRPr>
            </a:defPPr>
            <a:lvl1pPr>
              <a:defRPr sz="1800" b="1">
                <a:solidFill>
                  <a:srgbClr val="AD8760"/>
                </a:solidFill>
                <a:latin typeface="Yu Gothic"/>
                <a:ea typeface="Yu Gothic"/>
                <a:cs typeface="Yu Gothic"/>
              </a:defRPr>
            </a:lvl1pPr>
            <a:lvl2pPr>
              <a:defRPr sz="1800" b="1">
                <a:solidFill>
                  <a:srgbClr val="AD8760"/>
                </a:solidFill>
                <a:latin typeface="Yu Gothic"/>
                <a:ea typeface="Yu Gothic"/>
                <a:cs typeface="Yu Gothic"/>
              </a:defRPr>
            </a:lvl2pPr>
            <a:lvl3pPr>
              <a:defRPr sz="1800" b="1">
                <a:solidFill>
                  <a:srgbClr val="AD8760"/>
                </a:solidFill>
                <a:latin typeface="Yu Gothic"/>
                <a:ea typeface="Yu Gothic"/>
                <a:cs typeface="Yu Gothic"/>
              </a:defRPr>
            </a:lvl3pPr>
            <a:lvl4pPr>
              <a:defRPr sz="1800" b="1">
                <a:solidFill>
                  <a:srgbClr val="AD8760"/>
                </a:solidFill>
                <a:latin typeface="Yu Gothic"/>
                <a:ea typeface="Yu Gothic"/>
                <a:cs typeface="Yu Gothic"/>
              </a:defRPr>
            </a:lvl4pPr>
            <a:lvl5pPr>
              <a:defRPr sz="1800" b="1">
                <a:solidFill>
                  <a:srgbClr val="AD8760"/>
                </a:solidFill>
                <a:latin typeface="Yu Gothic"/>
                <a:ea typeface="Yu Gothic"/>
                <a:cs typeface="Yu Gothic"/>
              </a:defRPr>
            </a:lvl5pPr>
            <a:lvl6pPr>
              <a:defRPr sz="1800" b="1">
                <a:solidFill>
                  <a:srgbClr val="AD8760"/>
                </a:solidFill>
                <a:latin typeface="Yu Gothic"/>
                <a:ea typeface="Yu Gothic"/>
                <a:cs typeface="Yu Gothic"/>
              </a:defRPr>
            </a:lvl6pPr>
            <a:lvl7pPr>
              <a:defRPr sz="1800" b="1">
                <a:solidFill>
                  <a:srgbClr val="AD8760"/>
                </a:solidFill>
                <a:latin typeface="Yu Gothic"/>
                <a:ea typeface="Yu Gothic"/>
                <a:cs typeface="Yu Gothic"/>
              </a:defRPr>
            </a:lvl7pPr>
            <a:lvl8pPr>
              <a:defRPr sz="1800" b="1">
                <a:solidFill>
                  <a:srgbClr val="AD8760"/>
                </a:solidFill>
                <a:latin typeface="Yu Gothic"/>
                <a:ea typeface="Yu Gothic"/>
                <a:cs typeface="Yu Gothic"/>
              </a:defRPr>
            </a:lvl8pPr>
            <a:lvl9pPr>
              <a:defRPr sz="1800" b="1">
                <a:solidFill>
                  <a:srgbClr val="AD8760"/>
                </a:solidFill>
                <a:latin typeface="Yu Gothic"/>
                <a:ea typeface="Yu Gothic"/>
                <a:cs typeface="Yu Gothic"/>
              </a:defRPr>
            </a:lvl9pPr>
          </a:lstStyle>
          <a:p xmlns:a="http://schemas.openxmlformats.org/drawingml/2006/main">
            <a:pPr>
              <a:defRPr sz="1800" b="1">
                <a:solidFill>
                  <a:srgbClr val="AD8760"/>
                </a:solidFill>
                <a:latin typeface="Yu Gothic"/>
                <a:ea typeface="Yu Gothic"/>
                <a:cs typeface="Yu Gothic"/>
              </a:defRPr>
            </a:pPr>
            <a:r>
              <a:rPr sz="1800" b="1">
                <a:solidFill>
                  <a:srgbClr val="AD8760"/>
                </a:solidFill>
                <a:latin typeface="Yu Gothic"/>
                <a:ea typeface="Yu Gothic"/>
                <a:cs typeface="Yu Gothic"/>
              </a:rPr>
              <a:t>合力 wx</a:t>
            </a:r>
          </a:p>
        </p:txBody>
      </p:sp>
      <p:sp>
        <p:nvSpPr>
          <p:cNvPr id="140" name="">
            <a:extLst xmlns:a="http://schemas.openxmlformats.org/drawingml/2006/main">
              <a:ext uri="{FF2B5EF4-FFF2-40B4-BE49-F238E27FC236}">
                <a16:creationId xmlns:a16="http://schemas.microsoft.com/office/drawing/2014/main" id="{358064CC-67E3-4E4B-96D4-87136FD49632}"/>
              </a:ext>
            </a:extLst>
          </p:cNvPr>
          <p:cNvSpPr>
            <a:spLocks xmlns:a="http://schemas.openxmlformats.org/drawingml/2006/main" noGrp="1"/>
          </p:cNvSpPr>
          <p:nvPr/>
        </p:nvSpPr>
        <p:spPr>
          <a:xfrm xmlns:a="http://schemas.openxmlformats.org/drawingml/2006/main">
            <a:off x="8715375" y="3028950"/>
            <a:ext cx="1666875" cy="9525"/>
          </a:xfrm>
          <a:custGeom xmlns:a="http://schemas.openxmlformats.org/drawingml/2006/main">
            <a:pathLst>
              <a:path w="1666875" h="9525">
                <a:moveTo>
                  <a:pt x="0" y="0"/>
                </a:moveTo>
                <a:lnTo>
                  <a:pt x="1666875" y="0"/>
                </a:lnTo>
              </a:path>
            </a:pathLst>
          </a:custGeom>
          <a:noFill xmlns:a="http://schemas.openxmlformats.org/drawingml/2006/main"/>
          <a:ln xmlns:a="http://schemas.openxmlformats.org/drawingml/2006/main" w="10478">
            <a:solidFill>
              <a:srgbClr val="71818B"/>
            </a:solidFill>
          </a:ln>
        </p:spPr>
      </p:sp>
      <p:sp>
        <p:nvSpPr>
          <p:cNvPr id="141" name="">
            <a:extLst xmlns:a="http://schemas.openxmlformats.org/drawingml/2006/main">
              <a:ext uri="{FF2B5EF4-FFF2-40B4-BE49-F238E27FC236}">
                <a16:creationId xmlns:a16="http://schemas.microsoft.com/office/drawing/2014/main" id="{F0FA2D95-19DB-479D-97F9-9164FB6E3342}"/>
              </a:ext>
            </a:extLst>
          </p:cNvPr>
          <p:cNvSpPr>
            <a:spLocks xmlns:a="http://schemas.openxmlformats.org/drawingml/2006/main" noGrp="1"/>
          </p:cNvSpPr>
          <p:nvPr/>
        </p:nvSpPr>
        <p:spPr>
          <a:xfrm xmlns:a="http://schemas.openxmlformats.org/drawingml/2006/main">
            <a:off x="10325100" y="3004947"/>
            <a:ext cx="57150" cy="48006"/>
          </a:xfrm>
          <a:custGeom xmlns:a="http://schemas.openxmlformats.org/drawingml/2006/main">
            <a:pathLst>
              <a:path w="57150" h="48006">
                <a:moveTo>
                  <a:pt x="57150" y="24003"/>
                </a:moveTo>
                <a:lnTo>
                  <a:pt x="0" y="0"/>
                </a:lnTo>
                <a:lnTo>
                  <a:pt x="0" y="48006"/>
                </a:lnTo>
                <a:close/>
              </a:path>
            </a:pathLst>
          </a:custGeom>
          <a:solidFill xmlns:a="http://schemas.openxmlformats.org/drawingml/2006/main">
            <a:srgbClr val="71818B"/>
          </a:solidFill>
          <a:ln xmlns:a="http://schemas.openxmlformats.org/drawingml/2006/main" w="4763">
            <a:solidFill>
              <a:srgbClr val="71818B"/>
            </a:solidFill>
          </a:ln>
        </p:spPr>
      </p:sp>
      <p:sp>
        <p:nvSpPr>
          <p:cNvPr id="142" name="">
            <a:extLst xmlns:a="http://schemas.openxmlformats.org/drawingml/2006/main">
              <a:ext uri="{FF2B5EF4-FFF2-40B4-BE49-F238E27FC236}">
                <a16:creationId xmlns:a16="http://schemas.microsoft.com/office/drawing/2014/main" id="{CFF3C00F-AF77-422D-8E8D-D61A60283474}"/>
              </a:ext>
            </a:extLst>
          </p:cNvPr>
          <p:cNvSpPr>
            <a:spLocks xmlns:a="http://schemas.openxmlformats.org/drawingml/2006/main" noGrp="1"/>
          </p:cNvSpPr>
          <p:nvPr/>
        </p:nvSpPr>
        <p:spPr>
          <a:xfrm xmlns:a="http://schemas.openxmlformats.org/drawingml/2006/main">
            <a:off x="8715375" y="3028950"/>
            <a:ext cx="1666875" cy="9525"/>
          </a:xfrm>
          <a:custGeom xmlns:a="http://schemas.openxmlformats.org/drawingml/2006/main">
            <a:pathLst>
              <a:path w="1666875" h="9525">
                <a:moveTo>
                  <a:pt x="1666875" y="0"/>
                </a:moveTo>
                <a:lnTo>
                  <a:pt x="0" y="0"/>
                </a:lnTo>
              </a:path>
            </a:pathLst>
          </a:custGeom>
          <a:noFill xmlns:a="http://schemas.openxmlformats.org/drawingml/2006/main"/>
          <a:ln xmlns:a="http://schemas.openxmlformats.org/drawingml/2006/main" w="10478">
            <a:solidFill>
              <a:srgbClr val="71818B"/>
            </a:solidFill>
          </a:ln>
        </p:spPr>
      </p:sp>
      <p:sp>
        <p:nvSpPr>
          <p:cNvPr id="143" name="">
            <a:extLst xmlns:a="http://schemas.openxmlformats.org/drawingml/2006/main">
              <a:ext uri="{FF2B5EF4-FFF2-40B4-BE49-F238E27FC236}">
                <a16:creationId xmlns:a16="http://schemas.microsoft.com/office/drawing/2014/main" id="{5977A05F-7AAA-4166-99B6-F97500117885}"/>
              </a:ext>
            </a:extLst>
          </p:cNvPr>
          <p:cNvSpPr>
            <a:spLocks xmlns:a="http://schemas.openxmlformats.org/drawingml/2006/main" noGrp="1"/>
          </p:cNvSpPr>
          <p:nvPr/>
        </p:nvSpPr>
        <p:spPr>
          <a:xfrm xmlns:a="http://schemas.openxmlformats.org/drawingml/2006/main">
            <a:off x="8715375" y="3004947"/>
            <a:ext cx="57150" cy="48006"/>
          </a:xfrm>
          <a:custGeom xmlns:a="http://schemas.openxmlformats.org/drawingml/2006/main">
            <a:pathLst>
              <a:path w="57150" h="48006">
                <a:moveTo>
                  <a:pt x="0" y="24003"/>
                </a:moveTo>
                <a:lnTo>
                  <a:pt x="57150" y="48006"/>
                </a:lnTo>
                <a:lnTo>
                  <a:pt x="57150" y="0"/>
                </a:lnTo>
                <a:close/>
              </a:path>
            </a:pathLst>
          </a:custGeom>
          <a:solidFill xmlns:a="http://schemas.openxmlformats.org/drawingml/2006/main">
            <a:srgbClr val="71818B"/>
          </a:solidFill>
          <a:ln xmlns:a="http://schemas.openxmlformats.org/drawingml/2006/main" w="4763">
            <a:solidFill>
              <a:srgbClr val="71818B"/>
            </a:solidFill>
          </a:ln>
        </p:spPr>
      </p:sp>
      <p:sp>
        <p:nvSpPr>
          <p:cNvPr id="144" name="">
            <a:extLst xmlns:a="http://schemas.openxmlformats.org/drawingml/2006/main">
              <a:ext uri="{FF2B5EF4-FFF2-40B4-BE49-F238E27FC236}">
                <a16:creationId xmlns:a16="http://schemas.microsoft.com/office/drawing/2014/main" id="{1883521A-3259-4EB8-B18A-61A72C159520}"/>
              </a:ext>
            </a:extLst>
          </p:cNvPr>
          <p:cNvSpPr>
            <a:spLocks xmlns:a="http://schemas.openxmlformats.org/drawingml/2006/main" noGrp="1"/>
          </p:cNvSpPr>
          <p:nvPr/>
        </p:nvSpPr>
        <p:spPr>
          <a:xfrm xmlns:a="http://schemas.openxmlformats.org/drawingml/2006/main">
            <a:off x="8882063" y="3048000"/>
            <a:ext cx="133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71818B"/>
                </a:solidFill>
                <a:latin typeface="Yu Gothic"/>
                <a:ea typeface="Yu Gothic"/>
                <a:cs typeface="Yu Gothic"/>
              </a:defRPr>
            </a:defPPr>
            <a:lvl1pPr algn="ctr">
              <a:defRPr sz="1650" b="0">
                <a:solidFill>
                  <a:srgbClr val="71818B"/>
                </a:solidFill>
                <a:latin typeface="Yu Gothic"/>
                <a:ea typeface="Yu Gothic"/>
                <a:cs typeface="Yu Gothic"/>
              </a:defRPr>
            </a:lvl1pPr>
            <a:lvl2pPr algn="ctr">
              <a:defRPr sz="1650" b="0">
                <a:solidFill>
                  <a:srgbClr val="71818B"/>
                </a:solidFill>
                <a:latin typeface="Yu Gothic"/>
                <a:ea typeface="Yu Gothic"/>
                <a:cs typeface="Yu Gothic"/>
              </a:defRPr>
            </a:lvl2pPr>
            <a:lvl3pPr algn="ctr">
              <a:defRPr sz="1650" b="0">
                <a:solidFill>
                  <a:srgbClr val="71818B"/>
                </a:solidFill>
                <a:latin typeface="Yu Gothic"/>
                <a:ea typeface="Yu Gothic"/>
                <a:cs typeface="Yu Gothic"/>
              </a:defRPr>
            </a:lvl3pPr>
            <a:lvl4pPr algn="ctr">
              <a:defRPr sz="1650" b="0">
                <a:solidFill>
                  <a:srgbClr val="71818B"/>
                </a:solidFill>
                <a:latin typeface="Yu Gothic"/>
                <a:ea typeface="Yu Gothic"/>
                <a:cs typeface="Yu Gothic"/>
              </a:defRPr>
            </a:lvl4pPr>
            <a:lvl5pPr algn="ctr">
              <a:defRPr sz="1650" b="0">
                <a:solidFill>
                  <a:srgbClr val="71818B"/>
                </a:solidFill>
                <a:latin typeface="Yu Gothic"/>
                <a:ea typeface="Yu Gothic"/>
                <a:cs typeface="Yu Gothic"/>
              </a:defRPr>
            </a:lvl5pPr>
            <a:lvl6pPr algn="ctr">
              <a:defRPr sz="1650" b="0">
                <a:solidFill>
                  <a:srgbClr val="71818B"/>
                </a:solidFill>
                <a:latin typeface="Yu Gothic"/>
                <a:ea typeface="Yu Gothic"/>
                <a:cs typeface="Yu Gothic"/>
              </a:defRPr>
            </a:lvl6pPr>
            <a:lvl7pPr algn="ctr">
              <a:defRPr sz="1650" b="0">
                <a:solidFill>
                  <a:srgbClr val="71818B"/>
                </a:solidFill>
                <a:latin typeface="Yu Gothic"/>
                <a:ea typeface="Yu Gothic"/>
                <a:cs typeface="Yu Gothic"/>
              </a:defRPr>
            </a:lvl7pPr>
            <a:lvl8pPr algn="ctr">
              <a:defRPr sz="1650" b="0">
                <a:solidFill>
                  <a:srgbClr val="71818B"/>
                </a:solidFill>
                <a:latin typeface="Yu Gothic"/>
                <a:ea typeface="Yu Gothic"/>
                <a:cs typeface="Yu Gothic"/>
              </a:defRPr>
            </a:lvl8pPr>
            <a:lvl9pPr algn="ctr">
              <a:defRPr sz="1650" b="0">
                <a:solidFill>
                  <a:srgbClr val="71818B"/>
                </a:solidFill>
                <a:latin typeface="Yu Gothic"/>
                <a:ea typeface="Yu Gothic"/>
                <a:cs typeface="Yu Gothic"/>
              </a:defRPr>
            </a:lvl9pPr>
          </a:lstStyle>
          <a:p xmlns:a="http://schemas.openxmlformats.org/drawingml/2006/main">
            <a:pPr algn="ctr">
              <a:defRPr sz="1650" b="0">
                <a:solidFill>
                  <a:srgbClr val="71818B"/>
                </a:solidFill>
                <a:latin typeface="Yu Gothic"/>
                <a:ea typeface="Yu Gothic"/>
                <a:cs typeface="Yu Gothic"/>
              </a:defRPr>
            </a:pPr>
            <a:r>
              <a:rPr sz="1650" b="0">
                <a:solidFill>
                  <a:srgbClr val="71818B"/>
                </a:solidFill>
                <a:latin typeface="Yu Gothic"/>
                <a:ea typeface="Yu Gothic"/>
                <a:cs typeface="Yu Gothic"/>
              </a:rPr>
              <a:t>x/2</a:t>
            </a:r>
          </a:p>
        </p:txBody>
      </p:sp>
      <p:sp>
        <p:nvSpPr>
          <p:cNvPr id="145" name="">
            <a:extLst xmlns:a="http://schemas.openxmlformats.org/drawingml/2006/main">
              <a:ext uri="{FF2B5EF4-FFF2-40B4-BE49-F238E27FC236}">
                <a16:creationId xmlns:a16="http://schemas.microsoft.com/office/drawing/2014/main" id="{17ADDA9A-1E10-45F8-AFC5-3330E7676662}"/>
              </a:ext>
            </a:extLst>
          </p:cNvPr>
          <p:cNvSpPr>
            <a:spLocks xmlns:a="http://schemas.openxmlformats.org/drawingml/2006/main" noGrp="1"/>
          </p:cNvSpPr>
          <p:nvPr/>
        </p:nvSpPr>
        <p:spPr>
          <a:xfrm xmlns:a="http://schemas.openxmlformats.org/drawingml/2006/main">
            <a:off x="7048500" y="3429000"/>
            <a:ext cx="3333750" cy="9525"/>
          </a:xfrm>
          <a:custGeom xmlns:a="http://schemas.openxmlformats.org/drawingml/2006/main">
            <a:pathLst>
              <a:path w="3333750" h="9525">
                <a:moveTo>
                  <a:pt x="0" y="0"/>
                </a:moveTo>
                <a:lnTo>
                  <a:pt x="3333750" y="0"/>
                </a:lnTo>
              </a:path>
            </a:pathLst>
          </a:custGeom>
          <a:noFill xmlns:a="http://schemas.openxmlformats.org/drawingml/2006/main"/>
          <a:ln xmlns:a="http://schemas.openxmlformats.org/drawingml/2006/main" w="10478">
            <a:solidFill>
              <a:srgbClr val="71818B"/>
            </a:solidFill>
          </a:ln>
        </p:spPr>
      </p:sp>
      <p:sp>
        <p:nvSpPr>
          <p:cNvPr id="146" name="">
            <a:extLst xmlns:a="http://schemas.openxmlformats.org/drawingml/2006/main">
              <a:ext uri="{FF2B5EF4-FFF2-40B4-BE49-F238E27FC236}">
                <a16:creationId xmlns:a16="http://schemas.microsoft.com/office/drawing/2014/main" id="{E327AD80-6D80-4517-AC9D-2C6A0F54C839}"/>
              </a:ext>
            </a:extLst>
          </p:cNvPr>
          <p:cNvSpPr>
            <a:spLocks xmlns:a="http://schemas.openxmlformats.org/drawingml/2006/main" noGrp="1"/>
          </p:cNvSpPr>
          <p:nvPr/>
        </p:nvSpPr>
        <p:spPr>
          <a:xfrm xmlns:a="http://schemas.openxmlformats.org/drawingml/2006/main">
            <a:off x="10325100" y="3404997"/>
            <a:ext cx="57150" cy="48006"/>
          </a:xfrm>
          <a:custGeom xmlns:a="http://schemas.openxmlformats.org/drawingml/2006/main">
            <a:pathLst>
              <a:path w="57150" h="48006">
                <a:moveTo>
                  <a:pt x="57150" y="24003"/>
                </a:moveTo>
                <a:lnTo>
                  <a:pt x="0" y="0"/>
                </a:lnTo>
                <a:lnTo>
                  <a:pt x="0" y="48006"/>
                </a:lnTo>
                <a:close/>
              </a:path>
            </a:pathLst>
          </a:custGeom>
          <a:solidFill xmlns:a="http://schemas.openxmlformats.org/drawingml/2006/main">
            <a:srgbClr val="71818B"/>
          </a:solidFill>
          <a:ln xmlns:a="http://schemas.openxmlformats.org/drawingml/2006/main" w="4763">
            <a:solidFill>
              <a:srgbClr val="71818B"/>
            </a:solidFill>
          </a:ln>
        </p:spPr>
      </p:sp>
      <p:sp>
        <p:nvSpPr>
          <p:cNvPr id="147" name="">
            <a:extLst xmlns:a="http://schemas.openxmlformats.org/drawingml/2006/main">
              <a:ext uri="{FF2B5EF4-FFF2-40B4-BE49-F238E27FC236}">
                <a16:creationId xmlns:a16="http://schemas.microsoft.com/office/drawing/2014/main" id="{B8817107-DBB3-417C-A83B-29BD58D466C5}"/>
              </a:ext>
            </a:extLst>
          </p:cNvPr>
          <p:cNvSpPr>
            <a:spLocks xmlns:a="http://schemas.openxmlformats.org/drawingml/2006/main" noGrp="1"/>
          </p:cNvSpPr>
          <p:nvPr/>
        </p:nvSpPr>
        <p:spPr>
          <a:xfrm xmlns:a="http://schemas.openxmlformats.org/drawingml/2006/main">
            <a:off x="7048500" y="3429000"/>
            <a:ext cx="3333750" cy="9525"/>
          </a:xfrm>
          <a:custGeom xmlns:a="http://schemas.openxmlformats.org/drawingml/2006/main">
            <a:pathLst>
              <a:path w="3333750" h="9525">
                <a:moveTo>
                  <a:pt x="3333750" y="0"/>
                </a:moveTo>
                <a:lnTo>
                  <a:pt x="0" y="0"/>
                </a:lnTo>
              </a:path>
            </a:pathLst>
          </a:custGeom>
          <a:noFill xmlns:a="http://schemas.openxmlformats.org/drawingml/2006/main"/>
          <a:ln xmlns:a="http://schemas.openxmlformats.org/drawingml/2006/main" w="10478">
            <a:solidFill>
              <a:srgbClr val="71818B"/>
            </a:solidFill>
          </a:ln>
        </p:spPr>
      </p:sp>
      <p:sp>
        <p:nvSpPr>
          <p:cNvPr id="148" name="">
            <a:extLst xmlns:a="http://schemas.openxmlformats.org/drawingml/2006/main">
              <a:ext uri="{FF2B5EF4-FFF2-40B4-BE49-F238E27FC236}">
                <a16:creationId xmlns:a16="http://schemas.microsoft.com/office/drawing/2014/main" id="{7FF95758-11A6-48F1-BD44-CAF5E8E7ADBB}"/>
              </a:ext>
            </a:extLst>
          </p:cNvPr>
          <p:cNvSpPr>
            <a:spLocks xmlns:a="http://schemas.openxmlformats.org/drawingml/2006/main" noGrp="1"/>
          </p:cNvSpPr>
          <p:nvPr/>
        </p:nvSpPr>
        <p:spPr>
          <a:xfrm xmlns:a="http://schemas.openxmlformats.org/drawingml/2006/main">
            <a:off x="7048500" y="3404997"/>
            <a:ext cx="57150" cy="48006"/>
          </a:xfrm>
          <a:custGeom xmlns:a="http://schemas.openxmlformats.org/drawingml/2006/main">
            <a:pathLst>
              <a:path w="57150" h="48006">
                <a:moveTo>
                  <a:pt x="0" y="24003"/>
                </a:moveTo>
                <a:lnTo>
                  <a:pt x="57150" y="48006"/>
                </a:lnTo>
                <a:lnTo>
                  <a:pt x="57150" y="0"/>
                </a:lnTo>
                <a:close/>
              </a:path>
            </a:pathLst>
          </a:custGeom>
          <a:solidFill xmlns:a="http://schemas.openxmlformats.org/drawingml/2006/main">
            <a:srgbClr val="71818B"/>
          </a:solidFill>
          <a:ln xmlns:a="http://schemas.openxmlformats.org/drawingml/2006/main" w="4763">
            <a:solidFill>
              <a:srgbClr val="71818B"/>
            </a:solidFill>
          </a:ln>
        </p:spPr>
      </p:sp>
      <p:sp>
        <p:nvSpPr>
          <p:cNvPr id="149" name="">
            <a:extLst xmlns:a="http://schemas.openxmlformats.org/drawingml/2006/main">
              <a:ext uri="{FF2B5EF4-FFF2-40B4-BE49-F238E27FC236}">
                <a16:creationId xmlns:a16="http://schemas.microsoft.com/office/drawing/2014/main" id="{58C5D6ED-3A66-40F6-82AF-A9A05ADA134C}"/>
              </a:ext>
            </a:extLst>
          </p:cNvPr>
          <p:cNvSpPr>
            <a:spLocks xmlns:a="http://schemas.openxmlformats.org/drawingml/2006/main" noGrp="1"/>
          </p:cNvSpPr>
          <p:nvPr/>
        </p:nvSpPr>
        <p:spPr>
          <a:xfrm xmlns:a="http://schemas.openxmlformats.org/drawingml/2006/main">
            <a:off x="8048625" y="3448050"/>
            <a:ext cx="133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650" b="0">
                <a:solidFill>
                  <a:srgbClr val="71818B"/>
                </a:solidFill>
                <a:latin typeface="Yu Gothic"/>
                <a:ea typeface="Yu Gothic"/>
                <a:cs typeface="Yu Gothic"/>
              </a:defRPr>
            </a:defPPr>
            <a:lvl1pPr algn="ctr">
              <a:defRPr sz="1650" b="0">
                <a:solidFill>
                  <a:srgbClr val="71818B"/>
                </a:solidFill>
                <a:latin typeface="Yu Gothic"/>
                <a:ea typeface="Yu Gothic"/>
                <a:cs typeface="Yu Gothic"/>
              </a:defRPr>
            </a:lvl1pPr>
            <a:lvl2pPr algn="ctr">
              <a:defRPr sz="1650" b="0">
                <a:solidFill>
                  <a:srgbClr val="71818B"/>
                </a:solidFill>
                <a:latin typeface="Yu Gothic"/>
                <a:ea typeface="Yu Gothic"/>
                <a:cs typeface="Yu Gothic"/>
              </a:defRPr>
            </a:lvl2pPr>
            <a:lvl3pPr algn="ctr">
              <a:defRPr sz="1650" b="0">
                <a:solidFill>
                  <a:srgbClr val="71818B"/>
                </a:solidFill>
                <a:latin typeface="Yu Gothic"/>
                <a:ea typeface="Yu Gothic"/>
                <a:cs typeface="Yu Gothic"/>
              </a:defRPr>
            </a:lvl3pPr>
            <a:lvl4pPr algn="ctr">
              <a:defRPr sz="1650" b="0">
                <a:solidFill>
                  <a:srgbClr val="71818B"/>
                </a:solidFill>
                <a:latin typeface="Yu Gothic"/>
                <a:ea typeface="Yu Gothic"/>
                <a:cs typeface="Yu Gothic"/>
              </a:defRPr>
            </a:lvl4pPr>
            <a:lvl5pPr algn="ctr">
              <a:defRPr sz="1650" b="0">
                <a:solidFill>
                  <a:srgbClr val="71818B"/>
                </a:solidFill>
                <a:latin typeface="Yu Gothic"/>
                <a:ea typeface="Yu Gothic"/>
                <a:cs typeface="Yu Gothic"/>
              </a:defRPr>
            </a:lvl5pPr>
            <a:lvl6pPr algn="ctr">
              <a:defRPr sz="1650" b="0">
                <a:solidFill>
                  <a:srgbClr val="71818B"/>
                </a:solidFill>
                <a:latin typeface="Yu Gothic"/>
                <a:ea typeface="Yu Gothic"/>
                <a:cs typeface="Yu Gothic"/>
              </a:defRPr>
            </a:lvl6pPr>
            <a:lvl7pPr algn="ctr">
              <a:defRPr sz="1650" b="0">
                <a:solidFill>
                  <a:srgbClr val="71818B"/>
                </a:solidFill>
                <a:latin typeface="Yu Gothic"/>
                <a:ea typeface="Yu Gothic"/>
                <a:cs typeface="Yu Gothic"/>
              </a:defRPr>
            </a:lvl7pPr>
            <a:lvl8pPr algn="ctr">
              <a:defRPr sz="1650" b="0">
                <a:solidFill>
                  <a:srgbClr val="71818B"/>
                </a:solidFill>
                <a:latin typeface="Yu Gothic"/>
                <a:ea typeface="Yu Gothic"/>
                <a:cs typeface="Yu Gothic"/>
              </a:defRPr>
            </a:lvl8pPr>
            <a:lvl9pPr algn="ctr">
              <a:defRPr sz="1650" b="0">
                <a:solidFill>
                  <a:srgbClr val="71818B"/>
                </a:solidFill>
                <a:latin typeface="Yu Gothic"/>
                <a:ea typeface="Yu Gothic"/>
                <a:cs typeface="Yu Gothic"/>
              </a:defRPr>
            </a:lvl9pPr>
          </a:lstStyle>
          <a:p xmlns:a="http://schemas.openxmlformats.org/drawingml/2006/main">
            <a:pPr algn="ctr">
              <a:defRPr sz="1650" b="0">
                <a:solidFill>
                  <a:srgbClr val="71818B"/>
                </a:solidFill>
                <a:latin typeface="Yu Gothic"/>
                <a:ea typeface="Yu Gothic"/>
                <a:cs typeface="Yu Gothic"/>
              </a:defRPr>
            </a:pPr>
            <a:r>
              <a:rPr sz="1650" b="0">
                <a:solidFill>
                  <a:srgbClr val="71818B"/>
                </a:solidFill>
                <a:latin typeface="Yu Gothic"/>
                <a:ea typeface="Yu Gothic"/>
                <a:cs typeface="Yu Gothic"/>
              </a:rPr>
              <a:t>x</a:t>
            </a:r>
          </a:p>
        </p:txBody>
      </p:sp>
      <p:sp>
        <p:nvSpPr>
          <p:cNvPr id="150" name="">
            <a:extLst xmlns:a="http://schemas.openxmlformats.org/drawingml/2006/main">
              <a:ext uri="{FF2B5EF4-FFF2-40B4-BE49-F238E27FC236}">
                <a16:creationId xmlns:a16="http://schemas.microsoft.com/office/drawing/2014/main" id="{C51D292D-E008-4DAB-B79D-800B41A5BD48}"/>
              </a:ext>
            </a:extLst>
          </p:cNvPr>
          <p:cNvSpPr>
            <a:spLocks xmlns:a="http://schemas.openxmlformats.org/drawingml/2006/main" noGrp="1"/>
          </p:cNvSpPr>
          <p:nvPr/>
        </p:nvSpPr>
        <p:spPr>
          <a:xfrm xmlns:a="http://schemas.openxmlformats.org/drawingml/2006/main">
            <a:off x="1047750" y="3810000"/>
            <a:ext cx="4857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7655A5"/>
                </a:solidFill>
                <a:latin typeface="Yu Gothic"/>
                <a:ea typeface="Yu Gothic"/>
                <a:cs typeface="Yu Gothic"/>
              </a:defRPr>
            </a:defPPr>
            <a:lvl1pPr>
              <a:defRPr sz="1950" b="1">
                <a:solidFill>
                  <a:srgbClr val="7655A5"/>
                </a:solidFill>
                <a:latin typeface="Yu Gothic"/>
                <a:ea typeface="Yu Gothic"/>
                <a:cs typeface="Yu Gothic"/>
              </a:defRPr>
            </a:lvl1pPr>
            <a:lvl2pPr>
              <a:defRPr sz="1950" b="1">
                <a:solidFill>
                  <a:srgbClr val="7655A5"/>
                </a:solidFill>
                <a:latin typeface="Yu Gothic"/>
                <a:ea typeface="Yu Gothic"/>
                <a:cs typeface="Yu Gothic"/>
              </a:defRPr>
            </a:lvl2pPr>
            <a:lvl3pPr>
              <a:defRPr sz="1950" b="1">
                <a:solidFill>
                  <a:srgbClr val="7655A5"/>
                </a:solidFill>
                <a:latin typeface="Yu Gothic"/>
                <a:ea typeface="Yu Gothic"/>
                <a:cs typeface="Yu Gothic"/>
              </a:defRPr>
            </a:lvl3pPr>
            <a:lvl4pPr>
              <a:defRPr sz="1950" b="1">
                <a:solidFill>
                  <a:srgbClr val="7655A5"/>
                </a:solidFill>
                <a:latin typeface="Yu Gothic"/>
                <a:ea typeface="Yu Gothic"/>
                <a:cs typeface="Yu Gothic"/>
              </a:defRPr>
            </a:lvl4pPr>
            <a:lvl5pPr>
              <a:defRPr sz="1950" b="1">
                <a:solidFill>
                  <a:srgbClr val="7655A5"/>
                </a:solidFill>
                <a:latin typeface="Yu Gothic"/>
                <a:ea typeface="Yu Gothic"/>
                <a:cs typeface="Yu Gothic"/>
              </a:defRPr>
            </a:lvl5pPr>
            <a:lvl6pPr>
              <a:defRPr sz="1950" b="1">
                <a:solidFill>
                  <a:srgbClr val="7655A5"/>
                </a:solidFill>
                <a:latin typeface="Yu Gothic"/>
                <a:ea typeface="Yu Gothic"/>
                <a:cs typeface="Yu Gothic"/>
              </a:defRPr>
            </a:lvl6pPr>
            <a:lvl7pPr>
              <a:defRPr sz="1950" b="1">
                <a:solidFill>
                  <a:srgbClr val="7655A5"/>
                </a:solidFill>
                <a:latin typeface="Yu Gothic"/>
                <a:ea typeface="Yu Gothic"/>
                <a:cs typeface="Yu Gothic"/>
              </a:defRPr>
            </a:lvl7pPr>
            <a:lvl8pPr>
              <a:defRPr sz="1950" b="1">
                <a:solidFill>
                  <a:srgbClr val="7655A5"/>
                </a:solidFill>
                <a:latin typeface="Yu Gothic"/>
                <a:ea typeface="Yu Gothic"/>
                <a:cs typeface="Yu Gothic"/>
              </a:defRPr>
            </a:lvl8pPr>
            <a:lvl9pPr>
              <a:defRPr sz="1950" b="1">
                <a:solidFill>
                  <a:srgbClr val="7655A5"/>
                </a:solidFill>
                <a:latin typeface="Yu Gothic"/>
                <a:ea typeface="Yu Gothic"/>
                <a:cs typeface="Yu Gothic"/>
              </a:defRPr>
            </a:lvl9pPr>
          </a:lstStyle>
          <a:p xmlns:a="http://schemas.openxmlformats.org/drawingml/2006/main">
            <a:pPr>
              <a:defRPr sz="1950" b="1">
                <a:solidFill>
                  <a:srgbClr val="7655A5"/>
                </a:solidFill>
                <a:latin typeface="Yu Gothic"/>
                <a:ea typeface="Yu Gothic"/>
                <a:cs typeface="Yu Gothic"/>
              </a:defRPr>
            </a:pPr>
            <a:r>
              <a:rPr sz="1950" b="1">
                <a:solidFill>
                  <a:srgbClr val="7655A5"/>
                </a:solidFill>
                <a:latin typeface="Yu Gothic"/>
                <a:ea typeface="Yu Gothic"/>
                <a:cs typeface="Yu Gothic"/>
              </a:rPr>
              <a:t>V = R_A − wx</a:t>
            </a:r>
          </a:p>
        </p:txBody>
      </p:sp>
      <p:sp>
        <p:nvSpPr>
          <p:cNvPr id="151" name="">
            <a:extLst xmlns:a="http://schemas.openxmlformats.org/drawingml/2006/main">
              <a:ext uri="{FF2B5EF4-FFF2-40B4-BE49-F238E27FC236}">
                <a16:creationId xmlns:a16="http://schemas.microsoft.com/office/drawing/2014/main" id="{0DD51C27-C7E4-4916-A305-8D12193573D2}"/>
              </a:ext>
            </a:extLst>
          </p:cNvPr>
          <p:cNvSpPr>
            <a:spLocks xmlns:a="http://schemas.openxmlformats.org/drawingml/2006/main" noGrp="1"/>
          </p:cNvSpPr>
          <p:nvPr/>
        </p:nvSpPr>
        <p:spPr>
          <a:xfrm xmlns:a="http://schemas.openxmlformats.org/drawingml/2006/main">
            <a:off x="7191375" y="3810000"/>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defRPr sz="1950" b="1">
                <a:solidFill>
                  <a:srgbClr val="2876A8"/>
                </a:solidFill>
                <a:latin typeface="Yu Gothic"/>
                <a:ea typeface="Yu Gothic"/>
                <a:cs typeface="Yu Gothic"/>
              </a:defRPr>
            </a:lvl1pPr>
            <a:lvl2pPr>
              <a:defRPr sz="1950" b="1">
                <a:solidFill>
                  <a:srgbClr val="2876A8"/>
                </a:solidFill>
                <a:latin typeface="Yu Gothic"/>
                <a:ea typeface="Yu Gothic"/>
                <a:cs typeface="Yu Gothic"/>
              </a:defRPr>
            </a:lvl2pPr>
            <a:lvl3pPr>
              <a:defRPr sz="1950" b="1">
                <a:solidFill>
                  <a:srgbClr val="2876A8"/>
                </a:solidFill>
                <a:latin typeface="Yu Gothic"/>
                <a:ea typeface="Yu Gothic"/>
                <a:cs typeface="Yu Gothic"/>
              </a:defRPr>
            </a:lvl3pPr>
            <a:lvl4pPr>
              <a:defRPr sz="1950" b="1">
                <a:solidFill>
                  <a:srgbClr val="2876A8"/>
                </a:solidFill>
                <a:latin typeface="Yu Gothic"/>
                <a:ea typeface="Yu Gothic"/>
                <a:cs typeface="Yu Gothic"/>
              </a:defRPr>
            </a:lvl4pPr>
            <a:lvl5pPr>
              <a:defRPr sz="1950" b="1">
                <a:solidFill>
                  <a:srgbClr val="2876A8"/>
                </a:solidFill>
                <a:latin typeface="Yu Gothic"/>
                <a:ea typeface="Yu Gothic"/>
                <a:cs typeface="Yu Gothic"/>
              </a:defRPr>
            </a:lvl5pPr>
            <a:lvl6pPr>
              <a:defRPr sz="1950" b="1">
                <a:solidFill>
                  <a:srgbClr val="2876A8"/>
                </a:solidFill>
                <a:latin typeface="Yu Gothic"/>
                <a:ea typeface="Yu Gothic"/>
                <a:cs typeface="Yu Gothic"/>
              </a:defRPr>
            </a:lvl6pPr>
            <a:lvl7pPr>
              <a:defRPr sz="1950" b="1">
                <a:solidFill>
                  <a:srgbClr val="2876A8"/>
                </a:solidFill>
                <a:latin typeface="Yu Gothic"/>
                <a:ea typeface="Yu Gothic"/>
                <a:cs typeface="Yu Gothic"/>
              </a:defRPr>
            </a:lvl7pPr>
            <a:lvl8pPr>
              <a:defRPr sz="1950" b="1">
                <a:solidFill>
                  <a:srgbClr val="2876A8"/>
                </a:solidFill>
                <a:latin typeface="Yu Gothic"/>
                <a:ea typeface="Yu Gothic"/>
                <a:cs typeface="Yu Gothic"/>
              </a:defRPr>
            </a:lvl8pPr>
            <a:lvl9pPr>
              <a:defRPr sz="1950" b="1">
                <a:solidFill>
                  <a:srgbClr val="2876A8"/>
                </a:solidFill>
                <a:latin typeface="Yu Gothic"/>
                <a:ea typeface="Yu Gothic"/>
                <a:cs typeface="Yu Gothic"/>
              </a:defRPr>
            </a:lvl9pPr>
          </a:lstStyle>
          <a:p xmlns:a="http://schemas.openxmlformats.org/drawingml/2006/main">
            <a:pPr>
              <a:defRPr sz="1950" b="1">
                <a:solidFill>
                  <a:srgbClr val="2876A8"/>
                </a:solidFill>
                <a:latin typeface="Yu Gothic"/>
                <a:ea typeface="Yu Gothic"/>
                <a:cs typeface="Yu Gothic"/>
              </a:defRPr>
            </a:pPr>
            <a:r>
              <a:rPr sz="1950" b="1">
                <a:solidFill>
                  <a:srgbClr val="2876A8"/>
                </a:solidFill>
                <a:latin typeface="Yu Gothic"/>
                <a:ea typeface="Yu Gothic"/>
                <a:cs typeface="Yu Gothic"/>
              </a:rPr>
              <a:t>M = R_A x − wx²/2</a:t>
            </a:r>
          </a:p>
        </p:txBody>
      </p:sp>
      <p:sp>
        <p:nvSpPr>
          <p:cNvPr id="152" name="">
            <a:extLst xmlns:a="http://schemas.openxmlformats.org/drawingml/2006/main">
              <a:ext uri="{FF2B5EF4-FFF2-40B4-BE49-F238E27FC236}">
                <a16:creationId xmlns:a16="http://schemas.microsoft.com/office/drawing/2014/main" id="{8234ACFB-3ED4-46E5-AAA4-A93CF7417D77}"/>
              </a:ext>
            </a:extLst>
          </p:cNvPr>
          <p:cNvSpPr>
            <a:spLocks xmlns:a="http://schemas.openxmlformats.org/drawingml/2006/main" noGrp="1"/>
          </p:cNvSpPr>
          <p:nvPr/>
        </p:nvSpPr>
        <p:spPr>
          <a:xfrm xmlns:a="http://schemas.openxmlformats.org/drawingml/2006/main">
            <a:off x="685800" y="5715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分布荷重と合力は同時に足さない。L = 1.0 m、反力は各200 N。V：せん断力、M：曲げモーメント。</a:t>
            </a:r>
          </a:p>
        </p:txBody>
      </p:sp>
    </p:spTree>
    <p:extLst>
      <p:ext uri="{BB962C8B-B14F-4D97-AF65-F5344CB8AC3E}">
        <p14:creationId xmlns:p14="http://schemas.microsoft.com/office/powerpoint/2010/main" val="9510418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E12F1A-EBA3-4845-A5F8-16BCB9586D4D}"/>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離散化：刻み幅と最大値の見落とし</a:t>
            </a:r>
          </a:p>
        </p:txBody>
      </p:sp>
      <p:sp>
        <p:nvSpPr>
          <p:cNvPr id="2" name="">
            <a:extLst xmlns:a="http://schemas.openxmlformats.org/drawingml/2006/main">
              <a:ext uri="{FF2B5EF4-FFF2-40B4-BE49-F238E27FC236}">
                <a16:creationId xmlns:a16="http://schemas.microsoft.com/office/drawing/2014/main" id="{6950C4C9-209F-4665-B78E-284776E8818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B9862A34-B1DA-4578-B826-0178E4AC1C0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49</a:t>
            </a:r>
          </a:p>
        </p:txBody>
      </p:sp>
      <p:graphicFrame>
        <p:nvGraphicFramePr>
          <p:cNvPr id="8" name="">
            <a:extLst xmlns:a="http://schemas.openxmlformats.org/drawingml/2006/main">
              <a:ext uri="{FF2B5EF4-FFF2-40B4-BE49-F238E27FC236}">
                <a16:creationId xmlns:a16="http://schemas.microsoft.com/office/drawing/2014/main" id="{08A0A1CA-1D74-4206-A222-CA3383CEE67F}"/>
              </a:ext>
            </a:extLst>
          </p:cNvPr>
          <p:cNvGraphicFramePr/>
          <p:nvPr/>
        </p:nvGraphicFramePr>
        <p:xfrm>
          <a:off xmlns:a="http://schemas.openxmlformats.org/drawingml/2006/main" x="714375" y="1666875"/>
          <a:ext xmlns:a="http://schemas.openxmlformats.org/drawingml/2006/main" cx="10763250" cy="1095375"/>
        </p:xfrm>
        <a:graphic xmlns:a="http://schemas.openxmlformats.org/drawingml/2006/main">
          <a:graphicData uri="http://schemas.openxmlformats.org/drawingml/2006/table">
            <a:tbl>
              <a:tblPr/>
              <a:tblGrid>
                <a:gridCol w="1619250"/>
                <a:gridCol w="1524000"/>
                <a:gridCol w="1524000"/>
                <a:gridCol w="1524000"/>
                <a:gridCol w="1524000"/>
                <a:gridCol w="1524000"/>
                <a:gridCol w="1524000"/>
              </a:tblGrid>
              <a:tr h="547688">
                <a:tc>
                  <a:txBody>
                    <a:bodyPr lIns="47625" tIns="47625" rIns="47625" bIns="47625"/>
                    <a:lstStyle/>
                    <a:p>
                      <a:r>
                        <a:rPr sz="1800" b="1">
                          <a:solidFill>
                            <a:srgbClr val="FFFFFF"/>
                          </a:solidFill>
                          <a:latin typeface="Yu Gothic"/>
                          <a:ea typeface="Yu Gothic"/>
                          <a:cs typeface="Yu Gothic"/>
                        </a:rPr>
                        <a:t>位置 x / m</a:t>
                      </a:r>
                    </a:p>
                  </a:txBody>
                  <a:tcPr marL="91440" marR="91440" marT="45720" marB="45720">
                    <a:solidFill>
                      <a:srgbClr val="193B59"/>
                    </a:solidFill>
                  </a:tcPr>
                </a:tc>
                <a:tc>
                  <a:txBody>
                    <a:bodyPr lIns="47625" tIns="47625" rIns="47625" bIns="47625"/>
                    <a:lstStyle/>
                    <a:p>
                      <a:r>
                        <a:rPr sz="1800" b="1">
                          <a:solidFill>
                            <a:srgbClr val="FFFFFF"/>
                          </a:solidFill>
                          <a:latin typeface="Yu Gothic"/>
                          <a:ea typeface="Yu Gothic"/>
                          <a:cs typeface="Yu Gothic"/>
                        </a:rPr>
                        <a:t>0</a:t>
                      </a:r>
                    </a:p>
                  </a:txBody>
                  <a:tcPr marL="91440" marR="91440" marT="45720" marB="45720">
                    <a:solidFill>
                      <a:srgbClr val="193B59"/>
                    </a:solidFill>
                  </a:tcPr>
                </a:tc>
                <a:tc>
                  <a:txBody>
                    <a:bodyPr lIns="47625" tIns="47625" rIns="47625" bIns="47625"/>
                    <a:lstStyle/>
                    <a:p>
                      <a:r>
                        <a:rPr sz="1800" b="1">
                          <a:solidFill>
                            <a:srgbClr val="FFFFFF"/>
                          </a:solidFill>
                          <a:latin typeface="Yu Gothic"/>
                          <a:ea typeface="Yu Gothic"/>
                          <a:cs typeface="Yu Gothic"/>
                        </a:rPr>
                        <a:t>0.2</a:t>
                      </a:r>
                    </a:p>
                  </a:txBody>
                  <a:tcPr marL="91440" marR="91440" marT="45720" marB="45720">
                    <a:solidFill>
                      <a:srgbClr val="193B59"/>
                    </a:solidFill>
                  </a:tcPr>
                </a:tc>
                <a:tc>
                  <a:txBody>
                    <a:bodyPr lIns="47625" tIns="47625" rIns="47625" bIns="47625"/>
                    <a:lstStyle/>
                    <a:p>
                      <a:r>
                        <a:rPr sz="1800" b="1">
                          <a:solidFill>
                            <a:srgbClr val="FFFFFF"/>
                          </a:solidFill>
                          <a:latin typeface="Yu Gothic"/>
                          <a:ea typeface="Yu Gothic"/>
                          <a:cs typeface="Yu Gothic"/>
                        </a:rPr>
                        <a:t>0.4</a:t>
                      </a:r>
                    </a:p>
                  </a:txBody>
                  <a:tcPr marL="91440" marR="91440" marT="45720" marB="45720">
                    <a:solidFill>
                      <a:srgbClr val="193B59"/>
                    </a:solidFill>
                  </a:tcPr>
                </a:tc>
                <a:tc>
                  <a:txBody>
                    <a:bodyPr lIns="47625" tIns="47625" rIns="47625" bIns="47625"/>
                    <a:lstStyle/>
                    <a:p>
                      <a:r>
                        <a:rPr sz="1800" b="1">
                          <a:solidFill>
                            <a:srgbClr val="FFFFFF"/>
                          </a:solidFill>
                          <a:latin typeface="Yu Gothic"/>
                          <a:ea typeface="Yu Gothic"/>
                          <a:cs typeface="Yu Gothic"/>
                        </a:rPr>
                        <a:t>0.6</a:t>
                      </a:r>
                    </a:p>
                  </a:txBody>
                  <a:tcPr marL="91440" marR="91440" marT="45720" marB="45720">
                    <a:solidFill>
                      <a:srgbClr val="193B59"/>
                    </a:solidFill>
                  </a:tcPr>
                </a:tc>
                <a:tc>
                  <a:txBody>
                    <a:bodyPr lIns="47625" tIns="47625" rIns="47625" bIns="47625"/>
                    <a:lstStyle/>
                    <a:p>
                      <a:r>
                        <a:rPr sz="1800" b="1">
                          <a:solidFill>
                            <a:srgbClr val="FFFFFF"/>
                          </a:solidFill>
                          <a:latin typeface="Yu Gothic"/>
                          <a:ea typeface="Yu Gothic"/>
                          <a:cs typeface="Yu Gothic"/>
                        </a:rPr>
                        <a:t>0.8</a:t>
                      </a:r>
                    </a:p>
                  </a:txBody>
                  <a:tcPr marL="91440" marR="91440" marT="45720" marB="45720">
                    <a:solidFill>
                      <a:srgbClr val="193B59"/>
                    </a:solidFill>
                  </a:tcPr>
                </a:tc>
                <a:tc>
                  <a:txBody>
                    <a:bodyPr lIns="47625" tIns="47625" rIns="47625" bIns="47625"/>
                    <a:lstStyle/>
                    <a:p>
                      <a:r>
                        <a:rPr sz="1800" b="1">
                          <a:solidFill>
                            <a:srgbClr val="FFFFFF"/>
                          </a:solidFill>
                          <a:latin typeface="Yu Gothic"/>
                          <a:ea typeface="Yu Gothic"/>
                          <a:cs typeface="Yu Gothic"/>
                        </a:rPr>
                        <a:t>1.0</a:t>
                      </a:r>
                    </a:p>
                  </a:txBody>
                  <a:tcPr marL="91440" marR="91440" marT="45720" marB="45720">
                    <a:solidFill>
                      <a:srgbClr val="193B59"/>
                    </a:solidFill>
                  </a:tcPr>
                </a:tc>
              </a:tr>
              <a:tr h="547688">
                <a:tc>
                  <a:txBody>
                    <a:bodyPr lIns="47625" tIns="47625" rIns="47625" bIns="47625"/>
                    <a:lstStyle/>
                    <a:p>
                      <a:r>
                        <a:rPr sz="1800" b="0">
                          <a:solidFill>
                            <a:srgbClr val="263D4D"/>
                          </a:solidFill>
                          <a:latin typeface="Yu Gothic"/>
                          <a:ea typeface="Yu Gothic"/>
                          <a:cs typeface="Yu Gothic"/>
                        </a:rPr>
                        <a:t>M / (N·m)</a:t>
                      </a:r>
                    </a:p>
                  </a:txBody>
                  <a:tcPr marL="91440" marR="91440" marT="45720" marB="45720">
                    <a:solidFill>
                      <a:srgbClr val="E8F0F4"/>
                    </a:solidFill>
                  </a:tcPr>
                </a:tc>
                <a:tc>
                  <a:txBody>
                    <a:bodyPr lIns="47625" tIns="47625" rIns="47625" bIns="47625"/>
                    <a:lstStyle/>
                    <a:p>
                      <a:r>
                        <a:rPr sz="1800" b="0">
                          <a:solidFill>
                            <a:srgbClr val="263D4D"/>
                          </a:solidFill>
                          <a:latin typeface="Yu Gothic"/>
                          <a:ea typeface="Yu Gothic"/>
                          <a:cs typeface="Yu Gothic"/>
                        </a:rPr>
                        <a:t>0</a:t>
                      </a:r>
                    </a:p>
                  </a:txBody>
                  <a:tcPr marL="91440" marR="91440" marT="45720" marB="45720">
                    <a:solidFill>
                      <a:srgbClr val="E8F0F4"/>
                    </a:solidFill>
                  </a:tcPr>
                </a:tc>
                <a:tc>
                  <a:txBody>
                    <a:bodyPr lIns="47625" tIns="47625" rIns="47625" bIns="47625"/>
                    <a:lstStyle/>
                    <a:p>
                      <a:r>
                        <a:rPr sz="1800" b="0">
                          <a:solidFill>
                            <a:srgbClr val="263D4D"/>
                          </a:solidFill>
                          <a:latin typeface="Yu Gothic"/>
                          <a:ea typeface="Yu Gothic"/>
                          <a:cs typeface="Yu Gothic"/>
                        </a:rPr>
                        <a:t>32</a:t>
                      </a:r>
                    </a:p>
                  </a:txBody>
                  <a:tcPr marL="91440" marR="91440" marT="45720" marB="45720">
                    <a:solidFill>
                      <a:srgbClr val="E8F0F4"/>
                    </a:solidFill>
                  </a:tcPr>
                </a:tc>
                <a:tc>
                  <a:txBody>
                    <a:bodyPr lIns="47625" tIns="47625" rIns="47625" bIns="47625"/>
                    <a:lstStyle/>
                    <a:p>
                      <a:r>
                        <a:rPr sz="1800" b="0">
                          <a:solidFill>
                            <a:srgbClr val="263D4D"/>
                          </a:solidFill>
                          <a:latin typeface="Yu Gothic"/>
                          <a:ea typeface="Yu Gothic"/>
                          <a:cs typeface="Yu Gothic"/>
                        </a:rPr>
                        <a:t>48</a:t>
                      </a:r>
                    </a:p>
                  </a:txBody>
                  <a:tcPr marL="91440" marR="91440" marT="45720" marB="45720">
                    <a:solidFill>
                      <a:srgbClr val="E8F0F4"/>
                    </a:solidFill>
                  </a:tcPr>
                </a:tc>
                <a:tc>
                  <a:txBody>
                    <a:bodyPr lIns="47625" tIns="47625" rIns="47625" bIns="47625"/>
                    <a:lstStyle/>
                    <a:p>
                      <a:r>
                        <a:rPr sz="1800" b="0">
                          <a:solidFill>
                            <a:srgbClr val="263D4D"/>
                          </a:solidFill>
                          <a:latin typeface="Yu Gothic"/>
                          <a:ea typeface="Yu Gothic"/>
                          <a:cs typeface="Yu Gothic"/>
                        </a:rPr>
                        <a:t>48</a:t>
                      </a:r>
                    </a:p>
                  </a:txBody>
                  <a:tcPr marL="91440" marR="91440" marT="45720" marB="45720">
                    <a:solidFill>
                      <a:srgbClr val="E8F0F4"/>
                    </a:solidFill>
                  </a:tcPr>
                </a:tc>
                <a:tc>
                  <a:txBody>
                    <a:bodyPr lIns="47625" tIns="47625" rIns="47625" bIns="47625"/>
                    <a:lstStyle/>
                    <a:p>
                      <a:r>
                        <a:rPr sz="1800" b="0">
                          <a:solidFill>
                            <a:srgbClr val="263D4D"/>
                          </a:solidFill>
                          <a:latin typeface="Yu Gothic"/>
                          <a:ea typeface="Yu Gothic"/>
                          <a:cs typeface="Yu Gothic"/>
                        </a:rPr>
                        <a:t>32</a:t>
                      </a:r>
                    </a:p>
                  </a:txBody>
                  <a:tcPr marL="91440" marR="91440" marT="45720" marB="45720">
                    <a:solidFill>
                      <a:srgbClr val="E8F0F4"/>
                    </a:solidFill>
                  </a:tcPr>
                </a:tc>
                <a:tc>
                  <a:txBody>
                    <a:bodyPr lIns="47625" tIns="47625" rIns="47625" bIns="47625"/>
                    <a:lstStyle/>
                    <a:p>
                      <a:r>
                        <a:rPr sz="1800" b="0">
                          <a:solidFill>
                            <a:srgbClr val="263D4D"/>
                          </a:solidFill>
                          <a:latin typeface="Yu Gothic"/>
                          <a:ea typeface="Yu Gothic"/>
                          <a:cs typeface="Yu Gothic"/>
                        </a:rPr>
                        <a:t>0</a:t>
                      </a:r>
                    </a:p>
                  </a:txBody>
                  <a:tcPr marL="91440" marR="91440" marT="45720" marB="45720">
                    <a:solidFill>
                      <a:srgbClr val="E8F0F4"/>
                    </a:solidFill>
                  </a:tcPr>
                </a:tc>
              </a:tr>
            </a:tbl>
          </a:graphicData>
        </a:graphic>
      </p:graphicFrame>
      <p:graphicFrame>
        <p:nvGraphicFramePr>
          <p:cNvPr id="9" name="Chart">
            <a:extLst xmlns:a="http://schemas.openxmlformats.org/drawingml/2006/main">
              <a:ext uri="{FF2B5EF4-FFF2-40B4-BE49-F238E27FC236}">
                <a16:creationId xmlns:a16="http://schemas.microsoft.com/office/drawing/2014/main" id="{931C4B76-A6A8-4673-8B84-D6D123ABDBEA}"/>
              </a:ext>
            </a:extLst>
          </p:cNvPr>
          <p:cNvGraphicFramePr/>
          <p:nvPr/>
        </p:nvGraphicFramePr>
        <p:xfrm>
          <a:off xmlns:a="http://schemas.openxmlformats.org/drawingml/2006/main" x="714375" y="3000375"/>
          <a:ext xmlns:a="http://schemas.openxmlformats.org/drawingml/2006/main" cx="6858000" cy="3048000"/>
        </p:xfrm>
        <a:graphic xmlns:a="http://schemas.openxmlformats.org/drawingml/2006/main">
          <a:graphicData uri="http://schemas.openxmlformats.org/drawingml/2006/chart">
            <c:chart xmlns:r="http://schemas.openxmlformats.org/officeDocument/2006/relationships" xmlns:c="http://schemas.openxmlformats.org/drawingml/2006/chart" r:id="Rabbfde069fa846f7"/>
          </a:graphicData>
        </a:graphic>
      </p:graphicFrame>
      <p:sp>
        <p:nvSpPr>
          <p:cNvPr id="10" name="">
            <a:extLst xmlns:a="http://schemas.openxmlformats.org/drawingml/2006/main">
              <a:ext uri="{FF2B5EF4-FFF2-40B4-BE49-F238E27FC236}">
                <a16:creationId xmlns:a16="http://schemas.microsoft.com/office/drawing/2014/main" id="{2E4BD16A-9867-441E-A0F8-5876782D9246}"/>
              </a:ext>
            </a:extLst>
          </p:cNvPr>
          <p:cNvSpPr>
            <a:spLocks xmlns:a="http://schemas.openxmlformats.org/drawingml/2006/main" noGrp="1"/>
          </p:cNvSpPr>
          <p:nvPr/>
        </p:nvSpPr>
        <p:spPr>
          <a:xfrm xmlns:a="http://schemas.openxmlformats.org/drawingml/2006/main">
            <a:off x="8001000" y="3476625"/>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defRPr sz="2025" b="1">
                <a:solidFill>
                  <a:srgbClr val="2876A8"/>
                </a:solidFill>
                <a:latin typeface="Yu Gothic"/>
                <a:ea typeface="Yu Gothic"/>
                <a:cs typeface="Yu Gothic"/>
              </a:defRPr>
            </a:lvl1pPr>
            <a:lvl2pPr>
              <a:defRPr sz="2025" b="1">
                <a:solidFill>
                  <a:srgbClr val="2876A8"/>
                </a:solidFill>
                <a:latin typeface="Yu Gothic"/>
                <a:ea typeface="Yu Gothic"/>
                <a:cs typeface="Yu Gothic"/>
              </a:defRPr>
            </a:lvl2pPr>
            <a:lvl3pPr>
              <a:defRPr sz="2025" b="1">
                <a:solidFill>
                  <a:srgbClr val="2876A8"/>
                </a:solidFill>
                <a:latin typeface="Yu Gothic"/>
                <a:ea typeface="Yu Gothic"/>
                <a:cs typeface="Yu Gothic"/>
              </a:defRPr>
            </a:lvl3pPr>
            <a:lvl4pPr>
              <a:defRPr sz="2025" b="1">
                <a:solidFill>
                  <a:srgbClr val="2876A8"/>
                </a:solidFill>
                <a:latin typeface="Yu Gothic"/>
                <a:ea typeface="Yu Gothic"/>
                <a:cs typeface="Yu Gothic"/>
              </a:defRPr>
            </a:lvl4pPr>
            <a:lvl5pPr>
              <a:defRPr sz="2025" b="1">
                <a:solidFill>
                  <a:srgbClr val="2876A8"/>
                </a:solidFill>
                <a:latin typeface="Yu Gothic"/>
                <a:ea typeface="Yu Gothic"/>
                <a:cs typeface="Yu Gothic"/>
              </a:defRPr>
            </a:lvl5pPr>
            <a:lvl6pPr>
              <a:defRPr sz="2025" b="1">
                <a:solidFill>
                  <a:srgbClr val="2876A8"/>
                </a:solidFill>
                <a:latin typeface="Yu Gothic"/>
                <a:ea typeface="Yu Gothic"/>
                <a:cs typeface="Yu Gothic"/>
              </a:defRPr>
            </a:lvl6pPr>
            <a:lvl7pPr>
              <a:defRPr sz="2025" b="1">
                <a:solidFill>
                  <a:srgbClr val="2876A8"/>
                </a:solidFill>
                <a:latin typeface="Yu Gothic"/>
                <a:ea typeface="Yu Gothic"/>
                <a:cs typeface="Yu Gothic"/>
              </a:defRPr>
            </a:lvl7pPr>
            <a:lvl8pPr>
              <a:defRPr sz="2025" b="1">
                <a:solidFill>
                  <a:srgbClr val="2876A8"/>
                </a:solidFill>
                <a:latin typeface="Yu Gothic"/>
                <a:ea typeface="Yu Gothic"/>
                <a:cs typeface="Yu Gothic"/>
              </a:defRPr>
            </a:lvl8pPr>
            <a:lvl9pPr>
              <a:defRPr sz="2025" b="1">
                <a:solidFill>
                  <a:srgbClr val="2876A8"/>
                </a:solidFill>
                <a:latin typeface="Yu Gothic"/>
                <a:ea typeface="Yu Gothic"/>
                <a:cs typeface="Yu Gothic"/>
              </a:defRPr>
            </a:lvl9pPr>
          </a:lstStyle>
          <a:p xmlns:a="http://schemas.openxmlformats.org/drawingml/2006/main">
            <a:pPr>
              <a:defRPr sz="2025" b="1">
                <a:solidFill>
                  <a:srgbClr val="2876A8"/>
                </a:solidFill>
                <a:latin typeface="Yu Gothic"/>
                <a:ea typeface="Yu Gothic"/>
                <a:cs typeface="Yu Gothic"/>
              </a:defRPr>
            </a:pPr>
            <a:r>
              <a:rPr sz="2025" b="1">
                <a:solidFill>
                  <a:srgbClr val="2876A8"/>
                </a:solidFill>
                <a:latin typeface="Yu Gothic"/>
                <a:ea typeface="Yu Gothic"/>
                <a:cs typeface="Yu Gothic"/>
              </a:rPr>
              <a:t>表の最大：48 N·m</a:t>
            </a:r>
          </a:p>
        </p:txBody>
      </p:sp>
      <p:sp>
        <p:nvSpPr>
          <p:cNvPr id="11" name="">
            <a:extLst xmlns:a="http://schemas.openxmlformats.org/drawingml/2006/main">
              <a:ext uri="{FF2B5EF4-FFF2-40B4-BE49-F238E27FC236}">
                <a16:creationId xmlns:a16="http://schemas.microsoft.com/office/drawing/2014/main" id="{01E1247F-8594-445D-96F7-E71AA3E42E23}"/>
              </a:ext>
            </a:extLst>
          </p:cNvPr>
          <p:cNvSpPr>
            <a:spLocks xmlns:a="http://schemas.openxmlformats.org/drawingml/2006/main" noGrp="1"/>
          </p:cNvSpPr>
          <p:nvPr/>
        </p:nvSpPr>
        <p:spPr>
          <a:xfrm xmlns:a="http://schemas.openxmlformats.org/drawingml/2006/main">
            <a:off x="8001000" y="4171950"/>
            <a:ext cx="3476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C4483C"/>
                </a:solidFill>
                <a:latin typeface="Yu Gothic"/>
                <a:ea typeface="Yu Gothic"/>
                <a:cs typeface="Yu Gothic"/>
              </a:defRPr>
            </a:defPPr>
            <a:lvl1pPr>
              <a:defRPr sz="2025" b="1">
                <a:solidFill>
                  <a:srgbClr val="C4483C"/>
                </a:solidFill>
                <a:latin typeface="Yu Gothic"/>
                <a:ea typeface="Yu Gothic"/>
                <a:cs typeface="Yu Gothic"/>
              </a:defRPr>
            </a:lvl1pPr>
            <a:lvl2pPr>
              <a:defRPr sz="2025" b="1">
                <a:solidFill>
                  <a:srgbClr val="C4483C"/>
                </a:solidFill>
                <a:latin typeface="Yu Gothic"/>
                <a:ea typeface="Yu Gothic"/>
                <a:cs typeface="Yu Gothic"/>
              </a:defRPr>
            </a:lvl2pPr>
            <a:lvl3pPr>
              <a:defRPr sz="2025" b="1">
                <a:solidFill>
                  <a:srgbClr val="C4483C"/>
                </a:solidFill>
                <a:latin typeface="Yu Gothic"/>
                <a:ea typeface="Yu Gothic"/>
                <a:cs typeface="Yu Gothic"/>
              </a:defRPr>
            </a:lvl3pPr>
            <a:lvl4pPr>
              <a:defRPr sz="2025" b="1">
                <a:solidFill>
                  <a:srgbClr val="C4483C"/>
                </a:solidFill>
                <a:latin typeface="Yu Gothic"/>
                <a:ea typeface="Yu Gothic"/>
                <a:cs typeface="Yu Gothic"/>
              </a:defRPr>
            </a:lvl4pPr>
            <a:lvl5pPr>
              <a:defRPr sz="2025" b="1">
                <a:solidFill>
                  <a:srgbClr val="C4483C"/>
                </a:solidFill>
                <a:latin typeface="Yu Gothic"/>
                <a:ea typeface="Yu Gothic"/>
                <a:cs typeface="Yu Gothic"/>
              </a:defRPr>
            </a:lvl5pPr>
            <a:lvl6pPr>
              <a:defRPr sz="2025" b="1">
                <a:solidFill>
                  <a:srgbClr val="C4483C"/>
                </a:solidFill>
                <a:latin typeface="Yu Gothic"/>
                <a:ea typeface="Yu Gothic"/>
                <a:cs typeface="Yu Gothic"/>
              </a:defRPr>
            </a:lvl6pPr>
            <a:lvl7pPr>
              <a:defRPr sz="2025" b="1">
                <a:solidFill>
                  <a:srgbClr val="C4483C"/>
                </a:solidFill>
                <a:latin typeface="Yu Gothic"/>
                <a:ea typeface="Yu Gothic"/>
                <a:cs typeface="Yu Gothic"/>
              </a:defRPr>
            </a:lvl7pPr>
            <a:lvl8pPr>
              <a:defRPr sz="2025" b="1">
                <a:solidFill>
                  <a:srgbClr val="C4483C"/>
                </a:solidFill>
                <a:latin typeface="Yu Gothic"/>
                <a:ea typeface="Yu Gothic"/>
                <a:cs typeface="Yu Gothic"/>
              </a:defRPr>
            </a:lvl8pPr>
            <a:lvl9pPr>
              <a:defRPr sz="2025" b="1">
                <a:solidFill>
                  <a:srgbClr val="C4483C"/>
                </a:solidFill>
                <a:latin typeface="Yu Gothic"/>
                <a:ea typeface="Yu Gothic"/>
                <a:cs typeface="Yu Gothic"/>
              </a:defRPr>
            </a:lvl9pPr>
          </a:lstStyle>
          <a:p xmlns:a="http://schemas.openxmlformats.org/drawingml/2006/main">
            <a:pPr>
              <a:defRPr sz="2025" b="1">
                <a:solidFill>
                  <a:srgbClr val="C4483C"/>
                </a:solidFill>
                <a:latin typeface="Yu Gothic"/>
                <a:ea typeface="Yu Gothic"/>
                <a:cs typeface="Yu Gothic"/>
              </a:defRPr>
            </a:pPr>
            <a:r>
              <a:rPr sz="2025" b="1">
                <a:solidFill>
                  <a:srgbClr val="C4483C"/>
                </a:solidFill>
                <a:latin typeface="Yu Gothic"/>
                <a:ea typeface="Yu Gothic"/>
                <a:cs typeface="Yu Gothic"/>
              </a:rPr>
              <a:t>モデル全体：50 N·m</a:t>
            </a:r>
          </a:p>
        </p:txBody>
      </p:sp>
      <p:sp>
        <p:nvSpPr>
          <p:cNvPr id="12" name="">
            <a:extLst xmlns:a="http://schemas.openxmlformats.org/drawingml/2006/main">
              <a:ext uri="{FF2B5EF4-FFF2-40B4-BE49-F238E27FC236}">
                <a16:creationId xmlns:a16="http://schemas.microsoft.com/office/drawing/2014/main" id="{340BFABC-3710-4948-A37A-699AE3EABC0D}"/>
              </a:ext>
            </a:extLst>
          </p:cNvPr>
          <p:cNvSpPr>
            <a:spLocks xmlns:a="http://schemas.openxmlformats.org/drawingml/2006/main" noGrp="1"/>
          </p:cNvSpPr>
          <p:nvPr/>
        </p:nvSpPr>
        <p:spPr>
          <a:xfrm xmlns:a="http://schemas.openxmlformats.org/drawingml/2006/main">
            <a:off x="8001000" y="4810125"/>
            <a:ext cx="3476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defRPr sz="1800" b="0">
                <a:solidFill>
                  <a:srgbClr val="263D4D"/>
                </a:solidFill>
                <a:latin typeface="Yu Gothic"/>
                <a:ea typeface="Yu Gothic"/>
                <a:cs typeface="Yu Gothic"/>
              </a:defRPr>
            </a:lvl1pPr>
            <a:lvl2pPr>
              <a:defRPr sz="1800" b="0">
                <a:solidFill>
                  <a:srgbClr val="263D4D"/>
                </a:solidFill>
                <a:latin typeface="Yu Gothic"/>
                <a:ea typeface="Yu Gothic"/>
                <a:cs typeface="Yu Gothic"/>
              </a:defRPr>
            </a:lvl2pPr>
            <a:lvl3pPr>
              <a:defRPr sz="1800" b="0">
                <a:solidFill>
                  <a:srgbClr val="263D4D"/>
                </a:solidFill>
                <a:latin typeface="Yu Gothic"/>
                <a:ea typeface="Yu Gothic"/>
                <a:cs typeface="Yu Gothic"/>
              </a:defRPr>
            </a:lvl3pPr>
            <a:lvl4pPr>
              <a:defRPr sz="1800" b="0">
                <a:solidFill>
                  <a:srgbClr val="263D4D"/>
                </a:solidFill>
                <a:latin typeface="Yu Gothic"/>
                <a:ea typeface="Yu Gothic"/>
                <a:cs typeface="Yu Gothic"/>
              </a:defRPr>
            </a:lvl4pPr>
            <a:lvl5pPr>
              <a:defRPr sz="1800" b="0">
                <a:solidFill>
                  <a:srgbClr val="263D4D"/>
                </a:solidFill>
                <a:latin typeface="Yu Gothic"/>
                <a:ea typeface="Yu Gothic"/>
                <a:cs typeface="Yu Gothic"/>
              </a:defRPr>
            </a:lvl5pPr>
            <a:lvl6pPr>
              <a:defRPr sz="1800" b="0">
                <a:solidFill>
                  <a:srgbClr val="263D4D"/>
                </a:solidFill>
                <a:latin typeface="Yu Gothic"/>
                <a:ea typeface="Yu Gothic"/>
                <a:cs typeface="Yu Gothic"/>
              </a:defRPr>
            </a:lvl6pPr>
            <a:lvl7pPr>
              <a:defRPr sz="1800" b="0">
                <a:solidFill>
                  <a:srgbClr val="263D4D"/>
                </a:solidFill>
                <a:latin typeface="Yu Gothic"/>
                <a:ea typeface="Yu Gothic"/>
                <a:cs typeface="Yu Gothic"/>
              </a:defRPr>
            </a:lvl7pPr>
            <a:lvl8pPr>
              <a:defRPr sz="1800" b="0">
                <a:solidFill>
                  <a:srgbClr val="263D4D"/>
                </a:solidFill>
                <a:latin typeface="Yu Gothic"/>
                <a:ea typeface="Yu Gothic"/>
                <a:cs typeface="Yu Gothic"/>
              </a:defRPr>
            </a:lvl8pPr>
            <a:lvl9pPr>
              <a:defRPr sz="1800" b="0">
                <a:solidFill>
                  <a:srgbClr val="263D4D"/>
                </a:solidFill>
                <a:latin typeface="Yu Gothic"/>
                <a:ea typeface="Yu Gothic"/>
                <a:cs typeface="Yu Gothic"/>
              </a:defRPr>
            </a:lvl9pPr>
          </a:lstStyle>
          <a:p xmlns:a="http://schemas.openxmlformats.org/drawingml/2006/main">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x = 0.50 m は</a:t>
            </a:r>
          </a:p>
          <a:p xmlns:a="http://schemas.openxmlformats.org/drawingml/2006/main">
            <a:pPr>
              <a:defRPr sz="1800" b="0">
                <a:solidFill>
                  <a:srgbClr val="263D4D"/>
                </a:solidFill>
                <a:latin typeface="Yu Gothic"/>
                <a:ea typeface="Yu Gothic"/>
                <a:cs typeface="Yu Gothic"/>
              </a:defRPr>
            </a:pPr>
            <a:r>
              <a:rPr sz="1800" b="0">
                <a:solidFill>
                  <a:srgbClr val="263D4D"/>
                </a:solidFill>
                <a:latin typeface="Yu Gothic"/>
                <a:ea typeface="Yu Gothic"/>
                <a:cs typeface="Yu Gothic"/>
              </a:rPr>
              <a:t>表の6点に含まれない。</a:t>
            </a:r>
          </a:p>
        </p:txBody>
      </p:sp>
      <p:sp>
        <p:nvSpPr>
          <p:cNvPr id="13" name="">
            <a:extLst xmlns:a="http://schemas.openxmlformats.org/drawingml/2006/main">
              <a:ext uri="{FF2B5EF4-FFF2-40B4-BE49-F238E27FC236}">
                <a16:creationId xmlns:a16="http://schemas.microsoft.com/office/drawing/2014/main" id="{4C926E87-5A7D-45EB-89A1-C12E5BBB03BA}"/>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350" b="0">
                <a:solidFill>
                  <a:srgbClr val="71818B"/>
                </a:solidFill>
                <a:latin typeface="Yu Gothic"/>
                <a:ea typeface="Yu Gothic"/>
                <a:cs typeface="Yu Gothic"/>
              </a:defRPr>
            </a:defPPr>
            <a:lvl1pPr>
              <a:defRPr sz="1350" b="0">
                <a:solidFill>
                  <a:srgbClr val="71818B"/>
                </a:solidFill>
                <a:latin typeface="Yu Gothic"/>
                <a:ea typeface="Yu Gothic"/>
                <a:cs typeface="Yu Gothic"/>
              </a:defRPr>
            </a:lvl1pPr>
            <a:lvl2pPr>
              <a:defRPr sz="1350" b="0">
                <a:solidFill>
                  <a:srgbClr val="71818B"/>
                </a:solidFill>
                <a:latin typeface="Yu Gothic"/>
                <a:ea typeface="Yu Gothic"/>
                <a:cs typeface="Yu Gothic"/>
              </a:defRPr>
            </a:lvl2pPr>
            <a:lvl3pPr>
              <a:defRPr sz="1350" b="0">
                <a:solidFill>
                  <a:srgbClr val="71818B"/>
                </a:solidFill>
                <a:latin typeface="Yu Gothic"/>
                <a:ea typeface="Yu Gothic"/>
                <a:cs typeface="Yu Gothic"/>
              </a:defRPr>
            </a:lvl3pPr>
            <a:lvl4pPr>
              <a:defRPr sz="1350" b="0">
                <a:solidFill>
                  <a:srgbClr val="71818B"/>
                </a:solidFill>
                <a:latin typeface="Yu Gothic"/>
                <a:ea typeface="Yu Gothic"/>
                <a:cs typeface="Yu Gothic"/>
              </a:defRPr>
            </a:lvl4pPr>
            <a:lvl5pPr>
              <a:defRPr sz="1350" b="0">
                <a:solidFill>
                  <a:srgbClr val="71818B"/>
                </a:solidFill>
                <a:latin typeface="Yu Gothic"/>
                <a:ea typeface="Yu Gothic"/>
                <a:cs typeface="Yu Gothic"/>
              </a:defRPr>
            </a:lvl5pPr>
            <a:lvl6pPr>
              <a:defRPr sz="1350" b="0">
                <a:solidFill>
                  <a:srgbClr val="71818B"/>
                </a:solidFill>
                <a:latin typeface="Yu Gothic"/>
                <a:ea typeface="Yu Gothic"/>
                <a:cs typeface="Yu Gothic"/>
              </a:defRPr>
            </a:lvl6pPr>
            <a:lvl7pPr>
              <a:defRPr sz="1350" b="0">
                <a:solidFill>
                  <a:srgbClr val="71818B"/>
                </a:solidFill>
                <a:latin typeface="Yu Gothic"/>
                <a:ea typeface="Yu Gothic"/>
                <a:cs typeface="Yu Gothic"/>
              </a:defRPr>
            </a:lvl7pPr>
            <a:lvl8pPr>
              <a:defRPr sz="1350" b="0">
                <a:solidFill>
                  <a:srgbClr val="71818B"/>
                </a:solidFill>
                <a:latin typeface="Yu Gothic"/>
                <a:ea typeface="Yu Gothic"/>
                <a:cs typeface="Yu Gothic"/>
              </a:defRPr>
            </a:lvl8pPr>
            <a:lvl9pPr>
              <a:defRPr sz="1350" b="0">
                <a:solidFill>
                  <a:srgbClr val="71818B"/>
                </a:solidFill>
                <a:latin typeface="Yu Gothic"/>
                <a:ea typeface="Yu Gothic"/>
                <a:cs typeface="Yu Gothic"/>
              </a:defRPr>
            </a:lvl9pPr>
          </a:lstStyle>
          <a:p xmlns:a="http://schemas.openxmlformats.org/drawingml/2006/main">
            <a:pPr>
              <a:defRPr sz="1350" b="0">
                <a:solidFill>
                  <a:srgbClr val="71818B"/>
                </a:solidFill>
                <a:latin typeface="Yu Gothic"/>
                <a:ea typeface="Yu Gothic"/>
                <a:cs typeface="Yu Gothic"/>
              </a:defRPr>
            </a:pPr>
            <a:r>
              <a:rPr sz="1350" b="0">
                <a:solidFill>
                  <a:srgbClr val="71818B"/>
                </a:solidFill>
                <a:latin typeface="Yu Gothic"/>
                <a:ea typeface="Yu Gothic"/>
                <a:cs typeface="Yu Gothic"/>
              </a:rPr>
              <a:t>L = 1 m、w = 400 N/m。M = 200x − 200x²。仮想モデルの計算値であり、実測値ではない。</a:t>
            </a:r>
          </a:p>
        </p:txBody>
      </p:sp>
    </p:spTree>
    <p:extLst>
      <p:ext uri="{BB962C8B-B14F-4D97-AF65-F5344CB8AC3E}">
        <p14:creationId xmlns:p14="http://schemas.microsoft.com/office/powerpoint/2010/main" val="213270839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7AE500-9374-422E-9A94-AF9654EF6D74}"/>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演習5　等分布荷重〔比較して確かめる〕</a:t>
            </a:r>
          </a:p>
        </p:txBody>
      </p:sp>
      <p:cxnSp>
        <p:nvCxnSpPr>
          <p:cNvPr id="2" name="">
            <a:extLst xmlns:a="http://schemas.openxmlformats.org/drawingml/2006/main">
              <a:ext uri="{FF2B5EF4-FFF2-40B4-BE49-F238E27FC236}">
                <a16:creationId xmlns:a16="http://schemas.microsoft.com/office/drawing/2014/main" id="{3184835E-6161-499C-9E70-A04B4001B750}"/>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53204C9C-1FFD-45F9-92D6-68D4B423710A}"/>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350072A5-0365-4C23-8F89-EACF17BEE2F5}"/>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38 / 49</a:t>
            </a:r>
          </a:p>
        </p:txBody>
      </p:sp>
      <p:sp>
        <p:nvSpPr>
          <p:cNvPr id="12" name="">
            <a:extLst xmlns:a="http://schemas.openxmlformats.org/drawingml/2006/main">
              <a:ext uri="{FF2B5EF4-FFF2-40B4-BE49-F238E27FC236}">
                <a16:creationId xmlns:a16="http://schemas.microsoft.com/office/drawing/2014/main" id="{FD11576B-E51E-4D83-9420-E535D7FB0464}"/>
              </a:ext>
            </a:extLst>
          </p:cNvPr>
          <p:cNvSpPr>
            <a:spLocks xmlns:a="http://schemas.openxmlformats.org/drawingml/2006/main" noGrp="1"/>
          </p:cNvSpPr>
          <p:nvPr/>
        </p:nvSpPr>
        <p:spPr>
          <a:xfrm xmlns:a="http://schemas.openxmlformats.org/drawingml/2006/main">
            <a:off x="809625" y="14763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等分布：w = 400 N/m</a:t>
            </a:r>
          </a:p>
        </p:txBody>
      </p:sp>
      <p:sp>
        <p:nvSpPr>
          <p:cNvPr id="13" name="">
            <a:extLst xmlns:a="http://schemas.openxmlformats.org/drawingml/2006/main">
              <a:ext uri="{FF2B5EF4-FFF2-40B4-BE49-F238E27FC236}">
                <a16:creationId xmlns:a16="http://schemas.microsoft.com/office/drawing/2014/main" id="{49C27F45-3F44-46D3-B314-FEB02EE2A6C6}"/>
              </a:ext>
            </a:extLst>
          </p:cNvPr>
          <p:cNvSpPr>
            <a:spLocks xmlns:a="http://schemas.openxmlformats.org/drawingml/2006/main" noGrp="1"/>
          </p:cNvSpPr>
          <p:nvPr/>
        </p:nvSpPr>
        <p:spPr>
          <a:xfrm xmlns:a="http://schemas.openxmlformats.org/drawingml/2006/main">
            <a:off x="7000875" y="147637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中央集中：400 N</a:t>
            </a:r>
          </a:p>
        </p:txBody>
      </p:sp>
      <p:sp>
        <p:nvSpPr>
          <p:cNvPr id="14" name="">
            <a:extLst xmlns:a="http://schemas.openxmlformats.org/drawingml/2006/main">
              <a:ext uri="{FF2B5EF4-FFF2-40B4-BE49-F238E27FC236}">
                <a16:creationId xmlns:a16="http://schemas.microsoft.com/office/drawing/2014/main" id="{43175B0A-05F0-4A63-AB78-7493727F5708}"/>
              </a:ext>
            </a:extLst>
          </p:cNvPr>
          <p:cNvSpPr>
            <a:spLocks xmlns:a="http://schemas.openxmlformats.org/drawingml/2006/main" noGrp="1"/>
          </p:cNvSpPr>
          <p:nvPr/>
        </p:nvSpPr>
        <p:spPr>
          <a:xfrm xmlns:a="http://schemas.openxmlformats.org/drawingml/2006/main">
            <a:off x="1428750" y="2762250"/>
            <a:ext cx="3810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5" name="">
            <a:extLst xmlns:a="http://schemas.openxmlformats.org/drawingml/2006/main">
              <a:ext uri="{FF2B5EF4-FFF2-40B4-BE49-F238E27FC236}">
                <a16:creationId xmlns:a16="http://schemas.microsoft.com/office/drawing/2014/main" id="{FC4EE73F-5361-4CAA-A0F2-B96C2942D50A}"/>
              </a:ext>
            </a:extLst>
          </p:cNvPr>
          <p:cNvSpPr>
            <a:spLocks xmlns:a="http://schemas.openxmlformats.org/drawingml/2006/main" noGrp="1"/>
          </p:cNvSpPr>
          <p:nvPr/>
        </p:nvSpPr>
        <p:spPr>
          <a:xfrm xmlns:a="http://schemas.openxmlformats.org/drawingml/2006/main">
            <a:off x="126682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6" name="">
            <a:extLst xmlns:a="http://schemas.openxmlformats.org/drawingml/2006/main">
              <a:ext uri="{FF2B5EF4-FFF2-40B4-BE49-F238E27FC236}">
                <a16:creationId xmlns:a16="http://schemas.microsoft.com/office/drawing/2014/main" id="{3975CE42-70F4-4E65-BE64-5F7393934DD7}"/>
              </a:ext>
            </a:extLst>
          </p:cNvPr>
          <p:cNvSpPr>
            <a:spLocks xmlns:a="http://schemas.openxmlformats.org/drawingml/2006/main" noGrp="1"/>
          </p:cNvSpPr>
          <p:nvPr/>
        </p:nvSpPr>
        <p:spPr>
          <a:xfrm xmlns:a="http://schemas.openxmlformats.org/drawingml/2006/main">
            <a:off x="115252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1336FE9C-B259-4B98-874D-CD4E99102619}"/>
              </a:ext>
            </a:extLst>
          </p:cNvPr>
          <p:cNvSpPr>
            <a:spLocks xmlns:a="http://schemas.openxmlformats.org/drawingml/2006/main" noGrp="1"/>
          </p:cNvSpPr>
          <p:nvPr/>
        </p:nvSpPr>
        <p:spPr>
          <a:xfrm xmlns:a="http://schemas.openxmlformats.org/drawingml/2006/main">
            <a:off x="507682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0744DE01-D50B-4499-B75C-AC55F5F52E46}"/>
              </a:ext>
            </a:extLst>
          </p:cNvPr>
          <p:cNvSpPr>
            <a:spLocks xmlns:a="http://schemas.openxmlformats.org/drawingml/2006/main" noGrp="1"/>
          </p:cNvSpPr>
          <p:nvPr/>
        </p:nvSpPr>
        <p:spPr>
          <a:xfrm xmlns:a="http://schemas.openxmlformats.org/drawingml/2006/main">
            <a:off x="511492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07170494-8A98-41F3-89B5-116E5FBE28AE}"/>
              </a:ext>
            </a:extLst>
          </p:cNvPr>
          <p:cNvSpPr>
            <a:spLocks xmlns:a="http://schemas.openxmlformats.org/drawingml/2006/main" noGrp="1"/>
          </p:cNvSpPr>
          <p:nvPr/>
        </p:nvSpPr>
        <p:spPr>
          <a:xfrm xmlns:a="http://schemas.openxmlformats.org/drawingml/2006/main">
            <a:off x="526732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6C69FDC3-5BF0-4987-95C1-BDB9D0556DB7}"/>
              </a:ext>
            </a:extLst>
          </p:cNvPr>
          <p:cNvSpPr>
            <a:spLocks xmlns:a="http://schemas.openxmlformats.org/drawingml/2006/main" noGrp="1"/>
          </p:cNvSpPr>
          <p:nvPr/>
        </p:nvSpPr>
        <p:spPr>
          <a:xfrm xmlns:a="http://schemas.openxmlformats.org/drawingml/2006/main">
            <a:off x="4962525" y="3305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21" name="">
            <a:extLst xmlns:a="http://schemas.openxmlformats.org/drawingml/2006/main">
              <a:ext uri="{FF2B5EF4-FFF2-40B4-BE49-F238E27FC236}">
                <a16:creationId xmlns:a16="http://schemas.microsoft.com/office/drawing/2014/main" id="{0CF368E6-E3E9-4E2D-A8DD-9E8E77539738}"/>
              </a:ext>
            </a:extLst>
          </p:cNvPr>
          <p:cNvSpPr>
            <a:spLocks xmlns:a="http://schemas.openxmlformats.org/drawingml/2006/main" noGrp="1"/>
          </p:cNvSpPr>
          <p:nvPr/>
        </p:nvSpPr>
        <p:spPr>
          <a:xfrm xmlns:a="http://schemas.openxmlformats.org/drawingml/2006/main">
            <a:off x="1428750" y="21526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9050">
            <a:solidFill>
              <a:srgbClr val="C4483C"/>
            </a:solidFill>
          </a:ln>
        </p:spPr>
      </p:sp>
      <p:sp>
        <p:nvSpPr>
          <p:cNvPr id="22" name="">
            <a:extLst xmlns:a="http://schemas.openxmlformats.org/drawingml/2006/main">
              <a:ext uri="{FF2B5EF4-FFF2-40B4-BE49-F238E27FC236}">
                <a16:creationId xmlns:a16="http://schemas.microsoft.com/office/drawing/2014/main" id="{FE1FB665-749A-4E2F-831C-F7801C9BE5C9}"/>
              </a:ext>
            </a:extLst>
          </p:cNvPr>
          <p:cNvSpPr>
            <a:spLocks xmlns:a="http://schemas.openxmlformats.org/drawingml/2006/main" noGrp="1"/>
          </p:cNvSpPr>
          <p:nvPr/>
        </p:nvSpPr>
        <p:spPr>
          <a:xfrm xmlns:a="http://schemas.openxmlformats.org/drawingml/2006/main">
            <a:off x="1428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23" name="">
            <a:extLst xmlns:a="http://schemas.openxmlformats.org/drawingml/2006/main">
              <a:ext uri="{FF2B5EF4-FFF2-40B4-BE49-F238E27FC236}">
                <a16:creationId xmlns:a16="http://schemas.microsoft.com/office/drawing/2014/main" id="{CFA7B9E4-0537-44F3-A61A-27AC0C23DEC1}"/>
              </a:ext>
            </a:extLst>
          </p:cNvPr>
          <p:cNvSpPr>
            <a:spLocks xmlns:a="http://schemas.openxmlformats.org/drawingml/2006/main" noGrp="1"/>
          </p:cNvSpPr>
          <p:nvPr/>
        </p:nvSpPr>
        <p:spPr>
          <a:xfrm xmlns:a="http://schemas.openxmlformats.org/drawingml/2006/main">
            <a:off x="1396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4" name="">
            <a:extLst xmlns:a="http://schemas.openxmlformats.org/drawingml/2006/main">
              <a:ext uri="{FF2B5EF4-FFF2-40B4-BE49-F238E27FC236}">
                <a16:creationId xmlns:a16="http://schemas.microsoft.com/office/drawing/2014/main" id="{F95A06C1-88C5-4D4E-967F-EAF9D27A2D24}"/>
              </a:ext>
            </a:extLst>
          </p:cNvPr>
          <p:cNvSpPr>
            <a:spLocks xmlns:a="http://schemas.openxmlformats.org/drawingml/2006/main" noGrp="1"/>
          </p:cNvSpPr>
          <p:nvPr/>
        </p:nvSpPr>
        <p:spPr>
          <a:xfrm xmlns:a="http://schemas.openxmlformats.org/drawingml/2006/main">
            <a:off x="1809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25" name="">
            <a:extLst xmlns:a="http://schemas.openxmlformats.org/drawingml/2006/main">
              <a:ext uri="{FF2B5EF4-FFF2-40B4-BE49-F238E27FC236}">
                <a16:creationId xmlns:a16="http://schemas.microsoft.com/office/drawing/2014/main" id="{BABAB38B-0066-47EA-A5BF-593EE51E6233}"/>
              </a:ext>
            </a:extLst>
          </p:cNvPr>
          <p:cNvSpPr>
            <a:spLocks xmlns:a="http://schemas.openxmlformats.org/drawingml/2006/main" noGrp="1"/>
          </p:cNvSpPr>
          <p:nvPr/>
        </p:nvSpPr>
        <p:spPr>
          <a:xfrm xmlns:a="http://schemas.openxmlformats.org/drawingml/2006/main">
            <a:off x="1777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E4A8D214-4DA2-401B-B6A1-556EC07F9206}"/>
              </a:ext>
            </a:extLst>
          </p:cNvPr>
          <p:cNvSpPr>
            <a:spLocks xmlns:a="http://schemas.openxmlformats.org/drawingml/2006/main" noGrp="1"/>
          </p:cNvSpPr>
          <p:nvPr/>
        </p:nvSpPr>
        <p:spPr>
          <a:xfrm xmlns:a="http://schemas.openxmlformats.org/drawingml/2006/main">
            <a:off x="2190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27" name="">
            <a:extLst xmlns:a="http://schemas.openxmlformats.org/drawingml/2006/main">
              <a:ext uri="{FF2B5EF4-FFF2-40B4-BE49-F238E27FC236}">
                <a16:creationId xmlns:a16="http://schemas.microsoft.com/office/drawing/2014/main" id="{9B54A5A0-B34E-48A3-B7EE-AB73FAFD6504}"/>
              </a:ext>
            </a:extLst>
          </p:cNvPr>
          <p:cNvSpPr>
            <a:spLocks xmlns:a="http://schemas.openxmlformats.org/drawingml/2006/main" noGrp="1"/>
          </p:cNvSpPr>
          <p:nvPr/>
        </p:nvSpPr>
        <p:spPr>
          <a:xfrm xmlns:a="http://schemas.openxmlformats.org/drawingml/2006/main">
            <a:off x="2158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C1BE02E6-D068-4A61-BCA6-990259A0ED15}"/>
              </a:ext>
            </a:extLst>
          </p:cNvPr>
          <p:cNvSpPr>
            <a:spLocks xmlns:a="http://schemas.openxmlformats.org/drawingml/2006/main" noGrp="1"/>
          </p:cNvSpPr>
          <p:nvPr/>
        </p:nvSpPr>
        <p:spPr>
          <a:xfrm xmlns:a="http://schemas.openxmlformats.org/drawingml/2006/main">
            <a:off x="2571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29" name="">
            <a:extLst xmlns:a="http://schemas.openxmlformats.org/drawingml/2006/main">
              <a:ext uri="{FF2B5EF4-FFF2-40B4-BE49-F238E27FC236}">
                <a16:creationId xmlns:a16="http://schemas.microsoft.com/office/drawing/2014/main" id="{4CA4B419-D1B7-410E-A564-E32942B6007A}"/>
              </a:ext>
            </a:extLst>
          </p:cNvPr>
          <p:cNvSpPr>
            <a:spLocks xmlns:a="http://schemas.openxmlformats.org/drawingml/2006/main" noGrp="1"/>
          </p:cNvSpPr>
          <p:nvPr/>
        </p:nvSpPr>
        <p:spPr>
          <a:xfrm xmlns:a="http://schemas.openxmlformats.org/drawingml/2006/main">
            <a:off x="2539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0" name="">
            <a:extLst xmlns:a="http://schemas.openxmlformats.org/drawingml/2006/main">
              <a:ext uri="{FF2B5EF4-FFF2-40B4-BE49-F238E27FC236}">
                <a16:creationId xmlns:a16="http://schemas.microsoft.com/office/drawing/2014/main" id="{0B50488F-3182-4A55-99E5-372F491A2E4C}"/>
              </a:ext>
            </a:extLst>
          </p:cNvPr>
          <p:cNvSpPr>
            <a:spLocks xmlns:a="http://schemas.openxmlformats.org/drawingml/2006/main" noGrp="1"/>
          </p:cNvSpPr>
          <p:nvPr/>
        </p:nvSpPr>
        <p:spPr>
          <a:xfrm xmlns:a="http://schemas.openxmlformats.org/drawingml/2006/main">
            <a:off x="2952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1" name="">
            <a:extLst xmlns:a="http://schemas.openxmlformats.org/drawingml/2006/main">
              <a:ext uri="{FF2B5EF4-FFF2-40B4-BE49-F238E27FC236}">
                <a16:creationId xmlns:a16="http://schemas.microsoft.com/office/drawing/2014/main" id="{28ECD5D4-6A23-4ECF-A65B-A1BB443691F1}"/>
              </a:ext>
            </a:extLst>
          </p:cNvPr>
          <p:cNvSpPr>
            <a:spLocks xmlns:a="http://schemas.openxmlformats.org/drawingml/2006/main" noGrp="1"/>
          </p:cNvSpPr>
          <p:nvPr/>
        </p:nvSpPr>
        <p:spPr>
          <a:xfrm xmlns:a="http://schemas.openxmlformats.org/drawingml/2006/main">
            <a:off x="2920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2" name="">
            <a:extLst xmlns:a="http://schemas.openxmlformats.org/drawingml/2006/main">
              <a:ext uri="{FF2B5EF4-FFF2-40B4-BE49-F238E27FC236}">
                <a16:creationId xmlns:a16="http://schemas.microsoft.com/office/drawing/2014/main" id="{992BE0A5-749F-41AA-9DC0-B443D4E3E7AA}"/>
              </a:ext>
            </a:extLst>
          </p:cNvPr>
          <p:cNvSpPr>
            <a:spLocks xmlns:a="http://schemas.openxmlformats.org/drawingml/2006/main" noGrp="1"/>
          </p:cNvSpPr>
          <p:nvPr/>
        </p:nvSpPr>
        <p:spPr>
          <a:xfrm xmlns:a="http://schemas.openxmlformats.org/drawingml/2006/main">
            <a:off x="3333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3" name="">
            <a:extLst xmlns:a="http://schemas.openxmlformats.org/drawingml/2006/main">
              <a:ext uri="{FF2B5EF4-FFF2-40B4-BE49-F238E27FC236}">
                <a16:creationId xmlns:a16="http://schemas.microsoft.com/office/drawing/2014/main" id="{FD95C262-18DE-4336-A7ED-CEED12F6E617}"/>
              </a:ext>
            </a:extLst>
          </p:cNvPr>
          <p:cNvSpPr>
            <a:spLocks xmlns:a="http://schemas.openxmlformats.org/drawingml/2006/main" noGrp="1"/>
          </p:cNvSpPr>
          <p:nvPr/>
        </p:nvSpPr>
        <p:spPr>
          <a:xfrm xmlns:a="http://schemas.openxmlformats.org/drawingml/2006/main">
            <a:off x="3301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4" name="">
            <a:extLst xmlns:a="http://schemas.openxmlformats.org/drawingml/2006/main">
              <a:ext uri="{FF2B5EF4-FFF2-40B4-BE49-F238E27FC236}">
                <a16:creationId xmlns:a16="http://schemas.microsoft.com/office/drawing/2014/main" id="{D869D864-527D-4B0A-9AD5-B0E917EEB4D8}"/>
              </a:ext>
            </a:extLst>
          </p:cNvPr>
          <p:cNvSpPr>
            <a:spLocks xmlns:a="http://schemas.openxmlformats.org/drawingml/2006/main" noGrp="1"/>
          </p:cNvSpPr>
          <p:nvPr/>
        </p:nvSpPr>
        <p:spPr>
          <a:xfrm xmlns:a="http://schemas.openxmlformats.org/drawingml/2006/main">
            <a:off x="3714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5" name="">
            <a:extLst xmlns:a="http://schemas.openxmlformats.org/drawingml/2006/main">
              <a:ext uri="{FF2B5EF4-FFF2-40B4-BE49-F238E27FC236}">
                <a16:creationId xmlns:a16="http://schemas.microsoft.com/office/drawing/2014/main" id="{89EBDC78-EE20-40D7-8B19-5823FD2B992B}"/>
              </a:ext>
            </a:extLst>
          </p:cNvPr>
          <p:cNvSpPr>
            <a:spLocks xmlns:a="http://schemas.openxmlformats.org/drawingml/2006/main" noGrp="1"/>
          </p:cNvSpPr>
          <p:nvPr/>
        </p:nvSpPr>
        <p:spPr>
          <a:xfrm xmlns:a="http://schemas.openxmlformats.org/drawingml/2006/main">
            <a:off x="3682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BBFE39FE-02D2-408B-A26D-D0945E3FEFA1}"/>
              </a:ext>
            </a:extLst>
          </p:cNvPr>
          <p:cNvSpPr>
            <a:spLocks xmlns:a="http://schemas.openxmlformats.org/drawingml/2006/main" noGrp="1"/>
          </p:cNvSpPr>
          <p:nvPr/>
        </p:nvSpPr>
        <p:spPr>
          <a:xfrm xmlns:a="http://schemas.openxmlformats.org/drawingml/2006/main">
            <a:off x="4095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7" name="">
            <a:extLst xmlns:a="http://schemas.openxmlformats.org/drawingml/2006/main">
              <a:ext uri="{FF2B5EF4-FFF2-40B4-BE49-F238E27FC236}">
                <a16:creationId xmlns:a16="http://schemas.microsoft.com/office/drawing/2014/main" id="{CC5F1415-00E6-4105-A5B4-B4CA263EFE46}"/>
              </a:ext>
            </a:extLst>
          </p:cNvPr>
          <p:cNvSpPr>
            <a:spLocks xmlns:a="http://schemas.openxmlformats.org/drawingml/2006/main" noGrp="1"/>
          </p:cNvSpPr>
          <p:nvPr/>
        </p:nvSpPr>
        <p:spPr>
          <a:xfrm xmlns:a="http://schemas.openxmlformats.org/drawingml/2006/main">
            <a:off x="4063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00466A0A-FA39-4D4E-AD1D-1D1831D3F3E9}"/>
              </a:ext>
            </a:extLst>
          </p:cNvPr>
          <p:cNvSpPr>
            <a:spLocks xmlns:a="http://schemas.openxmlformats.org/drawingml/2006/main" noGrp="1"/>
          </p:cNvSpPr>
          <p:nvPr/>
        </p:nvSpPr>
        <p:spPr>
          <a:xfrm xmlns:a="http://schemas.openxmlformats.org/drawingml/2006/main">
            <a:off x="4476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39" name="">
            <a:extLst xmlns:a="http://schemas.openxmlformats.org/drawingml/2006/main">
              <a:ext uri="{FF2B5EF4-FFF2-40B4-BE49-F238E27FC236}">
                <a16:creationId xmlns:a16="http://schemas.microsoft.com/office/drawing/2014/main" id="{D441F863-CC7E-4FBE-ADD3-1516693A1761}"/>
              </a:ext>
            </a:extLst>
          </p:cNvPr>
          <p:cNvSpPr>
            <a:spLocks xmlns:a="http://schemas.openxmlformats.org/drawingml/2006/main" noGrp="1"/>
          </p:cNvSpPr>
          <p:nvPr/>
        </p:nvSpPr>
        <p:spPr>
          <a:xfrm xmlns:a="http://schemas.openxmlformats.org/drawingml/2006/main">
            <a:off x="4444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0" name="">
            <a:extLst xmlns:a="http://schemas.openxmlformats.org/drawingml/2006/main">
              <a:ext uri="{FF2B5EF4-FFF2-40B4-BE49-F238E27FC236}">
                <a16:creationId xmlns:a16="http://schemas.microsoft.com/office/drawing/2014/main" id="{57E1BD5B-4963-4852-83F4-7C1955006FCE}"/>
              </a:ext>
            </a:extLst>
          </p:cNvPr>
          <p:cNvSpPr>
            <a:spLocks xmlns:a="http://schemas.openxmlformats.org/drawingml/2006/main" noGrp="1"/>
          </p:cNvSpPr>
          <p:nvPr/>
        </p:nvSpPr>
        <p:spPr>
          <a:xfrm xmlns:a="http://schemas.openxmlformats.org/drawingml/2006/main">
            <a:off x="4857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1" name="">
            <a:extLst xmlns:a="http://schemas.openxmlformats.org/drawingml/2006/main">
              <a:ext uri="{FF2B5EF4-FFF2-40B4-BE49-F238E27FC236}">
                <a16:creationId xmlns:a16="http://schemas.microsoft.com/office/drawing/2014/main" id="{2674573B-2A32-4266-B0CE-DC478383DF9E}"/>
              </a:ext>
            </a:extLst>
          </p:cNvPr>
          <p:cNvSpPr>
            <a:spLocks xmlns:a="http://schemas.openxmlformats.org/drawingml/2006/main" noGrp="1"/>
          </p:cNvSpPr>
          <p:nvPr/>
        </p:nvSpPr>
        <p:spPr>
          <a:xfrm xmlns:a="http://schemas.openxmlformats.org/drawingml/2006/main">
            <a:off x="4825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2" name="">
            <a:extLst xmlns:a="http://schemas.openxmlformats.org/drawingml/2006/main">
              <a:ext uri="{FF2B5EF4-FFF2-40B4-BE49-F238E27FC236}">
                <a16:creationId xmlns:a16="http://schemas.microsoft.com/office/drawing/2014/main" id="{A8A14F39-1FC7-4071-B9A5-DA994A72FAC9}"/>
              </a:ext>
            </a:extLst>
          </p:cNvPr>
          <p:cNvSpPr>
            <a:spLocks xmlns:a="http://schemas.openxmlformats.org/drawingml/2006/main" noGrp="1"/>
          </p:cNvSpPr>
          <p:nvPr/>
        </p:nvSpPr>
        <p:spPr>
          <a:xfrm xmlns:a="http://schemas.openxmlformats.org/drawingml/2006/main">
            <a:off x="5238750" y="2152650"/>
            <a:ext cx="9525" cy="571500"/>
          </a:xfrm>
          <a:custGeom xmlns:a="http://schemas.openxmlformats.org/drawingml/2006/main">
            <a:pathLst>
              <a:path w="9525" h="571500">
                <a:moveTo>
                  <a:pt x="0" y="0"/>
                </a:moveTo>
                <a:lnTo>
                  <a:pt x="0" y="571500"/>
                </a:lnTo>
              </a:path>
            </a:pathLst>
          </a:custGeom>
          <a:noFill xmlns:a="http://schemas.openxmlformats.org/drawingml/2006/main"/>
          <a:ln xmlns:a="http://schemas.openxmlformats.org/drawingml/2006/main" w="19050">
            <a:solidFill>
              <a:srgbClr val="C4483C"/>
            </a:solidFill>
          </a:ln>
        </p:spPr>
      </p:sp>
      <p:sp>
        <p:nvSpPr>
          <p:cNvPr id="43" name="">
            <a:extLst xmlns:a="http://schemas.openxmlformats.org/drawingml/2006/main">
              <a:ext uri="{FF2B5EF4-FFF2-40B4-BE49-F238E27FC236}">
                <a16:creationId xmlns:a16="http://schemas.microsoft.com/office/drawing/2014/main" id="{8FE0CEDE-1088-4A97-97F8-C2057FDC40EF}"/>
              </a:ext>
            </a:extLst>
          </p:cNvPr>
          <p:cNvSpPr>
            <a:spLocks xmlns:a="http://schemas.openxmlformats.org/drawingml/2006/main" noGrp="1"/>
          </p:cNvSpPr>
          <p:nvPr/>
        </p:nvSpPr>
        <p:spPr>
          <a:xfrm xmlns:a="http://schemas.openxmlformats.org/drawingml/2006/main">
            <a:off x="5206746" y="2647950"/>
            <a:ext cx="64008" cy="76200"/>
          </a:xfrm>
          <a:custGeom xmlns:a="http://schemas.openxmlformats.org/drawingml/2006/main">
            <a:pathLst>
              <a:path w="64008" h="76200">
                <a:moveTo>
                  <a:pt x="32004" y="76200"/>
                </a:moveTo>
                <a:lnTo>
                  <a:pt x="64008"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44" name="">
            <a:extLst xmlns:a="http://schemas.openxmlformats.org/drawingml/2006/main">
              <a:ext uri="{FF2B5EF4-FFF2-40B4-BE49-F238E27FC236}">
                <a16:creationId xmlns:a16="http://schemas.microsoft.com/office/drawing/2014/main" id="{25BFCE5E-B8C8-4775-8E33-A324DD91748F}"/>
              </a:ext>
            </a:extLst>
          </p:cNvPr>
          <p:cNvSpPr>
            <a:spLocks xmlns:a="http://schemas.openxmlformats.org/drawingml/2006/main" noGrp="1"/>
          </p:cNvSpPr>
          <p:nvPr/>
        </p:nvSpPr>
        <p:spPr>
          <a:xfrm xmlns:a="http://schemas.openxmlformats.org/drawingml/2006/main">
            <a:off x="809625" y="3057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45" name="">
            <a:extLst xmlns:a="http://schemas.openxmlformats.org/drawingml/2006/main">
              <a:ext uri="{FF2B5EF4-FFF2-40B4-BE49-F238E27FC236}">
                <a16:creationId xmlns:a16="http://schemas.microsoft.com/office/drawing/2014/main" id="{E8CEDD03-1C89-4147-94AD-A278B5455A08}"/>
              </a:ext>
            </a:extLst>
          </p:cNvPr>
          <p:cNvSpPr>
            <a:spLocks xmlns:a="http://schemas.openxmlformats.org/drawingml/2006/main" noGrp="1"/>
          </p:cNvSpPr>
          <p:nvPr/>
        </p:nvSpPr>
        <p:spPr>
          <a:xfrm xmlns:a="http://schemas.openxmlformats.org/drawingml/2006/main">
            <a:off x="5553075" y="3124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46" name="">
            <a:extLst xmlns:a="http://schemas.openxmlformats.org/drawingml/2006/main">
              <a:ext uri="{FF2B5EF4-FFF2-40B4-BE49-F238E27FC236}">
                <a16:creationId xmlns:a16="http://schemas.microsoft.com/office/drawing/2014/main" id="{8C32910C-DA7F-4A03-9CDA-E244CAC018D3}"/>
              </a:ext>
            </a:extLst>
          </p:cNvPr>
          <p:cNvSpPr>
            <a:spLocks xmlns:a="http://schemas.openxmlformats.org/drawingml/2006/main" noGrp="1"/>
          </p:cNvSpPr>
          <p:nvPr/>
        </p:nvSpPr>
        <p:spPr>
          <a:xfrm xmlns:a="http://schemas.openxmlformats.org/drawingml/2006/main">
            <a:off x="7239000" y="2762250"/>
            <a:ext cx="3810000" cy="1714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47" name="">
            <a:extLst xmlns:a="http://schemas.openxmlformats.org/drawingml/2006/main">
              <a:ext uri="{FF2B5EF4-FFF2-40B4-BE49-F238E27FC236}">
                <a16:creationId xmlns:a16="http://schemas.microsoft.com/office/drawing/2014/main" id="{566A516C-97C4-4EEA-ABEE-621EBACB3A1B}"/>
              </a:ext>
            </a:extLst>
          </p:cNvPr>
          <p:cNvSpPr>
            <a:spLocks xmlns:a="http://schemas.openxmlformats.org/drawingml/2006/main" noGrp="1"/>
          </p:cNvSpPr>
          <p:nvPr/>
        </p:nvSpPr>
        <p:spPr>
          <a:xfrm xmlns:a="http://schemas.openxmlformats.org/drawingml/2006/main">
            <a:off x="707707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48" name="">
            <a:extLst xmlns:a="http://schemas.openxmlformats.org/drawingml/2006/main">
              <a:ext uri="{FF2B5EF4-FFF2-40B4-BE49-F238E27FC236}">
                <a16:creationId xmlns:a16="http://schemas.microsoft.com/office/drawing/2014/main" id="{72452D02-0FFA-43ED-A062-9D8272550E3F}"/>
              </a:ext>
            </a:extLst>
          </p:cNvPr>
          <p:cNvSpPr>
            <a:spLocks xmlns:a="http://schemas.openxmlformats.org/drawingml/2006/main" noGrp="1"/>
          </p:cNvSpPr>
          <p:nvPr/>
        </p:nvSpPr>
        <p:spPr>
          <a:xfrm xmlns:a="http://schemas.openxmlformats.org/drawingml/2006/main">
            <a:off x="6962775" y="32289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49" name="">
            <a:extLst xmlns:a="http://schemas.openxmlformats.org/drawingml/2006/main">
              <a:ext uri="{FF2B5EF4-FFF2-40B4-BE49-F238E27FC236}">
                <a16:creationId xmlns:a16="http://schemas.microsoft.com/office/drawing/2014/main" id="{0586F4BC-E1F5-480B-BD18-B1274C24B53B}"/>
              </a:ext>
            </a:extLst>
          </p:cNvPr>
          <p:cNvSpPr>
            <a:spLocks xmlns:a="http://schemas.openxmlformats.org/drawingml/2006/main" noGrp="1"/>
          </p:cNvSpPr>
          <p:nvPr/>
        </p:nvSpPr>
        <p:spPr>
          <a:xfrm xmlns:a="http://schemas.openxmlformats.org/drawingml/2006/main">
            <a:off x="10887075" y="2933700"/>
            <a:ext cx="323850" cy="247650"/>
          </a:xfrm>
          <a:custGeom xmlns:a="http://schemas.openxmlformats.org/drawingml/2006/main">
            <a:pathLst>
              <a:path w="323850" h="247650">
                <a:moveTo>
                  <a:pt x="161925" y="0"/>
                </a:moveTo>
                <a:lnTo>
                  <a:pt x="0" y="247650"/>
                </a:lnTo>
                <a:lnTo>
                  <a:pt x="323850" y="247650"/>
                </a:lnTo>
                <a:close/>
              </a:path>
            </a:pathLst>
          </a:custGeom>
          <a:solidFill xmlns:a="http://schemas.openxmlformats.org/drawingml/2006/main">
            <a:srgbClr val="FFFFFF"/>
          </a:solidFill>
          <a:ln xmlns:a="http://schemas.openxmlformats.org/drawingml/2006/main" w="19050">
            <a:solidFill>
              <a:srgbClr val="2876A8"/>
            </a:solidFill>
          </a:ln>
        </p:spPr>
      </p:sp>
      <p:sp>
        <p:nvSpPr>
          <p:cNvPr id="50" name="">
            <a:extLst xmlns:a="http://schemas.openxmlformats.org/drawingml/2006/main">
              <a:ext uri="{FF2B5EF4-FFF2-40B4-BE49-F238E27FC236}">
                <a16:creationId xmlns:a16="http://schemas.microsoft.com/office/drawing/2014/main" id="{4CA9C1A2-C18B-4039-AB20-C2716609018D}"/>
              </a:ext>
            </a:extLst>
          </p:cNvPr>
          <p:cNvSpPr>
            <a:spLocks xmlns:a="http://schemas.openxmlformats.org/drawingml/2006/main" noGrp="1"/>
          </p:cNvSpPr>
          <p:nvPr/>
        </p:nvSpPr>
        <p:spPr>
          <a:xfrm xmlns:a="http://schemas.openxmlformats.org/drawingml/2006/main">
            <a:off x="1092517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524B9925-333C-43A1-AE44-0A636E7F340F}"/>
              </a:ext>
            </a:extLst>
          </p:cNvPr>
          <p:cNvSpPr>
            <a:spLocks xmlns:a="http://schemas.openxmlformats.org/drawingml/2006/main" noGrp="1"/>
          </p:cNvSpPr>
          <p:nvPr/>
        </p:nvSpPr>
        <p:spPr>
          <a:xfrm xmlns:a="http://schemas.openxmlformats.org/drawingml/2006/main">
            <a:off x="11077575" y="3190875"/>
            <a:ext cx="95250" cy="95250"/>
          </a:xfrm>
          <a:prstGeom xmlns:a="http://schemas.openxmlformats.org/drawingml/2006/main" prst="ellipse">
            <a:avLst/>
          </a:prstGeom>
          <a:solidFill xmlns:a="http://schemas.openxmlformats.org/drawingml/2006/main">
            <a:srgbClr val="FFFFFF"/>
          </a:solidFill>
          <a:ln xmlns:a="http://schemas.openxmlformats.org/drawingml/2006/main" w="19050">
            <a:solidFill>
              <a:srgbClr val="71818B"/>
            </a:solidFill>
          </a:ln>
        </p:spPr>
      </p:sp>
      <p:sp>
        <p:nvSpPr>
          <p:cNvPr id="52" name="">
            <a:extLst xmlns:a="http://schemas.openxmlformats.org/drawingml/2006/main">
              <a:ext uri="{FF2B5EF4-FFF2-40B4-BE49-F238E27FC236}">
                <a16:creationId xmlns:a16="http://schemas.microsoft.com/office/drawing/2014/main" id="{AA2453E8-B5C4-4511-A54A-576D2FDE2A41}"/>
              </a:ext>
            </a:extLst>
          </p:cNvPr>
          <p:cNvSpPr>
            <a:spLocks xmlns:a="http://schemas.openxmlformats.org/drawingml/2006/main" noGrp="1"/>
          </p:cNvSpPr>
          <p:nvPr/>
        </p:nvSpPr>
        <p:spPr>
          <a:xfrm xmlns:a="http://schemas.openxmlformats.org/drawingml/2006/main">
            <a:off x="10772775" y="33051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19050">
            <a:solidFill>
              <a:srgbClr val="71818B"/>
            </a:solidFill>
          </a:ln>
        </p:spPr>
      </p:sp>
      <p:sp>
        <p:nvSpPr>
          <p:cNvPr id="53" name="">
            <a:extLst xmlns:a="http://schemas.openxmlformats.org/drawingml/2006/main">
              <a:ext uri="{FF2B5EF4-FFF2-40B4-BE49-F238E27FC236}">
                <a16:creationId xmlns:a16="http://schemas.microsoft.com/office/drawing/2014/main" id="{094290F9-B5FA-4E5D-AA6B-660A41A51DE2}"/>
              </a:ext>
            </a:extLst>
          </p:cNvPr>
          <p:cNvSpPr>
            <a:spLocks xmlns:a="http://schemas.openxmlformats.org/drawingml/2006/main" noGrp="1"/>
          </p:cNvSpPr>
          <p:nvPr/>
        </p:nvSpPr>
        <p:spPr>
          <a:xfrm xmlns:a="http://schemas.openxmlformats.org/drawingml/2006/main">
            <a:off x="9144000" y="2143125"/>
            <a:ext cx="9525" cy="581025"/>
          </a:xfrm>
          <a:custGeom xmlns:a="http://schemas.openxmlformats.org/drawingml/2006/main">
            <a:pathLst>
              <a:path w="9525" h="581025">
                <a:moveTo>
                  <a:pt x="0" y="0"/>
                </a:moveTo>
                <a:lnTo>
                  <a:pt x="0" y="581025"/>
                </a:lnTo>
              </a:path>
            </a:pathLst>
          </a:custGeom>
          <a:noFill xmlns:a="http://schemas.openxmlformats.org/drawingml/2006/main"/>
          <a:ln xmlns:a="http://schemas.openxmlformats.org/drawingml/2006/main" w="28575">
            <a:solidFill>
              <a:srgbClr val="C4483C"/>
            </a:solidFill>
          </a:ln>
        </p:spPr>
      </p:sp>
      <p:sp>
        <p:nvSpPr>
          <p:cNvPr id="54" name="">
            <a:extLst xmlns:a="http://schemas.openxmlformats.org/drawingml/2006/main">
              <a:ext uri="{FF2B5EF4-FFF2-40B4-BE49-F238E27FC236}">
                <a16:creationId xmlns:a16="http://schemas.microsoft.com/office/drawing/2014/main" id="{2F2D20D3-9335-44AA-B7C7-71431B287D29}"/>
              </a:ext>
            </a:extLst>
          </p:cNvPr>
          <p:cNvSpPr>
            <a:spLocks xmlns:a="http://schemas.openxmlformats.org/drawingml/2006/main" noGrp="1"/>
          </p:cNvSpPr>
          <p:nvPr/>
        </p:nvSpPr>
        <p:spPr>
          <a:xfrm xmlns:a="http://schemas.openxmlformats.org/drawingml/2006/main">
            <a:off x="9103995" y="2628900"/>
            <a:ext cx="80010" cy="95250"/>
          </a:xfrm>
          <a:custGeom xmlns:a="http://schemas.openxmlformats.org/drawingml/2006/main">
            <a:pathLst>
              <a:path w="80010" h="95250">
                <a:moveTo>
                  <a:pt x="40005" y="95250"/>
                </a:moveTo>
                <a:lnTo>
                  <a:pt x="80010"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55" name="">
            <a:extLst xmlns:a="http://schemas.openxmlformats.org/drawingml/2006/main">
              <a:ext uri="{FF2B5EF4-FFF2-40B4-BE49-F238E27FC236}">
                <a16:creationId xmlns:a16="http://schemas.microsoft.com/office/drawing/2014/main" id="{8A15454D-44D2-4103-8BBC-6472998008B4}"/>
              </a:ext>
            </a:extLst>
          </p:cNvPr>
          <p:cNvSpPr>
            <a:spLocks xmlns:a="http://schemas.openxmlformats.org/drawingml/2006/main" noGrp="1"/>
          </p:cNvSpPr>
          <p:nvPr/>
        </p:nvSpPr>
        <p:spPr>
          <a:xfrm xmlns:a="http://schemas.openxmlformats.org/drawingml/2006/main">
            <a:off x="6619875" y="3057525"/>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1">
                <a:solidFill>
                  <a:srgbClr val="2876A8"/>
                </a:solidFill>
                <a:latin typeface="Yu Gothic"/>
                <a:ea typeface="Yu Gothic"/>
                <a:cs typeface="Yu Gothic"/>
              </a:defRPr>
            </a:defPPr>
            <a:lvl1pPr>
              <a:buNone/>
              <a:defRPr sz="1875" b="1">
                <a:solidFill>
                  <a:srgbClr val="2876A8"/>
                </a:solidFill>
                <a:latin typeface="Yu Gothic"/>
                <a:ea typeface="Yu Gothic"/>
                <a:cs typeface="Yu Gothic"/>
              </a:defRPr>
            </a:lvl1pPr>
            <a:lvl2pPr>
              <a:buNone/>
              <a:defRPr sz="1875" b="1">
                <a:solidFill>
                  <a:srgbClr val="2876A8"/>
                </a:solidFill>
                <a:latin typeface="Yu Gothic"/>
                <a:ea typeface="Yu Gothic"/>
                <a:cs typeface="Yu Gothic"/>
              </a:defRPr>
            </a:lvl2pPr>
            <a:lvl3pPr>
              <a:buNone/>
              <a:defRPr sz="1875" b="1">
                <a:solidFill>
                  <a:srgbClr val="2876A8"/>
                </a:solidFill>
                <a:latin typeface="Yu Gothic"/>
                <a:ea typeface="Yu Gothic"/>
                <a:cs typeface="Yu Gothic"/>
              </a:defRPr>
            </a:lvl3pPr>
            <a:lvl4pPr>
              <a:buNone/>
              <a:defRPr sz="1875" b="1">
                <a:solidFill>
                  <a:srgbClr val="2876A8"/>
                </a:solidFill>
                <a:latin typeface="Yu Gothic"/>
                <a:ea typeface="Yu Gothic"/>
                <a:cs typeface="Yu Gothic"/>
              </a:defRPr>
            </a:lvl4pPr>
            <a:lvl5pPr>
              <a:buNone/>
              <a:defRPr sz="1875" b="1">
                <a:solidFill>
                  <a:srgbClr val="2876A8"/>
                </a:solidFill>
                <a:latin typeface="Yu Gothic"/>
                <a:ea typeface="Yu Gothic"/>
                <a:cs typeface="Yu Gothic"/>
              </a:defRPr>
            </a:lvl5pPr>
            <a:lvl6pPr>
              <a:buNone/>
              <a:defRPr sz="1875" b="1">
                <a:solidFill>
                  <a:srgbClr val="2876A8"/>
                </a:solidFill>
                <a:latin typeface="Yu Gothic"/>
                <a:ea typeface="Yu Gothic"/>
                <a:cs typeface="Yu Gothic"/>
              </a:defRPr>
            </a:lvl6pPr>
            <a:lvl7pPr>
              <a:buNone/>
              <a:defRPr sz="1875" b="1">
                <a:solidFill>
                  <a:srgbClr val="2876A8"/>
                </a:solidFill>
                <a:latin typeface="Yu Gothic"/>
                <a:ea typeface="Yu Gothic"/>
                <a:cs typeface="Yu Gothic"/>
              </a:defRPr>
            </a:lvl7pPr>
            <a:lvl8pPr>
              <a:buNone/>
              <a:defRPr sz="1875" b="1">
                <a:solidFill>
                  <a:srgbClr val="2876A8"/>
                </a:solidFill>
                <a:latin typeface="Yu Gothic"/>
                <a:ea typeface="Yu Gothic"/>
                <a:cs typeface="Yu Gothic"/>
              </a:defRPr>
            </a:lvl8pPr>
            <a:lvl9pPr>
              <a:buNone/>
              <a:defRPr sz="1875" b="1">
                <a:solidFill>
                  <a:srgbClr val="2876A8"/>
                </a:solidFill>
                <a:latin typeface="Yu Gothic"/>
                <a:ea typeface="Yu Gothic"/>
                <a:cs typeface="Yu Gothic"/>
              </a:defRPr>
            </a:lvl9pPr>
          </a:lstStyle>
          <a:p xmlns:a="http://schemas.openxmlformats.org/drawingml/2006/main">
            <a:pPr>
              <a:buNone/>
              <a:defRPr sz="1875" b="1">
                <a:solidFill>
                  <a:srgbClr val="2876A8"/>
                </a:solidFill>
                <a:latin typeface="Yu Gothic"/>
                <a:ea typeface="Yu Gothic"/>
                <a:cs typeface="Yu Gothic"/>
              </a:defRPr>
            </a:pPr>
            <a:r>
              <a:rPr sz="1875" b="1">
                <a:solidFill>
                  <a:srgbClr val="2876A8"/>
                </a:solidFill>
                <a:latin typeface="Yu Gothic"/>
                <a:ea typeface="Yu Gothic"/>
                <a:cs typeface="Yu Gothic"/>
              </a:rPr>
              <a:t>A</a:t>
            </a:r>
          </a:p>
        </p:txBody>
      </p:sp>
      <p:sp>
        <p:nvSpPr>
          <p:cNvPr id="56" name="">
            <a:extLst xmlns:a="http://schemas.openxmlformats.org/drawingml/2006/main">
              <a:ext uri="{FF2B5EF4-FFF2-40B4-BE49-F238E27FC236}">
                <a16:creationId xmlns:a16="http://schemas.microsoft.com/office/drawing/2014/main" id="{904C695C-5C48-4273-9FD1-312560D14FE5}"/>
              </a:ext>
            </a:extLst>
          </p:cNvPr>
          <p:cNvSpPr>
            <a:spLocks xmlns:a="http://schemas.openxmlformats.org/drawingml/2006/main" noGrp="1"/>
          </p:cNvSpPr>
          <p:nvPr/>
        </p:nvSpPr>
        <p:spPr>
          <a:xfrm xmlns:a="http://schemas.openxmlformats.org/drawingml/2006/main">
            <a:off x="11363325" y="3124200"/>
            <a:ext cx="428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2876A8"/>
                </a:solidFill>
                <a:latin typeface="Yu Gothic"/>
                <a:ea typeface="Yu Gothic"/>
                <a:cs typeface="Yu Gothic"/>
              </a:defRPr>
            </a:defPPr>
            <a:lvl1pPr>
              <a:buNone/>
              <a:defRPr sz="1800" b="1">
                <a:solidFill>
                  <a:srgbClr val="2876A8"/>
                </a:solidFill>
                <a:latin typeface="Yu Gothic"/>
                <a:ea typeface="Yu Gothic"/>
                <a:cs typeface="Yu Gothic"/>
              </a:defRPr>
            </a:lvl1pPr>
            <a:lvl2pPr>
              <a:buNone/>
              <a:defRPr sz="1800" b="1">
                <a:solidFill>
                  <a:srgbClr val="2876A8"/>
                </a:solidFill>
                <a:latin typeface="Yu Gothic"/>
                <a:ea typeface="Yu Gothic"/>
                <a:cs typeface="Yu Gothic"/>
              </a:defRPr>
            </a:lvl2pPr>
            <a:lvl3pPr>
              <a:buNone/>
              <a:defRPr sz="1800" b="1">
                <a:solidFill>
                  <a:srgbClr val="2876A8"/>
                </a:solidFill>
                <a:latin typeface="Yu Gothic"/>
                <a:ea typeface="Yu Gothic"/>
                <a:cs typeface="Yu Gothic"/>
              </a:defRPr>
            </a:lvl3pPr>
            <a:lvl4pPr>
              <a:buNone/>
              <a:defRPr sz="1800" b="1">
                <a:solidFill>
                  <a:srgbClr val="2876A8"/>
                </a:solidFill>
                <a:latin typeface="Yu Gothic"/>
                <a:ea typeface="Yu Gothic"/>
                <a:cs typeface="Yu Gothic"/>
              </a:defRPr>
            </a:lvl4pPr>
            <a:lvl5pPr>
              <a:buNone/>
              <a:defRPr sz="1800" b="1">
                <a:solidFill>
                  <a:srgbClr val="2876A8"/>
                </a:solidFill>
                <a:latin typeface="Yu Gothic"/>
                <a:ea typeface="Yu Gothic"/>
                <a:cs typeface="Yu Gothic"/>
              </a:defRPr>
            </a:lvl5pPr>
            <a:lvl6pPr>
              <a:buNone/>
              <a:defRPr sz="1800" b="1">
                <a:solidFill>
                  <a:srgbClr val="2876A8"/>
                </a:solidFill>
                <a:latin typeface="Yu Gothic"/>
                <a:ea typeface="Yu Gothic"/>
                <a:cs typeface="Yu Gothic"/>
              </a:defRPr>
            </a:lvl6pPr>
            <a:lvl7pPr>
              <a:buNone/>
              <a:defRPr sz="1800" b="1">
                <a:solidFill>
                  <a:srgbClr val="2876A8"/>
                </a:solidFill>
                <a:latin typeface="Yu Gothic"/>
                <a:ea typeface="Yu Gothic"/>
                <a:cs typeface="Yu Gothic"/>
              </a:defRPr>
            </a:lvl7pPr>
            <a:lvl8pPr>
              <a:buNone/>
              <a:defRPr sz="1800" b="1">
                <a:solidFill>
                  <a:srgbClr val="2876A8"/>
                </a:solidFill>
                <a:latin typeface="Yu Gothic"/>
                <a:ea typeface="Yu Gothic"/>
                <a:cs typeface="Yu Gothic"/>
              </a:defRPr>
            </a:lvl8pPr>
            <a:lvl9pPr>
              <a:buNone/>
              <a:defRPr sz="1800" b="1">
                <a:solidFill>
                  <a:srgbClr val="2876A8"/>
                </a:solidFill>
                <a:latin typeface="Yu Gothic"/>
                <a:ea typeface="Yu Gothic"/>
                <a:cs typeface="Yu Gothic"/>
              </a:defRPr>
            </a:lvl9pPr>
          </a:lstStyle>
          <a:p xmlns:a="http://schemas.openxmlformats.org/drawingml/2006/main">
            <a:pPr>
              <a:buNone/>
              <a:defRPr sz="1800" b="1">
                <a:solidFill>
                  <a:srgbClr val="2876A8"/>
                </a:solidFill>
                <a:latin typeface="Yu Gothic"/>
                <a:ea typeface="Yu Gothic"/>
                <a:cs typeface="Yu Gothic"/>
              </a:defRPr>
            </a:pPr>
            <a:r>
              <a:rPr sz="1800" b="1">
                <a:solidFill>
                  <a:srgbClr val="2876A8"/>
                </a:solidFill>
                <a:latin typeface="Yu Gothic"/>
                <a:ea typeface="Yu Gothic"/>
                <a:cs typeface="Yu Gothic"/>
              </a:rPr>
              <a:t>B</a:t>
            </a:r>
          </a:p>
        </p:txBody>
      </p:sp>
      <p:sp>
        <p:nvSpPr>
          <p:cNvPr id="57" name="">
            <a:extLst xmlns:a="http://schemas.openxmlformats.org/drawingml/2006/main">
              <a:ext uri="{FF2B5EF4-FFF2-40B4-BE49-F238E27FC236}">
                <a16:creationId xmlns:a16="http://schemas.microsoft.com/office/drawing/2014/main" id="{39E778BB-B339-40D4-A707-ACEAF9488B25}"/>
              </a:ext>
            </a:extLst>
          </p:cNvPr>
          <p:cNvSpPr>
            <a:spLocks xmlns:a="http://schemas.openxmlformats.org/drawingml/2006/main" noGrp="1"/>
          </p:cNvSpPr>
          <p:nvPr/>
        </p:nvSpPr>
        <p:spPr>
          <a:xfrm xmlns:a="http://schemas.openxmlformats.org/drawingml/2006/main">
            <a:off x="1428750" y="37147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3335">
            <a:solidFill>
              <a:srgbClr val="71818B"/>
            </a:solidFill>
          </a:ln>
        </p:spPr>
      </p:sp>
      <p:sp>
        <p:nvSpPr>
          <p:cNvPr id="58" name="">
            <a:extLst xmlns:a="http://schemas.openxmlformats.org/drawingml/2006/main">
              <a:ext uri="{FF2B5EF4-FFF2-40B4-BE49-F238E27FC236}">
                <a16:creationId xmlns:a16="http://schemas.microsoft.com/office/drawing/2014/main" id="{17C0152B-6B49-4725-A85B-078E9494E2B2}"/>
              </a:ext>
            </a:extLst>
          </p:cNvPr>
          <p:cNvSpPr>
            <a:spLocks xmlns:a="http://schemas.openxmlformats.org/drawingml/2006/main" noGrp="1"/>
          </p:cNvSpPr>
          <p:nvPr/>
        </p:nvSpPr>
        <p:spPr>
          <a:xfrm xmlns:a="http://schemas.openxmlformats.org/drawingml/2006/main">
            <a:off x="5172075" y="3686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59" name="">
            <a:extLst xmlns:a="http://schemas.openxmlformats.org/drawingml/2006/main">
              <a:ext uri="{FF2B5EF4-FFF2-40B4-BE49-F238E27FC236}">
                <a16:creationId xmlns:a16="http://schemas.microsoft.com/office/drawing/2014/main" id="{342FCFEC-DD41-4A46-953D-35A58901F732}"/>
              </a:ext>
            </a:extLst>
          </p:cNvPr>
          <p:cNvSpPr>
            <a:spLocks xmlns:a="http://schemas.openxmlformats.org/drawingml/2006/main" noGrp="1"/>
          </p:cNvSpPr>
          <p:nvPr/>
        </p:nvSpPr>
        <p:spPr>
          <a:xfrm xmlns:a="http://schemas.openxmlformats.org/drawingml/2006/main">
            <a:off x="1428750" y="3714750"/>
            <a:ext cx="3810000" cy="9525"/>
          </a:xfrm>
          <a:custGeom xmlns:a="http://schemas.openxmlformats.org/drawingml/2006/main">
            <a:pathLst>
              <a:path w="3810000" h="9525">
                <a:moveTo>
                  <a:pt x="3810000" y="0"/>
                </a:moveTo>
                <a:lnTo>
                  <a:pt x="0" y="0"/>
                </a:lnTo>
              </a:path>
            </a:pathLst>
          </a:custGeom>
          <a:noFill xmlns:a="http://schemas.openxmlformats.org/drawingml/2006/main"/>
          <a:ln xmlns:a="http://schemas.openxmlformats.org/drawingml/2006/main" w="13335">
            <a:solidFill>
              <a:srgbClr val="71818B"/>
            </a:solidFill>
          </a:ln>
        </p:spPr>
      </p:sp>
      <p:sp>
        <p:nvSpPr>
          <p:cNvPr id="60" name="">
            <a:extLst xmlns:a="http://schemas.openxmlformats.org/drawingml/2006/main">
              <a:ext uri="{FF2B5EF4-FFF2-40B4-BE49-F238E27FC236}">
                <a16:creationId xmlns:a16="http://schemas.microsoft.com/office/drawing/2014/main" id="{6325A0AD-5651-4DDE-8C6E-D8A3D22A475C}"/>
              </a:ext>
            </a:extLst>
          </p:cNvPr>
          <p:cNvSpPr>
            <a:spLocks xmlns:a="http://schemas.openxmlformats.org/drawingml/2006/main" noGrp="1"/>
          </p:cNvSpPr>
          <p:nvPr/>
        </p:nvSpPr>
        <p:spPr>
          <a:xfrm xmlns:a="http://schemas.openxmlformats.org/drawingml/2006/main">
            <a:off x="1428750" y="3686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61" name="">
            <a:extLst xmlns:a="http://schemas.openxmlformats.org/drawingml/2006/main">
              <a:ext uri="{FF2B5EF4-FFF2-40B4-BE49-F238E27FC236}">
                <a16:creationId xmlns:a16="http://schemas.microsoft.com/office/drawing/2014/main" id="{D9B13A65-D9DE-40DC-B370-97F00391B8F1}"/>
              </a:ext>
            </a:extLst>
          </p:cNvPr>
          <p:cNvSpPr>
            <a:spLocks xmlns:a="http://schemas.openxmlformats.org/drawingml/2006/main" noGrp="1"/>
          </p:cNvSpPr>
          <p:nvPr/>
        </p:nvSpPr>
        <p:spPr>
          <a:xfrm xmlns:a="http://schemas.openxmlformats.org/drawingml/2006/main">
            <a:off x="1428750" y="376237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1.0 m</a:t>
            </a:r>
          </a:p>
        </p:txBody>
      </p:sp>
      <p:sp>
        <p:nvSpPr>
          <p:cNvPr id="62" name="">
            <a:extLst xmlns:a="http://schemas.openxmlformats.org/drawingml/2006/main">
              <a:ext uri="{FF2B5EF4-FFF2-40B4-BE49-F238E27FC236}">
                <a16:creationId xmlns:a16="http://schemas.microsoft.com/office/drawing/2014/main" id="{F966C114-2B52-4886-B67B-8F19B7A1CE52}"/>
              </a:ext>
            </a:extLst>
          </p:cNvPr>
          <p:cNvSpPr>
            <a:spLocks xmlns:a="http://schemas.openxmlformats.org/drawingml/2006/main" noGrp="1"/>
          </p:cNvSpPr>
          <p:nvPr/>
        </p:nvSpPr>
        <p:spPr>
          <a:xfrm xmlns:a="http://schemas.openxmlformats.org/drawingml/2006/main">
            <a:off x="7239000" y="3714750"/>
            <a:ext cx="3810000" cy="9525"/>
          </a:xfrm>
          <a:custGeom xmlns:a="http://schemas.openxmlformats.org/drawingml/2006/main">
            <a:pathLst>
              <a:path w="3810000" h="9525">
                <a:moveTo>
                  <a:pt x="0" y="0"/>
                </a:moveTo>
                <a:lnTo>
                  <a:pt x="3810000" y="0"/>
                </a:lnTo>
              </a:path>
            </a:pathLst>
          </a:custGeom>
          <a:noFill xmlns:a="http://schemas.openxmlformats.org/drawingml/2006/main"/>
          <a:ln xmlns:a="http://schemas.openxmlformats.org/drawingml/2006/main" w="13335">
            <a:solidFill>
              <a:srgbClr val="71818B"/>
            </a:solidFill>
          </a:ln>
        </p:spPr>
      </p:sp>
      <p:sp>
        <p:nvSpPr>
          <p:cNvPr id="63" name="">
            <a:extLst xmlns:a="http://schemas.openxmlformats.org/drawingml/2006/main">
              <a:ext uri="{FF2B5EF4-FFF2-40B4-BE49-F238E27FC236}">
                <a16:creationId xmlns:a16="http://schemas.microsoft.com/office/drawing/2014/main" id="{B27F25A7-8825-4DE5-8C38-0674C0013E5D}"/>
              </a:ext>
            </a:extLst>
          </p:cNvPr>
          <p:cNvSpPr>
            <a:spLocks xmlns:a="http://schemas.openxmlformats.org/drawingml/2006/main" noGrp="1"/>
          </p:cNvSpPr>
          <p:nvPr/>
        </p:nvSpPr>
        <p:spPr>
          <a:xfrm xmlns:a="http://schemas.openxmlformats.org/drawingml/2006/main">
            <a:off x="10982325" y="3686747"/>
            <a:ext cx="66675" cy="56007"/>
          </a:xfrm>
          <a:custGeom xmlns:a="http://schemas.openxmlformats.org/drawingml/2006/main">
            <a:pathLst>
              <a:path w="66675" h="56007">
                <a:moveTo>
                  <a:pt x="66675" y="28003"/>
                </a:moveTo>
                <a:lnTo>
                  <a:pt x="0" y="0"/>
                </a:lnTo>
                <a:lnTo>
                  <a:pt x="0" y="56007"/>
                </a:lnTo>
                <a:close/>
              </a:path>
            </a:pathLst>
          </a:custGeom>
          <a:solidFill xmlns:a="http://schemas.openxmlformats.org/drawingml/2006/main">
            <a:srgbClr val="71818B"/>
          </a:solidFill>
          <a:ln xmlns:a="http://schemas.openxmlformats.org/drawingml/2006/main" w="4763">
            <a:solidFill>
              <a:srgbClr val="71818B"/>
            </a:solidFill>
          </a:ln>
        </p:spPr>
      </p:sp>
      <p:sp>
        <p:nvSpPr>
          <p:cNvPr id="64" name="">
            <a:extLst xmlns:a="http://schemas.openxmlformats.org/drawingml/2006/main">
              <a:ext uri="{FF2B5EF4-FFF2-40B4-BE49-F238E27FC236}">
                <a16:creationId xmlns:a16="http://schemas.microsoft.com/office/drawing/2014/main" id="{D345C4E6-CF84-4422-9AC7-BFAB935BA0C9}"/>
              </a:ext>
            </a:extLst>
          </p:cNvPr>
          <p:cNvSpPr>
            <a:spLocks xmlns:a="http://schemas.openxmlformats.org/drawingml/2006/main" noGrp="1"/>
          </p:cNvSpPr>
          <p:nvPr/>
        </p:nvSpPr>
        <p:spPr>
          <a:xfrm xmlns:a="http://schemas.openxmlformats.org/drawingml/2006/main">
            <a:off x="7239000" y="3714750"/>
            <a:ext cx="3810000" cy="9525"/>
          </a:xfrm>
          <a:custGeom xmlns:a="http://schemas.openxmlformats.org/drawingml/2006/main">
            <a:pathLst>
              <a:path w="3810000" h="9525">
                <a:moveTo>
                  <a:pt x="3810000" y="0"/>
                </a:moveTo>
                <a:lnTo>
                  <a:pt x="0" y="0"/>
                </a:lnTo>
              </a:path>
            </a:pathLst>
          </a:custGeom>
          <a:noFill xmlns:a="http://schemas.openxmlformats.org/drawingml/2006/main"/>
          <a:ln xmlns:a="http://schemas.openxmlformats.org/drawingml/2006/main" w="13335">
            <a:solidFill>
              <a:srgbClr val="71818B"/>
            </a:solidFill>
          </a:ln>
        </p:spPr>
      </p:sp>
      <p:sp>
        <p:nvSpPr>
          <p:cNvPr id="65" name="">
            <a:extLst xmlns:a="http://schemas.openxmlformats.org/drawingml/2006/main">
              <a:ext uri="{FF2B5EF4-FFF2-40B4-BE49-F238E27FC236}">
                <a16:creationId xmlns:a16="http://schemas.microsoft.com/office/drawing/2014/main" id="{1295F22B-AC3B-4015-BC90-094E4FBEBBC1}"/>
              </a:ext>
            </a:extLst>
          </p:cNvPr>
          <p:cNvSpPr>
            <a:spLocks xmlns:a="http://schemas.openxmlformats.org/drawingml/2006/main" noGrp="1"/>
          </p:cNvSpPr>
          <p:nvPr/>
        </p:nvSpPr>
        <p:spPr>
          <a:xfrm xmlns:a="http://schemas.openxmlformats.org/drawingml/2006/main">
            <a:off x="7239000" y="3686747"/>
            <a:ext cx="66675" cy="56007"/>
          </a:xfrm>
          <a:custGeom xmlns:a="http://schemas.openxmlformats.org/drawingml/2006/main">
            <a:pathLst>
              <a:path w="66675" h="56007">
                <a:moveTo>
                  <a:pt x="0" y="28003"/>
                </a:moveTo>
                <a:lnTo>
                  <a:pt x="66675" y="56007"/>
                </a:lnTo>
                <a:lnTo>
                  <a:pt x="66675" y="0"/>
                </a:lnTo>
                <a:close/>
              </a:path>
            </a:pathLst>
          </a:custGeom>
          <a:solidFill xmlns:a="http://schemas.openxmlformats.org/drawingml/2006/main">
            <a:srgbClr val="71818B"/>
          </a:solidFill>
          <a:ln xmlns:a="http://schemas.openxmlformats.org/drawingml/2006/main" w="4763">
            <a:solidFill>
              <a:srgbClr val="71818B"/>
            </a:solidFill>
          </a:ln>
        </p:spPr>
      </p:sp>
      <p:sp>
        <p:nvSpPr>
          <p:cNvPr id="66" name="">
            <a:extLst xmlns:a="http://schemas.openxmlformats.org/drawingml/2006/main">
              <a:ext uri="{FF2B5EF4-FFF2-40B4-BE49-F238E27FC236}">
                <a16:creationId xmlns:a16="http://schemas.microsoft.com/office/drawing/2014/main" id="{FA78B41A-A611-444E-B8B6-F29367521CCF}"/>
              </a:ext>
            </a:extLst>
          </p:cNvPr>
          <p:cNvSpPr>
            <a:spLocks xmlns:a="http://schemas.openxmlformats.org/drawingml/2006/main" noGrp="1"/>
          </p:cNvSpPr>
          <p:nvPr/>
        </p:nvSpPr>
        <p:spPr>
          <a:xfrm xmlns:a="http://schemas.openxmlformats.org/drawingml/2006/main">
            <a:off x="7239000" y="376237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725" b="0">
                <a:solidFill>
                  <a:srgbClr val="71818B"/>
                </a:solidFill>
                <a:latin typeface="Yu Gothic"/>
                <a:ea typeface="Yu Gothic"/>
                <a:cs typeface="Yu Gothic"/>
              </a:defRPr>
            </a:defPPr>
            <a:lvl1pPr algn="ctr">
              <a:buNone/>
              <a:defRPr sz="1725" b="0">
                <a:solidFill>
                  <a:srgbClr val="71818B"/>
                </a:solidFill>
                <a:latin typeface="Yu Gothic"/>
                <a:ea typeface="Yu Gothic"/>
                <a:cs typeface="Yu Gothic"/>
              </a:defRPr>
            </a:lvl1pPr>
            <a:lvl2pPr algn="ctr">
              <a:buNone/>
              <a:defRPr sz="1725" b="0">
                <a:solidFill>
                  <a:srgbClr val="71818B"/>
                </a:solidFill>
                <a:latin typeface="Yu Gothic"/>
                <a:ea typeface="Yu Gothic"/>
                <a:cs typeface="Yu Gothic"/>
              </a:defRPr>
            </a:lvl2pPr>
            <a:lvl3pPr algn="ctr">
              <a:buNone/>
              <a:defRPr sz="1725" b="0">
                <a:solidFill>
                  <a:srgbClr val="71818B"/>
                </a:solidFill>
                <a:latin typeface="Yu Gothic"/>
                <a:ea typeface="Yu Gothic"/>
                <a:cs typeface="Yu Gothic"/>
              </a:defRPr>
            </a:lvl3pPr>
            <a:lvl4pPr algn="ctr">
              <a:buNone/>
              <a:defRPr sz="1725" b="0">
                <a:solidFill>
                  <a:srgbClr val="71818B"/>
                </a:solidFill>
                <a:latin typeface="Yu Gothic"/>
                <a:ea typeface="Yu Gothic"/>
                <a:cs typeface="Yu Gothic"/>
              </a:defRPr>
            </a:lvl4pPr>
            <a:lvl5pPr algn="ctr">
              <a:buNone/>
              <a:defRPr sz="1725" b="0">
                <a:solidFill>
                  <a:srgbClr val="71818B"/>
                </a:solidFill>
                <a:latin typeface="Yu Gothic"/>
                <a:ea typeface="Yu Gothic"/>
                <a:cs typeface="Yu Gothic"/>
              </a:defRPr>
            </a:lvl5pPr>
            <a:lvl6pPr algn="ctr">
              <a:buNone/>
              <a:defRPr sz="1725" b="0">
                <a:solidFill>
                  <a:srgbClr val="71818B"/>
                </a:solidFill>
                <a:latin typeface="Yu Gothic"/>
                <a:ea typeface="Yu Gothic"/>
                <a:cs typeface="Yu Gothic"/>
              </a:defRPr>
            </a:lvl6pPr>
            <a:lvl7pPr algn="ctr">
              <a:buNone/>
              <a:defRPr sz="1725" b="0">
                <a:solidFill>
                  <a:srgbClr val="71818B"/>
                </a:solidFill>
                <a:latin typeface="Yu Gothic"/>
                <a:ea typeface="Yu Gothic"/>
                <a:cs typeface="Yu Gothic"/>
              </a:defRPr>
            </a:lvl7pPr>
            <a:lvl8pPr algn="ctr">
              <a:buNone/>
              <a:defRPr sz="1725" b="0">
                <a:solidFill>
                  <a:srgbClr val="71818B"/>
                </a:solidFill>
                <a:latin typeface="Yu Gothic"/>
                <a:ea typeface="Yu Gothic"/>
                <a:cs typeface="Yu Gothic"/>
              </a:defRPr>
            </a:lvl8pPr>
            <a:lvl9pPr algn="ctr">
              <a:buNone/>
              <a:defRPr sz="1725" b="0">
                <a:solidFill>
                  <a:srgbClr val="71818B"/>
                </a:solidFill>
                <a:latin typeface="Yu Gothic"/>
                <a:ea typeface="Yu Gothic"/>
                <a:cs typeface="Yu Gothic"/>
              </a:defRPr>
            </a:lvl9pPr>
          </a:lstStyle>
          <a:p xmlns:a="http://schemas.openxmlformats.org/drawingml/2006/main">
            <a:pPr algn="ctr">
              <a:buNone/>
              <a:defRPr sz="1725" b="0">
                <a:solidFill>
                  <a:srgbClr val="71818B"/>
                </a:solidFill>
                <a:latin typeface="Yu Gothic"/>
                <a:ea typeface="Yu Gothic"/>
                <a:cs typeface="Yu Gothic"/>
              </a:defRPr>
            </a:pPr>
            <a:r>
              <a:rPr sz="1725" b="0">
                <a:solidFill>
                  <a:srgbClr val="71818B"/>
                </a:solidFill>
                <a:latin typeface="Yu Gothic"/>
                <a:ea typeface="Yu Gothic"/>
                <a:cs typeface="Yu Gothic"/>
              </a:rPr>
              <a:t>1.0 m</a:t>
            </a:r>
          </a:p>
        </p:txBody>
      </p:sp>
      <p:sp>
        <p:nvSpPr>
          <p:cNvPr id="67" name="">
            <a:extLst xmlns:a="http://schemas.openxmlformats.org/drawingml/2006/main">
              <a:ext uri="{FF2B5EF4-FFF2-40B4-BE49-F238E27FC236}">
                <a16:creationId xmlns:a16="http://schemas.microsoft.com/office/drawing/2014/main" id="{6D9E76EB-48E5-4CBF-903C-447BFA2D49CA}"/>
              </a:ext>
            </a:extLst>
          </p:cNvPr>
          <p:cNvSpPr>
            <a:spLocks xmlns:a="http://schemas.openxmlformats.org/drawingml/2006/main" noGrp="1"/>
          </p:cNvSpPr>
          <p:nvPr/>
        </p:nvSpPr>
        <p:spPr>
          <a:xfrm xmlns:a="http://schemas.openxmlformats.org/drawingml/2006/main">
            <a:off x="809625" y="43338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a　合力の大きさと作用点から、反力を求める</a:t>
            </a:r>
          </a:p>
        </p:txBody>
      </p:sp>
      <p:sp>
        <p:nvSpPr>
          <p:cNvPr id="68" name="">
            <a:extLst xmlns:a="http://schemas.openxmlformats.org/drawingml/2006/main">
              <a:ext uri="{FF2B5EF4-FFF2-40B4-BE49-F238E27FC236}">
                <a16:creationId xmlns:a16="http://schemas.microsoft.com/office/drawing/2014/main" id="{C19F48AD-1FEA-47C4-B1A3-23174549B08A}"/>
              </a:ext>
            </a:extLst>
          </p:cNvPr>
          <p:cNvSpPr>
            <a:spLocks xmlns:a="http://schemas.openxmlformats.org/drawingml/2006/main" noGrp="1"/>
          </p:cNvSpPr>
          <p:nvPr/>
        </p:nvSpPr>
        <p:spPr>
          <a:xfrm xmlns:a="http://schemas.openxmlformats.org/drawingml/2006/main">
            <a:off x="809625" y="4762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b　SFDを描き、V = 0の位置を求める</a:t>
            </a:r>
          </a:p>
        </p:txBody>
      </p:sp>
      <p:sp>
        <p:nvSpPr>
          <p:cNvPr id="69" name="">
            <a:extLst xmlns:a="http://schemas.openxmlformats.org/drawingml/2006/main">
              <a:ext uri="{FF2B5EF4-FFF2-40B4-BE49-F238E27FC236}">
                <a16:creationId xmlns:a16="http://schemas.microsoft.com/office/drawing/2014/main" id="{C05EB91E-4EE5-400F-916A-08518DC2D675}"/>
              </a:ext>
            </a:extLst>
          </p:cNvPr>
          <p:cNvSpPr>
            <a:spLocks xmlns:a="http://schemas.openxmlformats.org/drawingml/2006/main" noGrp="1"/>
          </p:cNvSpPr>
          <p:nvPr/>
        </p:nvSpPr>
        <p:spPr>
          <a:xfrm xmlns:a="http://schemas.openxmlformats.org/drawingml/2006/main">
            <a:off x="809625" y="5191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c　SFDの三角形の面積から、最大Mを求める</a:t>
            </a:r>
          </a:p>
        </p:txBody>
      </p:sp>
      <p:sp>
        <p:nvSpPr>
          <p:cNvPr id="70" name="">
            <a:extLst xmlns:a="http://schemas.openxmlformats.org/drawingml/2006/main">
              <a:ext uri="{FF2B5EF4-FFF2-40B4-BE49-F238E27FC236}">
                <a16:creationId xmlns:a16="http://schemas.microsoft.com/office/drawing/2014/main" id="{56332E6B-4422-409E-8CEC-F0132A348AED}"/>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d　同じ総荷重400 Nの中央集中荷重と比較する。全体と切り出した部分を区別して考える。</a:t>
            </a:r>
          </a:p>
        </p:txBody>
      </p:sp>
    </p:spTree>
    <p:extLst>
      <p:ext uri="{BB962C8B-B14F-4D97-AF65-F5344CB8AC3E}">
        <p14:creationId xmlns:p14="http://schemas.microsoft.com/office/powerpoint/2010/main" val="128542894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594D250-46E2-47CE-A297-F6AEFB3F4C31}"/>
              </a:ext>
            </a:extLst>
          </p:cNvPr>
          <p:cNvSpPr>
            <a:spLocks xmlns:a="http://schemas.openxmlformats.org/drawingml/2006/main" noGrp="1"/>
          </p:cNvSpPr>
          <p:nvPr/>
        </p:nvSpPr>
        <p:spPr>
          <a:xfrm xmlns:a="http://schemas.openxmlformats.org/drawingml/2006/main">
            <a:off x="685800" y="3714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00" b="1">
                <a:solidFill>
                  <a:srgbClr val="18364F"/>
                </a:solidFill>
                <a:latin typeface="Yu Gothic"/>
                <a:ea typeface="Yu Gothic"/>
                <a:cs typeface="Yu Gothic"/>
              </a:defRPr>
            </a:defPPr>
            <a:lvl1pPr algn="l">
              <a:buNone/>
              <a:defRPr sz="3300" b="1">
                <a:solidFill>
                  <a:srgbClr val="18364F"/>
                </a:solidFill>
                <a:latin typeface="Yu Gothic"/>
                <a:ea typeface="Yu Gothic"/>
                <a:cs typeface="Yu Gothic"/>
              </a:defRPr>
            </a:lvl1pPr>
            <a:lvl2pPr algn="l">
              <a:buNone/>
              <a:defRPr sz="3300" b="1">
                <a:solidFill>
                  <a:srgbClr val="18364F"/>
                </a:solidFill>
                <a:latin typeface="Yu Gothic"/>
                <a:ea typeface="Yu Gothic"/>
                <a:cs typeface="Yu Gothic"/>
              </a:defRPr>
            </a:lvl2pPr>
            <a:lvl3pPr algn="l">
              <a:buNone/>
              <a:defRPr sz="3300" b="1">
                <a:solidFill>
                  <a:srgbClr val="18364F"/>
                </a:solidFill>
                <a:latin typeface="Yu Gothic"/>
                <a:ea typeface="Yu Gothic"/>
                <a:cs typeface="Yu Gothic"/>
              </a:defRPr>
            </a:lvl3pPr>
            <a:lvl4pPr algn="l">
              <a:buNone/>
              <a:defRPr sz="3300" b="1">
                <a:solidFill>
                  <a:srgbClr val="18364F"/>
                </a:solidFill>
                <a:latin typeface="Yu Gothic"/>
                <a:ea typeface="Yu Gothic"/>
                <a:cs typeface="Yu Gothic"/>
              </a:defRPr>
            </a:lvl4pPr>
            <a:lvl5pPr algn="l">
              <a:buNone/>
              <a:defRPr sz="3300" b="1">
                <a:solidFill>
                  <a:srgbClr val="18364F"/>
                </a:solidFill>
                <a:latin typeface="Yu Gothic"/>
                <a:ea typeface="Yu Gothic"/>
                <a:cs typeface="Yu Gothic"/>
              </a:defRPr>
            </a:lvl5pPr>
            <a:lvl6pPr algn="l">
              <a:buNone/>
              <a:defRPr sz="3300" b="1">
                <a:solidFill>
                  <a:srgbClr val="18364F"/>
                </a:solidFill>
                <a:latin typeface="Yu Gothic"/>
                <a:ea typeface="Yu Gothic"/>
                <a:cs typeface="Yu Gothic"/>
              </a:defRPr>
            </a:lvl6pPr>
            <a:lvl7pPr algn="l">
              <a:buNone/>
              <a:defRPr sz="3300" b="1">
                <a:solidFill>
                  <a:srgbClr val="18364F"/>
                </a:solidFill>
                <a:latin typeface="Yu Gothic"/>
                <a:ea typeface="Yu Gothic"/>
                <a:cs typeface="Yu Gothic"/>
              </a:defRPr>
            </a:lvl7pPr>
            <a:lvl8pPr algn="l">
              <a:buNone/>
              <a:defRPr sz="3300" b="1">
                <a:solidFill>
                  <a:srgbClr val="18364F"/>
                </a:solidFill>
                <a:latin typeface="Yu Gothic"/>
                <a:ea typeface="Yu Gothic"/>
                <a:cs typeface="Yu Gothic"/>
              </a:defRPr>
            </a:lvl8pPr>
            <a:lvl9pPr algn="l">
              <a:buNone/>
              <a:defRPr sz="3300" b="1">
                <a:solidFill>
                  <a:srgbClr val="18364F"/>
                </a:solidFill>
                <a:latin typeface="Yu Gothic"/>
                <a:ea typeface="Yu Gothic"/>
                <a:cs typeface="Yu Gothic"/>
              </a:defRPr>
            </a:lvl9pPr>
          </a:lstStyle>
          <a:p xmlns:a="http://schemas.openxmlformats.org/drawingml/2006/main">
            <a:pPr algn="l">
              <a:buNone/>
              <a:defRPr sz="3300" b="1">
                <a:solidFill>
                  <a:srgbClr val="18364F"/>
                </a:solidFill>
                <a:latin typeface="Yu Gothic"/>
                <a:ea typeface="Yu Gothic"/>
                <a:cs typeface="Yu Gothic"/>
              </a:defRPr>
            </a:pPr>
            <a:r>
              <a:rPr sz="3300" b="1">
                <a:solidFill>
                  <a:srgbClr val="18364F"/>
                </a:solidFill>
                <a:latin typeface="Yu Gothic"/>
                <a:ea typeface="Yu Gothic"/>
                <a:cs typeface="Yu Gothic"/>
              </a:rPr>
              <a:t>演習5の解答：同じ総荷重でも M は違う</a:t>
            </a:r>
          </a:p>
        </p:txBody>
      </p:sp>
      <p:cxnSp>
        <p:nvCxnSpPr>
          <p:cNvPr id="2" name="">
            <a:extLst xmlns:a="http://schemas.openxmlformats.org/drawingml/2006/main">
              <a:ext uri="{FF2B5EF4-FFF2-40B4-BE49-F238E27FC236}">
                <a16:creationId xmlns:a16="http://schemas.microsoft.com/office/drawing/2014/main" id="{DE14F8B6-AA25-4652-9FAA-4DB588C456B8}"/>
              </a:ext>
            </a:extLst>
          </p:cNvPr>
          <p:cNvCxnSpPr/>
          <p:nvPr/>
        </p:nvCxnSpPr>
        <p:spPr>
          <a:xfrm xmlns:a="http://schemas.openxmlformats.org/drawingml/2006/main" flipH="0" flipV="0">
            <a:off x="685800" y="1190625"/>
            <a:ext cx="10820400" cy="0"/>
          </a:xfrm>
          <a:prstGeom xmlns:a="http://schemas.openxmlformats.org/drawingml/2006/main" prst="straightConnector1">
            <a:avLst/>
          </a:prstGeom>
          <a:ln xmlns:a="http://schemas.openxmlformats.org/drawingml/2006/main" w="22860">
            <a:solidFill>
              <a:srgbClr val="18364F"/>
            </a:solidFill>
            <a:prstDash val="solid"/>
          </a:ln>
        </p:spPr>
      </p:cxnSp>
      <p:sp>
        <p:nvSpPr>
          <p:cNvPr id="3" name="">
            <a:extLst xmlns:a="http://schemas.openxmlformats.org/drawingml/2006/main">
              <a:ext uri="{FF2B5EF4-FFF2-40B4-BE49-F238E27FC236}">
                <a16:creationId xmlns:a16="http://schemas.microsoft.com/office/drawing/2014/main" id="{C084D719-8D64-4B66-9C76-A78B2C6BCECC}"/>
              </a:ext>
            </a:extLst>
          </p:cNvPr>
          <p:cNvSpPr>
            <a:spLocks xmlns:a="http://schemas.openxmlformats.org/drawingml/2006/main" noGrp="1"/>
          </p:cNvSpPr>
          <p:nvPr/>
        </p:nvSpPr>
        <p:spPr>
          <a:xfrm xmlns:a="http://schemas.openxmlformats.org/drawingml/2006/main">
            <a:off x="685800" y="6410325"/>
            <a:ext cx="3714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5D6C78"/>
                </a:solidFill>
                <a:latin typeface="Yu Gothic"/>
                <a:ea typeface="Yu Gothic"/>
                <a:cs typeface="Yu Gothic"/>
              </a:defRPr>
            </a:defPPr>
            <a:lvl1pPr algn="l">
              <a:buNone/>
              <a:defRPr sz="1425" b="0">
                <a:solidFill>
                  <a:srgbClr val="5D6C78"/>
                </a:solidFill>
                <a:latin typeface="Yu Gothic"/>
                <a:ea typeface="Yu Gothic"/>
                <a:cs typeface="Yu Gothic"/>
              </a:defRPr>
            </a:lvl1pPr>
            <a:lvl2pPr algn="l">
              <a:buNone/>
              <a:defRPr sz="1425" b="0">
                <a:solidFill>
                  <a:srgbClr val="5D6C78"/>
                </a:solidFill>
                <a:latin typeface="Yu Gothic"/>
                <a:ea typeface="Yu Gothic"/>
                <a:cs typeface="Yu Gothic"/>
              </a:defRPr>
            </a:lvl2pPr>
            <a:lvl3pPr algn="l">
              <a:buNone/>
              <a:defRPr sz="1425" b="0">
                <a:solidFill>
                  <a:srgbClr val="5D6C78"/>
                </a:solidFill>
                <a:latin typeface="Yu Gothic"/>
                <a:ea typeface="Yu Gothic"/>
                <a:cs typeface="Yu Gothic"/>
              </a:defRPr>
            </a:lvl3pPr>
            <a:lvl4pPr algn="l">
              <a:buNone/>
              <a:defRPr sz="1425" b="0">
                <a:solidFill>
                  <a:srgbClr val="5D6C78"/>
                </a:solidFill>
                <a:latin typeface="Yu Gothic"/>
                <a:ea typeface="Yu Gothic"/>
                <a:cs typeface="Yu Gothic"/>
              </a:defRPr>
            </a:lvl4pPr>
            <a:lvl5pPr algn="l">
              <a:buNone/>
              <a:defRPr sz="1425" b="0">
                <a:solidFill>
                  <a:srgbClr val="5D6C78"/>
                </a:solidFill>
                <a:latin typeface="Yu Gothic"/>
                <a:ea typeface="Yu Gothic"/>
                <a:cs typeface="Yu Gothic"/>
              </a:defRPr>
            </a:lvl5pPr>
            <a:lvl6pPr algn="l">
              <a:buNone/>
              <a:defRPr sz="1425" b="0">
                <a:solidFill>
                  <a:srgbClr val="5D6C78"/>
                </a:solidFill>
                <a:latin typeface="Yu Gothic"/>
                <a:ea typeface="Yu Gothic"/>
                <a:cs typeface="Yu Gothic"/>
              </a:defRPr>
            </a:lvl6pPr>
            <a:lvl7pPr algn="l">
              <a:buNone/>
              <a:defRPr sz="1425" b="0">
                <a:solidFill>
                  <a:srgbClr val="5D6C78"/>
                </a:solidFill>
                <a:latin typeface="Yu Gothic"/>
                <a:ea typeface="Yu Gothic"/>
                <a:cs typeface="Yu Gothic"/>
              </a:defRPr>
            </a:lvl7pPr>
            <a:lvl8pPr algn="l">
              <a:buNone/>
              <a:defRPr sz="1425" b="0">
                <a:solidFill>
                  <a:srgbClr val="5D6C78"/>
                </a:solidFill>
                <a:latin typeface="Yu Gothic"/>
                <a:ea typeface="Yu Gothic"/>
                <a:cs typeface="Yu Gothic"/>
              </a:defRPr>
            </a:lvl8pPr>
            <a:lvl9pPr algn="l">
              <a:buNone/>
              <a:defRPr sz="1425" b="0">
                <a:solidFill>
                  <a:srgbClr val="5D6C78"/>
                </a:solidFill>
                <a:latin typeface="Yu Gothic"/>
                <a:ea typeface="Yu Gothic"/>
                <a:cs typeface="Yu Gothic"/>
              </a:defRPr>
            </a:lvl9pPr>
          </a:lstStyle>
          <a:p xmlns:a="http://schemas.openxmlformats.org/drawingml/2006/main">
            <a:pPr algn="l">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第3回</a:t>
            </a:r>
          </a:p>
        </p:txBody>
      </p:sp>
      <p:sp>
        <p:nvSpPr>
          <p:cNvPr id="4" name="">
            <a:extLst xmlns:a="http://schemas.openxmlformats.org/drawingml/2006/main">
              <a:ext uri="{FF2B5EF4-FFF2-40B4-BE49-F238E27FC236}">
                <a16:creationId xmlns:a16="http://schemas.microsoft.com/office/drawing/2014/main" id="{153D3957-9716-46D6-A84B-511AA3F5D1AC}"/>
              </a:ext>
            </a:extLst>
          </p:cNvPr>
          <p:cNvSpPr>
            <a:spLocks xmlns:a="http://schemas.openxmlformats.org/drawingml/2006/main" noGrp="1"/>
          </p:cNvSpPr>
          <p:nvPr/>
        </p:nvSpPr>
        <p:spPr>
          <a:xfrm xmlns:a="http://schemas.openxmlformats.org/drawingml/2006/main">
            <a:off x="10858500" y="6410325"/>
            <a:ext cx="647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5D6C78"/>
                </a:solidFill>
                <a:latin typeface="Yu Gothic"/>
                <a:ea typeface="Yu Gothic"/>
                <a:cs typeface="Yu Gothic"/>
              </a:defRPr>
            </a:defPPr>
            <a:lvl1pPr algn="r">
              <a:buNone/>
              <a:defRPr sz="1425" b="0">
                <a:solidFill>
                  <a:srgbClr val="5D6C78"/>
                </a:solidFill>
                <a:latin typeface="Yu Gothic"/>
                <a:ea typeface="Yu Gothic"/>
                <a:cs typeface="Yu Gothic"/>
              </a:defRPr>
            </a:lvl1pPr>
            <a:lvl2pPr algn="r">
              <a:buNone/>
              <a:defRPr sz="1425" b="0">
                <a:solidFill>
                  <a:srgbClr val="5D6C78"/>
                </a:solidFill>
                <a:latin typeface="Yu Gothic"/>
                <a:ea typeface="Yu Gothic"/>
                <a:cs typeface="Yu Gothic"/>
              </a:defRPr>
            </a:lvl2pPr>
            <a:lvl3pPr algn="r">
              <a:buNone/>
              <a:defRPr sz="1425" b="0">
                <a:solidFill>
                  <a:srgbClr val="5D6C78"/>
                </a:solidFill>
                <a:latin typeface="Yu Gothic"/>
                <a:ea typeface="Yu Gothic"/>
                <a:cs typeface="Yu Gothic"/>
              </a:defRPr>
            </a:lvl3pPr>
            <a:lvl4pPr algn="r">
              <a:buNone/>
              <a:defRPr sz="1425" b="0">
                <a:solidFill>
                  <a:srgbClr val="5D6C78"/>
                </a:solidFill>
                <a:latin typeface="Yu Gothic"/>
                <a:ea typeface="Yu Gothic"/>
                <a:cs typeface="Yu Gothic"/>
              </a:defRPr>
            </a:lvl4pPr>
            <a:lvl5pPr algn="r">
              <a:buNone/>
              <a:defRPr sz="1425" b="0">
                <a:solidFill>
                  <a:srgbClr val="5D6C78"/>
                </a:solidFill>
                <a:latin typeface="Yu Gothic"/>
                <a:ea typeface="Yu Gothic"/>
                <a:cs typeface="Yu Gothic"/>
              </a:defRPr>
            </a:lvl5pPr>
            <a:lvl6pPr algn="r">
              <a:buNone/>
              <a:defRPr sz="1425" b="0">
                <a:solidFill>
                  <a:srgbClr val="5D6C78"/>
                </a:solidFill>
                <a:latin typeface="Yu Gothic"/>
                <a:ea typeface="Yu Gothic"/>
                <a:cs typeface="Yu Gothic"/>
              </a:defRPr>
            </a:lvl6pPr>
            <a:lvl7pPr algn="r">
              <a:buNone/>
              <a:defRPr sz="1425" b="0">
                <a:solidFill>
                  <a:srgbClr val="5D6C78"/>
                </a:solidFill>
                <a:latin typeface="Yu Gothic"/>
                <a:ea typeface="Yu Gothic"/>
                <a:cs typeface="Yu Gothic"/>
              </a:defRPr>
            </a:lvl7pPr>
            <a:lvl8pPr algn="r">
              <a:buNone/>
              <a:defRPr sz="1425" b="0">
                <a:solidFill>
                  <a:srgbClr val="5D6C78"/>
                </a:solidFill>
                <a:latin typeface="Yu Gothic"/>
                <a:ea typeface="Yu Gothic"/>
                <a:cs typeface="Yu Gothic"/>
              </a:defRPr>
            </a:lvl8pPr>
            <a:lvl9pPr algn="r">
              <a:buNone/>
              <a:defRPr sz="1425" b="0">
                <a:solidFill>
                  <a:srgbClr val="5D6C78"/>
                </a:solidFill>
                <a:latin typeface="Yu Gothic"/>
                <a:ea typeface="Yu Gothic"/>
                <a:cs typeface="Yu Gothic"/>
              </a:defRPr>
            </a:lvl9pPr>
          </a:lstStyle>
          <a:p xmlns:a="http://schemas.openxmlformats.org/drawingml/2006/main">
            <a:pPr algn="r">
              <a:buNone/>
              <a:defRPr sz="1425" b="0">
                <a:solidFill>
                  <a:srgbClr val="5D6C78"/>
                </a:solidFill>
                <a:latin typeface="Yu Gothic"/>
                <a:ea typeface="Yu Gothic"/>
                <a:cs typeface="Yu Gothic"/>
              </a:defRPr>
            </a:pPr>
            <a:r>
              <a:rPr sz="1425" b="0">
                <a:solidFill>
                  <a:srgbClr val="5D6C78"/>
                </a:solidFill>
                <a:latin typeface="Yu Gothic"/>
                <a:ea typeface="Yu Gothic"/>
                <a:cs typeface="Yu Gothic"/>
              </a:rPr>
              <a:t>39 / 49</a:t>
            </a:r>
          </a:p>
        </p:txBody>
      </p:sp>
      <p:sp>
        <p:nvSpPr>
          <p:cNvPr id="11" name="">
            <a:extLst xmlns:a="http://schemas.openxmlformats.org/drawingml/2006/main">
              <a:ext uri="{FF2B5EF4-FFF2-40B4-BE49-F238E27FC236}">
                <a16:creationId xmlns:a16="http://schemas.microsoft.com/office/drawing/2014/main" id="{E1649609-624A-4290-A33A-AC9BF480A8A7}"/>
              </a:ext>
            </a:extLst>
          </p:cNvPr>
          <p:cNvSpPr>
            <a:spLocks xmlns:a="http://schemas.openxmlformats.org/drawingml/2006/main" noGrp="1"/>
          </p:cNvSpPr>
          <p:nvPr/>
        </p:nvSpPr>
        <p:spPr>
          <a:xfrm xmlns:a="http://schemas.openxmlformats.org/drawingml/2006/main">
            <a:off x="809625" y="147637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共通：総荷重400 N、L = 1.0 m、反力は各200 N</a:t>
            </a:r>
          </a:p>
        </p:txBody>
      </p:sp>
      <p:graphicFrame>
        <p:nvGraphicFramePr>
          <p:cNvPr id="12" name="Chart">
            <a:extLst xmlns:a="http://schemas.openxmlformats.org/drawingml/2006/main">
              <a:ext uri="{FF2B5EF4-FFF2-40B4-BE49-F238E27FC236}">
                <a16:creationId xmlns:a16="http://schemas.microsoft.com/office/drawing/2014/main" id="{E76D254D-94BA-43D0-8844-D94389270307}"/>
              </a:ext>
            </a:extLst>
          </p:cNvPr>
          <p:cNvGraphicFramePr/>
          <p:nvPr/>
        </p:nvGraphicFramePr>
        <p:xfrm>
          <a:off xmlns:a="http://schemas.openxmlformats.org/drawingml/2006/main" x="714375" y="2047875"/>
          <a:ext xmlns:a="http://schemas.openxmlformats.org/drawingml/2006/main" cx="6619875" cy="3476625"/>
        </p:xfrm>
        <a:graphic xmlns:a="http://schemas.openxmlformats.org/drawingml/2006/main">
          <a:graphicData uri="http://schemas.openxmlformats.org/drawingml/2006/chart">
            <c:chart xmlns:r="http://schemas.openxmlformats.org/officeDocument/2006/relationships" xmlns:c="http://schemas.openxmlformats.org/drawingml/2006/chart" r:id="R74bb1f1681b64e7f"/>
          </a:graphicData>
        </a:graphic>
      </p:graphicFrame>
      <p:sp>
        <p:nvSpPr>
          <p:cNvPr id="13" name="">
            <a:extLst xmlns:a="http://schemas.openxmlformats.org/drawingml/2006/main">
              <a:ext uri="{FF2B5EF4-FFF2-40B4-BE49-F238E27FC236}">
                <a16:creationId xmlns:a16="http://schemas.microsoft.com/office/drawing/2014/main" id="{EC17F949-B7BC-4CCA-9EDA-784023033C70}"/>
              </a:ext>
            </a:extLst>
          </p:cNvPr>
          <p:cNvSpPr>
            <a:spLocks xmlns:a="http://schemas.openxmlformats.org/drawingml/2006/main" noGrp="1"/>
          </p:cNvSpPr>
          <p:nvPr/>
        </p:nvSpPr>
        <p:spPr>
          <a:xfrm xmlns:a="http://schemas.openxmlformats.org/drawingml/2006/main">
            <a:off x="7810500" y="209550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等分布荷重</a:t>
            </a:r>
          </a:p>
        </p:txBody>
      </p:sp>
      <p:sp>
        <p:nvSpPr>
          <p:cNvPr id="14" name="">
            <a:extLst xmlns:a="http://schemas.openxmlformats.org/drawingml/2006/main">
              <a:ext uri="{FF2B5EF4-FFF2-40B4-BE49-F238E27FC236}">
                <a16:creationId xmlns:a16="http://schemas.microsoft.com/office/drawing/2014/main" id="{F8DD265C-EE6D-492F-B0B8-37F1837F4D4B}"/>
              </a:ext>
            </a:extLst>
          </p:cNvPr>
          <p:cNvSpPr>
            <a:spLocks xmlns:a="http://schemas.openxmlformats.org/drawingml/2006/main" noGrp="1"/>
          </p:cNvSpPr>
          <p:nvPr/>
        </p:nvSpPr>
        <p:spPr>
          <a:xfrm xmlns:a="http://schemas.openxmlformats.org/drawingml/2006/main">
            <a:off x="7810500" y="2543175"/>
            <a:ext cx="371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V = 200 − 400x</a:t>
            </a:r>
          </a:p>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x = 0.50 mでV = 0</a:t>
            </a:r>
          </a:p>
        </p:txBody>
      </p:sp>
      <p:sp>
        <p:nvSpPr>
          <p:cNvPr id="15" name="">
            <a:extLst xmlns:a="http://schemas.openxmlformats.org/drawingml/2006/main">
              <a:ext uri="{FF2B5EF4-FFF2-40B4-BE49-F238E27FC236}">
                <a16:creationId xmlns:a16="http://schemas.microsoft.com/office/drawing/2014/main" id="{00B63486-63EE-429D-AD8C-201E6F85157D}"/>
              </a:ext>
            </a:extLst>
          </p:cNvPr>
          <p:cNvSpPr>
            <a:spLocks xmlns:a="http://schemas.openxmlformats.org/drawingml/2006/main" noGrp="1"/>
          </p:cNvSpPr>
          <p:nvPr/>
        </p:nvSpPr>
        <p:spPr>
          <a:xfrm xmlns:a="http://schemas.openxmlformats.org/drawingml/2006/main">
            <a:off x="7810500" y="3476625"/>
            <a:ext cx="3714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buNone/>
              <a:defRPr sz="2025" b="1">
                <a:solidFill>
                  <a:srgbClr val="2876A8"/>
                </a:solidFill>
                <a:latin typeface="Yu Gothic"/>
                <a:ea typeface="Yu Gothic"/>
                <a:cs typeface="Yu Gothic"/>
              </a:defRPr>
            </a:lvl1pPr>
            <a:lvl2pPr>
              <a:buNone/>
              <a:defRPr sz="2025" b="1">
                <a:solidFill>
                  <a:srgbClr val="2876A8"/>
                </a:solidFill>
                <a:latin typeface="Yu Gothic"/>
                <a:ea typeface="Yu Gothic"/>
                <a:cs typeface="Yu Gothic"/>
              </a:defRPr>
            </a:lvl2pPr>
            <a:lvl3pPr>
              <a:buNone/>
              <a:defRPr sz="2025" b="1">
                <a:solidFill>
                  <a:srgbClr val="2876A8"/>
                </a:solidFill>
                <a:latin typeface="Yu Gothic"/>
                <a:ea typeface="Yu Gothic"/>
                <a:cs typeface="Yu Gothic"/>
              </a:defRPr>
            </a:lvl3pPr>
            <a:lvl4pPr>
              <a:buNone/>
              <a:defRPr sz="2025" b="1">
                <a:solidFill>
                  <a:srgbClr val="2876A8"/>
                </a:solidFill>
                <a:latin typeface="Yu Gothic"/>
                <a:ea typeface="Yu Gothic"/>
                <a:cs typeface="Yu Gothic"/>
              </a:defRPr>
            </a:lvl4pPr>
            <a:lvl5pPr>
              <a:buNone/>
              <a:defRPr sz="2025" b="1">
                <a:solidFill>
                  <a:srgbClr val="2876A8"/>
                </a:solidFill>
                <a:latin typeface="Yu Gothic"/>
                <a:ea typeface="Yu Gothic"/>
                <a:cs typeface="Yu Gothic"/>
              </a:defRPr>
            </a:lvl5pPr>
            <a:lvl6pPr>
              <a:buNone/>
              <a:defRPr sz="2025" b="1">
                <a:solidFill>
                  <a:srgbClr val="2876A8"/>
                </a:solidFill>
                <a:latin typeface="Yu Gothic"/>
                <a:ea typeface="Yu Gothic"/>
                <a:cs typeface="Yu Gothic"/>
              </a:defRPr>
            </a:lvl6pPr>
            <a:lvl7pPr>
              <a:buNone/>
              <a:defRPr sz="2025" b="1">
                <a:solidFill>
                  <a:srgbClr val="2876A8"/>
                </a:solidFill>
                <a:latin typeface="Yu Gothic"/>
                <a:ea typeface="Yu Gothic"/>
                <a:cs typeface="Yu Gothic"/>
              </a:defRPr>
            </a:lvl7pPr>
            <a:lvl8pPr>
              <a:buNone/>
              <a:defRPr sz="2025" b="1">
                <a:solidFill>
                  <a:srgbClr val="2876A8"/>
                </a:solidFill>
                <a:latin typeface="Yu Gothic"/>
                <a:ea typeface="Yu Gothic"/>
                <a:cs typeface="Yu Gothic"/>
              </a:defRPr>
            </a:lvl8pPr>
            <a:lvl9pPr>
              <a:buNone/>
              <a:defRPr sz="2025" b="1">
                <a:solidFill>
                  <a:srgbClr val="2876A8"/>
                </a:solidFill>
                <a:latin typeface="Yu Gothic"/>
                <a:ea typeface="Yu Gothic"/>
                <a:cs typeface="Yu Gothic"/>
              </a:defRPr>
            </a:lvl9pPr>
          </a:lstStyle>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M最大 = 200×0.50÷2</a:t>
            </a:r>
          </a:p>
          <a:p xmlns:a="http://schemas.openxmlformats.org/drawingml/2006/main">
            <a:pPr>
              <a:buNone/>
              <a:defRPr sz="2025" b="1">
                <a:solidFill>
                  <a:srgbClr val="2876A8"/>
                </a:solidFill>
                <a:latin typeface="Yu Gothic"/>
                <a:ea typeface="Yu Gothic"/>
                <a:cs typeface="Yu Gothic"/>
              </a:defRPr>
            </a:pPr>
            <a:r>
              <a:rPr sz="2025" b="1">
                <a:solidFill>
                  <a:srgbClr val="2876A8"/>
                </a:solidFill>
                <a:latin typeface="Yu Gothic"/>
                <a:ea typeface="Yu Gothic"/>
                <a:cs typeface="Yu Gothic"/>
              </a:rPr>
              <a:t>= 50 N·m</a:t>
            </a:r>
          </a:p>
        </p:txBody>
      </p:sp>
      <p:sp>
        <p:nvSpPr>
          <p:cNvPr id="16" name="">
            <a:extLst xmlns:a="http://schemas.openxmlformats.org/drawingml/2006/main">
              <a:ext uri="{FF2B5EF4-FFF2-40B4-BE49-F238E27FC236}">
                <a16:creationId xmlns:a16="http://schemas.microsoft.com/office/drawing/2014/main" id="{4CEF6399-2752-44D8-8EEC-EBCDD0844A95}"/>
              </a:ext>
            </a:extLst>
          </p:cNvPr>
          <p:cNvSpPr>
            <a:spLocks xmlns:a="http://schemas.openxmlformats.org/drawingml/2006/main" noGrp="1"/>
          </p:cNvSpPr>
          <p:nvPr/>
        </p:nvSpPr>
        <p:spPr>
          <a:xfrm xmlns:a="http://schemas.openxmlformats.org/drawingml/2006/main">
            <a:off x="7810500" y="447675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AD8760"/>
                </a:solidFill>
                <a:latin typeface="Yu Gothic"/>
                <a:ea typeface="Yu Gothic"/>
                <a:cs typeface="Yu Gothic"/>
              </a:defRPr>
            </a:defPPr>
            <a:lvl1pPr>
              <a:buNone/>
              <a:defRPr sz="2100" b="1">
                <a:solidFill>
                  <a:srgbClr val="AD8760"/>
                </a:solidFill>
                <a:latin typeface="Yu Gothic"/>
                <a:ea typeface="Yu Gothic"/>
                <a:cs typeface="Yu Gothic"/>
              </a:defRPr>
            </a:lvl1pPr>
            <a:lvl2pPr>
              <a:buNone/>
              <a:defRPr sz="2100" b="1">
                <a:solidFill>
                  <a:srgbClr val="AD8760"/>
                </a:solidFill>
                <a:latin typeface="Yu Gothic"/>
                <a:ea typeface="Yu Gothic"/>
                <a:cs typeface="Yu Gothic"/>
              </a:defRPr>
            </a:lvl2pPr>
            <a:lvl3pPr>
              <a:buNone/>
              <a:defRPr sz="2100" b="1">
                <a:solidFill>
                  <a:srgbClr val="AD8760"/>
                </a:solidFill>
                <a:latin typeface="Yu Gothic"/>
                <a:ea typeface="Yu Gothic"/>
                <a:cs typeface="Yu Gothic"/>
              </a:defRPr>
            </a:lvl3pPr>
            <a:lvl4pPr>
              <a:buNone/>
              <a:defRPr sz="2100" b="1">
                <a:solidFill>
                  <a:srgbClr val="AD8760"/>
                </a:solidFill>
                <a:latin typeface="Yu Gothic"/>
                <a:ea typeface="Yu Gothic"/>
                <a:cs typeface="Yu Gothic"/>
              </a:defRPr>
            </a:lvl4pPr>
            <a:lvl5pPr>
              <a:buNone/>
              <a:defRPr sz="2100" b="1">
                <a:solidFill>
                  <a:srgbClr val="AD8760"/>
                </a:solidFill>
                <a:latin typeface="Yu Gothic"/>
                <a:ea typeface="Yu Gothic"/>
                <a:cs typeface="Yu Gothic"/>
              </a:defRPr>
            </a:lvl5pPr>
            <a:lvl6pPr>
              <a:buNone/>
              <a:defRPr sz="2100" b="1">
                <a:solidFill>
                  <a:srgbClr val="AD8760"/>
                </a:solidFill>
                <a:latin typeface="Yu Gothic"/>
                <a:ea typeface="Yu Gothic"/>
                <a:cs typeface="Yu Gothic"/>
              </a:defRPr>
            </a:lvl6pPr>
            <a:lvl7pPr>
              <a:buNone/>
              <a:defRPr sz="2100" b="1">
                <a:solidFill>
                  <a:srgbClr val="AD8760"/>
                </a:solidFill>
                <a:latin typeface="Yu Gothic"/>
                <a:ea typeface="Yu Gothic"/>
                <a:cs typeface="Yu Gothic"/>
              </a:defRPr>
            </a:lvl7pPr>
            <a:lvl8pPr>
              <a:buNone/>
              <a:defRPr sz="2100" b="1">
                <a:solidFill>
                  <a:srgbClr val="AD8760"/>
                </a:solidFill>
                <a:latin typeface="Yu Gothic"/>
                <a:ea typeface="Yu Gothic"/>
                <a:cs typeface="Yu Gothic"/>
              </a:defRPr>
            </a:lvl8pPr>
            <a:lvl9pPr>
              <a:buNone/>
              <a:defRPr sz="2100" b="1">
                <a:solidFill>
                  <a:srgbClr val="AD8760"/>
                </a:solidFill>
                <a:latin typeface="Yu Gothic"/>
                <a:ea typeface="Yu Gothic"/>
                <a:cs typeface="Yu Gothic"/>
              </a:defRPr>
            </a:lvl9pPr>
          </a:lstStyle>
          <a:p xmlns:a="http://schemas.openxmlformats.org/drawingml/2006/main">
            <a:pPr>
              <a:buNone/>
              <a:defRPr sz="2100" b="1">
                <a:solidFill>
                  <a:srgbClr val="AD8760"/>
                </a:solidFill>
                <a:latin typeface="Yu Gothic"/>
                <a:ea typeface="Yu Gothic"/>
                <a:cs typeface="Yu Gothic"/>
              </a:defRPr>
            </a:pPr>
            <a:r>
              <a:rPr sz="2100" b="1">
                <a:solidFill>
                  <a:srgbClr val="AD8760"/>
                </a:solidFill>
                <a:latin typeface="Yu Gothic"/>
                <a:ea typeface="Yu Gothic"/>
                <a:cs typeface="Yu Gothic"/>
              </a:rPr>
              <a:t>中央集中荷重</a:t>
            </a:r>
          </a:p>
        </p:txBody>
      </p:sp>
      <p:sp>
        <p:nvSpPr>
          <p:cNvPr id="17" name="">
            <a:extLst xmlns:a="http://schemas.openxmlformats.org/drawingml/2006/main">
              <a:ext uri="{FF2B5EF4-FFF2-40B4-BE49-F238E27FC236}">
                <a16:creationId xmlns:a16="http://schemas.microsoft.com/office/drawing/2014/main" id="{5B2AD912-86AE-43AB-9E3B-3E2D66FEC29C}"/>
              </a:ext>
            </a:extLst>
          </p:cNvPr>
          <p:cNvSpPr>
            <a:spLocks xmlns:a="http://schemas.openxmlformats.org/drawingml/2006/main" noGrp="1"/>
          </p:cNvSpPr>
          <p:nvPr/>
        </p:nvSpPr>
        <p:spPr>
          <a:xfrm xmlns:a="http://schemas.openxmlformats.org/drawingml/2006/main">
            <a:off x="7810500" y="4905375"/>
            <a:ext cx="371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AD8760"/>
                </a:solidFill>
                <a:latin typeface="Yu Gothic"/>
                <a:ea typeface="Yu Gothic"/>
                <a:cs typeface="Yu Gothic"/>
              </a:defRPr>
            </a:defPPr>
            <a:lvl1pPr>
              <a:buNone/>
              <a:defRPr sz="2025" b="1">
                <a:solidFill>
                  <a:srgbClr val="AD8760"/>
                </a:solidFill>
                <a:latin typeface="Yu Gothic"/>
                <a:ea typeface="Yu Gothic"/>
                <a:cs typeface="Yu Gothic"/>
              </a:defRPr>
            </a:lvl1pPr>
            <a:lvl2pPr>
              <a:buNone/>
              <a:defRPr sz="2025" b="1">
                <a:solidFill>
                  <a:srgbClr val="AD8760"/>
                </a:solidFill>
                <a:latin typeface="Yu Gothic"/>
                <a:ea typeface="Yu Gothic"/>
                <a:cs typeface="Yu Gothic"/>
              </a:defRPr>
            </a:lvl2pPr>
            <a:lvl3pPr>
              <a:buNone/>
              <a:defRPr sz="2025" b="1">
                <a:solidFill>
                  <a:srgbClr val="AD8760"/>
                </a:solidFill>
                <a:latin typeface="Yu Gothic"/>
                <a:ea typeface="Yu Gothic"/>
                <a:cs typeface="Yu Gothic"/>
              </a:defRPr>
            </a:lvl3pPr>
            <a:lvl4pPr>
              <a:buNone/>
              <a:defRPr sz="2025" b="1">
                <a:solidFill>
                  <a:srgbClr val="AD8760"/>
                </a:solidFill>
                <a:latin typeface="Yu Gothic"/>
                <a:ea typeface="Yu Gothic"/>
                <a:cs typeface="Yu Gothic"/>
              </a:defRPr>
            </a:lvl4pPr>
            <a:lvl5pPr>
              <a:buNone/>
              <a:defRPr sz="2025" b="1">
                <a:solidFill>
                  <a:srgbClr val="AD8760"/>
                </a:solidFill>
                <a:latin typeface="Yu Gothic"/>
                <a:ea typeface="Yu Gothic"/>
                <a:cs typeface="Yu Gothic"/>
              </a:defRPr>
            </a:lvl5pPr>
            <a:lvl6pPr>
              <a:buNone/>
              <a:defRPr sz="2025" b="1">
                <a:solidFill>
                  <a:srgbClr val="AD8760"/>
                </a:solidFill>
                <a:latin typeface="Yu Gothic"/>
                <a:ea typeface="Yu Gothic"/>
                <a:cs typeface="Yu Gothic"/>
              </a:defRPr>
            </a:lvl6pPr>
            <a:lvl7pPr>
              <a:buNone/>
              <a:defRPr sz="2025" b="1">
                <a:solidFill>
                  <a:srgbClr val="AD8760"/>
                </a:solidFill>
                <a:latin typeface="Yu Gothic"/>
                <a:ea typeface="Yu Gothic"/>
                <a:cs typeface="Yu Gothic"/>
              </a:defRPr>
            </a:lvl7pPr>
            <a:lvl8pPr>
              <a:buNone/>
              <a:defRPr sz="2025" b="1">
                <a:solidFill>
                  <a:srgbClr val="AD8760"/>
                </a:solidFill>
                <a:latin typeface="Yu Gothic"/>
                <a:ea typeface="Yu Gothic"/>
                <a:cs typeface="Yu Gothic"/>
              </a:defRPr>
            </a:lvl8pPr>
            <a:lvl9pPr>
              <a:buNone/>
              <a:defRPr sz="2025" b="1">
                <a:solidFill>
                  <a:srgbClr val="AD8760"/>
                </a:solidFill>
                <a:latin typeface="Yu Gothic"/>
                <a:ea typeface="Yu Gothic"/>
                <a:cs typeface="Yu Gothic"/>
              </a:defRPr>
            </a:lvl9pPr>
          </a:lstStyle>
          <a:p xmlns:a="http://schemas.openxmlformats.org/drawingml/2006/main">
            <a:pP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M最大 = 200×0.50</a:t>
            </a:r>
          </a:p>
          <a:p xmlns:a="http://schemas.openxmlformats.org/drawingml/2006/main">
            <a:pPr>
              <a:buNone/>
              <a:defRPr sz="2025" b="1">
                <a:solidFill>
                  <a:srgbClr val="AD8760"/>
                </a:solidFill>
                <a:latin typeface="Yu Gothic"/>
                <a:ea typeface="Yu Gothic"/>
                <a:cs typeface="Yu Gothic"/>
              </a:defRPr>
            </a:pPr>
            <a:r>
              <a:rPr sz="2025" b="1">
                <a:solidFill>
                  <a:srgbClr val="AD8760"/>
                </a:solidFill>
                <a:latin typeface="Yu Gothic"/>
                <a:ea typeface="Yu Gothic"/>
                <a:cs typeface="Yu Gothic"/>
              </a:rPr>
              <a:t>= 100 N·m</a:t>
            </a:r>
          </a:p>
        </p:txBody>
      </p:sp>
      <p:sp>
        <p:nvSpPr>
          <p:cNvPr id="18" name="">
            <a:extLst xmlns:a="http://schemas.openxmlformats.org/drawingml/2006/main">
              <a:ext uri="{FF2B5EF4-FFF2-40B4-BE49-F238E27FC236}">
                <a16:creationId xmlns:a16="http://schemas.microsoft.com/office/drawing/2014/main" id="{BD7DE31D-B9CA-475A-9E1C-016173AFB8D8}"/>
              </a:ext>
            </a:extLst>
          </p:cNvPr>
          <p:cNvSpPr>
            <a:spLocks xmlns:a="http://schemas.openxmlformats.org/drawingml/2006/main" noGrp="1"/>
          </p:cNvSpPr>
          <p:nvPr/>
        </p:nvSpPr>
        <p:spPr>
          <a:xfrm xmlns:a="http://schemas.openxmlformats.org/drawingml/2006/main">
            <a:off x="685800" y="569595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71818B"/>
                </a:solidFill>
                <a:latin typeface="Yu Gothic"/>
                <a:ea typeface="Yu Gothic"/>
                <a:cs typeface="Yu Gothic"/>
              </a:defRPr>
            </a:defPPr>
            <a:lvl1pPr>
              <a:buNone/>
              <a:defRPr sz="1650" b="0">
                <a:solidFill>
                  <a:srgbClr val="71818B"/>
                </a:solidFill>
                <a:latin typeface="Yu Gothic"/>
                <a:ea typeface="Yu Gothic"/>
                <a:cs typeface="Yu Gothic"/>
              </a:defRPr>
            </a:lvl1pPr>
            <a:lvl2pPr>
              <a:buNone/>
              <a:defRPr sz="1650" b="0">
                <a:solidFill>
                  <a:srgbClr val="71818B"/>
                </a:solidFill>
                <a:latin typeface="Yu Gothic"/>
                <a:ea typeface="Yu Gothic"/>
                <a:cs typeface="Yu Gothic"/>
              </a:defRPr>
            </a:lvl2pPr>
            <a:lvl3pPr>
              <a:buNone/>
              <a:defRPr sz="1650" b="0">
                <a:solidFill>
                  <a:srgbClr val="71818B"/>
                </a:solidFill>
                <a:latin typeface="Yu Gothic"/>
                <a:ea typeface="Yu Gothic"/>
                <a:cs typeface="Yu Gothic"/>
              </a:defRPr>
            </a:lvl3pPr>
            <a:lvl4pPr>
              <a:buNone/>
              <a:defRPr sz="1650" b="0">
                <a:solidFill>
                  <a:srgbClr val="71818B"/>
                </a:solidFill>
                <a:latin typeface="Yu Gothic"/>
                <a:ea typeface="Yu Gothic"/>
                <a:cs typeface="Yu Gothic"/>
              </a:defRPr>
            </a:lvl4pPr>
            <a:lvl5pPr>
              <a:buNone/>
              <a:defRPr sz="1650" b="0">
                <a:solidFill>
                  <a:srgbClr val="71818B"/>
                </a:solidFill>
                <a:latin typeface="Yu Gothic"/>
                <a:ea typeface="Yu Gothic"/>
                <a:cs typeface="Yu Gothic"/>
              </a:defRPr>
            </a:lvl5pPr>
            <a:lvl6pPr>
              <a:buNone/>
              <a:defRPr sz="1650" b="0">
                <a:solidFill>
                  <a:srgbClr val="71818B"/>
                </a:solidFill>
                <a:latin typeface="Yu Gothic"/>
                <a:ea typeface="Yu Gothic"/>
                <a:cs typeface="Yu Gothic"/>
              </a:defRPr>
            </a:lvl6pPr>
            <a:lvl7pPr>
              <a:buNone/>
              <a:defRPr sz="1650" b="0">
                <a:solidFill>
                  <a:srgbClr val="71818B"/>
                </a:solidFill>
                <a:latin typeface="Yu Gothic"/>
                <a:ea typeface="Yu Gothic"/>
                <a:cs typeface="Yu Gothic"/>
              </a:defRPr>
            </a:lvl7pPr>
            <a:lvl8pPr>
              <a:buNone/>
              <a:defRPr sz="1650" b="0">
                <a:solidFill>
                  <a:srgbClr val="71818B"/>
                </a:solidFill>
                <a:latin typeface="Yu Gothic"/>
                <a:ea typeface="Yu Gothic"/>
                <a:cs typeface="Yu Gothic"/>
              </a:defRPr>
            </a:lvl8pPr>
            <a:lvl9pPr>
              <a:buNone/>
              <a:defRPr sz="1650" b="0">
                <a:solidFill>
                  <a:srgbClr val="71818B"/>
                </a:solidFill>
                <a:latin typeface="Yu Gothic"/>
                <a:ea typeface="Yu Gothic"/>
                <a:cs typeface="Yu Gothic"/>
              </a:defRPr>
            </a:lvl9pPr>
          </a:lstStyle>
          <a:p xmlns:a="http://schemas.openxmlformats.org/drawingml/2006/main">
            <a:pPr>
              <a:buNone/>
              <a:defRPr sz="1650" b="0">
                <a:solidFill>
                  <a:srgbClr val="71818B"/>
                </a:solidFill>
                <a:latin typeface="Yu Gothic"/>
                <a:ea typeface="Yu Gothic"/>
                <a:cs typeface="Yu Gothic"/>
              </a:defRPr>
            </a:pPr>
            <a:r>
              <a:rPr sz="1650" b="0">
                <a:solidFill>
                  <a:srgbClr val="71818B"/>
                </a:solidFill>
                <a:latin typeface="Yu Gothic"/>
                <a:ea typeface="Yu Gothic"/>
                <a:cs typeface="Yu Gothic"/>
              </a:rPr>
              <a:t>合力で置換しても、断面の左右にある荷重の分かれ方は異なる。内部の線図は別に求める。</a:t>
            </a:r>
          </a:p>
        </p:txBody>
      </p:sp>
    </p:spTree>
    <p:extLst>
      <p:ext uri="{BB962C8B-B14F-4D97-AF65-F5344CB8AC3E}">
        <p14:creationId xmlns:p14="http://schemas.microsoft.com/office/powerpoint/2010/main" val="70955821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DE54C6-B1F4-41FA-AE2D-3A241C2E292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教科の内容と、大学で深める理解</a:t>
            </a:r>
          </a:p>
        </p:txBody>
      </p:sp>
      <p:sp>
        <p:nvSpPr>
          <p:cNvPr id="2" name="">
            <a:extLst xmlns:a="http://schemas.openxmlformats.org/drawingml/2006/main">
              <a:ext uri="{FF2B5EF4-FFF2-40B4-BE49-F238E27FC236}">
                <a16:creationId xmlns:a16="http://schemas.microsoft.com/office/drawing/2014/main" id="{4939A961-7C09-4959-A3B2-C8BE7026C01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AB2D9AB-CC11-4A9C-B52C-FA64709D222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graphicFrame>
        <p:nvGraphicFramePr>
          <p:cNvPr id="4" name="">
            <a:extLst xmlns:a="http://schemas.openxmlformats.org/drawingml/2006/main">
              <a:ext uri="{FF2B5EF4-FFF2-40B4-BE49-F238E27FC236}">
                <a16:creationId xmlns:a16="http://schemas.microsoft.com/office/drawing/2014/main" id="{465E139F-50C1-482C-8E10-E96D9421E815}"/>
              </a:ext>
            </a:extLst>
          </p:cNvPr>
          <p:cNvGraphicFramePr/>
          <p:nvPr/>
        </p:nvGraphicFramePr>
        <p:xfrm>
          <a:off xmlns:a="http://schemas.openxmlformats.org/drawingml/2006/main" x="714375" y="1809750"/>
          <a:ext xmlns:a="http://schemas.openxmlformats.org/drawingml/2006/main" cx="10763250" cy="2971800"/>
        </p:xfrm>
        <a:graphic xmlns:a="http://schemas.openxmlformats.org/drawingml/2006/main">
          <a:graphicData uri="http://schemas.openxmlformats.org/drawingml/2006/table">
            <a:tbl>
              <a:tblPr/>
              <a:tblGrid>
                <a:gridCol w="3429000"/>
                <a:gridCol w="7334250"/>
              </a:tblGrid>
              <a:tr h="742950">
                <a:tc>
                  <a:txBody>
                    <a:bodyPr lIns="85725" tIns="85725" rIns="85725" bIns="85725"/>
                    <a:lstStyle/>
                    <a:p>
                      <a:r>
                        <a:rPr sz="2175" b="1">
                          <a:solidFill>
                            <a:srgbClr val="FFFFFF"/>
                          </a:solidFill>
                          <a:latin typeface="Yu Gothic"/>
                          <a:ea typeface="Yu Gothic"/>
                          <a:cs typeface="Yu Gothic"/>
                        </a:rPr>
                        <a:t>場面</a:t>
                      </a:r>
                    </a:p>
                  </a:txBody>
                  <a:tcPr marL="91440" marR="91440" marT="45720" marB="45720">
                    <a:solidFill>
                      <a:srgbClr val="193B59"/>
                    </a:solidFill>
                  </a:tcPr>
                </a:tc>
                <a:tc>
                  <a:txBody>
                    <a:bodyPr lIns="85725" tIns="85725" rIns="85725" bIns="85725"/>
                    <a:lstStyle/>
                    <a:p>
                      <a:r>
                        <a:rPr sz="2175" b="1">
                          <a:solidFill>
                            <a:srgbClr val="FFFFFF"/>
                          </a:solidFill>
                          <a:latin typeface="Yu Gothic"/>
                          <a:ea typeface="Yu Gothic"/>
                          <a:cs typeface="Yu Gothic"/>
                        </a:rPr>
                        <a:t>専門的な理解を使うこと</a:t>
                      </a:r>
                    </a:p>
                  </a:txBody>
                  <a:tcPr marL="91440" marR="91440" marT="45720" marB="45720">
                    <a:solidFill>
                      <a:srgbClr val="193B59"/>
                    </a:solidFill>
                  </a:tcPr>
                </a:tc>
              </a:tr>
              <a:tr h="742950">
                <a:tc>
                  <a:txBody>
                    <a:bodyPr lIns="85725" tIns="85725" rIns="85725" bIns="85725"/>
                    <a:lstStyle/>
                    <a:p>
                      <a:r>
                        <a:rPr sz="2175" b="0">
                          <a:solidFill>
                            <a:srgbClr val="263D4D"/>
                          </a:solidFill>
                          <a:latin typeface="Yu Gothic"/>
                          <a:ea typeface="Yu Gothic"/>
                          <a:cs typeface="Yu Gothic"/>
                        </a:rPr>
                        <a:t>中学校 技術分野A</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支え方と荷重位置を変えた観察を説明</a:t>
                      </a:r>
                    </a:p>
                  </a:txBody>
                  <a:tcPr marL="91440" marR="91440" marT="45720" marB="45720">
                    <a:solidFill>
                      <a:srgbClr val="E8F0F4"/>
                    </a:solidFill>
                  </a:tcPr>
                </a:tc>
              </a:tr>
              <a:tr h="742950">
                <a:tc>
                  <a:txBody>
                    <a:bodyPr lIns="85725" tIns="85725" rIns="85725" bIns="85725"/>
                    <a:lstStyle/>
                    <a:p>
                      <a:r>
                        <a:rPr sz="2175" b="0">
                          <a:solidFill>
                            <a:srgbClr val="263D4D"/>
                          </a:solidFill>
                          <a:latin typeface="Yu Gothic"/>
                          <a:ea typeface="Yu Gothic"/>
                          <a:cs typeface="Yu Gothic"/>
                        </a:rPr>
                        <a:t>高校工業「機械設計」</a:t>
                      </a:r>
                    </a:p>
                  </a:txBody>
                  <a:tcPr marL="91440" marR="91440" marT="45720" marB="45720">
                    <a:solidFill>
                      <a:srgbClr val="FFFFFF"/>
                    </a:solidFill>
                  </a:tcPr>
                </a:tc>
                <a:tc>
                  <a:txBody>
                    <a:bodyPr lIns="85725" tIns="85725" rIns="85725" bIns="85725"/>
                    <a:lstStyle/>
                    <a:p>
                      <a:r>
                        <a:rPr sz="2175" b="0">
                          <a:solidFill>
                            <a:srgbClr val="263D4D"/>
                          </a:solidFill>
                          <a:latin typeface="Yu Gothic"/>
                          <a:ea typeface="Yu Gothic"/>
                          <a:cs typeface="Yu Gothic"/>
                        </a:rPr>
                        <a:t>力と回転のつり合い、断面の内力を計算</a:t>
                      </a:r>
                    </a:p>
                  </a:txBody>
                  <a:tcPr marL="91440" marR="91440" marT="45720" marB="45720">
                    <a:solidFill>
                      <a:srgbClr val="FFFFFF"/>
                    </a:solidFill>
                  </a:tcPr>
                </a:tc>
              </a:tr>
              <a:tr h="742950">
                <a:tc>
                  <a:txBody>
                    <a:bodyPr lIns="85725" tIns="85725" rIns="85725" bIns="85725"/>
                    <a:lstStyle/>
                    <a:p>
                      <a:r>
                        <a:rPr sz="2175" b="0">
                          <a:solidFill>
                            <a:srgbClr val="263D4D"/>
                          </a:solidFill>
                          <a:latin typeface="Yu Gothic"/>
                          <a:ea typeface="Yu Gothic"/>
                          <a:cs typeface="Yu Gothic"/>
                        </a:rPr>
                        <a:t>高校「情報Ⅰ」への題材提案</a:t>
                      </a:r>
                    </a:p>
                  </a:txBody>
                  <a:tcPr marL="91440" marR="91440" marT="45720" marB="45720">
                    <a:solidFill>
                      <a:srgbClr val="E8F0F4"/>
                    </a:solidFill>
                  </a:tcPr>
                </a:tc>
                <a:tc>
                  <a:txBody>
                    <a:bodyPr lIns="85725" tIns="85725" rIns="85725" bIns="85725"/>
                    <a:lstStyle/>
                    <a:p>
                      <a:r>
                        <a:rPr sz="2175" b="0">
                          <a:solidFill>
                            <a:srgbClr val="263D4D"/>
                          </a:solidFill>
                          <a:latin typeface="Yu Gothic"/>
                          <a:ea typeface="Yu Gothic"/>
                          <a:cs typeface="Yu Gothic"/>
                        </a:rPr>
                        <a:t>モデル・位置データ・計算結果の検証</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E80A7787-C743-47B6-AB1C-9B988A641CDD}"/>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49</a:t>
            </a:r>
          </a:p>
        </p:txBody>
      </p:sp>
      <p:sp>
        <p:nvSpPr>
          <p:cNvPr id="8" name="">
            <a:extLst xmlns:a="http://schemas.openxmlformats.org/drawingml/2006/main">
              <a:ext uri="{FF2B5EF4-FFF2-40B4-BE49-F238E27FC236}">
                <a16:creationId xmlns:a16="http://schemas.microsoft.com/office/drawing/2014/main" id="{916ABF39-2774-4053-AC33-083CFFE803BF}"/>
              </a:ext>
            </a:extLst>
          </p:cNvPr>
          <p:cNvSpPr>
            <a:spLocks xmlns:a="http://schemas.openxmlformats.org/drawingml/2006/main" noGrp="1"/>
          </p:cNvSpPr>
          <p:nvPr/>
        </p:nvSpPr>
        <p:spPr>
          <a:xfrm xmlns:a="http://schemas.openxmlformats.org/drawingml/2006/main">
            <a:off x="685800" y="5715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既存の教育課程との対応と、本講義からの授業提案を区別する。情報Ⅰの必修公式を示すものではない。</a:t>
            </a:r>
          </a:p>
        </p:txBody>
      </p:sp>
    </p:spTree>
    <p:extLst>
      <p:ext uri="{BB962C8B-B14F-4D97-AF65-F5344CB8AC3E}">
        <p14:creationId xmlns:p14="http://schemas.microsoft.com/office/powerpoint/2010/main" val="206237177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292B859-DBEF-47CC-9AFA-9A6E2F21A4E7}"/>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力のつり合いだけでは足りない</a:t>
            </a:r>
          </a:p>
        </p:txBody>
      </p:sp>
      <p:sp>
        <p:nvSpPr>
          <p:cNvPr id="2" name="">
            <a:extLst xmlns:a="http://schemas.openxmlformats.org/drawingml/2006/main">
              <a:ext uri="{FF2B5EF4-FFF2-40B4-BE49-F238E27FC236}">
                <a16:creationId xmlns:a16="http://schemas.microsoft.com/office/drawing/2014/main" id="{A8B9FB9E-94E8-47B6-A9E0-1B609402237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551B9E7-4DF0-45B7-B761-1333C0B479DD}"/>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1E5666FA-8885-40EE-890B-1B20F5BDABA7}"/>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単純支持、L = 1.20 m。Aから0.40 mに300 N。</a:t>
            </a:r>
          </a:p>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AI回答を想定した検討文（実際の出力ではない）：</a:t>
            </a:r>
          </a:p>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「R_A = 120 N、R_B = 180 N」</a:t>
            </a:r>
          </a:p>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力の合計とAまわりのモーメントを検算し、訂正する。</a:t>
            </a:r>
          </a:p>
        </p:txBody>
      </p:sp>
      <p:sp>
        <p:nvSpPr>
          <p:cNvPr id="5" name="">
            <a:extLst xmlns:a="http://schemas.openxmlformats.org/drawingml/2006/main">
              <a:ext uri="{FF2B5EF4-FFF2-40B4-BE49-F238E27FC236}">
                <a16:creationId xmlns:a16="http://schemas.microsoft.com/office/drawing/2014/main" id="{B1CD35A4-55C4-49F6-9070-0BBC26497570}"/>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2152D54-5509-49BF-AC4B-527FDA12AF9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765A935E-CD73-477F-B0C9-968894258109}"/>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49</a:t>
            </a:r>
          </a:p>
        </p:txBody>
      </p:sp>
    </p:spTree>
    <p:extLst>
      <p:ext uri="{BB962C8B-B14F-4D97-AF65-F5344CB8AC3E}">
        <p14:creationId xmlns:p14="http://schemas.microsoft.com/office/powerpoint/2010/main" val="174726533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AEE54E6-0702-4DE0-A4FC-A85BA196AC46}"/>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接続・想定問題1　解説：力のつり合いだけでは足りない</a:t>
            </a:r>
          </a:p>
        </p:txBody>
      </p:sp>
      <p:sp>
        <p:nvSpPr>
          <p:cNvPr id="2" name="">
            <a:extLst xmlns:a="http://schemas.openxmlformats.org/drawingml/2006/main">
              <a:ext uri="{FF2B5EF4-FFF2-40B4-BE49-F238E27FC236}">
                <a16:creationId xmlns:a16="http://schemas.microsoft.com/office/drawing/2014/main" id="{B1B240C0-2499-44B4-B8C8-7401234EA1C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DB53AED-1416-46FF-88BF-D401B604112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F372CD7A-AB04-4AFB-8715-9D11F73125E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力：120+180−300=0</a:t>
            </a:r>
          </a:p>
        </p:txBody>
      </p:sp>
      <p:sp>
        <p:nvSpPr>
          <p:cNvPr id="5" name="">
            <a:extLst xmlns:a="http://schemas.openxmlformats.org/drawingml/2006/main">
              <a:ext uri="{FF2B5EF4-FFF2-40B4-BE49-F238E27FC236}">
                <a16:creationId xmlns:a16="http://schemas.microsoft.com/office/drawing/2014/main" id="{36295EA1-C549-43CC-A6D3-12A6855D5E42}"/>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Aまわり：180×1.20−300×0.40=96 N·m</a:t>
            </a:r>
          </a:p>
        </p:txBody>
      </p:sp>
      <p:sp>
        <p:nvSpPr>
          <p:cNvPr id="6" name="">
            <a:extLst xmlns:a="http://schemas.openxmlformats.org/drawingml/2006/main">
              <a:ext uri="{FF2B5EF4-FFF2-40B4-BE49-F238E27FC236}">
                <a16:creationId xmlns:a16="http://schemas.microsoft.com/office/drawing/2014/main" id="{AC8F7544-0048-4297-B52C-C80F8E010DFA}"/>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回転のつり合いを満たしていない</a:t>
            </a:r>
          </a:p>
        </p:txBody>
      </p:sp>
      <p:sp>
        <p:nvSpPr>
          <p:cNvPr id="7" name="">
            <a:extLst xmlns:a="http://schemas.openxmlformats.org/drawingml/2006/main">
              <a:ext uri="{FF2B5EF4-FFF2-40B4-BE49-F238E27FC236}">
                <a16:creationId xmlns:a16="http://schemas.microsoft.com/office/drawing/2014/main" id="{C639669A-F350-4B6A-991B-3617A66066D1}"/>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正しくは R_A=200 N、R_B=100 N</a:t>
            </a:r>
          </a:p>
        </p:txBody>
      </p:sp>
      <p:sp>
        <p:nvSpPr>
          <p:cNvPr id="8" name="">
            <a:extLst xmlns:a="http://schemas.openxmlformats.org/drawingml/2006/main">
              <a:ext uri="{FF2B5EF4-FFF2-40B4-BE49-F238E27FC236}">
                <a16:creationId xmlns:a16="http://schemas.microsoft.com/office/drawing/2014/main" id="{4EB65C25-DD17-42EA-A933-F04C1029A7F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本編の参照スライド：9・11・14</a:t>
            </a:r>
          </a:p>
        </p:txBody>
      </p:sp>
      <p:sp>
        <p:nvSpPr>
          <p:cNvPr id="9" name="">
            <a:extLst xmlns:a="http://schemas.openxmlformats.org/drawingml/2006/main">
              <a:ext uri="{FF2B5EF4-FFF2-40B4-BE49-F238E27FC236}">
                <a16:creationId xmlns:a16="http://schemas.microsoft.com/office/drawing/2014/main" id="{FC960EFB-9221-4EB3-98D8-FD37786EA65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49</a:t>
            </a:r>
          </a:p>
        </p:txBody>
      </p:sp>
    </p:spTree>
    <p:extLst>
      <p:ext uri="{BB962C8B-B14F-4D97-AF65-F5344CB8AC3E}">
        <p14:creationId xmlns:p14="http://schemas.microsoft.com/office/powerpoint/2010/main" val="63033946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1D2036F-491D-46E4-83F9-1D10781D84D2}"/>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荷重点を動かした比較</a:t>
            </a:r>
          </a:p>
        </p:txBody>
      </p:sp>
      <p:sp>
        <p:nvSpPr>
          <p:cNvPr id="2" name="">
            <a:extLst xmlns:a="http://schemas.openxmlformats.org/drawingml/2006/main">
              <a:ext uri="{FF2B5EF4-FFF2-40B4-BE49-F238E27FC236}">
                <a16:creationId xmlns:a16="http://schemas.microsoft.com/office/drawing/2014/main" id="{D52F1D77-0BD9-4870-B757-391DDFB125A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0FD8880-95D1-4429-9D36-80E52FA1D06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F19812D8-7B2F-458A-B8AC-C6499A33C1EB}"/>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単純支持、L=1.20 m、P=400 N。荷重点aをAから0.30 mと0.60 mにした各場合の反力と最大Mを求める。自重を省く。</a:t>
            </a:r>
          </a:p>
        </p:txBody>
      </p:sp>
      <p:sp>
        <p:nvSpPr>
          <p:cNvPr id="5" name="">
            <a:extLst xmlns:a="http://schemas.openxmlformats.org/drawingml/2006/main">
              <a:ext uri="{FF2B5EF4-FFF2-40B4-BE49-F238E27FC236}">
                <a16:creationId xmlns:a16="http://schemas.microsoft.com/office/drawing/2014/main" id="{4A702410-0503-4A74-8FB6-30DBB961C494}"/>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A74B18FE-063E-4BDE-AE3D-63259FE5B47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BC6B083D-F0AC-4A02-BBA6-FA5A6713D90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49</a:t>
            </a:r>
          </a:p>
        </p:txBody>
      </p:sp>
    </p:spTree>
    <p:extLst>
      <p:ext uri="{BB962C8B-B14F-4D97-AF65-F5344CB8AC3E}">
        <p14:creationId xmlns:p14="http://schemas.microsoft.com/office/powerpoint/2010/main" val="444874414"/>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919FF13-7470-44EA-9F84-C1E2C9C0AB99}"/>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接続・想定問題2　解説：荷重点を動かした比較</a:t>
            </a:r>
          </a:p>
        </p:txBody>
      </p:sp>
      <p:sp>
        <p:nvSpPr>
          <p:cNvPr id="2" name="">
            <a:extLst xmlns:a="http://schemas.openxmlformats.org/drawingml/2006/main">
              <a:ext uri="{FF2B5EF4-FFF2-40B4-BE49-F238E27FC236}">
                <a16:creationId xmlns:a16="http://schemas.microsoft.com/office/drawing/2014/main" id="{B49A4C15-6543-490A-9CA3-CE8C6CE85E5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16D6983-C9B1-4F57-BFC4-F1145F0A2C8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25B2F89E-6029-4079-ADBF-6D05323273D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a=0.30 m：R_A=300 N、R_B=100 N</a:t>
            </a:r>
          </a:p>
        </p:txBody>
      </p:sp>
      <p:sp>
        <p:nvSpPr>
          <p:cNvPr id="5" name="">
            <a:extLst xmlns:a="http://schemas.openxmlformats.org/drawingml/2006/main">
              <a:ext uri="{FF2B5EF4-FFF2-40B4-BE49-F238E27FC236}">
                <a16:creationId xmlns:a16="http://schemas.microsoft.com/office/drawing/2014/main" id="{E4871A18-B11F-4D6C-966A-A0B813ADC18D}"/>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最大M=300×0.30=90 N·m</a:t>
            </a:r>
          </a:p>
        </p:txBody>
      </p:sp>
      <p:sp>
        <p:nvSpPr>
          <p:cNvPr id="6" name="">
            <a:extLst xmlns:a="http://schemas.openxmlformats.org/drawingml/2006/main">
              <a:ext uri="{FF2B5EF4-FFF2-40B4-BE49-F238E27FC236}">
                <a16:creationId xmlns:a16="http://schemas.microsoft.com/office/drawing/2014/main" id="{2F278C7D-EB9E-4A22-A172-3EFADEA1DF9E}"/>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a=0.60 m：反力は各200 N、最大M=120 N·m</a:t>
            </a:r>
          </a:p>
        </p:txBody>
      </p:sp>
      <p:sp>
        <p:nvSpPr>
          <p:cNvPr id="7" name="">
            <a:extLst xmlns:a="http://schemas.openxmlformats.org/drawingml/2006/main">
              <a:ext uri="{FF2B5EF4-FFF2-40B4-BE49-F238E27FC236}">
                <a16:creationId xmlns:a16="http://schemas.microsoft.com/office/drawing/2014/main" id="{C9FB2B9C-69F7-45F9-B3F1-87A430F69310}"/>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荷重位置を含む条件で比較する</a:t>
            </a:r>
          </a:p>
        </p:txBody>
      </p:sp>
      <p:sp>
        <p:nvSpPr>
          <p:cNvPr id="8" name="">
            <a:extLst xmlns:a="http://schemas.openxmlformats.org/drawingml/2006/main">
              <a:ext uri="{FF2B5EF4-FFF2-40B4-BE49-F238E27FC236}">
                <a16:creationId xmlns:a16="http://schemas.microsoft.com/office/drawing/2014/main" id="{F669BB26-D08E-41B8-BBDB-064D3073D13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本編の参照スライド：14・28・29</a:t>
            </a:r>
          </a:p>
        </p:txBody>
      </p:sp>
      <p:sp>
        <p:nvSpPr>
          <p:cNvPr id="9" name="">
            <a:extLst xmlns:a="http://schemas.openxmlformats.org/drawingml/2006/main">
              <a:ext uri="{FF2B5EF4-FFF2-40B4-BE49-F238E27FC236}">
                <a16:creationId xmlns:a16="http://schemas.microsoft.com/office/drawing/2014/main" id="{F2E8F747-555B-4D01-AFA1-9FDCC13ED996}"/>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49</a:t>
            </a:r>
          </a:p>
        </p:txBody>
      </p:sp>
    </p:spTree>
    <p:extLst>
      <p:ext uri="{BB962C8B-B14F-4D97-AF65-F5344CB8AC3E}">
        <p14:creationId xmlns:p14="http://schemas.microsoft.com/office/powerpoint/2010/main" val="57241810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3F4FBA-9E61-498C-A21C-30A1D700311F}"/>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同じ総荷重と、異なる分布</a:t>
            </a:r>
          </a:p>
        </p:txBody>
      </p:sp>
      <p:sp>
        <p:nvSpPr>
          <p:cNvPr id="2" name="">
            <a:extLst xmlns:a="http://schemas.openxmlformats.org/drawingml/2006/main">
              <a:ext uri="{FF2B5EF4-FFF2-40B4-BE49-F238E27FC236}">
                <a16:creationId xmlns:a16="http://schemas.microsoft.com/office/drawing/2014/main" id="{F442D883-9509-4E55-BDC6-C05FE49AD66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F02D055-015E-49E7-86BB-1D5AC542F04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F6749B0E-C5BA-48D9-B34B-3746B9973C16}"/>
              </a:ext>
            </a:extLst>
          </p:cNvPr>
          <p:cNvSpPr>
            <a:spLocks xmlns:a="http://schemas.openxmlformats.org/drawingml/2006/main" noGrp="1"/>
          </p:cNvSpPr>
          <p:nvPr/>
        </p:nvSpPr>
        <p:spPr>
          <a:xfrm xmlns:a="http://schemas.openxmlformats.org/drawingml/2006/main">
            <a:off x="809625" y="1666875"/>
            <a:ext cx="10572750"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63D4D"/>
                </a:solidFill>
                <a:latin typeface="Yu Gothic"/>
                <a:ea typeface="Yu Gothic"/>
                <a:cs typeface="Yu Gothic"/>
              </a:defRPr>
            </a:defPPr>
            <a:lvl1pPr>
              <a:buNone/>
              <a:defRPr sz="2325" b="0">
                <a:solidFill>
                  <a:srgbClr val="263D4D"/>
                </a:solidFill>
                <a:latin typeface="Yu Gothic"/>
                <a:ea typeface="Yu Gothic"/>
                <a:cs typeface="Yu Gothic"/>
              </a:defRPr>
            </a:lvl1pPr>
            <a:lvl2pPr>
              <a:buNone/>
              <a:defRPr sz="2325" b="0">
                <a:solidFill>
                  <a:srgbClr val="263D4D"/>
                </a:solidFill>
                <a:latin typeface="Yu Gothic"/>
                <a:ea typeface="Yu Gothic"/>
                <a:cs typeface="Yu Gothic"/>
              </a:defRPr>
            </a:lvl2pPr>
            <a:lvl3pPr>
              <a:buNone/>
              <a:defRPr sz="2325" b="0">
                <a:solidFill>
                  <a:srgbClr val="263D4D"/>
                </a:solidFill>
                <a:latin typeface="Yu Gothic"/>
                <a:ea typeface="Yu Gothic"/>
                <a:cs typeface="Yu Gothic"/>
              </a:defRPr>
            </a:lvl3pPr>
            <a:lvl4pPr>
              <a:buNone/>
              <a:defRPr sz="2325" b="0">
                <a:solidFill>
                  <a:srgbClr val="263D4D"/>
                </a:solidFill>
                <a:latin typeface="Yu Gothic"/>
                <a:ea typeface="Yu Gothic"/>
                <a:cs typeface="Yu Gothic"/>
              </a:defRPr>
            </a:lvl4pPr>
            <a:lvl5pPr>
              <a:buNone/>
              <a:defRPr sz="2325" b="0">
                <a:solidFill>
                  <a:srgbClr val="263D4D"/>
                </a:solidFill>
                <a:latin typeface="Yu Gothic"/>
                <a:ea typeface="Yu Gothic"/>
                <a:cs typeface="Yu Gothic"/>
              </a:defRPr>
            </a:lvl5pPr>
            <a:lvl6pPr>
              <a:buNone/>
              <a:defRPr sz="2325" b="0">
                <a:solidFill>
                  <a:srgbClr val="263D4D"/>
                </a:solidFill>
                <a:latin typeface="Yu Gothic"/>
                <a:ea typeface="Yu Gothic"/>
                <a:cs typeface="Yu Gothic"/>
              </a:defRPr>
            </a:lvl6pPr>
            <a:lvl7pPr>
              <a:buNone/>
              <a:defRPr sz="2325" b="0">
                <a:solidFill>
                  <a:srgbClr val="263D4D"/>
                </a:solidFill>
                <a:latin typeface="Yu Gothic"/>
                <a:ea typeface="Yu Gothic"/>
                <a:cs typeface="Yu Gothic"/>
              </a:defRPr>
            </a:lvl7pPr>
            <a:lvl8pPr>
              <a:buNone/>
              <a:defRPr sz="2325" b="0">
                <a:solidFill>
                  <a:srgbClr val="263D4D"/>
                </a:solidFill>
                <a:latin typeface="Yu Gothic"/>
                <a:ea typeface="Yu Gothic"/>
                <a:cs typeface="Yu Gothic"/>
              </a:defRPr>
            </a:lvl8pPr>
            <a:lvl9pPr>
              <a:buNone/>
              <a:defRPr sz="2325" b="0">
                <a:solidFill>
                  <a:srgbClr val="263D4D"/>
                </a:solidFill>
                <a:latin typeface="Yu Gothic"/>
                <a:ea typeface="Yu Gothic"/>
                <a:cs typeface="Yu Gothic"/>
              </a:defRPr>
            </a:lvl9pPr>
          </a:lstStyle>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単純支持、L = 1.60 m、自重を省く。総荷重320 Nを、</a:t>
            </a:r>
          </a:p>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① 全長へ均等に分布、② 中央へ集中して載せる。</a:t>
            </a:r>
          </a:p>
          <a:p xmlns:a="http://schemas.openxmlformats.org/drawingml/2006/main">
            <a:pPr>
              <a:buNone/>
              <a:defRPr sz="2325" b="0">
                <a:solidFill>
                  <a:srgbClr val="263D4D"/>
                </a:solidFill>
                <a:latin typeface="Yu Gothic"/>
                <a:ea typeface="Yu Gothic"/>
                <a:cs typeface="Yu Gothic"/>
              </a:defRPr>
            </a:pPr>
            <a:r>
              <a:rPr sz="2325" b="0">
                <a:solidFill>
                  <a:srgbClr val="263D4D"/>
                </a:solidFill>
                <a:latin typeface="Yu Gothic"/>
                <a:ea typeface="Yu Gothic"/>
                <a:cs typeface="Yu Gothic"/>
              </a:rPr>
              <a:t>反力と最大Mを比較し、合力が同じでも結果が違う理由を説明する。</a:t>
            </a:r>
          </a:p>
        </p:txBody>
      </p:sp>
      <p:sp>
        <p:nvSpPr>
          <p:cNvPr id="5" name="">
            <a:extLst xmlns:a="http://schemas.openxmlformats.org/drawingml/2006/main">
              <a:ext uri="{FF2B5EF4-FFF2-40B4-BE49-F238E27FC236}">
                <a16:creationId xmlns:a16="http://schemas.microsoft.com/office/drawing/2014/main" id="{47F99C9B-2FD2-47A2-A23C-BC88CA348267}"/>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buNone/>
              <a:defRPr sz="2025" b="1">
                <a:solidFill>
                  <a:srgbClr val="087E8B"/>
                </a:solidFill>
                <a:latin typeface="Yu Gothic"/>
                <a:ea typeface="Yu Gothic"/>
                <a:cs typeface="Yu Gothic"/>
              </a:defRPr>
            </a:lvl1pPr>
            <a:lvl2pPr>
              <a:buNone/>
              <a:defRPr sz="2025" b="1">
                <a:solidFill>
                  <a:srgbClr val="087E8B"/>
                </a:solidFill>
                <a:latin typeface="Yu Gothic"/>
                <a:ea typeface="Yu Gothic"/>
                <a:cs typeface="Yu Gothic"/>
              </a:defRPr>
            </a:lvl2pPr>
            <a:lvl3pPr>
              <a:buNone/>
              <a:defRPr sz="2025" b="1">
                <a:solidFill>
                  <a:srgbClr val="087E8B"/>
                </a:solidFill>
                <a:latin typeface="Yu Gothic"/>
                <a:ea typeface="Yu Gothic"/>
                <a:cs typeface="Yu Gothic"/>
              </a:defRPr>
            </a:lvl3pPr>
            <a:lvl4pPr>
              <a:buNone/>
              <a:defRPr sz="2025" b="1">
                <a:solidFill>
                  <a:srgbClr val="087E8B"/>
                </a:solidFill>
                <a:latin typeface="Yu Gothic"/>
                <a:ea typeface="Yu Gothic"/>
                <a:cs typeface="Yu Gothic"/>
              </a:defRPr>
            </a:lvl4pPr>
            <a:lvl5pPr>
              <a:buNone/>
              <a:defRPr sz="2025" b="1">
                <a:solidFill>
                  <a:srgbClr val="087E8B"/>
                </a:solidFill>
                <a:latin typeface="Yu Gothic"/>
                <a:ea typeface="Yu Gothic"/>
                <a:cs typeface="Yu Gothic"/>
              </a:defRPr>
            </a:lvl5pPr>
            <a:lvl6pPr>
              <a:buNone/>
              <a:defRPr sz="2025" b="1">
                <a:solidFill>
                  <a:srgbClr val="087E8B"/>
                </a:solidFill>
                <a:latin typeface="Yu Gothic"/>
                <a:ea typeface="Yu Gothic"/>
                <a:cs typeface="Yu Gothic"/>
              </a:defRPr>
            </a:lvl6pPr>
            <a:lvl7pPr>
              <a:buNone/>
              <a:defRPr sz="2025" b="1">
                <a:solidFill>
                  <a:srgbClr val="087E8B"/>
                </a:solidFill>
                <a:latin typeface="Yu Gothic"/>
                <a:ea typeface="Yu Gothic"/>
                <a:cs typeface="Yu Gothic"/>
              </a:defRPr>
            </a:lvl7pPr>
            <a:lvl8pPr>
              <a:buNone/>
              <a:defRPr sz="2025" b="1">
                <a:solidFill>
                  <a:srgbClr val="087E8B"/>
                </a:solidFill>
                <a:latin typeface="Yu Gothic"/>
                <a:ea typeface="Yu Gothic"/>
                <a:cs typeface="Yu Gothic"/>
              </a:defRPr>
            </a:lvl8pPr>
            <a:lvl9pPr>
              <a:buNone/>
              <a:defRPr sz="2025" b="1">
                <a:solidFill>
                  <a:srgbClr val="087E8B"/>
                </a:solidFill>
                <a:latin typeface="Yu Gothic"/>
                <a:ea typeface="Yu Gothic"/>
                <a:cs typeface="Yu Gothic"/>
              </a:defRPr>
            </a:lvl9pPr>
          </a:lstStyle>
          <a:p xmlns:a="http://schemas.openxmlformats.org/drawingml/2006/main">
            <a:pPr>
              <a:buNone/>
              <a:defRPr sz="2025" b="1">
                <a:solidFill>
                  <a:srgbClr val="087E8B"/>
                </a:solidFill>
                <a:latin typeface="Yu Gothic"/>
                <a:ea typeface="Yu Gothic"/>
                <a:cs typeface="Yu Gothic"/>
              </a:defRPr>
            </a:pPr>
            <a:r>
              <a:rPr sz="2025" b="1">
                <a:solidFill>
                  <a:srgbClr val="087E8B"/>
                </a:solidFill>
                <a:latin typeface="Yu Gothic"/>
                <a:ea typeface="Yu Gothic"/>
                <a:cs typeface="Yu Gothic"/>
              </a:rPr>
              <a:t>図・途中式・条件・判断の理由を記録する</a:t>
            </a:r>
          </a:p>
        </p:txBody>
      </p:sp>
      <p:sp>
        <p:nvSpPr>
          <p:cNvPr id="6" name="">
            <a:extLst xmlns:a="http://schemas.openxmlformats.org/drawingml/2006/main">
              <a:ext uri="{FF2B5EF4-FFF2-40B4-BE49-F238E27FC236}">
                <a16:creationId xmlns:a16="http://schemas.microsoft.com/office/drawing/2014/main" id="{803959C3-98DA-4656-9BEE-642F303EEF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本講義のオリジナル問題。過去問の転載・出題予測・正式な提出課題とは別。</a:t>
            </a:r>
          </a:p>
        </p:txBody>
      </p:sp>
      <p:sp>
        <p:nvSpPr>
          <p:cNvPr id="7" name="">
            <a:extLst xmlns:a="http://schemas.openxmlformats.org/drawingml/2006/main">
              <a:ext uri="{FF2B5EF4-FFF2-40B4-BE49-F238E27FC236}">
                <a16:creationId xmlns:a16="http://schemas.microsoft.com/office/drawing/2014/main" id="{E7E74341-350F-438D-80EB-5C0955FEFBE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49</a:t>
            </a:r>
          </a:p>
        </p:txBody>
      </p:sp>
    </p:spTree>
    <p:extLst>
      <p:ext uri="{BB962C8B-B14F-4D97-AF65-F5344CB8AC3E}">
        <p14:creationId xmlns:p14="http://schemas.microsoft.com/office/powerpoint/2010/main" val="109129880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A47EFD4-18A6-4099-9D3C-21C40565B2D5}"/>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接続・想定問題3　解説：同じ総荷重と、異なる分布</a:t>
            </a:r>
          </a:p>
        </p:txBody>
      </p:sp>
      <p:sp>
        <p:nvSpPr>
          <p:cNvPr id="2" name="">
            <a:extLst xmlns:a="http://schemas.openxmlformats.org/drawingml/2006/main">
              <a:ext uri="{FF2B5EF4-FFF2-40B4-BE49-F238E27FC236}">
                <a16:creationId xmlns:a16="http://schemas.microsoft.com/office/drawing/2014/main" id="{71709BE0-3B82-4D97-B2A9-080982853F9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4F36E7C-F9EC-4596-AAA6-0E1ADA5F93C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B641D6EC-D4EA-4225-BAAC-E260634FC7C2}"/>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どちらも反力は各160 N</a:t>
            </a:r>
          </a:p>
        </p:txBody>
      </p:sp>
      <p:sp>
        <p:nvSpPr>
          <p:cNvPr id="5" name="">
            <a:extLst xmlns:a="http://schemas.openxmlformats.org/drawingml/2006/main">
              <a:ext uri="{FF2B5EF4-FFF2-40B4-BE49-F238E27FC236}">
                <a16:creationId xmlns:a16="http://schemas.microsoft.com/office/drawing/2014/main" id="{92F1E754-FD84-4A91-8A90-F78692D17614}"/>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等分布：w=200 N/m、最大M=64 N·m</a:t>
            </a:r>
          </a:p>
        </p:txBody>
      </p:sp>
      <p:sp>
        <p:nvSpPr>
          <p:cNvPr id="6" name="">
            <a:extLst xmlns:a="http://schemas.openxmlformats.org/drawingml/2006/main">
              <a:ext uri="{FF2B5EF4-FFF2-40B4-BE49-F238E27FC236}">
                <a16:creationId xmlns:a16="http://schemas.microsoft.com/office/drawing/2014/main" id="{E16B9BE2-7288-427C-81DA-4994494D9D1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中央集中：最大M=128 N·m</a:t>
            </a:r>
          </a:p>
        </p:txBody>
      </p:sp>
      <p:sp>
        <p:nvSpPr>
          <p:cNvPr id="7" name="">
            <a:extLst xmlns:a="http://schemas.openxmlformats.org/drawingml/2006/main">
              <a:ext uri="{FF2B5EF4-FFF2-40B4-BE49-F238E27FC236}">
                <a16:creationId xmlns:a16="http://schemas.microsoft.com/office/drawing/2014/main" id="{84770DE1-B968-45D4-AB88-35F1BE9CBBA6}"/>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切断面の左右に含まれる荷重が異なる</a:t>
            </a:r>
          </a:p>
        </p:txBody>
      </p:sp>
      <p:sp>
        <p:nvSpPr>
          <p:cNvPr id="8" name="">
            <a:extLst xmlns:a="http://schemas.openxmlformats.org/drawingml/2006/main">
              <a:ext uri="{FF2B5EF4-FFF2-40B4-BE49-F238E27FC236}">
                <a16:creationId xmlns:a16="http://schemas.microsoft.com/office/drawing/2014/main" id="{27927972-1785-4BBD-83A7-5624B20C5E4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本編の参照スライド：35・36・38・39</a:t>
            </a:r>
          </a:p>
        </p:txBody>
      </p:sp>
      <p:sp>
        <p:nvSpPr>
          <p:cNvPr id="9" name="">
            <a:extLst xmlns:a="http://schemas.openxmlformats.org/drawingml/2006/main">
              <a:ext uri="{FF2B5EF4-FFF2-40B4-BE49-F238E27FC236}">
                <a16:creationId xmlns:a16="http://schemas.microsoft.com/office/drawing/2014/main" id="{EB569758-1AFC-4F75-BB3E-57E243781EB8}"/>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46 / 49</a:t>
            </a:r>
          </a:p>
        </p:txBody>
      </p:sp>
    </p:spTree>
    <p:extLst>
      <p:ext uri="{BB962C8B-B14F-4D97-AF65-F5344CB8AC3E}">
        <p14:creationId xmlns:p14="http://schemas.microsoft.com/office/powerpoint/2010/main" val="94051678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474B57-CA98-49E4-A2AE-5BFF5449F2AC}"/>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表の最大値と、連続モデルの最大値</a:t>
            </a:r>
          </a:p>
        </p:txBody>
      </p:sp>
      <p:sp>
        <p:nvSpPr>
          <p:cNvPr id="2" name="">
            <a:extLst xmlns:a="http://schemas.openxmlformats.org/drawingml/2006/main">
              <a:ext uri="{FF2B5EF4-FFF2-40B4-BE49-F238E27FC236}">
                <a16:creationId xmlns:a16="http://schemas.microsoft.com/office/drawing/2014/main" id="{C2D3AEF6-FAFB-405F-AE06-1602B410DB8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7A3B13C-F8B1-45B8-BED5-9E8C2DC0A98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7" name="">
            <a:extLst xmlns:a="http://schemas.openxmlformats.org/drawingml/2006/main">
              <a:ext uri="{FF2B5EF4-FFF2-40B4-BE49-F238E27FC236}">
                <a16:creationId xmlns:a16="http://schemas.microsoft.com/office/drawing/2014/main" id="{2616F15B-85CB-4A8C-ABD1-4FB8C91C83D3}"/>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47 / 49</a:t>
            </a:r>
          </a:p>
        </p:txBody>
      </p:sp>
      <p:sp>
        <p:nvSpPr>
          <p:cNvPr id="9" name="">
            <a:extLst xmlns:a="http://schemas.openxmlformats.org/drawingml/2006/main">
              <a:ext uri="{FF2B5EF4-FFF2-40B4-BE49-F238E27FC236}">
                <a16:creationId xmlns:a16="http://schemas.microsoft.com/office/drawing/2014/main" id="{2EBE29B6-0403-4BB8-A95C-D927369A3B67}"/>
              </a:ext>
            </a:extLst>
          </p:cNvPr>
          <p:cNvSpPr>
            <a:spLocks xmlns:a="http://schemas.openxmlformats.org/drawingml/2006/main" noGrp="1"/>
          </p:cNvSpPr>
          <p:nvPr/>
        </p:nvSpPr>
        <p:spPr>
          <a:xfrm xmlns:a="http://schemas.openxmlformats.org/drawingml/2006/main">
            <a:off x="809625" y="1666875"/>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defRPr sz="2100" b="0">
                <a:solidFill>
                  <a:srgbClr val="263D4D"/>
                </a:solidFill>
                <a:latin typeface="Yu Gothic"/>
                <a:ea typeface="Yu Gothic"/>
                <a:cs typeface="Yu Gothic"/>
              </a:defRPr>
            </a:lvl1pPr>
            <a:lvl2pPr>
              <a:defRPr sz="2100" b="0">
                <a:solidFill>
                  <a:srgbClr val="263D4D"/>
                </a:solidFill>
                <a:latin typeface="Yu Gothic"/>
                <a:ea typeface="Yu Gothic"/>
                <a:cs typeface="Yu Gothic"/>
              </a:defRPr>
            </a:lvl2pPr>
            <a:lvl3pPr>
              <a:defRPr sz="2100" b="0">
                <a:solidFill>
                  <a:srgbClr val="263D4D"/>
                </a:solidFill>
                <a:latin typeface="Yu Gothic"/>
                <a:ea typeface="Yu Gothic"/>
                <a:cs typeface="Yu Gothic"/>
              </a:defRPr>
            </a:lvl3pPr>
            <a:lvl4pPr>
              <a:defRPr sz="2100" b="0">
                <a:solidFill>
                  <a:srgbClr val="263D4D"/>
                </a:solidFill>
                <a:latin typeface="Yu Gothic"/>
                <a:ea typeface="Yu Gothic"/>
                <a:cs typeface="Yu Gothic"/>
              </a:defRPr>
            </a:lvl4pPr>
            <a:lvl5pPr>
              <a:defRPr sz="2100" b="0">
                <a:solidFill>
                  <a:srgbClr val="263D4D"/>
                </a:solidFill>
                <a:latin typeface="Yu Gothic"/>
                <a:ea typeface="Yu Gothic"/>
                <a:cs typeface="Yu Gothic"/>
              </a:defRPr>
            </a:lvl5pPr>
            <a:lvl6pPr>
              <a:defRPr sz="2100" b="0">
                <a:solidFill>
                  <a:srgbClr val="263D4D"/>
                </a:solidFill>
                <a:latin typeface="Yu Gothic"/>
                <a:ea typeface="Yu Gothic"/>
                <a:cs typeface="Yu Gothic"/>
              </a:defRPr>
            </a:lvl6pPr>
            <a:lvl7pPr>
              <a:defRPr sz="2100" b="0">
                <a:solidFill>
                  <a:srgbClr val="263D4D"/>
                </a:solidFill>
                <a:latin typeface="Yu Gothic"/>
                <a:ea typeface="Yu Gothic"/>
                <a:cs typeface="Yu Gothic"/>
              </a:defRPr>
            </a:lvl7pPr>
            <a:lvl8pPr>
              <a:defRPr sz="2100" b="0">
                <a:solidFill>
                  <a:srgbClr val="263D4D"/>
                </a:solidFill>
                <a:latin typeface="Yu Gothic"/>
                <a:ea typeface="Yu Gothic"/>
                <a:cs typeface="Yu Gothic"/>
              </a:defRPr>
            </a:lvl8pPr>
            <a:lvl9pPr>
              <a:defRPr sz="2100" b="0">
                <a:solidFill>
                  <a:srgbClr val="263D4D"/>
                </a:solidFill>
                <a:latin typeface="Yu Gothic"/>
                <a:ea typeface="Yu Gothic"/>
                <a:cs typeface="Yu Gothic"/>
              </a:defRPr>
            </a:lvl9pPr>
          </a:lstStyle>
          <a:p xmlns:a="http://schemas.openxmlformats.org/drawingml/2006/main">
            <a:pPr>
              <a:defRPr sz="2100" b="0">
                <a:solidFill>
                  <a:srgbClr val="263D4D"/>
                </a:solidFill>
                <a:latin typeface="Yu Gothic"/>
                <a:ea typeface="Yu Gothic"/>
                <a:cs typeface="Yu Gothic"/>
              </a:defRPr>
            </a:pPr>
            <a:r>
              <a:rPr sz="2100" b="0">
                <a:solidFill>
                  <a:srgbClr val="263D4D"/>
                </a:solidFill>
                <a:latin typeface="Yu Gothic"/>
                <a:ea typeface="Yu Gothic"/>
                <a:cs typeface="Yu Gothic"/>
              </a:rPr>
              <a:t>単純支持、L = 1 m、w = 400 N/m。全長へ均等に載せる。</a:t>
            </a:r>
          </a:p>
        </p:txBody>
      </p:sp>
      <p:graphicFrame>
        <p:nvGraphicFramePr>
          <p:cNvPr id="10" name="">
            <a:extLst xmlns:a="http://schemas.openxmlformats.org/drawingml/2006/main">
              <a:ext uri="{FF2B5EF4-FFF2-40B4-BE49-F238E27FC236}">
                <a16:creationId xmlns:a16="http://schemas.microsoft.com/office/drawing/2014/main" id="{B60EF545-9D7E-4A2C-AC1B-4202663B91BE}"/>
              </a:ext>
            </a:extLst>
          </p:cNvPr>
          <p:cNvGraphicFramePr/>
          <p:nvPr/>
        </p:nvGraphicFramePr>
        <p:xfrm>
          <a:off xmlns:a="http://schemas.openxmlformats.org/drawingml/2006/main" x="809625" y="2381250"/>
          <a:ext xmlns:a="http://schemas.openxmlformats.org/drawingml/2006/main" cx="10572750" cy="1047750"/>
        </p:xfrm>
        <a:graphic xmlns:a="http://schemas.openxmlformats.org/drawingml/2006/main">
          <a:graphicData uri="http://schemas.openxmlformats.org/drawingml/2006/table">
            <a:tbl>
              <a:tblPr/>
              <a:tblGrid>
                <a:gridCol w="1600200"/>
                <a:gridCol w="1495425"/>
                <a:gridCol w="1495425"/>
                <a:gridCol w="1495425"/>
                <a:gridCol w="1495425"/>
                <a:gridCol w="1495425"/>
                <a:gridCol w="1495425"/>
              </a:tblGrid>
              <a:tr h="523875">
                <a:tc>
                  <a:txBody>
                    <a:bodyPr lIns="47625" tIns="47625" rIns="47625" bIns="47625"/>
                    <a:lstStyle/>
                    <a:p>
                      <a:r>
                        <a:rPr sz="1875" b="1">
                          <a:solidFill>
                            <a:srgbClr val="FFFFFF"/>
                          </a:solidFill>
                          <a:latin typeface="Yu Gothic"/>
                          <a:ea typeface="Yu Gothic"/>
                          <a:cs typeface="Yu Gothic"/>
                        </a:rPr>
                        <a:t>位置 x / m</a:t>
                      </a:r>
                    </a:p>
                  </a:txBody>
                  <a:tcPr marL="91440" marR="91440" marT="45720" marB="45720">
                    <a:solidFill>
                      <a:srgbClr val="193B59"/>
                    </a:solidFill>
                  </a:tcPr>
                </a:tc>
                <a:tc>
                  <a:txBody>
                    <a:bodyPr lIns="47625" tIns="47625" rIns="47625" bIns="47625"/>
                    <a:lstStyle/>
                    <a:p>
                      <a:r>
                        <a:rPr sz="1875" b="1">
                          <a:solidFill>
                            <a:srgbClr val="FFFFFF"/>
                          </a:solidFill>
                          <a:latin typeface="Yu Gothic"/>
                          <a:ea typeface="Yu Gothic"/>
                          <a:cs typeface="Yu Gothic"/>
                        </a:rPr>
                        <a:t>0</a:t>
                      </a:r>
                    </a:p>
                  </a:txBody>
                  <a:tcPr marL="91440" marR="91440" marT="45720" marB="45720">
                    <a:solidFill>
                      <a:srgbClr val="193B59"/>
                    </a:solidFill>
                  </a:tcPr>
                </a:tc>
                <a:tc>
                  <a:txBody>
                    <a:bodyPr lIns="47625" tIns="47625" rIns="47625" bIns="47625"/>
                    <a:lstStyle/>
                    <a:p>
                      <a:r>
                        <a:rPr sz="1875" b="1">
                          <a:solidFill>
                            <a:srgbClr val="FFFFFF"/>
                          </a:solidFill>
                          <a:latin typeface="Yu Gothic"/>
                          <a:ea typeface="Yu Gothic"/>
                          <a:cs typeface="Yu Gothic"/>
                        </a:rPr>
                        <a:t>0.2</a:t>
                      </a:r>
                    </a:p>
                  </a:txBody>
                  <a:tcPr marL="91440" marR="91440" marT="45720" marB="45720">
                    <a:solidFill>
                      <a:srgbClr val="193B59"/>
                    </a:solidFill>
                  </a:tcPr>
                </a:tc>
                <a:tc>
                  <a:txBody>
                    <a:bodyPr lIns="47625" tIns="47625" rIns="47625" bIns="47625"/>
                    <a:lstStyle/>
                    <a:p>
                      <a:r>
                        <a:rPr sz="1875" b="1">
                          <a:solidFill>
                            <a:srgbClr val="FFFFFF"/>
                          </a:solidFill>
                          <a:latin typeface="Yu Gothic"/>
                          <a:ea typeface="Yu Gothic"/>
                          <a:cs typeface="Yu Gothic"/>
                        </a:rPr>
                        <a:t>0.4</a:t>
                      </a:r>
                    </a:p>
                  </a:txBody>
                  <a:tcPr marL="91440" marR="91440" marT="45720" marB="45720">
                    <a:solidFill>
                      <a:srgbClr val="193B59"/>
                    </a:solidFill>
                  </a:tcPr>
                </a:tc>
                <a:tc>
                  <a:txBody>
                    <a:bodyPr lIns="47625" tIns="47625" rIns="47625" bIns="47625"/>
                    <a:lstStyle/>
                    <a:p>
                      <a:r>
                        <a:rPr sz="1875" b="1">
                          <a:solidFill>
                            <a:srgbClr val="FFFFFF"/>
                          </a:solidFill>
                          <a:latin typeface="Yu Gothic"/>
                          <a:ea typeface="Yu Gothic"/>
                          <a:cs typeface="Yu Gothic"/>
                        </a:rPr>
                        <a:t>0.6</a:t>
                      </a:r>
                    </a:p>
                  </a:txBody>
                  <a:tcPr marL="91440" marR="91440" marT="45720" marB="45720">
                    <a:solidFill>
                      <a:srgbClr val="193B59"/>
                    </a:solidFill>
                  </a:tcPr>
                </a:tc>
                <a:tc>
                  <a:txBody>
                    <a:bodyPr lIns="47625" tIns="47625" rIns="47625" bIns="47625"/>
                    <a:lstStyle/>
                    <a:p>
                      <a:r>
                        <a:rPr sz="1875" b="1">
                          <a:solidFill>
                            <a:srgbClr val="FFFFFF"/>
                          </a:solidFill>
                          <a:latin typeface="Yu Gothic"/>
                          <a:ea typeface="Yu Gothic"/>
                          <a:cs typeface="Yu Gothic"/>
                        </a:rPr>
                        <a:t>0.8</a:t>
                      </a:r>
                    </a:p>
                  </a:txBody>
                  <a:tcPr marL="91440" marR="91440" marT="45720" marB="45720">
                    <a:solidFill>
                      <a:srgbClr val="193B59"/>
                    </a:solidFill>
                  </a:tcPr>
                </a:tc>
                <a:tc>
                  <a:txBody>
                    <a:bodyPr lIns="47625" tIns="47625" rIns="47625" bIns="47625"/>
                    <a:lstStyle/>
                    <a:p>
                      <a:r>
                        <a:rPr sz="1875" b="1">
                          <a:solidFill>
                            <a:srgbClr val="FFFFFF"/>
                          </a:solidFill>
                          <a:latin typeface="Yu Gothic"/>
                          <a:ea typeface="Yu Gothic"/>
                          <a:cs typeface="Yu Gothic"/>
                        </a:rPr>
                        <a:t>1.0</a:t>
                      </a:r>
                    </a:p>
                  </a:txBody>
                  <a:tcPr marL="91440" marR="91440" marT="45720" marB="45720">
                    <a:solidFill>
                      <a:srgbClr val="193B59"/>
                    </a:solidFill>
                  </a:tcPr>
                </a:tc>
              </a:tr>
              <a:tr h="523875">
                <a:tc>
                  <a:txBody>
                    <a:bodyPr lIns="47625" tIns="47625" rIns="47625" bIns="47625"/>
                    <a:lstStyle/>
                    <a:p>
                      <a:r>
                        <a:rPr sz="1875" b="0">
                          <a:solidFill>
                            <a:srgbClr val="263D4D"/>
                          </a:solidFill>
                          <a:latin typeface="Yu Gothic"/>
                          <a:ea typeface="Yu Gothic"/>
                          <a:cs typeface="Yu Gothic"/>
                        </a:rPr>
                        <a:t>M / (N·m)</a:t>
                      </a:r>
                    </a:p>
                  </a:txBody>
                  <a:tcPr marL="91440" marR="91440" marT="45720" marB="45720">
                    <a:solidFill>
                      <a:srgbClr val="E8F0F4"/>
                    </a:solidFill>
                  </a:tcPr>
                </a:tc>
                <a:tc>
                  <a:txBody>
                    <a:bodyPr lIns="47625" tIns="47625" rIns="47625" bIns="47625"/>
                    <a:lstStyle/>
                    <a:p>
                      <a:r>
                        <a:rPr sz="1875" b="0">
                          <a:solidFill>
                            <a:srgbClr val="263D4D"/>
                          </a:solidFill>
                          <a:latin typeface="Yu Gothic"/>
                          <a:ea typeface="Yu Gothic"/>
                          <a:cs typeface="Yu Gothic"/>
                        </a:rPr>
                        <a:t>0</a:t>
                      </a:r>
                    </a:p>
                  </a:txBody>
                  <a:tcPr marL="91440" marR="91440" marT="45720" marB="45720">
                    <a:solidFill>
                      <a:srgbClr val="E8F0F4"/>
                    </a:solidFill>
                  </a:tcPr>
                </a:tc>
                <a:tc>
                  <a:txBody>
                    <a:bodyPr lIns="47625" tIns="47625" rIns="47625" bIns="47625"/>
                    <a:lstStyle/>
                    <a:p>
                      <a:r>
                        <a:rPr sz="1875" b="0">
                          <a:solidFill>
                            <a:srgbClr val="263D4D"/>
                          </a:solidFill>
                          <a:latin typeface="Yu Gothic"/>
                          <a:ea typeface="Yu Gothic"/>
                          <a:cs typeface="Yu Gothic"/>
                        </a:rPr>
                        <a:t>32</a:t>
                      </a:r>
                    </a:p>
                  </a:txBody>
                  <a:tcPr marL="91440" marR="91440" marT="45720" marB="45720">
                    <a:solidFill>
                      <a:srgbClr val="E8F0F4"/>
                    </a:solidFill>
                  </a:tcPr>
                </a:tc>
                <a:tc>
                  <a:txBody>
                    <a:bodyPr lIns="47625" tIns="47625" rIns="47625" bIns="47625"/>
                    <a:lstStyle/>
                    <a:p>
                      <a:r>
                        <a:rPr sz="1875" b="0">
                          <a:solidFill>
                            <a:srgbClr val="263D4D"/>
                          </a:solidFill>
                          <a:latin typeface="Yu Gothic"/>
                          <a:ea typeface="Yu Gothic"/>
                          <a:cs typeface="Yu Gothic"/>
                        </a:rPr>
                        <a:t>48</a:t>
                      </a:r>
                    </a:p>
                  </a:txBody>
                  <a:tcPr marL="91440" marR="91440" marT="45720" marB="45720">
                    <a:solidFill>
                      <a:srgbClr val="E8F0F4"/>
                    </a:solidFill>
                  </a:tcPr>
                </a:tc>
                <a:tc>
                  <a:txBody>
                    <a:bodyPr lIns="47625" tIns="47625" rIns="47625" bIns="47625"/>
                    <a:lstStyle/>
                    <a:p>
                      <a:r>
                        <a:rPr sz="1875" b="0">
                          <a:solidFill>
                            <a:srgbClr val="263D4D"/>
                          </a:solidFill>
                          <a:latin typeface="Yu Gothic"/>
                          <a:ea typeface="Yu Gothic"/>
                          <a:cs typeface="Yu Gothic"/>
                        </a:rPr>
                        <a:t>48</a:t>
                      </a:r>
                    </a:p>
                  </a:txBody>
                  <a:tcPr marL="91440" marR="91440" marT="45720" marB="45720">
                    <a:solidFill>
                      <a:srgbClr val="E8F0F4"/>
                    </a:solidFill>
                  </a:tcPr>
                </a:tc>
                <a:tc>
                  <a:txBody>
                    <a:bodyPr lIns="47625" tIns="47625" rIns="47625" bIns="47625"/>
                    <a:lstStyle/>
                    <a:p>
                      <a:r>
                        <a:rPr sz="1875" b="0">
                          <a:solidFill>
                            <a:srgbClr val="263D4D"/>
                          </a:solidFill>
                          <a:latin typeface="Yu Gothic"/>
                          <a:ea typeface="Yu Gothic"/>
                          <a:cs typeface="Yu Gothic"/>
                        </a:rPr>
                        <a:t>32</a:t>
                      </a:r>
                    </a:p>
                  </a:txBody>
                  <a:tcPr marL="91440" marR="91440" marT="45720" marB="45720">
                    <a:solidFill>
                      <a:srgbClr val="E8F0F4"/>
                    </a:solidFill>
                  </a:tcPr>
                </a:tc>
                <a:tc>
                  <a:txBody>
                    <a:bodyPr lIns="47625" tIns="47625" rIns="47625" bIns="47625"/>
                    <a:lstStyle/>
                    <a:p>
                      <a:r>
                        <a:rPr sz="1875" b="0">
                          <a:solidFill>
                            <a:srgbClr val="263D4D"/>
                          </a:solidFill>
                          <a:latin typeface="Yu Gothic"/>
                          <a:ea typeface="Yu Gothic"/>
                          <a:cs typeface="Yu Gothic"/>
                        </a:rPr>
                        <a:t>0</a:t>
                      </a:r>
                    </a:p>
                  </a:txBody>
                  <a:tcPr marL="91440" marR="91440" marT="45720" marB="45720">
                    <a:solidFill>
                      <a:srgbClr val="E8F0F4"/>
                    </a:solidFill>
                  </a:tcPr>
                </a:tc>
              </a:tr>
            </a:tbl>
          </a:graphicData>
        </a:graphic>
      </p:graphicFrame>
      <p:sp>
        <p:nvSpPr>
          <p:cNvPr id="11" name="">
            <a:extLst xmlns:a="http://schemas.openxmlformats.org/drawingml/2006/main">
              <a:ext uri="{FF2B5EF4-FFF2-40B4-BE49-F238E27FC236}">
                <a16:creationId xmlns:a16="http://schemas.microsoft.com/office/drawing/2014/main" id="{EB8E8BE6-8CBE-4C4B-AEB2-37C1E55389DE}"/>
              </a:ext>
            </a:extLst>
          </p:cNvPr>
          <p:cNvSpPr>
            <a:spLocks xmlns:a="http://schemas.openxmlformats.org/drawingml/2006/main" noGrp="1"/>
          </p:cNvSpPr>
          <p:nvPr/>
        </p:nvSpPr>
        <p:spPr>
          <a:xfrm xmlns:a="http://schemas.openxmlformats.org/drawingml/2006/main">
            <a:off x="809625" y="381000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defRPr sz="2025" b="0">
                <a:solidFill>
                  <a:srgbClr val="263D4D"/>
                </a:solidFill>
                <a:latin typeface="Yu Gothic"/>
                <a:ea typeface="Yu Gothic"/>
                <a:cs typeface="Yu Gothic"/>
              </a:defRPr>
            </a:lvl1pPr>
            <a:lvl2pPr>
              <a:defRPr sz="2025" b="0">
                <a:solidFill>
                  <a:srgbClr val="263D4D"/>
                </a:solidFill>
                <a:latin typeface="Yu Gothic"/>
                <a:ea typeface="Yu Gothic"/>
                <a:cs typeface="Yu Gothic"/>
              </a:defRPr>
            </a:lvl2pPr>
            <a:lvl3pPr>
              <a:defRPr sz="2025" b="0">
                <a:solidFill>
                  <a:srgbClr val="263D4D"/>
                </a:solidFill>
                <a:latin typeface="Yu Gothic"/>
                <a:ea typeface="Yu Gothic"/>
                <a:cs typeface="Yu Gothic"/>
              </a:defRPr>
            </a:lvl3pPr>
            <a:lvl4pPr>
              <a:defRPr sz="2025" b="0">
                <a:solidFill>
                  <a:srgbClr val="263D4D"/>
                </a:solidFill>
                <a:latin typeface="Yu Gothic"/>
                <a:ea typeface="Yu Gothic"/>
                <a:cs typeface="Yu Gothic"/>
              </a:defRPr>
            </a:lvl4pPr>
            <a:lvl5pPr>
              <a:defRPr sz="2025" b="0">
                <a:solidFill>
                  <a:srgbClr val="263D4D"/>
                </a:solidFill>
                <a:latin typeface="Yu Gothic"/>
                <a:ea typeface="Yu Gothic"/>
                <a:cs typeface="Yu Gothic"/>
              </a:defRPr>
            </a:lvl5pPr>
            <a:lvl6pPr>
              <a:defRPr sz="2025" b="0">
                <a:solidFill>
                  <a:srgbClr val="263D4D"/>
                </a:solidFill>
                <a:latin typeface="Yu Gothic"/>
                <a:ea typeface="Yu Gothic"/>
                <a:cs typeface="Yu Gothic"/>
              </a:defRPr>
            </a:lvl6pPr>
            <a:lvl7pPr>
              <a:defRPr sz="2025" b="0">
                <a:solidFill>
                  <a:srgbClr val="263D4D"/>
                </a:solidFill>
                <a:latin typeface="Yu Gothic"/>
                <a:ea typeface="Yu Gothic"/>
                <a:cs typeface="Yu Gothic"/>
              </a:defRPr>
            </a:lvl7pPr>
            <a:lvl8pPr>
              <a:defRPr sz="2025" b="0">
                <a:solidFill>
                  <a:srgbClr val="263D4D"/>
                </a:solidFill>
                <a:latin typeface="Yu Gothic"/>
                <a:ea typeface="Yu Gothic"/>
                <a:cs typeface="Yu Gothic"/>
              </a:defRPr>
            </a:lvl8pPr>
            <a:lvl9pPr>
              <a:defRPr sz="2025" b="0">
                <a:solidFill>
                  <a:srgbClr val="263D4D"/>
                </a:solidFill>
                <a:latin typeface="Yu Gothic"/>
                <a:ea typeface="Yu Gothic"/>
                <a:cs typeface="Yu Gothic"/>
              </a:defRPr>
            </a:lvl9pPr>
          </a:lstStyle>
          <a:p xmlns:a="http://schemas.openxmlformats.org/drawingml/2006/main">
            <a:pPr>
              <a:defRPr sz="2025" b="0">
                <a:solidFill>
                  <a:srgbClr val="263D4D"/>
                </a:solidFill>
                <a:latin typeface="Yu Gothic"/>
                <a:ea typeface="Yu Gothic"/>
                <a:cs typeface="Yu Gothic"/>
              </a:defRPr>
            </a:pPr>
            <a:r>
              <a:rPr sz="2025" b="0">
                <a:solidFill>
                  <a:srgbClr val="263D4D"/>
                </a:solidFill>
                <a:latin typeface="Yu Gothic"/>
                <a:ea typeface="Yu Gothic"/>
                <a:cs typeface="Yu Gothic"/>
              </a:rPr>
              <a:t>AI回答を想定した検討文（実際の出力ではない）</a:t>
            </a:r>
          </a:p>
        </p:txBody>
      </p:sp>
      <p:sp>
        <p:nvSpPr>
          <p:cNvPr id="12" name="">
            <a:extLst xmlns:a="http://schemas.openxmlformats.org/drawingml/2006/main">
              <a:ext uri="{FF2B5EF4-FFF2-40B4-BE49-F238E27FC236}">
                <a16:creationId xmlns:a16="http://schemas.microsoft.com/office/drawing/2014/main" id="{840E16A1-4117-4F7E-A8E0-82635C51D9FB}"/>
              </a:ext>
            </a:extLst>
          </p:cNvPr>
          <p:cNvSpPr>
            <a:spLocks xmlns:a="http://schemas.openxmlformats.org/drawingml/2006/main" noGrp="1"/>
          </p:cNvSpPr>
          <p:nvPr/>
        </p:nvSpPr>
        <p:spPr>
          <a:xfrm xmlns:a="http://schemas.openxmlformats.org/drawingml/2006/main">
            <a:off x="809625" y="43338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876A8"/>
                </a:solidFill>
                <a:latin typeface="Yu Gothic"/>
                <a:ea typeface="Yu Gothic"/>
                <a:cs typeface="Yu Gothic"/>
              </a:defRPr>
            </a:defPPr>
            <a:lvl1pPr>
              <a:defRPr sz="2400" b="1">
                <a:solidFill>
                  <a:srgbClr val="2876A8"/>
                </a:solidFill>
                <a:latin typeface="Yu Gothic"/>
                <a:ea typeface="Yu Gothic"/>
                <a:cs typeface="Yu Gothic"/>
              </a:defRPr>
            </a:lvl1pPr>
            <a:lvl2pPr>
              <a:defRPr sz="2400" b="1">
                <a:solidFill>
                  <a:srgbClr val="2876A8"/>
                </a:solidFill>
                <a:latin typeface="Yu Gothic"/>
                <a:ea typeface="Yu Gothic"/>
                <a:cs typeface="Yu Gothic"/>
              </a:defRPr>
            </a:lvl2pPr>
            <a:lvl3pPr>
              <a:defRPr sz="2400" b="1">
                <a:solidFill>
                  <a:srgbClr val="2876A8"/>
                </a:solidFill>
                <a:latin typeface="Yu Gothic"/>
                <a:ea typeface="Yu Gothic"/>
                <a:cs typeface="Yu Gothic"/>
              </a:defRPr>
            </a:lvl3pPr>
            <a:lvl4pPr>
              <a:defRPr sz="2400" b="1">
                <a:solidFill>
                  <a:srgbClr val="2876A8"/>
                </a:solidFill>
                <a:latin typeface="Yu Gothic"/>
                <a:ea typeface="Yu Gothic"/>
                <a:cs typeface="Yu Gothic"/>
              </a:defRPr>
            </a:lvl4pPr>
            <a:lvl5pPr>
              <a:defRPr sz="2400" b="1">
                <a:solidFill>
                  <a:srgbClr val="2876A8"/>
                </a:solidFill>
                <a:latin typeface="Yu Gothic"/>
                <a:ea typeface="Yu Gothic"/>
                <a:cs typeface="Yu Gothic"/>
              </a:defRPr>
            </a:lvl5pPr>
            <a:lvl6pPr>
              <a:defRPr sz="2400" b="1">
                <a:solidFill>
                  <a:srgbClr val="2876A8"/>
                </a:solidFill>
                <a:latin typeface="Yu Gothic"/>
                <a:ea typeface="Yu Gothic"/>
                <a:cs typeface="Yu Gothic"/>
              </a:defRPr>
            </a:lvl6pPr>
            <a:lvl7pPr>
              <a:defRPr sz="2400" b="1">
                <a:solidFill>
                  <a:srgbClr val="2876A8"/>
                </a:solidFill>
                <a:latin typeface="Yu Gothic"/>
                <a:ea typeface="Yu Gothic"/>
                <a:cs typeface="Yu Gothic"/>
              </a:defRPr>
            </a:lvl7pPr>
            <a:lvl8pPr>
              <a:defRPr sz="2400" b="1">
                <a:solidFill>
                  <a:srgbClr val="2876A8"/>
                </a:solidFill>
                <a:latin typeface="Yu Gothic"/>
                <a:ea typeface="Yu Gothic"/>
                <a:cs typeface="Yu Gothic"/>
              </a:defRPr>
            </a:lvl8pPr>
            <a:lvl9pPr>
              <a:defRPr sz="2400" b="1">
                <a:solidFill>
                  <a:srgbClr val="2876A8"/>
                </a:solidFill>
                <a:latin typeface="Yu Gothic"/>
                <a:ea typeface="Yu Gothic"/>
                <a:cs typeface="Yu Gothic"/>
              </a:defRPr>
            </a:lvl9pPr>
          </a:lstStyle>
          <a:p xmlns:a="http://schemas.openxmlformats.org/drawingml/2006/main">
            <a:pPr>
              <a:defRPr sz="2400" b="1">
                <a:solidFill>
                  <a:srgbClr val="2876A8"/>
                </a:solidFill>
                <a:latin typeface="Yu Gothic"/>
                <a:ea typeface="Yu Gothic"/>
                <a:cs typeface="Yu Gothic"/>
              </a:defRPr>
            </a:pPr>
            <a:r>
              <a:rPr sz="2400" b="1">
                <a:solidFill>
                  <a:srgbClr val="2876A8"/>
                </a:solidFill>
                <a:latin typeface="Yu Gothic"/>
                <a:ea typeface="Yu Gothic"/>
                <a:cs typeface="Yu Gothic"/>
              </a:rPr>
              <a:t>「最大M = 48 N·m」</a:t>
            </a:r>
          </a:p>
        </p:txBody>
      </p:sp>
      <p:sp>
        <p:nvSpPr>
          <p:cNvPr id="13" name="">
            <a:extLst xmlns:a="http://schemas.openxmlformats.org/drawingml/2006/main">
              <a:ext uri="{FF2B5EF4-FFF2-40B4-BE49-F238E27FC236}">
                <a16:creationId xmlns:a16="http://schemas.microsoft.com/office/drawing/2014/main" id="{74F898A1-7F12-44BA-8CF8-151E2DD401DA}"/>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defRPr sz="2175" b="1">
                <a:solidFill>
                  <a:srgbClr val="087E8B"/>
                </a:solidFill>
                <a:latin typeface="Yu Gothic"/>
                <a:ea typeface="Yu Gothic"/>
                <a:cs typeface="Yu Gothic"/>
              </a:defRPr>
            </a:lvl1pPr>
            <a:lvl2pPr>
              <a:defRPr sz="2175" b="1">
                <a:solidFill>
                  <a:srgbClr val="087E8B"/>
                </a:solidFill>
                <a:latin typeface="Yu Gothic"/>
                <a:ea typeface="Yu Gothic"/>
                <a:cs typeface="Yu Gothic"/>
              </a:defRPr>
            </a:lvl2pPr>
            <a:lvl3pPr>
              <a:defRPr sz="2175" b="1">
                <a:solidFill>
                  <a:srgbClr val="087E8B"/>
                </a:solidFill>
                <a:latin typeface="Yu Gothic"/>
                <a:ea typeface="Yu Gothic"/>
                <a:cs typeface="Yu Gothic"/>
              </a:defRPr>
            </a:lvl3pPr>
            <a:lvl4pPr>
              <a:defRPr sz="2175" b="1">
                <a:solidFill>
                  <a:srgbClr val="087E8B"/>
                </a:solidFill>
                <a:latin typeface="Yu Gothic"/>
                <a:ea typeface="Yu Gothic"/>
                <a:cs typeface="Yu Gothic"/>
              </a:defRPr>
            </a:lvl4pPr>
            <a:lvl5pPr>
              <a:defRPr sz="2175" b="1">
                <a:solidFill>
                  <a:srgbClr val="087E8B"/>
                </a:solidFill>
                <a:latin typeface="Yu Gothic"/>
                <a:ea typeface="Yu Gothic"/>
                <a:cs typeface="Yu Gothic"/>
              </a:defRPr>
            </a:lvl5pPr>
            <a:lvl6pPr>
              <a:defRPr sz="2175" b="1">
                <a:solidFill>
                  <a:srgbClr val="087E8B"/>
                </a:solidFill>
                <a:latin typeface="Yu Gothic"/>
                <a:ea typeface="Yu Gothic"/>
                <a:cs typeface="Yu Gothic"/>
              </a:defRPr>
            </a:lvl6pPr>
            <a:lvl7pPr>
              <a:defRPr sz="2175" b="1">
                <a:solidFill>
                  <a:srgbClr val="087E8B"/>
                </a:solidFill>
                <a:latin typeface="Yu Gothic"/>
                <a:ea typeface="Yu Gothic"/>
                <a:cs typeface="Yu Gothic"/>
              </a:defRPr>
            </a:lvl7pPr>
            <a:lvl8pPr>
              <a:defRPr sz="2175" b="1">
                <a:solidFill>
                  <a:srgbClr val="087E8B"/>
                </a:solidFill>
                <a:latin typeface="Yu Gothic"/>
                <a:ea typeface="Yu Gothic"/>
                <a:cs typeface="Yu Gothic"/>
              </a:defRPr>
            </a:lvl8pPr>
            <a:lvl9pPr>
              <a:defRPr sz="2175" b="1">
                <a:solidFill>
                  <a:srgbClr val="087E8B"/>
                </a:solidFill>
                <a:latin typeface="Yu Gothic"/>
                <a:ea typeface="Yu Gothic"/>
                <a:cs typeface="Yu Gothic"/>
              </a:defRPr>
            </a:lvl9pPr>
          </a:lstStyle>
          <a:p xmlns:a="http://schemas.openxmlformats.org/drawingml/2006/main">
            <a:pPr>
              <a:defRPr sz="2175" b="1">
                <a:solidFill>
                  <a:srgbClr val="087E8B"/>
                </a:solidFill>
                <a:latin typeface="Yu Gothic"/>
                <a:ea typeface="Yu Gothic"/>
                <a:cs typeface="Yu Gothic"/>
              </a:defRPr>
            </a:pPr>
            <a:r>
              <a:rPr sz="2175" b="1">
                <a:solidFill>
                  <a:srgbClr val="087E8B"/>
                </a:solidFill>
                <a:latin typeface="Yu Gothic"/>
                <a:ea typeface="Yu Gothic"/>
                <a:cs typeface="Yu Gothic"/>
              </a:rPr>
              <a:t>表の最大と、点の間を含むモデル全体の最大を区別する。</a:t>
            </a:r>
          </a:p>
        </p:txBody>
      </p:sp>
      <p:sp>
        <p:nvSpPr>
          <p:cNvPr id="14" name="">
            <a:extLst xmlns:a="http://schemas.openxmlformats.org/drawingml/2006/main">
              <a:ext uri="{FF2B5EF4-FFF2-40B4-BE49-F238E27FC236}">
                <a16:creationId xmlns:a16="http://schemas.microsoft.com/office/drawing/2014/main" id="{707AF385-6D04-4998-B15A-40B684533861}"/>
              </a:ext>
            </a:extLst>
          </p:cNvPr>
          <p:cNvSpPr>
            <a:spLocks xmlns:a="http://schemas.openxmlformats.org/drawingml/2006/main" noGrp="1"/>
          </p:cNvSpPr>
          <p:nvPr/>
        </p:nvSpPr>
        <p:spPr>
          <a:xfrm xmlns:a="http://schemas.openxmlformats.org/drawingml/2006/main">
            <a:off x="685800" y="5715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本講義のオリジナル問題。自重を省いた仮想モデル。過去問の転載・正式な提出課題とは別。</a:t>
            </a:r>
          </a:p>
        </p:txBody>
      </p:sp>
    </p:spTree>
    <p:extLst>
      <p:ext uri="{BB962C8B-B14F-4D97-AF65-F5344CB8AC3E}">
        <p14:creationId xmlns:p14="http://schemas.microsoft.com/office/powerpoint/2010/main" val="13610928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8A8FBA7-FB9F-479E-BEBF-323098D3BAB8}"/>
              </a:ext>
            </a:extLst>
          </p:cNvPr>
          <p:cNvSpPr>
            <a:spLocks xmlns:a="http://schemas.openxmlformats.org/drawingml/2006/main" noGrp="1"/>
          </p:cNvSpPr>
          <p:nvPr/>
        </p:nvSpPr>
        <p:spPr>
          <a:xfrm xmlns:a="http://schemas.openxmlformats.org/drawingml/2006/main">
            <a:off x="685800" y="3810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925" b="1">
                <a:solidFill>
                  <a:srgbClr val="193B59"/>
                </a:solidFill>
                <a:latin typeface="Yu Gothic"/>
                <a:ea typeface="Yu Gothic"/>
                <a:cs typeface="Yu Gothic"/>
              </a:defRPr>
            </a:defPPr>
            <a:lvl1pPr>
              <a:buNone/>
              <a:defRPr sz="2925" b="1">
                <a:solidFill>
                  <a:srgbClr val="193B59"/>
                </a:solidFill>
                <a:latin typeface="Yu Gothic"/>
                <a:ea typeface="Yu Gothic"/>
                <a:cs typeface="Yu Gothic"/>
              </a:defRPr>
            </a:lvl1pPr>
            <a:lvl2pPr>
              <a:buNone/>
              <a:defRPr sz="2925" b="1">
                <a:solidFill>
                  <a:srgbClr val="193B59"/>
                </a:solidFill>
                <a:latin typeface="Yu Gothic"/>
                <a:ea typeface="Yu Gothic"/>
                <a:cs typeface="Yu Gothic"/>
              </a:defRPr>
            </a:lvl2pPr>
            <a:lvl3pPr>
              <a:buNone/>
              <a:defRPr sz="2925" b="1">
                <a:solidFill>
                  <a:srgbClr val="193B59"/>
                </a:solidFill>
                <a:latin typeface="Yu Gothic"/>
                <a:ea typeface="Yu Gothic"/>
                <a:cs typeface="Yu Gothic"/>
              </a:defRPr>
            </a:lvl3pPr>
            <a:lvl4pPr>
              <a:buNone/>
              <a:defRPr sz="2925" b="1">
                <a:solidFill>
                  <a:srgbClr val="193B59"/>
                </a:solidFill>
                <a:latin typeface="Yu Gothic"/>
                <a:ea typeface="Yu Gothic"/>
                <a:cs typeface="Yu Gothic"/>
              </a:defRPr>
            </a:lvl4pPr>
            <a:lvl5pPr>
              <a:buNone/>
              <a:defRPr sz="2925" b="1">
                <a:solidFill>
                  <a:srgbClr val="193B59"/>
                </a:solidFill>
                <a:latin typeface="Yu Gothic"/>
                <a:ea typeface="Yu Gothic"/>
                <a:cs typeface="Yu Gothic"/>
              </a:defRPr>
            </a:lvl5pPr>
            <a:lvl6pPr>
              <a:buNone/>
              <a:defRPr sz="2925" b="1">
                <a:solidFill>
                  <a:srgbClr val="193B59"/>
                </a:solidFill>
                <a:latin typeface="Yu Gothic"/>
                <a:ea typeface="Yu Gothic"/>
                <a:cs typeface="Yu Gothic"/>
              </a:defRPr>
            </a:lvl6pPr>
            <a:lvl7pPr>
              <a:buNone/>
              <a:defRPr sz="2925" b="1">
                <a:solidFill>
                  <a:srgbClr val="193B59"/>
                </a:solidFill>
                <a:latin typeface="Yu Gothic"/>
                <a:ea typeface="Yu Gothic"/>
                <a:cs typeface="Yu Gothic"/>
              </a:defRPr>
            </a:lvl7pPr>
            <a:lvl8pPr>
              <a:buNone/>
              <a:defRPr sz="2925" b="1">
                <a:solidFill>
                  <a:srgbClr val="193B59"/>
                </a:solidFill>
                <a:latin typeface="Yu Gothic"/>
                <a:ea typeface="Yu Gothic"/>
                <a:cs typeface="Yu Gothic"/>
              </a:defRPr>
            </a:lvl8pPr>
            <a:lvl9pPr>
              <a:buNone/>
              <a:defRPr sz="2925" b="1">
                <a:solidFill>
                  <a:srgbClr val="193B59"/>
                </a:solidFill>
                <a:latin typeface="Yu Gothic"/>
                <a:ea typeface="Yu Gothic"/>
                <a:cs typeface="Yu Gothic"/>
              </a:defRPr>
            </a:lvl9pPr>
          </a:lstStyle>
          <a:p xmlns:a="http://schemas.openxmlformats.org/drawingml/2006/main">
            <a:pPr>
              <a:buNone/>
              <a:defRPr sz="2925" b="1">
                <a:solidFill>
                  <a:srgbClr val="193B59"/>
                </a:solidFill>
                <a:latin typeface="Yu Gothic"/>
                <a:ea typeface="Yu Gothic"/>
                <a:cs typeface="Yu Gothic"/>
              </a:defRPr>
            </a:pPr>
            <a:r>
              <a:rPr sz="2925" b="1">
                <a:solidFill>
                  <a:srgbClr val="193B59"/>
                </a:solidFill>
                <a:latin typeface="Yu Gothic"/>
                <a:ea typeface="Yu Gothic"/>
                <a:cs typeface="Yu Gothic"/>
              </a:rPr>
              <a:t>接続・想定問題4　解説：表の最大値と、連続モデルの最大値</a:t>
            </a:r>
          </a:p>
        </p:txBody>
      </p:sp>
      <p:sp>
        <p:nvSpPr>
          <p:cNvPr id="2" name="">
            <a:extLst xmlns:a="http://schemas.openxmlformats.org/drawingml/2006/main">
              <a:ext uri="{FF2B5EF4-FFF2-40B4-BE49-F238E27FC236}">
                <a16:creationId xmlns:a16="http://schemas.microsoft.com/office/drawing/2014/main" id="{2D715BEF-F5A8-4C98-BB57-B0ECB3DD4294}"/>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75F9055-90E1-4D7F-BD20-0D5B144CE11E}"/>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4" name="">
            <a:extLst xmlns:a="http://schemas.openxmlformats.org/drawingml/2006/main">
              <a:ext uri="{FF2B5EF4-FFF2-40B4-BE49-F238E27FC236}">
                <a16:creationId xmlns:a16="http://schemas.microsoft.com/office/drawing/2014/main" id="{B68EBF0C-CBD3-4703-B80B-0D6016BA626A}"/>
              </a:ext>
            </a:extLst>
          </p:cNvPr>
          <p:cNvSpPr>
            <a:spLocks xmlns:a="http://schemas.openxmlformats.org/drawingml/2006/main" noGrp="1"/>
          </p:cNvSpPr>
          <p:nvPr/>
        </p:nvSpPr>
        <p:spPr>
          <a:xfrm xmlns:a="http://schemas.openxmlformats.org/drawingml/2006/main">
            <a:off x="809625" y="17145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表に含まれる最大値は48 N·m</a:t>
            </a:r>
          </a:p>
        </p:txBody>
      </p:sp>
      <p:sp>
        <p:nvSpPr>
          <p:cNvPr id="5" name="">
            <a:extLst xmlns:a="http://schemas.openxmlformats.org/drawingml/2006/main">
              <a:ext uri="{FF2B5EF4-FFF2-40B4-BE49-F238E27FC236}">
                <a16:creationId xmlns:a16="http://schemas.microsoft.com/office/drawing/2014/main" id="{0413FD93-3287-44E3-BFAD-70FBD8FBAF39}"/>
              </a:ext>
            </a:extLst>
          </p:cNvPr>
          <p:cNvSpPr>
            <a:spLocks xmlns:a="http://schemas.openxmlformats.org/drawingml/2006/main" noGrp="1"/>
          </p:cNvSpPr>
          <p:nvPr/>
        </p:nvSpPr>
        <p:spPr>
          <a:xfrm xmlns:a="http://schemas.openxmlformats.org/drawingml/2006/main">
            <a:off x="809625" y="26098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連続モデルでは V=200−400x</a:t>
            </a:r>
          </a:p>
        </p:txBody>
      </p:sp>
      <p:sp>
        <p:nvSpPr>
          <p:cNvPr id="6" name="">
            <a:extLst xmlns:a="http://schemas.openxmlformats.org/drawingml/2006/main">
              <a:ext uri="{FF2B5EF4-FFF2-40B4-BE49-F238E27FC236}">
                <a16:creationId xmlns:a16="http://schemas.microsoft.com/office/drawing/2014/main" id="{38030EE5-192C-4317-9BFE-96482203492D}"/>
              </a:ext>
            </a:extLst>
          </p:cNvPr>
          <p:cNvSpPr>
            <a:spLocks xmlns:a="http://schemas.openxmlformats.org/drawingml/2006/main" noGrp="1"/>
          </p:cNvSpPr>
          <p:nvPr/>
        </p:nvSpPr>
        <p:spPr>
          <a:xfrm xmlns:a="http://schemas.openxmlformats.org/drawingml/2006/main">
            <a:off x="809625" y="350520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V=0のx=0.50 mでM=50 N·m</a:t>
            </a:r>
          </a:p>
        </p:txBody>
      </p:sp>
      <p:sp>
        <p:nvSpPr>
          <p:cNvPr id="7" name="">
            <a:extLst xmlns:a="http://schemas.openxmlformats.org/drawingml/2006/main">
              <a:ext uri="{FF2B5EF4-FFF2-40B4-BE49-F238E27FC236}">
                <a16:creationId xmlns:a16="http://schemas.microsoft.com/office/drawing/2014/main" id="{F6417C37-9E49-4C62-A25F-F3D8B69DD586}"/>
              </a:ext>
            </a:extLst>
          </p:cNvPr>
          <p:cNvSpPr>
            <a:spLocks xmlns:a="http://schemas.openxmlformats.org/drawingml/2006/main" noGrp="1"/>
          </p:cNvSpPr>
          <p:nvPr/>
        </p:nvSpPr>
        <p:spPr>
          <a:xfrm xmlns:a="http://schemas.openxmlformats.org/drawingml/2006/main">
            <a:off x="809625" y="4400550"/>
            <a:ext cx="1057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点の間隔と、求める量の範囲を確認する</a:t>
            </a:r>
          </a:p>
        </p:txBody>
      </p:sp>
      <p:sp>
        <p:nvSpPr>
          <p:cNvPr id="8" name="">
            <a:extLst xmlns:a="http://schemas.openxmlformats.org/drawingml/2006/main">
              <a:ext uri="{FF2B5EF4-FFF2-40B4-BE49-F238E27FC236}">
                <a16:creationId xmlns:a16="http://schemas.microsoft.com/office/drawing/2014/main" id="{7AF083B7-3F62-400D-AD38-8B227D66DD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t>本編の参照スライド：26・35・36・39</a:t>
            </a:r>
          </a:p>
        </p:txBody>
      </p:sp>
      <p:sp>
        <p:nvSpPr>
          <p:cNvPr id="9" name="">
            <a:extLst xmlns:a="http://schemas.openxmlformats.org/drawingml/2006/main">
              <a:ext uri="{FF2B5EF4-FFF2-40B4-BE49-F238E27FC236}">
                <a16:creationId xmlns:a16="http://schemas.microsoft.com/office/drawing/2014/main" id="{12DE62E7-AEEC-4958-B7DB-16295FE6486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48 / 49</a:t>
            </a:r>
          </a:p>
        </p:txBody>
      </p:sp>
    </p:spTree>
    <p:extLst>
      <p:ext uri="{BB962C8B-B14F-4D97-AF65-F5344CB8AC3E}">
        <p14:creationId xmlns:p14="http://schemas.microsoft.com/office/powerpoint/2010/main" val="122395569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42832F-9400-4F29-ABC7-B2B9033DC7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出口確認：対象と条件を説明する</a:t>
            </a:r>
          </a:p>
        </p:txBody>
      </p:sp>
      <p:sp>
        <p:nvSpPr>
          <p:cNvPr id="2" name="">
            <a:extLst xmlns:a="http://schemas.openxmlformats.org/drawingml/2006/main">
              <a:ext uri="{FF2B5EF4-FFF2-40B4-BE49-F238E27FC236}">
                <a16:creationId xmlns:a16="http://schemas.microsoft.com/office/drawing/2014/main" id="{A5C0C666-E534-49E3-8197-832C347D3D7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0519ACB-5E24-450C-9AE9-97913331D2C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反力と内力を区別する</a:t>
            </a:r>
          </a:p>
        </p:txBody>
      </p:sp>
      <p:sp>
        <p:nvSpPr>
          <p:cNvPr id="4" name="">
            <a:extLst xmlns:a="http://schemas.openxmlformats.org/drawingml/2006/main">
              <a:ext uri="{FF2B5EF4-FFF2-40B4-BE49-F238E27FC236}">
                <a16:creationId xmlns:a16="http://schemas.microsoft.com/office/drawing/2014/main" id="{438BFEDA-378F-41F0-8EC0-DD9EF61D179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荷重点の左右で式が変わる理由</a:t>
            </a:r>
          </a:p>
        </p:txBody>
      </p:sp>
      <p:sp>
        <p:nvSpPr>
          <p:cNvPr id="5" name="">
            <a:extLst xmlns:a="http://schemas.openxmlformats.org/drawingml/2006/main">
              <a:ext uri="{FF2B5EF4-FFF2-40B4-BE49-F238E27FC236}">
                <a16:creationId xmlns:a16="http://schemas.microsoft.com/office/drawing/2014/main" id="{7C65B324-634E-470E-8648-045DD7A3027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分布荷重の全体と部分を区別する</a:t>
            </a:r>
          </a:p>
        </p:txBody>
      </p:sp>
      <p:sp>
        <p:nvSpPr>
          <p:cNvPr id="6" name="">
            <a:extLst xmlns:a="http://schemas.openxmlformats.org/drawingml/2006/main">
              <a:ext uri="{FF2B5EF4-FFF2-40B4-BE49-F238E27FC236}">
                <a16:creationId xmlns:a16="http://schemas.microsoft.com/office/drawing/2014/main" id="{406CFADC-F89D-4238-BDE4-409EE26A70B8}"/>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120秒／必要に応じて一時停止</a:t>
            </a:r>
          </a:p>
        </p:txBody>
      </p:sp>
      <p:sp>
        <p:nvSpPr>
          <p:cNvPr id="7" name="">
            <a:extLst xmlns:a="http://schemas.openxmlformats.org/drawingml/2006/main">
              <a:ext uri="{FF2B5EF4-FFF2-40B4-BE49-F238E27FC236}">
                <a16:creationId xmlns:a16="http://schemas.microsoft.com/office/drawing/2014/main" id="{04E92DD5-4FD4-4DF2-8CA6-5A3384B217A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第3回</a:t>
            </a:r>
          </a:p>
        </p:txBody>
      </p:sp>
      <p:sp>
        <p:nvSpPr>
          <p:cNvPr id="8" name="">
            <a:extLst xmlns:a="http://schemas.openxmlformats.org/drawingml/2006/main">
              <a:ext uri="{FF2B5EF4-FFF2-40B4-BE49-F238E27FC236}">
                <a16:creationId xmlns:a16="http://schemas.microsoft.com/office/drawing/2014/main" id="{308AD912-FFCF-4471-B57D-22CBBC2C7A3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49 / 49</a:t>
            </a:r>
          </a:p>
        </p:txBody>
      </p:sp>
    </p:spTree>
    <p:extLst>
      <p:ext uri="{BB962C8B-B14F-4D97-AF65-F5344CB8AC3E}">
        <p14:creationId xmlns:p14="http://schemas.microsoft.com/office/powerpoint/2010/main" val="19709718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2026-10-31T02:14:55.6890000Z</dcterms:created>
  <dcterms:modified xsi:type="dcterms:W3CDTF">2026-10-31T02:14:55.6900000Z</dcterms:modified>
</coreProperties>
</file>