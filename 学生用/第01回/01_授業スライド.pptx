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c5d2d8fcb94fe5" /><Relationship Type="http://schemas.openxmlformats.org/officeDocument/2006/relationships/extended-properties" Target="/docProps/app.xml" Id="R27f06bb3b9b64a0c" /><Relationship Type="http://schemas.openxmlformats.org/officeDocument/2006/relationships/officeDocument" Target="/ppt/presentation.xml" Id="R401848d5559749fa" /></Relationships>
</file>

<file path=ppt/presentation.xml><?xml version="1.0" encoding="utf-8"?>
<p:presentation xmlns:p="http://schemas.openxmlformats.org/presentationml/2006/main">
  <p:sldMasterIdLst>
    <p:sldMasterId xmlns:r="http://schemas.openxmlformats.org/officeDocument/2006/relationships" id="2147483648" r:id="R686a2150048b460b"/>
  </p:sldMasterIdLst>
  <p:notesMasterIdLst>
    <p:notesMasterId xmlns:r="http://schemas.openxmlformats.org/officeDocument/2006/relationships" r:id="R0dedd130388c4bd9"/>
  </p:notesMasterIdLst>
  <p:sldIdLst>
    <p:sldId xmlns:r="http://schemas.openxmlformats.org/officeDocument/2006/relationships" id="256" r:id="R634e6ba8754f4a9c"/>
    <p:sldId xmlns:r="http://schemas.openxmlformats.org/officeDocument/2006/relationships" id="257" r:id="Rdd5a890ece1d4894"/>
    <p:sldId xmlns:r="http://schemas.openxmlformats.org/officeDocument/2006/relationships" id="258" r:id="R570e3e21faf84117"/>
    <p:sldId xmlns:r="http://schemas.openxmlformats.org/officeDocument/2006/relationships" id="259" r:id="R66953a3cb345489a"/>
    <p:sldId xmlns:r="http://schemas.openxmlformats.org/officeDocument/2006/relationships" id="260" r:id="R31c8c8577d844b4a"/>
    <p:sldId xmlns:r="http://schemas.openxmlformats.org/officeDocument/2006/relationships" id="261" r:id="R6b45486c8f9f4332"/>
    <p:sldId xmlns:r="http://schemas.openxmlformats.org/officeDocument/2006/relationships" id="262" r:id="Rd3cbdd5fa4944665"/>
    <p:sldId xmlns:r="http://schemas.openxmlformats.org/officeDocument/2006/relationships" id="263" r:id="Rd7911be7202d4ac5"/>
    <p:sldId xmlns:r="http://schemas.openxmlformats.org/officeDocument/2006/relationships" id="264" r:id="Rfcee2afcf7354db7"/>
    <p:sldId xmlns:r="http://schemas.openxmlformats.org/officeDocument/2006/relationships" id="265" r:id="Rb3fdbe789fa149d3"/>
    <p:sldId xmlns:r="http://schemas.openxmlformats.org/officeDocument/2006/relationships" id="266" r:id="R8ca9c9fee0e34e41"/>
    <p:sldId xmlns:r="http://schemas.openxmlformats.org/officeDocument/2006/relationships" id="267" r:id="Rd5557a2b91e742dd"/>
    <p:sldId xmlns:r="http://schemas.openxmlformats.org/officeDocument/2006/relationships" id="268" r:id="Redd98fdea96c4c5d"/>
    <p:sldId xmlns:r="http://schemas.openxmlformats.org/officeDocument/2006/relationships" id="269" r:id="R0a17c47ea9ad423e"/>
    <p:sldId xmlns:r="http://schemas.openxmlformats.org/officeDocument/2006/relationships" id="270" r:id="R26556ff37ac545a6"/>
    <p:sldId xmlns:r="http://schemas.openxmlformats.org/officeDocument/2006/relationships" id="271" r:id="R4db0c1bc024d4ed3"/>
    <p:sldId xmlns:r="http://schemas.openxmlformats.org/officeDocument/2006/relationships" id="272" r:id="Rd4fbbb05032c44d9"/>
    <p:sldId xmlns:r="http://schemas.openxmlformats.org/officeDocument/2006/relationships" id="273" r:id="R626518b2e92846c6"/>
    <p:sldId xmlns:r="http://schemas.openxmlformats.org/officeDocument/2006/relationships" id="274" r:id="R240ef44e67864426"/>
    <p:sldId xmlns:r="http://schemas.openxmlformats.org/officeDocument/2006/relationships" id="275" r:id="Ra8bcee7a16234c4c"/>
    <p:sldId xmlns:r="http://schemas.openxmlformats.org/officeDocument/2006/relationships" id="276" r:id="R7432f30bff1d4fac"/>
    <p:sldId xmlns:r="http://schemas.openxmlformats.org/officeDocument/2006/relationships" id="277" r:id="Rbfe7301a56dd4fbb"/>
    <p:sldId xmlns:r="http://schemas.openxmlformats.org/officeDocument/2006/relationships" id="278" r:id="Rbba7e7674fed460f"/>
    <p:sldId xmlns:r="http://schemas.openxmlformats.org/officeDocument/2006/relationships" id="279" r:id="R03950b4deeb54912"/>
    <p:sldId xmlns:r="http://schemas.openxmlformats.org/officeDocument/2006/relationships" id="280" r:id="R2a539fc60485440f"/>
    <p:sldId xmlns:r="http://schemas.openxmlformats.org/officeDocument/2006/relationships" id="281" r:id="Ra963ff046375401c"/>
    <p:sldId xmlns:r="http://schemas.openxmlformats.org/officeDocument/2006/relationships" id="282" r:id="Redbc6e0f6a104fff"/>
    <p:sldId xmlns:r="http://schemas.openxmlformats.org/officeDocument/2006/relationships" id="283" r:id="Rc128532f9ee04e8a"/>
    <p:sldId xmlns:r="http://schemas.openxmlformats.org/officeDocument/2006/relationships" id="284" r:id="R76f962118a474dee"/>
    <p:sldId xmlns:r="http://schemas.openxmlformats.org/officeDocument/2006/relationships" id="285" r:id="R6653d32663404c52"/>
    <p:sldId xmlns:r="http://schemas.openxmlformats.org/officeDocument/2006/relationships" id="286" r:id="Ra1731fc751934c2c"/>
    <p:sldId xmlns:r="http://schemas.openxmlformats.org/officeDocument/2006/relationships" id="287" r:id="R4bb3f555fa0340a2"/>
    <p:sldId xmlns:r="http://schemas.openxmlformats.org/officeDocument/2006/relationships" id="288" r:id="R0bf667a402884783"/>
    <p:sldId xmlns:r="http://schemas.openxmlformats.org/officeDocument/2006/relationships" id="289" r:id="R73e9cf4938ee40d0"/>
    <p:sldId xmlns:r="http://schemas.openxmlformats.org/officeDocument/2006/relationships" id="290" r:id="Rdd84ba2539ac45e4"/>
    <p:sldId xmlns:r="http://schemas.openxmlformats.org/officeDocument/2006/relationships" id="291" r:id="R6d55f93d80ce43a5"/>
    <p:sldId xmlns:r="http://schemas.openxmlformats.org/officeDocument/2006/relationships" id="292" r:id="R1678c4d1ea464db1"/>
    <p:sldId xmlns:r="http://schemas.openxmlformats.org/officeDocument/2006/relationships" id="293" r:id="Rd4592f01f27e4f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cad9fcf2af4c7c" /><Relationship Type="http://schemas.openxmlformats.org/officeDocument/2006/relationships/slideMaster" Target="/ppt/slideMasters/slideMaster1.xml" Id="R686a2150048b460b" /><Relationship Type="http://schemas.openxmlformats.org/officeDocument/2006/relationships/notesMaster" Target="/ppt/notesMasters/notesMaster1.xml" Id="R0dedd130388c4bd9" /><Relationship Type="http://schemas.openxmlformats.org/officeDocument/2006/relationships/presProps" Target="/ppt/presProps.xml" Id="R46f4a021961c4331" /><Relationship Type="http://schemas.openxmlformats.org/officeDocument/2006/relationships/tableStyles" Target="/ppt/tableStyles.xml" Id="R25f222e8afd644a4" /><Relationship Type="http://schemas.openxmlformats.org/officeDocument/2006/relationships/slide" Target="/ppt/slides/slide1.xml" Id="R634e6ba8754f4a9c" /><Relationship Type="http://schemas.openxmlformats.org/officeDocument/2006/relationships/slide" Target="/ppt/slides/slide2.xml" Id="Rdd5a890ece1d4894" /><Relationship Type="http://schemas.openxmlformats.org/officeDocument/2006/relationships/slide" Target="/ppt/slides/slide3.xml" Id="R570e3e21faf84117" /><Relationship Type="http://schemas.openxmlformats.org/officeDocument/2006/relationships/slide" Target="/ppt/slides/slide4.xml" Id="R66953a3cb345489a" /><Relationship Type="http://schemas.openxmlformats.org/officeDocument/2006/relationships/slide" Target="/ppt/slides/slide5.xml" Id="R31c8c8577d844b4a" /><Relationship Type="http://schemas.openxmlformats.org/officeDocument/2006/relationships/slide" Target="/ppt/slides/slide6.xml" Id="R6b45486c8f9f4332" /><Relationship Type="http://schemas.openxmlformats.org/officeDocument/2006/relationships/slide" Target="/ppt/slides/slide7.xml" Id="Rd3cbdd5fa4944665" /><Relationship Type="http://schemas.openxmlformats.org/officeDocument/2006/relationships/slide" Target="/ppt/slides/slide8.xml" Id="Rd7911be7202d4ac5" /><Relationship Type="http://schemas.openxmlformats.org/officeDocument/2006/relationships/slide" Target="/ppt/slides/slide9.xml" Id="Rfcee2afcf7354db7" /><Relationship Type="http://schemas.openxmlformats.org/officeDocument/2006/relationships/slide" Target="/ppt/slides/slide10.xml" Id="Rb3fdbe789fa149d3" /><Relationship Type="http://schemas.openxmlformats.org/officeDocument/2006/relationships/slide" Target="/ppt/slides/slide11.xml" Id="R8ca9c9fee0e34e41" /><Relationship Type="http://schemas.openxmlformats.org/officeDocument/2006/relationships/slide" Target="/ppt/slides/slide12.xml" Id="Rd5557a2b91e742dd" /><Relationship Type="http://schemas.openxmlformats.org/officeDocument/2006/relationships/slide" Target="/ppt/slides/slide13.xml" Id="Redd98fdea96c4c5d" /><Relationship Type="http://schemas.openxmlformats.org/officeDocument/2006/relationships/slide" Target="/ppt/slides/slide14.xml" Id="R0a17c47ea9ad423e" /><Relationship Type="http://schemas.openxmlformats.org/officeDocument/2006/relationships/slide" Target="/ppt/slides/slide15.xml" Id="R26556ff37ac545a6" /><Relationship Type="http://schemas.openxmlformats.org/officeDocument/2006/relationships/slide" Target="/ppt/slides/slide16.xml" Id="R4db0c1bc024d4ed3" /><Relationship Type="http://schemas.openxmlformats.org/officeDocument/2006/relationships/slide" Target="/ppt/slides/slide17.xml" Id="Rd4fbbb05032c44d9" /><Relationship Type="http://schemas.openxmlformats.org/officeDocument/2006/relationships/slide" Target="/ppt/slides/slide18.xml" Id="R626518b2e92846c6" /><Relationship Type="http://schemas.openxmlformats.org/officeDocument/2006/relationships/slide" Target="/ppt/slides/slide19.xml" Id="R240ef44e67864426" /><Relationship Type="http://schemas.openxmlformats.org/officeDocument/2006/relationships/slide" Target="/ppt/slides/slide20.xml" Id="Ra8bcee7a16234c4c" /><Relationship Type="http://schemas.openxmlformats.org/officeDocument/2006/relationships/slide" Target="/ppt/slides/slide21.xml" Id="R7432f30bff1d4fac" /><Relationship Type="http://schemas.openxmlformats.org/officeDocument/2006/relationships/slide" Target="/ppt/slides/slide22.xml" Id="Rbfe7301a56dd4fbb" /><Relationship Type="http://schemas.openxmlformats.org/officeDocument/2006/relationships/slide" Target="/ppt/slides/slide23.xml" Id="Rbba7e7674fed460f" /><Relationship Type="http://schemas.openxmlformats.org/officeDocument/2006/relationships/slide" Target="/ppt/slides/slide24.xml" Id="R03950b4deeb54912" /><Relationship Type="http://schemas.openxmlformats.org/officeDocument/2006/relationships/slide" Target="/ppt/slides/slide25.xml" Id="R2a539fc60485440f" /><Relationship Type="http://schemas.openxmlformats.org/officeDocument/2006/relationships/slide" Target="/ppt/slides/slide26.xml" Id="Ra963ff046375401c" /><Relationship Type="http://schemas.openxmlformats.org/officeDocument/2006/relationships/slide" Target="/ppt/slides/slide27.xml" Id="Redbc6e0f6a104fff" /><Relationship Type="http://schemas.openxmlformats.org/officeDocument/2006/relationships/slide" Target="/ppt/slides/slide28.xml" Id="Rc128532f9ee04e8a" /><Relationship Type="http://schemas.openxmlformats.org/officeDocument/2006/relationships/slide" Target="/ppt/slides/slide29.xml" Id="R76f962118a474dee" /><Relationship Type="http://schemas.openxmlformats.org/officeDocument/2006/relationships/slide" Target="/ppt/slides/slide30.xml" Id="R6653d32663404c52" /><Relationship Type="http://schemas.openxmlformats.org/officeDocument/2006/relationships/slide" Target="/ppt/slides/slide31.xml" Id="Ra1731fc751934c2c" /><Relationship Type="http://schemas.openxmlformats.org/officeDocument/2006/relationships/slide" Target="/ppt/slides/slide32.xml" Id="R4bb3f555fa0340a2" /><Relationship Type="http://schemas.openxmlformats.org/officeDocument/2006/relationships/slide" Target="/ppt/slides/slide33.xml" Id="R0bf667a402884783" /><Relationship Type="http://schemas.openxmlformats.org/officeDocument/2006/relationships/slide" Target="/ppt/slides/slide34.xml" Id="R73e9cf4938ee40d0" /><Relationship Type="http://schemas.openxmlformats.org/officeDocument/2006/relationships/slide" Target="/ppt/slides/slide35.xml" Id="Rdd84ba2539ac45e4" /><Relationship Type="http://schemas.openxmlformats.org/officeDocument/2006/relationships/slide" Target="/ppt/slides/slide36.xml" Id="R6d55f93d80ce43a5" /><Relationship Type="http://schemas.openxmlformats.org/officeDocument/2006/relationships/slide" Target="/ppt/slides/slide37.xml" Id="R1678c4d1ea464db1" /><Relationship Type="http://schemas.openxmlformats.org/officeDocument/2006/relationships/slide" Target="/ppt/slides/slide38.xml" Id="Rd4592f01f27e4f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b806e796ca4a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06db873eb7428e" /><Relationship Type="http://schemas.openxmlformats.org/officeDocument/2006/relationships/notesMaster" Target="/ppt/notesMasters/notesMaster1.xml" Id="Rd10229ca930f4d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2e06433f1844fe" /><Relationship Type="http://schemas.openxmlformats.org/officeDocument/2006/relationships/notesMaster" Target="/ppt/notesMasters/notesMaster1.xml" Id="Rb39af5d0076c4a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f7b3c0e6e84fa5" /><Relationship Type="http://schemas.openxmlformats.org/officeDocument/2006/relationships/notesMaster" Target="/ppt/notesMasters/notesMaster1.xml" Id="Re8752481459646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9341c6c714493b" /><Relationship Type="http://schemas.openxmlformats.org/officeDocument/2006/relationships/notesMaster" Target="/ppt/notesMasters/notesMaster1.xml" Id="Rd6f302ad37884d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198c393b2a4940" /><Relationship Type="http://schemas.openxmlformats.org/officeDocument/2006/relationships/notesMaster" Target="/ppt/notesMasters/notesMaster1.xml" Id="Ra02e69ca275842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8a96d2edea4e91" /><Relationship Type="http://schemas.openxmlformats.org/officeDocument/2006/relationships/notesMaster" Target="/ppt/notesMasters/notesMaster1.xml" Id="R47d0d39bba2b4a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2d042cd24d4428" /><Relationship Type="http://schemas.openxmlformats.org/officeDocument/2006/relationships/notesMaster" Target="/ppt/notesMasters/notesMaster1.xml" Id="R56648a0d38ac49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a8d547e1de4a8e" /><Relationship Type="http://schemas.openxmlformats.org/officeDocument/2006/relationships/notesMaster" Target="/ppt/notesMasters/notesMaster1.xml" Id="R957b443d1ba943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2d35359eb04442" /><Relationship Type="http://schemas.openxmlformats.org/officeDocument/2006/relationships/notesMaster" Target="/ppt/notesMasters/notesMaster1.xml" Id="R5e389273897e4b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ae34bc2fe84e03" /><Relationship Type="http://schemas.openxmlformats.org/officeDocument/2006/relationships/notesMaster" Target="/ppt/notesMasters/notesMaster1.xml" Id="Redc222fa9c3846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f1d46b8cc34894" /><Relationship Type="http://schemas.openxmlformats.org/officeDocument/2006/relationships/notesMaster" Target="/ppt/notesMasters/notesMaster1.xml" Id="R9c85efadba4346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52e7c93e7f4381" /><Relationship Type="http://schemas.openxmlformats.org/officeDocument/2006/relationships/notesMaster" Target="/ppt/notesMasters/notesMaster1.xml" Id="R9ec6b2acc0624a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e42008bcbe441f" /><Relationship Type="http://schemas.openxmlformats.org/officeDocument/2006/relationships/notesMaster" Target="/ppt/notesMasters/notesMaster1.xml" Id="R1e1790f1ddd749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cbe7a09ebb4251" /><Relationship Type="http://schemas.openxmlformats.org/officeDocument/2006/relationships/notesMaster" Target="/ppt/notesMasters/notesMaster1.xml" Id="R145d93e4eec041d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db12323a6146a4" /><Relationship Type="http://schemas.openxmlformats.org/officeDocument/2006/relationships/notesMaster" Target="/ppt/notesMasters/notesMaster1.xml" Id="Rb71d24ddeb224c8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ae81b9411e6453e" /><Relationship Type="http://schemas.openxmlformats.org/officeDocument/2006/relationships/notesMaster" Target="/ppt/notesMasters/notesMaster1.xml" Id="R9d05de3912444d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bf1c5be4bb8437c" /><Relationship Type="http://schemas.openxmlformats.org/officeDocument/2006/relationships/notesMaster" Target="/ppt/notesMasters/notesMaster1.xml" Id="R8b86d2aa95b8476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e7d97e021d46e9" /><Relationship Type="http://schemas.openxmlformats.org/officeDocument/2006/relationships/notesMaster" Target="/ppt/notesMasters/notesMaster1.xml" Id="R69b6f93034cf490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02f384352784ac5" /><Relationship Type="http://schemas.openxmlformats.org/officeDocument/2006/relationships/notesMaster" Target="/ppt/notesMasters/notesMaster1.xml" Id="Rc34093e577fe413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ff1a4b77f0b41e0" /><Relationship Type="http://schemas.openxmlformats.org/officeDocument/2006/relationships/notesMaster" Target="/ppt/notesMasters/notesMaster1.xml" Id="R5d7330efe9c5495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b9f23481a94470e" /><Relationship Type="http://schemas.openxmlformats.org/officeDocument/2006/relationships/notesMaster" Target="/ppt/notesMasters/notesMaster1.xml" Id="Raf7508d9125a47e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47fed6e578943bb" /><Relationship Type="http://schemas.openxmlformats.org/officeDocument/2006/relationships/notesMaster" Target="/ppt/notesMasters/notesMaster1.xml" Id="Rb8aafe37685c493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dad7b56f43d4dab" /><Relationship Type="http://schemas.openxmlformats.org/officeDocument/2006/relationships/notesMaster" Target="/ppt/notesMasters/notesMaster1.xml" Id="Rffd41cd16ed740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08844cfd08641c7" /><Relationship Type="http://schemas.openxmlformats.org/officeDocument/2006/relationships/notesMaster" Target="/ppt/notesMasters/notesMaster1.xml" Id="R072a2f262ea2476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1d41e7ffdfc4cd3" /><Relationship Type="http://schemas.openxmlformats.org/officeDocument/2006/relationships/notesMaster" Target="/ppt/notesMasters/notesMaster1.xml" Id="R47c847240b1f43d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e969a45c5884b96" /><Relationship Type="http://schemas.openxmlformats.org/officeDocument/2006/relationships/notesMaster" Target="/ppt/notesMasters/notesMaster1.xml" Id="R9a75909bc15b4b9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25018be983e482d" /><Relationship Type="http://schemas.openxmlformats.org/officeDocument/2006/relationships/notesMaster" Target="/ppt/notesMasters/notesMaster1.xml" Id="R60134f71b2514e2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0e072da270d4a95" /><Relationship Type="http://schemas.openxmlformats.org/officeDocument/2006/relationships/notesMaster" Target="/ppt/notesMasters/notesMaster1.xml" Id="Rd036454528934f1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ca85bfc13854789" /><Relationship Type="http://schemas.openxmlformats.org/officeDocument/2006/relationships/notesMaster" Target="/ppt/notesMasters/notesMaster1.xml" Id="R3c8c4e58dcb9448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d530a75f54c4b1b" /><Relationship Type="http://schemas.openxmlformats.org/officeDocument/2006/relationships/notesMaster" Target="/ppt/notesMasters/notesMaster1.xml" Id="R8029e2c40afb426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af0c577240f4d22" /><Relationship Type="http://schemas.openxmlformats.org/officeDocument/2006/relationships/notesMaster" Target="/ppt/notesMasters/notesMaster1.xml" Id="Re2fd0982fa334f3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398328f4ca842a0" /><Relationship Type="http://schemas.openxmlformats.org/officeDocument/2006/relationships/notesMaster" Target="/ppt/notesMasters/notesMaster1.xml" Id="Rd4aee86de8ac4d0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a7254e67305495a" /><Relationship Type="http://schemas.openxmlformats.org/officeDocument/2006/relationships/notesMaster" Target="/ppt/notesMasters/notesMaster1.xml" Id="R89d190639dd44fc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f72f889071a4fd3" /><Relationship Type="http://schemas.openxmlformats.org/officeDocument/2006/relationships/notesMaster" Target="/ppt/notesMasters/notesMaster1.xml" Id="R6858218d425e4cf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bb90aa6b3b349ae" /><Relationship Type="http://schemas.openxmlformats.org/officeDocument/2006/relationships/notesMaster" Target="/ppt/notesMasters/notesMaster1.xml" Id="R0f8d7621915543e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c5c580c035b482c" /><Relationship Type="http://schemas.openxmlformats.org/officeDocument/2006/relationships/notesMaster" Target="/ppt/notesMasters/notesMaster1.xml" Id="R44d719b483834c7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3018fcd48f94c06" /><Relationship Type="http://schemas.openxmlformats.org/officeDocument/2006/relationships/notesMaster" Target="/ppt/notesMasters/notesMaster1.xml" Id="R5bbac60a4d9b4e5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feb52b1770a4531" /><Relationship Type="http://schemas.openxmlformats.org/officeDocument/2006/relationships/notesMaster" Target="/ppt/notesMasters/notesMaster1.xml" Id="R97357a1f417a4b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工業材料概論を始めます。担当の米延です。身近な棚、栽培に使う容器、道具の持ち手を思い浮かべてください。同じ働きを目指していても、木材、金属、プラスチックなど、さまざまな材料が使われています。なぜ、その材料を使ったのでしょうか。今日は、材料の名前を増やす前に、材料を選ぶときの問い方を学びます。</a:t>
            </a:r>
          </a:p>
          <a:p xmlns:a="http://schemas.openxmlformats.org/drawingml/2006/main">
            <a:r>
              <a:t>この授業では、材料の性質と、それを加工し、組み合わせて使う方法を結び付けます。力と変形を計算する回もありますが、数値を出すことだけが目的ではありません。何を比べたか、その結果からどこまで言えるか、判断の根拠を説明できることを目指します。電卓、筆記用具と配布資料を手元に置いてください。途中で書いて考える時間と短い休憩を取ります。分からない語には印を付け、後の回で理解が進んだときに戻れるようにしましょう。</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講義では、木材、プラスチック、金属を主に扱います。木材及び木質材料学では、木材の構造、水分、強さ、加工や木質材料を詳しく学びます。同じ図を使うこともありますが、ここでは三種類の材料を比べ、選ぶための情報として読みます。木材の授業をまだ履修していない人にも必要な基礎は説明します。</a:t>
            </a:r>
          </a:p>
          <a:p xmlns:a="http://schemas.openxmlformats.org/drawingml/2006/main">
            <a:r>
              <a:t>生物育成では、生物が育つ条件と、それを管理する方法を考えます。その活動を支える容器、支柱、架台も材料からできています。例えば、長期休業中に管理する栽培設備では、水が漏れないことだけでなく、排水、清掃、荷重、修理のしやすさも関係します。生物の育つ条件と、設備に使う材料の条件を行き来すると、製品を一つの性質だけで評価できないことが見えてきます。今日は関連する講義の知識を全て先取りする必要はありません。何がつながっているか、その見通しを持ちましょう。</a:t>
            </a:r>
          </a:p>
          <a:p xmlns:a="http://schemas.openxmlformats.org/drawingml/2006/main">
            <a:r>
              <a:t/>
            </a:r>
          </a:p>
          <a:p xmlns:a="http://schemas.openxmlformats.org/drawingml/2006/main">
            <a:r>
              <a:t>具体例を一つ考えます。プランターに支柱を立て、成長に合わせて植物を支える活動です。生物の側からは、どの時期にどの高さの支持が必要かを考えます。材料の側からは、支柱の長さと断面、曲がり方、固定する部分、水に触れる場所を考えます。支柱の材料だけを変えても、固定が緩ければ目的を果たせないかもしれません。反対に、固定を改善すれば、材料の選び方の幅が広がるかもしれません。</a:t>
            </a:r>
          </a:p>
          <a:p xmlns:a="http://schemas.openxmlformats.org/drawingml/2006/main">
            <a:r>
              <a:t>三つの授業のつながりは、同じ説明を繰り返し聴くことではなく、一つの問題を見る観点を増やすことです。同じ木片の図でも、組織を読む回、力の方向を読む回、水による変化を読む回で、問いは変わります。ノートでは、以前の図を引用した横に、今回は何を加えたかを一行書くと、学びを整理できま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到達点は三つです。第一は、強度、剛性、質量などを区別して、比べる観点を挙げることです。どれも日常では、強い、丈夫、軽い、という言葉にまとめられがちです。しかし、何を測るか、何に困っているかによって、確かめる量は変わります。</a:t>
            </a:r>
          </a:p>
          <a:p xmlns:a="http://schemas.openxmlformats.org/drawingml/2006/main">
            <a:r>
              <a:t>第二は、比較の条件をそろえることです。薄い板と厚い板を比べて違いが出ても、その違いを材質だけのせいにはできません。第三は、選んだ理由を条件と根拠に結び付けて説明することです。今日は唯一の正しい材料名を答える授業にはしません。想定する使い方を明らかにし、分からない点を分からないまま記録して、次に確かめる問いへ進めます。初めの予想が後で変わっても構いません。どの情報によって考えが変わったかを残すことに意味があります。</a:t>
            </a:r>
          </a:p>
          <a:p xmlns:a="http://schemas.openxmlformats.org/drawingml/2006/main">
            <a:r>
              <a:t/>
            </a:r>
          </a:p>
          <a:p xmlns:a="http://schemas.openxmlformats.org/drawingml/2006/main">
            <a:r>
              <a:t>到達点の確かめ方も考えます。性質の名前を知っているだけなら、用語を挙げられます。しかし、比較の条件を説明できるなら、長さが違う試料を同じ図に並べたときに、どこが問題かを指摘できます。さらに材料選択ができるなら、目的に合わせて必要な情報を選び、結論の限界も説明できます。</a:t>
            </a:r>
          </a:p>
          <a:p xmlns:a="http://schemas.openxmlformats.org/drawingml/2006/main">
            <a:r>
              <a:t>授業の最初に結論を決めてしまうと、後から見た情報を全てその材料の利点として読んでしまうことがあります。候補を複数残し、何が分かれば選べるかを書いておくと、資料を調べる目的がはっきりします。今日の自己確認では、自分の選んだ材料が正解かどうかだけを気にせず、条件、根拠、結論がつながっているかを見てください。友人と意見が違った場合にも、まず使用条件の違いを確かめれば、話し合うべき点を見付けられま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回のフォルダにある資料の使い方を説明します。まず、その回の案内を開き、推奨されている版を確認してください。授業動画には、スライドと音声による解説が入っています。字幕に対応した再生ソフトでは、字幕を表示できます。スライドのPDFは図や式を確かめたり、前の内容へ戻ったりするときに使います。配布資料、またはハンドアウトは、自分で考えたことや計算の途中式を残すための資料です。編集用のパワーポイントもありますが、見るだけならPDFを使えます。解説音声は音声だけで復習するときに便利です。ただし、図を指して説明する箇所では、スライドも一緒に見てください。字幕ファイルは、対応する再生ソフトで読み込むための文字情報です。資料の種類を全部同時に開く必要はありません。動画と配布資料を基本にして、自分の学び方に合わせて使い分け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習の進め方は四段階です。最初に、その回の案内、スライド、配布資料を用意します。次に動画を見ながら、図のどの場所を説明しているかを確かめます。計算の回は、数字だけでなく単位と条件にも注目してください。自己確認の問いが出たら、動画を止めて、自分で図や途中式、理由を書きます。動画の中にも考える時間と短い休憩を設けます。その間は音声がなくなり、残り時間を表示します。音が出ない故障と区別するための表示です。時間が足りなければ、再生を止めて続けてかまいません。自分の答えを作ってから解説と比べ、違いを記録します。解説の結論だけを書き写すよりも、どの条件や式を読み落としたかが分かる記録を残しましょう。分からない箇所は、回、スライド番号、時刻をメモすると、対面で質問するときにも説明しやすく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の中の、本編、任意参考、提出課題を区別してください。本編は動画の流れに沿って学ぶ部分です。任意参考は、もう少し深く知りたいときや、前の学習を復習したいときに使う補足です。例えば断面の公式や化学結合の復習は、必要に応じてPDFを開いて確認できます。補足に載っている内容をすべて授業中に説明するとは限りません。配布資料の自己確認の問いは、自分の理解を確かめるために使います。正式に提出する課題は、授業で示す設問、締切、提出方法を確認してください。動画が終わる時刻と、自分の学習が終わる時刻は同じとは限りません。一時停止して計算したり、記録を見直したりする時間を含めて取り組みます。同じ名前の資料に複数の版がある場合は、各回の案内にある推奨版を使ってください。初稿は比較のために保存して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配布資料の初めの欄を使います。教室で本や教材を置く棚板を作るとします。候補に木材、プラスチック、金属があります。どれを選ぶかという結論ではなく、その前に何を確かめたいか、三つ書いてください。例えば、どのくらいの物を載せるか、という問いは、製品に求める働きを具体化しています。</a:t>
            </a:r>
          </a:p>
          <a:p xmlns:a="http://schemas.openxmlformats.org/drawingml/2006/main">
            <a:r>
              <a:t>知っている材料の特徴を書いてもよいのですが、その特徴が今回の棚とどう関係するかも考えましょう。木だからよい、金属だから安心、と書いた場合には、何を満たせば安心なのかと言い換えます。費用、加工する道具、寸法、教室の環境など、力以外の観点も挙げられます。ここでは六十秒、手元に書きます。実物を作ったり荷重をかけたりする必要はありません。書けない項目は空欄で残し、解説を聞いてから異なる色で追記しましょう。</a:t>
            </a:r>
          </a:p>
          <a:p xmlns:a="http://schemas.openxmlformats.org/drawingml/2006/main">
            <a:r>
              <a:t/>
            </a:r>
          </a:p>
          <a:p xmlns:a="http://schemas.openxmlformats.org/drawingml/2006/main">
            <a:r>
              <a:t>自己確認・休憩の計画秒数：60</a:t>
            </a:r>
          </a:p>
          <a:p xmlns:a="http://schemas.openxmlformats.org/drawingml/2006/main">
            <a:r>
              <a:t>自己確認の解説：載せる物の質量、支点間距離、許容するたわみ、寸法、加工設備、費用、使用期間など。材料名だけでなく要求条件を挙げる。</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部材、製品を分けてみます。鋼という材料があっても、それだけでは棚になりません。板にするのか、棒にするのか、断面をどう作るかによって、部材の働きが変わります。その部材を、どこでどう支え、何で接合するかを決めて、製品にしていきます。</a:t>
            </a:r>
          </a:p>
          <a:p xmlns:a="http://schemas.openxmlformats.org/drawingml/2006/main">
            <a:r>
              <a:t>材料の性質が分かれば製品の性能が全部分かる、という関係ではありません。同じ木材でも、薄い板、厚い板、細い脚では支えられる条件が違います。同じ板でも、支える間隔が違えばたわみが変わります。今日は、材料の名前を見たら、形と接合と使用条件も順に確かめるようにします。逆に、完成品に不具合が出たときには、材質だけを疑わず、部材の寸法、支え方、接合部、管理の状態へ戻って調べることができます。この行き来が、材料を学ぶ理由の一つです。</a:t>
            </a:r>
          </a:p>
          <a:p xmlns:a="http://schemas.openxmlformats.org/drawingml/2006/main">
            <a:r>
              <a:t/>
            </a:r>
          </a:p>
          <a:p xmlns:a="http://schemas.openxmlformats.org/drawingml/2006/main">
            <a:r>
              <a:t>鉛筆を例にしても、同じ区別ができます。軸の材料、芯、塗膜があり、それらが決まった形に加工され、鉛筆という製品になります。軸が割れたときには、木の性質だけでなく、削り方や繊維方向、接着の状態、落としたときの力など、複数の原因を考えられます。材料の知識は、その原因を一つずつ調べるために使えます。</a:t>
            </a:r>
          </a:p>
          <a:p xmlns:a="http://schemas.openxmlformats.org/drawingml/2006/main">
            <a:r>
              <a:t>棚なら、棚板のほかに脚、側板、棚受け、ねじがあります。板の性能が十分でも、棚受けが外れたら製品として機能しません。今日の模式図は、学ぶ対象を分けるためのものです。図が単純だから実際の製品も単純だと受け取らず、何を説明していて、何をまだ省いているかを見ます。材料、部材、製品の三つの言葉を使って、自分の身の回りの物を一つ説明してみると、この区別が確かめられま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に扱うのは、木材、プラスチック、金属です。木材には、同じ樹種でも方向や節、水分によって性質が変わる特徴があります。プラスチックにも多くの種類があり、樹脂名だけでなく配合や成形の状態が関わります。金属も、鉄鋼、アルミニウム、銅などを一つの物性値で代表させることはできません。</a:t>
            </a:r>
          </a:p>
          <a:p xmlns:a="http://schemas.openxmlformats.org/drawingml/2006/main">
            <a:r>
              <a:t>分類は、細かい名前を暗記するためだけのものではありません。共通する特徴をつかみ、そこから外れる場合を確かめるために使います。セラミックスについても、日用品や部品の例から紹介します。中学校での扱いの頻度だけで、工業材料としての面白さが決まるわけではないからです。ただし、この講義の比較と演習は三材料を中心に進めます。木質材料の製造や詳細な分類は木材の講義へつなぎ、ここでは構成と用途の違いを押さえます。</a:t>
            </a:r>
          </a:p>
          <a:p xmlns:a="http://schemas.openxmlformats.org/drawingml/2006/main">
            <a:r>
              <a:t/>
            </a:r>
          </a:p>
          <a:p xmlns:a="http://schemas.openxmlformats.org/drawingml/2006/main">
            <a:r>
              <a:t>三材料を分類しても、製品では複数を組み合わせることが多くあります。木の棚に金属のねじを使い、床に触れる部分に樹脂の部品を付ける例を考えてください。各部品の役割が違うため、一種類の材料へ統一することが必ずしもよいとは限りません。選択の単位を、製品全体から部品へ分けて見ることができます。</a:t>
            </a:r>
          </a:p>
          <a:p xmlns:a="http://schemas.openxmlformats.org/drawingml/2006/main">
            <a:r>
              <a:t>また、表面に見える材料と内部の構成が同じとは限りません。塗装や化粧のある板では、表面の見た目だけで内部の材料を決められない場合があります。観察で分かることと、表示や仕様を確かめなければ分からないことを分けましょう。材料の分類は、その確認を始める手掛かりです。講義の各論で特徴を学んだ後も、現物に対してどこまで確かめたかという問いを残しま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を選ぶ前に、使い方を文章にします。例えば、棚が欲しい、というだけでは条件が足りません。何を載せるか、どの位置で支えるか、人が触れるか、濡れることがあるか、いつまで使うかを具体化します。全ての条件を初めから数値にできなくても、確認する項目を挙げることはできます。</a:t>
            </a:r>
          </a:p>
          <a:p xmlns:a="http://schemas.openxmlformats.org/drawingml/2006/main">
            <a:r>
              <a:t>条件には優先順位もあります。使う人がけがをしないことや、必要な荷重を支えることは、見た目の好みと同じ扱いにはできません。一方、必要条件を満たす候補が複数あるなら、加工のしやすさ、費用、修理、見た目などで比較できます。単純な点数表を作って合計する前に、満たせなければ採用できない条件と、比較して選ぶ条件を分けてみましょう。条件が不足していたら、材料名を答え急ぐより、追加して何を聞くかを考えることが大切です。</a:t>
            </a:r>
          </a:p>
          <a:p xmlns:a="http://schemas.openxmlformats.org/drawingml/2006/main">
            <a:r>
              <a:t/>
            </a:r>
          </a:p>
          <a:p xmlns:a="http://schemas.openxmlformats.org/drawingml/2006/main">
            <a:r>
              <a:t>二つの棚を比べてみます。一つは頻繁に移動する展示用の棚、もう一つは同じ場所で重い教材を保管する棚です。外から同じ棚に見えても、移動するときの質量、接合部の緩み、収納する物、設置場所の条件で、重視する観点が変わります。最も丈夫という一語で共通の正解を決める前に、それぞれの仕事を書き出す必要があります。</a:t>
            </a:r>
          </a:p>
          <a:p xmlns:a="http://schemas.openxmlformats.org/drawingml/2006/main">
            <a:r>
              <a:t>ここで条件を、要求と制約に分ける見方も使えます。何をできるようにしたいかが要求、使える場所や道具、費用などが制約です。制約を全て不便なものと受け取る必要はありません。学校にある設備が分かれば、実現可能な加工法を具体的に考えられます。条件を明確にするほど、材料の比較は現実の判断に近づきます。比較表には、自分が仮定した条件であることも書き添えてください。</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観点を六つにまとめました。第一は力と変形です。壊れにくさと、使用中のたわみや伸びを分けて考えます。第二は質量と寸法です。持ち運びや設置のしやすさにも関わります。第三は水、熱、日射などの環境です。作った直後だけでなく、使い続けたときの変化を考えます。</a:t>
            </a:r>
          </a:p>
          <a:p xmlns:a="http://schemas.openxmlformats.org/drawingml/2006/main">
            <a:r>
              <a:t>第四は加工と接合です。学校にある道具で切れるか、穴をあけられるか、部品をどう固定するかを確認します。第五は費用と入手です。材料そのものの価格に加え、加工や交換の手間もあります。第六は保守、再使用、廃棄です。修理できるか、部品を外せるか、使用後の回収方法があるかを見ます。これらを毎回同じ重さで点数にする必要はありません。用途に応じて重要な観点を選び、なぜ重要かを説明しましょう。後の回で三材料を比べるときも、この表へ戻ります。</a:t>
            </a:r>
          </a:p>
          <a:p xmlns:a="http://schemas.openxmlformats.org/drawingml/2006/main">
            <a:r>
              <a:t/>
            </a:r>
          </a:p>
          <a:p xmlns:a="http://schemas.openxmlformats.org/drawingml/2006/main">
            <a:r>
              <a:t>六つの観点が互いに関係する例です。板を厚くしてたわみにくくすると、材料の量や質量が増えることがあります。交換しやすい接合にすると、分解の利点が生まれる一方、緩みを点検する必要が出るかもしれません。表面を保護する処理は使用中の維持に関わりますが、その後の補修や処理方法も考えます。一つの観点での改善が、他の観点へどんな影響を与えるかを見ます。</a:t>
            </a:r>
          </a:p>
          <a:p xmlns:a="http://schemas.openxmlformats.org/drawingml/2006/main">
            <a:r>
              <a:t>このため、観点をたくさん挙げることと、判断できることは同じではありません。今回の用途で重要なものを選び、候補がその条件を満たすかを順に調べます。どれか一つが不足する場合に、材料変更、寸法変更、使い方の変更のどれを検討するかも考えます。初めから全てを数値化するより、まず満たすべき条件と、それを確かめる方法を対応させてみましょう。</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棚板を二本描いています。図では、寸法、支点、荷重をそろえたと仮定し、たわみだけを誇張しています。下の板のほうが大きくたわんでいます。この図から、すぐ壊れる板はどちらかまで決められるでしょうか。答えを急がず、図に示された情報と、示されていない情報を分けてください。</a:t>
            </a:r>
          </a:p>
          <a:p xmlns:a="http://schemas.openxmlformats.org/drawingml/2006/main">
            <a:r>
              <a:t>ここから直接読み取れるのは、この荷重でのたわみが違うことです。壊れるまでの荷重は示していません。変形のしにくさに関わる剛性と、破壊などの限界に関わる強度を区別します。後の回では、材料のヤング率と部材の寸法がたわみに関わることを式で学びます。今日の段階では、よくたわむから必ず弱い、硬く感じるから絶対に壊れない、と結論づけないようにしましょう。押込みへの硬さも、たわみや破壊の強さとは別の測り方で確かめる性質です。</a:t>
            </a:r>
          </a:p>
          <a:p xmlns:a="http://schemas.openxmlformats.org/drawingml/2006/main">
            <a:r>
              <a:t/>
            </a:r>
          </a:p>
          <a:p xmlns:a="http://schemas.openxmlformats.org/drawingml/2006/main">
            <a:r>
              <a:t>机の上で、薄い定規を軽く曲げた経験を思い出してください。ある範囲で元に戻ることは、変形の観察です。その範囲の結果だけでは、どこで元へ戻らなくなり、どこで壊れるかは分かりません。この回では実際に強く曲げる必要はありません。観察した範囲と、結論に必要な範囲が違うことを考える例です。</a:t>
            </a:r>
          </a:p>
          <a:p xmlns:a="http://schemas.openxmlformats.org/drawingml/2006/main">
            <a:r>
              <a:t>さらに、同じ材料でも長い定規と短い定規では、支え方を含めた変形のしやすさが違います。材料のヤング率は材料側の情報、部材の剛性には形と寸法なども関わる情報です。図の二本の曲線は、たわみを比較するための模式図で、実測した荷重と変位のデータではありません。図を読むときにも、測定値、仮定、模式的表現を区別してください。後の回で測定表を見るときは、数値の単位と試験条件を一緒に読みま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画面のローは、密度です。単位はkg毎立方メートルなどです。</a:t>
            </a:r>
          </a:p>
          <a:p xmlns:a="http://schemas.openxmlformats.org/drawingml/2006/main">
            <a:r>
              <a:t/>
            </a:r>
          </a:p>
          <a:p xmlns:a="http://schemas.openxmlformats.org/drawingml/2006/main">
            <a:r>
              <a:t>軽いという言葉も、条件を確かめます。同じ体積の材料片なら、質量の違いは密度の違いと結び付きます。しかし、小さい金属片と大きい木片を持ち比べた結果だけでは、密度の大小は判断できません。密度は質量を体積で割った量であり、質量そのものではありません。</a:t>
            </a:r>
          </a:p>
          <a:p xmlns:a="http://schemas.openxmlformats.org/drawingml/2006/main">
            <a:r>
              <a:t>さらに木材には水分があります。乾いた木片と濡れた木片を混ぜて比べたら、水分状態も結果に影響します。製品では、形や部品数、接合具も質量に関わります。中が空洞の金属部材と、全体が詰まった木の部材で、密度だけから製品の質量順位を決めることはできません。ここで配布資料に一つ書いてください。軽いという説明を見たら、同じ何で比べたか、と問い返す。この言い換えができると、広告や一般的な材料表も、条件を確かめながら読めます。</a:t>
            </a:r>
          </a:p>
          <a:p xmlns:a="http://schemas.openxmlformats.org/drawingml/2006/main">
            <a:r>
              <a:t/>
            </a:r>
          </a:p>
          <a:p xmlns:a="http://schemas.openxmlformats.org/drawingml/2006/main">
            <a:r>
              <a:t>密度の計算を、簡単な仮想例で確かめます。同じ二十立方センチメートルの試料AとBがあり、質量をAが十グラム、Bが二十グラムと仮定します。密度は、それぞれ〇・五グラム毎立方センチメートルと、一グラム毎立方センチメートルです。同じ体積という条件なら、質量の比と密度の比が対応します。これは計算の説明用に置いた値で、特定の材種の実測値ではありません。</a:t>
            </a:r>
          </a:p>
          <a:p xmlns:a="http://schemas.openxmlformats.org/drawingml/2006/main">
            <a:r>
              <a:t>次に、Aの試料を二倍の体積にしたら、密度を同じと仮定する限り、質量は二十グラムになります。AとBの質量は同じでも、密度まで同じになったわけではありません。密度の低い材料を多く使う製品と、密度の高い材料を少なく使う製品を考えるときも、この区別が必要です。比重は基準密度に対する比であり、密度の単位を消しただけの呼び名として扱わず、基準状態を確認することを後の回で学びます。</a:t>
            </a:r>
          </a:p>
          <a:p xmlns:a="http://schemas.openxmlformats.org/drawingml/2006/main">
            <a:r>
              <a:t/>
            </a:r>
          </a:p>
          <a:p xmlns:a="http://schemas.openxmlformats.org/drawingml/2006/main">
            <a:r>
              <a:t>【改訂前の出典・記録を含むノート】</a:t>
            </a:r>
          </a:p>
          <a:p xmlns:a="http://schemas.openxmlformats.org/drawingml/2006/main">
            <a:r>
              <a:t>軽いという言葉も、条件を確かめます。同じ体積の材料片なら、質量の違いは密度の違いと結び付きます。しかし、小さい金属片と大きい木片を持ち比べた結果だけでは、密度の大小は判断できません。密度は質量を体積で割った量であり、質量そのものではありません。</a:t>
            </a:r>
          </a:p>
          <a:p xmlns:a="http://schemas.openxmlformats.org/drawingml/2006/main">
            <a:r>
              <a:t>さらに木材には水分があります。乾いた木片と濡れた木片を混ぜて比べたら、水分状態も結果に影響します。製品では、形や部品数、接合具も質量に関わります。中が空洞の金属部材と、全体が詰まった木の部材で、密度だけから製品の質量順位を決めることはできません。ここで配布資料に一つ書いてください。軽いという説明を見たら、同じ何で比べたか、と問い返す。この言い換えができると、広告や一般的な材料表も、条件を確かめながら読めます。</a:t>
            </a:r>
          </a:p>
          <a:p xmlns:a="http://schemas.openxmlformats.org/drawingml/2006/main">
            <a:r>
              <a:t/>
            </a:r>
          </a:p>
          <a:p xmlns:a="http://schemas.openxmlformats.org/drawingml/2006/main">
            <a:r>
              <a:t>密度の計算を、簡単な仮想例で確かめます。同じ二十立方センチメートルの試料AとBがあり、質量をAが十グラム、Bが二十グラムと仮定します。密度は、それぞれ〇・五グラム毎立方センチメートルと、一グラム毎立方センチメートルです。同じ体積という条件なら、質量の比と密度の比が対応します。これは計算の説明用に置いた値で、特定の材種の実測値ではありません。</a:t>
            </a:r>
          </a:p>
          <a:p xmlns:a="http://schemas.openxmlformats.org/drawingml/2006/main">
            <a:r>
              <a:t>次に、Aの試料を二倍の体積にしたら、密度を同じと仮定する限り、質量は二十グラムになります。AとBの質量は同じでも、密度まで同じになったわけではありません。密度の低い材料を多く使う製品と、密度の高い材料を少なく使う製品を考えるときも、この区別が必要です。比重は基準密度に対する比であり、密度の単位を消しただけの呼び名として扱わず、基準状態を確認することを後の回で学びます。</a:t>
            </a:r>
          </a:p>
          <a:p xmlns:a="http://schemas.openxmlformats.org/drawingml/2006/main">
            <a:r>
              <a:t/>
            </a:r>
          </a:p>
          <a:p xmlns:a="http://schemas.openxmlformats.org/drawingml/2006/main">
            <a:r>
              <a:t>自己確認・休憩の計画秒数：60</a:t>
            </a:r>
          </a:p>
          <a:p xmlns:a="http://schemas.openxmlformats.org/drawingml/2006/main">
            <a:r>
              <a:t>自己確認の解説：同体積の材料比較では密度、製品の比較では体積・構成・状態も必要。</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ここで一分ほど休憩します。画面から目を離し、無理のない範囲で姿勢を変えてください。動作は任意です。再開したら、材料の性質を比べるときに、寸法や荷重をどうそろえるかを棚板の図で確認します。</a:t>
            </a:r>
          </a:p>
          <a:p xmlns:a="http://schemas.openxmlformats.org/drawingml/2006/main">
            <a:r>
              <a:t/>
            </a:r>
          </a:p>
          <a:p xmlns:a="http://schemas.openxmlformats.org/drawingml/2006/main">
            <a:r>
              <a:t>自己確認・休憩の計画秒数：60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棚板の事例へ戻ります。棚の役割は物を支えることですが、物が落ちなければそれで十分とは限りません。大きくたわむと、物が置きにくくなったり、扉など他の部分と干渉したりします。触れる縁や角、接合部の扱いも関係します。必要な機能をいくつかに分けてみましょう。</a:t>
            </a:r>
          </a:p>
          <a:p xmlns:a="http://schemas.openxmlformats.org/drawingml/2006/main">
            <a:r>
              <a:t>ここで想定するのは、本や教材を載せる教室の棚です。載せる物、置く場所、使用期間、加工設備は、実際の計画では確認しなければなりません。今日の図は比較の考え方を学ぶ模式図であり、そのまま製作して安全を保証する寸法図ではありません。板を選ぶ、支点の位置を変える、補強を付けるなど、複数の解決があります。材料を変えることだけが解決方法ではない点に注目してください。どの変更が何に効くのか、後の力学の回で分けて確かめます。</a:t>
            </a:r>
          </a:p>
          <a:p xmlns:a="http://schemas.openxmlformats.org/drawingml/2006/main">
            <a:r>
              <a:t/>
            </a:r>
          </a:p>
          <a:p xmlns:a="http://schemas.openxmlformats.org/drawingml/2006/main">
            <a:r>
              <a:t>例えば、板の両端を支えるだけの棚と、背面や途中にも支持がある棚は、力を伝える経路が違います。同じ板材を使っていても、製品として同じ結果になるとは限りません。条件の違いを図に示せば、どこを計算し、どこを観察で確かめたいかが分かります。</a:t>
            </a:r>
          </a:p>
          <a:p xmlns:a="http://schemas.openxmlformats.org/drawingml/2006/main">
            <a:r>
              <a:t>実際の計画では、載せる教材の置き方も考えます。軽い物が広く分かれる場合と、重い物が狭い範囲へ集まる場合では、板や接合部が受ける状態を同じと決められません。置く物の総質量が同じだから、内部の力まで全て同じだと考えないようにします。今日の事例に数値が少ないのは、どこへ数値を書き込む必要があるかを先に確かめるためです。後の計算では、ここで挙げた情報を単位付きで与え、どの条件を仮定したかを残しま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実の棚には、板、側板、棚受け、ねじなどがあります。その全てを最初から複雑な図にする代わりに、まず何を考えたいかを決めて、単純なモデルにします。図では二点で支えた板を描き、支える位置の間隔をエルとしました。幅と、荷重方向の断面の高さにも名前を付けています。</a:t>
            </a:r>
          </a:p>
          <a:p xmlns:a="http://schemas.openxmlformats.org/drawingml/2006/main">
            <a:r>
              <a:t>力をどこに、どの向きに加えるかも必要です。中央の一点に載せる場合と、板全体に分かれる場合では、内部の力の分布が変わります。支点が回転を止めるかどうかも条件になります。今日の段階では公式を覚えなくて構いません。材料の性質のほかに、寸法、荷重、支え方を図へ書き込む必要があると理解してください。実物を単純化したときには、何を省いたかも記録します。モデルの計算結果を、条件の違う実物へそのまま当てはめないためです。</a:t>
            </a:r>
          </a:p>
          <a:p xmlns:a="http://schemas.openxmlformats.org/drawingml/2006/main">
            <a:r>
              <a:t/>
            </a:r>
          </a:p>
          <a:p xmlns:a="http://schemas.openxmlformats.org/drawingml/2006/main">
            <a:r>
              <a:t>図を見る順序を練習します。まず対象の板を決めます。次に支点の位置を探し、その間の距離を読みます。続いて荷重の向きと位置を確認し、断面を別に見ます。横から見える長さと、断面の幅や高さを取り違えないようにします。板の厚さと呼んでいた寸法が、この荷重方向では断面の高さになることにも注意してください。</a:t>
            </a:r>
          </a:p>
          <a:p xmlns:a="http://schemas.openxmlformats.org/drawingml/2006/main">
            <a:r>
              <a:t>同じ物でも、見る向きが変われば図で横や縦に描かれる方向が変わります。紙面の横方向だから必ず幅、という覚え方をしないようにします。木材ではさらに繊維の方向と年輪の方向も関係しますが、それは第9回で整理します。今は部材の長さ、幅、高さと、材料固有の方向を別の情報として扱う準備をします。模式図の記号を覚えるだけでなく、実物のどの部分を測る量かを指で示せるようにしてください。</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組を三つに分けました。上は材料を変える比較です。幅、高さ、支点間距離、荷重をそろえ、材料の違いを調べます。中は形を変える比較です。同じ材料で断面の向きなどを変えます。下は支え方を変える比較です。変える量を一つずつ切り分けると、結果を説明しやすくなります。</a:t>
            </a:r>
          </a:p>
          <a:p xmlns:a="http://schemas.openxmlformats.org/drawingml/2006/main">
            <a:r>
              <a:t>薄い鋼板と厚い木板を比べて、鋼板が大きくたわんだとしましょう。それだけで鋼という材料のヤング率が低いとは言えません。断面形状が異なるからです。実際の製品選択では、同じ形にできない場合もあります。そのとき比較が無意味なのではなく、製品としての比較だと明示します。材質だけの比較と、形や構造まで含む比較を、同じ結論として扱わないことが大切です。配布資料の欄で、変えるものに丸を付け、そろえるものに下線を引いてください。</a:t>
            </a:r>
          </a:p>
          <a:p xmlns:a="http://schemas.openxmlformats.org/drawingml/2006/main">
            <a:r>
              <a:t/>
            </a:r>
          </a:p>
          <a:p xmlns:a="http://schemas.openxmlformats.org/drawingml/2006/main">
            <a:r>
              <a:t>比較の結果が予想と違ったときには、まず同じ条件にしたつもりの項目を点検します。板の高さ、支点の間隔、荷重を載せた位置、変位を読んだ場所などです。測定する位置が違えば、材料が同じでも結果の見え方が変わります。条件をそろえた記録を残すことが、後から原因を調べる助けになります。</a:t>
            </a:r>
          </a:p>
          <a:p xmlns:a="http://schemas.openxmlformats.org/drawingml/2006/main">
            <a:r>
              <a:t>全ての条件を完全に同じにできない場合もあります。木材の試料なら節や木目の状態が異なり、樹脂なら成形方向の影響があるかもしれません。そのとき、比較をやめるのではなく、残った違いを記録し、結果の解釈へ含めます。一つの試料の結果を材群全体へ広げないことも必要です。授業で生徒へ提示する場合にも、何をそろえ、何が違うかを先に確かめると、予想と観察を根拠のある説明へ結び付けやすくなりま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候補を木材、プラスチック、金属と並べるだけでは、物性値を一つずつ決められません。木材なら、樹種、繊維方向、含水状態、節などを確認します。プラスチックなら、樹脂の種類、グレード、配合や成形の条件を確認します。金属なら材種や熱処理・加工の状態を確認します。</a:t>
            </a:r>
          </a:p>
          <a:p xmlns:a="http://schemas.openxmlformats.org/drawingml/2006/main">
            <a:r>
              <a:t>例えば、金属は丈夫という記憶があっても、どの金属の、どの性質を指しているかはまだ不明です。プラスチックは水に強いという説明も、樹脂、温度、使う期間などを確かめず、あらゆる条件で使えると読み替えることはできません。一般的特徴は候補を絞る入口として使い、採用の根拠には具体的な情報を集めます。今日の比較表で情報が足りないところには、勝手な数値を入れず、要確認と書きましょう。分からないことを特定すること自体が、材料選択の作業です。</a:t>
            </a:r>
          </a:p>
          <a:p xmlns:a="http://schemas.openxmlformats.org/drawingml/2006/main">
            <a:r>
              <a:t/>
            </a:r>
          </a:p>
          <a:p xmlns:a="http://schemas.openxmlformats.org/drawingml/2006/main">
            <a:r>
              <a:t>材料の情報を調べるときは、同じ種類の値を集めているかも確かめます。ある資料は引張強さ、別の資料は曲げ強さ、さらに別の資料はヤング率を示しているかもしれません。単位が同じように見えても、測った性質が同じとは限りません。また、試験片の値と、製品として使うときの許容値にも違いがあります。</a:t>
            </a:r>
          </a:p>
          <a:p xmlns:a="http://schemas.openxmlformats.org/drawingml/2006/main">
            <a:r>
              <a:t>この回では、具体的な材種ごとの順位をまだ示しません。後の回で実データを採る際には、出典、版、材種、状態、試験の種類を一組で記録します。出典のない一般表は、特徴をつかむきっかけにはなっても、そのまま製作の荷重限界を決める根拠にはしません。自分で選んだ候補を具体的な材料へ絞る作業と、その材料について同じ種類のデータを探す作業を、順に行ってください。</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三分間、棚板の比較表に記入します。まず使用場所と載せる物について、二つ条件を決めます。次に、六つの比較観点のうち重視するものを三つ選びます。その条件で候補を一つ挙げ、選ぶ理由と、不利な点または未確認の点を書いてください。</a:t>
            </a:r>
          </a:p>
          <a:p xmlns:a="http://schemas.openxmlformats.org/drawingml/2006/main">
            <a:r>
              <a:t>この段階では、詳しい物性表をまだ用意していません。正確な許容荷重を計算することは求めません。自分で決めた条件と、手元で確認できた根拠、まだ予想にとどまる説明を区別します。例えば、学校にある道具で切れるという理由を書くなら、どの道具と材料の組合せを想定したかも書きます。答えが一つにそろう必要はありません。木材を選ぶ人と金属を選ぶ人がいても、条件が違えば両方に理由があるかもしれません。結論だけでなく、判断の途中を残しましょう。</a:t>
            </a:r>
          </a:p>
          <a:p xmlns:a="http://schemas.openxmlformats.org/drawingml/2006/main">
            <a:r>
              <a:t/>
            </a:r>
          </a:p>
          <a:p xmlns:a="http://schemas.openxmlformats.org/drawingml/2006/main">
            <a:r>
              <a:t>書き方の例をもう一つ示します。「木材は加工しやすいから」と書いたなら、使用する樹種と板の寸法、使える工具、必要な加工をまだ確かめていないことが分かります。そこで、まず候補を入手できる板材へ絞り、切断と穴あけができるかを確認する、と次の行動へつなげられます。</a:t>
            </a:r>
          </a:p>
          <a:p xmlns:a="http://schemas.openxmlformats.org/drawingml/2006/main">
            <a:r>
              <a:t>「金属は強いから」と書いた場合も、必要な荷重、たわみ、寸法、加工や接合を調べる必要があります。結論を否定するための確認ではありません。結論を支える根拠を具体化するためです。材料名と性質の組を暗記する学習から、使用条件に対して根拠を選ぶ学習へ進んでいることを意識してください。比較表には、調べて分かった事実と、自分が仮定した条件を違う印で示してもよいでしょう。後で見返したとき、何によって判断したかを追える書き方にします。</a:t>
            </a:r>
          </a:p>
          <a:p xmlns:a="http://schemas.openxmlformats.org/drawingml/2006/main">
            <a:r>
              <a:t/>
            </a:r>
          </a:p>
          <a:p xmlns:a="http://schemas.openxmlformats.org/drawingml/2006/main">
            <a:r>
              <a:t>自己確認・休憩の計画秒数：180</a:t>
            </a:r>
          </a:p>
          <a:p xmlns:a="http://schemas.openxmlformats.org/drawingml/2006/main">
            <a:r>
              <a:t>自己確認の解説：使用条件と観点が対応しているかを点検する。材種・寸法・実データがないため、具体的な耐荷重を断定しない。</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例として、教室内に置き、学校にある設備で加工し、傷んだ部品を交換できる棚を想定します。この条件なら、加工経験のある木材を候補にする説明ができます。ただし、木材だから安全、という結論まで自動的に出るわけではありません。必要な寸法、支え方、水分状態、接合、載せる物を確認する必要があります。</a:t>
            </a:r>
          </a:p>
          <a:p xmlns:a="http://schemas.openxmlformats.org/drawingml/2006/main">
            <a:r>
              <a:t>一方、薄く軽量な構造を作る加工設備があり、その構造に適した金属部材を入手できる条件なら、別の選択があり得ます。材料名ではなく、与えた条件に理由がつながっているかを読みます。自分の答案に戻って、理由の文に「この条件では」を付けて読んでみてください。付けられない場合には、一般的な好みや印象だけで書いていないかを点検します。まだ分からないことは、次に調べる項目として残します。</a:t>
            </a:r>
          </a:p>
          <a:p xmlns:a="http://schemas.openxmlformats.org/drawingml/2006/main">
            <a:r>
              <a:t/>
            </a:r>
          </a:p>
          <a:p xmlns:a="http://schemas.openxmlformats.org/drawingml/2006/main">
            <a:r>
              <a:t>比較表を読む人の立場でも確かめます。第三者がその表を見たとき、どこで使う物か、どんな力を受けるか、何の道具で作るかが分かるでしょうか。本人にだけ分かっている条件を文章へ出すと、説明の不足に気付きやすくなります。</a:t>
            </a:r>
          </a:p>
          <a:p xmlns:a="http://schemas.openxmlformats.org/drawingml/2006/main">
            <a:r>
              <a:t>また、不利な点を書いたから選択が失敗になるわけではありません。例えば水に触れる部分を保護する、部品を交換できるようにする、点検の位置を決めるなど、不利な条件へ対応する方法を考えられます。ただし、対策を書いたことと、その効果を確認したことは違います。未確認の対策には、何を調べれば採用できるかを付け加えます。材料を選ぶ説明には、利点だけを並べるより、残った問題と確認方法まで示したほうが、検討の筋道がよく表れます。自分の表に一つ、その項目を追加しましょう。</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たわみが大きかったとき、材料を丸ごと変える以外の方法もあります。板を厚くする、断面の向きを変える、支える位置を増やす、補強を入れるなどです。ただし、変更すると質量、加工の手間、置ける物の大きさも変わることがあります。改善は一つの効果だけで評価しません。</a:t>
            </a:r>
          </a:p>
          <a:p xmlns:a="http://schemas.openxmlformats.org/drawingml/2006/main">
            <a:r>
              <a:t>第4回では、材料の性質と断面の形を式で分けます。同じ断面積を保って高さを変える場合と、幅を固定して厚くする場合は、材料の量の条件も違います。今は数字の倍率を覚える必要はありません。形を変えた説明を、材料そのものが強くなったという説明に混ぜないことを押さえましょう。支点の間隔を短くした場合も、材質の性質が変わったわけではありません。製品の性能を上げるために、材質、形、支え方、接合を組み合わせて考えるのです。</a:t>
            </a:r>
          </a:p>
          <a:p xmlns:a="http://schemas.openxmlformats.org/drawingml/2006/main">
            <a:r>
              <a:t/>
            </a:r>
          </a:p>
          <a:p xmlns:a="http://schemas.openxmlformats.org/drawingml/2006/main">
            <a:r>
              <a:t>断面を回転する図では、同じ断面を向きだけ変えています。このとき材料の量を増やしたとは言っていません。幅を固定して高さを増やす方法は、断面積が増える方法であり、向きを変える場合とは条件が違います。両方を厚くすればよいと一括りにせず、何を保ったかを記録します。</a:t>
            </a:r>
          </a:p>
          <a:p xmlns:a="http://schemas.openxmlformats.org/drawingml/2006/main">
            <a:r>
              <a:t>もう一つの方法として、支える間隔を短くする場合を考えます。板そのものは同じでも、支えを追加すると使える空間や組立て方が変わります。材料を節約できるかもしれませんが、支持部材や接合具が増えることもあります。製品全体の材料量と、加工・組立ての手間を含めて比較します。部材の計算だけでなく、製品として必要な働きが残っているかを見直すことが重要です。第4回で数値を扱った後にも、最後はこの製品の目的へ戻って判断しま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ここで一分ほど休憩します。次は、教室の棚から、栽培を支える容器と支持具へ事例を変えます。場所と使用期間が変わったら、材料選択で見る項目がどう変わるかを考えます。</a:t>
            </a:r>
          </a:p>
          <a:p xmlns:a="http://schemas.openxmlformats.org/drawingml/2006/main">
            <a:r>
              <a:t/>
            </a:r>
          </a:p>
          <a:p xmlns:a="http://schemas.openxmlformats.org/drawingml/2006/main">
            <a:r>
              <a:t>自己確認・休憩の計画秒数：60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栽培設備を、役割の異なる部品へ分けました。容器は培地や水を保持し、必要な排水も考えます。支柱は植物の形や成長に合わせて支えます。架台は容器と中身を載せる構造です。接合具は、それらの部材をつなぎます。同じ材料を全ての部品へ使う必要はありません。</a:t>
            </a:r>
          </a:p>
          <a:p xmlns:a="http://schemas.openxmlformats.org/drawingml/2006/main">
            <a:r>
              <a:t>木製容器、樹脂製容器、金属製架台という例を並べたときには、それぞれ役割が違うことに注意します。役割の違う物をそのまま順位表へ入れて、最良の材料を決めることはできません。まず同じ働きを担う部品を比較対象にします。例えば支柱なら支柱、容器なら容器として条件をそろえます。生物育成の観点では、生物が育つ環境と管理が重要です。この講義では、その環境を支える部品の材質、形、接合、耐久性へ注目します。</a:t>
            </a:r>
          </a:p>
          <a:p xmlns:a="http://schemas.openxmlformats.org/drawingml/2006/main">
            <a:r>
              <a:t/>
            </a:r>
          </a:p>
          <a:p xmlns:a="http://schemas.openxmlformats.org/drawingml/2006/main">
            <a:r>
              <a:t>役割をそろえる例として、支柱を考えます。植物の成長に合わせた長さ、固定の仕方、屋外での使用期間を同じ条件として、木材、樹脂、金属などの候補を検討できます。そのとき、人が触る表面、先端、運搬、取り外しも条件になります。単に細くて丈夫そうという見た目だけでは選べません。</a:t>
            </a:r>
          </a:p>
          <a:p xmlns:a="http://schemas.openxmlformats.org/drawingml/2006/main">
            <a:r>
              <a:t>容器なら、保持する培地と水、排水、持ち上げるときの扱い、置き場所を決めます。容器が果たす役割と架台が果たす役割を分ければ、容器は扱いやすいものを選び、架台は別に設計する案も考えられます。製品を役割へ分けることによって、一つの材料に全ての性能を求める必要がなくなります。これは、木材と金属、樹脂を組み合わせる製品を理解する際にも役立つ見方で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を保持したい部分と、水を抜きたい部分を分けます。容器の底に水がたまる場合と、部材が雨に濡れる場合では、考える問題が同じではありません。材料の性質に加え、穴の位置、隙間、表面処理、接合部の形も関わります。水に強いという一語を、具体的な状態へ置き換えましょう。</a:t>
            </a:r>
          </a:p>
          <a:p xmlns:a="http://schemas.openxmlformats.org/drawingml/2006/main">
            <a:r>
              <a:t>木材の水分と寸法変化、金属の腐食、樹脂の性質は、後の各論で学びます。今日ここで全ての材料を順位づけする必要はありません。濡れるのはいつか、どの部分か、乾く時間はあるか、点検できるかを図に書きます。水の問題を材料の交換だけで解決しようとすると、同じ形の弱点が残ることがあります。排水を改善する、濡れやすい部品を交換しやすくするなど、構造や管理の変更も候補になります。条件と対策を対応させて記録してください。</a:t>
            </a:r>
          </a:p>
          <a:p xmlns:a="http://schemas.openxmlformats.org/drawingml/2006/main">
            <a:r>
              <a:t/>
            </a:r>
          </a:p>
          <a:p xmlns:a="http://schemas.openxmlformats.org/drawingml/2006/main">
            <a:r>
              <a:t>図の排水の矢印は、実際に穴を設けた製作図を示すものではありません。水がどこへ行くかを確かめるための模式的な表示です。穴があっても、その下に板や物が接して流れを妨げれば、想定どおりに排水できないかもしれません。容器単体の形だけでなく、設置した状態で考えます。</a:t>
            </a:r>
          </a:p>
          <a:p xmlns:a="http://schemas.openxmlformats.org/drawingml/2006/main">
            <a:r>
              <a:t>また、清掃が必要な場所に手が届かない構造では、管理の負担が増えることがあります。定期的に容器を持ち上げられるか、培地を取り出せるか、接合部を点検できるかを考えます。生物の育つ条件と、教師や生徒が無理なく管理できる条件を一緒に扱う必要があります。水に関する問題を見付けたら、材料の耐水性だけで答えるのではなく、形、設置、使用方法、点検方法のどこを変えるかも候補にしてください。</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屋内で短期間使う部品を、そのまま屋外で数年使うことにしたら、何を追加して確かめるでしょうか。日射、温度変化、雨、風、使用期間などが挙げられます。作った日に形を保ったという観察だけでは、その後の性能を全て予測できません。</a:t>
            </a:r>
          </a:p>
          <a:p xmlns:a="http://schemas.openxmlformats.org/drawingml/2006/main">
            <a:r>
              <a:t>例えば、荷重を受け続けたときの変形は、載せた直後の変形と分けて考えます。樹脂には紫外線や温度などへの耐性が異なる製品があり、金属や木材も状態や処理が重要です。材料の名称だけで耐用年数を決めず、製品の仕様と使用条件を確認します。ここでの結論は、どれも使えないということではありません。何を調べ、どの間隔で点検し、いつ交換するかを計画に含めるということです。材料の性質を知ることが、使い方と管理の工夫へつながります。</a:t>
            </a:r>
          </a:p>
          <a:p xmlns:a="http://schemas.openxmlformats.org/drawingml/2006/main">
            <a:r>
              <a:t/>
            </a:r>
          </a:p>
          <a:p xmlns:a="http://schemas.openxmlformats.org/drawingml/2006/main">
            <a:r>
              <a:t>時間の条件には、使用期間全体と、一回の使用の継続時間があります。同じ荷重でも、短く載せてすぐ外す場合と、ずっと載せる場合では、確かめたい情報が変わります。また、濡れと乾燥を繰り返す場合は、初めに濡らした一回だけの結果で長期の状態を決めることはできません。</a:t>
            </a:r>
          </a:p>
          <a:p xmlns:a="http://schemas.openxmlformats.org/drawingml/2006/main">
            <a:r>
              <a:t>授業で扱うときには、実験に使える時間と、現実の使用期間の差も説明します。一時間の観察で変化がなかったことを、数年間変わらないという証拠として扱わないようにします。短い観察から分かること、既存の試験資料を調べること、実際の使用中に点検することを分けます。調べる方法を組み合わせれば、全てを自分で長期間測らなくても、判断の根拠を増やすことができま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空の容器を持って軽いと感じても、設置後の荷重はそれだけではありません。培地、水、植物、支柱などを含めて考えます。また、物が中央にあるのか、端に寄るのかによって、支える部分へ伝わる力も変わります。図では下向きの力を赤、支える側の作用を青で示しています。</a:t>
            </a:r>
          </a:p>
          <a:p xmlns:a="http://schemas.openxmlformats.org/drawingml/2006/main">
            <a:r>
              <a:t>今日は詳細な計算はしませんが、力がどこからどこへ伝わるかをたどってください。容器の底、架台の横材、脚、床という順に見ます。接合部には、部材をつないで力を伝える役割があります。重い容器を上部へ置く場合には、転倒なども別に考えます。材料の強度表を一つ見るだけで、設備全体の安定が保証されるわけではありません。第2回以降、質量を力へ換算し、図にしてつり合いを考える学習へ進みます。今日の図が、その出発点です。</a:t>
            </a:r>
          </a:p>
          <a:p xmlns:a="http://schemas.openxmlformats.org/drawingml/2006/main">
            <a:r>
              <a:t/>
            </a:r>
          </a:p>
          <a:p xmlns:a="http://schemas.openxmlformats.org/drawingml/2006/main">
            <a:r>
              <a:t>空の容器の質量と、中身を入れた質量を混同しないようにします。例えば、容器が軽くても、その中へ入れる物の質量が大きければ、架台へ伝わる荷重は大きくなります。これを材料の密度の話だけで説明しようとすると、製品が実際に受ける条件を見落とします。</a:t>
            </a:r>
          </a:p>
          <a:p xmlns:a="http://schemas.openxmlformats.org/drawingml/2006/main">
            <a:r>
              <a:t>次回は、質量に重力加速度を掛けて重力の大きさを求めます。その後、つり合いの回では、左右の支えがどのくらいずつ受け持つかを考えます。荷重の位置を変えれば、左右の受け持ちは変わります。今、図に描いた赤い矢印は力が伝わる経路を見るための模式図で、反力の大きさを全て計算した図ではありません。力の作用する対象を取り出す図は、第3回で改めて作ります。用途と条件の整理が、その計算の準備になっていることを確認してください。</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材料片の性質が目的に合っていても、必要な形に加工できなければ製品にできません。使える工具、材料の厚さ、作業する人の技能、加工時間も条件です。切断、穴あけ、成形のしやすさと、加工後の表面や寸法を確かめます。</a:t>
            </a:r>
          </a:p>
          <a:p xmlns:a="http://schemas.openxmlformats.org/drawingml/2006/main">
            <a:r>
              <a:t>接合も材料と切り離せません。ねじ、ボルト、接着などは、相手の材料、荷重、濡れる条件、分解の必要性によって選びます。接着剤の名前だけで一律に強さや耐水性を決めないようにします。木材の詳しい接着は別講義とつなぎますが、この講義では三材料の部品を組み合わせるときの条件として扱います。さらに、傷んだ部品だけを交換できるか、点検する場所に手が届くかも確認します。作りやすさと、使い続けやすさの両方を比較表へ入れてください。</a:t>
            </a:r>
          </a:p>
          <a:p xmlns:a="http://schemas.openxmlformats.org/drawingml/2006/main">
            <a:r>
              <a:t/>
            </a:r>
          </a:p>
          <a:p xmlns:a="http://schemas.openxmlformats.org/drawingml/2006/main">
            <a:r>
              <a:t>分解できることが有利な場合と、接合が緩みにくいことを優先する場合では、接合方法の判断が変わります。部品交換のためには分解が必要でも、使用中に容易に外れてよいわけではありません。目的と使用条件を示した上で、固定と交換の両方を考えます。</a:t>
            </a:r>
          </a:p>
          <a:p xmlns:a="http://schemas.openxmlformats.org/drawingml/2006/main">
            <a:r>
              <a:t>接合の候補を比べるときは、どの方向の力が加わるかも図にします。部品を押し付ける方向と、引き離す方向では、確かめる状態が違います。接着についても、面積、表面、硬化の条件、濡れや熱などを確認する必要があります。ここで細かい設計値を暗記するより、接合部に必要な情報を挙げる練習をします。材料単体の強度と、部品をつないだ部分の性能を同じ値で扱わないことが、後の比較にも役立ちま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四分間、栽培設備の条件変更を考えます。初めは屋内で短期間使う容器と支持具だったものを、屋外で数年間使うことにしました。追加して確かめたい条件を三つ挙げてください。その中の一つについて、材料、形、接合、管理のいずれかをどう変えるか、案を書きます。</a:t>
            </a:r>
          </a:p>
          <a:p xmlns:a="http://schemas.openxmlformats.org/drawingml/2006/main">
            <a:r>
              <a:t>実際の材料の寿命や許容荷重は、まだ分かっていません。数字を作らず、何の情報が必要かを書くことも答えに含みます。例えば、使用場所でどのくらい濡れるのか、点検は誰ができるのか、部品を入手できるのかなどです。生物を育てるために必要な条件と、人が設備を管理できる条件を分けて考えてもよいでしょう。自宅で危険な荷重試験や加熱試験をする必要はありません。図と、与えられた条件を使って計画してください。</a:t>
            </a:r>
          </a:p>
          <a:p xmlns:a="http://schemas.openxmlformats.org/drawingml/2006/main">
            <a:r>
              <a:t/>
            </a:r>
          </a:p>
          <a:p xmlns:a="http://schemas.openxmlformats.org/drawingml/2006/main">
            <a:r>
              <a:t>案を書くときは、例えば、濡れやすい場所を見付けたので交換しやすい部品にする、というように、問題と変更を一文で対応させます。その上で、交換部品を入手できるか、点検する時間を確保できるか、交換で他の部品を傷めないかを確認項目に加えられます。</a:t>
            </a:r>
          </a:p>
          <a:p xmlns:a="http://schemas.openxmlformats.org/drawingml/2006/main">
            <a:r>
              <a:t>反対に、雨に当たらない場所へ移す案なら、材料を変えなくても使用条件を改善できるかもしれません。ただし、生物の生育に必要な光などを満たすかは、生物育成の側から再検討が必要です。ある問題の解決が別の条件へ影響することを、二つの授業の知識をつないで考えます。今書いた変更案が全ての問題を解く必要はありません。どの条件を改善し、何が残るかを明らかにすることが、この演習の目標です。</a:t>
            </a:r>
          </a:p>
          <a:p xmlns:a="http://schemas.openxmlformats.org/drawingml/2006/main">
            <a:r>
              <a:t/>
            </a:r>
          </a:p>
          <a:p xmlns:a="http://schemas.openxmlformats.org/drawingml/2006/main">
            <a:r>
              <a:t>自己確認・休憩の計画秒数：240</a:t>
            </a:r>
          </a:p>
          <a:p xmlns:a="http://schemas.openxmlformats.org/drawingml/2006/main">
            <a:r>
              <a:t>自己確認の解説：水・日射・風・長期荷重・清掃・交換などを条件として挙げ、対策と根拠を対応させる。材名だけの変更を答えにしない。</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の見直しです。費用だけ、見た目だけ、軽さだけで選んでいなかったか確認してください。まず必要な性能を満たすことを確かめ、その上で候補を比較します。全ての観点で最良の材料が見つかるとは限りません。不利な点を隠すより、どのように対処するかを示すと、選択理由が具体的になります。</a:t>
            </a:r>
          </a:p>
          <a:p xmlns:a="http://schemas.openxmlformats.org/drawingml/2006/main">
            <a:r>
              <a:t>環境への配慮も、材料名だけで結論づけません。作る過程、使う期間、修理や交換、回収・処理など、どの範囲を考えたかを示します。再生可能な資源だから無条件で環境負荷が小さい、再資源化できる材料だから実際に必ず回収される、とは読み替えません。今日の段階で全ての数値を調べ切る必要はありません。判断した範囲と、まだ調べるべきことを分けます。比較表の最後に、採用前に確かめたい項目を一つ残してください。</a:t>
            </a:r>
          </a:p>
          <a:p xmlns:a="http://schemas.openxmlformats.org/drawingml/2006/main">
            <a:r>
              <a:t/>
            </a:r>
          </a:p>
          <a:p xmlns:a="http://schemas.openxmlformats.org/drawingml/2006/main">
            <a:r>
              <a:t>例えば、初期費用が安い候補と、部品交換をしながら長く使える候補を比べる場合を考えます。購入時の金額だけを比べるのか、使用期間中の交換や手間まで考えるのかで、判断の範囲が変わります。どちらを採るとしても、対象期間と含めた費用を明示すれば、比較の意味を説明できます。</a:t>
            </a:r>
          </a:p>
          <a:p xmlns:a="http://schemas.openxmlformats.org/drawingml/2006/main">
            <a:r>
              <a:t>環境面でも同じです。再使用、材料としての回収、処理方法は、地域や製品の状態などに関わります。材料名だけを見て、必ず回収される、必ず自然に分解する、と決めないようにします。この回では環境負荷の細かな数値を与えていないため、総合的な優劣を数値で確定することはできません。必要なデータを挙げ、条件が分かった場合にどの判断を見直すかを説明します。複数の観点を扱うことは、結論を曖昧にするためではなく、結論の根拠と範囲を明確にするためで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ここで一分ほど休憩します。再開したら、今日行った比較や説明を、中学校の学びへどうつなぐかを考えます。自分が分かることと、生徒が考えられる活動を用意することを、順に結び付けます。</a:t>
            </a:r>
          </a:p>
          <a:p xmlns:a="http://schemas.openxmlformats.org/drawingml/2006/main">
            <a:r>
              <a:t/>
            </a:r>
          </a:p>
          <a:p xmlns:a="http://schemas.openxmlformats.org/drawingml/2006/main">
            <a:r>
              <a:t>自己確認・休憩の計画秒数：60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行の中学校学習指導要領解説では、材料と加工の技術について、生活や社会を支える技術、問題の解決、社会の発展というつながりが示されています。材料の特性を知る学習は、材料名を答えることだけで終わるものではありません。製作する目的や条件を考え、選択や加工、結果の評価へ使うことが大切です。</a:t>
            </a:r>
          </a:p>
          <a:p xmlns:a="http://schemas.openxmlformats.org/drawingml/2006/main">
            <a:r>
              <a:t>大学で力学や材料の構造を学ぶのは、中学生に同じ式や専門語を全て暗記させるためではありません。教師が観察や比較の条件を整え、生徒の説明を確かめるための背景になります。例えば、板を立てるとたわみにくくなる活動では、材質まで同時に変えたら何を学んだか分かりにくくなります。教師が材質と形の効果を区別していれば、活動の条件と問いを適切に設計できます。今日の比較表は、その準備にもなっています。</a:t>
            </a:r>
          </a:p>
          <a:p xmlns:a="http://schemas.openxmlformats.org/drawingml/2006/main">
            <a:r>
              <a:t/>
            </a:r>
          </a:p>
          <a:p xmlns:a="http://schemas.openxmlformats.org/drawingml/2006/main">
            <a:r>
              <a:t>中学校の活動を考える例です。二つの棚の図を見せて、どちらが丈夫かと問うだけでは、生徒が何を根拠に考えるかが定まりません。支点、形、荷重、材質のうち何を変えた比較なのかを図にし、たわみを読むのか、製作品の選択理由を考えるのか、活動の目的を決めます。</a:t>
            </a:r>
          </a:p>
          <a:p xmlns:a="http://schemas.openxmlformats.org/drawingml/2006/main">
            <a:r>
              <a:t>生徒の説明を読むときは、専門語を使った数だけで理解を判断しません。自分が見た結果と、条件を結び付けて説明できているかを確かめます。大学で学ぶ式は、教師がその説明の正確さや限界を判断する助けになります。生活の事例を使うことと、科学的な条件を曖昧にすることは同じではありません。身近な製品から問いを立て、比較の条件を整え、根拠を示して選ぶ流れを意識してみましょう。</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徒が、こっちの板がよく曲がった、と言ったとします。それはまず観察の記述です。荷重や寸法、測る位置をそろえて変位を記録すれば、条件付きのデータになります。そこから材質、形、支え方との関係を説明し、用途に合うものを選ぶ判断へ進みます。</a:t>
            </a:r>
          </a:p>
          <a:p xmlns:a="http://schemas.openxmlformats.org/drawingml/2006/main">
            <a:r>
              <a:t>この四段階を飛ばすと、一回見た結果だけで材料全体の順位を決めてしまいます。逆に、観察が予想と違ったときには、測定方法や条件を見直すきっかけになります。教師はすぐに正しい材料名を言うだけでなく、どの条件を比べたのか、どこまで言えるかを問い返せます。自分の比較表でも、観察した事実、資料に書かれた値、自分の推測、採用の判断を、混ぜずに書いてみてください。分からないことを確かめる計画まで含めれば、説明はさらに具体的になります。</a:t>
            </a:r>
          </a:p>
          <a:p xmlns:a="http://schemas.openxmlformats.org/drawingml/2006/main">
            <a:r>
              <a:t/>
            </a:r>
          </a:p>
          <a:p xmlns:a="http://schemas.openxmlformats.org/drawingml/2006/main">
            <a:r>
              <a:t>もう一つの例です。板Aが板Bより二ミリメートル多くたわんだ、という記録があったとします。その差を説明するには、荷重、支点間距離、断面、測った位置や方法が必要です。数字があるだけで、材料の特徴を正しく測れた証拠になるわけではありません。</a:t>
            </a:r>
          </a:p>
          <a:p xmlns:a="http://schemas.openxmlformats.org/drawingml/2006/main">
            <a:r>
              <a:t>観察を説明へ変える段階では、材料の性質と形のどちらが関係した可能性があるかを考えます。選択の段階では、そのたわみが今回の用途で許容できるかという要求条件も必要です。同じデータでも、展示物を置く棚と、精密に位置を保つ台では判断が変わるかもしれません。データ、説明、判断を分けて書くことで、どこに追加の情報が必要かが見えます。自分の比較表にも、数値だけで結論へ飛んだ箇所がないか、確認してください。</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の学習内容や、授業で使う道具、製作する題材は、今後も変わります。計測やデジタル製作との関係が広がったとしても、実際の部品には材料が必要です。力、水、熱、加工、接合といった条件を考える基礎は、違う題材にも使えます。</a:t>
            </a:r>
          </a:p>
          <a:p xmlns:a="http://schemas.openxmlformats.org/drawingml/2006/main">
            <a:r>
              <a:t>この講義では、まず長く使える基礎を中心に学びます。教育課程の動向を扱うときは、どの資料を、いつ確認したかを明らかにし、現行の告示と審議中の案を区別します。今日のスライドは現行解説との接点を示しています。次期の教科名、時数、実施年などを未確認のまま確定事項として扱いません。第14回と第15回では、その時点で確認できる動向に照らして、材料の学習をどう位置づけるかを考えます。変化を知ることと、材料の基礎を身に付けることを、一緒に進めましょう。</a:t>
            </a:r>
          </a:p>
          <a:p xmlns:a="http://schemas.openxmlformats.org/drawingml/2006/main">
            <a:r>
              <a:t/>
            </a:r>
          </a:p>
          <a:p xmlns:a="http://schemas.openxmlformats.org/drawingml/2006/main">
            <a:r>
              <a:t>新しい道具を使う場合にも、加工された形と材料の性質を考える必要があります。例えば、データどおりの形ができたとしても、その材料の方向、接合、使用温度などの条件を無視できるわけではありません。設計の情報と、実物が置かれる条件をつなぐ判断は残ります。</a:t>
            </a:r>
          </a:p>
          <a:p xmlns:a="http://schemas.openxmlformats.org/drawingml/2006/main">
            <a:r>
              <a:t>そのため、この講義では、教育の動向を追う部分と、基礎を繰り返し使う部分の役割を分けます。材料そのものの説明は、確かめられた定義やデータを基に整えます。一方、学校での題材の扱いは、資料の時点と位置づけを示して検討します。学習内容が変わったときに、全ての基礎を最初から作り直すのではなく、どの知識がそのまま使え、どの事例を更新するかを判断できるようにします。これは教師が教材を改善していく際にも役立つ考え方で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他の授業で作った図や観察記録があれば、理解を深めるために活用できます。木材の観察では、木目や板取り、濡れたときの変化を記録したかもしれません。生物育成では、容器の大きさ、支柱の立て方、管理の日程を考えたかもしれません。それらを材料選択の条件として読み直せます。</a:t>
            </a:r>
          </a:p>
          <a:p xmlns:a="http://schemas.openxmlformats.org/drawingml/2006/main">
            <a:r>
              <a:t>ただし、同じ記録を二回出せば同じ学修をしたことになる、という意味ではありません。この講義では、木材以外の候補も考え、どの性質と条件に基づいて比較したかを追記します。他講義を履修していない場合は、授業で示す事例から考えれば構いません。別の九十分動画の追加視聴や、自宅での栽培を、この回の理解の必須条件にはしません。知識や記録をつなぐ一方、それぞれの授業で何を学び、何を評価するかは明確にします。</a:t>
            </a:r>
          </a:p>
          <a:p xmlns:a="http://schemas.openxmlformats.org/drawingml/2006/main">
            <a:r>
              <a:t/>
            </a:r>
          </a:p>
          <a:p xmlns:a="http://schemas.openxmlformats.org/drawingml/2006/main">
            <a:r>
              <a:t>再利用する記録には、条件を添えます。木材の観察図なら、どの面を見て、どちらが繊維方向だったかを残します。生物育成の容器の記録なら、使用場所や期間、入れる培地、管理する人を添えます。記録したときの目的と、今回の材料比較の目的が違うことにも注意します。</a:t>
            </a:r>
          </a:p>
          <a:p xmlns:a="http://schemas.openxmlformats.org/drawingml/2006/main">
            <a:r>
              <a:t>以前の記録に必要な情報がなくても、直ちに使えないと決める必要はありません。追加して確かめられることと、今回は分からないことを区別できます。共通の図を使う場合には、元の図の意味を変えず、今回どの観点を加えたかを説明します。例えば、木材の方向を示した図へ荷重を加えるなら、図の向きや板取りの条件が合っているかを確認します。資料を使い回すときにも、その図で何を説明するかを読み直すことが必要で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課題の柱は三つです。一つ目は材料力学の演習で、図、途中式、単位、検算を残します。二つ目は、木材、金属、プラスチックの数値による比較です。物性表の条件を読み、強度と変形を区別して計算し、木材の密度や比重と強さの関係をグラフから考えます。三つ目は、複数の観点による定性的な比較と選択です。</a:t>
            </a:r>
          </a:p>
          <a:p xmlns:a="http://schemas.openxmlformats.org/drawingml/2006/main">
            <a:r>
              <a:t>今日はその全てを解く必要はありません。これから学ぶ知識を、どのような説明へ使うかを見通してください。動画内で短く書く問いは自己確認用であり、一つずつ新たな提出課題になるわけではありません。正式な設問、提出方法、締切、配点は、授業の課題指示に従ってください。材料選択を中学校の活動へつなぐ課題も検討していますが、この資料で新たな提出を確定するものではありません。初回の比較表は、最終回に見直すため手元に残しましょう。</a:t>
            </a:r>
          </a:p>
          <a:p xmlns:a="http://schemas.openxmlformats.org/drawingml/2006/main">
            <a:r>
              <a:t/>
            </a:r>
          </a:p>
          <a:p xmlns:a="http://schemas.openxmlformats.org/drawingml/2006/main">
            <a:r>
              <a:t>途中式と単位を残す理由も、この回の比較と同じです。答えの数値だけでは、どの条件を使い、何を計算したかが読み取れません。図、式、単位、解釈を一緒に残すと、間違いがあった場合にも、条件の読み違いなのか、換算なのか、計算なのかを分けて見直せます。</a:t>
            </a:r>
          </a:p>
          <a:p xmlns:a="http://schemas.openxmlformats.org/drawingml/2006/main">
            <a:r>
              <a:t>定性的な課題でも、結論だけを提出するのではなく、選んだ観点と根拠を示します。グラフの課題なら、傾向が見えることと、全ての点が同じ関係にあることを区別します。木材の密度と強度の関係を読む際にも、どの状態の値を比べたかが重要になります。計算の課題と文章の課題は別の作業に見えても、条件と根拠から結論を説明するという点でつながっています。その共通点を意識して取り組みましょう。</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の自己確認です。第一に、軽い材料と軽い製品は、同じ意味でしょうか。第二に、よくたわむ板は必ず壊れやすいと、図だけで言えるでしょうか。第三に、屋内で使う予定だった製品を屋外で使うことにしたら、何を確かめるでしょうか。</a:t>
            </a:r>
          </a:p>
          <a:p xmlns:a="http://schemas.openxmlformats.org/drawingml/2006/main">
            <a:r>
              <a:t>答えは、はい、いいえ、だけで終えず、一つ理由を添えます。今日扱った六つの観点、棚板の図、栽培設備の図へ戻っても構いません。三分間、配布資料に書いてください。例えば第二の問いで、違うと思う、とだけ書いたなら、何を区別する必要があるかを言葉にします。第一の問いでは、体積や部品構成、水分状態などが理由の候補です。第三の問いでは、雨、日射、温度、期間、点検や交換などの条件を思い出しましょう。書いた後、自分の初めの比較表にも一つ追記してください。</a:t>
            </a:r>
          </a:p>
          <a:p xmlns:a="http://schemas.openxmlformats.org/drawingml/2006/main">
            <a:r>
              <a:t/>
            </a:r>
          </a:p>
          <a:p xmlns:a="http://schemas.openxmlformats.org/drawingml/2006/main">
            <a:r>
              <a:t>自己確認・休憩の計画秒数：180</a:t>
            </a:r>
          </a:p>
          <a:p xmlns:a="http://schemas.openxmlformats.org/drawingml/2006/main">
            <a:r>
              <a:t>自己確認の解説：①密度と製品の体積・構成を分ける。②たわみと破壊限界を分ける。③水・日射・温度・期間・管理などを再確認する。</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口確認の解説です。軽い材料という説明は、同じ体積・状態なら密度に結び付きます。完成品の質量は、体積、構造、部品構成にも関係します。よくたわむという結果は、その条件での変形を示していますが、破壊荷重まで示したものではありません。屋内から屋外への変更では、水、日射、温度、使用期間、管理の方法などを改めて確認します。</a:t>
            </a:r>
          </a:p>
          <a:p xmlns:a="http://schemas.openxmlformats.org/drawingml/2006/main">
            <a:r>
              <a:t>初めの比較表を見直してください。材料名だけで書いた部分に、形、使用場所、加工や管理の条件を加えます。根拠がなかったところには要確認と書き、次に必要な情報を一つ示します。結論の材料名が変わらなくても、理由が具体的になれば学びが進んでいます。反対に、条件や根拠が変わって選択が変わることもあります。その変化を誤りとして消すのではなく、考え直した理由を残します。この表を第15回でもう一度使いましょう。</a:t>
            </a:r>
          </a:p>
          <a:p xmlns:a="http://schemas.openxmlformats.org/drawingml/2006/main">
            <a:r>
              <a:t/>
            </a:r>
          </a:p>
          <a:p xmlns:a="http://schemas.openxmlformats.org/drawingml/2006/main">
            <a:r>
              <a:t>見直しの記録は、答えをきれいにそろえることが目的ではありません。初めに何を見落とし、何を学んで判断を変えたかを残します。例えば、軽さだけで選んでいたところへ、接合と使用期間を加えたなら、それが今日の学びの変化です。材料名が変わらなくても、根拠が増えれば説明の質は変わります。</a:t>
            </a:r>
          </a:p>
          <a:p xmlns:a="http://schemas.openxmlformats.org/drawingml/2006/main">
            <a:r>
              <a:t>最終回には、力学の計算、材料の構造や性質、実データの比較を学んだ上で、同じ表を読み直します。そのときも、初めの予想を消して最終答案だけを残すより、変化の理由を比べられるほうが役立ちます。教師として生徒の学びを見る場合にも、最終的に選んだ材料だけでなく、条件を調べ、比べ、改善する過程を見ることができます。今日はその最初の記録を作ったところで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回は、今日言葉で区別した力と変形を、量と単位で考えます。質量のキログラムと力のニュートン、応力のパスカルやメガパスカルを整理します。棒が伸びる様子から、伸びとひずみ、フックの法則へ進みます。計算のときは、最初に図と条件を確かめ、単位をそろえることを繰り返します。</a:t>
            </a:r>
          </a:p>
          <a:p xmlns:a="http://schemas.openxmlformats.org/drawingml/2006/main">
            <a:r>
              <a:t>復習は、今日の比較表を読み返し、強い、軽い、水に強い、と書いた箇所を具体的に言い換えることです。何を測り、どんな条件をそろえれば、その説明を確かめられるかも考えてください。まだ測定していないことを、測った事実として書かないようにします。必要な条件と、不明な点を分けて説明する習慣が、後の計算、材料各論、授業づくりまでつながります。第1回はここまでです。</a:t>
            </a:r>
          </a:p>
          <a:p xmlns:a="http://schemas.openxmlformats.org/drawingml/2006/main">
            <a:r>
              <a:t/>
            </a:r>
          </a:p>
          <a:p xmlns:a="http://schemas.openxmlformats.org/drawingml/2006/main">
            <a:r>
              <a:t>自己確認・休憩の計画秒数：0</a:t>
            </a:r>
          </a:p>
          <a:p xmlns:a="http://schemas.openxmlformats.org/drawingml/2006/main">
            <a:r>
              <a:t>自己確認の解説：該当なし</a:t>
            </a:r>
          </a:p>
          <a:p xmlns:a="http://schemas.openxmlformats.org/drawingml/2006/main">
            <a:r>
              <a:t/>
            </a:r>
          </a:p>
          <a:p xmlns:a="http://schemas.openxmlformats.org/drawingml/2006/main">
            <a:r>
              <a:t>参照：現行 工業材料概論.pptx の導入・材料特性・学校教育部分。第1回再構築案（2026-10-28）。学校教育の図は文部科学省 中学校学習指導要領解説 技術・家庭編（平成29年告示）に基づく授業者による整理。</a:t>
            </a:r>
          </a:p>
          <a:p xmlns:a="http://schemas.openxmlformats.org/drawingml/2006/main">
            <a:r>
              <a:t>https://www.mext.go.jp/component/a_menu/education/micro_detail/__icsFiles/afieldfile/2019/03/18/1387018_009.pdf</a:t>
            </a:r>
          </a:p>
          <a:p xmlns:a="http://schemas.openxmlformats.org/drawingml/2006/main">
            <a:r>
              <a:t>図は授業用の模式図。実測値や製作の安全を保証する設計図ではない。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58c5e156524d4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66e2bb70014ee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ec3d551f2a40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e928588f6b4b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16bb32530245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e3e0ac2ea94f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AD076F-70FC-4135-B45C-84F6B67687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F9096B9-50EE-44F4-96A7-7F8112A1F2D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E506BE3-7E9A-4AEF-BC08-93C59264D3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9FA1A2-9DD6-4A36-84DA-CDD218E701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1CD12A-1312-49EB-A2EF-85B72678045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77D48E8-6722-4DA8-AACA-B866E199DB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856B6D-4C4F-43A0-9DA4-2DFFFFA254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FF837BD-03A4-4445-B919-55D83412FC9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9D1F2E-53C1-43BE-8DEB-042FDFEA9B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BF0247-A371-4FFA-8648-8F4A3DF484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5c5952707f440b" /><Relationship Type="http://schemas.openxmlformats.org/officeDocument/2006/relationships/slideLayout" Target="/ppt/slideLayouts/slideLayout1.xml" Id="Rfc1b8fb184454452" /><Relationship Type="http://schemas.openxmlformats.org/officeDocument/2006/relationships/slideLayout" Target="/ppt/slideLayouts/slideLayout2.xml" Id="R7199628ff6024418" /><Relationship Type="http://schemas.openxmlformats.org/officeDocument/2006/relationships/slideLayout" Target="/ppt/slideLayouts/slideLayout3.xml" Id="R6dcc381b679648c8" /><Relationship Type="http://schemas.openxmlformats.org/officeDocument/2006/relationships/slideLayout" Target="/ppt/slideLayouts/slideLayout4.xml" Id="Rbc180b75d13b4658" /><Relationship Type="http://schemas.openxmlformats.org/officeDocument/2006/relationships/slideLayout" Target="/ppt/slideLayouts/slideLayout5.xml" Id="R6850c405433445e7" /><Relationship Type="http://schemas.openxmlformats.org/officeDocument/2006/relationships/slideLayout" Target="/ppt/slideLayouts/slideLayout6.xml" Id="R5a829ead5efb46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1b8fb184454452"/>
    <p:sldLayoutId xmlns:r="http://schemas.openxmlformats.org/officeDocument/2006/relationships" id="2147483650" r:id="R7199628ff6024418"/>
    <p:sldLayoutId xmlns:r="http://schemas.openxmlformats.org/officeDocument/2006/relationships" id="2147483651" r:id="R6dcc381b679648c8"/>
    <p:sldLayoutId xmlns:r="http://schemas.openxmlformats.org/officeDocument/2006/relationships" id="2147483652" r:id="Rbc180b75d13b4658"/>
    <p:sldLayoutId xmlns:r="http://schemas.openxmlformats.org/officeDocument/2006/relationships" id="2147483653" r:id="R6850c405433445e7"/>
    <p:sldLayoutId xmlns:r="http://schemas.openxmlformats.org/officeDocument/2006/relationships" id="2147483654" r:id="R5a829ead5efb46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f619be1c3f49b9" /><Relationship Type="http://schemas.openxmlformats.org/officeDocument/2006/relationships/notesSlide" Target="/ppt/notesSlides/notesSlide1.xml" Id="Ref5b3384dbcd42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5e4b765ff049bf" /><Relationship Type="http://schemas.openxmlformats.org/officeDocument/2006/relationships/notesSlide" Target="/ppt/notesSlides/notesSlide2.xml" Id="Rf0474241ed9d4b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f60ff9179e54dbb" /><Relationship Type="http://schemas.openxmlformats.org/officeDocument/2006/relationships/notesSlide" Target="/ppt/notesSlides/notesSlide3.xml" Id="R5bc62f30da5a4e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5b811426cc942ef" /><Relationship Type="http://schemas.openxmlformats.org/officeDocument/2006/relationships/notesSlide" Target="/ppt/notesSlides/notesSlide4.xml" Id="R7347f3f4af3045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ec2585b0d724984" /><Relationship Type="http://schemas.openxmlformats.org/officeDocument/2006/relationships/notesSlide" Target="/ppt/notesSlides/notesSlide5.xml" Id="R59977b1887a143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8698c3568eb4e4c" /><Relationship Type="http://schemas.openxmlformats.org/officeDocument/2006/relationships/notesSlide" Target="/ppt/notesSlides/notesSlide6.xml" Id="R254f037615054f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97a17029342449c" /><Relationship Type="http://schemas.openxmlformats.org/officeDocument/2006/relationships/notesSlide" Target="/ppt/notesSlides/notesSlide7.xml" Id="Rc604dfe079d143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450f15ea1d4591" /><Relationship Type="http://schemas.openxmlformats.org/officeDocument/2006/relationships/notesSlide" Target="/ppt/notesSlides/notesSlide8.xml" Id="R0cce1343de4a4e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325e8124abc40cf" /><Relationship Type="http://schemas.openxmlformats.org/officeDocument/2006/relationships/notesSlide" Target="/ppt/notesSlides/notesSlide9.xml" Id="R8058a9f502134a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2f3f77279d8408e" /><Relationship Type="http://schemas.openxmlformats.org/officeDocument/2006/relationships/notesSlide" Target="/ppt/notesSlides/notesSlide10.xml" Id="Rabe8454c61d54d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f151a6efbf146d2" /><Relationship Type="http://schemas.openxmlformats.org/officeDocument/2006/relationships/notesSlide" Target="/ppt/notesSlides/notesSlide11.xml" Id="Rb6314a2290ce4d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4ef0855852d455e" /><Relationship Type="http://schemas.openxmlformats.org/officeDocument/2006/relationships/notesSlide" Target="/ppt/notesSlides/notesSlide12.xml" Id="Rfc72d3b0946c47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7fb032753694e1f" /><Relationship Type="http://schemas.openxmlformats.org/officeDocument/2006/relationships/notesSlide" Target="/ppt/notesSlides/notesSlide13.xml" Id="R4f842e691f5f40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2995c40a379460e" /><Relationship Type="http://schemas.openxmlformats.org/officeDocument/2006/relationships/notesSlide" Target="/ppt/notesSlides/notesSlide14.xml" Id="Rc2163366b558420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a606923a0024857" /><Relationship Type="http://schemas.openxmlformats.org/officeDocument/2006/relationships/notesSlide" Target="/ppt/notesSlides/notesSlide15.xml" Id="Rd5015c7dd5bd46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e4f97abb64a4133" /><Relationship Type="http://schemas.openxmlformats.org/officeDocument/2006/relationships/notesSlide" Target="/ppt/notesSlides/notesSlide16.xml" Id="R522310217cfb425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1ae0b3f2a9a4669" /><Relationship Type="http://schemas.openxmlformats.org/officeDocument/2006/relationships/notesSlide" Target="/ppt/notesSlides/notesSlide17.xml" Id="Ra29e5b51e08b4cd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ae2ae8d7c774be8" /><Relationship Type="http://schemas.openxmlformats.org/officeDocument/2006/relationships/notesSlide" Target="/ppt/notesSlides/notesSlide18.xml" Id="Rc21ec232cb4b48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f22ebebdb2a471f" /><Relationship Type="http://schemas.openxmlformats.org/officeDocument/2006/relationships/notesSlide" Target="/ppt/notesSlides/notesSlide19.xml" Id="R7aaca0e80888481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858b3cab19d4460" /><Relationship Type="http://schemas.openxmlformats.org/officeDocument/2006/relationships/notesSlide" Target="/ppt/notesSlides/notesSlide20.xml" Id="Rc6faed5d07094a6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e63008e19424083" /><Relationship Type="http://schemas.openxmlformats.org/officeDocument/2006/relationships/notesSlide" Target="/ppt/notesSlides/notesSlide21.xml" Id="R77132f8355264b7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b77b67db1be4ffc" /><Relationship Type="http://schemas.openxmlformats.org/officeDocument/2006/relationships/notesSlide" Target="/ppt/notesSlides/notesSlide22.xml" Id="Rb7e772c9d0a844c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a874f4686c94f01" /><Relationship Type="http://schemas.openxmlformats.org/officeDocument/2006/relationships/notesSlide" Target="/ppt/notesSlides/notesSlide23.xml" Id="Ra12fa06bbbd4426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f106617a1e747ed" /><Relationship Type="http://schemas.openxmlformats.org/officeDocument/2006/relationships/notesSlide" Target="/ppt/notesSlides/notesSlide24.xml" Id="R77b22d47dc134df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e5480bfb0ce4179" /><Relationship Type="http://schemas.openxmlformats.org/officeDocument/2006/relationships/notesSlide" Target="/ppt/notesSlides/notesSlide25.xml" Id="R249f8d229486426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a3e0c8b018e426b" /><Relationship Type="http://schemas.openxmlformats.org/officeDocument/2006/relationships/notesSlide" Target="/ppt/notesSlides/notesSlide26.xml" Id="Rfc12f54065a84cb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6214c02b56c41ed" /><Relationship Type="http://schemas.openxmlformats.org/officeDocument/2006/relationships/notesSlide" Target="/ppt/notesSlides/notesSlide27.xml" Id="R700f97831628468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9ff186289d942f0" /><Relationship Type="http://schemas.openxmlformats.org/officeDocument/2006/relationships/notesSlide" Target="/ppt/notesSlides/notesSlide28.xml" Id="R501419b9a4984d2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6a94cf1ab384ce2" /><Relationship Type="http://schemas.openxmlformats.org/officeDocument/2006/relationships/notesSlide" Target="/ppt/notesSlides/notesSlide29.xml" Id="R49ffebba760f4ec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d2aa0463a3847bc" /><Relationship Type="http://schemas.openxmlformats.org/officeDocument/2006/relationships/notesSlide" Target="/ppt/notesSlides/notesSlide30.xml" Id="R712329b5a2e14c1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12b65fad7b943a3" /><Relationship Type="http://schemas.openxmlformats.org/officeDocument/2006/relationships/notesSlide" Target="/ppt/notesSlides/notesSlide31.xml" Id="Rb6649ac450e5435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dea735038fe4daa" /><Relationship Type="http://schemas.openxmlformats.org/officeDocument/2006/relationships/notesSlide" Target="/ppt/notesSlides/notesSlide32.xml" Id="R07321acbf06f4e7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677685a0ff694a07" /><Relationship Type="http://schemas.openxmlformats.org/officeDocument/2006/relationships/notesSlide" Target="/ppt/notesSlides/notesSlide33.xml" Id="R0da687c100d94d4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5b897535cb94c56" /><Relationship Type="http://schemas.openxmlformats.org/officeDocument/2006/relationships/notesSlide" Target="/ppt/notesSlides/notesSlide34.xml" Id="R1b50cdec16074bc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86677badc224522" /><Relationship Type="http://schemas.openxmlformats.org/officeDocument/2006/relationships/notesSlide" Target="/ppt/notesSlides/notesSlide35.xml" Id="R1b7e5301d8c3406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2febf25d5474e8f" /><Relationship Type="http://schemas.openxmlformats.org/officeDocument/2006/relationships/notesSlide" Target="/ppt/notesSlides/notesSlide36.xml" Id="R9169443260fa49f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8059439f99d4091" /><Relationship Type="http://schemas.openxmlformats.org/officeDocument/2006/relationships/notesSlide" Target="/ppt/notesSlides/notesSlide37.xml" Id="R1b68fc2685d646c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58ffd9f7c1f46d5" /><Relationship Type="http://schemas.openxmlformats.org/officeDocument/2006/relationships/notesSlide" Target="/ppt/notesSlides/notesSlide38.xml" Id="Rb192b25613534c0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ECE935-BD6F-4F1E-98DE-560E5E81C1FA}"/>
              </a:ext>
            </a:extLst>
          </p:cNvPr>
          <p:cNvSpPr>
            <a:spLocks xmlns:a="http://schemas.openxmlformats.org/drawingml/2006/main" noGrp="1"/>
          </p:cNvSpPr>
          <p:nvPr/>
        </p:nvSpPr>
        <p:spPr>
          <a:xfrm xmlns:a="http://schemas.openxmlformats.org/drawingml/2006/main">
            <a:off x="762000" y="7239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buNone/>
              <a:defRPr sz="2250" b="1">
                <a:solidFill>
                  <a:srgbClr val="2A6C9B"/>
                </a:solidFill>
                <a:latin typeface="Yu Gothic"/>
                <a:ea typeface="Yu Gothic"/>
                <a:cs typeface="Yu Gothic"/>
              </a:defRPr>
            </a:lvl1pPr>
            <a:lvl2pPr>
              <a:buNone/>
              <a:defRPr sz="2250" b="1">
                <a:solidFill>
                  <a:srgbClr val="2A6C9B"/>
                </a:solidFill>
                <a:latin typeface="Yu Gothic"/>
                <a:ea typeface="Yu Gothic"/>
                <a:cs typeface="Yu Gothic"/>
              </a:defRPr>
            </a:lvl2pPr>
            <a:lvl3pPr>
              <a:buNone/>
              <a:defRPr sz="2250" b="1">
                <a:solidFill>
                  <a:srgbClr val="2A6C9B"/>
                </a:solidFill>
                <a:latin typeface="Yu Gothic"/>
                <a:ea typeface="Yu Gothic"/>
                <a:cs typeface="Yu Gothic"/>
              </a:defRPr>
            </a:lvl3pPr>
            <a:lvl4pPr>
              <a:buNone/>
              <a:defRPr sz="2250" b="1">
                <a:solidFill>
                  <a:srgbClr val="2A6C9B"/>
                </a:solidFill>
                <a:latin typeface="Yu Gothic"/>
                <a:ea typeface="Yu Gothic"/>
                <a:cs typeface="Yu Gothic"/>
              </a:defRPr>
            </a:lvl4pPr>
            <a:lvl5pPr>
              <a:buNone/>
              <a:defRPr sz="2250" b="1">
                <a:solidFill>
                  <a:srgbClr val="2A6C9B"/>
                </a:solidFill>
                <a:latin typeface="Yu Gothic"/>
                <a:ea typeface="Yu Gothic"/>
                <a:cs typeface="Yu Gothic"/>
              </a:defRPr>
            </a:lvl5pPr>
            <a:lvl6pPr>
              <a:buNone/>
              <a:defRPr sz="2250" b="1">
                <a:solidFill>
                  <a:srgbClr val="2A6C9B"/>
                </a:solidFill>
                <a:latin typeface="Yu Gothic"/>
                <a:ea typeface="Yu Gothic"/>
                <a:cs typeface="Yu Gothic"/>
              </a:defRPr>
            </a:lvl6pPr>
            <a:lvl7pPr>
              <a:buNone/>
              <a:defRPr sz="2250" b="1">
                <a:solidFill>
                  <a:srgbClr val="2A6C9B"/>
                </a:solidFill>
                <a:latin typeface="Yu Gothic"/>
                <a:ea typeface="Yu Gothic"/>
                <a:cs typeface="Yu Gothic"/>
              </a:defRPr>
            </a:lvl7pPr>
            <a:lvl8pPr>
              <a:buNone/>
              <a:defRPr sz="2250" b="1">
                <a:solidFill>
                  <a:srgbClr val="2A6C9B"/>
                </a:solidFill>
                <a:latin typeface="Yu Gothic"/>
                <a:ea typeface="Yu Gothic"/>
                <a:cs typeface="Yu Gothic"/>
              </a:defRPr>
            </a:lvl8pPr>
            <a:lvl9pPr>
              <a:buNone/>
              <a:defRPr sz="2250" b="1">
                <a:solidFill>
                  <a:srgbClr val="2A6C9B"/>
                </a:solidFill>
                <a:latin typeface="Yu Gothic"/>
                <a:ea typeface="Yu Gothic"/>
                <a:cs typeface="Yu Gothic"/>
              </a:defRPr>
            </a:lvl9pPr>
          </a:lstStyle>
          <a:p xmlns:a="http://schemas.openxmlformats.org/drawingml/2006/main">
            <a:pPr>
              <a:buNone/>
              <a:defRPr sz="2250" b="1">
                <a:solidFill>
                  <a:srgbClr val="2A6C9B"/>
                </a:solidFill>
                <a:latin typeface="Yu Gothic"/>
                <a:ea typeface="Yu Gothic"/>
                <a:cs typeface="Yu Gothic"/>
              </a:defRPr>
            </a:pPr>
            <a:r>
              <a:rPr sz="2250" b="1">
                <a:solidFill>
                  <a:srgbClr val="2A6C9B"/>
                </a:solidFill>
                <a:latin typeface="Yu Gothic"/>
                <a:ea typeface="Yu Gothic"/>
                <a:cs typeface="Yu Gothic"/>
              </a:rPr>
              <a:t>工業材料概論　第1回</a:t>
            </a:r>
          </a:p>
        </p:txBody>
      </p:sp>
      <p:sp>
        <p:nvSpPr>
          <p:cNvPr id="2" name="">
            <a:extLst xmlns:a="http://schemas.openxmlformats.org/drawingml/2006/main">
              <a:ext uri="{FF2B5EF4-FFF2-40B4-BE49-F238E27FC236}">
                <a16:creationId xmlns:a16="http://schemas.microsoft.com/office/drawing/2014/main" id="{B13B32D1-BD3A-42ED-8AA3-E61E9F3EBBD7}"/>
              </a:ext>
            </a:extLst>
          </p:cNvPr>
          <p:cNvSpPr>
            <a:spLocks xmlns:a="http://schemas.openxmlformats.org/drawingml/2006/main" noGrp="1"/>
          </p:cNvSpPr>
          <p:nvPr/>
        </p:nvSpPr>
        <p:spPr>
          <a:xfrm xmlns:a="http://schemas.openxmlformats.org/drawingml/2006/main">
            <a:off x="762000" y="19526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200" b="1">
                <a:solidFill>
                  <a:srgbClr val="193B59"/>
                </a:solidFill>
                <a:latin typeface="Yu Gothic"/>
                <a:ea typeface="Yu Gothic"/>
                <a:cs typeface="Yu Gothic"/>
              </a:defRPr>
            </a:defPPr>
            <a:lvl1pPr>
              <a:buNone/>
              <a:defRPr sz="4200" b="1">
                <a:solidFill>
                  <a:srgbClr val="193B59"/>
                </a:solidFill>
                <a:latin typeface="Yu Gothic"/>
                <a:ea typeface="Yu Gothic"/>
                <a:cs typeface="Yu Gothic"/>
              </a:defRPr>
            </a:lvl1pPr>
            <a:lvl2pPr>
              <a:buNone/>
              <a:defRPr sz="4200" b="1">
                <a:solidFill>
                  <a:srgbClr val="193B59"/>
                </a:solidFill>
                <a:latin typeface="Yu Gothic"/>
                <a:ea typeface="Yu Gothic"/>
                <a:cs typeface="Yu Gothic"/>
              </a:defRPr>
            </a:lvl2pPr>
            <a:lvl3pPr>
              <a:buNone/>
              <a:defRPr sz="4200" b="1">
                <a:solidFill>
                  <a:srgbClr val="193B59"/>
                </a:solidFill>
                <a:latin typeface="Yu Gothic"/>
                <a:ea typeface="Yu Gothic"/>
                <a:cs typeface="Yu Gothic"/>
              </a:defRPr>
            </a:lvl3pPr>
            <a:lvl4pPr>
              <a:buNone/>
              <a:defRPr sz="4200" b="1">
                <a:solidFill>
                  <a:srgbClr val="193B59"/>
                </a:solidFill>
                <a:latin typeface="Yu Gothic"/>
                <a:ea typeface="Yu Gothic"/>
                <a:cs typeface="Yu Gothic"/>
              </a:defRPr>
            </a:lvl4pPr>
            <a:lvl5pPr>
              <a:buNone/>
              <a:defRPr sz="4200" b="1">
                <a:solidFill>
                  <a:srgbClr val="193B59"/>
                </a:solidFill>
                <a:latin typeface="Yu Gothic"/>
                <a:ea typeface="Yu Gothic"/>
                <a:cs typeface="Yu Gothic"/>
              </a:defRPr>
            </a:lvl5pPr>
            <a:lvl6pPr>
              <a:buNone/>
              <a:defRPr sz="4200" b="1">
                <a:solidFill>
                  <a:srgbClr val="193B59"/>
                </a:solidFill>
                <a:latin typeface="Yu Gothic"/>
                <a:ea typeface="Yu Gothic"/>
                <a:cs typeface="Yu Gothic"/>
              </a:defRPr>
            </a:lvl6pPr>
            <a:lvl7pPr>
              <a:buNone/>
              <a:defRPr sz="4200" b="1">
                <a:solidFill>
                  <a:srgbClr val="193B59"/>
                </a:solidFill>
                <a:latin typeface="Yu Gothic"/>
                <a:ea typeface="Yu Gothic"/>
                <a:cs typeface="Yu Gothic"/>
              </a:defRPr>
            </a:lvl7pPr>
            <a:lvl8pPr>
              <a:buNone/>
              <a:defRPr sz="4200" b="1">
                <a:solidFill>
                  <a:srgbClr val="193B59"/>
                </a:solidFill>
                <a:latin typeface="Yu Gothic"/>
                <a:ea typeface="Yu Gothic"/>
                <a:cs typeface="Yu Gothic"/>
              </a:defRPr>
            </a:lvl8pPr>
            <a:lvl9pPr>
              <a:buNone/>
              <a:defRPr sz="4200" b="1">
                <a:solidFill>
                  <a:srgbClr val="193B59"/>
                </a:solidFill>
                <a:latin typeface="Yu Gothic"/>
                <a:ea typeface="Yu Gothic"/>
                <a:cs typeface="Yu Gothic"/>
              </a:defRPr>
            </a:lvl9pPr>
          </a:lstStyle>
          <a:p xmlns:a="http://schemas.openxmlformats.org/drawingml/2006/main">
            <a:pPr>
              <a:buNone/>
              <a:defRPr sz="4200" b="1">
                <a:solidFill>
                  <a:srgbClr val="193B59"/>
                </a:solidFill>
                <a:latin typeface="Yu Gothic"/>
                <a:ea typeface="Yu Gothic"/>
                <a:cs typeface="Yu Gothic"/>
              </a:defRPr>
            </a:pPr>
            <a:r>
              <a:rPr sz="4200" b="1">
                <a:solidFill>
                  <a:srgbClr val="193B59"/>
                </a:solidFill>
                <a:latin typeface="Yu Gothic"/>
                <a:ea typeface="Yu Gothic"/>
                <a:cs typeface="Yu Gothic"/>
              </a:rPr>
              <a:t>材料を選ぶための見方</a:t>
            </a:r>
          </a:p>
        </p:txBody>
      </p:sp>
      <p:sp>
        <p:nvSpPr>
          <p:cNvPr id="3" name="">
            <a:extLst xmlns:a="http://schemas.openxmlformats.org/drawingml/2006/main">
              <a:ext uri="{FF2B5EF4-FFF2-40B4-BE49-F238E27FC236}">
                <a16:creationId xmlns:a16="http://schemas.microsoft.com/office/drawing/2014/main" id="{413D73EC-04DF-419A-824C-7A1134D6EF9D}"/>
              </a:ext>
            </a:extLst>
          </p:cNvPr>
          <p:cNvSpPr>
            <a:spLocks xmlns:a="http://schemas.openxmlformats.org/drawingml/2006/main" noGrp="1"/>
          </p:cNvSpPr>
          <p:nvPr/>
        </p:nvSpPr>
        <p:spPr>
          <a:xfrm xmlns:a="http://schemas.openxmlformats.org/drawingml/2006/main">
            <a:off x="809625" y="32385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0">
                <a:solidFill>
                  <a:srgbClr val="243845"/>
                </a:solidFill>
                <a:latin typeface="Yu Gothic"/>
                <a:ea typeface="Yu Gothic"/>
                <a:cs typeface="Yu Gothic"/>
              </a:defRPr>
            </a:defPPr>
            <a:lvl1pPr>
              <a:buNone/>
              <a:defRPr sz="2550" b="0">
                <a:solidFill>
                  <a:srgbClr val="243845"/>
                </a:solidFill>
                <a:latin typeface="Yu Gothic"/>
                <a:ea typeface="Yu Gothic"/>
                <a:cs typeface="Yu Gothic"/>
              </a:defRPr>
            </a:lvl1pPr>
            <a:lvl2pPr>
              <a:buNone/>
              <a:defRPr sz="2550" b="0">
                <a:solidFill>
                  <a:srgbClr val="243845"/>
                </a:solidFill>
                <a:latin typeface="Yu Gothic"/>
                <a:ea typeface="Yu Gothic"/>
                <a:cs typeface="Yu Gothic"/>
              </a:defRPr>
            </a:lvl2pPr>
            <a:lvl3pPr>
              <a:buNone/>
              <a:defRPr sz="2550" b="0">
                <a:solidFill>
                  <a:srgbClr val="243845"/>
                </a:solidFill>
                <a:latin typeface="Yu Gothic"/>
                <a:ea typeface="Yu Gothic"/>
                <a:cs typeface="Yu Gothic"/>
              </a:defRPr>
            </a:lvl3pPr>
            <a:lvl4pPr>
              <a:buNone/>
              <a:defRPr sz="2550" b="0">
                <a:solidFill>
                  <a:srgbClr val="243845"/>
                </a:solidFill>
                <a:latin typeface="Yu Gothic"/>
                <a:ea typeface="Yu Gothic"/>
                <a:cs typeface="Yu Gothic"/>
              </a:defRPr>
            </a:lvl4pPr>
            <a:lvl5pPr>
              <a:buNone/>
              <a:defRPr sz="2550" b="0">
                <a:solidFill>
                  <a:srgbClr val="243845"/>
                </a:solidFill>
                <a:latin typeface="Yu Gothic"/>
                <a:ea typeface="Yu Gothic"/>
                <a:cs typeface="Yu Gothic"/>
              </a:defRPr>
            </a:lvl5pPr>
            <a:lvl6pPr>
              <a:buNone/>
              <a:defRPr sz="2550" b="0">
                <a:solidFill>
                  <a:srgbClr val="243845"/>
                </a:solidFill>
                <a:latin typeface="Yu Gothic"/>
                <a:ea typeface="Yu Gothic"/>
                <a:cs typeface="Yu Gothic"/>
              </a:defRPr>
            </a:lvl6pPr>
            <a:lvl7pPr>
              <a:buNone/>
              <a:defRPr sz="2550" b="0">
                <a:solidFill>
                  <a:srgbClr val="243845"/>
                </a:solidFill>
                <a:latin typeface="Yu Gothic"/>
                <a:ea typeface="Yu Gothic"/>
                <a:cs typeface="Yu Gothic"/>
              </a:defRPr>
            </a:lvl7pPr>
            <a:lvl8pPr>
              <a:buNone/>
              <a:defRPr sz="2550" b="0">
                <a:solidFill>
                  <a:srgbClr val="243845"/>
                </a:solidFill>
                <a:latin typeface="Yu Gothic"/>
                <a:ea typeface="Yu Gothic"/>
                <a:cs typeface="Yu Gothic"/>
              </a:defRPr>
            </a:lvl8pPr>
            <a:lvl9pPr>
              <a:buNone/>
              <a:defRPr sz="2550" b="0">
                <a:solidFill>
                  <a:srgbClr val="243845"/>
                </a:solidFill>
                <a:latin typeface="Yu Gothic"/>
                <a:ea typeface="Yu Gothic"/>
                <a:cs typeface="Yu Gothic"/>
              </a:defRPr>
            </a:lvl9pPr>
          </a:lstStyle>
          <a:p xmlns:a="http://schemas.openxmlformats.org/drawingml/2006/main">
            <a:pPr>
              <a:buNone/>
              <a:defRPr sz="2550" b="0">
                <a:solidFill>
                  <a:srgbClr val="243845"/>
                </a:solidFill>
                <a:latin typeface="Yu Gothic"/>
                <a:ea typeface="Yu Gothic"/>
                <a:cs typeface="Yu Gothic"/>
              </a:defRPr>
            </a:pPr>
            <a:r>
              <a:rPr sz="2550" b="0">
                <a:solidFill>
                  <a:srgbClr val="243845"/>
                </a:solidFill>
                <a:latin typeface="Yu Gothic"/>
                <a:ea typeface="Yu Gothic"/>
                <a:cs typeface="Yu Gothic"/>
              </a:rPr>
              <a:t>材料の性質・形・使い方を結び付ける</a:t>
            </a:r>
          </a:p>
        </p:txBody>
      </p:sp>
      <p:sp>
        <p:nvSpPr>
          <p:cNvPr id="4" name="">
            <a:extLst xmlns:a="http://schemas.openxmlformats.org/drawingml/2006/main">
              <a:ext uri="{FF2B5EF4-FFF2-40B4-BE49-F238E27FC236}">
                <a16:creationId xmlns:a16="http://schemas.microsoft.com/office/drawing/2014/main" id="{4453ED25-FD3E-4F8B-8DD0-8238D8D25BD6}"/>
              </a:ext>
            </a:extLst>
          </p:cNvPr>
          <p:cNvSpPr>
            <a:spLocks xmlns:a="http://schemas.openxmlformats.org/drawingml/2006/main" noGrp="1"/>
          </p:cNvSpPr>
          <p:nvPr/>
        </p:nvSpPr>
        <p:spPr>
          <a:xfrm xmlns:a="http://schemas.openxmlformats.org/drawingml/2006/main">
            <a:off x="809625" y="4476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43845"/>
                </a:solidFill>
                <a:latin typeface="Yu Gothic"/>
                <a:ea typeface="Yu Gothic"/>
                <a:cs typeface="Yu Gothic"/>
              </a:defRPr>
            </a:defPPr>
            <a:lvl1pPr>
              <a:buNone/>
              <a:defRPr sz="2100" b="0">
                <a:solidFill>
                  <a:srgbClr val="243845"/>
                </a:solidFill>
                <a:latin typeface="Yu Gothic"/>
                <a:ea typeface="Yu Gothic"/>
                <a:cs typeface="Yu Gothic"/>
              </a:defRPr>
            </a:lvl1pPr>
            <a:lvl2pPr>
              <a:buNone/>
              <a:defRPr sz="2100" b="0">
                <a:solidFill>
                  <a:srgbClr val="243845"/>
                </a:solidFill>
                <a:latin typeface="Yu Gothic"/>
                <a:ea typeface="Yu Gothic"/>
                <a:cs typeface="Yu Gothic"/>
              </a:defRPr>
            </a:lvl2pPr>
            <a:lvl3pPr>
              <a:buNone/>
              <a:defRPr sz="2100" b="0">
                <a:solidFill>
                  <a:srgbClr val="243845"/>
                </a:solidFill>
                <a:latin typeface="Yu Gothic"/>
                <a:ea typeface="Yu Gothic"/>
                <a:cs typeface="Yu Gothic"/>
              </a:defRPr>
            </a:lvl3pPr>
            <a:lvl4pPr>
              <a:buNone/>
              <a:defRPr sz="2100" b="0">
                <a:solidFill>
                  <a:srgbClr val="243845"/>
                </a:solidFill>
                <a:latin typeface="Yu Gothic"/>
                <a:ea typeface="Yu Gothic"/>
                <a:cs typeface="Yu Gothic"/>
              </a:defRPr>
            </a:lvl4pPr>
            <a:lvl5pPr>
              <a:buNone/>
              <a:defRPr sz="2100" b="0">
                <a:solidFill>
                  <a:srgbClr val="243845"/>
                </a:solidFill>
                <a:latin typeface="Yu Gothic"/>
                <a:ea typeface="Yu Gothic"/>
                <a:cs typeface="Yu Gothic"/>
              </a:defRPr>
            </a:lvl5pPr>
            <a:lvl6pPr>
              <a:buNone/>
              <a:defRPr sz="2100" b="0">
                <a:solidFill>
                  <a:srgbClr val="243845"/>
                </a:solidFill>
                <a:latin typeface="Yu Gothic"/>
                <a:ea typeface="Yu Gothic"/>
                <a:cs typeface="Yu Gothic"/>
              </a:defRPr>
            </a:lvl6pPr>
            <a:lvl7pPr>
              <a:buNone/>
              <a:defRPr sz="2100" b="0">
                <a:solidFill>
                  <a:srgbClr val="243845"/>
                </a:solidFill>
                <a:latin typeface="Yu Gothic"/>
                <a:ea typeface="Yu Gothic"/>
                <a:cs typeface="Yu Gothic"/>
              </a:defRPr>
            </a:lvl7pPr>
            <a:lvl8pPr>
              <a:buNone/>
              <a:defRPr sz="2100" b="0">
                <a:solidFill>
                  <a:srgbClr val="243845"/>
                </a:solidFill>
                <a:latin typeface="Yu Gothic"/>
                <a:ea typeface="Yu Gothic"/>
                <a:cs typeface="Yu Gothic"/>
              </a:defRPr>
            </a:lvl8pPr>
            <a:lvl9pPr>
              <a:buNone/>
              <a:defRPr sz="2100" b="0">
                <a:solidFill>
                  <a:srgbClr val="243845"/>
                </a:solidFill>
                <a:latin typeface="Yu Gothic"/>
                <a:ea typeface="Yu Gothic"/>
                <a:cs typeface="Yu Gothic"/>
              </a:defRPr>
            </a:lvl9pPr>
          </a:lstStyle>
          <a:p xmlns:a="http://schemas.openxmlformats.org/drawingml/2006/main">
            <a:pPr>
              <a:buNone/>
              <a:defRPr sz="2100" b="0">
                <a:solidFill>
                  <a:srgbClr val="243845"/>
                </a:solidFill>
                <a:latin typeface="Yu Gothic"/>
                <a:ea typeface="Yu Gothic"/>
                <a:cs typeface="Yu Gothic"/>
              </a:defRPr>
            </a:pPr>
            <a:r>
              <a:rPr sz="2100" b="0">
                <a:solidFill>
                  <a:srgbClr val="243845"/>
                </a:solidFill>
                <a:latin typeface="Yu Gothic"/>
                <a:ea typeface="Yu Gothic"/>
                <a:cs typeface="Yu Gothic"/>
              </a:rPr>
              <a:t>中学校技術科教員を目指す学生のために</a:t>
            </a:r>
          </a:p>
        </p:txBody>
      </p:sp>
      <p:sp>
        <p:nvSpPr>
          <p:cNvPr id="5" name="">
            <a:extLst xmlns:a="http://schemas.openxmlformats.org/drawingml/2006/main">
              <a:ext uri="{FF2B5EF4-FFF2-40B4-BE49-F238E27FC236}">
                <a16:creationId xmlns:a16="http://schemas.microsoft.com/office/drawing/2014/main" id="{56D846AB-AA38-4A24-87F3-8CC65A264924}"/>
              </a:ext>
            </a:extLst>
          </p:cNvPr>
          <p:cNvSpPr>
            <a:spLocks xmlns:a="http://schemas.openxmlformats.org/drawingml/2006/main" noGrp="1"/>
          </p:cNvSpPr>
          <p:nvPr/>
        </p:nvSpPr>
        <p:spPr>
          <a:xfrm xmlns:a="http://schemas.openxmlformats.org/drawingml/2006/main">
            <a:off x="809625" y="53340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43845"/>
                </a:solidFill>
                <a:latin typeface="Yu Gothic"/>
                <a:ea typeface="Yu Gothic"/>
                <a:cs typeface="Yu Gothic"/>
              </a:defRPr>
            </a:defPPr>
            <a:lvl1pPr>
              <a:buNone/>
              <a:defRPr sz="2025" b="0">
                <a:solidFill>
                  <a:srgbClr val="243845"/>
                </a:solidFill>
                <a:latin typeface="Yu Gothic"/>
                <a:ea typeface="Yu Gothic"/>
                <a:cs typeface="Yu Gothic"/>
              </a:defRPr>
            </a:lvl1pPr>
            <a:lvl2pPr>
              <a:buNone/>
              <a:defRPr sz="2025" b="0">
                <a:solidFill>
                  <a:srgbClr val="243845"/>
                </a:solidFill>
                <a:latin typeface="Yu Gothic"/>
                <a:ea typeface="Yu Gothic"/>
                <a:cs typeface="Yu Gothic"/>
              </a:defRPr>
            </a:lvl2pPr>
            <a:lvl3pPr>
              <a:buNone/>
              <a:defRPr sz="2025" b="0">
                <a:solidFill>
                  <a:srgbClr val="243845"/>
                </a:solidFill>
                <a:latin typeface="Yu Gothic"/>
                <a:ea typeface="Yu Gothic"/>
                <a:cs typeface="Yu Gothic"/>
              </a:defRPr>
            </a:lvl3pPr>
            <a:lvl4pPr>
              <a:buNone/>
              <a:defRPr sz="2025" b="0">
                <a:solidFill>
                  <a:srgbClr val="243845"/>
                </a:solidFill>
                <a:latin typeface="Yu Gothic"/>
                <a:ea typeface="Yu Gothic"/>
                <a:cs typeface="Yu Gothic"/>
              </a:defRPr>
            </a:lvl4pPr>
            <a:lvl5pPr>
              <a:buNone/>
              <a:defRPr sz="2025" b="0">
                <a:solidFill>
                  <a:srgbClr val="243845"/>
                </a:solidFill>
                <a:latin typeface="Yu Gothic"/>
                <a:ea typeface="Yu Gothic"/>
                <a:cs typeface="Yu Gothic"/>
              </a:defRPr>
            </a:lvl5pPr>
            <a:lvl6pPr>
              <a:buNone/>
              <a:defRPr sz="2025" b="0">
                <a:solidFill>
                  <a:srgbClr val="243845"/>
                </a:solidFill>
                <a:latin typeface="Yu Gothic"/>
                <a:ea typeface="Yu Gothic"/>
                <a:cs typeface="Yu Gothic"/>
              </a:defRPr>
            </a:lvl6pPr>
            <a:lvl7pPr>
              <a:buNone/>
              <a:defRPr sz="2025" b="0">
                <a:solidFill>
                  <a:srgbClr val="243845"/>
                </a:solidFill>
                <a:latin typeface="Yu Gothic"/>
                <a:ea typeface="Yu Gothic"/>
                <a:cs typeface="Yu Gothic"/>
              </a:defRPr>
            </a:lvl7pPr>
            <a:lvl8pPr>
              <a:buNone/>
              <a:defRPr sz="2025" b="0">
                <a:solidFill>
                  <a:srgbClr val="243845"/>
                </a:solidFill>
                <a:latin typeface="Yu Gothic"/>
                <a:ea typeface="Yu Gothic"/>
                <a:cs typeface="Yu Gothic"/>
              </a:defRPr>
            </a:lvl8pPr>
            <a:lvl9pPr>
              <a:buNone/>
              <a:defRPr sz="2025" b="0">
                <a:solidFill>
                  <a:srgbClr val="243845"/>
                </a:solidFill>
                <a:latin typeface="Yu Gothic"/>
                <a:ea typeface="Yu Gothic"/>
                <a:cs typeface="Yu Gothic"/>
              </a:defRPr>
            </a:lvl9pPr>
          </a:lstStyle>
          <a:p xmlns:a="http://schemas.openxmlformats.org/drawingml/2006/main">
            <a:pPr>
              <a:buNone/>
              <a:defRPr sz="2025" b="0">
                <a:solidFill>
                  <a:srgbClr val="243845"/>
                </a:solidFill>
                <a:latin typeface="Yu Gothic"/>
                <a:ea typeface="Yu Gothic"/>
                <a:cs typeface="Yu Gothic"/>
              </a:defRPr>
            </a:pPr>
            <a:r>
              <a:rPr sz="2025" b="0">
                <a:solidFill>
                  <a:srgbClr val="243845"/>
                </a:solidFill>
                <a:latin typeface="Yu Gothic"/>
                <a:ea typeface="Yu Gothic"/>
                <a:cs typeface="Yu Gothic"/>
              </a:rPr>
              <a:t>米延 仁志</a:t>
            </a:r>
          </a:p>
        </p:txBody>
      </p:sp>
      <p:sp>
        <p:nvSpPr>
          <p:cNvPr id="6" name="">
            <a:extLst xmlns:a="http://schemas.openxmlformats.org/drawingml/2006/main">
              <a:ext uri="{FF2B5EF4-FFF2-40B4-BE49-F238E27FC236}">
                <a16:creationId xmlns:a16="http://schemas.microsoft.com/office/drawing/2014/main" id="{FAC23875-A1EA-43EF-A8CC-92F78B850F58}"/>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7" name="">
            <a:extLst xmlns:a="http://schemas.openxmlformats.org/drawingml/2006/main">
              <a:ext uri="{FF2B5EF4-FFF2-40B4-BE49-F238E27FC236}">
                <a16:creationId xmlns:a16="http://schemas.microsoft.com/office/drawing/2014/main" id="{865DB049-32BF-42D9-A0DF-27551BD9B8F0}"/>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38</a:t>
            </a:r>
          </a:p>
        </p:txBody>
      </p:sp>
    </p:spTree>
    <p:extLst>
      <p:ext uri="{BB962C8B-B14F-4D97-AF65-F5344CB8AC3E}">
        <p14:creationId xmlns:p14="http://schemas.microsoft.com/office/powerpoint/2010/main" val="15203610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610C031-5058-43EB-932D-434F5A1DC4B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三つの授業をつなぐ</a:t>
            </a:r>
          </a:p>
        </p:txBody>
      </p:sp>
      <p:sp>
        <p:nvSpPr>
          <p:cNvPr id="2" name="">
            <a:extLst xmlns:a="http://schemas.openxmlformats.org/drawingml/2006/main">
              <a:ext uri="{FF2B5EF4-FFF2-40B4-BE49-F238E27FC236}">
                <a16:creationId xmlns:a16="http://schemas.microsoft.com/office/drawing/2014/main" id="{136EC4BB-C5AB-4328-BC56-C7BD54B60C7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27A3E64-0C1C-4B4F-9F8F-6A59D20E27A3}"/>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工業材料概論：三材料を比べ、選ぶ</a:t>
            </a:r>
          </a:p>
        </p:txBody>
      </p:sp>
      <p:sp>
        <p:nvSpPr>
          <p:cNvPr id="4" name="">
            <a:extLst xmlns:a="http://schemas.openxmlformats.org/drawingml/2006/main">
              <a:ext uri="{FF2B5EF4-FFF2-40B4-BE49-F238E27FC236}">
                <a16:creationId xmlns:a16="http://schemas.microsoft.com/office/drawing/2014/main" id="{F134607E-479E-4D3B-95B4-D74697BC4BBE}"/>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木材及び木質材料学：木材を深く理解する</a:t>
            </a:r>
          </a:p>
        </p:txBody>
      </p:sp>
      <p:sp>
        <p:nvSpPr>
          <p:cNvPr id="5" name="">
            <a:extLst xmlns:a="http://schemas.openxmlformats.org/drawingml/2006/main">
              <a:ext uri="{FF2B5EF4-FFF2-40B4-BE49-F238E27FC236}">
                <a16:creationId xmlns:a16="http://schemas.microsoft.com/office/drawing/2014/main" id="{55D401E8-1478-4DA1-9F36-18308EA91D08}"/>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生物育成：生物・環境・管理を考える</a:t>
            </a:r>
          </a:p>
        </p:txBody>
      </p:sp>
      <p:sp>
        <p:nvSpPr>
          <p:cNvPr id="6" name="">
            <a:extLst xmlns:a="http://schemas.openxmlformats.org/drawingml/2006/main">
              <a:ext uri="{FF2B5EF4-FFF2-40B4-BE49-F238E27FC236}">
                <a16:creationId xmlns:a16="http://schemas.microsoft.com/office/drawing/2014/main" id="{AFF0A1E5-F7BB-4BF3-B986-D730B0718512}"/>
              </a:ext>
            </a:extLst>
          </p:cNvPr>
          <p:cNvSpPr>
            <a:spLocks xmlns:a="http://schemas.openxmlformats.org/drawingml/2006/main" noGrp="1"/>
          </p:cNvSpPr>
          <p:nvPr/>
        </p:nvSpPr>
        <p:spPr>
          <a:xfrm xmlns:a="http://schemas.openxmlformats.org/drawingml/2006/main">
            <a:off x="6905625" y="185737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B99A70"/>
                </a:solidFill>
                <a:latin typeface="Yu Gothic"/>
                <a:ea typeface="Yu Gothic"/>
                <a:cs typeface="Yu Gothic"/>
              </a:defRPr>
            </a:defPPr>
            <a:lvl1pPr>
              <a:buNone/>
              <a:defRPr sz="2550" b="1">
                <a:solidFill>
                  <a:srgbClr val="B99A70"/>
                </a:solidFill>
                <a:latin typeface="Yu Gothic"/>
                <a:ea typeface="Yu Gothic"/>
                <a:cs typeface="Yu Gothic"/>
              </a:defRPr>
            </a:lvl1pPr>
            <a:lvl2pPr>
              <a:buNone/>
              <a:defRPr sz="2550" b="1">
                <a:solidFill>
                  <a:srgbClr val="B99A70"/>
                </a:solidFill>
                <a:latin typeface="Yu Gothic"/>
                <a:ea typeface="Yu Gothic"/>
                <a:cs typeface="Yu Gothic"/>
              </a:defRPr>
            </a:lvl2pPr>
            <a:lvl3pPr>
              <a:buNone/>
              <a:defRPr sz="2550" b="1">
                <a:solidFill>
                  <a:srgbClr val="B99A70"/>
                </a:solidFill>
                <a:latin typeface="Yu Gothic"/>
                <a:ea typeface="Yu Gothic"/>
                <a:cs typeface="Yu Gothic"/>
              </a:defRPr>
            </a:lvl3pPr>
            <a:lvl4pPr>
              <a:buNone/>
              <a:defRPr sz="2550" b="1">
                <a:solidFill>
                  <a:srgbClr val="B99A70"/>
                </a:solidFill>
                <a:latin typeface="Yu Gothic"/>
                <a:ea typeface="Yu Gothic"/>
                <a:cs typeface="Yu Gothic"/>
              </a:defRPr>
            </a:lvl4pPr>
            <a:lvl5pPr>
              <a:buNone/>
              <a:defRPr sz="2550" b="1">
                <a:solidFill>
                  <a:srgbClr val="B99A70"/>
                </a:solidFill>
                <a:latin typeface="Yu Gothic"/>
                <a:ea typeface="Yu Gothic"/>
                <a:cs typeface="Yu Gothic"/>
              </a:defRPr>
            </a:lvl5pPr>
            <a:lvl6pPr>
              <a:buNone/>
              <a:defRPr sz="2550" b="1">
                <a:solidFill>
                  <a:srgbClr val="B99A70"/>
                </a:solidFill>
                <a:latin typeface="Yu Gothic"/>
                <a:ea typeface="Yu Gothic"/>
                <a:cs typeface="Yu Gothic"/>
              </a:defRPr>
            </a:lvl6pPr>
            <a:lvl7pPr>
              <a:buNone/>
              <a:defRPr sz="2550" b="1">
                <a:solidFill>
                  <a:srgbClr val="B99A70"/>
                </a:solidFill>
                <a:latin typeface="Yu Gothic"/>
                <a:ea typeface="Yu Gothic"/>
                <a:cs typeface="Yu Gothic"/>
              </a:defRPr>
            </a:lvl7pPr>
            <a:lvl8pPr>
              <a:buNone/>
              <a:defRPr sz="2550" b="1">
                <a:solidFill>
                  <a:srgbClr val="B99A70"/>
                </a:solidFill>
                <a:latin typeface="Yu Gothic"/>
                <a:ea typeface="Yu Gothic"/>
                <a:cs typeface="Yu Gothic"/>
              </a:defRPr>
            </a:lvl8pPr>
            <a:lvl9pPr>
              <a:buNone/>
              <a:defRPr sz="2550" b="1">
                <a:solidFill>
                  <a:srgbClr val="B99A70"/>
                </a:solidFill>
                <a:latin typeface="Yu Gothic"/>
                <a:ea typeface="Yu Gothic"/>
                <a:cs typeface="Yu Gothic"/>
              </a:defRPr>
            </a:lvl9pPr>
          </a:lstStyle>
          <a:p xmlns:a="http://schemas.openxmlformats.org/drawingml/2006/main">
            <a:pPr>
              <a:buNone/>
              <a:defRPr sz="2550" b="1">
                <a:solidFill>
                  <a:srgbClr val="B99A70"/>
                </a:solidFill>
                <a:latin typeface="Yu Gothic"/>
                <a:ea typeface="Yu Gothic"/>
                <a:cs typeface="Yu Gothic"/>
              </a:defRPr>
            </a:pPr>
            <a:r>
              <a:rPr sz="2550" b="1">
                <a:solidFill>
                  <a:srgbClr val="B99A70"/>
                </a:solidFill>
                <a:latin typeface="Yu Gothic"/>
                <a:ea typeface="Yu Gothic"/>
                <a:cs typeface="Yu Gothic"/>
              </a:rPr>
              <a:t>木材の理解</a:t>
            </a:r>
          </a:p>
        </p:txBody>
      </p:sp>
      <p:sp>
        <p:nvSpPr>
          <p:cNvPr id="7" name="">
            <a:extLst xmlns:a="http://schemas.openxmlformats.org/drawingml/2006/main">
              <a:ext uri="{FF2B5EF4-FFF2-40B4-BE49-F238E27FC236}">
                <a16:creationId xmlns:a16="http://schemas.microsoft.com/office/drawing/2014/main" id="{46403708-404B-4C3F-AE2F-EAFCC53BA80A}"/>
              </a:ext>
            </a:extLst>
          </p:cNvPr>
          <p:cNvSpPr>
            <a:spLocks xmlns:a="http://schemas.openxmlformats.org/drawingml/2006/main" noGrp="1"/>
          </p:cNvSpPr>
          <p:nvPr/>
        </p:nvSpPr>
        <p:spPr>
          <a:xfrm xmlns:a="http://schemas.openxmlformats.org/drawingml/2006/main" flipH="0" flipV="0">
            <a:off x="7048500" y="2667000"/>
            <a:ext cx="3714750" cy="0"/>
          </a:xfrm>
          <a:prstGeom xmlns:a="http://schemas.openxmlformats.org/drawingml/2006/main" prst="line">
            <a:avLst/>
          </a:prstGeom>
          <a:noFill xmlns:a="http://schemas.openxmlformats.org/drawingml/2006/main"/>
          <a:ln xmlns:a="http://schemas.openxmlformats.org/drawingml/2006/main" w="19050">
            <a:solidFill>
              <a:srgbClr val="D1DCE2"/>
            </a:solidFill>
          </a:ln>
        </p:spPr>
      </p:sp>
      <p:sp>
        <p:nvSpPr>
          <p:cNvPr id="8" name="">
            <a:extLst xmlns:a="http://schemas.openxmlformats.org/drawingml/2006/main">
              <a:ext uri="{FF2B5EF4-FFF2-40B4-BE49-F238E27FC236}">
                <a16:creationId xmlns:a16="http://schemas.microsoft.com/office/drawing/2014/main" id="{8ED6E1A3-FE01-43B7-81FE-24F5624B4934}"/>
              </a:ext>
            </a:extLst>
          </p:cNvPr>
          <p:cNvSpPr>
            <a:spLocks xmlns:a="http://schemas.openxmlformats.org/drawingml/2006/main" noGrp="1"/>
          </p:cNvSpPr>
          <p:nvPr/>
        </p:nvSpPr>
        <p:spPr>
          <a:xfrm xmlns:a="http://schemas.openxmlformats.org/drawingml/2006/main">
            <a:off x="6905625" y="3143250"/>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2A6C9B"/>
                </a:solidFill>
                <a:latin typeface="Yu Gothic"/>
                <a:ea typeface="Yu Gothic"/>
                <a:cs typeface="Yu Gothic"/>
              </a:defRPr>
            </a:defPPr>
            <a:lvl1pPr>
              <a:buNone/>
              <a:defRPr sz="2550" b="1">
                <a:solidFill>
                  <a:srgbClr val="2A6C9B"/>
                </a:solidFill>
                <a:latin typeface="Yu Gothic"/>
                <a:ea typeface="Yu Gothic"/>
                <a:cs typeface="Yu Gothic"/>
              </a:defRPr>
            </a:lvl1pPr>
            <a:lvl2pPr>
              <a:buNone/>
              <a:defRPr sz="2550" b="1">
                <a:solidFill>
                  <a:srgbClr val="2A6C9B"/>
                </a:solidFill>
                <a:latin typeface="Yu Gothic"/>
                <a:ea typeface="Yu Gothic"/>
                <a:cs typeface="Yu Gothic"/>
              </a:defRPr>
            </a:lvl2pPr>
            <a:lvl3pPr>
              <a:buNone/>
              <a:defRPr sz="2550" b="1">
                <a:solidFill>
                  <a:srgbClr val="2A6C9B"/>
                </a:solidFill>
                <a:latin typeface="Yu Gothic"/>
                <a:ea typeface="Yu Gothic"/>
                <a:cs typeface="Yu Gothic"/>
              </a:defRPr>
            </a:lvl3pPr>
            <a:lvl4pPr>
              <a:buNone/>
              <a:defRPr sz="2550" b="1">
                <a:solidFill>
                  <a:srgbClr val="2A6C9B"/>
                </a:solidFill>
                <a:latin typeface="Yu Gothic"/>
                <a:ea typeface="Yu Gothic"/>
                <a:cs typeface="Yu Gothic"/>
              </a:defRPr>
            </a:lvl4pPr>
            <a:lvl5pPr>
              <a:buNone/>
              <a:defRPr sz="2550" b="1">
                <a:solidFill>
                  <a:srgbClr val="2A6C9B"/>
                </a:solidFill>
                <a:latin typeface="Yu Gothic"/>
                <a:ea typeface="Yu Gothic"/>
                <a:cs typeface="Yu Gothic"/>
              </a:defRPr>
            </a:lvl5pPr>
            <a:lvl6pPr>
              <a:buNone/>
              <a:defRPr sz="2550" b="1">
                <a:solidFill>
                  <a:srgbClr val="2A6C9B"/>
                </a:solidFill>
                <a:latin typeface="Yu Gothic"/>
                <a:ea typeface="Yu Gothic"/>
                <a:cs typeface="Yu Gothic"/>
              </a:defRPr>
            </a:lvl6pPr>
            <a:lvl7pPr>
              <a:buNone/>
              <a:defRPr sz="2550" b="1">
                <a:solidFill>
                  <a:srgbClr val="2A6C9B"/>
                </a:solidFill>
                <a:latin typeface="Yu Gothic"/>
                <a:ea typeface="Yu Gothic"/>
                <a:cs typeface="Yu Gothic"/>
              </a:defRPr>
            </a:lvl7pPr>
            <a:lvl8pPr>
              <a:buNone/>
              <a:defRPr sz="2550" b="1">
                <a:solidFill>
                  <a:srgbClr val="2A6C9B"/>
                </a:solidFill>
                <a:latin typeface="Yu Gothic"/>
                <a:ea typeface="Yu Gothic"/>
                <a:cs typeface="Yu Gothic"/>
              </a:defRPr>
            </a:lvl8pPr>
            <a:lvl9pPr>
              <a:buNone/>
              <a:defRPr sz="2550" b="1">
                <a:solidFill>
                  <a:srgbClr val="2A6C9B"/>
                </a:solidFill>
                <a:latin typeface="Yu Gothic"/>
                <a:ea typeface="Yu Gothic"/>
                <a:cs typeface="Yu Gothic"/>
              </a:defRPr>
            </a:lvl9pPr>
          </a:lstStyle>
          <a:p xmlns:a="http://schemas.openxmlformats.org/drawingml/2006/main">
            <a:pPr>
              <a:buNone/>
              <a:defRPr sz="2550" b="1">
                <a:solidFill>
                  <a:srgbClr val="2A6C9B"/>
                </a:solidFill>
                <a:latin typeface="Yu Gothic"/>
                <a:ea typeface="Yu Gothic"/>
                <a:cs typeface="Yu Gothic"/>
              </a:defRPr>
            </a:pPr>
            <a:r>
              <a:rPr sz="2550" b="1">
                <a:solidFill>
                  <a:srgbClr val="2A6C9B"/>
                </a:solidFill>
                <a:latin typeface="Yu Gothic"/>
                <a:ea typeface="Yu Gothic"/>
                <a:cs typeface="Yu Gothic"/>
              </a:rPr>
              <a:t>三材料の比較</a:t>
            </a:r>
          </a:p>
        </p:txBody>
      </p:sp>
      <p:sp>
        <p:nvSpPr>
          <p:cNvPr id="9" name="">
            <a:extLst xmlns:a="http://schemas.openxmlformats.org/drawingml/2006/main">
              <a:ext uri="{FF2B5EF4-FFF2-40B4-BE49-F238E27FC236}">
                <a16:creationId xmlns:a16="http://schemas.microsoft.com/office/drawing/2014/main" id="{D666597B-20E9-4C6F-974B-DA4763D68AFA}"/>
              </a:ext>
            </a:extLst>
          </p:cNvPr>
          <p:cNvSpPr>
            <a:spLocks xmlns:a="http://schemas.openxmlformats.org/drawingml/2006/main" noGrp="1"/>
          </p:cNvSpPr>
          <p:nvPr/>
        </p:nvSpPr>
        <p:spPr>
          <a:xfrm xmlns:a="http://schemas.openxmlformats.org/drawingml/2006/main" flipH="0" flipV="0">
            <a:off x="7048500" y="3952875"/>
            <a:ext cx="3714750" cy="0"/>
          </a:xfrm>
          <a:prstGeom xmlns:a="http://schemas.openxmlformats.org/drawingml/2006/main" prst="line">
            <a:avLst/>
          </a:prstGeom>
          <a:noFill xmlns:a="http://schemas.openxmlformats.org/drawingml/2006/main"/>
          <a:ln xmlns:a="http://schemas.openxmlformats.org/drawingml/2006/main" w="19050">
            <a:solidFill>
              <a:srgbClr val="D1DCE2"/>
            </a:solidFill>
          </a:ln>
        </p:spPr>
      </p:sp>
      <p:sp>
        <p:nvSpPr>
          <p:cNvPr id="10" name="">
            <a:extLst xmlns:a="http://schemas.openxmlformats.org/drawingml/2006/main">
              <a:ext uri="{FF2B5EF4-FFF2-40B4-BE49-F238E27FC236}">
                <a16:creationId xmlns:a16="http://schemas.microsoft.com/office/drawing/2014/main" id="{6EDB6781-DC17-43A4-85E1-3E8EFACD89D3}"/>
              </a:ext>
            </a:extLst>
          </p:cNvPr>
          <p:cNvSpPr>
            <a:spLocks xmlns:a="http://schemas.openxmlformats.org/drawingml/2006/main" noGrp="1"/>
          </p:cNvSpPr>
          <p:nvPr/>
        </p:nvSpPr>
        <p:spPr>
          <a:xfrm xmlns:a="http://schemas.openxmlformats.org/drawingml/2006/main">
            <a:off x="6905625" y="442912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337568"/>
                </a:solidFill>
                <a:latin typeface="Yu Gothic"/>
                <a:ea typeface="Yu Gothic"/>
                <a:cs typeface="Yu Gothic"/>
              </a:defRPr>
            </a:defPPr>
            <a:lvl1pPr>
              <a:buNone/>
              <a:defRPr sz="2550" b="1">
                <a:solidFill>
                  <a:srgbClr val="337568"/>
                </a:solidFill>
                <a:latin typeface="Yu Gothic"/>
                <a:ea typeface="Yu Gothic"/>
                <a:cs typeface="Yu Gothic"/>
              </a:defRPr>
            </a:lvl1pPr>
            <a:lvl2pPr>
              <a:buNone/>
              <a:defRPr sz="2550" b="1">
                <a:solidFill>
                  <a:srgbClr val="337568"/>
                </a:solidFill>
                <a:latin typeface="Yu Gothic"/>
                <a:ea typeface="Yu Gothic"/>
                <a:cs typeface="Yu Gothic"/>
              </a:defRPr>
            </a:lvl2pPr>
            <a:lvl3pPr>
              <a:buNone/>
              <a:defRPr sz="2550" b="1">
                <a:solidFill>
                  <a:srgbClr val="337568"/>
                </a:solidFill>
                <a:latin typeface="Yu Gothic"/>
                <a:ea typeface="Yu Gothic"/>
                <a:cs typeface="Yu Gothic"/>
              </a:defRPr>
            </a:lvl3pPr>
            <a:lvl4pPr>
              <a:buNone/>
              <a:defRPr sz="2550" b="1">
                <a:solidFill>
                  <a:srgbClr val="337568"/>
                </a:solidFill>
                <a:latin typeface="Yu Gothic"/>
                <a:ea typeface="Yu Gothic"/>
                <a:cs typeface="Yu Gothic"/>
              </a:defRPr>
            </a:lvl4pPr>
            <a:lvl5pPr>
              <a:buNone/>
              <a:defRPr sz="2550" b="1">
                <a:solidFill>
                  <a:srgbClr val="337568"/>
                </a:solidFill>
                <a:latin typeface="Yu Gothic"/>
                <a:ea typeface="Yu Gothic"/>
                <a:cs typeface="Yu Gothic"/>
              </a:defRPr>
            </a:lvl5pPr>
            <a:lvl6pPr>
              <a:buNone/>
              <a:defRPr sz="2550" b="1">
                <a:solidFill>
                  <a:srgbClr val="337568"/>
                </a:solidFill>
                <a:latin typeface="Yu Gothic"/>
                <a:ea typeface="Yu Gothic"/>
                <a:cs typeface="Yu Gothic"/>
              </a:defRPr>
            </a:lvl6pPr>
            <a:lvl7pPr>
              <a:buNone/>
              <a:defRPr sz="2550" b="1">
                <a:solidFill>
                  <a:srgbClr val="337568"/>
                </a:solidFill>
                <a:latin typeface="Yu Gothic"/>
                <a:ea typeface="Yu Gothic"/>
                <a:cs typeface="Yu Gothic"/>
              </a:defRPr>
            </a:lvl7pPr>
            <a:lvl8pPr>
              <a:buNone/>
              <a:defRPr sz="2550" b="1">
                <a:solidFill>
                  <a:srgbClr val="337568"/>
                </a:solidFill>
                <a:latin typeface="Yu Gothic"/>
                <a:ea typeface="Yu Gothic"/>
                <a:cs typeface="Yu Gothic"/>
              </a:defRPr>
            </a:lvl8pPr>
            <a:lvl9pPr>
              <a:buNone/>
              <a:defRPr sz="2550" b="1">
                <a:solidFill>
                  <a:srgbClr val="337568"/>
                </a:solidFill>
                <a:latin typeface="Yu Gothic"/>
                <a:ea typeface="Yu Gothic"/>
                <a:cs typeface="Yu Gothic"/>
              </a:defRPr>
            </a:lvl9pPr>
          </a:lstStyle>
          <a:p xmlns:a="http://schemas.openxmlformats.org/drawingml/2006/main">
            <a:pPr>
              <a:buNone/>
              <a:defRPr sz="2550" b="1">
                <a:solidFill>
                  <a:srgbClr val="337568"/>
                </a:solidFill>
                <a:latin typeface="Yu Gothic"/>
                <a:ea typeface="Yu Gothic"/>
                <a:cs typeface="Yu Gothic"/>
              </a:defRPr>
            </a:pPr>
            <a:r>
              <a:rPr sz="2550" b="1">
                <a:solidFill>
                  <a:srgbClr val="337568"/>
                </a:solidFill>
                <a:latin typeface="Yu Gothic"/>
                <a:ea typeface="Yu Gothic"/>
                <a:cs typeface="Yu Gothic"/>
              </a:rPr>
              <a:t>生物と管理</a:t>
            </a:r>
          </a:p>
        </p:txBody>
      </p:sp>
      <p:sp>
        <p:nvSpPr>
          <p:cNvPr id="11" name="">
            <a:extLst xmlns:a="http://schemas.openxmlformats.org/drawingml/2006/main">
              <a:ext uri="{FF2B5EF4-FFF2-40B4-BE49-F238E27FC236}">
                <a16:creationId xmlns:a16="http://schemas.microsoft.com/office/drawing/2014/main" id="{F01AEE03-C00F-47D4-8578-17D0C9241FF9}"/>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2" name="">
            <a:extLst xmlns:a="http://schemas.openxmlformats.org/drawingml/2006/main">
              <a:ext uri="{FF2B5EF4-FFF2-40B4-BE49-F238E27FC236}">
                <a16:creationId xmlns:a16="http://schemas.microsoft.com/office/drawing/2014/main" id="{CFC63E37-4935-4639-9CAB-5AA1CE0657D3}"/>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38</a:t>
            </a:r>
          </a:p>
        </p:txBody>
      </p:sp>
    </p:spTree>
    <p:extLst>
      <p:ext uri="{BB962C8B-B14F-4D97-AF65-F5344CB8AC3E}">
        <p14:creationId xmlns:p14="http://schemas.microsoft.com/office/powerpoint/2010/main" val="6496469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109D00-BDE3-4125-8F05-A67F6CAACCE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今日できるようになること</a:t>
            </a:r>
          </a:p>
        </p:txBody>
      </p:sp>
      <p:sp>
        <p:nvSpPr>
          <p:cNvPr id="2" name="">
            <a:extLst xmlns:a="http://schemas.openxmlformats.org/drawingml/2006/main">
              <a:ext uri="{FF2B5EF4-FFF2-40B4-BE49-F238E27FC236}">
                <a16:creationId xmlns:a16="http://schemas.microsoft.com/office/drawing/2014/main" id="{BF578612-2E03-494F-B2CC-9117401A9A87}"/>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EAD27C6-6357-4105-9E52-E8A33599027B}"/>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強度・剛性・質量を区別する</a:t>
            </a:r>
          </a:p>
        </p:txBody>
      </p:sp>
      <p:sp>
        <p:nvSpPr>
          <p:cNvPr id="4" name="">
            <a:extLst xmlns:a="http://schemas.openxmlformats.org/drawingml/2006/main">
              <a:ext uri="{FF2B5EF4-FFF2-40B4-BE49-F238E27FC236}">
                <a16:creationId xmlns:a16="http://schemas.microsoft.com/office/drawing/2014/main" id="{C2DA9E80-7713-4FA3-84DD-BEDBAF86C9D4}"/>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比較の条件をそろえる</a:t>
            </a:r>
          </a:p>
        </p:txBody>
      </p:sp>
      <p:sp>
        <p:nvSpPr>
          <p:cNvPr id="5" name="">
            <a:extLst xmlns:a="http://schemas.openxmlformats.org/drawingml/2006/main">
              <a:ext uri="{FF2B5EF4-FFF2-40B4-BE49-F238E27FC236}">
                <a16:creationId xmlns:a16="http://schemas.microsoft.com/office/drawing/2014/main" id="{953DCA8C-F96B-4036-BF72-1689F5958608}"/>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条件と根拠を添えて、材料を選ぶ</a:t>
            </a:r>
          </a:p>
        </p:txBody>
      </p:sp>
      <p:sp>
        <p:nvSpPr>
          <p:cNvPr id="6" name="">
            <a:extLst xmlns:a="http://schemas.openxmlformats.org/drawingml/2006/main">
              <a:ext uri="{FF2B5EF4-FFF2-40B4-BE49-F238E27FC236}">
                <a16:creationId xmlns:a16="http://schemas.microsoft.com/office/drawing/2014/main" id="{89A26A56-CA7E-4619-B39B-A25A44AEEAE2}"/>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7" name="">
            <a:extLst xmlns:a="http://schemas.openxmlformats.org/drawingml/2006/main">
              <a:ext uri="{FF2B5EF4-FFF2-40B4-BE49-F238E27FC236}">
                <a16:creationId xmlns:a16="http://schemas.microsoft.com/office/drawing/2014/main" id="{9FD292D1-A8F4-43AC-8BA0-698AC38F73B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 / 38</a:t>
            </a:r>
          </a:p>
        </p:txBody>
      </p:sp>
    </p:spTree>
    <p:extLst>
      <p:ext uri="{BB962C8B-B14F-4D97-AF65-F5344CB8AC3E}">
        <p14:creationId xmlns:p14="http://schemas.microsoft.com/office/powerpoint/2010/main" val="1481287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CB0537-18CC-4907-9BAD-D5F54517097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各回のフォルダにある資料</a:t>
            </a:r>
          </a:p>
        </p:txBody>
      </p:sp>
      <p:sp>
        <p:nvSpPr>
          <p:cNvPr id="2" name="">
            <a:extLst xmlns:a="http://schemas.openxmlformats.org/drawingml/2006/main">
              <a:ext uri="{FF2B5EF4-FFF2-40B4-BE49-F238E27FC236}">
                <a16:creationId xmlns:a16="http://schemas.microsoft.com/office/drawing/2014/main" id="{A15BB212-6A30-4C63-9E1C-3E003168D86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2BBBFB5-ABBA-4B45-BF5F-37ED148E5E3A}"/>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graphicFrame>
        <p:nvGraphicFramePr>
          <p:cNvPr id="4" name="">
            <a:extLst xmlns:a="http://schemas.openxmlformats.org/drawingml/2006/main">
              <a:ext uri="{FF2B5EF4-FFF2-40B4-BE49-F238E27FC236}">
                <a16:creationId xmlns:a16="http://schemas.microsoft.com/office/drawing/2014/main" id="{784780D2-9CE2-4457-A09A-DF9F4C429F97}"/>
              </a:ext>
            </a:extLst>
          </p:cNvPr>
          <p:cNvGraphicFramePr/>
          <p:nvPr/>
        </p:nvGraphicFramePr>
        <p:xfrm>
          <a:off xmlns:a="http://schemas.openxmlformats.org/drawingml/2006/main" x="714375" y="1714500"/>
          <a:ext xmlns:a="http://schemas.openxmlformats.org/drawingml/2006/main" cx="10763250" cy="3762375"/>
        </p:xfrm>
        <a:graphic xmlns:a="http://schemas.openxmlformats.org/drawingml/2006/main">
          <a:graphicData uri="http://schemas.openxmlformats.org/drawingml/2006/table">
            <a:tbl>
              <a:tblPr/>
              <a:tblGrid>
                <a:gridCol w="3810000"/>
                <a:gridCol w="6953250"/>
              </a:tblGrid>
              <a:tr h="537482">
                <a:tc>
                  <a:txBody>
                    <a:bodyPr lIns="85725" tIns="85725" rIns="85725" bIns="85725"/>
                    <a:lstStyle/>
                    <a:p>
                      <a:r>
                        <a:rPr sz="1800" b="1">
                          <a:solidFill>
                            <a:srgbClr val="FFFFFF"/>
                          </a:solidFill>
                          <a:latin typeface="Yu Gothic"/>
                          <a:ea typeface="Yu Gothic"/>
                          <a:cs typeface="Yu Gothic"/>
                        </a:rPr>
                        <a:t>資料</a:t>
                      </a:r>
                    </a:p>
                  </a:txBody>
                  <a:tcPr marL="91440" marR="91440" marT="45720" marB="45720">
                    <a:solidFill>
                      <a:srgbClr val="193B59"/>
                    </a:solidFill>
                  </a:tcPr>
                </a:tc>
                <a:tc>
                  <a:txBody>
                    <a:bodyPr lIns="85725" tIns="85725" rIns="85725" bIns="85725"/>
                    <a:lstStyle/>
                    <a:p>
                      <a:r>
                        <a:rPr sz="1800" b="1">
                          <a:solidFill>
                            <a:srgbClr val="FFFFFF"/>
                          </a:solidFill>
                          <a:latin typeface="Yu Gothic"/>
                          <a:ea typeface="Yu Gothic"/>
                          <a:cs typeface="Yu Gothic"/>
                        </a:rPr>
                        <a:t>使い方</a:t>
                      </a:r>
                    </a:p>
                  </a:txBody>
                  <a:tcPr marL="91440" marR="91440" marT="45720" marB="45720">
                    <a:solidFill>
                      <a:srgbClr val="193B59"/>
                    </a:solidFill>
                  </a:tcPr>
                </a:tc>
              </a:tr>
              <a:tr h="537482">
                <a:tc>
                  <a:txBody>
                    <a:bodyPr lIns="85725" tIns="85725" rIns="85725" bIns="85725"/>
                    <a:lstStyle/>
                    <a:p>
                      <a:r>
                        <a:rPr sz="1800" b="0">
                          <a:solidFill>
                            <a:srgbClr val="263D4D"/>
                          </a:solidFill>
                          <a:latin typeface="Yu Gothic"/>
                          <a:ea typeface="Yu Gothic"/>
                          <a:cs typeface="Yu Gothic"/>
                        </a:rPr>
                        <a:t>授業動画（MP4）</a:t>
                      </a:r>
                    </a:p>
                  </a:txBody>
                  <a:tcPr marL="91440" marR="91440" marT="45720" marB="45720">
                    <a:solidFill>
                      <a:srgbClr val="E8F0F4"/>
                    </a:solidFill>
                  </a:tcPr>
                </a:tc>
                <a:tc>
                  <a:txBody>
                    <a:bodyPr lIns="85725" tIns="85725" rIns="85725" bIns="85725"/>
                    <a:lstStyle/>
                    <a:p>
                      <a:r>
                        <a:rPr sz="1800" b="0">
                          <a:solidFill>
                            <a:srgbClr val="263D4D"/>
                          </a:solidFill>
                          <a:latin typeface="Yu Gothic"/>
                          <a:ea typeface="Yu Gothic"/>
                          <a:cs typeface="Yu Gothic"/>
                        </a:rPr>
                        <a:t>スライドと音声解説。字幕を表示して学ぶ</a:t>
                      </a:r>
                    </a:p>
                  </a:txBody>
                  <a:tcPr marL="91440" marR="91440" marT="45720" marB="45720">
                    <a:solidFill>
                      <a:srgbClr val="E8F0F4"/>
                    </a:solidFill>
                  </a:tcPr>
                </a:tc>
              </a:tr>
              <a:tr h="537482">
                <a:tc>
                  <a:txBody>
                    <a:bodyPr lIns="85725" tIns="85725" rIns="85725" bIns="85725"/>
                    <a:lstStyle/>
                    <a:p>
                      <a:r>
                        <a:rPr sz="1800" b="0">
                          <a:solidFill>
                            <a:srgbClr val="263D4D"/>
                          </a:solidFill>
                          <a:latin typeface="Yu Gothic"/>
                          <a:ea typeface="Yu Gothic"/>
                          <a:cs typeface="Yu Gothic"/>
                        </a:rPr>
                        <a:t>スライド（PDF）</a:t>
                      </a:r>
                    </a:p>
                  </a:txBody>
                  <a:tcPr marL="91440" marR="91440" marT="45720" marB="45720">
                    <a:solidFill>
                      <a:srgbClr val="FFFFFF"/>
                    </a:solidFill>
                  </a:tcPr>
                </a:tc>
                <a:tc>
                  <a:txBody>
                    <a:bodyPr lIns="85725" tIns="85725" rIns="85725" bIns="85725"/>
                    <a:lstStyle/>
                    <a:p>
                      <a:r>
                        <a:rPr sz="1800" b="0">
                          <a:solidFill>
                            <a:srgbClr val="263D4D"/>
                          </a:solidFill>
                          <a:latin typeface="Yu Gothic"/>
                          <a:ea typeface="Yu Gothic"/>
                          <a:cs typeface="Yu Gothic"/>
                        </a:rPr>
                        <a:t>図・式の確認、復習、書き込みに使う</a:t>
                      </a:r>
                    </a:p>
                  </a:txBody>
                  <a:tcPr marL="91440" marR="91440" marT="45720" marB="45720">
                    <a:solidFill>
                      <a:srgbClr val="FFFFFF"/>
                    </a:solidFill>
                  </a:tcPr>
                </a:tc>
              </a:tr>
              <a:tr h="537482">
                <a:tc>
                  <a:txBody>
                    <a:bodyPr lIns="85725" tIns="85725" rIns="85725" bIns="85725"/>
                    <a:lstStyle/>
                    <a:p>
                      <a:r>
                        <a:rPr sz="1800" b="0">
                          <a:solidFill>
                            <a:srgbClr val="263D4D"/>
                          </a:solidFill>
                          <a:latin typeface="Yu Gothic"/>
                          <a:ea typeface="Yu Gothic"/>
                          <a:cs typeface="Yu Gothic"/>
                        </a:rPr>
                        <a:t>配布資料・ハンドアウト（PDF）</a:t>
                      </a:r>
                    </a:p>
                  </a:txBody>
                  <a:tcPr marL="91440" marR="91440" marT="45720" marB="45720">
                    <a:solidFill>
                      <a:srgbClr val="E8F0F4"/>
                    </a:solidFill>
                  </a:tcPr>
                </a:tc>
                <a:tc>
                  <a:txBody>
                    <a:bodyPr lIns="85725" tIns="85725" rIns="85725" bIns="85725"/>
                    <a:lstStyle/>
                    <a:p>
                      <a:r>
                        <a:rPr sz="1800" b="0">
                          <a:solidFill>
                            <a:srgbClr val="263D4D"/>
                          </a:solidFill>
                          <a:latin typeface="Yu Gothic"/>
                          <a:ea typeface="Yu Gothic"/>
                          <a:cs typeface="Yu Gothic"/>
                        </a:rPr>
                        <a:t>自己確認の問いと、計算・記録の欄</a:t>
                      </a:r>
                    </a:p>
                  </a:txBody>
                  <a:tcPr marL="91440" marR="91440" marT="45720" marB="45720">
                    <a:solidFill>
                      <a:srgbClr val="E8F0F4"/>
                    </a:solidFill>
                  </a:tcPr>
                </a:tc>
              </a:tr>
              <a:tr h="537482">
                <a:tc>
                  <a:txBody>
                    <a:bodyPr lIns="85725" tIns="85725" rIns="85725" bIns="85725"/>
                    <a:lstStyle/>
                    <a:p>
                      <a:r>
                        <a:rPr sz="1800" b="0">
                          <a:solidFill>
                            <a:srgbClr val="263D4D"/>
                          </a:solidFill>
                          <a:latin typeface="Yu Gothic"/>
                          <a:ea typeface="Yu Gothic"/>
                          <a:cs typeface="Yu Gothic"/>
                        </a:rPr>
                        <a:t>編集用スライド（PPTX）</a:t>
                      </a:r>
                    </a:p>
                  </a:txBody>
                  <a:tcPr marL="91440" marR="91440" marT="45720" marB="45720">
                    <a:solidFill>
                      <a:srgbClr val="FFFFFF"/>
                    </a:solidFill>
                  </a:tcPr>
                </a:tc>
                <a:tc>
                  <a:txBody>
                    <a:bodyPr lIns="85725" tIns="85725" rIns="85725" bIns="85725"/>
                    <a:lstStyle/>
                    <a:p>
                      <a:r>
                        <a:rPr sz="1800" b="0">
                          <a:solidFill>
                            <a:srgbClr val="263D4D"/>
                          </a:solidFill>
                          <a:latin typeface="Yu Gothic"/>
                          <a:ea typeface="Yu Gothic"/>
                          <a:cs typeface="Yu Gothic"/>
                        </a:rPr>
                        <a:t>編集可能な資料。閲覧にはPDFも使える</a:t>
                      </a:r>
                    </a:p>
                  </a:txBody>
                  <a:tcPr marL="91440" marR="91440" marT="45720" marB="45720">
                    <a:solidFill>
                      <a:srgbClr val="FFFFFF"/>
                    </a:solidFill>
                  </a:tcPr>
                </a:tc>
              </a:tr>
              <a:tr h="537482">
                <a:tc>
                  <a:txBody>
                    <a:bodyPr lIns="85725" tIns="85725" rIns="85725" bIns="85725"/>
                    <a:lstStyle/>
                    <a:p>
                      <a:r>
                        <a:rPr sz="1800" b="0">
                          <a:solidFill>
                            <a:srgbClr val="263D4D"/>
                          </a:solidFill>
                          <a:latin typeface="Yu Gothic"/>
                          <a:ea typeface="Yu Gothic"/>
                          <a:cs typeface="Yu Gothic"/>
                        </a:rPr>
                        <a:t>解説音声（MP3）</a:t>
                      </a:r>
                    </a:p>
                  </a:txBody>
                  <a:tcPr marL="91440" marR="91440" marT="45720" marB="45720">
                    <a:solidFill>
                      <a:srgbClr val="E8F0F4"/>
                    </a:solidFill>
                  </a:tcPr>
                </a:tc>
                <a:tc>
                  <a:txBody>
                    <a:bodyPr lIns="85725" tIns="85725" rIns="85725" bIns="85725"/>
                    <a:lstStyle/>
                    <a:p>
                      <a:r>
                        <a:rPr sz="1800" b="0">
                          <a:solidFill>
                            <a:srgbClr val="263D4D"/>
                          </a:solidFill>
                          <a:latin typeface="Yu Gothic"/>
                          <a:ea typeface="Yu Gothic"/>
                          <a:cs typeface="Yu Gothic"/>
                        </a:rPr>
                        <a:t>音声だけの復習。図はPDFと併用する</a:t>
                      </a:r>
                    </a:p>
                  </a:txBody>
                  <a:tcPr marL="91440" marR="91440" marT="45720" marB="45720">
                    <a:solidFill>
                      <a:srgbClr val="E8F0F4"/>
                    </a:solidFill>
                  </a:tcPr>
                </a:tc>
              </a:tr>
              <a:tr h="537482">
                <a:tc>
                  <a:txBody>
                    <a:bodyPr lIns="85725" tIns="85725" rIns="85725" bIns="85725"/>
                    <a:lstStyle/>
                    <a:p>
                      <a:r>
                        <a:rPr sz="1800" b="0">
                          <a:solidFill>
                            <a:srgbClr val="263D4D"/>
                          </a:solidFill>
                          <a:latin typeface="Yu Gothic"/>
                          <a:ea typeface="Yu Gothic"/>
                          <a:cs typeface="Yu Gothic"/>
                        </a:rPr>
                        <a:t>字幕（SRT・VTT）</a:t>
                      </a:r>
                    </a:p>
                  </a:txBody>
                  <a:tcPr marL="91440" marR="91440" marT="45720" marB="45720">
                    <a:solidFill>
                      <a:srgbClr val="FFFFFF"/>
                    </a:solidFill>
                  </a:tcPr>
                </a:tc>
                <a:tc>
                  <a:txBody>
                    <a:bodyPr lIns="85725" tIns="85725" rIns="85725" bIns="85725"/>
                    <a:lstStyle/>
                    <a:p>
                      <a:r>
                        <a:rPr sz="1800" b="0">
                          <a:solidFill>
                            <a:srgbClr val="263D4D"/>
                          </a:solidFill>
                          <a:latin typeface="Yu Gothic"/>
                          <a:ea typeface="Yu Gothic"/>
                          <a:cs typeface="Yu Gothic"/>
                        </a:rPr>
                        <a:t>対応プレーヤーで読み込める文字情報</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0786F9E-20B2-41C1-A4B7-AF1C19BDB9D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各回の案内（README）から推奨版を開く。資料・動画は回ごとに順次追加する。</a:t>
            </a:r>
          </a:p>
        </p:txBody>
      </p:sp>
      <p:sp>
        <p:nvSpPr>
          <p:cNvPr id="6" name="">
            <a:extLst xmlns:a="http://schemas.openxmlformats.org/drawingml/2006/main">
              <a:ext uri="{FF2B5EF4-FFF2-40B4-BE49-F238E27FC236}">
                <a16:creationId xmlns:a16="http://schemas.microsoft.com/office/drawing/2014/main" id="{807BA1E2-DD06-4FB4-B40B-548338CA60F6}"/>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 / 38</a:t>
            </a:r>
          </a:p>
        </p:txBody>
      </p:sp>
    </p:spTree>
    <p:extLst>
      <p:ext uri="{BB962C8B-B14F-4D97-AF65-F5344CB8AC3E}">
        <p14:creationId xmlns:p14="http://schemas.microsoft.com/office/powerpoint/2010/main" val="7329332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3967300-7F6B-482D-B4D8-003BC7F5695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動画と資料を使う学び方</a:t>
            </a:r>
          </a:p>
        </p:txBody>
      </p:sp>
      <p:sp>
        <p:nvSpPr>
          <p:cNvPr id="2" name="">
            <a:extLst xmlns:a="http://schemas.openxmlformats.org/drawingml/2006/main">
              <a:ext uri="{FF2B5EF4-FFF2-40B4-BE49-F238E27FC236}">
                <a16:creationId xmlns:a16="http://schemas.microsoft.com/office/drawing/2014/main" id="{4BFC45F8-4FAC-4B22-8172-322DB34578C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60F8E70-EE48-4A5D-9280-B3B1758D8355}"/>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4" name="">
            <a:extLst xmlns:a="http://schemas.openxmlformats.org/drawingml/2006/main">
              <a:ext uri="{FF2B5EF4-FFF2-40B4-BE49-F238E27FC236}">
                <a16:creationId xmlns:a16="http://schemas.microsoft.com/office/drawing/2014/main" id="{FA99C566-96B9-4157-B70D-DA5C624419FE}"/>
              </a:ext>
            </a:extLst>
          </p:cNvPr>
          <p:cNvSpPr>
            <a:spLocks xmlns:a="http://schemas.openxmlformats.org/drawingml/2006/main" noGrp="1"/>
          </p:cNvSpPr>
          <p:nvPr/>
        </p:nvSpPr>
        <p:spPr>
          <a:xfrm xmlns:a="http://schemas.openxmlformats.org/drawingml/2006/main">
            <a:off x="809625" y="17145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876A8"/>
                </a:solidFill>
                <a:latin typeface="Yu Gothic"/>
                <a:ea typeface="Yu Gothic"/>
                <a:cs typeface="Yu Gothic"/>
              </a:defRPr>
            </a:defPPr>
            <a:lvl1pPr>
              <a:buNone/>
              <a:defRPr sz="2400" b="1">
                <a:solidFill>
                  <a:srgbClr val="2876A8"/>
                </a:solidFill>
                <a:latin typeface="Yu Gothic"/>
                <a:ea typeface="Yu Gothic"/>
                <a:cs typeface="Yu Gothic"/>
              </a:defRPr>
            </a:lvl1pPr>
            <a:lvl2pPr>
              <a:buNone/>
              <a:defRPr sz="2400" b="1">
                <a:solidFill>
                  <a:srgbClr val="2876A8"/>
                </a:solidFill>
                <a:latin typeface="Yu Gothic"/>
                <a:ea typeface="Yu Gothic"/>
                <a:cs typeface="Yu Gothic"/>
              </a:defRPr>
            </a:lvl2pPr>
            <a:lvl3pPr>
              <a:buNone/>
              <a:defRPr sz="2400" b="1">
                <a:solidFill>
                  <a:srgbClr val="2876A8"/>
                </a:solidFill>
                <a:latin typeface="Yu Gothic"/>
                <a:ea typeface="Yu Gothic"/>
                <a:cs typeface="Yu Gothic"/>
              </a:defRPr>
            </a:lvl3pPr>
            <a:lvl4pPr>
              <a:buNone/>
              <a:defRPr sz="2400" b="1">
                <a:solidFill>
                  <a:srgbClr val="2876A8"/>
                </a:solidFill>
                <a:latin typeface="Yu Gothic"/>
                <a:ea typeface="Yu Gothic"/>
                <a:cs typeface="Yu Gothic"/>
              </a:defRPr>
            </a:lvl4pPr>
            <a:lvl5pPr>
              <a:buNone/>
              <a:defRPr sz="2400" b="1">
                <a:solidFill>
                  <a:srgbClr val="2876A8"/>
                </a:solidFill>
                <a:latin typeface="Yu Gothic"/>
                <a:ea typeface="Yu Gothic"/>
                <a:cs typeface="Yu Gothic"/>
              </a:defRPr>
            </a:lvl5pPr>
            <a:lvl6pPr>
              <a:buNone/>
              <a:defRPr sz="2400" b="1">
                <a:solidFill>
                  <a:srgbClr val="2876A8"/>
                </a:solidFill>
                <a:latin typeface="Yu Gothic"/>
                <a:ea typeface="Yu Gothic"/>
                <a:cs typeface="Yu Gothic"/>
              </a:defRPr>
            </a:lvl6pPr>
            <a:lvl7pPr>
              <a:buNone/>
              <a:defRPr sz="2400" b="1">
                <a:solidFill>
                  <a:srgbClr val="2876A8"/>
                </a:solidFill>
                <a:latin typeface="Yu Gothic"/>
                <a:ea typeface="Yu Gothic"/>
                <a:cs typeface="Yu Gothic"/>
              </a:defRPr>
            </a:lvl7pPr>
            <a:lvl8pPr>
              <a:buNone/>
              <a:defRPr sz="2400" b="1">
                <a:solidFill>
                  <a:srgbClr val="2876A8"/>
                </a:solidFill>
                <a:latin typeface="Yu Gothic"/>
                <a:ea typeface="Yu Gothic"/>
                <a:cs typeface="Yu Gothic"/>
              </a:defRPr>
            </a:lvl8pPr>
            <a:lvl9pPr>
              <a:buNone/>
              <a:defRPr sz="2400" b="1">
                <a:solidFill>
                  <a:srgbClr val="2876A8"/>
                </a:solidFill>
                <a:latin typeface="Yu Gothic"/>
                <a:ea typeface="Yu Gothic"/>
                <a:cs typeface="Yu Gothic"/>
              </a:defRPr>
            </a:lvl9pPr>
          </a:lstStyle>
          <a:p xmlns:a="http://schemas.openxmlformats.org/drawingml/2006/main">
            <a:pPr>
              <a:buNone/>
              <a:defRPr sz="2400" b="1">
                <a:solidFill>
                  <a:srgbClr val="2876A8"/>
                </a:solidFill>
                <a:latin typeface="Yu Gothic"/>
                <a:ea typeface="Yu Gothic"/>
                <a:cs typeface="Yu Gothic"/>
              </a:defRPr>
            </a:pPr>
            <a:r>
              <a:rPr sz="2400" b="1">
                <a:solidFill>
                  <a:srgbClr val="2876A8"/>
                </a:solidFill>
                <a:latin typeface="Yu Gothic"/>
                <a:ea typeface="Yu Gothic"/>
                <a:cs typeface="Yu Gothic"/>
              </a:rPr>
              <a:t>1</a:t>
            </a:r>
          </a:p>
        </p:txBody>
      </p:sp>
      <p:sp>
        <p:nvSpPr>
          <p:cNvPr id="5" name="">
            <a:extLst xmlns:a="http://schemas.openxmlformats.org/drawingml/2006/main">
              <a:ext uri="{FF2B5EF4-FFF2-40B4-BE49-F238E27FC236}">
                <a16:creationId xmlns:a16="http://schemas.microsoft.com/office/drawing/2014/main" id="{80D401C3-1710-47E5-B546-B34967C0C221}"/>
              </a:ext>
            </a:extLst>
          </p:cNvPr>
          <p:cNvSpPr>
            <a:spLocks xmlns:a="http://schemas.openxmlformats.org/drawingml/2006/main" noGrp="1"/>
          </p:cNvSpPr>
          <p:nvPr/>
        </p:nvSpPr>
        <p:spPr>
          <a:xfrm xmlns:a="http://schemas.openxmlformats.org/drawingml/2006/main">
            <a:off x="1619250" y="171450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準備</a:t>
            </a:r>
          </a:p>
        </p:txBody>
      </p:sp>
      <p:sp>
        <p:nvSpPr>
          <p:cNvPr id="6" name="">
            <a:extLst xmlns:a="http://schemas.openxmlformats.org/drawingml/2006/main">
              <a:ext uri="{FF2B5EF4-FFF2-40B4-BE49-F238E27FC236}">
                <a16:creationId xmlns:a16="http://schemas.microsoft.com/office/drawing/2014/main" id="{6FCEC0B9-19A8-4AA5-9741-1E434404AA49}"/>
              </a:ext>
            </a:extLst>
          </p:cNvPr>
          <p:cNvSpPr>
            <a:spLocks xmlns:a="http://schemas.openxmlformats.org/drawingml/2006/main" noGrp="1"/>
          </p:cNvSpPr>
          <p:nvPr/>
        </p:nvSpPr>
        <p:spPr>
          <a:xfrm xmlns:a="http://schemas.openxmlformats.org/drawingml/2006/main">
            <a:off x="4286250" y="1714500"/>
            <a:ext cx="709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その回の案内、スライド、配布資料を開く</a:t>
            </a:r>
          </a:p>
        </p:txBody>
      </p:sp>
      <p:sp>
        <p:nvSpPr>
          <p:cNvPr id="7" name="">
            <a:extLst xmlns:a="http://schemas.openxmlformats.org/drawingml/2006/main">
              <a:ext uri="{FF2B5EF4-FFF2-40B4-BE49-F238E27FC236}">
                <a16:creationId xmlns:a16="http://schemas.microsoft.com/office/drawing/2014/main" id="{36A14861-E291-4DF4-B643-578A495AE7D0}"/>
              </a:ext>
            </a:extLst>
          </p:cNvPr>
          <p:cNvSpPr>
            <a:spLocks xmlns:a="http://schemas.openxmlformats.org/drawingml/2006/main" noGrp="1"/>
          </p:cNvSpPr>
          <p:nvPr/>
        </p:nvSpPr>
        <p:spPr>
          <a:xfrm xmlns:a="http://schemas.openxmlformats.org/drawingml/2006/main">
            <a:off x="809625" y="26670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876A8"/>
                </a:solidFill>
                <a:latin typeface="Yu Gothic"/>
                <a:ea typeface="Yu Gothic"/>
                <a:cs typeface="Yu Gothic"/>
              </a:defRPr>
            </a:defPPr>
            <a:lvl1pPr>
              <a:buNone/>
              <a:defRPr sz="2400" b="1">
                <a:solidFill>
                  <a:srgbClr val="2876A8"/>
                </a:solidFill>
                <a:latin typeface="Yu Gothic"/>
                <a:ea typeface="Yu Gothic"/>
                <a:cs typeface="Yu Gothic"/>
              </a:defRPr>
            </a:lvl1pPr>
            <a:lvl2pPr>
              <a:buNone/>
              <a:defRPr sz="2400" b="1">
                <a:solidFill>
                  <a:srgbClr val="2876A8"/>
                </a:solidFill>
                <a:latin typeface="Yu Gothic"/>
                <a:ea typeface="Yu Gothic"/>
                <a:cs typeface="Yu Gothic"/>
              </a:defRPr>
            </a:lvl2pPr>
            <a:lvl3pPr>
              <a:buNone/>
              <a:defRPr sz="2400" b="1">
                <a:solidFill>
                  <a:srgbClr val="2876A8"/>
                </a:solidFill>
                <a:latin typeface="Yu Gothic"/>
                <a:ea typeface="Yu Gothic"/>
                <a:cs typeface="Yu Gothic"/>
              </a:defRPr>
            </a:lvl3pPr>
            <a:lvl4pPr>
              <a:buNone/>
              <a:defRPr sz="2400" b="1">
                <a:solidFill>
                  <a:srgbClr val="2876A8"/>
                </a:solidFill>
                <a:latin typeface="Yu Gothic"/>
                <a:ea typeface="Yu Gothic"/>
                <a:cs typeface="Yu Gothic"/>
              </a:defRPr>
            </a:lvl4pPr>
            <a:lvl5pPr>
              <a:buNone/>
              <a:defRPr sz="2400" b="1">
                <a:solidFill>
                  <a:srgbClr val="2876A8"/>
                </a:solidFill>
                <a:latin typeface="Yu Gothic"/>
                <a:ea typeface="Yu Gothic"/>
                <a:cs typeface="Yu Gothic"/>
              </a:defRPr>
            </a:lvl5pPr>
            <a:lvl6pPr>
              <a:buNone/>
              <a:defRPr sz="2400" b="1">
                <a:solidFill>
                  <a:srgbClr val="2876A8"/>
                </a:solidFill>
                <a:latin typeface="Yu Gothic"/>
                <a:ea typeface="Yu Gothic"/>
                <a:cs typeface="Yu Gothic"/>
              </a:defRPr>
            </a:lvl6pPr>
            <a:lvl7pPr>
              <a:buNone/>
              <a:defRPr sz="2400" b="1">
                <a:solidFill>
                  <a:srgbClr val="2876A8"/>
                </a:solidFill>
                <a:latin typeface="Yu Gothic"/>
                <a:ea typeface="Yu Gothic"/>
                <a:cs typeface="Yu Gothic"/>
              </a:defRPr>
            </a:lvl7pPr>
            <a:lvl8pPr>
              <a:buNone/>
              <a:defRPr sz="2400" b="1">
                <a:solidFill>
                  <a:srgbClr val="2876A8"/>
                </a:solidFill>
                <a:latin typeface="Yu Gothic"/>
                <a:ea typeface="Yu Gothic"/>
                <a:cs typeface="Yu Gothic"/>
              </a:defRPr>
            </a:lvl8pPr>
            <a:lvl9pPr>
              <a:buNone/>
              <a:defRPr sz="2400" b="1">
                <a:solidFill>
                  <a:srgbClr val="2876A8"/>
                </a:solidFill>
                <a:latin typeface="Yu Gothic"/>
                <a:ea typeface="Yu Gothic"/>
                <a:cs typeface="Yu Gothic"/>
              </a:defRPr>
            </a:lvl9pPr>
          </a:lstStyle>
          <a:p xmlns:a="http://schemas.openxmlformats.org/drawingml/2006/main">
            <a:pPr>
              <a:buNone/>
              <a:defRPr sz="2400" b="1">
                <a:solidFill>
                  <a:srgbClr val="2876A8"/>
                </a:solidFill>
                <a:latin typeface="Yu Gothic"/>
                <a:ea typeface="Yu Gothic"/>
                <a:cs typeface="Yu Gothic"/>
              </a:defRPr>
            </a:pPr>
            <a:r>
              <a:rPr sz="2400" b="1">
                <a:solidFill>
                  <a:srgbClr val="2876A8"/>
                </a:solidFill>
                <a:latin typeface="Yu Gothic"/>
                <a:ea typeface="Yu Gothic"/>
                <a:cs typeface="Yu Gothic"/>
              </a:rPr>
              <a:t>2</a:t>
            </a:r>
          </a:p>
        </p:txBody>
      </p:sp>
      <p:sp>
        <p:nvSpPr>
          <p:cNvPr id="8" name="">
            <a:extLst xmlns:a="http://schemas.openxmlformats.org/drawingml/2006/main">
              <a:ext uri="{FF2B5EF4-FFF2-40B4-BE49-F238E27FC236}">
                <a16:creationId xmlns:a16="http://schemas.microsoft.com/office/drawing/2014/main" id="{FC603ABA-E7DE-4B10-94F4-D3BABCCDF684}"/>
              </a:ext>
            </a:extLst>
          </p:cNvPr>
          <p:cNvSpPr>
            <a:spLocks xmlns:a="http://schemas.openxmlformats.org/drawingml/2006/main" noGrp="1"/>
          </p:cNvSpPr>
          <p:nvPr/>
        </p:nvSpPr>
        <p:spPr>
          <a:xfrm xmlns:a="http://schemas.openxmlformats.org/drawingml/2006/main">
            <a:off x="1619250" y="266700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視聴</a:t>
            </a:r>
          </a:p>
        </p:txBody>
      </p:sp>
      <p:sp>
        <p:nvSpPr>
          <p:cNvPr id="9" name="">
            <a:extLst xmlns:a="http://schemas.openxmlformats.org/drawingml/2006/main">
              <a:ext uri="{FF2B5EF4-FFF2-40B4-BE49-F238E27FC236}">
                <a16:creationId xmlns:a16="http://schemas.microsoft.com/office/drawing/2014/main" id="{60DDC968-A7C5-4D3E-BE4F-7758AAF827F8}"/>
              </a:ext>
            </a:extLst>
          </p:cNvPr>
          <p:cNvSpPr>
            <a:spLocks xmlns:a="http://schemas.openxmlformats.org/drawingml/2006/main" noGrp="1"/>
          </p:cNvSpPr>
          <p:nvPr/>
        </p:nvSpPr>
        <p:spPr>
          <a:xfrm xmlns:a="http://schemas.openxmlformats.org/drawingml/2006/main">
            <a:off x="4286250" y="2667000"/>
            <a:ext cx="709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図の位置、条件、単位を確かめて聞く</a:t>
            </a:r>
          </a:p>
        </p:txBody>
      </p:sp>
      <p:sp>
        <p:nvSpPr>
          <p:cNvPr id="10" name="">
            <a:extLst xmlns:a="http://schemas.openxmlformats.org/drawingml/2006/main">
              <a:ext uri="{FF2B5EF4-FFF2-40B4-BE49-F238E27FC236}">
                <a16:creationId xmlns:a16="http://schemas.microsoft.com/office/drawing/2014/main" id="{602A60F7-68E1-4087-A229-FE9ED5B51C43}"/>
              </a:ext>
            </a:extLst>
          </p:cNvPr>
          <p:cNvSpPr>
            <a:spLocks xmlns:a="http://schemas.openxmlformats.org/drawingml/2006/main" noGrp="1"/>
          </p:cNvSpPr>
          <p:nvPr/>
        </p:nvSpPr>
        <p:spPr>
          <a:xfrm xmlns:a="http://schemas.openxmlformats.org/drawingml/2006/main">
            <a:off x="809625" y="36195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876A8"/>
                </a:solidFill>
                <a:latin typeface="Yu Gothic"/>
                <a:ea typeface="Yu Gothic"/>
                <a:cs typeface="Yu Gothic"/>
              </a:defRPr>
            </a:defPPr>
            <a:lvl1pPr>
              <a:buNone/>
              <a:defRPr sz="2400" b="1">
                <a:solidFill>
                  <a:srgbClr val="2876A8"/>
                </a:solidFill>
                <a:latin typeface="Yu Gothic"/>
                <a:ea typeface="Yu Gothic"/>
                <a:cs typeface="Yu Gothic"/>
              </a:defRPr>
            </a:lvl1pPr>
            <a:lvl2pPr>
              <a:buNone/>
              <a:defRPr sz="2400" b="1">
                <a:solidFill>
                  <a:srgbClr val="2876A8"/>
                </a:solidFill>
                <a:latin typeface="Yu Gothic"/>
                <a:ea typeface="Yu Gothic"/>
                <a:cs typeface="Yu Gothic"/>
              </a:defRPr>
            </a:lvl2pPr>
            <a:lvl3pPr>
              <a:buNone/>
              <a:defRPr sz="2400" b="1">
                <a:solidFill>
                  <a:srgbClr val="2876A8"/>
                </a:solidFill>
                <a:latin typeface="Yu Gothic"/>
                <a:ea typeface="Yu Gothic"/>
                <a:cs typeface="Yu Gothic"/>
              </a:defRPr>
            </a:lvl3pPr>
            <a:lvl4pPr>
              <a:buNone/>
              <a:defRPr sz="2400" b="1">
                <a:solidFill>
                  <a:srgbClr val="2876A8"/>
                </a:solidFill>
                <a:latin typeface="Yu Gothic"/>
                <a:ea typeface="Yu Gothic"/>
                <a:cs typeface="Yu Gothic"/>
              </a:defRPr>
            </a:lvl4pPr>
            <a:lvl5pPr>
              <a:buNone/>
              <a:defRPr sz="2400" b="1">
                <a:solidFill>
                  <a:srgbClr val="2876A8"/>
                </a:solidFill>
                <a:latin typeface="Yu Gothic"/>
                <a:ea typeface="Yu Gothic"/>
                <a:cs typeface="Yu Gothic"/>
              </a:defRPr>
            </a:lvl5pPr>
            <a:lvl6pPr>
              <a:buNone/>
              <a:defRPr sz="2400" b="1">
                <a:solidFill>
                  <a:srgbClr val="2876A8"/>
                </a:solidFill>
                <a:latin typeface="Yu Gothic"/>
                <a:ea typeface="Yu Gothic"/>
                <a:cs typeface="Yu Gothic"/>
              </a:defRPr>
            </a:lvl6pPr>
            <a:lvl7pPr>
              <a:buNone/>
              <a:defRPr sz="2400" b="1">
                <a:solidFill>
                  <a:srgbClr val="2876A8"/>
                </a:solidFill>
                <a:latin typeface="Yu Gothic"/>
                <a:ea typeface="Yu Gothic"/>
                <a:cs typeface="Yu Gothic"/>
              </a:defRPr>
            </a:lvl7pPr>
            <a:lvl8pPr>
              <a:buNone/>
              <a:defRPr sz="2400" b="1">
                <a:solidFill>
                  <a:srgbClr val="2876A8"/>
                </a:solidFill>
                <a:latin typeface="Yu Gothic"/>
                <a:ea typeface="Yu Gothic"/>
                <a:cs typeface="Yu Gothic"/>
              </a:defRPr>
            </a:lvl8pPr>
            <a:lvl9pPr>
              <a:buNone/>
              <a:defRPr sz="2400" b="1">
                <a:solidFill>
                  <a:srgbClr val="2876A8"/>
                </a:solidFill>
                <a:latin typeface="Yu Gothic"/>
                <a:ea typeface="Yu Gothic"/>
                <a:cs typeface="Yu Gothic"/>
              </a:defRPr>
            </a:lvl9pPr>
          </a:lstStyle>
          <a:p xmlns:a="http://schemas.openxmlformats.org/drawingml/2006/main">
            <a:pPr>
              <a:buNone/>
              <a:defRPr sz="2400" b="1">
                <a:solidFill>
                  <a:srgbClr val="2876A8"/>
                </a:solidFill>
                <a:latin typeface="Yu Gothic"/>
                <a:ea typeface="Yu Gothic"/>
                <a:cs typeface="Yu Gothic"/>
              </a:defRPr>
            </a:pPr>
            <a:r>
              <a:rPr sz="2400" b="1">
                <a:solidFill>
                  <a:srgbClr val="2876A8"/>
                </a:solidFill>
                <a:latin typeface="Yu Gothic"/>
                <a:ea typeface="Yu Gothic"/>
                <a:cs typeface="Yu Gothic"/>
              </a:rPr>
              <a:t>3</a:t>
            </a:r>
          </a:p>
        </p:txBody>
      </p:sp>
      <p:sp>
        <p:nvSpPr>
          <p:cNvPr id="11" name="">
            <a:extLst xmlns:a="http://schemas.openxmlformats.org/drawingml/2006/main">
              <a:ext uri="{FF2B5EF4-FFF2-40B4-BE49-F238E27FC236}">
                <a16:creationId xmlns:a16="http://schemas.microsoft.com/office/drawing/2014/main" id="{60BFAFA5-AB19-416C-AFA5-027C051024A4}"/>
              </a:ext>
            </a:extLst>
          </p:cNvPr>
          <p:cNvSpPr>
            <a:spLocks xmlns:a="http://schemas.openxmlformats.org/drawingml/2006/main" noGrp="1"/>
          </p:cNvSpPr>
          <p:nvPr/>
        </p:nvSpPr>
        <p:spPr>
          <a:xfrm xmlns:a="http://schemas.openxmlformats.org/drawingml/2006/main">
            <a:off x="1619250" y="361950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自己確認</a:t>
            </a:r>
          </a:p>
        </p:txBody>
      </p:sp>
      <p:sp>
        <p:nvSpPr>
          <p:cNvPr id="12" name="">
            <a:extLst xmlns:a="http://schemas.openxmlformats.org/drawingml/2006/main">
              <a:ext uri="{FF2B5EF4-FFF2-40B4-BE49-F238E27FC236}">
                <a16:creationId xmlns:a16="http://schemas.microsoft.com/office/drawing/2014/main" id="{7EBDB952-AF10-4143-93FF-F620B62A6DA2}"/>
              </a:ext>
            </a:extLst>
          </p:cNvPr>
          <p:cNvSpPr>
            <a:spLocks xmlns:a="http://schemas.openxmlformats.org/drawingml/2006/main" noGrp="1"/>
          </p:cNvSpPr>
          <p:nvPr/>
        </p:nvSpPr>
        <p:spPr>
          <a:xfrm xmlns:a="http://schemas.openxmlformats.org/drawingml/2006/main">
            <a:off x="4286250" y="3619500"/>
            <a:ext cx="709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動画を止め、図・途中式・理由を書く</a:t>
            </a:r>
          </a:p>
        </p:txBody>
      </p:sp>
      <p:sp>
        <p:nvSpPr>
          <p:cNvPr id="13" name="">
            <a:extLst xmlns:a="http://schemas.openxmlformats.org/drawingml/2006/main">
              <a:ext uri="{FF2B5EF4-FFF2-40B4-BE49-F238E27FC236}">
                <a16:creationId xmlns:a16="http://schemas.microsoft.com/office/drawing/2014/main" id="{E6F0D4C9-BCE7-476F-8C25-CB5D136EBDF9}"/>
              </a:ext>
            </a:extLst>
          </p:cNvPr>
          <p:cNvSpPr>
            <a:spLocks xmlns:a="http://schemas.openxmlformats.org/drawingml/2006/main" noGrp="1"/>
          </p:cNvSpPr>
          <p:nvPr/>
        </p:nvSpPr>
        <p:spPr>
          <a:xfrm xmlns:a="http://schemas.openxmlformats.org/drawingml/2006/main">
            <a:off x="809625" y="45720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876A8"/>
                </a:solidFill>
                <a:latin typeface="Yu Gothic"/>
                <a:ea typeface="Yu Gothic"/>
                <a:cs typeface="Yu Gothic"/>
              </a:defRPr>
            </a:defPPr>
            <a:lvl1pPr>
              <a:buNone/>
              <a:defRPr sz="2400" b="1">
                <a:solidFill>
                  <a:srgbClr val="2876A8"/>
                </a:solidFill>
                <a:latin typeface="Yu Gothic"/>
                <a:ea typeface="Yu Gothic"/>
                <a:cs typeface="Yu Gothic"/>
              </a:defRPr>
            </a:lvl1pPr>
            <a:lvl2pPr>
              <a:buNone/>
              <a:defRPr sz="2400" b="1">
                <a:solidFill>
                  <a:srgbClr val="2876A8"/>
                </a:solidFill>
                <a:latin typeface="Yu Gothic"/>
                <a:ea typeface="Yu Gothic"/>
                <a:cs typeface="Yu Gothic"/>
              </a:defRPr>
            </a:lvl2pPr>
            <a:lvl3pPr>
              <a:buNone/>
              <a:defRPr sz="2400" b="1">
                <a:solidFill>
                  <a:srgbClr val="2876A8"/>
                </a:solidFill>
                <a:latin typeface="Yu Gothic"/>
                <a:ea typeface="Yu Gothic"/>
                <a:cs typeface="Yu Gothic"/>
              </a:defRPr>
            </a:lvl3pPr>
            <a:lvl4pPr>
              <a:buNone/>
              <a:defRPr sz="2400" b="1">
                <a:solidFill>
                  <a:srgbClr val="2876A8"/>
                </a:solidFill>
                <a:latin typeface="Yu Gothic"/>
                <a:ea typeface="Yu Gothic"/>
                <a:cs typeface="Yu Gothic"/>
              </a:defRPr>
            </a:lvl4pPr>
            <a:lvl5pPr>
              <a:buNone/>
              <a:defRPr sz="2400" b="1">
                <a:solidFill>
                  <a:srgbClr val="2876A8"/>
                </a:solidFill>
                <a:latin typeface="Yu Gothic"/>
                <a:ea typeface="Yu Gothic"/>
                <a:cs typeface="Yu Gothic"/>
              </a:defRPr>
            </a:lvl5pPr>
            <a:lvl6pPr>
              <a:buNone/>
              <a:defRPr sz="2400" b="1">
                <a:solidFill>
                  <a:srgbClr val="2876A8"/>
                </a:solidFill>
                <a:latin typeface="Yu Gothic"/>
                <a:ea typeface="Yu Gothic"/>
                <a:cs typeface="Yu Gothic"/>
              </a:defRPr>
            </a:lvl6pPr>
            <a:lvl7pPr>
              <a:buNone/>
              <a:defRPr sz="2400" b="1">
                <a:solidFill>
                  <a:srgbClr val="2876A8"/>
                </a:solidFill>
                <a:latin typeface="Yu Gothic"/>
                <a:ea typeface="Yu Gothic"/>
                <a:cs typeface="Yu Gothic"/>
              </a:defRPr>
            </a:lvl7pPr>
            <a:lvl8pPr>
              <a:buNone/>
              <a:defRPr sz="2400" b="1">
                <a:solidFill>
                  <a:srgbClr val="2876A8"/>
                </a:solidFill>
                <a:latin typeface="Yu Gothic"/>
                <a:ea typeface="Yu Gothic"/>
                <a:cs typeface="Yu Gothic"/>
              </a:defRPr>
            </a:lvl8pPr>
            <a:lvl9pPr>
              <a:buNone/>
              <a:defRPr sz="2400" b="1">
                <a:solidFill>
                  <a:srgbClr val="2876A8"/>
                </a:solidFill>
                <a:latin typeface="Yu Gothic"/>
                <a:ea typeface="Yu Gothic"/>
                <a:cs typeface="Yu Gothic"/>
              </a:defRPr>
            </a:lvl9pPr>
          </a:lstStyle>
          <a:p xmlns:a="http://schemas.openxmlformats.org/drawingml/2006/main">
            <a:pPr>
              <a:buNone/>
              <a:defRPr sz="2400" b="1">
                <a:solidFill>
                  <a:srgbClr val="2876A8"/>
                </a:solidFill>
                <a:latin typeface="Yu Gothic"/>
                <a:ea typeface="Yu Gothic"/>
                <a:cs typeface="Yu Gothic"/>
              </a:defRPr>
            </a:pPr>
            <a:r>
              <a:rPr sz="2400" b="1">
                <a:solidFill>
                  <a:srgbClr val="2876A8"/>
                </a:solidFill>
                <a:latin typeface="Yu Gothic"/>
                <a:ea typeface="Yu Gothic"/>
                <a:cs typeface="Yu Gothic"/>
              </a:rPr>
              <a:t>4</a:t>
            </a:r>
          </a:p>
        </p:txBody>
      </p:sp>
      <p:sp>
        <p:nvSpPr>
          <p:cNvPr id="14" name="">
            <a:extLst xmlns:a="http://schemas.openxmlformats.org/drawingml/2006/main">
              <a:ext uri="{FF2B5EF4-FFF2-40B4-BE49-F238E27FC236}">
                <a16:creationId xmlns:a16="http://schemas.microsoft.com/office/drawing/2014/main" id="{13D1EB0A-3AE7-434C-98B9-20AF44FB4BC8}"/>
              </a:ext>
            </a:extLst>
          </p:cNvPr>
          <p:cNvSpPr>
            <a:spLocks xmlns:a="http://schemas.openxmlformats.org/drawingml/2006/main" noGrp="1"/>
          </p:cNvSpPr>
          <p:nvPr/>
        </p:nvSpPr>
        <p:spPr>
          <a:xfrm xmlns:a="http://schemas.openxmlformats.org/drawingml/2006/main">
            <a:off x="1619250" y="457200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buNone/>
              <a:defRPr sz="2325" b="1">
                <a:solidFill>
                  <a:srgbClr val="263D4D"/>
                </a:solidFill>
                <a:latin typeface="Yu Gothic"/>
                <a:ea typeface="Yu Gothic"/>
                <a:cs typeface="Yu Gothic"/>
              </a:defRPr>
            </a:lvl1pPr>
            <a:lvl2pPr>
              <a:buNone/>
              <a:defRPr sz="2325" b="1">
                <a:solidFill>
                  <a:srgbClr val="263D4D"/>
                </a:solidFill>
                <a:latin typeface="Yu Gothic"/>
                <a:ea typeface="Yu Gothic"/>
                <a:cs typeface="Yu Gothic"/>
              </a:defRPr>
            </a:lvl2pPr>
            <a:lvl3pPr>
              <a:buNone/>
              <a:defRPr sz="2325" b="1">
                <a:solidFill>
                  <a:srgbClr val="263D4D"/>
                </a:solidFill>
                <a:latin typeface="Yu Gothic"/>
                <a:ea typeface="Yu Gothic"/>
                <a:cs typeface="Yu Gothic"/>
              </a:defRPr>
            </a:lvl3pPr>
            <a:lvl4pPr>
              <a:buNone/>
              <a:defRPr sz="2325" b="1">
                <a:solidFill>
                  <a:srgbClr val="263D4D"/>
                </a:solidFill>
                <a:latin typeface="Yu Gothic"/>
                <a:ea typeface="Yu Gothic"/>
                <a:cs typeface="Yu Gothic"/>
              </a:defRPr>
            </a:lvl4pPr>
            <a:lvl5pPr>
              <a:buNone/>
              <a:defRPr sz="2325" b="1">
                <a:solidFill>
                  <a:srgbClr val="263D4D"/>
                </a:solidFill>
                <a:latin typeface="Yu Gothic"/>
                <a:ea typeface="Yu Gothic"/>
                <a:cs typeface="Yu Gothic"/>
              </a:defRPr>
            </a:lvl5pPr>
            <a:lvl6pPr>
              <a:buNone/>
              <a:defRPr sz="2325" b="1">
                <a:solidFill>
                  <a:srgbClr val="263D4D"/>
                </a:solidFill>
                <a:latin typeface="Yu Gothic"/>
                <a:ea typeface="Yu Gothic"/>
                <a:cs typeface="Yu Gothic"/>
              </a:defRPr>
            </a:lvl6pPr>
            <a:lvl7pPr>
              <a:buNone/>
              <a:defRPr sz="2325" b="1">
                <a:solidFill>
                  <a:srgbClr val="263D4D"/>
                </a:solidFill>
                <a:latin typeface="Yu Gothic"/>
                <a:ea typeface="Yu Gothic"/>
                <a:cs typeface="Yu Gothic"/>
              </a:defRPr>
            </a:lvl7pPr>
            <a:lvl8pPr>
              <a:buNone/>
              <a:defRPr sz="2325" b="1">
                <a:solidFill>
                  <a:srgbClr val="263D4D"/>
                </a:solidFill>
                <a:latin typeface="Yu Gothic"/>
                <a:ea typeface="Yu Gothic"/>
                <a:cs typeface="Yu Gothic"/>
              </a:defRPr>
            </a:lvl8pPr>
            <a:lvl9pPr>
              <a:buNone/>
              <a:defRPr sz="2325" b="1">
                <a:solidFill>
                  <a:srgbClr val="263D4D"/>
                </a:solidFill>
                <a:latin typeface="Yu Gothic"/>
                <a:ea typeface="Yu Gothic"/>
                <a:cs typeface="Yu Gothic"/>
              </a:defRPr>
            </a:lvl9pPr>
          </a:lstStyle>
          <a:p xmlns:a="http://schemas.openxmlformats.org/drawingml/2006/main">
            <a:pPr>
              <a:buNone/>
              <a:defRPr sz="2325" b="1">
                <a:solidFill>
                  <a:srgbClr val="263D4D"/>
                </a:solidFill>
                <a:latin typeface="Yu Gothic"/>
                <a:ea typeface="Yu Gothic"/>
                <a:cs typeface="Yu Gothic"/>
              </a:defRPr>
            </a:pPr>
            <a:r>
              <a:rPr sz="2325" b="1">
                <a:solidFill>
                  <a:srgbClr val="263D4D"/>
                </a:solidFill>
                <a:latin typeface="Yu Gothic"/>
                <a:ea typeface="Yu Gothic"/>
                <a:cs typeface="Yu Gothic"/>
              </a:rPr>
              <a:t>見直し</a:t>
            </a:r>
          </a:p>
        </p:txBody>
      </p:sp>
      <p:sp>
        <p:nvSpPr>
          <p:cNvPr id="15" name="">
            <a:extLst xmlns:a="http://schemas.openxmlformats.org/drawingml/2006/main">
              <a:ext uri="{FF2B5EF4-FFF2-40B4-BE49-F238E27FC236}">
                <a16:creationId xmlns:a16="http://schemas.microsoft.com/office/drawing/2014/main" id="{91309828-DFB0-48AC-B40F-508400947209}"/>
              </a:ext>
            </a:extLst>
          </p:cNvPr>
          <p:cNvSpPr>
            <a:spLocks xmlns:a="http://schemas.openxmlformats.org/drawingml/2006/main" noGrp="1"/>
          </p:cNvSpPr>
          <p:nvPr/>
        </p:nvSpPr>
        <p:spPr>
          <a:xfrm xmlns:a="http://schemas.openxmlformats.org/drawingml/2006/main">
            <a:off x="4286250" y="4572000"/>
            <a:ext cx="709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buNone/>
              <a:defRPr sz="2175" b="0">
                <a:solidFill>
                  <a:srgbClr val="263D4D"/>
                </a:solidFill>
                <a:latin typeface="Yu Gothic"/>
                <a:ea typeface="Yu Gothic"/>
                <a:cs typeface="Yu Gothic"/>
              </a:defRPr>
            </a:lvl1pPr>
            <a:lvl2pPr>
              <a:buNone/>
              <a:defRPr sz="2175" b="0">
                <a:solidFill>
                  <a:srgbClr val="263D4D"/>
                </a:solidFill>
                <a:latin typeface="Yu Gothic"/>
                <a:ea typeface="Yu Gothic"/>
                <a:cs typeface="Yu Gothic"/>
              </a:defRPr>
            </a:lvl2pPr>
            <a:lvl3pPr>
              <a:buNone/>
              <a:defRPr sz="2175" b="0">
                <a:solidFill>
                  <a:srgbClr val="263D4D"/>
                </a:solidFill>
                <a:latin typeface="Yu Gothic"/>
                <a:ea typeface="Yu Gothic"/>
                <a:cs typeface="Yu Gothic"/>
              </a:defRPr>
            </a:lvl3pPr>
            <a:lvl4pPr>
              <a:buNone/>
              <a:defRPr sz="2175" b="0">
                <a:solidFill>
                  <a:srgbClr val="263D4D"/>
                </a:solidFill>
                <a:latin typeface="Yu Gothic"/>
                <a:ea typeface="Yu Gothic"/>
                <a:cs typeface="Yu Gothic"/>
              </a:defRPr>
            </a:lvl4pPr>
            <a:lvl5pPr>
              <a:buNone/>
              <a:defRPr sz="2175" b="0">
                <a:solidFill>
                  <a:srgbClr val="263D4D"/>
                </a:solidFill>
                <a:latin typeface="Yu Gothic"/>
                <a:ea typeface="Yu Gothic"/>
                <a:cs typeface="Yu Gothic"/>
              </a:defRPr>
            </a:lvl5pPr>
            <a:lvl6pPr>
              <a:buNone/>
              <a:defRPr sz="2175" b="0">
                <a:solidFill>
                  <a:srgbClr val="263D4D"/>
                </a:solidFill>
                <a:latin typeface="Yu Gothic"/>
                <a:ea typeface="Yu Gothic"/>
                <a:cs typeface="Yu Gothic"/>
              </a:defRPr>
            </a:lvl6pPr>
            <a:lvl7pPr>
              <a:buNone/>
              <a:defRPr sz="2175" b="0">
                <a:solidFill>
                  <a:srgbClr val="263D4D"/>
                </a:solidFill>
                <a:latin typeface="Yu Gothic"/>
                <a:ea typeface="Yu Gothic"/>
                <a:cs typeface="Yu Gothic"/>
              </a:defRPr>
            </a:lvl7pPr>
            <a:lvl8pPr>
              <a:buNone/>
              <a:defRPr sz="2175" b="0">
                <a:solidFill>
                  <a:srgbClr val="263D4D"/>
                </a:solidFill>
                <a:latin typeface="Yu Gothic"/>
                <a:ea typeface="Yu Gothic"/>
                <a:cs typeface="Yu Gothic"/>
              </a:defRPr>
            </a:lvl8pPr>
            <a:lvl9pPr>
              <a:buNone/>
              <a:defRPr sz="2175" b="0">
                <a:solidFill>
                  <a:srgbClr val="263D4D"/>
                </a:solidFill>
                <a:latin typeface="Yu Gothic"/>
                <a:ea typeface="Yu Gothic"/>
                <a:cs typeface="Yu Gothic"/>
              </a:defRPr>
            </a:lvl9pPr>
          </a:lstStyle>
          <a:p xmlns:a="http://schemas.openxmlformats.org/drawingml/2006/main">
            <a:pPr>
              <a:buNone/>
              <a:defRPr sz="2175" b="0">
                <a:solidFill>
                  <a:srgbClr val="263D4D"/>
                </a:solidFill>
                <a:latin typeface="Yu Gothic"/>
                <a:ea typeface="Yu Gothic"/>
                <a:cs typeface="Yu Gothic"/>
              </a:defRPr>
            </a:pPr>
            <a:r>
              <a:rPr sz="2175" b="0">
                <a:solidFill>
                  <a:srgbClr val="263D4D"/>
                </a:solidFill>
                <a:latin typeface="Yu Gothic"/>
                <a:ea typeface="Yu Gothic"/>
                <a:cs typeface="Yu Gothic"/>
              </a:rPr>
              <a:t>解説と比べ、不明点を記録して質問する</a:t>
            </a:r>
          </a:p>
        </p:txBody>
      </p:sp>
      <p:sp>
        <p:nvSpPr>
          <p:cNvPr id="16" name="">
            <a:extLst xmlns:a="http://schemas.openxmlformats.org/drawingml/2006/main">
              <a:ext uri="{FF2B5EF4-FFF2-40B4-BE49-F238E27FC236}">
                <a16:creationId xmlns:a16="http://schemas.microsoft.com/office/drawing/2014/main" id="{78B0C731-8E44-4BEE-9141-92A9B4DE90A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考える時間・休憩は「音声なし」と残り時間を表示する。必要に応じて自分で一時停止・再開する。</a:t>
            </a:r>
          </a:p>
        </p:txBody>
      </p:sp>
      <p:sp>
        <p:nvSpPr>
          <p:cNvPr id="17" name="">
            <a:extLst xmlns:a="http://schemas.openxmlformats.org/drawingml/2006/main">
              <a:ext uri="{FF2B5EF4-FFF2-40B4-BE49-F238E27FC236}">
                <a16:creationId xmlns:a16="http://schemas.microsoft.com/office/drawing/2014/main" id="{6D8B8F1F-510D-4C58-AFDC-A8FFC4D9A883}"/>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5 / 38</a:t>
            </a:r>
          </a:p>
        </p:txBody>
      </p:sp>
    </p:spTree>
    <p:extLst>
      <p:ext uri="{BB962C8B-B14F-4D97-AF65-F5344CB8AC3E}">
        <p14:creationId xmlns:p14="http://schemas.microsoft.com/office/powerpoint/2010/main" val="10108528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65D7B2-5BC5-445F-BB88-1CA01ADE73E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本編・参考資料・提出課題</a:t>
            </a:r>
          </a:p>
        </p:txBody>
      </p:sp>
      <p:sp>
        <p:nvSpPr>
          <p:cNvPr id="2" name="">
            <a:extLst xmlns:a="http://schemas.openxmlformats.org/drawingml/2006/main">
              <a:ext uri="{FF2B5EF4-FFF2-40B4-BE49-F238E27FC236}">
                <a16:creationId xmlns:a16="http://schemas.microsoft.com/office/drawing/2014/main" id="{8C45536C-5C34-4D0D-B6E2-4B776EA249D0}"/>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E9BAA45-ED00-4EA7-BB32-F9944A40555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4" name="">
            <a:extLst xmlns:a="http://schemas.openxmlformats.org/drawingml/2006/main">
              <a:ext uri="{FF2B5EF4-FFF2-40B4-BE49-F238E27FC236}">
                <a16:creationId xmlns:a16="http://schemas.microsoft.com/office/drawing/2014/main" id="{D314DB79-8838-4262-9F36-ABB23AE5D88D}"/>
              </a:ext>
            </a:extLst>
          </p:cNvPr>
          <p:cNvSpPr>
            <a:spLocks xmlns:a="http://schemas.openxmlformats.org/drawingml/2006/main" noGrp="1"/>
          </p:cNvSpPr>
          <p:nvPr/>
        </p:nvSpPr>
        <p:spPr>
          <a:xfrm xmlns:a="http://schemas.openxmlformats.org/drawingml/2006/main">
            <a:off x="809625" y="171450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本編</a:t>
            </a:r>
          </a:p>
        </p:txBody>
      </p:sp>
      <p:sp>
        <p:nvSpPr>
          <p:cNvPr id="5" name="">
            <a:extLst xmlns:a="http://schemas.openxmlformats.org/drawingml/2006/main">
              <a:ext uri="{FF2B5EF4-FFF2-40B4-BE49-F238E27FC236}">
                <a16:creationId xmlns:a16="http://schemas.microsoft.com/office/drawing/2014/main" id="{6C1E6B75-A25E-46C3-A3E7-68903761E7C9}"/>
              </a:ext>
            </a:extLst>
          </p:cNvPr>
          <p:cNvSpPr>
            <a:spLocks xmlns:a="http://schemas.openxmlformats.org/drawingml/2006/main" noGrp="1"/>
          </p:cNvSpPr>
          <p:nvPr/>
        </p:nvSpPr>
        <p:spPr>
          <a:xfrm xmlns:a="http://schemas.openxmlformats.org/drawingml/2006/main">
            <a:off x="428625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動画の流れに沿って、問いと解説を学ぶ</a:t>
            </a:r>
          </a:p>
        </p:txBody>
      </p:sp>
      <p:sp>
        <p:nvSpPr>
          <p:cNvPr id="6" name="">
            <a:extLst xmlns:a="http://schemas.openxmlformats.org/drawingml/2006/main">
              <a:ext uri="{FF2B5EF4-FFF2-40B4-BE49-F238E27FC236}">
                <a16:creationId xmlns:a16="http://schemas.microsoft.com/office/drawing/2014/main" id="{BABD9F06-05DF-4B4E-96B3-EAC46E228F5F}"/>
              </a:ext>
            </a:extLst>
          </p:cNvPr>
          <p:cNvSpPr>
            <a:spLocks xmlns:a="http://schemas.openxmlformats.org/drawingml/2006/main" noGrp="1"/>
          </p:cNvSpPr>
          <p:nvPr/>
        </p:nvSpPr>
        <p:spPr>
          <a:xfrm xmlns:a="http://schemas.openxmlformats.org/drawingml/2006/main">
            <a:off x="809625" y="3048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任意参考</a:t>
            </a:r>
          </a:p>
        </p:txBody>
      </p:sp>
      <p:sp>
        <p:nvSpPr>
          <p:cNvPr id="7" name="">
            <a:extLst xmlns:a="http://schemas.openxmlformats.org/drawingml/2006/main">
              <a:ext uri="{FF2B5EF4-FFF2-40B4-BE49-F238E27FC236}">
                <a16:creationId xmlns:a16="http://schemas.microsoft.com/office/drawing/2014/main" id="{D322B941-4BD3-4E66-9600-6148B701B4A8}"/>
              </a:ext>
            </a:extLst>
          </p:cNvPr>
          <p:cNvSpPr>
            <a:spLocks xmlns:a="http://schemas.openxmlformats.org/drawingml/2006/main" noGrp="1"/>
          </p:cNvSpPr>
          <p:nvPr/>
        </p:nvSpPr>
        <p:spPr>
          <a:xfrm xmlns:a="http://schemas.openxmlformats.org/drawingml/2006/main">
            <a:off x="4286250" y="2905125"/>
            <a:ext cx="709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スライド末尾や配布資料の補足を、必要に応じて読む</a:t>
            </a:r>
          </a:p>
        </p:txBody>
      </p:sp>
      <p:sp>
        <p:nvSpPr>
          <p:cNvPr id="8" name="">
            <a:extLst xmlns:a="http://schemas.openxmlformats.org/drawingml/2006/main">
              <a:ext uri="{FF2B5EF4-FFF2-40B4-BE49-F238E27FC236}">
                <a16:creationId xmlns:a16="http://schemas.microsoft.com/office/drawing/2014/main" id="{F006AD34-72AE-4D73-B6AE-5C8A209814DC}"/>
              </a:ext>
            </a:extLst>
          </p:cNvPr>
          <p:cNvSpPr>
            <a:spLocks xmlns:a="http://schemas.openxmlformats.org/drawingml/2006/main" noGrp="1"/>
          </p:cNvSpPr>
          <p:nvPr/>
        </p:nvSpPr>
        <p:spPr>
          <a:xfrm xmlns:a="http://schemas.openxmlformats.org/drawingml/2006/main">
            <a:off x="809625" y="44291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63D4D"/>
                </a:solidFill>
                <a:latin typeface="Yu Gothic"/>
                <a:ea typeface="Yu Gothic"/>
                <a:cs typeface="Yu Gothic"/>
              </a:defRPr>
            </a:defPPr>
            <a:lvl1pPr>
              <a:buNone/>
              <a:defRPr sz="2400" b="1">
                <a:solidFill>
                  <a:srgbClr val="263D4D"/>
                </a:solidFill>
                <a:latin typeface="Yu Gothic"/>
                <a:ea typeface="Yu Gothic"/>
                <a:cs typeface="Yu Gothic"/>
              </a:defRPr>
            </a:lvl1pPr>
            <a:lvl2pPr>
              <a:buNone/>
              <a:defRPr sz="2400" b="1">
                <a:solidFill>
                  <a:srgbClr val="263D4D"/>
                </a:solidFill>
                <a:latin typeface="Yu Gothic"/>
                <a:ea typeface="Yu Gothic"/>
                <a:cs typeface="Yu Gothic"/>
              </a:defRPr>
            </a:lvl2pPr>
            <a:lvl3pPr>
              <a:buNone/>
              <a:defRPr sz="2400" b="1">
                <a:solidFill>
                  <a:srgbClr val="263D4D"/>
                </a:solidFill>
                <a:latin typeface="Yu Gothic"/>
                <a:ea typeface="Yu Gothic"/>
                <a:cs typeface="Yu Gothic"/>
              </a:defRPr>
            </a:lvl3pPr>
            <a:lvl4pPr>
              <a:buNone/>
              <a:defRPr sz="2400" b="1">
                <a:solidFill>
                  <a:srgbClr val="263D4D"/>
                </a:solidFill>
                <a:latin typeface="Yu Gothic"/>
                <a:ea typeface="Yu Gothic"/>
                <a:cs typeface="Yu Gothic"/>
              </a:defRPr>
            </a:lvl4pPr>
            <a:lvl5pPr>
              <a:buNone/>
              <a:defRPr sz="2400" b="1">
                <a:solidFill>
                  <a:srgbClr val="263D4D"/>
                </a:solidFill>
                <a:latin typeface="Yu Gothic"/>
                <a:ea typeface="Yu Gothic"/>
                <a:cs typeface="Yu Gothic"/>
              </a:defRPr>
            </a:lvl5pPr>
            <a:lvl6pPr>
              <a:buNone/>
              <a:defRPr sz="2400" b="1">
                <a:solidFill>
                  <a:srgbClr val="263D4D"/>
                </a:solidFill>
                <a:latin typeface="Yu Gothic"/>
                <a:ea typeface="Yu Gothic"/>
                <a:cs typeface="Yu Gothic"/>
              </a:defRPr>
            </a:lvl6pPr>
            <a:lvl7pPr>
              <a:buNone/>
              <a:defRPr sz="2400" b="1">
                <a:solidFill>
                  <a:srgbClr val="263D4D"/>
                </a:solidFill>
                <a:latin typeface="Yu Gothic"/>
                <a:ea typeface="Yu Gothic"/>
                <a:cs typeface="Yu Gothic"/>
              </a:defRPr>
            </a:lvl7pPr>
            <a:lvl8pPr>
              <a:buNone/>
              <a:defRPr sz="2400" b="1">
                <a:solidFill>
                  <a:srgbClr val="263D4D"/>
                </a:solidFill>
                <a:latin typeface="Yu Gothic"/>
                <a:ea typeface="Yu Gothic"/>
                <a:cs typeface="Yu Gothic"/>
              </a:defRPr>
            </a:lvl8pPr>
            <a:lvl9pPr>
              <a:buNone/>
              <a:defRPr sz="2400" b="1">
                <a:solidFill>
                  <a:srgbClr val="263D4D"/>
                </a:solidFill>
                <a:latin typeface="Yu Gothic"/>
                <a:ea typeface="Yu Gothic"/>
                <a:cs typeface="Yu Gothic"/>
              </a:defRPr>
            </a:lvl9pPr>
          </a:lstStyle>
          <a:p xmlns:a="http://schemas.openxmlformats.org/drawingml/2006/main">
            <a:pPr>
              <a:buNone/>
              <a:defRPr sz="2400" b="1">
                <a:solidFill>
                  <a:srgbClr val="263D4D"/>
                </a:solidFill>
                <a:latin typeface="Yu Gothic"/>
                <a:ea typeface="Yu Gothic"/>
                <a:cs typeface="Yu Gothic"/>
              </a:defRPr>
            </a:pPr>
            <a:r>
              <a:rPr sz="2400" b="1">
                <a:solidFill>
                  <a:srgbClr val="263D4D"/>
                </a:solidFill>
                <a:latin typeface="Yu Gothic"/>
                <a:ea typeface="Yu Gothic"/>
                <a:cs typeface="Yu Gothic"/>
              </a:rPr>
              <a:t>提出課題</a:t>
            </a:r>
          </a:p>
        </p:txBody>
      </p:sp>
      <p:sp>
        <p:nvSpPr>
          <p:cNvPr id="9" name="">
            <a:extLst xmlns:a="http://schemas.openxmlformats.org/drawingml/2006/main">
              <a:ext uri="{FF2B5EF4-FFF2-40B4-BE49-F238E27FC236}">
                <a16:creationId xmlns:a16="http://schemas.microsoft.com/office/drawing/2014/main" id="{1D816642-CC63-4B75-ADE2-D2B1D02F7AB4}"/>
              </a:ext>
            </a:extLst>
          </p:cNvPr>
          <p:cNvSpPr>
            <a:spLocks xmlns:a="http://schemas.openxmlformats.org/drawingml/2006/main" noGrp="1"/>
          </p:cNvSpPr>
          <p:nvPr/>
        </p:nvSpPr>
        <p:spPr>
          <a:xfrm xmlns:a="http://schemas.openxmlformats.org/drawingml/2006/main">
            <a:off x="4286250" y="4286250"/>
            <a:ext cx="7096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buNone/>
              <a:defRPr sz="2250" b="0">
                <a:solidFill>
                  <a:srgbClr val="263D4D"/>
                </a:solidFill>
                <a:latin typeface="Yu Gothic"/>
                <a:ea typeface="Yu Gothic"/>
                <a:cs typeface="Yu Gothic"/>
              </a:defRPr>
            </a:lvl1pPr>
            <a:lvl2pPr>
              <a:buNone/>
              <a:defRPr sz="2250" b="0">
                <a:solidFill>
                  <a:srgbClr val="263D4D"/>
                </a:solidFill>
                <a:latin typeface="Yu Gothic"/>
                <a:ea typeface="Yu Gothic"/>
                <a:cs typeface="Yu Gothic"/>
              </a:defRPr>
            </a:lvl2pPr>
            <a:lvl3pPr>
              <a:buNone/>
              <a:defRPr sz="2250" b="0">
                <a:solidFill>
                  <a:srgbClr val="263D4D"/>
                </a:solidFill>
                <a:latin typeface="Yu Gothic"/>
                <a:ea typeface="Yu Gothic"/>
                <a:cs typeface="Yu Gothic"/>
              </a:defRPr>
            </a:lvl3pPr>
            <a:lvl4pPr>
              <a:buNone/>
              <a:defRPr sz="2250" b="0">
                <a:solidFill>
                  <a:srgbClr val="263D4D"/>
                </a:solidFill>
                <a:latin typeface="Yu Gothic"/>
                <a:ea typeface="Yu Gothic"/>
                <a:cs typeface="Yu Gothic"/>
              </a:defRPr>
            </a:lvl4pPr>
            <a:lvl5pPr>
              <a:buNone/>
              <a:defRPr sz="2250" b="0">
                <a:solidFill>
                  <a:srgbClr val="263D4D"/>
                </a:solidFill>
                <a:latin typeface="Yu Gothic"/>
                <a:ea typeface="Yu Gothic"/>
                <a:cs typeface="Yu Gothic"/>
              </a:defRPr>
            </a:lvl5pPr>
            <a:lvl6pPr>
              <a:buNone/>
              <a:defRPr sz="2250" b="0">
                <a:solidFill>
                  <a:srgbClr val="263D4D"/>
                </a:solidFill>
                <a:latin typeface="Yu Gothic"/>
                <a:ea typeface="Yu Gothic"/>
                <a:cs typeface="Yu Gothic"/>
              </a:defRPr>
            </a:lvl6pPr>
            <a:lvl7pPr>
              <a:buNone/>
              <a:defRPr sz="2250" b="0">
                <a:solidFill>
                  <a:srgbClr val="263D4D"/>
                </a:solidFill>
                <a:latin typeface="Yu Gothic"/>
                <a:ea typeface="Yu Gothic"/>
                <a:cs typeface="Yu Gothic"/>
              </a:defRPr>
            </a:lvl7pPr>
            <a:lvl8pPr>
              <a:buNone/>
              <a:defRPr sz="2250" b="0">
                <a:solidFill>
                  <a:srgbClr val="263D4D"/>
                </a:solidFill>
                <a:latin typeface="Yu Gothic"/>
                <a:ea typeface="Yu Gothic"/>
                <a:cs typeface="Yu Gothic"/>
              </a:defRPr>
            </a:lvl8pPr>
            <a:lvl9pPr>
              <a:buNone/>
              <a:defRPr sz="2250" b="0">
                <a:solidFill>
                  <a:srgbClr val="263D4D"/>
                </a:solidFill>
                <a:latin typeface="Yu Gothic"/>
                <a:ea typeface="Yu Gothic"/>
                <a:cs typeface="Yu Gothic"/>
              </a:defRPr>
            </a:lvl9pPr>
          </a:lstStyle>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正式な設問・締切・提出方法は、</a:t>
            </a:r>
          </a:p>
          <a:p xmlns:a="http://schemas.openxmlformats.org/drawingml/2006/main">
            <a:pPr>
              <a:buNone/>
              <a:defRPr sz="2250" b="0">
                <a:solidFill>
                  <a:srgbClr val="263D4D"/>
                </a:solidFill>
                <a:latin typeface="Yu Gothic"/>
                <a:ea typeface="Yu Gothic"/>
                <a:cs typeface="Yu Gothic"/>
              </a:defRPr>
            </a:pPr>
            <a:r>
              <a:rPr sz="2250" b="0">
                <a:solidFill>
                  <a:srgbClr val="263D4D"/>
                </a:solidFill>
                <a:latin typeface="Yu Gothic"/>
                <a:ea typeface="Yu Gothic"/>
                <a:cs typeface="Yu Gothic"/>
              </a:rPr>
              <a:t>授業の指示で確認する</a:t>
            </a:r>
          </a:p>
        </p:txBody>
      </p:sp>
      <p:sp>
        <p:nvSpPr>
          <p:cNvPr id="10" name="">
            <a:extLst xmlns:a="http://schemas.openxmlformats.org/drawingml/2006/main">
              <a:ext uri="{FF2B5EF4-FFF2-40B4-BE49-F238E27FC236}">
                <a16:creationId xmlns:a16="http://schemas.microsoft.com/office/drawing/2014/main" id="{7F4F860B-886D-4806-9E25-2A88EB1AE50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動画の再生時間と、停止して考えたり記録したりする時間を合わせて学ぶ。自己確認と提出課題を区別する。</a:t>
            </a:r>
          </a:p>
        </p:txBody>
      </p:sp>
      <p:sp>
        <p:nvSpPr>
          <p:cNvPr id="11" name="">
            <a:extLst xmlns:a="http://schemas.openxmlformats.org/drawingml/2006/main">
              <a:ext uri="{FF2B5EF4-FFF2-40B4-BE49-F238E27FC236}">
                <a16:creationId xmlns:a16="http://schemas.microsoft.com/office/drawing/2014/main" id="{062A233A-E8B9-4395-93C8-E53350EDE6D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6 / 38</a:t>
            </a:r>
          </a:p>
        </p:txBody>
      </p:sp>
    </p:spTree>
    <p:extLst>
      <p:ext uri="{BB962C8B-B14F-4D97-AF65-F5344CB8AC3E}">
        <p14:creationId xmlns:p14="http://schemas.microsoft.com/office/powerpoint/2010/main" val="744863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51D36A-1A9C-4EAB-B579-37CBCAC59B6B}"/>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最初の問い：何を確かめますか</a:t>
            </a:r>
          </a:p>
        </p:txBody>
      </p:sp>
      <p:sp>
        <p:nvSpPr>
          <p:cNvPr id="2" name="">
            <a:extLst xmlns:a="http://schemas.openxmlformats.org/drawingml/2006/main">
              <a:ext uri="{FF2B5EF4-FFF2-40B4-BE49-F238E27FC236}">
                <a16:creationId xmlns:a16="http://schemas.microsoft.com/office/drawing/2014/main" id="{2212551C-6EB6-45EC-88AC-C219E9AABA6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58B2EA8-19E8-44C6-B3FA-492FF3837F6F}"/>
              </a:ext>
            </a:extLst>
          </p:cNvPr>
          <p:cNvSpPr>
            <a:spLocks xmlns:a="http://schemas.openxmlformats.org/drawingml/2006/main" noGrp="1"/>
          </p:cNvSpPr>
          <p:nvPr/>
        </p:nvSpPr>
        <p:spPr>
          <a:xfrm xmlns:a="http://schemas.openxmlformats.org/drawingml/2006/main">
            <a:off x="904875" y="17621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43845"/>
                </a:solidFill>
                <a:latin typeface="Yu Gothic"/>
                <a:ea typeface="Yu Gothic"/>
                <a:cs typeface="Yu Gothic"/>
              </a:defRPr>
            </a:defPPr>
            <a:lvl1pPr>
              <a:buNone/>
              <a:defRPr sz="2400" b="1">
                <a:solidFill>
                  <a:srgbClr val="243845"/>
                </a:solidFill>
                <a:latin typeface="Yu Gothic"/>
                <a:ea typeface="Yu Gothic"/>
                <a:cs typeface="Yu Gothic"/>
              </a:defRPr>
            </a:lvl1pPr>
            <a:lvl2pPr>
              <a:buNone/>
              <a:defRPr sz="2400" b="1">
                <a:solidFill>
                  <a:srgbClr val="243845"/>
                </a:solidFill>
                <a:latin typeface="Yu Gothic"/>
                <a:ea typeface="Yu Gothic"/>
                <a:cs typeface="Yu Gothic"/>
              </a:defRPr>
            </a:lvl2pPr>
            <a:lvl3pPr>
              <a:buNone/>
              <a:defRPr sz="2400" b="1">
                <a:solidFill>
                  <a:srgbClr val="243845"/>
                </a:solidFill>
                <a:latin typeface="Yu Gothic"/>
                <a:ea typeface="Yu Gothic"/>
                <a:cs typeface="Yu Gothic"/>
              </a:defRPr>
            </a:lvl3pPr>
            <a:lvl4pPr>
              <a:buNone/>
              <a:defRPr sz="2400" b="1">
                <a:solidFill>
                  <a:srgbClr val="243845"/>
                </a:solidFill>
                <a:latin typeface="Yu Gothic"/>
                <a:ea typeface="Yu Gothic"/>
                <a:cs typeface="Yu Gothic"/>
              </a:defRPr>
            </a:lvl4pPr>
            <a:lvl5pPr>
              <a:buNone/>
              <a:defRPr sz="2400" b="1">
                <a:solidFill>
                  <a:srgbClr val="243845"/>
                </a:solidFill>
                <a:latin typeface="Yu Gothic"/>
                <a:ea typeface="Yu Gothic"/>
                <a:cs typeface="Yu Gothic"/>
              </a:defRPr>
            </a:lvl5pPr>
            <a:lvl6pPr>
              <a:buNone/>
              <a:defRPr sz="2400" b="1">
                <a:solidFill>
                  <a:srgbClr val="243845"/>
                </a:solidFill>
                <a:latin typeface="Yu Gothic"/>
                <a:ea typeface="Yu Gothic"/>
                <a:cs typeface="Yu Gothic"/>
              </a:defRPr>
            </a:lvl6pPr>
            <a:lvl7pPr>
              <a:buNone/>
              <a:defRPr sz="2400" b="1">
                <a:solidFill>
                  <a:srgbClr val="243845"/>
                </a:solidFill>
                <a:latin typeface="Yu Gothic"/>
                <a:ea typeface="Yu Gothic"/>
                <a:cs typeface="Yu Gothic"/>
              </a:defRPr>
            </a:lvl7pPr>
            <a:lvl8pPr>
              <a:buNone/>
              <a:defRPr sz="2400" b="1">
                <a:solidFill>
                  <a:srgbClr val="243845"/>
                </a:solidFill>
                <a:latin typeface="Yu Gothic"/>
                <a:ea typeface="Yu Gothic"/>
                <a:cs typeface="Yu Gothic"/>
              </a:defRPr>
            </a:lvl8pPr>
            <a:lvl9pPr>
              <a:buNone/>
              <a:defRPr sz="2400" b="1">
                <a:solidFill>
                  <a:srgbClr val="243845"/>
                </a:solidFill>
                <a:latin typeface="Yu Gothic"/>
                <a:ea typeface="Yu Gothic"/>
                <a:cs typeface="Yu Gothic"/>
              </a:defRPr>
            </a:lvl9pPr>
          </a:lstStyle>
          <a:p xmlns:a="http://schemas.openxmlformats.org/drawingml/2006/main">
            <a:pPr>
              <a:buNone/>
              <a:defRPr sz="2400" b="1">
                <a:solidFill>
                  <a:srgbClr val="243845"/>
                </a:solidFill>
                <a:latin typeface="Yu Gothic"/>
                <a:ea typeface="Yu Gothic"/>
                <a:cs typeface="Yu Gothic"/>
              </a:defRPr>
            </a:pPr>
            <a:r>
              <a:rPr sz="2400" b="1">
                <a:solidFill>
                  <a:srgbClr val="243845"/>
                </a:solidFill>
                <a:latin typeface="Yu Gothic"/>
                <a:ea typeface="Yu Gothic"/>
                <a:cs typeface="Yu Gothic"/>
              </a:rPr>
              <a:t>教室の棚板を作る</a:t>
            </a:r>
          </a:p>
        </p:txBody>
      </p:sp>
      <p:sp>
        <p:nvSpPr>
          <p:cNvPr id="4" name="">
            <a:extLst xmlns:a="http://schemas.openxmlformats.org/drawingml/2006/main">
              <a:ext uri="{FF2B5EF4-FFF2-40B4-BE49-F238E27FC236}">
                <a16:creationId xmlns:a16="http://schemas.microsoft.com/office/drawing/2014/main" id="{FA6F2DD5-BEEF-4A00-9B84-C9E832B2E791}"/>
              </a:ext>
            </a:extLst>
          </p:cNvPr>
          <p:cNvSpPr>
            <a:spLocks xmlns:a="http://schemas.openxmlformats.org/drawingml/2006/main" noGrp="1"/>
          </p:cNvSpPr>
          <p:nvPr/>
        </p:nvSpPr>
        <p:spPr>
          <a:xfrm xmlns:a="http://schemas.openxmlformats.org/drawingml/2006/main">
            <a:off x="904875" y="26384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43845"/>
                </a:solidFill>
                <a:latin typeface="Yu Gothic"/>
                <a:ea typeface="Yu Gothic"/>
                <a:cs typeface="Yu Gothic"/>
              </a:defRPr>
            </a:defPPr>
            <a:lvl1pPr>
              <a:buNone/>
              <a:defRPr sz="2400" b="0">
                <a:solidFill>
                  <a:srgbClr val="243845"/>
                </a:solidFill>
                <a:latin typeface="Yu Gothic"/>
                <a:ea typeface="Yu Gothic"/>
                <a:cs typeface="Yu Gothic"/>
              </a:defRPr>
            </a:lvl1pPr>
            <a:lvl2pPr>
              <a:buNone/>
              <a:defRPr sz="2400" b="0">
                <a:solidFill>
                  <a:srgbClr val="243845"/>
                </a:solidFill>
                <a:latin typeface="Yu Gothic"/>
                <a:ea typeface="Yu Gothic"/>
                <a:cs typeface="Yu Gothic"/>
              </a:defRPr>
            </a:lvl2pPr>
            <a:lvl3pPr>
              <a:buNone/>
              <a:defRPr sz="2400" b="0">
                <a:solidFill>
                  <a:srgbClr val="243845"/>
                </a:solidFill>
                <a:latin typeface="Yu Gothic"/>
                <a:ea typeface="Yu Gothic"/>
                <a:cs typeface="Yu Gothic"/>
              </a:defRPr>
            </a:lvl3pPr>
            <a:lvl4pPr>
              <a:buNone/>
              <a:defRPr sz="2400" b="0">
                <a:solidFill>
                  <a:srgbClr val="243845"/>
                </a:solidFill>
                <a:latin typeface="Yu Gothic"/>
                <a:ea typeface="Yu Gothic"/>
                <a:cs typeface="Yu Gothic"/>
              </a:defRPr>
            </a:lvl4pPr>
            <a:lvl5pPr>
              <a:buNone/>
              <a:defRPr sz="2400" b="0">
                <a:solidFill>
                  <a:srgbClr val="243845"/>
                </a:solidFill>
                <a:latin typeface="Yu Gothic"/>
                <a:ea typeface="Yu Gothic"/>
                <a:cs typeface="Yu Gothic"/>
              </a:defRPr>
            </a:lvl5pPr>
            <a:lvl6pPr>
              <a:buNone/>
              <a:defRPr sz="2400" b="0">
                <a:solidFill>
                  <a:srgbClr val="243845"/>
                </a:solidFill>
                <a:latin typeface="Yu Gothic"/>
                <a:ea typeface="Yu Gothic"/>
                <a:cs typeface="Yu Gothic"/>
              </a:defRPr>
            </a:lvl6pPr>
            <a:lvl7pPr>
              <a:buNone/>
              <a:defRPr sz="2400" b="0">
                <a:solidFill>
                  <a:srgbClr val="243845"/>
                </a:solidFill>
                <a:latin typeface="Yu Gothic"/>
                <a:ea typeface="Yu Gothic"/>
                <a:cs typeface="Yu Gothic"/>
              </a:defRPr>
            </a:lvl7pPr>
            <a:lvl8pPr>
              <a:buNone/>
              <a:defRPr sz="2400" b="0">
                <a:solidFill>
                  <a:srgbClr val="243845"/>
                </a:solidFill>
                <a:latin typeface="Yu Gothic"/>
                <a:ea typeface="Yu Gothic"/>
                <a:cs typeface="Yu Gothic"/>
              </a:defRPr>
            </a:lvl8pPr>
            <a:lvl9pPr>
              <a:buNone/>
              <a:defRPr sz="2400" b="0">
                <a:solidFill>
                  <a:srgbClr val="243845"/>
                </a:solidFill>
                <a:latin typeface="Yu Gothic"/>
                <a:ea typeface="Yu Gothic"/>
                <a:cs typeface="Yu Gothic"/>
              </a:defRPr>
            </a:lvl9pPr>
          </a:lstStyle>
          <a:p xmlns:a="http://schemas.openxmlformats.org/drawingml/2006/main">
            <a:pPr>
              <a:buNone/>
              <a:defRPr sz="2400" b="0">
                <a:solidFill>
                  <a:srgbClr val="243845"/>
                </a:solidFill>
                <a:latin typeface="Yu Gothic"/>
                <a:ea typeface="Yu Gothic"/>
                <a:cs typeface="Yu Gothic"/>
              </a:defRPr>
            </a:pPr>
            <a:r>
              <a:rPr sz="2400" b="0">
                <a:solidFill>
                  <a:srgbClr val="243845"/>
                </a:solidFill>
                <a:latin typeface="Yu Gothic"/>
                <a:ea typeface="Yu Gothic"/>
                <a:cs typeface="Yu Gothic"/>
              </a:rPr>
              <a:t>候補：木材・プラスチック・金属</a:t>
            </a:r>
          </a:p>
        </p:txBody>
      </p:sp>
      <p:sp>
        <p:nvSpPr>
          <p:cNvPr id="5" name="">
            <a:extLst xmlns:a="http://schemas.openxmlformats.org/drawingml/2006/main">
              <a:ext uri="{FF2B5EF4-FFF2-40B4-BE49-F238E27FC236}">
                <a16:creationId xmlns:a16="http://schemas.microsoft.com/office/drawing/2014/main" id="{5B0B61B1-5477-43D3-8360-ABFB1F9E7461}"/>
              </a:ext>
            </a:extLst>
          </p:cNvPr>
          <p:cNvSpPr>
            <a:spLocks xmlns:a="http://schemas.openxmlformats.org/drawingml/2006/main" noGrp="1"/>
          </p:cNvSpPr>
          <p:nvPr/>
        </p:nvSpPr>
        <p:spPr>
          <a:xfrm xmlns:a="http://schemas.openxmlformats.org/drawingml/2006/main">
            <a:off x="904875" y="35147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43845"/>
                </a:solidFill>
                <a:latin typeface="Yu Gothic"/>
                <a:ea typeface="Yu Gothic"/>
                <a:cs typeface="Yu Gothic"/>
              </a:defRPr>
            </a:defPPr>
            <a:lvl1pPr>
              <a:buNone/>
              <a:defRPr sz="2400" b="0">
                <a:solidFill>
                  <a:srgbClr val="243845"/>
                </a:solidFill>
                <a:latin typeface="Yu Gothic"/>
                <a:ea typeface="Yu Gothic"/>
                <a:cs typeface="Yu Gothic"/>
              </a:defRPr>
            </a:lvl1pPr>
            <a:lvl2pPr>
              <a:buNone/>
              <a:defRPr sz="2400" b="0">
                <a:solidFill>
                  <a:srgbClr val="243845"/>
                </a:solidFill>
                <a:latin typeface="Yu Gothic"/>
                <a:ea typeface="Yu Gothic"/>
                <a:cs typeface="Yu Gothic"/>
              </a:defRPr>
            </a:lvl2pPr>
            <a:lvl3pPr>
              <a:buNone/>
              <a:defRPr sz="2400" b="0">
                <a:solidFill>
                  <a:srgbClr val="243845"/>
                </a:solidFill>
                <a:latin typeface="Yu Gothic"/>
                <a:ea typeface="Yu Gothic"/>
                <a:cs typeface="Yu Gothic"/>
              </a:defRPr>
            </a:lvl3pPr>
            <a:lvl4pPr>
              <a:buNone/>
              <a:defRPr sz="2400" b="0">
                <a:solidFill>
                  <a:srgbClr val="243845"/>
                </a:solidFill>
                <a:latin typeface="Yu Gothic"/>
                <a:ea typeface="Yu Gothic"/>
                <a:cs typeface="Yu Gothic"/>
              </a:defRPr>
            </a:lvl4pPr>
            <a:lvl5pPr>
              <a:buNone/>
              <a:defRPr sz="2400" b="0">
                <a:solidFill>
                  <a:srgbClr val="243845"/>
                </a:solidFill>
                <a:latin typeface="Yu Gothic"/>
                <a:ea typeface="Yu Gothic"/>
                <a:cs typeface="Yu Gothic"/>
              </a:defRPr>
            </a:lvl5pPr>
            <a:lvl6pPr>
              <a:buNone/>
              <a:defRPr sz="2400" b="0">
                <a:solidFill>
                  <a:srgbClr val="243845"/>
                </a:solidFill>
                <a:latin typeface="Yu Gothic"/>
                <a:ea typeface="Yu Gothic"/>
                <a:cs typeface="Yu Gothic"/>
              </a:defRPr>
            </a:lvl6pPr>
            <a:lvl7pPr>
              <a:buNone/>
              <a:defRPr sz="2400" b="0">
                <a:solidFill>
                  <a:srgbClr val="243845"/>
                </a:solidFill>
                <a:latin typeface="Yu Gothic"/>
                <a:ea typeface="Yu Gothic"/>
                <a:cs typeface="Yu Gothic"/>
              </a:defRPr>
            </a:lvl7pPr>
            <a:lvl8pPr>
              <a:buNone/>
              <a:defRPr sz="2400" b="0">
                <a:solidFill>
                  <a:srgbClr val="243845"/>
                </a:solidFill>
                <a:latin typeface="Yu Gothic"/>
                <a:ea typeface="Yu Gothic"/>
                <a:cs typeface="Yu Gothic"/>
              </a:defRPr>
            </a:lvl8pPr>
            <a:lvl9pPr>
              <a:buNone/>
              <a:defRPr sz="2400" b="0">
                <a:solidFill>
                  <a:srgbClr val="243845"/>
                </a:solidFill>
                <a:latin typeface="Yu Gothic"/>
                <a:ea typeface="Yu Gothic"/>
                <a:cs typeface="Yu Gothic"/>
              </a:defRPr>
            </a:lvl9pPr>
          </a:lstStyle>
          <a:p xmlns:a="http://schemas.openxmlformats.org/drawingml/2006/main">
            <a:pPr>
              <a:buNone/>
              <a:defRPr sz="2400" b="0">
                <a:solidFill>
                  <a:srgbClr val="243845"/>
                </a:solidFill>
                <a:latin typeface="Yu Gothic"/>
                <a:ea typeface="Yu Gothic"/>
                <a:cs typeface="Yu Gothic"/>
              </a:defRPr>
            </a:pPr>
            <a:r>
              <a:rPr sz="2400" b="0">
                <a:solidFill>
                  <a:srgbClr val="243845"/>
                </a:solidFill>
                <a:latin typeface="Yu Gothic"/>
                <a:ea typeface="Yu Gothic"/>
                <a:cs typeface="Yu Gothic"/>
              </a:rPr>
              <a:t>選ぶ前に確かめたいことを三つ書く</a:t>
            </a:r>
          </a:p>
        </p:txBody>
      </p:sp>
      <p:sp>
        <p:nvSpPr>
          <p:cNvPr id="6" name="">
            <a:extLst xmlns:a="http://schemas.openxmlformats.org/drawingml/2006/main">
              <a:ext uri="{FF2B5EF4-FFF2-40B4-BE49-F238E27FC236}">
                <a16:creationId xmlns:a16="http://schemas.microsoft.com/office/drawing/2014/main" id="{3D98D92F-8D1E-49AE-8DBE-8950D7B6B6E2}"/>
              </a:ext>
            </a:extLst>
          </p:cNvPr>
          <p:cNvSpPr>
            <a:spLocks xmlns:a="http://schemas.openxmlformats.org/drawingml/2006/main" noGrp="1"/>
          </p:cNvSpPr>
          <p:nvPr/>
        </p:nvSpPr>
        <p:spPr>
          <a:xfrm xmlns:a="http://schemas.openxmlformats.org/drawingml/2006/main">
            <a:off x="904875"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337568"/>
                </a:solidFill>
                <a:latin typeface="Yu Gothic"/>
                <a:ea typeface="Yu Gothic"/>
                <a:cs typeface="Yu Gothic"/>
              </a:defRPr>
            </a:defPPr>
            <a:lvl1pPr>
              <a:buNone/>
              <a:defRPr sz="1800" b="1">
                <a:solidFill>
                  <a:srgbClr val="337568"/>
                </a:solidFill>
                <a:latin typeface="Yu Gothic"/>
                <a:ea typeface="Yu Gothic"/>
                <a:cs typeface="Yu Gothic"/>
              </a:defRPr>
            </a:lvl1pPr>
            <a:lvl2pPr>
              <a:buNone/>
              <a:defRPr sz="1800" b="1">
                <a:solidFill>
                  <a:srgbClr val="337568"/>
                </a:solidFill>
                <a:latin typeface="Yu Gothic"/>
                <a:ea typeface="Yu Gothic"/>
                <a:cs typeface="Yu Gothic"/>
              </a:defRPr>
            </a:lvl2pPr>
            <a:lvl3pPr>
              <a:buNone/>
              <a:defRPr sz="1800" b="1">
                <a:solidFill>
                  <a:srgbClr val="337568"/>
                </a:solidFill>
                <a:latin typeface="Yu Gothic"/>
                <a:ea typeface="Yu Gothic"/>
                <a:cs typeface="Yu Gothic"/>
              </a:defRPr>
            </a:lvl3pPr>
            <a:lvl4pPr>
              <a:buNone/>
              <a:defRPr sz="1800" b="1">
                <a:solidFill>
                  <a:srgbClr val="337568"/>
                </a:solidFill>
                <a:latin typeface="Yu Gothic"/>
                <a:ea typeface="Yu Gothic"/>
                <a:cs typeface="Yu Gothic"/>
              </a:defRPr>
            </a:lvl4pPr>
            <a:lvl5pPr>
              <a:buNone/>
              <a:defRPr sz="1800" b="1">
                <a:solidFill>
                  <a:srgbClr val="337568"/>
                </a:solidFill>
                <a:latin typeface="Yu Gothic"/>
                <a:ea typeface="Yu Gothic"/>
                <a:cs typeface="Yu Gothic"/>
              </a:defRPr>
            </a:lvl5pPr>
            <a:lvl6pPr>
              <a:buNone/>
              <a:defRPr sz="1800" b="1">
                <a:solidFill>
                  <a:srgbClr val="337568"/>
                </a:solidFill>
                <a:latin typeface="Yu Gothic"/>
                <a:ea typeface="Yu Gothic"/>
                <a:cs typeface="Yu Gothic"/>
              </a:defRPr>
            </a:lvl6pPr>
            <a:lvl7pPr>
              <a:buNone/>
              <a:defRPr sz="1800" b="1">
                <a:solidFill>
                  <a:srgbClr val="337568"/>
                </a:solidFill>
                <a:latin typeface="Yu Gothic"/>
                <a:ea typeface="Yu Gothic"/>
                <a:cs typeface="Yu Gothic"/>
              </a:defRPr>
            </a:lvl7pPr>
            <a:lvl8pPr>
              <a:buNone/>
              <a:defRPr sz="1800" b="1">
                <a:solidFill>
                  <a:srgbClr val="337568"/>
                </a:solidFill>
                <a:latin typeface="Yu Gothic"/>
                <a:ea typeface="Yu Gothic"/>
                <a:cs typeface="Yu Gothic"/>
              </a:defRPr>
            </a:lvl8pPr>
            <a:lvl9pPr>
              <a:buNone/>
              <a:defRPr sz="1800" b="1">
                <a:solidFill>
                  <a:srgbClr val="337568"/>
                </a:solidFill>
                <a:latin typeface="Yu Gothic"/>
                <a:ea typeface="Yu Gothic"/>
                <a:cs typeface="Yu Gothic"/>
              </a:defRPr>
            </a:lvl9pPr>
          </a:lstStyle>
          <a:p xmlns:a="http://schemas.openxmlformats.org/drawingml/2006/main">
            <a:pPr>
              <a:buNone/>
              <a:defRPr sz="1800" b="1">
                <a:solidFill>
                  <a:srgbClr val="337568"/>
                </a:solidFill>
                <a:latin typeface="Yu Gothic"/>
                <a:ea typeface="Yu Gothic"/>
                <a:cs typeface="Yu Gothic"/>
              </a:defRPr>
            </a:pPr>
            <a:r>
              <a:rPr sz="1800" b="1">
                <a:solidFill>
                  <a:srgbClr val="337568"/>
                </a:solidFill>
                <a:latin typeface="Yu Gothic"/>
                <a:ea typeface="Yu Gothic"/>
                <a:cs typeface="Yu Gothic"/>
              </a:rPr>
              <a:t>考える時間の目安：60秒／必要に応じて一時停止</a:t>
            </a:r>
          </a:p>
        </p:txBody>
      </p:sp>
      <p:sp>
        <p:nvSpPr>
          <p:cNvPr id="7" name="">
            <a:extLst xmlns:a="http://schemas.openxmlformats.org/drawingml/2006/main">
              <a:ext uri="{FF2B5EF4-FFF2-40B4-BE49-F238E27FC236}">
                <a16:creationId xmlns:a16="http://schemas.microsoft.com/office/drawing/2014/main" id="{EAD4A6E5-3985-4291-B6AA-89D49F4BD6FE}"/>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8" name="">
            <a:extLst xmlns:a="http://schemas.openxmlformats.org/drawingml/2006/main">
              <a:ext uri="{FF2B5EF4-FFF2-40B4-BE49-F238E27FC236}">
                <a16:creationId xmlns:a16="http://schemas.microsoft.com/office/drawing/2014/main" id="{9F2711CD-5CA9-48D5-B675-069FC058CB6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7 / 38</a:t>
            </a:r>
          </a:p>
        </p:txBody>
      </p:sp>
    </p:spTree>
    <p:extLst>
      <p:ext uri="{BB962C8B-B14F-4D97-AF65-F5344CB8AC3E}">
        <p14:creationId xmlns:p14="http://schemas.microsoft.com/office/powerpoint/2010/main" val="14685096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6EDFA49-A387-48BE-891D-1528A31B0AA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材料・部材・製品</a:t>
            </a:r>
          </a:p>
        </p:txBody>
      </p:sp>
      <p:sp>
        <p:nvSpPr>
          <p:cNvPr id="2" name="">
            <a:extLst xmlns:a="http://schemas.openxmlformats.org/drawingml/2006/main">
              <a:ext uri="{FF2B5EF4-FFF2-40B4-BE49-F238E27FC236}">
                <a16:creationId xmlns:a16="http://schemas.microsoft.com/office/drawing/2014/main" id="{CD8938ED-3612-4BDF-9BCC-8ED9B638B20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DFD7270-013A-4E9D-B64A-C0F5A932BEAF}"/>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材料：木材、樹脂、鋼など</a:t>
            </a:r>
          </a:p>
        </p:txBody>
      </p:sp>
      <p:sp>
        <p:nvSpPr>
          <p:cNvPr id="4" name="">
            <a:extLst xmlns:a="http://schemas.openxmlformats.org/drawingml/2006/main">
              <a:ext uri="{FF2B5EF4-FFF2-40B4-BE49-F238E27FC236}">
                <a16:creationId xmlns:a16="http://schemas.microsoft.com/office/drawing/2014/main" id="{BB3E95E4-592F-4DA7-8ACF-DD647D73F0D6}"/>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部材：形と寸法を与えた板・脚・支柱</a:t>
            </a:r>
          </a:p>
        </p:txBody>
      </p:sp>
      <p:sp>
        <p:nvSpPr>
          <p:cNvPr id="5" name="">
            <a:extLst xmlns:a="http://schemas.openxmlformats.org/drawingml/2006/main">
              <a:ext uri="{FF2B5EF4-FFF2-40B4-BE49-F238E27FC236}">
                <a16:creationId xmlns:a16="http://schemas.microsoft.com/office/drawing/2014/main" id="{7A284A28-E307-4C59-B9B4-616EFCB378AA}"/>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製品：部材を組み合わせ、目的を果たすもの</a:t>
            </a:r>
          </a:p>
        </p:txBody>
      </p:sp>
      <p:sp>
        <p:nvSpPr>
          <p:cNvPr id="6" name="">
            <a:extLst xmlns:a="http://schemas.openxmlformats.org/drawingml/2006/main">
              <a:ext uri="{FF2B5EF4-FFF2-40B4-BE49-F238E27FC236}">
                <a16:creationId xmlns:a16="http://schemas.microsoft.com/office/drawing/2014/main" id="{29352E95-F494-4EA7-A6FC-58DDFF014CE1}"/>
              </a:ext>
            </a:extLst>
          </p:cNvPr>
          <p:cNvSpPr>
            <a:spLocks xmlns:a="http://schemas.openxmlformats.org/drawingml/2006/main" noGrp="1"/>
          </p:cNvSpPr>
          <p:nvPr/>
        </p:nvSpPr>
        <p:spPr>
          <a:xfrm xmlns:a="http://schemas.openxmlformats.org/drawingml/2006/main">
            <a:off x="7000875" y="1905000"/>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B99A70"/>
                </a:solidFill>
                <a:latin typeface="Yu Gothic"/>
                <a:ea typeface="Yu Gothic"/>
                <a:cs typeface="Yu Gothic"/>
              </a:defRPr>
            </a:defPPr>
            <a:lvl1pPr>
              <a:buNone/>
              <a:defRPr sz="2475" b="1">
                <a:solidFill>
                  <a:srgbClr val="B99A70"/>
                </a:solidFill>
                <a:latin typeface="Yu Gothic"/>
                <a:ea typeface="Yu Gothic"/>
                <a:cs typeface="Yu Gothic"/>
              </a:defRPr>
            </a:lvl1pPr>
            <a:lvl2pPr>
              <a:buNone/>
              <a:defRPr sz="2475" b="1">
                <a:solidFill>
                  <a:srgbClr val="B99A70"/>
                </a:solidFill>
                <a:latin typeface="Yu Gothic"/>
                <a:ea typeface="Yu Gothic"/>
                <a:cs typeface="Yu Gothic"/>
              </a:defRPr>
            </a:lvl2pPr>
            <a:lvl3pPr>
              <a:buNone/>
              <a:defRPr sz="2475" b="1">
                <a:solidFill>
                  <a:srgbClr val="B99A70"/>
                </a:solidFill>
                <a:latin typeface="Yu Gothic"/>
                <a:ea typeface="Yu Gothic"/>
                <a:cs typeface="Yu Gothic"/>
              </a:defRPr>
            </a:lvl3pPr>
            <a:lvl4pPr>
              <a:buNone/>
              <a:defRPr sz="2475" b="1">
                <a:solidFill>
                  <a:srgbClr val="B99A70"/>
                </a:solidFill>
                <a:latin typeface="Yu Gothic"/>
                <a:ea typeface="Yu Gothic"/>
                <a:cs typeface="Yu Gothic"/>
              </a:defRPr>
            </a:lvl4pPr>
            <a:lvl5pPr>
              <a:buNone/>
              <a:defRPr sz="2475" b="1">
                <a:solidFill>
                  <a:srgbClr val="B99A70"/>
                </a:solidFill>
                <a:latin typeface="Yu Gothic"/>
                <a:ea typeface="Yu Gothic"/>
                <a:cs typeface="Yu Gothic"/>
              </a:defRPr>
            </a:lvl5pPr>
            <a:lvl6pPr>
              <a:buNone/>
              <a:defRPr sz="2475" b="1">
                <a:solidFill>
                  <a:srgbClr val="B99A70"/>
                </a:solidFill>
                <a:latin typeface="Yu Gothic"/>
                <a:ea typeface="Yu Gothic"/>
                <a:cs typeface="Yu Gothic"/>
              </a:defRPr>
            </a:lvl6pPr>
            <a:lvl7pPr>
              <a:buNone/>
              <a:defRPr sz="2475" b="1">
                <a:solidFill>
                  <a:srgbClr val="B99A70"/>
                </a:solidFill>
                <a:latin typeface="Yu Gothic"/>
                <a:ea typeface="Yu Gothic"/>
                <a:cs typeface="Yu Gothic"/>
              </a:defRPr>
            </a:lvl7pPr>
            <a:lvl8pPr>
              <a:buNone/>
              <a:defRPr sz="2475" b="1">
                <a:solidFill>
                  <a:srgbClr val="B99A70"/>
                </a:solidFill>
                <a:latin typeface="Yu Gothic"/>
                <a:ea typeface="Yu Gothic"/>
                <a:cs typeface="Yu Gothic"/>
              </a:defRPr>
            </a:lvl8pPr>
            <a:lvl9pPr>
              <a:buNone/>
              <a:defRPr sz="2475" b="1">
                <a:solidFill>
                  <a:srgbClr val="B99A70"/>
                </a:solidFill>
                <a:latin typeface="Yu Gothic"/>
                <a:ea typeface="Yu Gothic"/>
                <a:cs typeface="Yu Gothic"/>
              </a:defRPr>
            </a:lvl9pPr>
          </a:lstStyle>
          <a:p xmlns:a="http://schemas.openxmlformats.org/drawingml/2006/main">
            <a:pPr>
              <a:buNone/>
              <a:defRPr sz="2475" b="1">
                <a:solidFill>
                  <a:srgbClr val="B99A70"/>
                </a:solidFill>
                <a:latin typeface="Yu Gothic"/>
                <a:ea typeface="Yu Gothic"/>
                <a:cs typeface="Yu Gothic"/>
              </a:defRPr>
            </a:pPr>
            <a:r>
              <a:rPr sz="2475" b="1">
                <a:solidFill>
                  <a:srgbClr val="B99A70"/>
                </a:solidFill>
                <a:latin typeface="Yu Gothic"/>
                <a:ea typeface="Yu Gothic"/>
                <a:cs typeface="Yu Gothic"/>
              </a:rPr>
              <a:t>材料</a:t>
            </a:r>
          </a:p>
        </p:txBody>
      </p:sp>
      <p:sp>
        <p:nvSpPr>
          <p:cNvPr id="7" name="">
            <a:extLst xmlns:a="http://schemas.openxmlformats.org/drawingml/2006/main">
              <a:ext uri="{FF2B5EF4-FFF2-40B4-BE49-F238E27FC236}">
                <a16:creationId xmlns:a16="http://schemas.microsoft.com/office/drawing/2014/main" id="{D84B4DAE-086A-46A6-94F0-33034E0AB9D9}"/>
              </a:ext>
            </a:extLst>
          </p:cNvPr>
          <p:cNvSpPr>
            <a:spLocks xmlns:a="http://schemas.openxmlformats.org/drawingml/2006/main" noGrp="1"/>
          </p:cNvSpPr>
          <p:nvPr/>
        </p:nvSpPr>
        <p:spPr>
          <a:xfrm xmlns:a="http://schemas.openxmlformats.org/drawingml/2006/main">
            <a:off x="8829675" y="2619375"/>
            <a:ext cx="57150" cy="22860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3E8673-F3F0-4CE6-9D20-85075293D8C3}"/>
              </a:ext>
            </a:extLst>
          </p:cNvPr>
          <p:cNvSpPr>
            <a:spLocks xmlns:a="http://schemas.openxmlformats.org/drawingml/2006/main" noGrp="1"/>
          </p:cNvSpPr>
          <p:nvPr/>
        </p:nvSpPr>
        <p:spPr>
          <a:xfrm xmlns:a="http://schemas.openxmlformats.org/drawingml/2006/main" rot="10800000">
            <a:off x="8763000" y="2790825"/>
            <a:ext cx="190500" cy="209550"/>
          </a:xfrm>
          <a:prstGeom xmlns:a="http://schemas.openxmlformats.org/drawingml/2006/main" prst="triangle">
            <a:avLst/>
          </a:prstGeom>
          <a:solidFill xmlns:a="http://schemas.openxmlformats.org/drawingml/2006/main">
            <a:srgbClr val="71818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8010391-E7F2-4871-995C-91FA00536A9F}"/>
              </a:ext>
            </a:extLst>
          </p:cNvPr>
          <p:cNvSpPr>
            <a:spLocks xmlns:a="http://schemas.openxmlformats.org/drawingml/2006/main" noGrp="1"/>
          </p:cNvSpPr>
          <p:nvPr/>
        </p:nvSpPr>
        <p:spPr>
          <a:xfrm xmlns:a="http://schemas.openxmlformats.org/drawingml/2006/main">
            <a:off x="7000875" y="309562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A6C9B"/>
                </a:solidFill>
                <a:latin typeface="Yu Gothic"/>
                <a:ea typeface="Yu Gothic"/>
                <a:cs typeface="Yu Gothic"/>
              </a:defRPr>
            </a:defPPr>
            <a:lvl1pPr>
              <a:buNone/>
              <a:defRPr sz="2475" b="1">
                <a:solidFill>
                  <a:srgbClr val="2A6C9B"/>
                </a:solidFill>
                <a:latin typeface="Yu Gothic"/>
                <a:ea typeface="Yu Gothic"/>
                <a:cs typeface="Yu Gothic"/>
              </a:defRPr>
            </a:lvl1pPr>
            <a:lvl2pPr>
              <a:buNone/>
              <a:defRPr sz="2475" b="1">
                <a:solidFill>
                  <a:srgbClr val="2A6C9B"/>
                </a:solidFill>
                <a:latin typeface="Yu Gothic"/>
                <a:ea typeface="Yu Gothic"/>
                <a:cs typeface="Yu Gothic"/>
              </a:defRPr>
            </a:lvl2pPr>
            <a:lvl3pPr>
              <a:buNone/>
              <a:defRPr sz="2475" b="1">
                <a:solidFill>
                  <a:srgbClr val="2A6C9B"/>
                </a:solidFill>
                <a:latin typeface="Yu Gothic"/>
                <a:ea typeface="Yu Gothic"/>
                <a:cs typeface="Yu Gothic"/>
              </a:defRPr>
            </a:lvl3pPr>
            <a:lvl4pPr>
              <a:buNone/>
              <a:defRPr sz="2475" b="1">
                <a:solidFill>
                  <a:srgbClr val="2A6C9B"/>
                </a:solidFill>
                <a:latin typeface="Yu Gothic"/>
                <a:ea typeface="Yu Gothic"/>
                <a:cs typeface="Yu Gothic"/>
              </a:defRPr>
            </a:lvl4pPr>
            <a:lvl5pPr>
              <a:buNone/>
              <a:defRPr sz="2475" b="1">
                <a:solidFill>
                  <a:srgbClr val="2A6C9B"/>
                </a:solidFill>
                <a:latin typeface="Yu Gothic"/>
                <a:ea typeface="Yu Gothic"/>
                <a:cs typeface="Yu Gothic"/>
              </a:defRPr>
            </a:lvl5pPr>
            <a:lvl6pPr>
              <a:buNone/>
              <a:defRPr sz="2475" b="1">
                <a:solidFill>
                  <a:srgbClr val="2A6C9B"/>
                </a:solidFill>
                <a:latin typeface="Yu Gothic"/>
                <a:ea typeface="Yu Gothic"/>
                <a:cs typeface="Yu Gothic"/>
              </a:defRPr>
            </a:lvl6pPr>
            <a:lvl7pPr>
              <a:buNone/>
              <a:defRPr sz="2475" b="1">
                <a:solidFill>
                  <a:srgbClr val="2A6C9B"/>
                </a:solidFill>
                <a:latin typeface="Yu Gothic"/>
                <a:ea typeface="Yu Gothic"/>
                <a:cs typeface="Yu Gothic"/>
              </a:defRPr>
            </a:lvl7pPr>
            <a:lvl8pPr>
              <a:buNone/>
              <a:defRPr sz="2475" b="1">
                <a:solidFill>
                  <a:srgbClr val="2A6C9B"/>
                </a:solidFill>
                <a:latin typeface="Yu Gothic"/>
                <a:ea typeface="Yu Gothic"/>
                <a:cs typeface="Yu Gothic"/>
              </a:defRPr>
            </a:lvl8pPr>
            <a:lvl9pPr>
              <a:buNone/>
              <a:defRPr sz="2475" b="1">
                <a:solidFill>
                  <a:srgbClr val="2A6C9B"/>
                </a:solidFill>
                <a:latin typeface="Yu Gothic"/>
                <a:ea typeface="Yu Gothic"/>
                <a:cs typeface="Yu Gothic"/>
              </a:defRPr>
            </a:lvl9pPr>
          </a:lstStyle>
          <a:p xmlns:a="http://schemas.openxmlformats.org/drawingml/2006/main">
            <a:pPr>
              <a:buNone/>
              <a:defRPr sz="2475" b="1">
                <a:solidFill>
                  <a:srgbClr val="2A6C9B"/>
                </a:solidFill>
                <a:latin typeface="Yu Gothic"/>
                <a:ea typeface="Yu Gothic"/>
                <a:cs typeface="Yu Gothic"/>
              </a:defRPr>
            </a:pPr>
            <a:r>
              <a:rPr sz="2475" b="1">
                <a:solidFill>
                  <a:srgbClr val="2A6C9B"/>
                </a:solidFill>
                <a:latin typeface="Yu Gothic"/>
                <a:ea typeface="Yu Gothic"/>
                <a:cs typeface="Yu Gothic"/>
              </a:rPr>
              <a:t>形を与えた部材</a:t>
            </a:r>
          </a:p>
        </p:txBody>
      </p:sp>
      <p:sp>
        <p:nvSpPr>
          <p:cNvPr id="10" name="">
            <a:extLst xmlns:a="http://schemas.openxmlformats.org/drawingml/2006/main">
              <a:ext uri="{FF2B5EF4-FFF2-40B4-BE49-F238E27FC236}">
                <a16:creationId xmlns:a16="http://schemas.microsoft.com/office/drawing/2014/main" id="{C0C83623-262A-4D67-9321-08EABBAD5180}"/>
              </a:ext>
            </a:extLst>
          </p:cNvPr>
          <p:cNvSpPr>
            <a:spLocks xmlns:a="http://schemas.openxmlformats.org/drawingml/2006/main" noGrp="1"/>
          </p:cNvSpPr>
          <p:nvPr/>
        </p:nvSpPr>
        <p:spPr>
          <a:xfrm xmlns:a="http://schemas.openxmlformats.org/drawingml/2006/main">
            <a:off x="8829675" y="3810000"/>
            <a:ext cx="57150" cy="22860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CDD157C-823E-478F-A3D0-2C27FBC5B9C4}"/>
              </a:ext>
            </a:extLst>
          </p:cNvPr>
          <p:cNvSpPr>
            <a:spLocks xmlns:a="http://schemas.openxmlformats.org/drawingml/2006/main" noGrp="1"/>
          </p:cNvSpPr>
          <p:nvPr/>
        </p:nvSpPr>
        <p:spPr>
          <a:xfrm xmlns:a="http://schemas.openxmlformats.org/drawingml/2006/main" rot="10800000">
            <a:off x="8763000" y="3981450"/>
            <a:ext cx="190500" cy="209550"/>
          </a:xfrm>
          <a:prstGeom xmlns:a="http://schemas.openxmlformats.org/drawingml/2006/main" prst="triangle">
            <a:avLst/>
          </a:prstGeom>
          <a:solidFill xmlns:a="http://schemas.openxmlformats.org/drawingml/2006/main">
            <a:srgbClr val="71818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B45F96D-03DA-48AC-B940-79D946A74EA2}"/>
              </a:ext>
            </a:extLst>
          </p:cNvPr>
          <p:cNvSpPr>
            <a:spLocks xmlns:a="http://schemas.openxmlformats.org/drawingml/2006/main" noGrp="1"/>
          </p:cNvSpPr>
          <p:nvPr/>
        </p:nvSpPr>
        <p:spPr>
          <a:xfrm xmlns:a="http://schemas.openxmlformats.org/drawingml/2006/main">
            <a:off x="7000875" y="4286250"/>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337568"/>
                </a:solidFill>
                <a:latin typeface="Yu Gothic"/>
                <a:ea typeface="Yu Gothic"/>
                <a:cs typeface="Yu Gothic"/>
              </a:defRPr>
            </a:defPPr>
            <a:lvl1pPr>
              <a:buNone/>
              <a:defRPr sz="2475" b="1">
                <a:solidFill>
                  <a:srgbClr val="337568"/>
                </a:solidFill>
                <a:latin typeface="Yu Gothic"/>
                <a:ea typeface="Yu Gothic"/>
                <a:cs typeface="Yu Gothic"/>
              </a:defRPr>
            </a:lvl1pPr>
            <a:lvl2pPr>
              <a:buNone/>
              <a:defRPr sz="2475" b="1">
                <a:solidFill>
                  <a:srgbClr val="337568"/>
                </a:solidFill>
                <a:latin typeface="Yu Gothic"/>
                <a:ea typeface="Yu Gothic"/>
                <a:cs typeface="Yu Gothic"/>
              </a:defRPr>
            </a:lvl2pPr>
            <a:lvl3pPr>
              <a:buNone/>
              <a:defRPr sz="2475" b="1">
                <a:solidFill>
                  <a:srgbClr val="337568"/>
                </a:solidFill>
                <a:latin typeface="Yu Gothic"/>
                <a:ea typeface="Yu Gothic"/>
                <a:cs typeface="Yu Gothic"/>
              </a:defRPr>
            </a:lvl3pPr>
            <a:lvl4pPr>
              <a:buNone/>
              <a:defRPr sz="2475" b="1">
                <a:solidFill>
                  <a:srgbClr val="337568"/>
                </a:solidFill>
                <a:latin typeface="Yu Gothic"/>
                <a:ea typeface="Yu Gothic"/>
                <a:cs typeface="Yu Gothic"/>
              </a:defRPr>
            </a:lvl4pPr>
            <a:lvl5pPr>
              <a:buNone/>
              <a:defRPr sz="2475" b="1">
                <a:solidFill>
                  <a:srgbClr val="337568"/>
                </a:solidFill>
                <a:latin typeface="Yu Gothic"/>
                <a:ea typeface="Yu Gothic"/>
                <a:cs typeface="Yu Gothic"/>
              </a:defRPr>
            </a:lvl5pPr>
            <a:lvl6pPr>
              <a:buNone/>
              <a:defRPr sz="2475" b="1">
                <a:solidFill>
                  <a:srgbClr val="337568"/>
                </a:solidFill>
                <a:latin typeface="Yu Gothic"/>
                <a:ea typeface="Yu Gothic"/>
                <a:cs typeface="Yu Gothic"/>
              </a:defRPr>
            </a:lvl6pPr>
            <a:lvl7pPr>
              <a:buNone/>
              <a:defRPr sz="2475" b="1">
                <a:solidFill>
                  <a:srgbClr val="337568"/>
                </a:solidFill>
                <a:latin typeface="Yu Gothic"/>
                <a:ea typeface="Yu Gothic"/>
                <a:cs typeface="Yu Gothic"/>
              </a:defRPr>
            </a:lvl7pPr>
            <a:lvl8pPr>
              <a:buNone/>
              <a:defRPr sz="2475" b="1">
                <a:solidFill>
                  <a:srgbClr val="337568"/>
                </a:solidFill>
                <a:latin typeface="Yu Gothic"/>
                <a:ea typeface="Yu Gothic"/>
                <a:cs typeface="Yu Gothic"/>
              </a:defRPr>
            </a:lvl8pPr>
            <a:lvl9pPr>
              <a:buNone/>
              <a:defRPr sz="2475" b="1">
                <a:solidFill>
                  <a:srgbClr val="337568"/>
                </a:solidFill>
                <a:latin typeface="Yu Gothic"/>
                <a:ea typeface="Yu Gothic"/>
                <a:cs typeface="Yu Gothic"/>
              </a:defRPr>
            </a:lvl9pPr>
          </a:lstStyle>
          <a:p xmlns:a="http://schemas.openxmlformats.org/drawingml/2006/main">
            <a:pPr>
              <a:buNone/>
              <a:defRPr sz="2475" b="1">
                <a:solidFill>
                  <a:srgbClr val="337568"/>
                </a:solidFill>
                <a:latin typeface="Yu Gothic"/>
                <a:ea typeface="Yu Gothic"/>
                <a:cs typeface="Yu Gothic"/>
              </a:defRPr>
            </a:pPr>
            <a:r>
              <a:rPr sz="2475" b="1">
                <a:solidFill>
                  <a:srgbClr val="337568"/>
                </a:solidFill>
                <a:latin typeface="Yu Gothic"/>
                <a:ea typeface="Yu Gothic"/>
                <a:cs typeface="Yu Gothic"/>
              </a:rPr>
              <a:t>組み合わせた製品</a:t>
            </a:r>
          </a:p>
        </p:txBody>
      </p:sp>
      <p:sp>
        <p:nvSpPr>
          <p:cNvPr id="13" name="">
            <a:extLst xmlns:a="http://schemas.openxmlformats.org/drawingml/2006/main">
              <a:ext uri="{FF2B5EF4-FFF2-40B4-BE49-F238E27FC236}">
                <a16:creationId xmlns:a16="http://schemas.microsoft.com/office/drawing/2014/main" id="{1BE63804-FE8F-4943-ABB9-8525D2518387}"/>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4" name="">
            <a:extLst xmlns:a="http://schemas.openxmlformats.org/drawingml/2006/main">
              <a:ext uri="{FF2B5EF4-FFF2-40B4-BE49-F238E27FC236}">
                <a16:creationId xmlns:a16="http://schemas.microsoft.com/office/drawing/2014/main" id="{8E7AED4C-65EE-4B83-8C78-17A6468B2D96}"/>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8 / 38</a:t>
            </a:r>
          </a:p>
        </p:txBody>
      </p:sp>
    </p:spTree>
    <p:extLst>
      <p:ext uri="{BB962C8B-B14F-4D97-AF65-F5344CB8AC3E}">
        <p14:creationId xmlns:p14="http://schemas.microsoft.com/office/powerpoint/2010/main" val="12489869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3CBF603-A8E9-433C-A9DA-B5FB17EE1C9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この講義で扱う材料</a:t>
            </a:r>
          </a:p>
        </p:txBody>
      </p:sp>
      <p:sp>
        <p:nvSpPr>
          <p:cNvPr id="2" name="">
            <a:extLst xmlns:a="http://schemas.openxmlformats.org/drawingml/2006/main">
              <a:ext uri="{FF2B5EF4-FFF2-40B4-BE49-F238E27FC236}">
                <a16:creationId xmlns:a16="http://schemas.microsoft.com/office/drawing/2014/main" id="{9AF66F1A-47EF-4011-AE94-21524797CCF5}"/>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1BB61DC-9882-4FE1-87EC-8B02072AE5CC}"/>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木材・木質材料</a:t>
            </a:r>
          </a:p>
        </p:txBody>
      </p:sp>
      <p:sp>
        <p:nvSpPr>
          <p:cNvPr id="4" name="">
            <a:extLst xmlns:a="http://schemas.openxmlformats.org/drawingml/2006/main">
              <a:ext uri="{FF2B5EF4-FFF2-40B4-BE49-F238E27FC236}">
                <a16:creationId xmlns:a16="http://schemas.microsoft.com/office/drawing/2014/main" id="{0C1EA4ED-5894-4ECA-B607-63D01BDC5D66}"/>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プラスチック</a:t>
            </a:r>
          </a:p>
        </p:txBody>
      </p:sp>
      <p:sp>
        <p:nvSpPr>
          <p:cNvPr id="5" name="">
            <a:extLst xmlns:a="http://schemas.openxmlformats.org/drawingml/2006/main">
              <a:ext uri="{FF2B5EF4-FFF2-40B4-BE49-F238E27FC236}">
                <a16:creationId xmlns:a16="http://schemas.microsoft.com/office/drawing/2014/main" id="{A09C3BAF-B6BA-4AE2-82E2-449AEC02BBFE}"/>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金属</a:t>
            </a:r>
          </a:p>
        </p:txBody>
      </p:sp>
      <p:sp>
        <p:nvSpPr>
          <p:cNvPr id="6" name="">
            <a:extLst xmlns:a="http://schemas.openxmlformats.org/drawingml/2006/main">
              <a:ext uri="{FF2B5EF4-FFF2-40B4-BE49-F238E27FC236}">
                <a16:creationId xmlns:a16="http://schemas.microsoft.com/office/drawing/2014/main" id="{36F28168-4218-40D9-A4DA-A22CB92A3D56}"/>
              </a:ext>
            </a:extLst>
          </p:cNvPr>
          <p:cNvSpPr>
            <a:spLocks xmlns:a="http://schemas.openxmlformats.org/drawingml/2006/main" noGrp="1"/>
          </p:cNvSpPr>
          <p:nvPr/>
        </p:nvSpPr>
        <p:spPr>
          <a:xfrm xmlns:a="http://schemas.openxmlformats.org/drawingml/2006/main">
            <a:off x="809625" y="4524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セラミックスなども紹介</a:t>
            </a:r>
          </a:p>
        </p:txBody>
      </p:sp>
      <p:sp>
        <p:nvSpPr>
          <p:cNvPr id="7" name="">
            <a:extLst xmlns:a="http://schemas.openxmlformats.org/drawingml/2006/main">
              <a:ext uri="{FF2B5EF4-FFF2-40B4-BE49-F238E27FC236}">
                <a16:creationId xmlns:a16="http://schemas.microsoft.com/office/drawing/2014/main" id="{E8D4AAC2-B7F7-4EDF-9B12-04CE488D6D06}"/>
              </a:ext>
            </a:extLst>
          </p:cNvPr>
          <p:cNvSpPr>
            <a:spLocks xmlns:a="http://schemas.openxmlformats.org/drawingml/2006/main" noGrp="1"/>
          </p:cNvSpPr>
          <p:nvPr/>
        </p:nvSpPr>
        <p:spPr>
          <a:xfrm xmlns:a="http://schemas.openxmlformats.org/drawingml/2006/main">
            <a:off x="7143750" y="2047875"/>
            <a:ext cx="1047750" cy="428625"/>
          </a:xfrm>
          <a:prstGeom xmlns:a="http://schemas.openxmlformats.org/drawingml/2006/main" prst="rect">
            <a:avLst/>
          </a:prstGeom>
          <a:solidFill xmlns:a="http://schemas.openxmlformats.org/drawingml/2006/main">
            <a:srgbClr val="B99A7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41E2306-E96D-45D6-A336-B1BAD4A97951}"/>
              </a:ext>
            </a:extLst>
          </p:cNvPr>
          <p:cNvSpPr>
            <a:spLocks xmlns:a="http://schemas.openxmlformats.org/drawingml/2006/main" noGrp="1"/>
          </p:cNvSpPr>
          <p:nvPr/>
        </p:nvSpPr>
        <p:spPr>
          <a:xfrm xmlns:a="http://schemas.openxmlformats.org/drawingml/2006/main">
            <a:off x="8524875" y="1857375"/>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243845"/>
                </a:solidFill>
                <a:latin typeface="Yu Gothic"/>
                <a:ea typeface="Yu Gothic"/>
                <a:cs typeface="Yu Gothic"/>
              </a:defRPr>
            </a:defPPr>
            <a:lvl1pPr>
              <a:buNone/>
              <a:defRPr sz="2550" b="1">
                <a:solidFill>
                  <a:srgbClr val="243845"/>
                </a:solidFill>
                <a:latin typeface="Yu Gothic"/>
                <a:ea typeface="Yu Gothic"/>
                <a:cs typeface="Yu Gothic"/>
              </a:defRPr>
            </a:lvl1pPr>
            <a:lvl2pPr>
              <a:buNone/>
              <a:defRPr sz="2550" b="1">
                <a:solidFill>
                  <a:srgbClr val="243845"/>
                </a:solidFill>
                <a:latin typeface="Yu Gothic"/>
                <a:ea typeface="Yu Gothic"/>
                <a:cs typeface="Yu Gothic"/>
              </a:defRPr>
            </a:lvl2pPr>
            <a:lvl3pPr>
              <a:buNone/>
              <a:defRPr sz="2550" b="1">
                <a:solidFill>
                  <a:srgbClr val="243845"/>
                </a:solidFill>
                <a:latin typeface="Yu Gothic"/>
                <a:ea typeface="Yu Gothic"/>
                <a:cs typeface="Yu Gothic"/>
              </a:defRPr>
            </a:lvl3pPr>
            <a:lvl4pPr>
              <a:buNone/>
              <a:defRPr sz="2550" b="1">
                <a:solidFill>
                  <a:srgbClr val="243845"/>
                </a:solidFill>
                <a:latin typeface="Yu Gothic"/>
                <a:ea typeface="Yu Gothic"/>
                <a:cs typeface="Yu Gothic"/>
              </a:defRPr>
            </a:lvl4pPr>
            <a:lvl5pPr>
              <a:buNone/>
              <a:defRPr sz="2550" b="1">
                <a:solidFill>
                  <a:srgbClr val="243845"/>
                </a:solidFill>
                <a:latin typeface="Yu Gothic"/>
                <a:ea typeface="Yu Gothic"/>
                <a:cs typeface="Yu Gothic"/>
              </a:defRPr>
            </a:lvl5pPr>
            <a:lvl6pPr>
              <a:buNone/>
              <a:defRPr sz="2550" b="1">
                <a:solidFill>
                  <a:srgbClr val="243845"/>
                </a:solidFill>
                <a:latin typeface="Yu Gothic"/>
                <a:ea typeface="Yu Gothic"/>
                <a:cs typeface="Yu Gothic"/>
              </a:defRPr>
            </a:lvl6pPr>
            <a:lvl7pPr>
              <a:buNone/>
              <a:defRPr sz="2550" b="1">
                <a:solidFill>
                  <a:srgbClr val="243845"/>
                </a:solidFill>
                <a:latin typeface="Yu Gothic"/>
                <a:ea typeface="Yu Gothic"/>
                <a:cs typeface="Yu Gothic"/>
              </a:defRPr>
            </a:lvl7pPr>
            <a:lvl8pPr>
              <a:buNone/>
              <a:defRPr sz="2550" b="1">
                <a:solidFill>
                  <a:srgbClr val="243845"/>
                </a:solidFill>
                <a:latin typeface="Yu Gothic"/>
                <a:ea typeface="Yu Gothic"/>
                <a:cs typeface="Yu Gothic"/>
              </a:defRPr>
            </a:lvl8pPr>
            <a:lvl9pPr>
              <a:buNone/>
              <a:defRPr sz="2550" b="1">
                <a:solidFill>
                  <a:srgbClr val="243845"/>
                </a:solidFill>
                <a:latin typeface="Yu Gothic"/>
                <a:ea typeface="Yu Gothic"/>
                <a:cs typeface="Yu Gothic"/>
              </a:defRPr>
            </a:lvl9pPr>
          </a:lstStyle>
          <a:p xmlns:a="http://schemas.openxmlformats.org/drawingml/2006/main">
            <a:pPr>
              <a:buNone/>
              <a:defRPr sz="2550" b="1">
                <a:solidFill>
                  <a:srgbClr val="243845"/>
                </a:solidFill>
                <a:latin typeface="Yu Gothic"/>
                <a:ea typeface="Yu Gothic"/>
                <a:cs typeface="Yu Gothic"/>
              </a:defRPr>
            </a:pPr>
            <a:r>
              <a:rPr sz="2550" b="1">
                <a:solidFill>
                  <a:srgbClr val="243845"/>
                </a:solidFill>
                <a:latin typeface="Yu Gothic"/>
                <a:ea typeface="Yu Gothic"/>
                <a:cs typeface="Yu Gothic"/>
              </a:rPr>
              <a:t>木材</a:t>
            </a:r>
          </a:p>
        </p:txBody>
      </p:sp>
      <p:sp>
        <p:nvSpPr>
          <p:cNvPr id="9" name="">
            <a:extLst xmlns:a="http://schemas.openxmlformats.org/drawingml/2006/main">
              <a:ext uri="{FF2B5EF4-FFF2-40B4-BE49-F238E27FC236}">
                <a16:creationId xmlns:a16="http://schemas.microsoft.com/office/drawing/2014/main" id="{CD8F45FD-F20C-4965-A3E0-112F4F363B5D}"/>
              </a:ext>
            </a:extLst>
          </p:cNvPr>
          <p:cNvSpPr>
            <a:spLocks xmlns:a="http://schemas.openxmlformats.org/drawingml/2006/main" noGrp="1"/>
          </p:cNvSpPr>
          <p:nvPr/>
        </p:nvSpPr>
        <p:spPr>
          <a:xfrm xmlns:a="http://schemas.openxmlformats.org/drawingml/2006/main">
            <a:off x="7143750" y="3190875"/>
            <a:ext cx="1047750" cy="428625"/>
          </a:xfrm>
          <a:prstGeom xmlns:a="http://schemas.openxmlformats.org/drawingml/2006/main" prst="rect">
            <a:avLst/>
          </a:prstGeom>
          <a:solidFill xmlns:a="http://schemas.openxmlformats.org/drawingml/2006/main">
            <a:srgbClr val="33756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0E142B6-4490-4E7E-9A10-77448FDD1C0C}"/>
              </a:ext>
            </a:extLst>
          </p:cNvPr>
          <p:cNvSpPr>
            <a:spLocks xmlns:a="http://schemas.openxmlformats.org/drawingml/2006/main" noGrp="1"/>
          </p:cNvSpPr>
          <p:nvPr/>
        </p:nvSpPr>
        <p:spPr>
          <a:xfrm xmlns:a="http://schemas.openxmlformats.org/drawingml/2006/main">
            <a:off x="8524875" y="3000375"/>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243845"/>
                </a:solidFill>
                <a:latin typeface="Yu Gothic"/>
                <a:ea typeface="Yu Gothic"/>
                <a:cs typeface="Yu Gothic"/>
              </a:defRPr>
            </a:defPPr>
            <a:lvl1pPr>
              <a:buNone/>
              <a:defRPr sz="2550" b="1">
                <a:solidFill>
                  <a:srgbClr val="243845"/>
                </a:solidFill>
                <a:latin typeface="Yu Gothic"/>
                <a:ea typeface="Yu Gothic"/>
                <a:cs typeface="Yu Gothic"/>
              </a:defRPr>
            </a:lvl1pPr>
            <a:lvl2pPr>
              <a:buNone/>
              <a:defRPr sz="2550" b="1">
                <a:solidFill>
                  <a:srgbClr val="243845"/>
                </a:solidFill>
                <a:latin typeface="Yu Gothic"/>
                <a:ea typeface="Yu Gothic"/>
                <a:cs typeface="Yu Gothic"/>
              </a:defRPr>
            </a:lvl2pPr>
            <a:lvl3pPr>
              <a:buNone/>
              <a:defRPr sz="2550" b="1">
                <a:solidFill>
                  <a:srgbClr val="243845"/>
                </a:solidFill>
                <a:latin typeface="Yu Gothic"/>
                <a:ea typeface="Yu Gothic"/>
                <a:cs typeface="Yu Gothic"/>
              </a:defRPr>
            </a:lvl3pPr>
            <a:lvl4pPr>
              <a:buNone/>
              <a:defRPr sz="2550" b="1">
                <a:solidFill>
                  <a:srgbClr val="243845"/>
                </a:solidFill>
                <a:latin typeface="Yu Gothic"/>
                <a:ea typeface="Yu Gothic"/>
                <a:cs typeface="Yu Gothic"/>
              </a:defRPr>
            </a:lvl4pPr>
            <a:lvl5pPr>
              <a:buNone/>
              <a:defRPr sz="2550" b="1">
                <a:solidFill>
                  <a:srgbClr val="243845"/>
                </a:solidFill>
                <a:latin typeface="Yu Gothic"/>
                <a:ea typeface="Yu Gothic"/>
                <a:cs typeface="Yu Gothic"/>
              </a:defRPr>
            </a:lvl5pPr>
            <a:lvl6pPr>
              <a:buNone/>
              <a:defRPr sz="2550" b="1">
                <a:solidFill>
                  <a:srgbClr val="243845"/>
                </a:solidFill>
                <a:latin typeface="Yu Gothic"/>
                <a:ea typeface="Yu Gothic"/>
                <a:cs typeface="Yu Gothic"/>
              </a:defRPr>
            </a:lvl6pPr>
            <a:lvl7pPr>
              <a:buNone/>
              <a:defRPr sz="2550" b="1">
                <a:solidFill>
                  <a:srgbClr val="243845"/>
                </a:solidFill>
                <a:latin typeface="Yu Gothic"/>
                <a:ea typeface="Yu Gothic"/>
                <a:cs typeface="Yu Gothic"/>
              </a:defRPr>
            </a:lvl7pPr>
            <a:lvl8pPr>
              <a:buNone/>
              <a:defRPr sz="2550" b="1">
                <a:solidFill>
                  <a:srgbClr val="243845"/>
                </a:solidFill>
                <a:latin typeface="Yu Gothic"/>
                <a:ea typeface="Yu Gothic"/>
                <a:cs typeface="Yu Gothic"/>
              </a:defRPr>
            </a:lvl8pPr>
            <a:lvl9pPr>
              <a:buNone/>
              <a:defRPr sz="2550" b="1">
                <a:solidFill>
                  <a:srgbClr val="243845"/>
                </a:solidFill>
                <a:latin typeface="Yu Gothic"/>
                <a:ea typeface="Yu Gothic"/>
                <a:cs typeface="Yu Gothic"/>
              </a:defRPr>
            </a:lvl9pPr>
          </a:lstStyle>
          <a:p xmlns:a="http://schemas.openxmlformats.org/drawingml/2006/main">
            <a:pPr>
              <a:buNone/>
              <a:defRPr sz="2550" b="1">
                <a:solidFill>
                  <a:srgbClr val="243845"/>
                </a:solidFill>
                <a:latin typeface="Yu Gothic"/>
                <a:ea typeface="Yu Gothic"/>
                <a:cs typeface="Yu Gothic"/>
              </a:defRPr>
            </a:pPr>
            <a:r>
              <a:rPr sz="2550" b="1">
                <a:solidFill>
                  <a:srgbClr val="243845"/>
                </a:solidFill>
                <a:latin typeface="Yu Gothic"/>
                <a:ea typeface="Yu Gothic"/>
                <a:cs typeface="Yu Gothic"/>
              </a:rPr>
              <a:t>樹脂</a:t>
            </a:r>
          </a:p>
        </p:txBody>
      </p:sp>
      <p:sp>
        <p:nvSpPr>
          <p:cNvPr id="11" name="">
            <a:extLst xmlns:a="http://schemas.openxmlformats.org/drawingml/2006/main">
              <a:ext uri="{FF2B5EF4-FFF2-40B4-BE49-F238E27FC236}">
                <a16:creationId xmlns:a16="http://schemas.microsoft.com/office/drawing/2014/main" id="{E2CC10A8-03F8-43AF-AFD0-44A9CE2E7997}"/>
              </a:ext>
            </a:extLst>
          </p:cNvPr>
          <p:cNvSpPr>
            <a:spLocks xmlns:a="http://schemas.openxmlformats.org/drawingml/2006/main" noGrp="1"/>
          </p:cNvSpPr>
          <p:nvPr/>
        </p:nvSpPr>
        <p:spPr>
          <a:xfrm xmlns:a="http://schemas.openxmlformats.org/drawingml/2006/main">
            <a:off x="7143750" y="4333875"/>
            <a:ext cx="1047750" cy="428625"/>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D59351D-8FEC-471D-84BA-6EE81EEF3487}"/>
              </a:ext>
            </a:extLst>
          </p:cNvPr>
          <p:cNvSpPr>
            <a:spLocks xmlns:a="http://schemas.openxmlformats.org/drawingml/2006/main" noGrp="1"/>
          </p:cNvSpPr>
          <p:nvPr/>
        </p:nvSpPr>
        <p:spPr>
          <a:xfrm xmlns:a="http://schemas.openxmlformats.org/drawingml/2006/main">
            <a:off x="8524875" y="4143375"/>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243845"/>
                </a:solidFill>
                <a:latin typeface="Yu Gothic"/>
                <a:ea typeface="Yu Gothic"/>
                <a:cs typeface="Yu Gothic"/>
              </a:defRPr>
            </a:defPPr>
            <a:lvl1pPr>
              <a:buNone/>
              <a:defRPr sz="2550" b="1">
                <a:solidFill>
                  <a:srgbClr val="243845"/>
                </a:solidFill>
                <a:latin typeface="Yu Gothic"/>
                <a:ea typeface="Yu Gothic"/>
                <a:cs typeface="Yu Gothic"/>
              </a:defRPr>
            </a:lvl1pPr>
            <a:lvl2pPr>
              <a:buNone/>
              <a:defRPr sz="2550" b="1">
                <a:solidFill>
                  <a:srgbClr val="243845"/>
                </a:solidFill>
                <a:latin typeface="Yu Gothic"/>
                <a:ea typeface="Yu Gothic"/>
                <a:cs typeface="Yu Gothic"/>
              </a:defRPr>
            </a:lvl2pPr>
            <a:lvl3pPr>
              <a:buNone/>
              <a:defRPr sz="2550" b="1">
                <a:solidFill>
                  <a:srgbClr val="243845"/>
                </a:solidFill>
                <a:latin typeface="Yu Gothic"/>
                <a:ea typeface="Yu Gothic"/>
                <a:cs typeface="Yu Gothic"/>
              </a:defRPr>
            </a:lvl3pPr>
            <a:lvl4pPr>
              <a:buNone/>
              <a:defRPr sz="2550" b="1">
                <a:solidFill>
                  <a:srgbClr val="243845"/>
                </a:solidFill>
                <a:latin typeface="Yu Gothic"/>
                <a:ea typeface="Yu Gothic"/>
                <a:cs typeface="Yu Gothic"/>
              </a:defRPr>
            </a:lvl4pPr>
            <a:lvl5pPr>
              <a:buNone/>
              <a:defRPr sz="2550" b="1">
                <a:solidFill>
                  <a:srgbClr val="243845"/>
                </a:solidFill>
                <a:latin typeface="Yu Gothic"/>
                <a:ea typeface="Yu Gothic"/>
                <a:cs typeface="Yu Gothic"/>
              </a:defRPr>
            </a:lvl5pPr>
            <a:lvl6pPr>
              <a:buNone/>
              <a:defRPr sz="2550" b="1">
                <a:solidFill>
                  <a:srgbClr val="243845"/>
                </a:solidFill>
                <a:latin typeface="Yu Gothic"/>
                <a:ea typeface="Yu Gothic"/>
                <a:cs typeface="Yu Gothic"/>
              </a:defRPr>
            </a:lvl6pPr>
            <a:lvl7pPr>
              <a:buNone/>
              <a:defRPr sz="2550" b="1">
                <a:solidFill>
                  <a:srgbClr val="243845"/>
                </a:solidFill>
                <a:latin typeface="Yu Gothic"/>
                <a:ea typeface="Yu Gothic"/>
                <a:cs typeface="Yu Gothic"/>
              </a:defRPr>
            </a:lvl7pPr>
            <a:lvl8pPr>
              <a:buNone/>
              <a:defRPr sz="2550" b="1">
                <a:solidFill>
                  <a:srgbClr val="243845"/>
                </a:solidFill>
                <a:latin typeface="Yu Gothic"/>
                <a:ea typeface="Yu Gothic"/>
                <a:cs typeface="Yu Gothic"/>
              </a:defRPr>
            </a:lvl8pPr>
            <a:lvl9pPr>
              <a:buNone/>
              <a:defRPr sz="2550" b="1">
                <a:solidFill>
                  <a:srgbClr val="243845"/>
                </a:solidFill>
                <a:latin typeface="Yu Gothic"/>
                <a:ea typeface="Yu Gothic"/>
                <a:cs typeface="Yu Gothic"/>
              </a:defRPr>
            </a:lvl9pPr>
          </a:lstStyle>
          <a:p xmlns:a="http://schemas.openxmlformats.org/drawingml/2006/main">
            <a:pPr>
              <a:buNone/>
              <a:defRPr sz="2550" b="1">
                <a:solidFill>
                  <a:srgbClr val="243845"/>
                </a:solidFill>
                <a:latin typeface="Yu Gothic"/>
                <a:ea typeface="Yu Gothic"/>
                <a:cs typeface="Yu Gothic"/>
              </a:defRPr>
            </a:pPr>
            <a:r>
              <a:rPr sz="2550" b="1">
                <a:solidFill>
                  <a:srgbClr val="243845"/>
                </a:solidFill>
                <a:latin typeface="Yu Gothic"/>
                <a:ea typeface="Yu Gothic"/>
                <a:cs typeface="Yu Gothic"/>
              </a:rPr>
              <a:t>金属</a:t>
            </a:r>
          </a:p>
        </p:txBody>
      </p:sp>
      <p:sp>
        <p:nvSpPr>
          <p:cNvPr id="13" name="">
            <a:extLst xmlns:a="http://schemas.openxmlformats.org/drawingml/2006/main">
              <a:ext uri="{FF2B5EF4-FFF2-40B4-BE49-F238E27FC236}">
                <a16:creationId xmlns:a16="http://schemas.microsoft.com/office/drawing/2014/main" id="{0DB4804E-D973-4E12-B855-A1390E99F191}"/>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4" name="">
            <a:extLst xmlns:a="http://schemas.openxmlformats.org/drawingml/2006/main">
              <a:ext uri="{FF2B5EF4-FFF2-40B4-BE49-F238E27FC236}">
                <a16:creationId xmlns:a16="http://schemas.microsoft.com/office/drawing/2014/main" id="{CD75188C-0A6C-43D6-ACFD-B01AE8B2EE1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9 / 38</a:t>
            </a:r>
          </a:p>
        </p:txBody>
      </p:sp>
    </p:spTree>
    <p:extLst>
      <p:ext uri="{BB962C8B-B14F-4D97-AF65-F5344CB8AC3E}">
        <p14:creationId xmlns:p14="http://schemas.microsoft.com/office/powerpoint/2010/main" val="15344774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8434A15-E9EE-4FEA-9007-2A19CCE0163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用途と条件から出発する</a:t>
            </a:r>
          </a:p>
        </p:txBody>
      </p:sp>
      <p:sp>
        <p:nvSpPr>
          <p:cNvPr id="2" name="">
            <a:extLst xmlns:a="http://schemas.openxmlformats.org/drawingml/2006/main">
              <a:ext uri="{FF2B5EF4-FFF2-40B4-BE49-F238E27FC236}">
                <a16:creationId xmlns:a16="http://schemas.microsoft.com/office/drawing/2014/main" id="{91F7ADAB-06E5-4E64-AC44-F0673D165DBD}"/>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3A5EE59-B565-4C6E-B7B4-177E70425545}"/>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誰が、何のために使うか</a:t>
            </a:r>
          </a:p>
        </p:txBody>
      </p:sp>
      <p:sp>
        <p:nvSpPr>
          <p:cNvPr id="4" name="">
            <a:extLst xmlns:a="http://schemas.openxmlformats.org/drawingml/2006/main">
              <a:ext uri="{FF2B5EF4-FFF2-40B4-BE49-F238E27FC236}">
                <a16:creationId xmlns:a16="http://schemas.microsoft.com/office/drawing/2014/main" id="{129189B7-C94B-4C63-B588-58DAB8A91B00}"/>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どこで、どのくらいの期間使うか</a:t>
            </a:r>
          </a:p>
        </p:txBody>
      </p:sp>
      <p:sp>
        <p:nvSpPr>
          <p:cNvPr id="5" name="">
            <a:extLst xmlns:a="http://schemas.openxmlformats.org/drawingml/2006/main">
              <a:ext uri="{FF2B5EF4-FFF2-40B4-BE49-F238E27FC236}">
                <a16:creationId xmlns:a16="http://schemas.microsoft.com/office/drawing/2014/main" id="{0B0211FD-0443-43AA-91E3-5E3E1359C7F5}"/>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どんな力・水・熱などにさらされるか</a:t>
            </a:r>
          </a:p>
        </p:txBody>
      </p:sp>
      <p:sp>
        <p:nvSpPr>
          <p:cNvPr id="6" name="">
            <a:extLst xmlns:a="http://schemas.openxmlformats.org/drawingml/2006/main">
              <a:ext uri="{FF2B5EF4-FFF2-40B4-BE49-F238E27FC236}">
                <a16:creationId xmlns:a16="http://schemas.microsoft.com/office/drawing/2014/main" id="{949981CA-D703-45E6-BA00-5314CE668F60}"/>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何で加工し、どう保守するか</a:t>
            </a:r>
          </a:p>
        </p:txBody>
      </p:sp>
      <p:sp>
        <p:nvSpPr>
          <p:cNvPr id="7" name="">
            <a:extLst xmlns:a="http://schemas.openxmlformats.org/drawingml/2006/main">
              <a:ext uri="{FF2B5EF4-FFF2-40B4-BE49-F238E27FC236}">
                <a16:creationId xmlns:a16="http://schemas.microsoft.com/office/drawing/2014/main" id="{C9EFABF7-A10A-448E-BB71-EB383C08DACB}"/>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8" name="">
            <a:extLst xmlns:a="http://schemas.openxmlformats.org/drawingml/2006/main">
              <a:ext uri="{FF2B5EF4-FFF2-40B4-BE49-F238E27FC236}">
                <a16:creationId xmlns:a16="http://schemas.microsoft.com/office/drawing/2014/main" id="{D9B2176E-5427-4E89-B757-8D014AF60933}"/>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10 / 38</a:t>
            </a:r>
          </a:p>
        </p:txBody>
      </p:sp>
    </p:spTree>
    <p:extLst>
      <p:ext uri="{BB962C8B-B14F-4D97-AF65-F5344CB8AC3E}">
        <p14:creationId xmlns:p14="http://schemas.microsoft.com/office/powerpoint/2010/main" val="8024743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61D78EB-809C-4AFD-9038-395D2984ABF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材料を比べる六つの観点</a:t>
            </a:r>
          </a:p>
        </p:txBody>
      </p:sp>
      <p:sp>
        <p:nvSpPr>
          <p:cNvPr id="2" name="">
            <a:extLst xmlns:a="http://schemas.openxmlformats.org/drawingml/2006/main">
              <a:ext uri="{FF2B5EF4-FFF2-40B4-BE49-F238E27FC236}">
                <a16:creationId xmlns:a16="http://schemas.microsoft.com/office/drawing/2014/main" id="{028EC871-D909-4479-9691-5502B532A02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F1A2420-90DE-4FA0-88CA-7D145FB9BEEB}"/>
              </a:ext>
            </a:extLst>
          </p:cNvPr>
          <p:cNvSpPr>
            <a:spLocks xmlns:a="http://schemas.openxmlformats.org/drawingml/2006/main" noGrp="1"/>
          </p:cNvSpPr>
          <p:nvPr/>
        </p:nvSpPr>
        <p:spPr>
          <a:xfrm xmlns:a="http://schemas.openxmlformats.org/drawingml/2006/main">
            <a:off x="857250" y="17145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A6C9B"/>
                </a:solidFill>
                <a:latin typeface="Yu Gothic"/>
                <a:ea typeface="Yu Gothic"/>
                <a:cs typeface="Yu Gothic"/>
              </a:defRPr>
            </a:defPPr>
            <a:lvl1pPr>
              <a:buNone/>
              <a:defRPr sz="1875" b="1">
                <a:solidFill>
                  <a:srgbClr val="2A6C9B"/>
                </a:solidFill>
                <a:latin typeface="Yu Gothic"/>
                <a:ea typeface="Yu Gothic"/>
                <a:cs typeface="Yu Gothic"/>
              </a:defRPr>
            </a:lvl1pPr>
            <a:lvl2pPr>
              <a:buNone/>
              <a:defRPr sz="1875" b="1">
                <a:solidFill>
                  <a:srgbClr val="2A6C9B"/>
                </a:solidFill>
                <a:latin typeface="Yu Gothic"/>
                <a:ea typeface="Yu Gothic"/>
                <a:cs typeface="Yu Gothic"/>
              </a:defRPr>
            </a:lvl2pPr>
            <a:lvl3pPr>
              <a:buNone/>
              <a:defRPr sz="1875" b="1">
                <a:solidFill>
                  <a:srgbClr val="2A6C9B"/>
                </a:solidFill>
                <a:latin typeface="Yu Gothic"/>
                <a:ea typeface="Yu Gothic"/>
                <a:cs typeface="Yu Gothic"/>
              </a:defRPr>
            </a:lvl3pPr>
            <a:lvl4pPr>
              <a:buNone/>
              <a:defRPr sz="1875" b="1">
                <a:solidFill>
                  <a:srgbClr val="2A6C9B"/>
                </a:solidFill>
                <a:latin typeface="Yu Gothic"/>
                <a:ea typeface="Yu Gothic"/>
                <a:cs typeface="Yu Gothic"/>
              </a:defRPr>
            </a:lvl4pPr>
            <a:lvl5pPr>
              <a:buNone/>
              <a:defRPr sz="1875" b="1">
                <a:solidFill>
                  <a:srgbClr val="2A6C9B"/>
                </a:solidFill>
                <a:latin typeface="Yu Gothic"/>
                <a:ea typeface="Yu Gothic"/>
                <a:cs typeface="Yu Gothic"/>
              </a:defRPr>
            </a:lvl5pPr>
            <a:lvl6pPr>
              <a:buNone/>
              <a:defRPr sz="1875" b="1">
                <a:solidFill>
                  <a:srgbClr val="2A6C9B"/>
                </a:solidFill>
                <a:latin typeface="Yu Gothic"/>
                <a:ea typeface="Yu Gothic"/>
                <a:cs typeface="Yu Gothic"/>
              </a:defRPr>
            </a:lvl6pPr>
            <a:lvl7pPr>
              <a:buNone/>
              <a:defRPr sz="1875" b="1">
                <a:solidFill>
                  <a:srgbClr val="2A6C9B"/>
                </a:solidFill>
                <a:latin typeface="Yu Gothic"/>
                <a:ea typeface="Yu Gothic"/>
                <a:cs typeface="Yu Gothic"/>
              </a:defRPr>
            </a:lvl7pPr>
            <a:lvl8pPr>
              <a:buNone/>
              <a:defRPr sz="1875" b="1">
                <a:solidFill>
                  <a:srgbClr val="2A6C9B"/>
                </a:solidFill>
                <a:latin typeface="Yu Gothic"/>
                <a:ea typeface="Yu Gothic"/>
                <a:cs typeface="Yu Gothic"/>
              </a:defRPr>
            </a:lvl8pPr>
            <a:lvl9pPr>
              <a:buNone/>
              <a:defRPr sz="1875" b="1">
                <a:solidFill>
                  <a:srgbClr val="2A6C9B"/>
                </a:solidFill>
                <a:latin typeface="Yu Gothic"/>
                <a:ea typeface="Yu Gothic"/>
                <a:cs typeface="Yu Gothic"/>
              </a:defRPr>
            </a:lvl9pPr>
          </a:lstStyle>
          <a:p xmlns:a="http://schemas.openxmlformats.org/drawingml/2006/main">
            <a:pPr>
              <a:buNone/>
              <a:defRPr sz="1875" b="1">
                <a:solidFill>
                  <a:srgbClr val="2A6C9B"/>
                </a:solidFill>
                <a:latin typeface="Yu Gothic"/>
                <a:ea typeface="Yu Gothic"/>
                <a:cs typeface="Yu Gothic"/>
              </a:defRPr>
            </a:pPr>
            <a:r>
              <a:rPr sz="1875" b="1">
                <a:solidFill>
                  <a:srgbClr val="2A6C9B"/>
                </a:solidFill>
                <a:latin typeface="Yu Gothic"/>
                <a:ea typeface="Yu Gothic"/>
                <a:cs typeface="Yu Gothic"/>
              </a:rPr>
              <a:t>01</a:t>
            </a:r>
          </a:p>
        </p:txBody>
      </p:sp>
      <p:sp>
        <p:nvSpPr>
          <p:cNvPr id="4" name="">
            <a:extLst xmlns:a="http://schemas.openxmlformats.org/drawingml/2006/main">
              <a:ext uri="{FF2B5EF4-FFF2-40B4-BE49-F238E27FC236}">
                <a16:creationId xmlns:a16="http://schemas.microsoft.com/office/drawing/2014/main" id="{645313D2-C7F8-4AE2-A5D4-5B80EE7D777E}"/>
              </a:ext>
            </a:extLst>
          </p:cNvPr>
          <p:cNvSpPr>
            <a:spLocks xmlns:a="http://schemas.openxmlformats.org/drawingml/2006/main" noGrp="1"/>
          </p:cNvSpPr>
          <p:nvPr/>
        </p:nvSpPr>
        <p:spPr>
          <a:xfrm xmlns:a="http://schemas.openxmlformats.org/drawingml/2006/main">
            <a:off x="1666875" y="1695450"/>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力と変形</a:t>
            </a:r>
          </a:p>
        </p:txBody>
      </p:sp>
      <p:sp>
        <p:nvSpPr>
          <p:cNvPr id="5" name="">
            <a:extLst xmlns:a="http://schemas.openxmlformats.org/drawingml/2006/main">
              <a:ext uri="{FF2B5EF4-FFF2-40B4-BE49-F238E27FC236}">
                <a16:creationId xmlns:a16="http://schemas.microsoft.com/office/drawing/2014/main" id="{7D0037F6-1070-44F2-893C-C502DA801364}"/>
              </a:ext>
            </a:extLst>
          </p:cNvPr>
          <p:cNvSpPr>
            <a:spLocks xmlns:a="http://schemas.openxmlformats.org/drawingml/2006/main" noGrp="1"/>
          </p:cNvSpPr>
          <p:nvPr/>
        </p:nvSpPr>
        <p:spPr>
          <a:xfrm xmlns:a="http://schemas.openxmlformats.org/drawingml/2006/main" flipH="0" flipV="0">
            <a:off x="857250" y="2495550"/>
            <a:ext cx="47625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6" name="">
            <a:extLst xmlns:a="http://schemas.openxmlformats.org/drawingml/2006/main">
              <a:ext uri="{FF2B5EF4-FFF2-40B4-BE49-F238E27FC236}">
                <a16:creationId xmlns:a16="http://schemas.microsoft.com/office/drawing/2014/main" id="{EB00131A-2A35-487F-BD81-AC21FF800FC5}"/>
              </a:ext>
            </a:extLst>
          </p:cNvPr>
          <p:cNvSpPr>
            <a:spLocks xmlns:a="http://schemas.openxmlformats.org/drawingml/2006/main" noGrp="1"/>
          </p:cNvSpPr>
          <p:nvPr/>
        </p:nvSpPr>
        <p:spPr>
          <a:xfrm xmlns:a="http://schemas.openxmlformats.org/drawingml/2006/main">
            <a:off x="6381750" y="17145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A6C9B"/>
                </a:solidFill>
                <a:latin typeface="Yu Gothic"/>
                <a:ea typeface="Yu Gothic"/>
                <a:cs typeface="Yu Gothic"/>
              </a:defRPr>
            </a:defPPr>
            <a:lvl1pPr>
              <a:buNone/>
              <a:defRPr sz="1875" b="1">
                <a:solidFill>
                  <a:srgbClr val="2A6C9B"/>
                </a:solidFill>
                <a:latin typeface="Yu Gothic"/>
                <a:ea typeface="Yu Gothic"/>
                <a:cs typeface="Yu Gothic"/>
              </a:defRPr>
            </a:lvl1pPr>
            <a:lvl2pPr>
              <a:buNone/>
              <a:defRPr sz="1875" b="1">
                <a:solidFill>
                  <a:srgbClr val="2A6C9B"/>
                </a:solidFill>
                <a:latin typeface="Yu Gothic"/>
                <a:ea typeface="Yu Gothic"/>
                <a:cs typeface="Yu Gothic"/>
              </a:defRPr>
            </a:lvl2pPr>
            <a:lvl3pPr>
              <a:buNone/>
              <a:defRPr sz="1875" b="1">
                <a:solidFill>
                  <a:srgbClr val="2A6C9B"/>
                </a:solidFill>
                <a:latin typeface="Yu Gothic"/>
                <a:ea typeface="Yu Gothic"/>
                <a:cs typeface="Yu Gothic"/>
              </a:defRPr>
            </a:lvl3pPr>
            <a:lvl4pPr>
              <a:buNone/>
              <a:defRPr sz="1875" b="1">
                <a:solidFill>
                  <a:srgbClr val="2A6C9B"/>
                </a:solidFill>
                <a:latin typeface="Yu Gothic"/>
                <a:ea typeface="Yu Gothic"/>
                <a:cs typeface="Yu Gothic"/>
              </a:defRPr>
            </a:lvl4pPr>
            <a:lvl5pPr>
              <a:buNone/>
              <a:defRPr sz="1875" b="1">
                <a:solidFill>
                  <a:srgbClr val="2A6C9B"/>
                </a:solidFill>
                <a:latin typeface="Yu Gothic"/>
                <a:ea typeface="Yu Gothic"/>
                <a:cs typeface="Yu Gothic"/>
              </a:defRPr>
            </a:lvl5pPr>
            <a:lvl6pPr>
              <a:buNone/>
              <a:defRPr sz="1875" b="1">
                <a:solidFill>
                  <a:srgbClr val="2A6C9B"/>
                </a:solidFill>
                <a:latin typeface="Yu Gothic"/>
                <a:ea typeface="Yu Gothic"/>
                <a:cs typeface="Yu Gothic"/>
              </a:defRPr>
            </a:lvl6pPr>
            <a:lvl7pPr>
              <a:buNone/>
              <a:defRPr sz="1875" b="1">
                <a:solidFill>
                  <a:srgbClr val="2A6C9B"/>
                </a:solidFill>
                <a:latin typeface="Yu Gothic"/>
                <a:ea typeface="Yu Gothic"/>
                <a:cs typeface="Yu Gothic"/>
              </a:defRPr>
            </a:lvl7pPr>
            <a:lvl8pPr>
              <a:buNone/>
              <a:defRPr sz="1875" b="1">
                <a:solidFill>
                  <a:srgbClr val="2A6C9B"/>
                </a:solidFill>
                <a:latin typeface="Yu Gothic"/>
                <a:ea typeface="Yu Gothic"/>
                <a:cs typeface="Yu Gothic"/>
              </a:defRPr>
            </a:lvl8pPr>
            <a:lvl9pPr>
              <a:buNone/>
              <a:defRPr sz="1875" b="1">
                <a:solidFill>
                  <a:srgbClr val="2A6C9B"/>
                </a:solidFill>
                <a:latin typeface="Yu Gothic"/>
                <a:ea typeface="Yu Gothic"/>
                <a:cs typeface="Yu Gothic"/>
              </a:defRPr>
            </a:lvl9pPr>
          </a:lstStyle>
          <a:p xmlns:a="http://schemas.openxmlformats.org/drawingml/2006/main">
            <a:pPr>
              <a:buNone/>
              <a:defRPr sz="1875" b="1">
                <a:solidFill>
                  <a:srgbClr val="2A6C9B"/>
                </a:solidFill>
                <a:latin typeface="Yu Gothic"/>
                <a:ea typeface="Yu Gothic"/>
                <a:cs typeface="Yu Gothic"/>
              </a:defRPr>
            </a:pPr>
            <a:r>
              <a:rPr sz="1875" b="1">
                <a:solidFill>
                  <a:srgbClr val="2A6C9B"/>
                </a:solidFill>
                <a:latin typeface="Yu Gothic"/>
                <a:ea typeface="Yu Gothic"/>
                <a:cs typeface="Yu Gothic"/>
              </a:rPr>
              <a:t>02</a:t>
            </a:r>
          </a:p>
        </p:txBody>
      </p:sp>
      <p:sp>
        <p:nvSpPr>
          <p:cNvPr id="7" name="">
            <a:extLst xmlns:a="http://schemas.openxmlformats.org/drawingml/2006/main">
              <a:ext uri="{FF2B5EF4-FFF2-40B4-BE49-F238E27FC236}">
                <a16:creationId xmlns:a16="http://schemas.microsoft.com/office/drawing/2014/main" id="{ED4CF164-E5D0-4769-82C7-BC560A53491D}"/>
              </a:ext>
            </a:extLst>
          </p:cNvPr>
          <p:cNvSpPr>
            <a:spLocks xmlns:a="http://schemas.openxmlformats.org/drawingml/2006/main" noGrp="1"/>
          </p:cNvSpPr>
          <p:nvPr/>
        </p:nvSpPr>
        <p:spPr>
          <a:xfrm xmlns:a="http://schemas.openxmlformats.org/drawingml/2006/main">
            <a:off x="7191375" y="1695450"/>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質量・寸法</a:t>
            </a:r>
          </a:p>
        </p:txBody>
      </p:sp>
      <p:sp>
        <p:nvSpPr>
          <p:cNvPr id="8" name="">
            <a:extLst xmlns:a="http://schemas.openxmlformats.org/drawingml/2006/main">
              <a:ext uri="{FF2B5EF4-FFF2-40B4-BE49-F238E27FC236}">
                <a16:creationId xmlns:a16="http://schemas.microsoft.com/office/drawing/2014/main" id="{82A8C84C-FBC5-4DA5-B4BB-FA962C2221CB}"/>
              </a:ext>
            </a:extLst>
          </p:cNvPr>
          <p:cNvSpPr>
            <a:spLocks xmlns:a="http://schemas.openxmlformats.org/drawingml/2006/main" noGrp="1"/>
          </p:cNvSpPr>
          <p:nvPr/>
        </p:nvSpPr>
        <p:spPr>
          <a:xfrm xmlns:a="http://schemas.openxmlformats.org/drawingml/2006/main" flipH="0" flipV="0">
            <a:off x="6381750" y="2495550"/>
            <a:ext cx="47625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9" name="">
            <a:extLst xmlns:a="http://schemas.openxmlformats.org/drawingml/2006/main">
              <a:ext uri="{FF2B5EF4-FFF2-40B4-BE49-F238E27FC236}">
                <a16:creationId xmlns:a16="http://schemas.microsoft.com/office/drawing/2014/main" id="{9C7D635D-5DEA-42A2-98AF-CE7D50CEF3A7}"/>
              </a:ext>
            </a:extLst>
          </p:cNvPr>
          <p:cNvSpPr>
            <a:spLocks xmlns:a="http://schemas.openxmlformats.org/drawingml/2006/main" noGrp="1"/>
          </p:cNvSpPr>
          <p:nvPr/>
        </p:nvSpPr>
        <p:spPr>
          <a:xfrm xmlns:a="http://schemas.openxmlformats.org/drawingml/2006/main">
            <a:off x="857250" y="30480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A6C9B"/>
                </a:solidFill>
                <a:latin typeface="Yu Gothic"/>
                <a:ea typeface="Yu Gothic"/>
                <a:cs typeface="Yu Gothic"/>
              </a:defRPr>
            </a:defPPr>
            <a:lvl1pPr>
              <a:buNone/>
              <a:defRPr sz="1875" b="1">
                <a:solidFill>
                  <a:srgbClr val="2A6C9B"/>
                </a:solidFill>
                <a:latin typeface="Yu Gothic"/>
                <a:ea typeface="Yu Gothic"/>
                <a:cs typeface="Yu Gothic"/>
              </a:defRPr>
            </a:lvl1pPr>
            <a:lvl2pPr>
              <a:buNone/>
              <a:defRPr sz="1875" b="1">
                <a:solidFill>
                  <a:srgbClr val="2A6C9B"/>
                </a:solidFill>
                <a:latin typeface="Yu Gothic"/>
                <a:ea typeface="Yu Gothic"/>
                <a:cs typeface="Yu Gothic"/>
              </a:defRPr>
            </a:lvl2pPr>
            <a:lvl3pPr>
              <a:buNone/>
              <a:defRPr sz="1875" b="1">
                <a:solidFill>
                  <a:srgbClr val="2A6C9B"/>
                </a:solidFill>
                <a:latin typeface="Yu Gothic"/>
                <a:ea typeface="Yu Gothic"/>
                <a:cs typeface="Yu Gothic"/>
              </a:defRPr>
            </a:lvl3pPr>
            <a:lvl4pPr>
              <a:buNone/>
              <a:defRPr sz="1875" b="1">
                <a:solidFill>
                  <a:srgbClr val="2A6C9B"/>
                </a:solidFill>
                <a:latin typeface="Yu Gothic"/>
                <a:ea typeface="Yu Gothic"/>
                <a:cs typeface="Yu Gothic"/>
              </a:defRPr>
            </a:lvl4pPr>
            <a:lvl5pPr>
              <a:buNone/>
              <a:defRPr sz="1875" b="1">
                <a:solidFill>
                  <a:srgbClr val="2A6C9B"/>
                </a:solidFill>
                <a:latin typeface="Yu Gothic"/>
                <a:ea typeface="Yu Gothic"/>
                <a:cs typeface="Yu Gothic"/>
              </a:defRPr>
            </a:lvl5pPr>
            <a:lvl6pPr>
              <a:buNone/>
              <a:defRPr sz="1875" b="1">
                <a:solidFill>
                  <a:srgbClr val="2A6C9B"/>
                </a:solidFill>
                <a:latin typeface="Yu Gothic"/>
                <a:ea typeface="Yu Gothic"/>
                <a:cs typeface="Yu Gothic"/>
              </a:defRPr>
            </a:lvl6pPr>
            <a:lvl7pPr>
              <a:buNone/>
              <a:defRPr sz="1875" b="1">
                <a:solidFill>
                  <a:srgbClr val="2A6C9B"/>
                </a:solidFill>
                <a:latin typeface="Yu Gothic"/>
                <a:ea typeface="Yu Gothic"/>
                <a:cs typeface="Yu Gothic"/>
              </a:defRPr>
            </a:lvl7pPr>
            <a:lvl8pPr>
              <a:buNone/>
              <a:defRPr sz="1875" b="1">
                <a:solidFill>
                  <a:srgbClr val="2A6C9B"/>
                </a:solidFill>
                <a:latin typeface="Yu Gothic"/>
                <a:ea typeface="Yu Gothic"/>
                <a:cs typeface="Yu Gothic"/>
              </a:defRPr>
            </a:lvl8pPr>
            <a:lvl9pPr>
              <a:buNone/>
              <a:defRPr sz="1875" b="1">
                <a:solidFill>
                  <a:srgbClr val="2A6C9B"/>
                </a:solidFill>
                <a:latin typeface="Yu Gothic"/>
                <a:ea typeface="Yu Gothic"/>
                <a:cs typeface="Yu Gothic"/>
              </a:defRPr>
            </a:lvl9pPr>
          </a:lstStyle>
          <a:p xmlns:a="http://schemas.openxmlformats.org/drawingml/2006/main">
            <a:pPr>
              <a:buNone/>
              <a:defRPr sz="1875" b="1">
                <a:solidFill>
                  <a:srgbClr val="2A6C9B"/>
                </a:solidFill>
                <a:latin typeface="Yu Gothic"/>
                <a:ea typeface="Yu Gothic"/>
                <a:cs typeface="Yu Gothic"/>
              </a:defRPr>
            </a:pPr>
            <a:r>
              <a:rPr sz="1875" b="1">
                <a:solidFill>
                  <a:srgbClr val="2A6C9B"/>
                </a:solidFill>
                <a:latin typeface="Yu Gothic"/>
                <a:ea typeface="Yu Gothic"/>
                <a:cs typeface="Yu Gothic"/>
              </a:rPr>
              <a:t>03</a:t>
            </a:r>
          </a:p>
        </p:txBody>
      </p:sp>
      <p:sp>
        <p:nvSpPr>
          <p:cNvPr id="10" name="">
            <a:extLst xmlns:a="http://schemas.openxmlformats.org/drawingml/2006/main">
              <a:ext uri="{FF2B5EF4-FFF2-40B4-BE49-F238E27FC236}">
                <a16:creationId xmlns:a16="http://schemas.microsoft.com/office/drawing/2014/main" id="{884BA12F-C899-409E-8534-2E8354E9C68F}"/>
              </a:ext>
            </a:extLst>
          </p:cNvPr>
          <p:cNvSpPr>
            <a:spLocks xmlns:a="http://schemas.openxmlformats.org/drawingml/2006/main" noGrp="1"/>
          </p:cNvSpPr>
          <p:nvPr/>
        </p:nvSpPr>
        <p:spPr>
          <a:xfrm xmlns:a="http://schemas.openxmlformats.org/drawingml/2006/main">
            <a:off x="1666875" y="3028950"/>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水・熱・使用環境</a:t>
            </a:r>
          </a:p>
        </p:txBody>
      </p:sp>
      <p:sp>
        <p:nvSpPr>
          <p:cNvPr id="11" name="">
            <a:extLst xmlns:a="http://schemas.openxmlformats.org/drawingml/2006/main">
              <a:ext uri="{FF2B5EF4-FFF2-40B4-BE49-F238E27FC236}">
                <a16:creationId xmlns:a16="http://schemas.microsoft.com/office/drawing/2014/main" id="{ACD0F8DA-4129-4A67-B817-0234DBE4A927}"/>
              </a:ext>
            </a:extLst>
          </p:cNvPr>
          <p:cNvSpPr>
            <a:spLocks xmlns:a="http://schemas.openxmlformats.org/drawingml/2006/main" noGrp="1"/>
          </p:cNvSpPr>
          <p:nvPr/>
        </p:nvSpPr>
        <p:spPr>
          <a:xfrm xmlns:a="http://schemas.openxmlformats.org/drawingml/2006/main" flipH="0" flipV="0">
            <a:off x="857250" y="3829050"/>
            <a:ext cx="47625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2" name="">
            <a:extLst xmlns:a="http://schemas.openxmlformats.org/drawingml/2006/main">
              <a:ext uri="{FF2B5EF4-FFF2-40B4-BE49-F238E27FC236}">
                <a16:creationId xmlns:a16="http://schemas.microsoft.com/office/drawing/2014/main" id="{6E60EDCE-B368-4981-B3E4-33BF3023B213}"/>
              </a:ext>
            </a:extLst>
          </p:cNvPr>
          <p:cNvSpPr>
            <a:spLocks xmlns:a="http://schemas.openxmlformats.org/drawingml/2006/main" noGrp="1"/>
          </p:cNvSpPr>
          <p:nvPr/>
        </p:nvSpPr>
        <p:spPr>
          <a:xfrm xmlns:a="http://schemas.openxmlformats.org/drawingml/2006/main">
            <a:off x="6381750" y="30480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A6C9B"/>
                </a:solidFill>
                <a:latin typeface="Yu Gothic"/>
                <a:ea typeface="Yu Gothic"/>
                <a:cs typeface="Yu Gothic"/>
              </a:defRPr>
            </a:defPPr>
            <a:lvl1pPr>
              <a:buNone/>
              <a:defRPr sz="1875" b="1">
                <a:solidFill>
                  <a:srgbClr val="2A6C9B"/>
                </a:solidFill>
                <a:latin typeface="Yu Gothic"/>
                <a:ea typeface="Yu Gothic"/>
                <a:cs typeface="Yu Gothic"/>
              </a:defRPr>
            </a:lvl1pPr>
            <a:lvl2pPr>
              <a:buNone/>
              <a:defRPr sz="1875" b="1">
                <a:solidFill>
                  <a:srgbClr val="2A6C9B"/>
                </a:solidFill>
                <a:latin typeface="Yu Gothic"/>
                <a:ea typeface="Yu Gothic"/>
                <a:cs typeface="Yu Gothic"/>
              </a:defRPr>
            </a:lvl2pPr>
            <a:lvl3pPr>
              <a:buNone/>
              <a:defRPr sz="1875" b="1">
                <a:solidFill>
                  <a:srgbClr val="2A6C9B"/>
                </a:solidFill>
                <a:latin typeface="Yu Gothic"/>
                <a:ea typeface="Yu Gothic"/>
                <a:cs typeface="Yu Gothic"/>
              </a:defRPr>
            </a:lvl3pPr>
            <a:lvl4pPr>
              <a:buNone/>
              <a:defRPr sz="1875" b="1">
                <a:solidFill>
                  <a:srgbClr val="2A6C9B"/>
                </a:solidFill>
                <a:latin typeface="Yu Gothic"/>
                <a:ea typeface="Yu Gothic"/>
                <a:cs typeface="Yu Gothic"/>
              </a:defRPr>
            </a:lvl4pPr>
            <a:lvl5pPr>
              <a:buNone/>
              <a:defRPr sz="1875" b="1">
                <a:solidFill>
                  <a:srgbClr val="2A6C9B"/>
                </a:solidFill>
                <a:latin typeface="Yu Gothic"/>
                <a:ea typeface="Yu Gothic"/>
                <a:cs typeface="Yu Gothic"/>
              </a:defRPr>
            </a:lvl5pPr>
            <a:lvl6pPr>
              <a:buNone/>
              <a:defRPr sz="1875" b="1">
                <a:solidFill>
                  <a:srgbClr val="2A6C9B"/>
                </a:solidFill>
                <a:latin typeface="Yu Gothic"/>
                <a:ea typeface="Yu Gothic"/>
                <a:cs typeface="Yu Gothic"/>
              </a:defRPr>
            </a:lvl6pPr>
            <a:lvl7pPr>
              <a:buNone/>
              <a:defRPr sz="1875" b="1">
                <a:solidFill>
                  <a:srgbClr val="2A6C9B"/>
                </a:solidFill>
                <a:latin typeface="Yu Gothic"/>
                <a:ea typeface="Yu Gothic"/>
                <a:cs typeface="Yu Gothic"/>
              </a:defRPr>
            </a:lvl7pPr>
            <a:lvl8pPr>
              <a:buNone/>
              <a:defRPr sz="1875" b="1">
                <a:solidFill>
                  <a:srgbClr val="2A6C9B"/>
                </a:solidFill>
                <a:latin typeface="Yu Gothic"/>
                <a:ea typeface="Yu Gothic"/>
                <a:cs typeface="Yu Gothic"/>
              </a:defRPr>
            </a:lvl8pPr>
            <a:lvl9pPr>
              <a:buNone/>
              <a:defRPr sz="1875" b="1">
                <a:solidFill>
                  <a:srgbClr val="2A6C9B"/>
                </a:solidFill>
                <a:latin typeface="Yu Gothic"/>
                <a:ea typeface="Yu Gothic"/>
                <a:cs typeface="Yu Gothic"/>
              </a:defRPr>
            </a:lvl9pPr>
          </a:lstStyle>
          <a:p xmlns:a="http://schemas.openxmlformats.org/drawingml/2006/main">
            <a:pPr>
              <a:buNone/>
              <a:defRPr sz="1875" b="1">
                <a:solidFill>
                  <a:srgbClr val="2A6C9B"/>
                </a:solidFill>
                <a:latin typeface="Yu Gothic"/>
                <a:ea typeface="Yu Gothic"/>
                <a:cs typeface="Yu Gothic"/>
              </a:defRPr>
            </a:pPr>
            <a:r>
              <a:rPr sz="1875" b="1">
                <a:solidFill>
                  <a:srgbClr val="2A6C9B"/>
                </a:solidFill>
                <a:latin typeface="Yu Gothic"/>
                <a:ea typeface="Yu Gothic"/>
                <a:cs typeface="Yu Gothic"/>
              </a:rPr>
              <a:t>04</a:t>
            </a:r>
          </a:p>
        </p:txBody>
      </p:sp>
      <p:sp>
        <p:nvSpPr>
          <p:cNvPr id="13" name="">
            <a:extLst xmlns:a="http://schemas.openxmlformats.org/drawingml/2006/main">
              <a:ext uri="{FF2B5EF4-FFF2-40B4-BE49-F238E27FC236}">
                <a16:creationId xmlns:a16="http://schemas.microsoft.com/office/drawing/2014/main" id="{53E62974-9679-4837-A0F4-5F9DBC3F22D4}"/>
              </a:ext>
            </a:extLst>
          </p:cNvPr>
          <p:cNvSpPr>
            <a:spLocks xmlns:a="http://schemas.openxmlformats.org/drawingml/2006/main" noGrp="1"/>
          </p:cNvSpPr>
          <p:nvPr/>
        </p:nvSpPr>
        <p:spPr>
          <a:xfrm xmlns:a="http://schemas.openxmlformats.org/drawingml/2006/main">
            <a:off x="7191375" y="3028950"/>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加工・接合</a:t>
            </a:r>
          </a:p>
        </p:txBody>
      </p:sp>
      <p:sp>
        <p:nvSpPr>
          <p:cNvPr id="14" name="">
            <a:extLst xmlns:a="http://schemas.openxmlformats.org/drawingml/2006/main">
              <a:ext uri="{FF2B5EF4-FFF2-40B4-BE49-F238E27FC236}">
                <a16:creationId xmlns:a16="http://schemas.microsoft.com/office/drawing/2014/main" id="{267DA8D5-7A6F-480F-ADE9-C11F59671582}"/>
              </a:ext>
            </a:extLst>
          </p:cNvPr>
          <p:cNvSpPr>
            <a:spLocks xmlns:a="http://schemas.openxmlformats.org/drawingml/2006/main" noGrp="1"/>
          </p:cNvSpPr>
          <p:nvPr/>
        </p:nvSpPr>
        <p:spPr>
          <a:xfrm xmlns:a="http://schemas.openxmlformats.org/drawingml/2006/main" flipH="0" flipV="0">
            <a:off x="6381750" y="3829050"/>
            <a:ext cx="47625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5" name="">
            <a:extLst xmlns:a="http://schemas.openxmlformats.org/drawingml/2006/main">
              <a:ext uri="{FF2B5EF4-FFF2-40B4-BE49-F238E27FC236}">
                <a16:creationId xmlns:a16="http://schemas.microsoft.com/office/drawing/2014/main" id="{5F8B958D-4EA6-4468-B4A6-1242B3AC15BE}"/>
              </a:ext>
            </a:extLst>
          </p:cNvPr>
          <p:cNvSpPr>
            <a:spLocks xmlns:a="http://schemas.openxmlformats.org/drawingml/2006/main" noGrp="1"/>
          </p:cNvSpPr>
          <p:nvPr/>
        </p:nvSpPr>
        <p:spPr>
          <a:xfrm xmlns:a="http://schemas.openxmlformats.org/drawingml/2006/main">
            <a:off x="857250" y="43815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A6C9B"/>
                </a:solidFill>
                <a:latin typeface="Yu Gothic"/>
                <a:ea typeface="Yu Gothic"/>
                <a:cs typeface="Yu Gothic"/>
              </a:defRPr>
            </a:defPPr>
            <a:lvl1pPr>
              <a:buNone/>
              <a:defRPr sz="1875" b="1">
                <a:solidFill>
                  <a:srgbClr val="2A6C9B"/>
                </a:solidFill>
                <a:latin typeface="Yu Gothic"/>
                <a:ea typeface="Yu Gothic"/>
                <a:cs typeface="Yu Gothic"/>
              </a:defRPr>
            </a:lvl1pPr>
            <a:lvl2pPr>
              <a:buNone/>
              <a:defRPr sz="1875" b="1">
                <a:solidFill>
                  <a:srgbClr val="2A6C9B"/>
                </a:solidFill>
                <a:latin typeface="Yu Gothic"/>
                <a:ea typeface="Yu Gothic"/>
                <a:cs typeface="Yu Gothic"/>
              </a:defRPr>
            </a:lvl2pPr>
            <a:lvl3pPr>
              <a:buNone/>
              <a:defRPr sz="1875" b="1">
                <a:solidFill>
                  <a:srgbClr val="2A6C9B"/>
                </a:solidFill>
                <a:latin typeface="Yu Gothic"/>
                <a:ea typeface="Yu Gothic"/>
                <a:cs typeface="Yu Gothic"/>
              </a:defRPr>
            </a:lvl3pPr>
            <a:lvl4pPr>
              <a:buNone/>
              <a:defRPr sz="1875" b="1">
                <a:solidFill>
                  <a:srgbClr val="2A6C9B"/>
                </a:solidFill>
                <a:latin typeface="Yu Gothic"/>
                <a:ea typeface="Yu Gothic"/>
                <a:cs typeface="Yu Gothic"/>
              </a:defRPr>
            </a:lvl4pPr>
            <a:lvl5pPr>
              <a:buNone/>
              <a:defRPr sz="1875" b="1">
                <a:solidFill>
                  <a:srgbClr val="2A6C9B"/>
                </a:solidFill>
                <a:latin typeface="Yu Gothic"/>
                <a:ea typeface="Yu Gothic"/>
                <a:cs typeface="Yu Gothic"/>
              </a:defRPr>
            </a:lvl5pPr>
            <a:lvl6pPr>
              <a:buNone/>
              <a:defRPr sz="1875" b="1">
                <a:solidFill>
                  <a:srgbClr val="2A6C9B"/>
                </a:solidFill>
                <a:latin typeface="Yu Gothic"/>
                <a:ea typeface="Yu Gothic"/>
                <a:cs typeface="Yu Gothic"/>
              </a:defRPr>
            </a:lvl6pPr>
            <a:lvl7pPr>
              <a:buNone/>
              <a:defRPr sz="1875" b="1">
                <a:solidFill>
                  <a:srgbClr val="2A6C9B"/>
                </a:solidFill>
                <a:latin typeface="Yu Gothic"/>
                <a:ea typeface="Yu Gothic"/>
                <a:cs typeface="Yu Gothic"/>
              </a:defRPr>
            </a:lvl7pPr>
            <a:lvl8pPr>
              <a:buNone/>
              <a:defRPr sz="1875" b="1">
                <a:solidFill>
                  <a:srgbClr val="2A6C9B"/>
                </a:solidFill>
                <a:latin typeface="Yu Gothic"/>
                <a:ea typeface="Yu Gothic"/>
                <a:cs typeface="Yu Gothic"/>
              </a:defRPr>
            </a:lvl8pPr>
            <a:lvl9pPr>
              <a:buNone/>
              <a:defRPr sz="1875" b="1">
                <a:solidFill>
                  <a:srgbClr val="2A6C9B"/>
                </a:solidFill>
                <a:latin typeface="Yu Gothic"/>
                <a:ea typeface="Yu Gothic"/>
                <a:cs typeface="Yu Gothic"/>
              </a:defRPr>
            </a:lvl9pPr>
          </a:lstStyle>
          <a:p xmlns:a="http://schemas.openxmlformats.org/drawingml/2006/main">
            <a:pPr>
              <a:buNone/>
              <a:defRPr sz="1875" b="1">
                <a:solidFill>
                  <a:srgbClr val="2A6C9B"/>
                </a:solidFill>
                <a:latin typeface="Yu Gothic"/>
                <a:ea typeface="Yu Gothic"/>
                <a:cs typeface="Yu Gothic"/>
              </a:defRPr>
            </a:pPr>
            <a:r>
              <a:rPr sz="1875" b="1">
                <a:solidFill>
                  <a:srgbClr val="2A6C9B"/>
                </a:solidFill>
                <a:latin typeface="Yu Gothic"/>
                <a:ea typeface="Yu Gothic"/>
                <a:cs typeface="Yu Gothic"/>
              </a:rPr>
              <a:t>05</a:t>
            </a:r>
          </a:p>
        </p:txBody>
      </p:sp>
      <p:sp>
        <p:nvSpPr>
          <p:cNvPr id="16" name="">
            <a:extLst xmlns:a="http://schemas.openxmlformats.org/drawingml/2006/main">
              <a:ext uri="{FF2B5EF4-FFF2-40B4-BE49-F238E27FC236}">
                <a16:creationId xmlns:a16="http://schemas.microsoft.com/office/drawing/2014/main" id="{71583CAF-80CA-4B40-B550-AE941C1D2F3B}"/>
              </a:ext>
            </a:extLst>
          </p:cNvPr>
          <p:cNvSpPr>
            <a:spLocks xmlns:a="http://schemas.openxmlformats.org/drawingml/2006/main" noGrp="1"/>
          </p:cNvSpPr>
          <p:nvPr/>
        </p:nvSpPr>
        <p:spPr>
          <a:xfrm xmlns:a="http://schemas.openxmlformats.org/drawingml/2006/main">
            <a:off x="1666875" y="4362450"/>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費用・入手</a:t>
            </a:r>
          </a:p>
        </p:txBody>
      </p:sp>
      <p:sp>
        <p:nvSpPr>
          <p:cNvPr id="17" name="">
            <a:extLst xmlns:a="http://schemas.openxmlformats.org/drawingml/2006/main">
              <a:ext uri="{FF2B5EF4-FFF2-40B4-BE49-F238E27FC236}">
                <a16:creationId xmlns:a16="http://schemas.microsoft.com/office/drawing/2014/main" id="{41AC73A5-8D34-4854-8330-65FEBAF4F2B4}"/>
              </a:ext>
            </a:extLst>
          </p:cNvPr>
          <p:cNvSpPr>
            <a:spLocks xmlns:a="http://schemas.openxmlformats.org/drawingml/2006/main" noGrp="1"/>
          </p:cNvSpPr>
          <p:nvPr/>
        </p:nvSpPr>
        <p:spPr>
          <a:xfrm xmlns:a="http://schemas.openxmlformats.org/drawingml/2006/main" flipH="0" flipV="0">
            <a:off x="857250" y="5162550"/>
            <a:ext cx="47625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8" name="">
            <a:extLst xmlns:a="http://schemas.openxmlformats.org/drawingml/2006/main">
              <a:ext uri="{FF2B5EF4-FFF2-40B4-BE49-F238E27FC236}">
                <a16:creationId xmlns:a16="http://schemas.microsoft.com/office/drawing/2014/main" id="{8B575D53-9452-46D3-BC78-49F754F5DB96}"/>
              </a:ext>
            </a:extLst>
          </p:cNvPr>
          <p:cNvSpPr>
            <a:spLocks xmlns:a="http://schemas.openxmlformats.org/drawingml/2006/main" noGrp="1"/>
          </p:cNvSpPr>
          <p:nvPr/>
        </p:nvSpPr>
        <p:spPr>
          <a:xfrm xmlns:a="http://schemas.openxmlformats.org/drawingml/2006/main">
            <a:off x="6381750" y="43815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2A6C9B"/>
                </a:solidFill>
                <a:latin typeface="Yu Gothic"/>
                <a:ea typeface="Yu Gothic"/>
                <a:cs typeface="Yu Gothic"/>
              </a:defRPr>
            </a:defPPr>
            <a:lvl1pPr>
              <a:buNone/>
              <a:defRPr sz="1875" b="1">
                <a:solidFill>
                  <a:srgbClr val="2A6C9B"/>
                </a:solidFill>
                <a:latin typeface="Yu Gothic"/>
                <a:ea typeface="Yu Gothic"/>
                <a:cs typeface="Yu Gothic"/>
              </a:defRPr>
            </a:lvl1pPr>
            <a:lvl2pPr>
              <a:buNone/>
              <a:defRPr sz="1875" b="1">
                <a:solidFill>
                  <a:srgbClr val="2A6C9B"/>
                </a:solidFill>
                <a:latin typeface="Yu Gothic"/>
                <a:ea typeface="Yu Gothic"/>
                <a:cs typeface="Yu Gothic"/>
              </a:defRPr>
            </a:lvl2pPr>
            <a:lvl3pPr>
              <a:buNone/>
              <a:defRPr sz="1875" b="1">
                <a:solidFill>
                  <a:srgbClr val="2A6C9B"/>
                </a:solidFill>
                <a:latin typeface="Yu Gothic"/>
                <a:ea typeface="Yu Gothic"/>
                <a:cs typeface="Yu Gothic"/>
              </a:defRPr>
            </a:lvl3pPr>
            <a:lvl4pPr>
              <a:buNone/>
              <a:defRPr sz="1875" b="1">
                <a:solidFill>
                  <a:srgbClr val="2A6C9B"/>
                </a:solidFill>
                <a:latin typeface="Yu Gothic"/>
                <a:ea typeface="Yu Gothic"/>
                <a:cs typeface="Yu Gothic"/>
              </a:defRPr>
            </a:lvl4pPr>
            <a:lvl5pPr>
              <a:buNone/>
              <a:defRPr sz="1875" b="1">
                <a:solidFill>
                  <a:srgbClr val="2A6C9B"/>
                </a:solidFill>
                <a:latin typeface="Yu Gothic"/>
                <a:ea typeface="Yu Gothic"/>
                <a:cs typeface="Yu Gothic"/>
              </a:defRPr>
            </a:lvl5pPr>
            <a:lvl6pPr>
              <a:buNone/>
              <a:defRPr sz="1875" b="1">
                <a:solidFill>
                  <a:srgbClr val="2A6C9B"/>
                </a:solidFill>
                <a:latin typeface="Yu Gothic"/>
                <a:ea typeface="Yu Gothic"/>
                <a:cs typeface="Yu Gothic"/>
              </a:defRPr>
            </a:lvl6pPr>
            <a:lvl7pPr>
              <a:buNone/>
              <a:defRPr sz="1875" b="1">
                <a:solidFill>
                  <a:srgbClr val="2A6C9B"/>
                </a:solidFill>
                <a:latin typeface="Yu Gothic"/>
                <a:ea typeface="Yu Gothic"/>
                <a:cs typeface="Yu Gothic"/>
              </a:defRPr>
            </a:lvl7pPr>
            <a:lvl8pPr>
              <a:buNone/>
              <a:defRPr sz="1875" b="1">
                <a:solidFill>
                  <a:srgbClr val="2A6C9B"/>
                </a:solidFill>
                <a:latin typeface="Yu Gothic"/>
                <a:ea typeface="Yu Gothic"/>
                <a:cs typeface="Yu Gothic"/>
              </a:defRPr>
            </a:lvl8pPr>
            <a:lvl9pPr>
              <a:buNone/>
              <a:defRPr sz="1875" b="1">
                <a:solidFill>
                  <a:srgbClr val="2A6C9B"/>
                </a:solidFill>
                <a:latin typeface="Yu Gothic"/>
                <a:ea typeface="Yu Gothic"/>
                <a:cs typeface="Yu Gothic"/>
              </a:defRPr>
            </a:lvl9pPr>
          </a:lstStyle>
          <a:p xmlns:a="http://schemas.openxmlformats.org/drawingml/2006/main">
            <a:pPr>
              <a:buNone/>
              <a:defRPr sz="1875" b="1">
                <a:solidFill>
                  <a:srgbClr val="2A6C9B"/>
                </a:solidFill>
                <a:latin typeface="Yu Gothic"/>
                <a:ea typeface="Yu Gothic"/>
                <a:cs typeface="Yu Gothic"/>
              </a:defRPr>
            </a:pPr>
            <a:r>
              <a:rPr sz="1875" b="1">
                <a:solidFill>
                  <a:srgbClr val="2A6C9B"/>
                </a:solidFill>
                <a:latin typeface="Yu Gothic"/>
                <a:ea typeface="Yu Gothic"/>
                <a:cs typeface="Yu Gothic"/>
              </a:rPr>
              <a:t>06</a:t>
            </a:r>
          </a:p>
        </p:txBody>
      </p:sp>
      <p:sp>
        <p:nvSpPr>
          <p:cNvPr id="19" name="">
            <a:extLst xmlns:a="http://schemas.openxmlformats.org/drawingml/2006/main">
              <a:ext uri="{FF2B5EF4-FFF2-40B4-BE49-F238E27FC236}">
                <a16:creationId xmlns:a16="http://schemas.microsoft.com/office/drawing/2014/main" id="{B2552729-FE03-49F8-BC7E-9A474D7A9AB5}"/>
              </a:ext>
            </a:extLst>
          </p:cNvPr>
          <p:cNvSpPr>
            <a:spLocks xmlns:a="http://schemas.openxmlformats.org/drawingml/2006/main" noGrp="1"/>
          </p:cNvSpPr>
          <p:nvPr/>
        </p:nvSpPr>
        <p:spPr>
          <a:xfrm xmlns:a="http://schemas.openxmlformats.org/drawingml/2006/main">
            <a:off x="7191375" y="4362450"/>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保守・再使用・廃棄</a:t>
            </a:r>
          </a:p>
        </p:txBody>
      </p:sp>
      <p:sp>
        <p:nvSpPr>
          <p:cNvPr id="20" name="">
            <a:extLst xmlns:a="http://schemas.openxmlformats.org/drawingml/2006/main">
              <a:ext uri="{FF2B5EF4-FFF2-40B4-BE49-F238E27FC236}">
                <a16:creationId xmlns:a16="http://schemas.microsoft.com/office/drawing/2014/main" id="{D6B54AC7-A5E7-4182-8A69-0E035C78C1DA}"/>
              </a:ext>
            </a:extLst>
          </p:cNvPr>
          <p:cNvSpPr>
            <a:spLocks xmlns:a="http://schemas.openxmlformats.org/drawingml/2006/main" noGrp="1"/>
          </p:cNvSpPr>
          <p:nvPr/>
        </p:nvSpPr>
        <p:spPr>
          <a:xfrm xmlns:a="http://schemas.openxmlformats.org/drawingml/2006/main" flipH="0" flipV="0">
            <a:off x="6381750" y="5162550"/>
            <a:ext cx="47625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21" name="">
            <a:extLst xmlns:a="http://schemas.openxmlformats.org/drawingml/2006/main">
              <a:ext uri="{FF2B5EF4-FFF2-40B4-BE49-F238E27FC236}">
                <a16:creationId xmlns:a16="http://schemas.microsoft.com/office/drawing/2014/main" id="{2A3609D4-E2F8-4BDF-BDCA-0D140B498DDB}"/>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22" name="">
            <a:extLst xmlns:a="http://schemas.openxmlformats.org/drawingml/2006/main">
              <a:ext uri="{FF2B5EF4-FFF2-40B4-BE49-F238E27FC236}">
                <a16:creationId xmlns:a16="http://schemas.microsoft.com/office/drawing/2014/main" id="{BB0DAE7F-D277-4113-944A-8A108F2C475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11 / 38</a:t>
            </a:r>
          </a:p>
        </p:txBody>
      </p:sp>
    </p:spTree>
    <p:extLst>
      <p:ext uri="{BB962C8B-B14F-4D97-AF65-F5344CB8AC3E}">
        <p14:creationId xmlns:p14="http://schemas.microsoft.com/office/powerpoint/2010/main" val="2364556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52E6007-09B5-4808-AA43-78A070F870D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たわみにくさと壊れにくさ</a:t>
            </a:r>
          </a:p>
        </p:txBody>
      </p:sp>
      <p:sp>
        <p:nvSpPr>
          <p:cNvPr id="2" name="">
            <a:extLst xmlns:a="http://schemas.openxmlformats.org/drawingml/2006/main">
              <a:ext uri="{FF2B5EF4-FFF2-40B4-BE49-F238E27FC236}">
                <a16:creationId xmlns:a16="http://schemas.microsoft.com/office/drawing/2014/main" id="{8F929FBB-39D1-4ED8-AB42-97EA6ADF0D67}"/>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2790F00-90D5-4AD2-9142-E4FFC60BF984}"/>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同じ寸法・支え方・荷重で比べる</a:t>
            </a:r>
          </a:p>
        </p:txBody>
      </p:sp>
      <p:sp>
        <p:nvSpPr>
          <p:cNvPr id="4" name="">
            <a:extLst xmlns:a="http://schemas.openxmlformats.org/drawingml/2006/main">
              <a:ext uri="{FF2B5EF4-FFF2-40B4-BE49-F238E27FC236}">
                <a16:creationId xmlns:a16="http://schemas.microsoft.com/office/drawing/2014/main" id="{B7F30B4A-4B46-4FBD-BB8B-295129AE533F}"/>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図から分かるのは、たわみの違い</a:t>
            </a:r>
          </a:p>
        </p:txBody>
      </p:sp>
      <p:sp>
        <p:nvSpPr>
          <p:cNvPr id="5" name="">
            <a:extLst xmlns:a="http://schemas.openxmlformats.org/drawingml/2006/main">
              <a:ext uri="{FF2B5EF4-FFF2-40B4-BE49-F238E27FC236}">
                <a16:creationId xmlns:a16="http://schemas.microsoft.com/office/drawing/2014/main" id="{0CBAC39B-7F0B-4A3E-BC14-5CB9D8E18045}"/>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破壊までの強さは、別の情報で確かめる</a:t>
            </a:r>
          </a:p>
        </p:txBody>
      </p:sp>
      <p:sp>
        <p:nvSpPr>
          <p:cNvPr id="6" name="">
            <a:extLst xmlns:a="http://schemas.openxmlformats.org/drawingml/2006/main">
              <a:ext uri="{FF2B5EF4-FFF2-40B4-BE49-F238E27FC236}">
                <a16:creationId xmlns:a16="http://schemas.microsoft.com/office/drawing/2014/main" id="{AF0EF664-4A37-46F1-9591-5552D7F21E57}"/>
              </a:ext>
            </a:extLst>
          </p:cNvPr>
          <p:cNvSpPr>
            <a:spLocks xmlns:a="http://schemas.openxmlformats.org/drawingml/2006/main" noGrp="1"/>
          </p:cNvSpPr>
          <p:nvPr/>
        </p:nvSpPr>
        <p:spPr>
          <a:xfrm xmlns:a="http://schemas.openxmlformats.org/drawingml/2006/main" flipH="0" flipV="0">
            <a:off x="7096125" y="2571750"/>
            <a:ext cx="3810000" cy="0"/>
          </a:xfrm>
          <a:prstGeom xmlns:a="http://schemas.openxmlformats.org/drawingml/2006/main" prst="line">
            <a:avLst/>
          </a:prstGeom>
          <a:noFill xmlns:a="http://schemas.openxmlformats.org/drawingml/2006/main"/>
          <a:ln xmlns:a="http://schemas.openxmlformats.org/drawingml/2006/main" w="19050">
            <a:solidFill>
              <a:srgbClr val="71818B"/>
            </a:solidFill>
          </a:ln>
        </p:spPr>
      </p:sp>
      <p:sp>
        <p:nvSpPr>
          <p:cNvPr id="7" name="">
            <a:extLst xmlns:a="http://schemas.openxmlformats.org/drawingml/2006/main">
              <a:ext uri="{FF2B5EF4-FFF2-40B4-BE49-F238E27FC236}">
                <a16:creationId xmlns:a16="http://schemas.microsoft.com/office/drawing/2014/main" id="{55211760-6046-46AD-8B9C-50863B8EF492}"/>
              </a:ext>
            </a:extLst>
          </p:cNvPr>
          <p:cNvSpPr>
            <a:spLocks xmlns:a="http://schemas.openxmlformats.org/drawingml/2006/main" noGrp="1"/>
          </p:cNvSpPr>
          <p:nvPr/>
        </p:nvSpPr>
        <p:spPr>
          <a:xfrm xmlns:a="http://schemas.openxmlformats.org/drawingml/2006/main">
            <a:off x="7096125" y="2571750"/>
            <a:ext cx="3810000" cy="114300"/>
          </a:xfrm>
          <a:custGeom xmlns:a="http://schemas.openxmlformats.org/drawingml/2006/main">
            <a:pathLst>
              <a:path w="3810000" h="114300">
                <a:moveTo>
                  <a:pt x="0" y="0"/>
                </a:moveTo>
                <a:cubicBezTo>
                  <a:pt x="1270000" y="114300"/>
                  <a:pt x="2540000" y="114300"/>
                  <a:pt x="3810000" y="0"/>
                </a:cubicBezTo>
              </a:path>
            </a:pathLst>
          </a:custGeom>
          <a:noFill xmlns:a="http://schemas.openxmlformats.org/drawingml/2006/main"/>
          <a:ln xmlns:a="http://schemas.openxmlformats.org/drawingml/2006/main" w="66675">
            <a:solidFill>
              <a:srgbClr val="2A6C9B"/>
            </a:solidFill>
          </a:ln>
        </p:spPr>
      </p:sp>
      <p:sp>
        <p:nvSpPr>
          <p:cNvPr id="8" name="">
            <a:extLst xmlns:a="http://schemas.openxmlformats.org/drawingml/2006/main">
              <a:ext uri="{FF2B5EF4-FFF2-40B4-BE49-F238E27FC236}">
                <a16:creationId xmlns:a16="http://schemas.microsoft.com/office/drawing/2014/main" id="{E5134D54-4879-42CE-B259-5CF2C7F1A423}"/>
              </a:ext>
            </a:extLst>
          </p:cNvPr>
          <p:cNvSpPr>
            <a:spLocks xmlns:a="http://schemas.openxmlformats.org/drawingml/2006/main" noGrp="1"/>
          </p:cNvSpPr>
          <p:nvPr/>
        </p:nvSpPr>
        <p:spPr>
          <a:xfrm xmlns:a="http://schemas.openxmlformats.org/drawingml/2006/main">
            <a:off x="7048500" y="2647950"/>
            <a:ext cx="285750" cy="266700"/>
          </a:xfrm>
          <a:prstGeom xmlns:a="http://schemas.openxmlformats.org/drawingml/2006/main" prst="triangle">
            <a:avLst/>
          </a:prstGeom>
          <a:solidFill xmlns:a="http://schemas.openxmlformats.org/drawingml/2006/main">
            <a:srgbClr val="71818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84D75F0-8D54-4497-9D8D-3BCDAE12D278}"/>
              </a:ext>
            </a:extLst>
          </p:cNvPr>
          <p:cNvSpPr>
            <a:spLocks xmlns:a="http://schemas.openxmlformats.org/drawingml/2006/main" noGrp="1"/>
          </p:cNvSpPr>
          <p:nvPr/>
        </p:nvSpPr>
        <p:spPr>
          <a:xfrm xmlns:a="http://schemas.openxmlformats.org/drawingml/2006/main">
            <a:off x="10668000" y="2647950"/>
            <a:ext cx="285750" cy="266700"/>
          </a:xfrm>
          <a:prstGeom xmlns:a="http://schemas.openxmlformats.org/drawingml/2006/main" prst="triangle">
            <a:avLst/>
          </a:prstGeom>
          <a:solidFill xmlns:a="http://schemas.openxmlformats.org/drawingml/2006/main">
            <a:srgbClr val="7181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0C6E999-AE39-47CD-BCA0-214543EB4A66}"/>
              </a:ext>
            </a:extLst>
          </p:cNvPr>
          <p:cNvSpPr>
            <a:spLocks xmlns:a="http://schemas.openxmlformats.org/drawingml/2006/main" noGrp="1"/>
          </p:cNvSpPr>
          <p:nvPr/>
        </p:nvSpPr>
        <p:spPr>
          <a:xfrm xmlns:a="http://schemas.openxmlformats.org/drawingml/2006/main">
            <a:off x="8972550" y="1714500"/>
            <a:ext cx="57150" cy="561975"/>
          </a:xfrm>
          <a:prstGeom xmlns:a="http://schemas.openxmlformats.org/drawingml/2006/main" prst="rect">
            <a:avLst/>
          </a:prstGeom>
          <a:solidFill xmlns:a="http://schemas.openxmlformats.org/drawingml/2006/main">
            <a:srgbClr val="B34B4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DA82756-BA07-4F9C-A683-A04A9412A198}"/>
              </a:ext>
            </a:extLst>
          </p:cNvPr>
          <p:cNvSpPr>
            <a:spLocks xmlns:a="http://schemas.openxmlformats.org/drawingml/2006/main" noGrp="1"/>
          </p:cNvSpPr>
          <p:nvPr/>
        </p:nvSpPr>
        <p:spPr>
          <a:xfrm xmlns:a="http://schemas.openxmlformats.org/drawingml/2006/main" rot="10800000">
            <a:off x="8905875" y="2219325"/>
            <a:ext cx="190500" cy="209550"/>
          </a:xfrm>
          <a:prstGeom xmlns:a="http://schemas.openxmlformats.org/drawingml/2006/main" prst="triangle">
            <a:avLst/>
          </a:prstGeom>
          <a:solidFill xmlns:a="http://schemas.openxmlformats.org/drawingml/2006/main">
            <a:srgbClr val="B34B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1DB6673-EF85-4CDD-AFEC-65EB6D3AC317}"/>
              </a:ext>
            </a:extLst>
          </p:cNvPr>
          <p:cNvSpPr>
            <a:spLocks xmlns:a="http://schemas.openxmlformats.org/drawingml/2006/main" noGrp="1"/>
          </p:cNvSpPr>
          <p:nvPr/>
        </p:nvSpPr>
        <p:spPr>
          <a:xfrm xmlns:a="http://schemas.openxmlformats.org/drawingml/2006/main" flipH="0" flipV="0">
            <a:off x="7096125" y="4524375"/>
            <a:ext cx="3810000" cy="0"/>
          </a:xfrm>
          <a:prstGeom xmlns:a="http://schemas.openxmlformats.org/drawingml/2006/main" prst="line">
            <a:avLst/>
          </a:prstGeom>
          <a:noFill xmlns:a="http://schemas.openxmlformats.org/drawingml/2006/main"/>
          <a:ln xmlns:a="http://schemas.openxmlformats.org/drawingml/2006/main" w="19050">
            <a:solidFill>
              <a:srgbClr val="71818B"/>
            </a:solidFill>
          </a:ln>
        </p:spPr>
      </p:sp>
      <p:sp>
        <p:nvSpPr>
          <p:cNvPr id="13" name="">
            <a:extLst xmlns:a="http://schemas.openxmlformats.org/drawingml/2006/main">
              <a:ext uri="{FF2B5EF4-FFF2-40B4-BE49-F238E27FC236}">
                <a16:creationId xmlns:a16="http://schemas.microsoft.com/office/drawing/2014/main" id="{3DA43DB4-8C97-4D48-92D3-D4161303F2AD}"/>
              </a:ext>
            </a:extLst>
          </p:cNvPr>
          <p:cNvSpPr>
            <a:spLocks xmlns:a="http://schemas.openxmlformats.org/drawingml/2006/main" noGrp="1"/>
          </p:cNvSpPr>
          <p:nvPr/>
        </p:nvSpPr>
        <p:spPr>
          <a:xfrm xmlns:a="http://schemas.openxmlformats.org/drawingml/2006/main">
            <a:off x="7096125" y="4524375"/>
            <a:ext cx="3810000" cy="476250"/>
          </a:xfrm>
          <a:custGeom xmlns:a="http://schemas.openxmlformats.org/drawingml/2006/main">
            <a:pathLst>
              <a:path w="3810000" h="476250">
                <a:moveTo>
                  <a:pt x="0" y="0"/>
                </a:moveTo>
                <a:cubicBezTo>
                  <a:pt x="1270000" y="476250"/>
                  <a:pt x="2540000" y="476250"/>
                  <a:pt x="3810000" y="0"/>
                </a:cubicBezTo>
              </a:path>
            </a:pathLst>
          </a:custGeom>
          <a:noFill xmlns:a="http://schemas.openxmlformats.org/drawingml/2006/main"/>
          <a:ln xmlns:a="http://schemas.openxmlformats.org/drawingml/2006/main" w="66675">
            <a:solidFill>
              <a:srgbClr val="2A6C9B"/>
            </a:solidFill>
          </a:ln>
        </p:spPr>
      </p:sp>
      <p:sp>
        <p:nvSpPr>
          <p:cNvPr id="14" name="">
            <a:extLst xmlns:a="http://schemas.openxmlformats.org/drawingml/2006/main">
              <a:ext uri="{FF2B5EF4-FFF2-40B4-BE49-F238E27FC236}">
                <a16:creationId xmlns:a16="http://schemas.microsoft.com/office/drawing/2014/main" id="{799F3F38-6D2A-4435-AAE8-333FCD7D75B0}"/>
              </a:ext>
            </a:extLst>
          </p:cNvPr>
          <p:cNvSpPr>
            <a:spLocks xmlns:a="http://schemas.openxmlformats.org/drawingml/2006/main" noGrp="1"/>
          </p:cNvSpPr>
          <p:nvPr/>
        </p:nvSpPr>
        <p:spPr>
          <a:xfrm xmlns:a="http://schemas.openxmlformats.org/drawingml/2006/main">
            <a:off x="7048500" y="4600575"/>
            <a:ext cx="285750" cy="266700"/>
          </a:xfrm>
          <a:prstGeom xmlns:a="http://schemas.openxmlformats.org/drawingml/2006/main" prst="triangle">
            <a:avLst/>
          </a:prstGeom>
          <a:solidFill xmlns:a="http://schemas.openxmlformats.org/drawingml/2006/main">
            <a:srgbClr val="71818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B55100F-6FDC-4163-8CE2-28689D986A4E}"/>
              </a:ext>
            </a:extLst>
          </p:cNvPr>
          <p:cNvSpPr>
            <a:spLocks xmlns:a="http://schemas.openxmlformats.org/drawingml/2006/main" noGrp="1"/>
          </p:cNvSpPr>
          <p:nvPr/>
        </p:nvSpPr>
        <p:spPr>
          <a:xfrm xmlns:a="http://schemas.openxmlformats.org/drawingml/2006/main">
            <a:off x="10668000" y="4600575"/>
            <a:ext cx="285750" cy="266700"/>
          </a:xfrm>
          <a:prstGeom xmlns:a="http://schemas.openxmlformats.org/drawingml/2006/main" prst="triangle">
            <a:avLst/>
          </a:prstGeom>
          <a:solidFill xmlns:a="http://schemas.openxmlformats.org/drawingml/2006/main">
            <a:srgbClr val="71818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88507BC-73B1-4603-9B25-ADD5CD95D163}"/>
              </a:ext>
            </a:extLst>
          </p:cNvPr>
          <p:cNvSpPr>
            <a:spLocks xmlns:a="http://schemas.openxmlformats.org/drawingml/2006/main" noGrp="1"/>
          </p:cNvSpPr>
          <p:nvPr/>
        </p:nvSpPr>
        <p:spPr>
          <a:xfrm xmlns:a="http://schemas.openxmlformats.org/drawingml/2006/main">
            <a:off x="8972550" y="3667125"/>
            <a:ext cx="57150" cy="561975"/>
          </a:xfrm>
          <a:prstGeom xmlns:a="http://schemas.openxmlformats.org/drawingml/2006/main" prst="rect">
            <a:avLst/>
          </a:prstGeom>
          <a:solidFill xmlns:a="http://schemas.openxmlformats.org/drawingml/2006/main">
            <a:srgbClr val="B34B4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7138F60-5BAE-47BF-A7FC-0CE3944AD188}"/>
              </a:ext>
            </a:extLst>
          </p:cNvPr>
          <p:cNvSpPr>
            <a:spLocks xmlns:a="http://schemas.openxmlformats.org/drawingml/2006/main" noGrp="1"/>
          </p:cNvSpPr>
          <p:nvPr/>
        </p:nvSpPr>
        <p:spPr>
          <a:xfrm xmlns:a="http://schemas.openxmlformats.org/drawingml/2006/main" rot="10800000">
            <a:off x="8905875" y="4171950"/>
            <a:ext cx="190500" cy="209550"/>
          </a:xfrm>
          <a:prstGeom xmlns:a="http://schemas.openxmlformats.org/drawingml/2006/main" prst="triangle">
            <a:avLst/>
          </a:prstGeom>
          <a:solidFill xmlns:a="http://schemas.openxmlformats.org/drawingml/2006/main">
            <a:srgbClr val="B34B4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892166B-0693-4F6A-867D-E7D76503DFE1}"/>
              </a:ext>
            </a:extLst>
          </p:cNvPr>
          <p:cNvSpPr>
            <a:spLocks xmlns:a="http://schemas.openxmlformats.org/drawingml/2006/main" noGrp="1"/>
          </p:cNvSpPr>
          <p:nvPr/>
        </p:nvSpPr>
        <p:spPr>
          <a:xfrm xmlns:a="http://schemas.openxmlformats.org/drawingml/2006/main">
            <a:off x="6667500" y="219075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43845"/>
                </a:solidFill>
                <a:latin typeface="Yu Gothic"/>
                <a:ea typeface="Yu Gothic"/>
                <a:cs typeface="Yu Gothic"/>
              </a:defRPr>
            </a:defPPr>
            <a:lvl1pPr>
              <a:buNone/>
              <a:defRPr sz="2100" b="1">
                <a:solidFill>
                  <a:srgbClr val="243845"/>
                </a:solidFill>
                <a:latin typeface="Yu Gothic"/>
                <a:ea typeface="Yu Gothic"/>
                <a:cs typeface="Yu Gothic"/>
              </a:defRPr>
            </a:lvl1pPr>
            <a:lvl2pPr>
              <a:buNone/>
              <a:defRPr sz="2100" b="1">
                <a:solidFill>
                  <a:srgbClr val="243845"/>
                </a:solidFill>
                <a:latin typeface="Yu Gothic"/>
                <a:ea typeface="Yu Gothic"/>
                <a:cs typeface="Yu Gothic"/>
              </a:defRPr>
            </a:lvl2pPr>
            <a:lvl3pPr>
              <a:buNone/>
              <a:defRPr sz="2100" b="1">
                <a:solidFill>
                  <a:srgbClr val="243845"/>
                </a:solidFill>
                <a:latin typeface="Yu Gothic"/>
                <a:ea typeface="Yu Gothic"/>
                <a:cs typeface="Yu Gothic"/>
              </a:defRPr>
            </a:lvl3pPr>
            <a:lvl4pPr>
              <a:buNone/>
              <a:defRPr sz="2100" b="1">
                <a:solidFill>
                  <a:srgbClr val="243845"/>
                </a:solidFill>
                <a:latin typeface="Yu Gothic"/>
                <a:ea typeface="Yu Gothic"/>
                <a:cs typeface="Yu Gothic"/>
              </a:defRPr>
            </a:lvl4pPr>
            <a:lvl5pPr>
              <a:buNone/>
              <a:defRPr sz="2100" b="1">
                <a:solidFill>
                  <a:srgbClr val="243845"/>
                </a:solidFill>
                <a:latin typeface="Yu Gothic"/>
                <a:ea typeface="Yu Gothic"/>
                <a:cs typeface="Yu Gothic"/>
              </a:defRPr>
            </a:lvl5pPr>
            <a:lvl6pPr>
              <a:buNone/>
              <a:defRPr sz="2100" b="1">
                <a:solidFill>
                  <a:srgbClr val="243845"/>
                </a:solidFill>
                <a:latin typeface="Yu Gothic"/>
                <a:ea typeface="Yu Gothic"/>
                <a:cs typeface="Yu Gothic"/>
              </a:defRPr>
            </a:lvl6pPr>
            <a:lvl7pPr>
              <a:buNone/>
              <a:defRPr sz="2100" b="1">
                <a:solidFill>
                  <a:srgbClr val="243845"/>
                </a:solidFill>
                <a:latin typeface="Yu Gothic"/>
                <a:ea typeface="Yu Gothic"/>
                <a:cs typeface="Yu Gothic"/>
              </a:defRPr>
            </a:lvl7pPr>
            <a:lvl8pPr>
              <a:buNone/>
              <a:defRPr sz="2100" b="1">
                <a:solidFill>
                  <a:srgbClr val="243845"/>
                </a:solidFill>
                <a:latin typeface="Yu Gothic"/>
                <a:ea typeface="Yu Gothic"/>
                <a:cs typeface="Yu Gothic"/>
              </a:defRPr>
            </a:lvl8pPr>
            <a:lvl9pPr>
              <a:buNone/>
              <a:defRPr sz="2100" b="1">
                <a:solidFill>
                  <a:srgbClr val="243845"/>
                </a:solidFill>
                <a:latin typeface="Yu Gothic"/>
                <a:ea typeface="Yu Gothic"/>
                <a:cs typeface="Yu Gothic"/>
              </a:defRPr>
            </a:lvl9pPr>
          </a:lstStyle>
          <a:p xmlns:a="http://schemas.openxmlformats.org/drawingml/2006/main">
            <a:pPr>
              <a:buNone/>
              <a:defRPr sz="2100" b="1">
                <a:solidFill>
                  <a:srgbClr val="243845"/>
                </a:solidFill>
                <a:latin typeface="Yu Gothic"/>
                <a:ea typeface="Yu Gothic"/>
                <a:cs typeface="Yu Gothic"/>
              </a:defRPr>
            </a:pPr>
            <a:r>
              <a:rPr sz="2100" b="1">
                <a:solidFill>
                  <a:srgbClr val="243845"/>
                </a:solidFill>
                <a:latin typeface="Yu Gothic"/>
                <a:ea typeface="Yu Gothic"/>
                <a:cs typeface="Yu Gothic"/>
              </a:rPr>
              <a:t>A</a:t>
            </a:r>
          </a:p>
        </p:txBody>
      </p:sp>
      <p:sp>
        <p:nvSpPr>
          <p:cNvPr id="19" name="">
            <a:extLst xmlns:a="http://schemas.openxmlformats.org/drawingml/2006/main">
              <a:ext uri="{FF2B5EF4-FFF2-40B4-BE49-F238E27FC236}">
                <a16:creationId xmlns:a16="http://schemas.microsoft.com/office/drawing/2014/main" id="{8C09697A-AE71-4231-BC7E-00E1EC984B9B}"/>
              </a:ext>
            </a:extLst>
          </p:cNvPr>
          <p:cNvSpPr>
            <a:spLocks xmlns:a="http://schemas.openxmlformats.org/drawingml/2006/main" noGrp="1"/>
          </p:cNvSpPr>
          <p:nvPr/>
        </p:nvSpPr>
        <p:spPr>
          <a:xfrm xmlns:a="http://schemas.openxmlformats.org/drawingml/2006/main">
            <a:off x="6667500" y="4191000"/>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43845"/>
                </a:solidFill>
                <a:latin typeface="Yu Gothic"/>
                <a:ea typeface="Yu Gothic"/>
                <a:cs typeface="Yu Gothic"/>
              </a:defRPr>
            </a:defPPr>
            <a:lvl1pPr>
              <a:buNone/>
              <a:defRPr sz="2100" b="1">
                <a:solidFill>
                  <a:srgbClr val="243845"/>
                </a:solidFill>
                <a:latin typeface="Yu Gothic"/>
                <a:ea typeface="Yu Gothic"/>
                <a:cs typeface="Yu Gothic"/>
              </a:defRPr>
            </a:lvl1pPr>
            <a:lvl2pPr>
              <a:buNone/>
              <a:defRPr sz="2100" b="1">
                <a:solidFill>
                  <a:srgbClr val="243845"/>
                </a:solidFill>
                <a:latin typeface="Yu Gothic"/>
                <a:ea typeface="Yu Gothic"/>
                <a:cs typeface="Yu Gothic"/>
              </a:defRPr>
            </a:lvl2pPr>
            <a:lvl3pPr>
              <a:buNone/>
              <a:defRPr sz="2100" b="1">
                <a:solidFill>
                  <a:srgbClr val="243845"/>
                </a:solidFill>
                <a:latin typeface="Yu Gothic"/>
                <a:ea typeface="Yu Gothic"/>
                <a:cs typeface="Yu Gothic"/>
              </a:defRPr>
            </a:lvl3pPr>
            <a:lvl4pPr>
              <a:buNone/>
              <a:defRPr sz="2100" b="1">
                <a:solidFill>
                  <a:srgbClr val="243845"/>
                </a:solidFill>
                <a:latin typeface="Yu Gothic"/>
                <a:ea typeface="Yu Gothic"/>
                <a:cs typeface="Yu Gothic"/>
              </a:defRPr>
            </a:lvl4pPr>
            <a:lvl5pPr>
              <a:buNone/>
              <a:defRPr sz="2100" b="1">
                <a:solidFill>
                  <a:srgbClr val="243845"/>
                </a:solidFill>
                <a:latin typeface="Yu Gothic"/>
                <a:ea typeface="Yu Gothic"/>
                <a:cs typeface="Yu Gothic"/>
              </a:defRPr>
            </a:lvl5pPr>
            <a:lvl6pPr>
              <a:buNone/>
              <a:defRPr sz="2100" b="1">
                <a:solidFill>
                  <a:srgbClr val="243845"/>
                </a:solidFill>
                <a:latin typeface="Yu Gothic"/>
                <a:ea typeface="Yu Gothic"/>
                <a:cs typeface="Yu Gothic"/>
              </a:defRPr>
            </a:lvl6pPr>
            <a:lvl7pPr>
              <a:buNone/>
              <a:defRPr sz="2100" b="1">
                <a:solidFill>
                  <a:srgbClr val="243845"/>
                </a:solidFill>
                <a:latin typeface="Yu Gothic"/>
                <a:ea typeface="Yu Gothic"/>
                <a:cs typeface="Yu Gothic"/>
              </a:defRPr>
            </a:lvl7pPr>
            <a:lvl8pPr>
              <a:buNone/>
              <a:defRPr sz="2100" b="1">
                <a:solidFill>
                  <a:srgbClr val="243845"/>
                </a:solidFill>
                <a:latin typeface="Yu Gothic"/>
                <a:ea typeface="Yu Gothic"/>
                <a:cs typeface="Yu Gothic"/>
              </a:defRPr>
            </a:lvl8pPr>
            <a:lvl9pPr>
              <a:buNone/>
              <a:defRPr sz="2100" b="1">
                <a:solidFill>
                  <a:srgbClr val="243845"/>
                </a:solidFill>
                <a:latin typeface="Yu Gothic"/>
                <a:ea typeface="Yu Gothic"/>
                <a:cs typeface="Yu Gothic"/>
              </a:defRPr>
            </a:lvl9pPr>
          </a:lstStyle>
          <a:p xmlns:a="http://schemas.openxmlformats.org/drawingml/2006/main">
            <a:pPr>
              <a:buNone/>
              <a:defRPr sz="2100" b="1">
                <a:solidFill>
                  <a:srgbClr val="243845"/>
                </a:solidFill>
                <a:latin typeface="Yu Gothic"/>
                <a:ea typeface="Yu Gothic"/>
                <a:cs typeface="Yu Gothic"/>
              </a:defRPr>
            </a:pPr>
            <a:r>
              <a:rPr sz="2100" b="1">
                <a:solidFill>
                  <a:srgbClr val="243845"/>
                </a:solidFill>
                <a:latin typeface="Yu Gothic"/>
                <a:ea typeface="Yu Gothic"/>
                <a:cs typeface="Yu Gothic"/>
              </a:rPr>
              <a:t>B</a:t>
            </a:r>
          </a:p>
        </p:txBody>
      </p:sp>
      <p:sp>
        <p:nvSpPr>
          <p:cNvPr id="20" name="">
            <a:extLst xmlns:a="http://schemas.openxmlformats.org/drawingml/2006/main">
              <a:ext uri="{FF2B5EF4-FFF2-40B4-BE49-F238E27FC236}">
                <a16:creationId xmlns:a16="http://schemas.microsoft.com/office/drawing/2014/main" id="{88C46481-AAA4-4BFB-9324-9CB7652F9DE5}"/>
              </a:ext>
            </a:extLst>
          </p:cNvPr>
          <p:cNvSpPr>
            <a:spLocks xmlns:a="http://schemas.openxmlformats.org/drawingml/2006/main" noGrp="1"/>
          </p:cNvSpPr>
          <p:nvPr/>
        </p:nvSpPr>
        <p:spPr>
          <a:xfrm xmlns:a="http://schemas.openxmlformats.org/drawingml/2006/main">
            <a:off x="6572250" y="55721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buNone/>
              <a:defRPr sz="1575" b="0">
                <a:solidFill>
                  <a:srgbClr val="71818B"/>
                </a:solidFill>
                <a:latin typeface="Yu Gothic"/>
                <a:ea typeface="Yu Gothic"/>
                <a:cs typeface="Yu Gothic"/>
              </a:defRPr>
            </a:lvl1pPr>
            <a:lvl2pPr>
              <a:buNone/>
              <a:defRPr sz="1575" b="0">
                <a:solidFill>
                  <a:srgbClr val="71818B"/>
                </a:solidFill>
                <a:latin typeface="Yu Gothic"/>
                <a:ea typeface="Yu Gothic"/>
                <a:cs typeface="Yu Gothic"/>
              </a:defRPr>
            </a:lvl2pPr>
            <a:lvl3pPr>
              <a:buNone/>
              <a:defRPr sz="1575" b="0">
                <a:solidFill>
                  <a:srgbClr val="71818B"/>
                </a:solidFill>
                <a:latin typeface="Yu Gothic"/>
                <a:ea typeface="Yu Gothic"/>
                <a:cs typeface="Yu Gothic"/>
              </a:defRPr>
            </a:lvl3pPr>
            <a:lvl4pPr>
              <a:buNone/>
              <a:defRPr sz="1575" b="0">
                <a:solidFill>
                  <a:srgbClr val="71818B"/>
                </a:solidFill>
                <a:latin typeface="Yu Gothic"/>
                <a:ea typeface="Yu Gothic"/>
                <a:cs typeface="Yu Gothic"/>
              </a:defRPr>
            </a:lvl4pPr>
            <a:lvl5pPr>
              <a:buNone/>
              <a:defRPr sz="1575" b="0">
                <a:solidFill>
                  <a:srgbClr val="71818B"/>
                </a:solidFill>
                <a:latin typeface="Yu Gothic"/>
                <a:ea typeface="Yu Gothic"/>
                <a:cs typeface="Yu Gothic"/>
              </a:defRPr>
            </a:lvl5pPr>
            <a:lvl6pPr>
              <a:buNone/>
              <a:defRPr sz="1575" b="0">
                <a:solidFill>
                  <a:srgbClr val="71818B"/>
                </a:solidFill>
                <a:latin typeface="Yu Gothic"/>
                <a:ea typeface="Yu Gothic"/>
                <a:cs typeface="Yu Gothic"/>
              </a:defRPr>
            </a:lvl6pPr>
            <a:lvl7pPr>
              <a:buNone/>
              <a:defRPr sz="1575" b="0">
                <a:solidFill>
                  <a:srgbClr val="71818B"/>
                </a:solidFill>
                <a:latin typeface="Yu Gothic"/>
                <a:ea typeface="Yu Gothic"/>
                <a:cs typeface="Yu Gothic"/>
              </a:defRPr>
            </a:lvl7pPr>
            <a:lvl8pPr>
              <a:buNone/>
              <a:defRPr sz="1575" b="0">
                <a:solidFill>
                  <a:srgbClr val="71818B"/>
                </a:solidFill>
                <a:latin typeface="Yu Gothic"/>
                <a:ea typeface="Yu Gothic"/>
                <a:cs typeface="Yu Gothic"/>
              </a:defRPr>
            </a:lvl8pPr>
            <a:lvl9pPr>
              <a:buNone/>
              <a:defRPr sz="1575" b="0">
                <a:solidFill>
                  <a:srgbClr val="71818B"/>
                </a:solidFill>
                <a:latin typeface="Yu Gothic"/>
                <a:ea typeface="Yu Gothic"/>
                <a:cs typeface="Yu Gothic"/>
              </a:defRPr>
            </a:lvl9pPr>
          </a:lstStyle>
          <a:p xmlns:a="http://schemas.openxmlformats.org/drawingml/2006/main">
            <a:pPr>
              <a:buNone/>
              <a:defRPr sz="1575" b="0">
                <a:solidFill>
                  <a:srgbClr val="71818B"/>
                </a:solidFill>
                <a:latin typeface="Yu Gothic"/>
                <a:ea typeface="Yu Gothic"/>
                <a:cs typeface="Yu Gothic"/>
              </a:defRPr>
            </a:pPr>
            <a:r>
              <a:rPr sz="1575" b="0">
                <a:solidFill>
                  <a:srgbClr val="71818B"/>
                </a:solidFill>
                <a:latin typeface="Yu Gothic"/>
                <a:ea typeface="Yu Gothic"/>
                <a:cs typeface="Yu Gothic"/>
              </a:rPr>
              <a:t>たわみは誇張。破壊荷重は示していない。</a:t>
            </a:r>
          </a:p>
        </p:txBody>
      </p:sp>
      <p:sp>
        <p:nvSpPr>
          <p:cNvPr id="21" name="">
            <a:extLst xmlns:a="http://schemas.openxmlformats.org/drawingml/2006/main">
              <a:ext uri="{FF2B5EF4-FFF2-40B4-BE49-F238E27FC236}">
                <a16:creationId xmlns:a16="http://schemas.microsoft.com/office/drawing/2014/main" id="{23762E2C-20BB-4AC4-B6BA-1D4D1C3BB61F}"/>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22" name="">
            <a:extLst xmlns:a="http://schemas.openxmlformats.org/drawingml/2006/main">
              <a:ext uri="{FF2B5EF4-FFF2-40B4-BE49-F238E27FC236}">
                <a16:creationId xmlns:a16="http://schemas.microsoft.com/office/drawing/2014/main" id="{27671174-E526-49A1-938C-191468D2C70A}"/>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12 / 38</a:t>
            </a:r>
          </a:p>
        </p:txBody>
      </p:sp>
    </p:spTree>
    <p:extLst>
      <p:ext uri="{BB962C8B-B14F-4D97-AF65-F5344CB8AC3E}">
        <p14:creationId xmlns:p14="http://schemas.microsoft.com/office/powerpoint/2010/main" val="146062334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FFD2EEE-F577-4888-9D3E-CE03251E01F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軽さを比べる条件</a:t>
            </a:r>
          </a:p>
        </p:txBody>
      </p:sp>
      <p:sp>
        <p:nvSpPr>
          <p:cNvPr id="2" name="">
            <a:extLst xmlns:a="http://schemas.openxmlformats.org/drawingml/2006/main">
              <a:ext uri="{FF2B5EF4-FFF2-40B4-BE49-F238E27FC236}">
                <a16:creationId xmlns:a16="http://schemas.microsoft.com/office/drawing/2014/main" id="{F02F30FF-5586-4269-A626-884A8237DC14}"/>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EAD5E5B-B39E-4AB5-8E94-902E8838DB2A}"/>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密度：質量 ÷ 体積</a:t>
            </a:r>
          </a:p>
        </p:txBody>
      </p:sp>
      <p:sp>
        <p:nvSpPr>
          <p:cNvPr id="4" name="">
            <a:extLst xmlns:a="http://schemas.openxmlformats.org/drawingml/2006/main">
              <a:ext uri="{FF2B5EF4-FFF2-40B4-BE49-F238E27FC236}">
                <a16:creationId xmlns:a16="http://schemas.microsoft.com/office/drawing/2014/main" id="{FE74C603-424C-4C11-A7EA-9036988E932E}"/>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同じ体積で比べたか</a:t>
            </a:r>
          </a:p>
        </p:txBody>
      </p:sp>
      <p:sp>
        <p:nvSpPr>
          <p:cNvPr id="5" name="">
            <a:extLst xmlns:a="http://schemas.openxmlformats.org/drawingml/2006/main">
              <a:ext uri="{FF2B5EF4-FFF2-40B4-BE49-F238E27FC236}">
                <a16:creationId xmlns:a16="http://schemas.microsoft.com/office/drawing/2014/main" id="{FF637B21-88F1-4F3A-AB9E-A430203B6948}"/>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同じ水分状態で比べたか</a:t>
            </a:r>
          </a:p>
        </p:txBody>
      </p:sp>
      <p:sp>
        <p:nvSpPr>
          <p:cNvPr id="6" name="">
            <a:extLst xmlns:a="http://schemas.openxmlformats.org/drawingml/2006/main">
              <a:ext uri="{FF2B5EF4-FFF2-40B4-BE49-F238E27FC236}">
                <a16:creationId xmlns:a16="http://schemas.microsoft.com/office/drawing/2014/main" id="{46D9037F-A72E-4AB9-947D-7C25EE779B1B}"/>
              </a:ext>
            </a:extLst>
          </p:cNvPr>
          <p:cNvSpPr>
            <a:spLocks xmlns:a="http://schemas.openxmlformats.org/drawingml/2006/main" noGrp="1"/>
          </p:cNvSpPr>
          <p:nvPr/>
        </p:nvSpPr>
        <p:spPr>
          <a:xfrm xmlns:a="http://schemas.openxmlformats.org/drawingml/2006/main">
            <a:off x="809625" y="4524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完成品では形や部品構成も考える</a:t>
            </a:r>
          </a:p>
        </p:txBody>
      </p:sp>
      <p:sp>
        <p:nvSpPr>
          <p:cNvPr id="7" name="">
            <a:extLst xmlns:a="http://schemas.openxmlformats.org/drawingml/2006/main">
              <a:ext uri="{FF2B5EF4-FFF2-40B4-BE49-F238E27FC236}">
                <a16:creationId xmlns:a16="http://schemas.microsoft.com/office/drawing/2014/main" id="{43D0909A-EDC9-4D1C-86EB-9E52542B0F7E}"/>
              </a:ext>
            </a:extLst>
          </p:cNvPr>
          <p:cNvSpPr>
            <a:spLocks xmlns:a="http://schemas.openxmlformats.org/drawingml/2006/main" noGrp="1"/>
          </p:cNvSpPr>
          <p:nvPr/>
        </p:nvSpPr>
        <p:spPr>
          <a:xfrm xmlns:a="http://schemas.openxmlformats.org/drawingml/2006/main">
            <a:off x="7334250" y="2857500"/>
            <a:ext cx="1238250" cy="1238250"/>
          </a:xfrm>
          <a:prstGeom xmlns:a="http://schemas.openxmlformats.org/drawingml/2006/main" prst="rect">
            <a:avLst/>
          </a:prstGeom>
          <a:solidFill xmlns:a="http://schemas.openxmlformats.org/drawingml/2006/main">
            <a:srgbClr val="B99A7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9A735FD-F6B6-4F2A-A367-B48A5D4D7119}"/>
              </a:ext>
            </a:extLst>
          </p:cNvPr>
          <p:cNvSpPr>
            <a:spLocks xmlns:a="http://schemas.openxmlformats.org/drawingml/2006/main" noGrp="1"/>
          </p:cNvSpPr>
          <p:nvPr/>
        </p:nvSpPr>
        <p:spPr>
          <a:xfrm xmlns:a="http://schemas.openxmlformats.org/drawingml/2006/main">
            <a:off x="7667625" y="42862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43845"/>
                </a:solidFill>
                <a:latin typeface="Yu Gothic"/>
                <a:ea typeface="Yu Gothic"/>
                <a:cs typeface="Yu Gothic"/>
              </a:defRPr>
            </a:defPPr>
            <a:lvl1pPr>
              <a:buNone/>
              <a:defRPr sz="2250" b="1">
                <a:solidFill>
                  <a:srgbClr val="243845"/>
                </a:solidFill>
                <a:latin typeface="Yu Gothic"/>
                <a:ea typeface="Yu Gothic"/>
                <a:cs typeface="Yu Gothic"/>
              </a:defRPr>
            </a:lvl1pPr>
            <a:lvl2pPr>
              <a:buNone/>
              <a:defRPr sz="2250" b="1">
                <a:solidFill>
                  <a:srgbClr val="243845"/>
                </a:solidFill>
                <a:latin typeface="Yu Gothic"/>
                <a:ea typeface="Yu Gothic"/>
                <a:cs typeface="Yu Gothic"/>
              </a:defRPr>
            </a:lvl2pPr>
            <a:lvl3pPr>
              <a:buNone/>
              <a:defRPr sz="2250" b="1">
                <a:solidFill>
                  <a:srgbClr val="243845"/>
                </a:solidFill>
                <a:latin typeface="Yu Gothic"/>
                <a:ea typeface="Yu Gothic"/>
                <a:cs typeface="Yu Gothic"/>
              </a:defRPr>
            </a:lvl3pPr>
            <a:lvl4pPr>
              <a:buNone/>
              <a:defRPr sz="2250" b="1">
                <a:solidFill>
                  <a:srgbClr val="243845"/>
                </a:solidFill>
                <a:latin typeface="Yu Gothic"/>
                <a:ea typeface="Yu Gothic"/>
                <a:cs typeface="Yu Gothic"/>
              </a:defRPr>
            </a:lvl4pPr>
            <a:lvl5pPr>
              <a:buNone/>
              <a:defRPr sz="2250" b="1">
                <a:solidFill>
                  <a:srgbClr val="243845"/>
                </a:solidFill>
                <a:latin typeface="Yu Gothic"/>
                <a:ea typeface="Yu Gothic"/>
                <a:cs typeface="Yu Gothic"/>
              </a:defRPr>
            </a:lvl5pPr>
            <a:lvl6pPr>
              <a:buNone/>
              <a:defRPr sz="2250" b="1">
                <a:solidFill>
                  <a:srgbClr val="243845"/>
                </a:solidFill>
                <a:latin typeface="Yu Gothic"/>
                <a:ea typeface="Yu Gothic"/>
                <a:cs typeface="Yu Gothic"/>
              </a:defRPr>
            </a:lvl6pPr>
            <a:lvl7pPr>
              <a:buNone/>
              <a:defRPr sz="2250" b="1">
                <a:solidFill>
                  <a:srgbClr val="243845"/>
                </a:solidFill>
                <a:latin typeface="Yu Gothic"/>
                <a:ea typeface="Yu Gothic"/>
                <a:cs typeface="Yu Gothic"/>
              </a:defRPr>
            </a:lvl7pPr>
            <a:lvl8pPr>
              <a:buNone/>
              <a:defRPr sz="2250" b="1">
                <a:solidFill>
                  <a:srgbClr val="243845"/>
                </a:solidFill>
                <a:latin typeface="Yu Gothic"/>
                <a:ea typeface="Yu Gothic"/>
                <a:cs typeface="Yu Gothic"/>
              </a:defRPr>
            </a:lvl8pPr>
            <a:lvl9pPr>
              <a:buNone/>
              <a:defRPr sz="2250" b="1">
                <a:solidFill>
                  <a:srgbClr val="243845"/>
                </a:solidFill>
                <a:latin typeface="Yu Gothic"/>
                <a:ea typeface="Yu Gothic"/>
                <a:cs typeface="Yu Gothic"/>
              </a:defRPr>
            </a:lvl9pPr>
          </a:lstStyle>
          <a:p xmlns:a="http://schemas.openxmlformats.org/drawingml/2006/main">
            <a:pPr>
              <a:buNone/>
              <a:defRPr sz="2250" b="1">
                <a:solidFill>
                  <a:srgbClr val="243845"/>
                </a:solidFill>
                <a:latin typeface="Yu Gothic"/>
                <a:ea typeface="Yu Gothic"/>
                <a:cs typeface="Yu Gothic"/>
              </a:defRPr>
            </a:pPr>
            <a:r>
              <a:rPr sz="2250" b="1">
                <a:solidFill>
                  <a:srgbClr val="243845"/>
                </a:solidFill>
                <a:latin typeface="Yu Gothic"/>
                <a:ea typeface="Yu Gothic"/>
                <a:cs typeface="Yu Gothic"/>
              </a:rPr>
              <a:t>A</a:t>
            </a:r>
          </a:p>
        </p:txBody>
      </p:sp>
      <p:sp>
        <p:nvSpPr>
          <p:cNvPr id="9" name="">
            <a:extLst xmlns:a="http://schemas.openxmlformats.org/drawingml/2006/main">
              <a:ext uri="{FF2B5EF4-FFF2-40B4-BE49-F238E27FC236}">
                <a16:creationId xmlns:a16="http://schemas.microsoft.com/office/drawing/2014/main" id="{00B4E960-AF84-4FD5-B95F-5FE9CB19DBAF}"/>
              </a:ext>
            </a:extLst>
          </p:cNvPr>
          <p:cNvSpPr>
            <a:spLocks xmlns:a="http://schemas.openxmlformats.org/drawingml/2006/main" noGrp="1"/>
          </p:cNvSpPr>
          <p:nvPr/>
        </p:nvSpPr>
        <p:spPr>
          <a:xfrm xmlns:a="http://schemas.openxmlformats.org/drawingml/2006/main">
            <a:off x="9334500" y="2857500"/>
            <a:ext cx="1238250" cy="123825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BFAB696-C29F-451F-9D4B-034AD09FFDEC}"/>
              </a:ext>
            </a:extLst>
          </p:cNvPr>
          <p:cNvSpPr>
            <a:spLocks xmlns:a="http://schemas.openxmlformats.org/drawingml/2006/main" noGrp="1"/>
          </p:cNvSpPr>
          <p:nvPr/>
        </p:nvSpPr>
        <p:spPr>
          <a:xfrm xmlns:a="http://schemas.openxmlformats.org/drawingml/2006/main">
            <a:off x="9667875" y="42862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43845"/>
                </a:solidFill>
                <a:latin typeface="Yu Gothic"/>
                <a:ea typeface="Yu Gothic"/>
                <a:cs typeface="Yu Gothic"/>
              </a:defRPr>
            </a:defPPr>
            <a:lvl1pPr>
              <a:buNone/>
              <a:defRPr sz="2250" b="1">
                <a:solidFill>
                  <a:srgbClr val="243845"/>
                </a:solidFill>
                <a:latin typeface="Yu Gothic"/>
                <a:ea typeface="Yu Gothic"/>
                <a:cs typeface="Yu Gothic"/>
              </a:defRPr>
            </a:lvl1pPr>
            <a:lvl2pPr>
              <a:buNone/>
              <a:defRPr sz="2250" b="1">
                <a:solidFill>
                  <a:srgbClr val="243845"/>
                </a:solidFill>
                <a:latin typeface="Yu Gothic"/>
                <a:ea typeface="Yu Gothic"/>
                <a:cs typeface="Yu Gothic"/>
              </a:defRPr>
            </a:lvl2pPr>
            <a:lvl3pPr>
              <a:buNone/>
              <a:defRPr sz="2250" b="1">
                <a:solidFill>
                  <a:srgbClr val="243845"/>
                </a:solidFill>
                <a:latin typeface="Yu Gothic"/>
                <a:ea typeface="Yu Gothic"/>
                <a:cs typeface="Yu Gothic"/>
              </a:defRPr>
            </a:lvl3pPr>
            <a:lvl4pPr>
              <a:buNone/>
              <a:defRPr sz="2250" b="1">
                <a:solidFill>
                  <a:srgbClr val="243845"/>
                </a:solidFill>
                <a:latin typeface="Yu Gothic"/>
                <a:ea typeface="Yu Gothic"/>
                <a:cs typeface="Yu Gothic"/>
              </a:defRPr>
            </a:lvl4pPr>
            <a:lvl5pPr>
              <a:buNone/>
              <a:defRPr sz="2250" b="1">
                <a:solidFill>
                  <a:srgbClr val="243845"/>
                </a:solidFill>
                <a:latin typeface="Yu Gothic"/>
                <a:ea typeface="Yu Gothic"/>
                <a:cs typeface="Yu Gothic"/>
              </a:defRPr>
            </a:lvl5pPr>
            <a:lvl6pPr>
              <a:buNone/>
              <a:defRPr sz="2250" b="1">
                <a:solidFill>
                  <a:srgbClr val="243845"/>
                </a:solidFill>
                <a:latin typeface="Yu Gothic"/>
                <a:ea typeface="Yu Gothic"/>
                <a:cs typeface="Yu Gothic"/>
              </a:defRPr>
            </a:lvl6pPr>
            <a:lvl7pPr>
              <a:buNone/>
              <a:defRPr sz="2250" b="1">
                <a:solidFill>
                  <a:srgbClr val="243845"/>
                </a:solidFill>
                <a:latin typeface="Yu Gothic"/>
                <a:ea typeface="Yu Gothic"/>
                <a:cs typeface="Yu Gothic"/>
              </a:defRPr>
            </a:lvl7pPr>
            <a:lvl8pPr>
              <a:buNone/>
              <a:defRPr sz="2250" b="1">
                <a:solidFill>
                  <a:srgbClr val="243845"/>
                </a:solidFill>
                <a:latin typeface="Yu Gothic"/>
                <a:ea typeface="Yu Gothic"/>
                <a:cs typeface="Yu Gothic"/>
              </a:defRPr>
            </a:lvl8pPr>
            <a:lvl9pPr>
              <a:buNone/>
              <a:defRPr sz="2250" b="1">
                <a:solidFill>
                  <a:srgbClr val="243845"/>
                </a:solidFill>
                <a:latin typeface="Yu Gothic"/>
                <a:ea typeface="Yu Gothic"/>
                <a:cs typeface="Yu Gothic"/>
              </a:defRPr>
            </a:lvl9pPr>
          </a:lstStyle>
          <a:p xmlns:a="http://schemas.openxmlformats.org/drawingml/2006/main">
            <a:pPr>
              <a:buNone/>
              <a:defRPr sz="2250" b="1">
                <a:solidFill>
                  <a:srgbClr val="243845"/>
                </a:solidFill>
                <a:latin typeface="Yu Gothic"/>
                <a:ea typeface="Yu Gothic"/>
                <a:cs typeface="Yu Gothic"/>
              </a:defRPr>
            </a:pPr>
            <a:r>
              <a:rPr sz="2250" b="1">
                <a:solidFill>
                  <a:srgbClr val="243845"/>
                </a:solidFill>
                <a:latin typeface="Yu Gothic"/>
                <a:ea typeface="Yu Gothic"/>
                <a:cs typeface="Yu Gothic"/>
              </a:rPr>
              <a:t>B</a:t>
            </a:r>
          </a:p>
        </p:txBody>
      </p:sp>
      <p:sp>
        <p:nvSpPr>
          <p:cNvPr id="11" name="">
            <a:extLst xmlns:a="http://schemas.openxmlformats.org/drawingml/2006/main">
              <a:ext uri="{FF2B5EF4-FFF2-40B4-BE49-F238E27FC236}">
                <a16:creationId xmlns:a16="http://schemas.microsoft.com/office/drawing/2014/main" id="{6B2B6C20-86E5-4A14-9273-047D61F81133}"/>
              </a:ext>
            </a:extLst>
          </p:cNvPr>
          <p:cNvSpPr>
            <a:spLocks xmlns:a="http://schemas.openxmlformats.org/drawingml/2006/main" noGrp="1"/>
          </p:cNvSpPr>
          <p:nvPr/>
        </p:nvSpPr>
        <p:spPr>
          <a:xfrm xmlns:a="http://schemas.openxmlformats.org/drawingml/2006/main">
            <a:off x="6858000" y="20955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同じ体積・同じ状態で比較</a:t>
            </a:r>
          </a:p>
        </p:txBody>
      </p:sp>
      <p:sp>
        <p:nvSpPr>
          <p:cNvPr id="12" name="">
            <a:extLst xmlns:a="http://schemas.openxmlformats.org/drawingml/2006/main">
              <a:ext uri="{FF2B5EF4-FFF2-40B4-BE49-F238E27FC236}">
                <a16:creationId xmlns:a16="http://schemas.microsoft.com/office/drawing/2014/main" id="{D17EB965-7994-40C5-8DAD-0D6A76296631}"/>
              </a:ext>
            </a:extLst>
          </p:cNvPr>
          <p:cNvSpPr>
            <a:spLocks xmlns:a="http://schemas.openxmlformats.org/drawingml/2006/main" noGrp="1"/>
          </p:cNvSpPr>
          <p:nvPr/>
        </p:nvSpPr>
        <p:spPr>
          <a:xfrm xmlns:a="http://schemas.openxmlformats.org/drawingml/2006/main">
            <a:off x="6667500" y="52387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buNone/>
              <a:defRPr sz="2250" b="1">
                <a:solidFill>
                  <a:srgbClr val="2A6C9B"/>
                </a:solidFill>
                <a:latin typeface="Yu Gothic"/>
                <a:ea typeface="Yu Gothic"/>
                <a:cs typeface="Yu Gothic"/>
              </a:defRPr>
            </a:lvl1pPr>
            <a:lvl2pPr>
              <a:buNone/>
              <a:defRPr sz="2250" b="1">
                <a:solidFill>
                  <a:srgbClr val="2A6C9B"/>
                </a:solidFill>
                <a:latin typeface="Yu Gothic"/>
                <a:ea typeface="Yu Gothic"/>
                <a:cs typeface="Yu Gothic"/>
              </a:defRPr>
            </a:lvl2pPr>
            <a:lvl3pPr>
              <a:buNone/>
              <a:defRPr sz="2250" b="1">
                <a:solidFill>
                  <a:srgbClr val="2A6C9B"/>
                </a:solidFill>
                <a:latin typeface="Yu Gothic"/>
                <a:ea typeface="Yu Gothic"/>
                <a:cs typeface="Yu Gothic"/>
              </a:defRPr>
            </a:lvl3pPr>
            <a:lvl4pPr>
              <a:buNone/>
              <a:defRPr sz="2250" b="1">
                <a:solidFill>
                  <a:srgbClr val="2A6C9B"/>
                </a:solidFill>
                <a:latin typeface="Yu Gothic"/>
                <a:ea typeface="Yu Gothic"/>
                <a:cs typeface="Yu Gothic"/>
              </a:defRPr>
            </a:lvl4pPr>
            <a:lvl5pPr>
              <a:buNone/>
              <a:defRPr sz="2250" b="1">
                <a:solidFill>
                  <a:srgbClr val="2A6C9B"/>
                </a:solidFill>
                <a:latin typeface="Yu Gothic"/>
                <a:ea typeface="Yu Gothic"/>
                <a:cs typeface="Yu Gothic"/>
              </a:defRPr>
            </a:lvl5pPr>
            <a:lvl6pPr>
              <a:buNone/>
              <a:defRPr sz="2250" b="1">
                <a:solidFill>
                  <a:srgbClr val="2A6C9B"/>
                </a:solidFill>
                <a:latin typeface="Yu Gothic"/>
                <a:ea typeface="Yu Gothic"/>
                <a:cs typeface="Yu Gothic"/>
              </a:defRPr>
            </a:lvl6pPr>
            <a:lvl7pPr>
              <a:buNone/>
              <a:defRPr sz="2250" b="1">
                <a:solidFill>
                  <a:srgbClr val="2A6C9B"/>
                </a:solidFill>
                <a:latin typeface="Yu Gothic"/>
                <a:ea typeface="Yu Gothic"/>
                <a:cs typeface="Yu Gothic"/>
              </a:defRPr>
            </a:lvl7pPr>
            <a:lvl8pPr>
              <a:buNone/>
              <a:defRPr sz="2250" b="1">
                <a:solidFill>
                  <a:srgbClr val="2A6C9B"/>
                </a:solidFill>
                <a:latin typeface="Yu Gothic"/>
                <a:ea typeface="Yu Gothic"/>
                <a:cs typeface="Yu Gothic"/>
              </a:defRPr>
            </a:lvl8pPr>
            <a:lvl9pPr>
              <a:buNone/>
              <a:defRPr sz="2250" b="1">
                <a:solidFill>
                  <a:srgbClr val="2A6C9B"/>
                </a:solidFill>
                <a:latin typeface="Yu Gothic"/>
                <a:ea typeface="Yu Gothic"/>
                <a:cs typeface="Yu Gothic"/>
              </a:defRPr>
            </a:lvl9pPr>
          </a:lstStyle>
          <a:p xmlns:a="http://schemas.openxmlformats.org/drawingml/2006/main">
            <a:pPr>
              <a:buNone/>
              <a:defRPr sz="2250" b="1">
                <a:solidFill>
                  <a:srgbClr val="2A6C9B"/>
                </a:solidFill>
                <a:latin typeface="Yu Gothic"/>
                <a:ea typeface="Yu Gothic"/>
                <a:cs typeface="Yu Gothic"/>
              </a:defRPr>
            </a:pPr>
            <a:r>
              <a:rPr sz="2250" b="1">
                <a:solidFill>
                  <a:srgbClr val="2A6C9B"/>
                </a:solidFill>
                <a:latin typeface="Yu Gothic"/>
                <a:ea typeface="Yu Gothic"/>
                <a:cs typeface="Yu Gothic"/>
              </a:rPr>
              <a:t>密度 ρ = 質量 m / 体積 V</a:t>
            </a:r>
          </a:p>
        </p:txBody>
      </p:sp>
      <p:sp>
        <p:nvSpPr>
          <p:cNvPr id="14" name="">
            <a:extLst xmlns:a="http://schemas.openxmlformats.org/drawingml/2006/main">
              <a:ext uri="{FF2B5EF4-FFF2-40B4-BE49-F238E27FC236}">
                <a16:creationId xmlns:a16="http://schemas.microsoft.com/office/drawing/2014/main" id="{D607613F-E531-4DF6-BE8C-963C19BA1D8D}"/>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13 / 38</a:t>
            </a:r>
          </a:p>
        </p:txBody>
      </p:sp>
      <p:sp>
        <p:nvSpPr>
          <p:cNvPr id="16" name="">
            <a:extLst xmlns:a="http://schemas.openxmlformats.org/drawingml/2006/main">
              <a:ext uri="{FF2B5EF4-FFF2-40B4-BE49-F238E27FC236}">
                <a16:creationId xmlns:a16="http://schemas.microsoft.com/office/drawing/2014/main" id="{7ABD93D2-D55E-43E9-BCF8-4C96C3D89951}"/>
              </a:ext>
            </a:extLst>
          </p:cNvPr>
          <p:cNvSpPr>
            <a:spLocks xmlns:a="http://schemas.openxmlformats.org/drawingml/2006/main" noGrp="1"/>
          </p:cNvSpPr>
          <p:nvPr/>
        </p:nvSpPr>
        <p:spPr>
          <a:xfrm xmlns:a="http://schemas.openxmlformats.org/drawingml/2006/main">
            <a:off x="685800" y="6334125"/>
            <a:ext cx="962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193B59"/>
                </a:solidFill>
                <a:latin typeface="Yu Gothic"/>
                <a:ea typeface="Yu Gothic"/>
                <a:cs typeface="Yu Gothic"/>
              </a:defRPr>
            </a:defPPr>
            <a:lvl1pPr>
              <a:defRPr sz="1425" b="0">
                <a:solidFill>
                  <a:srgbClr val="193B59"/>
                </a:solidFill>
                <a:latin typeface="Yu Gothic"/>
                <a:ea typeface="Yu Gothic"/>
                <a:cs typeface="Yu Gothic"/>
              </a:defRPr>
            </a:lvl1pPr>
            <a:lvl2pPr>
              <a:defRPr sz="1425" b="0">
                <a:solidFill>
                  <a:srgbClr val="193B59"/>
                </a:solidFill>
                <a:latin typeface="Yu Gothic"/>
                <a:ea typeface="Yu Gothic"/>
                <a:cs typeface="Yu Gothic"/>
              </a:defRPr>
            </a:lvl2pPr>
            <a:lvl3pPr>
              <a:defRPr sz="1425" b="0">
                <a:solidFill>
                  <a:srgbClr val="193B59"/>
                </a:solidFill>
                <a:latin typeface="Yu Gothic"/>
                <a:ea typeface="Yu Gothic"/>
                <a:cs typeface="Yu Gothic"/>
              </a:defRPr>
            </a:lvl3pPr>
            <a:lvl4pPr>
              <a:defRPr sz="1425" b="0">
                <a:solidFill>
                  <a:srgbClr val="193B59"/>
                </a:solidFill>
                <a:latin typeface="Yu Gothic"/>
                <a:ea typeface="Yu Gothic"/>
                <a:cs typeface="Yu Gothic"/>
              </a:defRPr>
            </a:lvl4pPr>
            <a:lvl5pPr>
              <a:defRPr sz="1425" b="0">
                <a:solidFill>
                  <a:srgbClr val="193B59"/>
                </a:solidFill>
                <a:latin typeface="Yu Gothic"/>
                <a:ea typeface="Yu Gothic"/>
                <a:cs typeface="Yu Gothic"/>
              </a:defRPr>
            </a:lvl5pPr>
            <a:lvl6pPr>
              <a:defRPr sz="1425" b="0">
                <a:solidFill>
                  <a:srgbClr val="193B59"/>
                </a:solidFill>
                <a:latin typeface="Yu Gothic"/>
                <a:ea typeface="Yu Gothic"/>
                <a:cs typeface="Yu Gothic"/>
              </a:defRPr>
            </a:lvl6pPr>
            <a:lvl7pPr>
              <a:defRPr sz="1425" b="0">
                <a:solidFill>
                  <a:srgbClr val="193B59"/>
                </a:solidFill>
                <a:latin typeface="Yu Gothic"/>
                <a:ea typeface="Yu Gothic"/>
                <a:cs typeface="Yu Gothic"/>
              </a:defRPr>
            </a:lvl7pPr>
            <a:lvl8pPr>
              <a:defRPr sz="1425" b="0">
                <a:solidFill>
                  <a:srgbClr val="193B59"/>
                </a:solidFill>
                <a:latin typeface="Yu Gothic"/>
                <a:ea typeface="Yu Gothic"/>
                <a:cs typeface="Yu Gothic"/>
              </a:defRPr>
            </a:lvl8pPr>
            <a:lvl9pPr>
              <a:defRPr sz="1425" b="0">
                <a:solidFill>
                  <a:srgbClr val="193B59"/>
                </a:solidFill>
                <a:latin typeface="Yu Gothic"/>
                <a:ea typeface="Yu Gothic"/>
                <a:cs typeface="Yu Gothic"/>
              </a:defRPr>
            </a:lvl9pPr>
          </a:lstStyle>
          <a:p xmlns:a="http://schemas.openxmlformats.org/drawingml/2006/main">
            <a:pPr>
              <a:defRPr sz="1425" b="0">
                <a:solidFill>
                  <a:srgbClr val="193B59"/>
                </a:solidFill>
                <a:latin typeface="Yu Gothic"/>
                <a:ea typeface="Yu Gothic"/>
                <a:cs typeface="Yu Gothic"/>
              </a:defRPr>
            </a:pPr>
            <a:r>
              <a:rPr sz="1425" b="0">
                <a:solidFill>
                  <a:srgbClr val="193B59"/>
                </a:solidFill>
                <a:latin typeface="Yu Gothic"/>
                <a:ea typeface="Yu Gothic"/>
                <a:cs typeface="Yu Gothic"/>
              </a:rPr>
              <a:t>ρ：密度</a:t>
            </a:r>
          </a:p>
        </p:txBody>
      </p:sp>
    </p:spTree>
    <p:extLst>
      <p:ext uri="{BB962C8B-B14F-4D97-AF65-F5344CB8AC3E}">
        <p14:creationId xmlns:p14="http://schemas.microsoft.com/office/powerpoint/2010/main" val="151884979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49C7E9-E619-44BA-842A-47FFB159DCD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4CFE1E00-403E-48C1-9A9D-3997570310BD}"/>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00309D5-FD64-476C-BE9A-3E485126BA21}"/>
              </a:ext>
            </a:extLst>
          </p:cNvPr>
          <p:cNvSpPr>
            <a:spLocks xmlns:a="http://schemas.openxmlformats.org/drawingml/2006/main" noGrp="1"/>
          </p:cNvSpPr>
          <p:nvPr/>
        </p:nvSpPr>
        <p:spPr>
          <a:xfrm xmlns:a="http://schemas.openxmlformats.org/drawingml/2006/main">
            <a:off x="904875" y="17621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A6C9B"/>
                </a:solidFill>
                <a:latin typeface="Yu Gothic"/>
                <a:ea typeface="Yu Gothic"/>
                <a:cs typeface="Yu Gothic"/>
              </a:defRPr>
            </a:defPPr>
            <a:lvl1pPr>
              <a:buNone/>
              <a:defRPr sz="2400" b="1">
                <a:solidFill>
                  <a:srgbClr val="2A6C9B"/>
                </a:solidFill>
                <a:latin typeface="Yu Gothic"/>
                <a:ea typeface="Yu Gothic"/>
                <a:cs typeface="Yu Gothic"/>
              </a:defRPr>
            </a:lvl1pPr>
            <a:lvl2pPr>
              <a:buNone/>
              <a:defRPr sz="2400" b="1">
                <a:solidFill>
                  <a:srgbClr val="2A6C9B"/>
                </a:solidFill>
                <a:latin typeface="Yu Gothic"/>
                <a:ea typeface="Yu Gothic"/>
                <a:cs typeface="Yu Gothic"/>
              </a:defRPr>
            </a:lvl2pPr>
            <a:lvl3pPr>
              <a:buNone/>
              <a:defRPr sz="2400" b="1">
                <a:solidFill>
                  <a:srgbClr val="2A6C9B"/>
                </a:solidFill>
                <a:latin typeface="Yu Gothic"/>
                <a:ea typeface="Yu Gothic"/>
                <a:cs typeface="Yu Gothic"/>
              </a:defRPr>
            </a:lvl3pPr>
            <a:lvl4pPr>
              <a:buNone/>
              <a:defRPr sz="2400" b="1">
                <a:solidFill>
                  <a:srgbClr val="2A6C9B"/>
                </a:solidFill>
                <a:latin typeface="Yu Gothic"/>
                <a:ea typeface="Yu Gothic"/>
                <a:cs typeface="Yu Gothic"/>
              </a:defRPr>
            </a:lvl4pPr>
            <a:lvl5pPr>
              <a:buNone/>
              <a:defRPr sz="2400" b="1">
                <a:solidFill>
                  <a:srgbClr val="2A6C9B"/>
                </a:solidFill>
                <a:latin typeface="Yu Gothic"/>
                <a:ea typeface="Yu Gothic"/>
                <a:cs typeface="Yu Gothic"/>
              </a:defRPr>
            </a:lvl5pPr>
            <a:lvl6pPr>
              <a:buNone/>
              <a:defRPr sz="2400" b="1">
                <a:solidFill>
                  <a:srgbClr val="2A6C9B"/>
                </a:solidFill>
                <a:latin typeface="Yu Gothic"/>
                <a:ea typeface="Yu Gothic"/>
                <a:cs typeface="Yu Gothic"/>
              </a:defRPr>
            </a:lvl6pPr>
            <a:lvl7pPr>
              <a:buNone/>
              <a:defRPr sz="2400" b="1">
                <a:solidFill>
                  <a:srgbClr val="2A6C9B"/>
                </a:solidFill>
                <a:latin typeface="Yu Gothic"/>
                <a:ea typeface="Yu Gothic"/>
                <a:cs typeface="Yu Gothic"/>
              </a:defRPr>
            </a:lvl7pPr>
            <a:lvl8pPr>
              <a:buNone/>
              <a:defRPr sz="2400" b="1">
                <a:solidFill>
                  <a:srgbClr val="2A6C9B"/>
                </a:solidFill>
                <a:latin typeface="Yu Gothic"/>
                <a:ea typeface="Yu Gothic"/>
                <a:cs typeface="Yu Gothic"/>
              </a:defRPr>
            </a:lvl8pPr>
            <a:lvl9pPr>
              <a:buNone/>
              <a:defRPr sz="2400" b="1">
                <a:solidFill>
                  <a:srgbClr val="2A6C9B"/>
                </a:solidFill>
                <a:latin typeface="Yu Gothic"/>
                <a:ea typeface="Yu Gothic"/>
                <a:cs typeface="Yu Gothic"/>
              </a:defRPr>
            </a:lvl9pPr>
          </a:lstStyle>
          <a:p xmlns:a="http://schemas.openxmlformats.org/drawingml/2006/main">
            <a:pPr>
              <a:buNone/>
              <a:defRPr sz="2400" b="1">
                <a:solidFill>
                  <a:srgbClr val="2A6C9B"/>
                </a:solidFill>
                <a:latin typeface="Yu Gothic"/>
                <a:ea typeface="Yu Gothic"/>
                <a:cs typeface="Yu Gothic"/>
              </a:defRPr>
            </a:pPr>
            <a:r>
              <a:rPr sz="2400"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C911011F-A9B0-46D6-93E5-D44F2E096BB6}"/>
              </a:ext>
            </a:extLst>
          </p:cNvPr>
          <p:cNvSpPr>
            <a:spLocks xmlns:a="http://schemas.openxmlformats.org/drawingml/2006/main" noGrp="1"/>
          </p:cNvSpPr>
          <p:nvPr/>
        </p:nvSpPr>
        <p:spPr>
          <a:xfrm xmlns:a="http://schemas.openxmlformats.org/drawingml/2006/main">
            <a:off x="904875" y="26384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A6C9B"/>
                </a:solidFill>
                <a:latin typeface="Yu Gothic"/>
                <a:ea typeface="Yu Gothic"/>
                <a:cs typeface="Yu Gothic"/>
              </a:defRPr>
            </a:defPPr>
            <a:lvl1pPr>
              <a:buNone/>
              <a:defRPr sz="2400" b="0">
                <a:solidFill>
                  <a:srgbClr val="2A6C9B"/>
                </a:solidFill>
                <a:latin typeface="Yu Gothic"/>
                <a:ea typeface="Yu Gothic"/>
                <a:cs typeface="Yu Gothic"/>
              </a:defRPr>
            </a:lvl1pPr>
            <a:lvl2pPr>
              <a:buNone/>
              <a:defRPr sz="2400" b="0">
                <a:solidFill>
                  <a:srgbClr val="2A6C9B"/>
                </a:solidFill>
                <a:latin typeface="Yu Gothic"/>
                <a:ea typeface="Yu Gothic"/>
                <a:cs typeface="Yu Gothic"/>
              </a:defRPr>
            </a:lvl2pPr>
            <a:lvl3pPr>
              <a:buNone/>
              <a:defRPr sz="2400" b="0">
                <a:solidFill>
                  <a:srgbClr val="2A6C9B"/>
                </a:solidFill>
                <a:latin typeface="Yu Gothic"/>
                <a:ea typeface="Yu Gothic"/>
                <a:cs typeface="Yu Gothic"/>
              </a:defRPr>
            </a:lvl3pPr>
            <a:lvl4pPr>
              <a:buNone/>
              <a:defRPr sz="2400" b="0">
                <a:solidFill>
                  <a:srgbClr val="2A6C9B"/>
                </a:solidFill>
                <a:latin typeface="Yu Gothic"/>
                <a:ea typeface="Yu Gothic"/>
                <a:cs typeface="Yu Gothic"/>
              </a:defRPr>
            </a:lvl4pPr>
            <a:lvl5pPr>
              <a:buNone/>
              <a:defRPr sz="2400" b="0">
                <a:solidFill>
                  <a:srgbClr val="2A6C9B"/>
                </a:solidFill>
                <a:latin typeface="Yu Gothic"/>
                <a:ea typeface="Yu Gothic"/>
                <a:cs typeface="Yu Gothic"/>
              </a:defRPr>
            </a:lvl5pPr>
            <a:lvl6pPr>
              <a:buNone/>
              <a:defRPr sz="2400" b="0">
                <a:solidFill>
                  <a:srgbClr val="2A6C9B"/>
                </a:solidFill>
                <a:latin typeface="Yu Gothic"/>
                <a:ea typeface="Yu Gothic"/>
                <a:cs typeface="Yu Gothic"/>
              </a:defRPr>
            </a:lvl6pPr>
            <a:lvl7pPr>
              <a:buNone/>
              <a:defRPr sz="2400" b="0">
                <a:solidFill>
                  <a:srgbClr val="2A6C9B"/>
                </a:solidFill>
                <a:latin typeface="Yu Gothic"/>
                <a:ea typeface="Yu Gothic"/>
                <a:cs typeface="Yu Gothic"/>
              </a:defRPr>
            </a:lvl7pPr>
            <a:lvl8pPr>
              <a:buNone/>
              <a:defRPr sz="2400" b="0">
                <a:solidFill>
                  <a:srgbClr val="2A6C9B"/>
                </a:solidFill>
                <a:latin typeface="Yu Gothic"/>
                <a:ea typeface="Yu Gothic"/>
                <a:cs typeface="Yu Gothic"/>
              </a:defRPr>
            </a:lvl8pPr>
            <a:lvl9pPr>
              <a:buNone/>
              <a:defRPr sz="2400" b="0">
                <a:solidFill>
                  <a:srgbClr val="2A6C9B"/>
                </a:solidFill>
                <a:latin typeface="Yu Gothic"/>
                <a:ea typeface="Yu Gothic"/>
                <a:cs typeface="Yu Gothic"/>
              </a:defRPr>
            </a:lvl9pPr>
          </a:lstStyle>
          <a:p xmlns:a="http://schemas.openxmlformats.org/drawingml/2006/main">
            <a:pPr>
              <a:buNone/>
              <a:defRPr sz="2400" b="0">
                <a:solidFill>
                  <a:srgbClr val="2A6C9B"/>
                </a:solidFill>
                <a:latin typeface="Yu Gothic"/>
                <a:ea typeface="Yu Gothic"/>
                <a:cs typeface="Yu Gothic"/>
              </a:defRPr>
            </a:pPr>
            <a:r>
              <a:rPr sz="2400"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3C754684-5323-4D47-9DA8-EF831D90DB77}"/>
              </a:ext>
            </a:extLst>
          </p:cNvPr>
          <p:cNvSpPr>
            <a:spLocks xmlns:a="http://schemas.openxmlformats.org/drawingml/2006/main" noGrp="1"/>
          </p:cNvSpPr>
          <p:nvPr/>
        </p:nvSpPr>
        <p:spPr>
          <a:xfrm xmlns:a="http://schemas.openxmlformats.org/drawingml/2006/main">
            <a:off x="904875" y="35147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A6C9B"/>
                </a:solidFill>
                <a:latin typeface="Yu Gothic"/>
                <a:ea typeface="Yu Gothic"/>
                <a:cs typeface="Yu Gothic"/>
              </a:defRPr>
            </a:defPPr>
            <a:lvl1pPr>
              <a:buNone/>
              <a:defRPr sz="2400" b="0">
                <a:solidFill>
                  <a:srgbClr val="2A6C9B"/>
                </a:solidFill>
                <a:latin typeface="Yu Gothic"/>
                <a:ea typeface="Yu Gothic"/>
                <a:cs typeface="Yu Gothic"/>
              </a:defRPr>
            </a:lvl1pPr>
            <a:lvl2pPr>
              <a:buNone/>
              <a:defRPr sz="2400" b="0">
                <a:solidFill>
                  <a:srgbClr val="2A6C9B"/>
                </a:solidFill>
                <a:latin typeface="Yu Gothic"/>
                <a:ea typeface="Yu Gothic"/>
                <a:cs typeface="Yu Gothic"/>
              </a:defRPr>
            </a:lvl2pPr>
            <a:lvl3pPr>
              <a:buNone/>
              <a:defRPr sz="2400" b="0">
                <a:solidFill>
                  <a:srgbClr val="2A6C9B"/>
                </a:solidFill>
                <a:latin typeface="Yu Gothic"/>
                <a:ea typeface="Yu Gothic"/>
                <a:cs typeface="Yu Gothic"/>
              </a:defRPr>
            </a:lvl3pPr>
            <a:lvl4pPr>
              <a:buNone/>
              <a:defRPr sz="2400" b="0">
                <a:solidFill>
                  <a:srgbClr val="2A6C9B"/>
                </a:solidFill>
                <a:latin typeface="Yu Gothic"/>
                <a:ea typeface="Yu Gothic"/>
                <a:cs typeface="Yu Gothic"/>
              </a:defRPr>
            </a:lvl4pPr>
            <a:lvl5pPr>
              <a:buNone/>
              <a:defRPr sz="2400" b="0">
                <a:solidFill>
                  <a:srgbClr val="2A6C9B"/>
                </a:solidFill>
                <a:latin typeface="Yu Gothic"/>
                <a:ea typeface="Yu Gothic"/>
                <a:cs typeface="Yu Gothic"/>
              </a:defRPr>
            </a:lvl5pPr>
            <a:lvl6pPr>
              <a:buNone/>
              <a:defRPr sz="2400" b="0">
                <a:solidFill>
                  <a:srgbClr val="2A6C9B"/>
                </a:solidFill>
                <a:latin typeface="Yu Gothic"/>
                <a:ea typeface="Yu Gothic"/>
                <a:cs typeface="Yu Gothic"/>
              </a:defRPr>
            </a:lvl6pPr>
            <a:lvl7pPr>
              <a:buNone/>
              <a:defRPr sz="2400" b="0">
                <a:solidFill>
                  <a:srgbClr val="2A6C9B"/>
                </a:solidFill>
                <a:latin typeface="Yu Gothic"/>
                <a:ea typeface="Yu Gothic"/>
                <a:cs typeface="Yu Gothic"/>
              </a:defRPr>
            </a:lvl7pPr>
            <a:lvl8pPr>
              <a:buNone/>
              <a:defRPr sz="2400" b="0">
                <a:solidFill>
                  <a:srgbClr val="2A6C9B"/>
                </a:solidFill>
                <a:latin typeface="Yu Gothic"/>
                <a:ea typeface="Yu Gothic"/>
                <a:cs typeface="Yu Gothic"/>
              </a:defRPr>
            </a:lvl8pPr>
            <a:lvl9pPr>
              <a:buNone/>
              <a:defRPr sz="2400" b="0">
                <a:solidFill>
                  <a:srgbClr val="2A6C9B"/>
                </a:solidFill>
                <a:latin typeface="Yu Gothic"/>
                <a:ea typeface="Yu Gothic"/>
                <a:cs typeface="Yu Gothic"/>
              </a:defRPr>
            </a:lvl9pPr>
          </a:lstStyle>
          <a:p xmlns:a="http://schemas.openxmlformats.org/drawingml/2006/main">
            <a:pPr>
              <a:buNone/>
              <a:defRPr sz="2400" b="0">
                <a:solidFill>
                  <a:srgbClr val="2A6C9B"/>
                </a:solidFill>
                <a:latin typeface="Yu Gothic"/>
                <a:ea typeface="Yu Gothic"/>
                <a:cs typeface="Yu Gothic"/>
              </a:defRPr>
            </a:pPr>
            <a:r>
              <a:rPr sz="2400" b="0">
                <a:solidFill>
                  <a:srgbClr val="2A6C9B"/>
                </a:solidFill>
                <a:latin typeface="Yu Gothic"/>
                <a:ea typeface="Yu Gothic"/>
                <a:cs typeface="Yu Gothic"/>
              </a:rPr>
              <a:t>再開後：棚板の比較条件を図にする</a:t>
            </a:r>
          </a:p>
        </p:txBody>
      </p:sp>
      <p:sp>
        <p:nvSpPr>
          <p:cNvPr id="6" name="">
            <a:extLst xmlns:a="http://schemas.openxmlformats.org/drawingml/2006/main">
              <a:ext uri="{FF2B5EF4-FFF2-40B4-BE49-F238E27FC236}">
                <a16:creationId xmlns:a16="http://schemas.microsoft.com/office/drawing/2014/main" id="{01B2C145-2531-41C7-BA9A-BFAC80972F65}"/>
              </a:ext>
            </a:extLst>
          </p:cNvPr>
          <p:cNvSpPr>
            <a:spLocks xmlns:a="http://schemas.openxmlformats.org/drawingml/2006/main" noGrp="1"/>
          </p:cNvSpPr>
          <p:nvPr/>
        </p:nvSpPr>
        <p:spPr>
          <a:xfrm xmlns:a="http://schemas.openxmlformats.org/drawingml/2006/main">
            <a:off x="904875"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337568"/>
                </a:solidFill>
                <a:latin typeface="Yu Gothic"/>
                <a:ea typeface="Yu Gothic"/>
                <a:cs typeface="Yu Gothic"/>
              </a:defRPr>
            </a:defPPr>
            <a:lvl1pPr>
              <a:buNone/>
              <a:defRPr sz="1800" b="1">
                <a:solidFill>
                  <a:srgbClr val="337568"/>
                </a:solidFill>
                <a:latin typeface="Yu Gothic"/>
                <a:ea typeface="Yu Gothic"/>
                <a:cs typeface="Yu Gothic"/>
              </a:defRPr>
            </a:lvl1pPr>
            <a:lvl2pPr>
              <a:buNone/>
              <a:defRPr sz="1800" b="1">
                <a:solidFill>
                  <a:srgbClr val="337568"/>
                </a:solidFill>
                <a:latin typeface="Yu Gothic"/>
                <a:ea typeface="Yu Gothic"/>
                <a:cs typeface="Yu Gothic"/>
              </a:defRPr>
            </a:lvl2pPr>
            <a:lvl3pPr>
              <a:buNone/>
              <a:defRPr sz="1800" b="1">
                <a:solidFill>
                  <a:srgbClr val="337568"/>
                </a:solidFill>
                <a:latin typeface="Yu Gothic"/>
                <a:ea typeface="Yu Gothic"/>
                <a:cs typeface="Yu Gothic"/>
              </a:defRPr>
            </a:lvl3pPr>
            <a:lvl4pPr>
              <a:buNone/>
              <a:defRPr sz="1800" b="1">
                <a:solidFill>
                  <a:srgbClr val="337568"/>
                </a:solidFill>
                <a:latin typeface="Yu Gothic"/>
                <a:ea typeface="Yu Gothic"/>
                <a:cs typeface="Yu Gothic"/>
              </a:defRPr>
            </a:lvl4pPr>
            <a:lvl5pPr>
              <a:buNone/>
              <a:defRPr sz="1800" b="1">
                <a:solidFill>
                  <a:srgbClr val="337568"/>
                </a:solidFill>
                <a:latin typeface="Yu Gothic"/>
                <a:ea typeface="Yu Gothic"/>
                <a:cs typeface="Yu Gothic"/>
              </a:defRPr>
            </a:lvl5pPr>
            <a:lvl6pPr>
              <a:buNone/>
              <a:defRPr sz="1800" b="1">
                <a:solidFill>
                  <a:srgbClr val="337568"/>
                </a:solidFill>
                <a:latin typeface="Yu Gothic"/>
                <a:ea typeface="Yu Gothic"/>
                <a:cs typeface="Yu Gothic"/>
              </a:defRPr>
            </a:lvl6pPr>
            <a:lvl7pPr>
              <a:buNone/>
              <a:defRPr sz="1800" b="1">
                <a:solidFill>
                  <a:srgbClr val="337568"/>
                </a:solidFill>
                <a:latin typeface="Yu Gothic"/>
                <a:ea typeface="Yu Gothic"/>
                <a:cs typeface="Yu Gothic"/>
              </a:defRPr>
            </a:lvl7pPr>
            <a:lvl8pPr>
              <a:buNone/>
              <a:defRPr sz="1800" b="1">
                <a:solidFill>
                  <a:srgbClr val="337568"/>
                </a:solidFill>
                <a:latin typeface="Yu Gothic"/>
                <a:ea typeface="Yu Gothic"/>
                <a:cs typeface="Yu Gothic"/>
              </a:defRPr>
            </a:lvl8pPr>
            <a:lvl9pPr>
              <a:buNone/>
              <a:defRPr sz="1800" b="1">
                <a:solidFill>
                  <a:srgbClr val="337568"/>
                </a:solidFill>
                <a:latin typeface="Yu Gothic"/>
                <a:ea typeface="Yu Gothic"/>
                <a:cs typeface="Yu Gothic"/>
              </a:defRPr>
            </a:lvl9pPr>
          </a:lstStyle>
          <a:p xmlns:a="http://schemas.openxmlformats.org/drawingml/2006/main">
            <a:pPr>
              <a:buNone/>
              <a:defRPr sz="1800" b="1">
                <a:solidFill>
                  <a:srgbClr val="337568"/>
                </a:solidFill>
                <a:latin typeface="Yu Gothic"/>
                <a:ea typeface="Yu Gothic"/>
                <a:cs typeface="Yu Gothic"/>
              </a:defRPr>
            </a:pPr>
            <a:r>
              <a:rPr sz="1800" b="1">
                <a:solidFill>
                  <a:srgbClr val="337568"/>
                </a:solidFill>
                <a:latin typeface="Yu Gothic"/>
                <a:ea typeface="Yu Gothic"/>
                <a:cs typeface="Yu Gothic"/>
              </a:rPr>
              <a:t>再開するときは次の画面へ</a:t>
            </a:r>
          </a:p>
        </p:txBody>
      </p:sp>
      <p:sp>
        <p:nvSpPr>
          <p:cNvPr id="7" name="">
            <a:extLst xmlns:a="http://schemas.openxmlformats.org/drawingml/2006/main">
              <a:ext uri="{FF2B5EF4-FFF2-40B4-BE49-F238E27FC236}">
                <a16:creationId xmlns:a16="http://schemas.microsoft.com/office/drawing/2014/main" id="{45DC31D7-0FC7-4A23-8216-601B7CBF7FE0}"/>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8" name="">
            <a:extLst xmlns:a="http://schemas.openxmlformats.org/drawingml/2006/main">
              <a:ext uri="{FF2B5EF4-FFF2-40B4-BE49-F238E27FC236}">
                <a16:creationId xmlns:a16="http://schemas.microsoft.com/office/drawing/2014/main" id="{6723C064-B402-4D0F-87BE-93CE6A5958C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14 / 38</a:t>
            </a:r>
          </a:p>
        </p:txBody>
      </p:sp>
    </p:spTree>
    <p:extLst>
      <p:ext uri="{BB962C8B-B14F-4D97-AF65-F5344CB8AC3E}">
        <p14:creationId xmlns:p14="http://schemas.microsoft.com/office/powerpoint/2010/main" val="17495377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C4B142C-083D-433A-B116-5B2E9820617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棚板に求める働き</a:t>
            </a:r>
          </a:p>
        </p:txBody>
      </p:sp>
      <p:sp>
        <p:nvSpPr>
          <p:cNvPr id="2" name="">
            <a:extLst xmlns:a="http://schemas.openxmlformats.org/drawingml/2006/main">
              <a:ext uri="{FF2B5EF4-FFF2-40B4-BE49-F238E27FC236}">
                <a16:creationId xmlns:a16="http://schemas.microsoft.com/office/drawing/2014/main" id="{2F680526-3076-413D-A544-A0DC360C46D2}"/>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CBD4282-9A4C-4B56-9A95-B4010B6F9F68}"/>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本や教材を支える</a:t>
            </a:r>
          </a:p>
        </p:txBody>
      </p:sp>
      <p:sp>
        <p:nvSpPr>
          <p:cNvPr id="4" name="">
            <a:extLst xmlns:a="http://schemas.openxmlformats.org/drawingml/2006/main">
              <a:ext uri="{FF2B5EF4-FFF2-40B4-BE49-F238E27FC236}">
                <a16:creationId xmlns:a16="http://schemas.microsoft.com/office/drawing/2014/main" id="{047CCAE2-6BF9-445E-BD39-55626FC07FA0}"/>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大きくたわまず、使い続けられる</a:t>
            </a:r>
          </a:p>
        </p:txBody>
      </p:sp>
      <p:sp>
        <p:nvSpPr>
          <p:cNvPr id="5" name="">
            <a:extLst xmlns:a="http://schemas.openxmlformats.org/drawingml/2006/main">
              <a:ext uri="{FF2B5EF4-FFF2-40B4-BE49-F238E27FC236}">
                <a16:creationId xmlns:a16="http://schemas.microsoft.com/office/drawing/2014/main" id="{4C3D2FCE-4BCC-42C2-A74F-BAE00C18C0B2}"/>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人が触れる場所に設置する</a:t>
            </a:r>
          </a:p>
        </p:txBody>
      </p:sp>
      <p:sp>
        <p:nvSpPr>
          <p:cNvPr id="6" name="">
            <a:extLst xmlns:a="http://schemas.openxmlformats.org/drawingml/2006/main">
              <a:ext uri="{FF2B5EF4-FFF2-40B4-BE49-F238E27FC236}">
                <a16:creationId xmlns:a16="http://schemas.microsoft.com/office/drawing/2014/main" id="{9AE2FC24-A364-423F-A67B-92EAA5B047E5}"/>
              </a:ext>
            </a:extLst>
          </p:cNvPr>
          <p:cNvSpPr>
            <a:spLocks xmlns:a="http://schemas.openxmlformats.org/drawingml/2006/main" noGrp="1"/>
          </p:cNvSpPr>
          <p:nvPr/>
        </p:nvSpPr>
        <p:spPr>
          <a:xfrm xmlns:a="http://schemas.openxmlformats.org/drawingml/2006/main">
            <a:off x="809625" y="4524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教室で加工・修理できる条件を考える</a:t>
            </a:r>
          </a:p>
        </p:txBody>
      </p:sp>
      <p:sp>
        <p:nvSpPr>
          <p:cNvPr id="7" name="">
            <a:extLst xmlns:a="http://schemas.openxmlformats.org/drawingml/2006/main">
              <a:ext uri="{FF2B5EF4-FFF2-40B4-BE49-F238E27FC236}">
                <a16:creationId xmlns:a16="http://schemas.microsoft.com/office/drawing/2014/main" id="{EF9989C7-D7BE-4016-9BED-4AB9865FE540}"/>
              </a:ext>
            </a:extLst>
          </p:cNvPr>
          <p:cNvSpPr>
            <a:spLocks xmlns:a="http://schemas.openxmlformats.org/drawingml/2006/main" noGrp="1"/>
          </p:cNvSpPr>
          <p:nvPr/>
        </p:nvSpPr>
        <p:spPr>
          <a:xfrm xmlns:a="http://schemas.openxmlformats.org/drawingml/2006/main" flipH="0" flipV="0">
            <a:off x="7048500" y="3429000"/>
            <a:ext cx="3905250" cy="0"/>
          </a:xfrm>
          <a:prstGeom xmlns:a="http://schemas.openxmlformats.org/drawingml/2006/main" prst="line">
            <a:avLst/>
          </a:prstGeom>
          <a:noFill xmlns:a="http://schemas.openxmlformats.org/drawingml/2006/main"/>
          <a:ln xmlns:a="http://schemas.openxmlformats.org/drawingml/2006/main" w="19050">
            <a:solidFill>
              <a:srgbClr val="71818B"/>
            </a:solidFill>
          </a:ln>
        </p:spPr>
      </p:sp>
      <p:sp>
        <p:nvSpPr>
          <p:cNvPr id="8" name="">
            <a:extLst xmlns:a="http://schemas.openxmlformats.org/drawingml/2006/main">
              <a:ext uri="{FF2B5EF4-FFF2-40B4-BE49-F238E27FC236}">
                <a16:creationId xmlns:a16="http://schemas.microsoft.com/office/drawing/2014/main" id="{2BE5A9C2-42AA-4747-B0A4-5436EDB1C65E}"/>
              </a:ext>
            </a:extLst>
          </p:cNvPr>
          <p:cNvSpPr>
            <a:spLocks xmlns:a="http://schemas.openxmlformats.org/drawingml/2006/main" noGrp="1"/>
          </p:cNvSpPr>
          <p:nvPr/>
        </p:nvSpPr>
        <p:spPr>
          <a:xfrm xmlns:a="http://schemas.openxmlformats.org/drawingml/2006/main">
            <a:off x="7048500" y="3429000"/>
            <a:ext cx="3905250" cy="238125"/>
          </a:xfrm>
          <a:custGeom xmlns:a="http://schemas.openxmlformats.org/drawingml/2006/main">
            <a:pathLst>
              <a:path w="3905250" h="238125">
                <a:moveTo>
                  <a:pt x="0" y="0"/>
                </a:moveTo>
                <a:cubicBezTo>
                  <a:pt x="1301750" y="238125"/>
                  <a:pt x="2603500" y="238125"/>
                  <a:pt x="3905250" y="0"/>
                </a:cubicBezTo>
              </a:path>
            </a:pathLst>
          </a:custGeom>
          <a:noFill xmlns:a="http://schemas.openxmlformats.org/drawingml/2006/main"/>
          <a:ln xmlns:a="http://schemas.openxmlformats.org/drawingml/2006/main" w="66675">
            <a:solidFill>
              <a:srgbClr val="2A6C9B"/>
            </a:solidFill>
          </a:ln>
        </p:spPr>
      </p:sp>
      <p:sp>
        <p:nvSpPr>
          <p:cNvPr id="9" name="">
            <a:extLst xmlns:a="http://schemas.openxmlformats.org/drawingml/2006/main">
              <a:ext uri="{FF2B5EF4-FFF2-40B4-BE49-F238E27FC236}">
                <a16:creationId xmlns:a16="http://schemas.microsoft.com/office/drawing/2014/main" id="{A445FBA2-E610-465A-A2CA-C1272A37A0B2}"/>
              </a:ext>
            </a:extLst>
          </p:cNvPr>
          <p:cNvSpPr>
            <a:spLocks xmlns:a="http://schemas.openxmlformats.org/drawingml/2006/main" noGrp="1"/>
          </p:cNvSpPr>
          <p:nvPr/>
        </p:nvSpPr>
        <p:spPr>
          <a:xfrm xmlns:a="http://schemas.openxmlformats.org/drawingml/2006/main">
            <a:off x="7000875" y="3505200"/>
            <a:ext cx="285750" cy="266700"/>
          </a:xfrm>
          <a:prstGeom xmlns:a="http://schemas.openxmlformats.org/drawingml/2006/main" prst="triangle">
            <a:avLst/>
          </a:prstGeom>
          <a:solidFill xmlns:a="http://schemas.openxmlformats.org/drawingml/2006/main">
            <a:srgbClr val="7181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99A805D-3668-40C3-A34A-330553BA0F2F}"/>
              </a:ext>
            </a:extLst>
          </p:cNvPr>
          <p:cNvSpPr>
            <a:spLocks xmlns:a="http://schemas.openxmlformats.org/drawingml/2006/main" noGrp="1"/>
          </p:cNvSpPr>
          <p:nvPr/>
        </p:nvSpPr>
        <p:spPr>
          <a:xfrm xmlns:a="http://schemas.openxmlformats.org/drawingml/2006/main">
            <a:off x="10715625" y="3505200"/>
            <a:ext cx="285750" cy="266700"/>
          </a:xfrm>
          <a:prstGeom xmlns:a="http://schemas.openxmlformats.org/drawingml/2006/main" prst="triangle">
            <a:avLst/>
          </a:prstGeom>
          <a:solidFill xmlns:a="http://schemas.openxmlformats.org/drawingml/2006/main">
            <a:srgbClr val="71818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D0DB00-BDC8-42F6-AFE2-41D67AF7165E}"/>
              </a:ext>
            </a:extLst>
          </p:cNvPr>
          <p:cNvSpPr>
            <a:spLocks xmlns:a="http://schemas.openxmlformats.org/drawingml/2006/main" noGrp="1"/>
          </p:cNvSpPr>
          <p:nvPr/>
        </p:nvSpPr>
        <p:spPr>
          <a:xfrm xmlns:a="http://schemas.openxmlformats.org/drawingml/2006/main">
            <a:off x="8972550" y="2571750"/>
            <a:ext cx="57150" cy="561975"/>
          </a:xfrm>
          <a:prstGeom xmlns:a="http://schemas.openxmlformats.org/drawingml/2006/main" prst="rect">
            <a:avLst/>
          </a:prstGeom>
          <a:solidFill xmlns:a="http://schemas.openxmlformats.org/drawingml/2006/main">
            <a:srgbClr val="B34B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32CD0F1-FCF5-45BE-9EAF-08012599480F}"/>
              </a:ext>
            </a:extLst>
          </p:cNvPr>
          <p:cNvSpPr>
            <a:spLocks xmlns:a="http://schemas.openxmlformats.org/drawingml/2006/main" noGrp="1"/>
          </p:cNvSpPr>
          <p:nvPr/>
        </p:nvSpPr>
        <p:spPr>
          <a:xfrm xmlns:a="http://schemas.openxmlformats.org/drawingml/2006/main" rot="10800000">
            <a:off x="8905875" y="3076575"/>
            <a:ext cx="190500" cy="209550"/>
          </a:xfrm>
          <a:prstGeom xmlns:a="http://schemas.openxmlformats.org/drawingml/2006/main" prst="triangle">
            <a:avLst/>
          </a:prstGeom>
          <a:solidFill xmlns:a="http://schemas.openxmlformats.org/drawingml/2006/main">
            <a:srgbClr val="B34B4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708AC59-A516-414C-AA65-0875E19BE969}"/>
              </a:ext>
            </a:extLst>
          </p:cNvPr>
          <p:cNvSpPr>
            <a:spLocks xmlns:a="http://schemas.openxmlformats.org/drawingml/2006/main" noGrp="1"/>
          </p:cNvSpPr>
          <p:nvPr/>
        </p:nvSpPr>
        <p:spPr>
          <a:xfrm xmlns:a="http://schemas.openxmlformats.org/drawingml/2006/main">
            <a:off x="8477250" y="20002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B34B45"/>
                </a:solidFill>
                <a:latin typeface="Yu Gothic"/>
                <a:ea typeface="Yu Gothic"/>
                <a:cs typeface="Yu Gothic"/>
              </a:defRPr>
            </a:defPPr>
            <a:lvl1pPr>
              <a:buNone/>
              <a:defRPr sz="1950" b="0">
                <a:solidFill>
                  <a:srgbClr val="B34B45"/>
                </a:solidFill>
                <a:latin typeface="Yu Gothic"/>
                <a:ea typeface="Yu Gothic"/>
                <a:cs typeface="Yu Gothic"/>
              </a:defRPr>
            </a:lvl1pPr>
            <a:lvl2pPr>
              <a:buNone/>
              <a:defRPr sz="1950" b="0">
                <a:solidFill>
                  <a:srgbClr val="B34B45"/>
                </a:solidFill>
                <a:latin typeface="Yu Gothic"/>
                <a:ea typeface="Yu Gothic"/>
                <a:cs typeface="Yu Gothic"/>
              </a:defRPr>
            </a:lvl2pPr>
            <a:lvl3pPr>
              <a:buNone/>
              <a:defRPr sz="1950" b="0">
                <a:solidFill>
                  <a:srgbClr val="B34B45"/>
                </a:solidFill>
                <a:latin typeface="Yu Gothic"/>
                <a:ea typeface="Yu Gothic"/>
                <a:cs typeface="Yu Gothic"/>
              </a:defRPr>
            </a:lvl3pPr>
            <a:lvl4pPr>
              <a:buNone/>
              <a:defRPr sz="1950" b="0">
                <a:solidFill>
                  <a:srgbClr val="B34B45"/>
                </a:solidFill>
                <a:latin typeface="Yu Gothic"/>
                <a:ea typeface="Yu Gothic"/>
                <a:cs typeface="Yu Gothic"/>
              </a:defRPr>
            </a:lvl4pPr>
            <a:lvl5pPr>
              <a:buNone/>
              <a:defRPr sz="1950" b="0">
                <a:solidFill>
                  <a:srgbClr val="B34B45"/>
                </a:solidFill>
                <a:latin typeface="Yu Gothic"/>
                <a:ea typeface="Yu Gothic"/>
                <a:cs typeface="Yu Gothic"/>
              </a:defRPr>
            </a:lvl5pPr>
            <a:lvl6pPr>
              <a:buNone/>
              <a:defRPr sz="1950" b="0">
                <a:solidFill>
                  <a:srgbClr val="B34B45"/>
                </a:solidFill>
                <a:latin typeface="Yu Gothic"/>
                <a:ea typeface="Yu Gothic"/>
                <a:cs typeface="Yu Gothic"/>
              </a:defRPr>
            </a:lvl6pPr>
            <a:lvl7pPr>
              <a:buNone/>
              <a:defRPr sz="1950" b="0">
                <a:solidFill>
                  <a:srgbClr val="B34B45"/>
                </a:solidFill>
                <a:latin typeface="Yu Gothic"/>
                <a:ea typeface="Yu Gothic"/>
                <a:cs typeface="Yu Gothic"/>
              </a:defRPr>
            </a:lvl7pPr>
            <a:lvl8pPr>
              <a:buNone/>
              <a:defRPr sz="1950" b="0">
                <a:solidFill>
                  <a:srgbClr val="B34B45"/>
                </a:solidFill>
                <a:latin typeface="Yu Gothic"/>
                <a:ea typeface="Yu Gothic"/>
                <a:cs typeface="Yu Gothic"/>
              </a:defRPr>
            </a:lvl8pPr>
            <a:lvl9pPr>
              <a:buNone/>
              <a:defRPr sz="1950" b="0">
                <a:solidFill>
                  <a:srgbClr val="B34B45"/>
                </a:solidFill>
                <a:latin typeface="Yu Gothic"/>
                <a:ea typeface="Yu Gothic"/>
                <a:cs typeface="Yu Gothic"/>
              </a:defRPr>
            </a:lvl9pPr>
          </a:lstStyle>
          <a:p xmlns:a="http://schemas.openxmlformats.org/drawingml/2006/main">
            <a:pPr>
              <a:buNone/>
              <a:defRPr sz="1950" b="0">
                <a:solidFill>
                  <a:srgbClr val="B34B45"/>
                </a:solidFill>
                <a:latin typeface="Yu Gothic"/>
                <a:ea typeface="Yu Gothic"/>
                <a:cs typeface="Yu Gothic"/>
              </a:defRPr>
            </a:pPr>
            <a:r>
              <a:rPr sz="1950" b="0">
                <a:solidFill>
                  <a:srgbClr val="B34B45"/>
                </a:solidFill>
                <a:latin typeface="Yu Gothic"/>
                <a:ea typeface="Yu Gothic"/>
                <a:cs typeface="Yu Gothic"/>
              </a:rPr>
              <a:t>荷重</a:t>
            </a:r>
          </a:p>
        </p:txBody>
      </p:sp>
      <p:sp>
        <p:nvSpPr>
          <p:cNvPr id="14" name="">
            <a:extLst xmlns:a="http://schemas.openxmlformats.org/drawingml/2006/main">
              <a:ext uri="{FF2B5EF4-FFF2-40B4-BE49-F238E27FC236}">
                <a16:creationId xmlns:a16="http://schemas.microsoft.com/office/drawing/2014/main" id="{5FA8D030-67A2-4B6A-BB17-B2B537E36117}"/>
              </a:ext>
            </a:extLst>
          </p:cNvPr>
          <p:cNvSpPr>
            <a:spLocks xmlns:a="http://schemas.openxmlformats.org/drawingml/2006/main" noGrp="1"/>
          </p:cNvSpPr>
          <p:nvPr/>
        </p:nvSpPr>
        <p:spPr>
          <a:xfrm xmlns:a="http://schemas.openxmlformats.org/drawingml/2006/main">
            <a:off x="7000875" y="3905250"/>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43845"/>
                </a:solidFill>
                <a:latin typeface="Yu Gothic"/>
                <a:ea typeface="Yu Gothic"/>
                <a:cs typeface="Yu Gothic"/>
              </a:defRPr>
            </a:defPPr>
            <a:lvl1pPr>
              <a:buNone/>
              <a:defRPr sz="1800" b="0">
                <a:solidFill>
                  <a:srgbClr val="243845"/>
                </a:solidFill>
                <a:latin typeface="Yu Gothic"/>
                <a:ea typeface="Yu Gothic"/>
                <a:cs typeface="Yu Gothic"/>
              </a:defRPr>
            </a:lvl1pPr>
            <a:lvl2pPr>
              <a:buNone/>
              <a:defRPr sz="1800" b="0">
                <a:solidFill>
                  <a:srgbClr val="243845"/>
                </a:solidFill>
                <a:latin typeface="Yu Gothic"/>
                <a:ea typeface="Yu Gothic"/>
                <a:cs typeface="Yu Gothic"/>
              </a:defRPr>
            </a:lvl2pPr>
            <a:lvl3pPr>
              <a:buNone/>
              <a:defRPr sz="1800" b="0">
                <a:solidFill>
                  <a:srgbClr val="243845"/>
                </a:solidFill>
                <a:latin typeface="Yu Gothic"/>
                <a:ea typeface="Yu Gothic"/>
                <a:cs typeface="Yu Gothic"/>
              </a:defRPr>
            </a:lvl3pPr>
            <a:lvl4pPr>
              <a:buNone/>
              <a:defRPr sz="1800" b="0">
                <a:solidFill>
                  <a:srgbClr val="243845"/>
                </a:solidFill>
                <a:latin typeface="Yu Gothic"/>
                <a:ea typeface="Yu Gothic"/>
                <a:cs typeface="Yu Gothic"/>
              </a:defRPr>
            </a:lvl4pPr>
            <a:lvl5pPr>
              <a:buNone/>
              <a:defRPr sz="1800" b="0">
                <a:solidFill>
                  <a:srgbClr val="243845"/>
                </a:solidFill>
                <a:latin typeface="Yu Gothic"/>
                <a:ea typeface="Yu Gothic"/>
                <a:cs typeface="Yu Gothic"/>
              </a:defRPr>
            </a:lvl5pPr>
            <a:lvl6pPr>
              <a:buNone/>
              <a:defRPr sz="1800" b="0">
                <a:solidFill>
                  <a:srgbClr val="243845"/>
                </a:solidFill>
                <a:latin typeface="Yu Gothic"/>
                <a:ea typeface="Yu Gothic"/>
                <a:cs typeface="Yu Gothic"/>
              </a:defRPr>
            </a:lvl6pPr>
            <a:lvl7pPr>
              <a:buNone/>
              <a:defRPr sz="1800" b="0">
                <a:solidFill>
                  <a:srgbClr val="243845"/>
                </a:solidFill>
                <a:latin typeface="Yu Gothic"/>
                <a:ea typeface="Yu Gothic"/>
                <a:cs typeface="Yu Gothic"/>
              </a:defRPr>
            </a:lvl7pPr>
            <a:lvl8pPr>
              <a:buNone/>
              <a:defRPr sz="1800" b="0">
                <a:solidFill>
                  <a:srgbClr val="243845"/>
                </a:solidFill>
                <a:latin typeface="Yu Gothic"/>
                <a:ea typeface="Yu Gothic"/>
                <a:cs typeface="Yu Gothic"/>
              </a:defRPr>
            </a:lvl8pPr>
            <a:lvl9pPr>
              <a:buNone/>
              <a:defRPr sz="1800" b="0">
                <a:solidFill>
                  <a:srgbClr val="243845"/>
                </a:solidFill>
                <a:latin typeface="Yu Gothic"/>
                <a:ea typeface="Yu Gothic"/>
                <a:cs typeface="Yu Gothic"/>
              </a:defRPr>
            </a:lvl9pPr>
          </a:lstStyle>
          <a:p xmlns:a="http://schemas.openxmlformats.org/drawingml/2006/main">
            <a:pPr>
              <a:buNone/>
              <a:defRPr sz="1800" b="0">
                <a:solidFill>
                  <a:srgbClr val="243845"/>
                </a:solidFill>
                <a:latin typeface="Yu Gothic"/>
                <a:ea typeface="Yu Gothic"/>
                <a:cs typeface="Yu Gothic"/>
              </a:defRPr>
            </a:pPr>
            <a:r>
              <a:rPr sz="1800" b="0">
                <a:solidFill>
                  <a:srgbClr val="243845"/>
                </a:solidFill>
                <a:latin typeface="Yu Gothic"/>
                <a:ea typeface="Yu Gothic"/>
                <a:cs typeface="Yu Gothic"/>
              </a:rPr>
              <a:t>支点</a:t>
            </a:r>
          </a:p>
        </p:txBody>
      </p:sp>
      <p:sp>
        <p:nvSpPr>
          <p:cNvPr id="15" name="">
            <a:extLst xmlns:a="http://schemas.openxmlformats.org/drawingml/2006/main">
              <a:ext uri="{FF2B5EF4-FFF2-40B4-BE49-F238E27FC236}">
                <a16:creationId xmlns:a16="http://schemas.microsoft.com/office/drawing/2014/main" id="{3DF9815C-F376-4ECD-B62F-F53354ABFD51}"/>
              </a:ext>
            </a:extLst>
          </p:cNvPr>
          <p:cNvSpPr>
            <a:spLocks xmlns:a="http://schemas.openxmlformats.org/drawingml/2006/main" noGrp="1"/>
          </p:cNvSpPr>
          <p:nvPr/>
        </p:nvSpPr>
        <p:spPr>
          <a:xfrm xmlns:a="http://schemas.openxmlformats.org/drawingml/2006/main">
            <a:off x="10191750" y="3905250"/>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43845"/>
                </a:solidFill>
                <a:latin typeface="Yu Gothic"/>
                <a:ea typeface="Yu Gothic"/>
                <a:cs typeface="Yu Gothic"/>
              </a:defRPr>
            </a:defPPr>
            <a:lvl1pPr>
              <a:buNone/>
              <a:defRPr sz="1800" b="0">
                <a:solidFill>
                  <a:srgbClr val="243845"/>
                </a:solidFill>
                <a:latin typeface="Yu Gothic"/>
                <a:ea typeface="Yu Gothic"/>
                <a:cs typeface="Yu Gothic"/>
              </a:defRPr>
            </a:lvl1pPr>
            <a:lvl2pPr>
              <a:buNone/>
              <a:defRPr sz="1800" b="0">
                <a:solidFill>
                  <a:srgbClr val="243845"/>
                </a:solidFill>
                <a:latin typeface="Yu Gothic"/>
                <a:ea typeface="Yu Gothic"/>
                <a:cs typeface="Yu Gothic"/>
              </a:defRPr>
            </a:lvl2pPr>
            <a:lvl3pPr>
              <a:buNone/>
              <a:defRPr sz="1800" b="0">
                <a:solidFill>
                  <a:srgbClr val="243845"/>
                </a:solidFill>
                <a:latin typeface="Yu Gothic"/>
                <a:ea typeface="Yu Gothic"/>
                <a:cs typeface="Yu Gothic"/>
              </a:defRPr>
            </a:lvl3pPr>
            <a:lvl4pPr>
              <a:buNone/>
              <a:defRPr sz="1800" b="0">
                <a:solidFill>
                  <a:srgbClr val="243845"/>
                </a:solidFill>
                <a:latin typeface="Yu Gothic"/>
                <a:ea typeface="Yu Gothic"/>
                <a:cs typeface="Yu Gothic"/>
              </a:defRPr>
            </a:lvl4pPr>
            <a:lvl5pPr>
              <a:buNone/>
              <a:defRPr sz="1800" b="0">
                <a:solidFill>
                  <a:srgbClr val="243845"/>
                </a:solidFill>
                <a:latin typeface="Yu Gothic"/>
                <a:ea typeface="Yu Gothic"/>
                <a:cs typeface="Yu Gothic"/>
              </a:defRPr>
            </a:lvl5pPr>
            <a:lvl6pPr>
              <a:buNone/>
              <a:defRPr sz="1800" b="0">
                <a:solidFill>
                  <a:srgbClr val="243845"/>
                </a:solidFill>
                <a:latin typeface="Yu Gothic"/>
                <a:ea typeface="Yu Gothic"/>
                <a:cs typeface="Yu Gothic"/>
              </a:defRPr>
            </a:lvl6pPr>
            <a:lvl7pPr>
              <a:buNone/>
              <a:defRPr sz="1800" b="0">
                <a:solidFill>
                  <a:srgbClr val="243845"/>
                </a:solidFill>
                <a:latin typeface="Yu Gothic"/>
                <a:ea typeface="Yu Gothic"/>
                <a:cs typeface="Yu Gothic"/>
              </a:defRPr>
            </a:lvl7pPr>
            <a:lvl8pPr>
              <a:buNone/>
              <a:defRPr sz="1800" b="0">
                <a:solidFill>
                  <a:srgbClr val="243845"/>
                </a:solidFill>
                <a:latin typeface="Yu Gothic"/>
                <a:ea typeface="Yu Gothic"/>
                <a:cs typeface="Yu Gothic"/>
              </a:defRPr>
            </a:lvl8pPr>
            <a:lvl9pPr>
              <a:buNone/>
              <a:defRPr sz="1800" b="0">
                <a:solidFill>
                  <a:srgbClr val="243845"/>
                </a:solidFill>
                <a:latin typeface="Yu Gothic"/>
                <a:ea typeface="Yu Gothic"/>
                <a:cs typeface="Yu Gothic"/>
              </a:defRPr>
            </a:lvl9pPr>
          </a:lstStyle>
          <a:p xmlns:a="http://schemas.openxmlformats.org/drawingml/2006/main">
            <a:pPr>
              <a:buNone/>
              <a:defRPr sz="1800" b="0">
                <a:solidFill>
                  <a:srgbClr val="243845"/>
                </a:solidFill>
                <a:latin typeface="Yu Gothic"/>
                <a:ea typeface="Yu Gothic"/>
                <a:cs typeface="Yu Gothic"/>
              </a:defRPr>
            </a:pPr>
            <a:r>
              <a:rPr sz="1800" b="0">
                <a:solidFill>
                  <a:srgbClr val="243845"/>
                </a:solidFill>
                <a:latin typeface="Yu Gothic"/>
                <a:ea typeface="Yu Gothic"/>
                <a:cs typeface="Yu Gothic"/>
              </a:rPr>
              <a:t>支点</a:t>
            </a:r>
          </a:p>
        </p:txBody>
      </p:sp>
      <p:sp>
        <p:nvSpPr>
          <p:cNvPr id="16" name="">
            <a:extLst xmlns:a="http://schemas.openxmlformats.org/drawingml/2006/main">
              <a:ext uri="{FF2B5EF4-FFF2-40B4-BE49-F238E27FC236}">
                <a16:creationId xmlns:a16="http://schemas.microsoft.com/office/drawing/2014/main" id="{42A737C4-2B37-4816-B868-99569C3C9C8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7" name="">
            <a:extLst xmlns:a="http://schemas.openxmlformats.org/drawingml/2006/main">
              <a:ext uri="{FF2B5EF4-FFF2-40B4-BE49-F238E27FC236}">
                <a16:creationId xmlns:a16="http://schemas.microsoft.com/office/drawing/2014/main" id="{C31E790C-0971-4310-9E39-4703771AB5D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15 / 38</a:t>
            </a:r>
          </a:p>
        </p:txBody>
      </p:sp>
    </p:spTree>
    <p:extLst>
      <p:ext uri="{BB962C8B-B14F-4D97-AF65-F5344CB8AC3E}">
        <p14:creationId xmlns:p14="http://schemas.microsoft.com/office/powerpoint/2010/main" val="9653240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E65FCAC-885B-476C-A2E6-95706F36CB3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棚板を計算できる図にする</a:t>
            </a:r>
          </a:p>
        </p:txBody>
      </p:sp>
      <p:sp>
        <p:nvSpPr>
          <p:cNvPr id="2" name="">
            <a:extLst xmlns:a="http://schemas.openxmlformats.org/drawingml/2006/main">
              <a:ext uri="{FF2B5EF4-FFF2-40B4-BE49-F238E27FC236}">
                <a16:creationId xmlns:a16="http://schemas.microsoft.com/office/drawing/2014/main" id="{17CB9E10-4962-4B8A-AD22-D7EF7AB606E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A3B13EE-D90F-4816-A908-6ED7613DB72F}"/>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支点間距離 L</a:t>
            </a:r>
          </a:p>
        </p:txBody>
      </p:sp>
      <p:sp>
        <p:nvSpPr>
          <p:cNvPr id="4" name="">
            <a:extLst xmlns:a="http://schemas.openxmlformats.org/drawingml/2006/main">
              <a:ext uri="{FF2B5EF4-FFF2-40B4-BE49-F238E27FC236}">
                <a16:creationId xmlns:a16="http://schemas.microsoft.com/office/drawing/2014/main" id="{5598DDC2-F064-4DEB-BA5A-04533184C1DA}"/>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幅 b・高さ h</a:t>
            </a:r>
          </a:p>
        </p:txBody>
      </p:sp>
      <p:sp>
        <p:nvSpPr>
          <p:cNvPr id="5" name="">
            <a:extLst xmlns:a="http://schemas.openxmlformats.org/drawingml/2006/main">
              <a:ext uri="{FF2B5EF4-FFF2-40B4-BE49-F238E27FC236}">
                <a16:creationId xmlns:a16="http://schemas.microsoft.com/office/drawing/2014/main" id="{264FBCAA-1157-46E6-B0DF-F80C3809FE8A}"/>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荷重の大きさと位置</a:t>
            </a:r>
          </a:p>
        </p:txBody>
      </p:sp>
      <p:sp>
        <p:nvSpPr>
          <p:cNvPr id="6" name="">
            <a:extLst xmlns:a="http://schemas.openxmlformats.org/drawingml/2006/main">
              <a:ext uri="{FF2B5EF4-FFF2-40B4-BE49-F238E27FC236}">
                <a16:creationId xmlns:a16="http://schemas.microsoft.com/office/drawing/2014/main" id="{978A531A-D02F-4DEC-BCB3-1BAC91ADFDDD}"/>
              </a:ext>
            </a:extLst>
          </p:cNvPr>
          <p:cNvSpPr>
            <a:spLocks xmlns:a="http://schemas.openxmlformats.org/drawingml/2006/main" noGrp="1"/>
          </p:cNvSpPr>
          <p:nvPr/>
        </p:nvSpPr>
        <p:spPr>
          <a:xfrm xmlns:a="http://schemas.openxmlformats.org/drawingml/2006/main">
            <a:off x="809625" y="4524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支え方・接合の状態</a:t>
            </a:r>
          </a:p>
        </p:txBody>
      </p:sp>
      <p:sp>
        <p:nvSpPr>
          <p:cNvPr id="7" name="">
            <a:extLst xmlns:a="http://schemas.openxmlformats.org/drawingml/2006/main">
              <a:ext uri="{FF2B5EF4-FFF2-40B4-BE49-F238E27FC236}">
                <a16:creationId xmlns:a16="http://schemas.microsoft.com/office/drawing/2014/main" id="{0DA205EE-819C-4B60-B889-7F999BA74405}"/>
              </a:ext>
            </a:extLst>
          </p:cNvPr>
          <p:cNvSpPr>
            <a:spLocks xmlns:a="http://schemas.openxmlformats.org/drawingml/2006/main" noGrp="1"/>
          </p:cNvSpPr>
          <p:nvPr/>
        </p:nvSpPr>
        <p:spPr>
          <a:xfrm xmlns:a="http://schemas.openxmlformats.org/drawingml/2006/main" flipH="0" flipV="0">
            <a:off x="7048500" y="3429000"/>
            <a:ext cx="3905250" cy="0"/>
          </a:xfrm>
          <a:prstGeom xmlns:a="http://schemas.openxmlformats.org/drawingml/2006/main" prst="line">
            <a:avLst/>
          </a:prstGeom>
          <a:noFill xmlns:a="http://schemas.openxmlformats.org/drawingml/2006/main"/>
          <a:ln xmlns:a="http://schemas.openxmlformats.org/drawingml/2006/main" w="19050">
            <a:solidFill>
              <a:srgbClr val="71818B"/>
            </a:solidFill>
          </a:ln>
        </p:spPr>
      </p:sp>
      <p:sp>
        <p:nvSpPr>
          <p:cNvPr id="8" name="">
            <a:extLst xmlns:a="http://schemas.openxmlformats.org/drawingml/2006/main">
              <a:ext uri="{FF2B5EF4-FFF2-40B4-BE49-F238E27FC236}">
                <a16:creationId xmlns:a16="http://schemas.microsoft.com/office/drawing/2014/main" id="{DF8CCB98-ACB2-4E8D-96FE-BA9AE85F690D}"/>
              </a:ext>
            </a:extLst>
          </p:cNvPr>
          <p:cNvSpPr>
            <a:spLocks xmlns:a="http://schemas.openxmlformats.org/drawingml/2006/main" noGrp="1"/>
          </p:cNvSpPr>
          <p:nvPr/>
        </p:nvSpPr>
        <p:spPr>
          <a:xfrm xmlns:a="http://schemas.openxmlformats.org/drawingml/2006/main">
            <a:off x="7048500" y="3429000"/>
            <a:ext cx="3905250" cy="238125"/>
          </a:xfrm>
          <a:custGeom xmlns:a="http://schemas.openxmlformats.org/drawingml/2006/main">
            <a:pathLst>
              <a:path w="3905250" h="238125">
                <a:moveTo>
                  <a:pt x="0" y="0"/>
                </a:moveTo>
                <a:cubicBezTo>
                  <a:pt x="1301750" y="238125"/>
                  <a:pt x="2603500" y="238125"/>
                  <a:pt x="3905250" y="0"/>
                </a:cubicBezTo>
              </a:path>
            </a:pathLst>
          </a:custGeom>
          <a:noFill xmlns:a="http://schemas.openxmlformats.org/drawingml/2006/main"/>
          <a:ln xmlns:a="http://schemas.openxmlformats.org/drawingml/2006/main" w="66675">
            <a:solidFill>
              <a:srgbClr val="2A6C9B"/>
            </a:solidFill>
          </a:ln>
        </p:spPr>
      </p:sp>
      <p:sp>
        <p:nvSpPr>
          <p:cNvPr id="9" name="">
            <a:extLst xmlns:a="http://schemas.openxmlformats.org/drawingml/2006/main">
              <a:ext uri="{FF2B5EF4-FFF2-40B4-BE49-F238E27FC236}">
                <a16:creationId xmlns:a16="http://schemas.microsoft.com/office/drawing/2014/main" id="{9B7F4AAA-D6B3-46C9-ABA7-37BB4042C98E}"/>
              </a:ext>
            </a:extLst>
          </p:cNvPr>
          <p:cNvSpPr>
            <a:spLocks xmlns:a="http://schemas.openxmlformats.org/drawingml/2006/main" noGrp="1"/>
          </p:cNvSpPr>
          <p:nvPr/>
        </p:nvSpPr>
        <p:spPr>
          <a:xfrm xmlns:a="http://schemas.openxmlformats.org/drawingml/2006/main">
            <a:off x="7000875" y="3505200"/>
            <a:ext cx="285750" cy="266700"/>
          </a:xfrm>
          <a:prstGeom xmlns:a="http://schemas.openxmlformats.org/drawingml/2006/main" prst="triangle">
            <a:avLst/>
          </a:prstGeom>
          <a:solidFill xmlns:a="http://schemas.openxmlformats.org/drawingml/2006/main">
            <a:srgbClr val="7181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4989A90-69A0-4DE1-B8E1-A0A5A24EC163}"/>
              </a:ext>
            </a:extLst>
          </p:cNvPr>
          <p:cNvSpPr>
            <a:spLocks xmlns:a="http://schemas.openxmlformats.org/drawingml/2006/main" noGrp="1"/>
          </p:cNvSpPr>
          <p:nvPr/>
        </p:nvSpPr>
        <p:spPr>
          <a:xfrm xmlns:a="http://schemas.openxmlformats.org/drawingml/2006/main">
            <a:off x="10715625" y="3505200"/>
            <a:ext cx="285750" cy="266700"/>
          </a:xfrm>
          <a:prstGeom xmlns:a="http://schemas.openxmlformats.org/drawingml/2006/main" prst="triangle">
            <a:avLst/>
          </a:prstGeom>
          <a:solidFill xmlns:a="http://schemas.openxmlformats.org/drawingml/2006/main">
            <a:srgbClr val="71818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78BC930-DD00-473D-B40C-40FB21935936}"/>
              </a:ext>
            </a:extLst>
          </p:cNvPr>
          <p:cNvSpPr>
            <a:spLocks xmlns:a="http://schemas.openxmlformats.org/drawingml/2006/main" noGrp="1"/>
          </p:cNvSpPr>
          <p:nvPr/>
        </p:nvSpPr>
        <p:spPr>
          <a:xfrm xmlns:a="http://schemas.openxmlformats.org/drawingml/2006/main">
            <a:off x="8972550" y="2571750"/>
            <a:ext cx="57150" cy="561975"/>
          </a:xfrm>
          <a:prstGeom xmlns:a="http://schemas.openxmlformats.org/drawingml/2006/main" prst="rect">
            <a:avLst/>
          </a:prstGeom>
          <a:solidFill xmlns:a="http://schemas.openxmlformats.org/drawingml/2006/main">
            <a:srgbClr val="B34B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5978189-F09A-45DF-A9D5-A67F8381340A}"/>
              </a:ext>
            </a:extLst>
          </p:cNvPr>
          <p:cNvSpPr>
            <a:spLocks xmlns:a="http://schemas.openxmlformats.org/drawingml/2006/main" noGrp="1"/>
          </p:cNvSpPr>
          <p:nvPr/>
        </p:nvSpPr>
        <p:spPr>
          <a:xfrm xmlns:a="http://schemas.openxmlformats.org/drawingml/2006/main" rot="10800000">
            <a:off x="8905875" y="3076575"/>
            <a:ext cx="190500" cy="209550"/>
          </a:xfrm>
          <a:prstGeom xmlns:a="http://schemas.openxmlformats.org/drawingml/2006/main" prst="triangle">
            <a:avLst/>
          </a:prstGeom>
          <a:solidFill xmlns:a="http://schemas.openxmlformats.org/drawingml/2006/main">
            <a:srgbClr val="B34B4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C1619E8-4D6E-4111-95BF-C0915FB633F3}"/>
              </a:ext>
            </a:extLst>
          </p:cNvPr>
          <p:cNvSpPr>
            <a:spLocks xmlns:a="http://schemas.openxmlformats.org/drawingml/2006/main" noGrp="1"/>
          </p:cNvSpPr>
          <p:nvPr/>
        </p:nvSpPr>
        <p:spPr>
          <a:xfrm xmlns:a="http://schemas.openxmlformats.org/drawingml/2006/main" flipH="0" flipV="0">
            <a:off x="7048500" y="4286250"/>
            <a:ext cx="3905250" cy="0"/>
          </a:xfrm>
          <a:prstGeom xmlns:a="http://schemas.openxmlformats.org/drawingml/2006/main" prst="line">
            <a:avLst/>
          </a:prstGeom>
          <a:noFill xmlns:a="http://schemas.openxmlformats.org/drawingml/2006/main"/>
          <a:ln xmlns:a="http://schemas.openxmlformats.org/drawingml/2006/main" w="19050">
            <a:solidFill>
              <a:srgbClr val="71818B"/>
            </a:solidFill>
          </a:ln>
        </p:spPr>
      </p:sp>
      <p:sp>
        <p:nvSpPr>
          <p:cNvPr id="14" name="">
            <a:extLst xmlns:a="http://schemas.openxmlformats.org/drawingml/2006/main">
              <a:ext uri="{FF2B5EF4-FFF2-40B4-BE49-F238E27FC236}">
                <a16:creationId xmlns:a16="http://schemas.microsoft.com/office/drawing/2014/main" id="{85D3DCAB-0EF6-4147-ABD1-772AB13E2D48}"/>
              </a:ext>
            </a:extLst>
          </p:cNvPr>
          <p:cNvSpPr>
            <a:spLocks xmlns:a="http://schemas.openxmlformats.org/drawingml/2006/main" noGrp="1"/>
          </p:cNvSpPr>
          <p:nvPr/>
        </p:nvSpPr>
        <p:spPr>
          <a:xfrm xmlns:a="http://schemas.openxmlformats.org/drawingml/2006/main">
            <a:off x="7810500" y="438150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43845"/>
                </a:solidFill>
                <a:latin typeface="Yu Gothic"/>
                <a:ea typeface="Yu Gothic"/>
                <a:cs typeface="Yu Gothic"/>
              </a:defRPr>
            </a:defPPr>
            <a:lvl1pPr>
              <a:buNone/>
              <a:defRPr sz="2025" b="0">
                <a:solidFill>
                  <a:srgbClr val="243845"/>
                </a:solidFill>
                <a:latin typeface="Yu Gothic"/>
                <a:ea typeface="Yu Gothic"/>
                <a:cs typeface="Yu Gothic"/>
              </a:defRPr>
            </a:lvl1pPr>
            <a:lvl2pPr>
              <a:buNone/>
              <a:defRPr sz="2025" b="0">
                <a:solidFill>
                  <a:srgbClr val="243845"/>
                </a:solidFill>
                <a:latin typeface="Yu Gothic"/>
                <a:ea typeface="Yu Gothic"/>
                <a:cs typeface="Yu Gothic"/>
              </a:defRPr>
            </a:lvl2pPr>
            <a:lvl3pPr>
              <a:buNone/>
              <a:defRPr sz="2025" b="0">
                <a:solidFill>
                  <a:srgbClr val="243845"/>
                </a:solidFill>
                <a:latin typeface="Yu Gothic"/>
                <a:ea typeface="Yu Gothic"/>
                <a:cs typeface="Yu Gothic"/>
              </a:defRPr>
            </a:lvl3pPr>
            <a:lvl4pPr>
              <a:buNone/>
              <a:defRPr sz="2025" b="0">
                <a:solidFill>
                  <a:srgbClr val="243845"/>
                </a:solidFill>
                <a:latin typeface="Yu Gothic"/>
                <a:ea typeface="Yu Gothic"/>
                <a:cs typeface="Yu Gothic"/>
              </a:defRPr>
            </a:lvl4pPr>
            <a:lvl5pPr>
              <a:buNone/>
              <a:defRPr sz="2025" b="0">
                <a:solidFill>
                  <a:srgbClr val="243845"/>
                </a:solidFill>
                <a:latin typeface="Yu Gothic"/>
                <a:ea typeface="Yu Gothic"/>
                <a:cs typeface="Yu Gothic"/>
              </a:defRPr>
            </a:lvl5pPr>
            <a:lvl6pPr>
              <a:buNone/>
              <a:defRPr sz="2025" b="0">
                <a:solidFill>
                  <a:srgbClr val="243845"/>
                </a:solidFill>
                <a:latin typeface="Yu Gothic"/>
                <a:ea typeface="Yu Gothic"/>
                <a:cs typeface="Yu Gothic"/>
              </a:defRPr>
            </a:lvl6pPr>
            <a:lvl7pPr>
              <a:buNone/>
              <a:defRPr sz="2025" b="0">
                <a:solidFill>
                  <a:srgbClr val="243845"/>
                </a:solidFill>
                <a:latin typeface="Yu Gothic"/>
                <a:ea typeface="Yu Gothic"/>
                <a:cs typeface="Yu Gothic"/>
              </a:defRPr>
            </a:lvl7pPr>
            <a:lvl8pPr>
              <a:buNone/>
              <a:defRPr sz="2025" b="0">
                <a:solidFill>
                  <a:srgbClr val="243845"/>
                </a:solidFill>
                <a:latin typeface="Yu Gothic"/>
                <a:ea typeface="Yu Gothic"/>
                <a:cs typeface="Yu Gothic"/>
              </a:defRPr>
            </a:lvl8pPr>
            <a:lvl9pPr>
              <a:buNone/>
              <a:defRPr sz="2025" b="0">
                <a:solidFill>
                  <a:srgbClr val="243845"/>
                </a:solidFill>
                <a:latin typeface="Yu Gothic"/>
                <a:ea typeface="Yu Gothic"/>
                <a:cs typeface="Yu Gothic"/>
              </a:defRPr>
            </a:lvl9pPr>
          </a:lstStyle>
          <a:p xmlns:a="http://schemas.openxmlformats.org/drawingml/2006/main">
            <a:pPr>
              <a:buNone/>
              <a:defRPr sz="2025" b="0">
                <a:solidFill>
                  <a:srgbClr val="243845"/>
                </a:solidFill>
                <a:latin typeface="Yu Gothic"/>
                <a:ea typeface="Yu Gothic"/>
                <a:cs typeface="Yu Gothic"/>
              </a:defRPr>
            </a:pPr>
            <a:r>
              <a:rPr sz="2025" b="0">
                <a:solidFill>
                  <a:srgbClr val="243845"/>
                </a:solidFill>
                <a:latin typeface="Yu Gothic"/>
                <a:ea typeface="Yu Gothic"/>
                <a:cs typeface="Yu Gothic"/>
              </a:rPr>
              <a:t>支点間距離 L</a:t>
            </a:r>
          </a:p>
        </p:txBody>
      </p:sp>
      <p:sp>
        <p:nvSpPr>
          <p:cNvPr id="15" name="">
            <a:extLst xmlns:a="http://schemas.openxmlformats.org/drawingml/2006/main">
              <a:ext uri="{FF2B5EF4-FFF2-40B4-BE49-F238E27FC236}">
                <a16:creationId xmlns:a16="http://schemas.microsoft.com/office/drawing/2014/main" id="{11733D05-5D93-42F0-AD81-589AA8B2E60C}"/>
              </a:ext>
            </a:extLst>
          </p:cNvPr>
          <p:cNvSpPr>
            <a:spLocks xmlns:a="http://schemas.openxmlformats.org/drawingml/2006/main" noGrp="1"/>
          </p:cNvSpPr>
          <p:nvPr/>
        </p:nvSpPr>
        <p:spPr>
          <a:xfrm xmlns:a="http://schemas.openxmlformats.org/drawingml/2006/main">
            <a:off x="7953375" y="5334000"/>
            <a:ext cx="1619250" cy="228600"/>
          </a:xfrm>
          <a:prstGeom xmlns:a="http://schemas.openxmlformats.org/drawingml/2006/main" prst="rect">
            <a:avLst/>
          </a:prstGeom>
          <a:solidFill xmlns:a="http://schemas.openxmlformats.org/drawingml/2006/main">
            <a:srgbClr val="B99A7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E4B6514-9F22-46DD-A522-D0A43C103264}"/>
              </a:ext>
            </a:extLst>
          </p:cNvPr>
          <p:cNvSpPr>
            <a:spLocks xmlns:a="http://schemas.openxmlformats.org/drawingml/2006/main" noGrp="1"/>
          </p:cNvSpPr>
          <p:nvPr/>
        </p:nvSpPr>
        <p:spPr>
          <a:xfrm xmlns:a="http://schemas.openxmlformats.org/drawingml/2006/main">
            <a:off x="7239000" y="57150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243845"/>
                </a:solidFill>
                <a:latin typeface="Yu Gothic"/>
                <a:ea typeface="Yu Gothic"/>
                <a:cs typeface="Yu Gothic"/>
              </a:defRPr>
            </a:defPPr>
            <a:lvl1pPr>
              <a:buNone/>
              <a:defRPr sz="1875" b="0">
                <a:solidFill>
                  <a:srgbClr val="243845"/>
                </a:solidFill>
                <a:latin typeface="Yu Gothic"/>
                <a:ea typeface="Yu Gothic"/>
                <a:cs typeface="Yu Gothic"/>
              </a:defRPr>
            </a:lvl1pPr>
            <a:lvl2pPr>
              <a:buNone/>
              <a:defRPr sz="1875" b="0">
                <a:solidFill>
                  <a:srgbClr val="243845"/>
                </a:solidFill>
                <a:latin typeface="Yu Gothic"/>
                <a:ea typeface="Yu Gothic"/>
                <a:cs typeface="Yu Gothic"/>
              </a:defRPr>
            </a:lvl2pPr>
            <a:lvl3pPr>
              <a:buNone/>
              <a:defRPr sz="1875" b="0">
                <a:solidFill>
                  <a:srgbClr val="243845"/>
                </a:solidFill>
                <a:latin typeface="Yu Gothic"/>
                <a:ea typeface="Yu Gothic"/>
                <a:cs typeface="Yu Gothic"/>
              </a:defRPr>
            </a:lvl3pPr>
            <a:lvl4pPr>
              <a:buNone/>
              <a:defRPr sz="1875" b="0">
                <a:solidFill>
                  <a:srgbClr val="243845"/>
                </a:solidFill>
                <a:latin typeface="Yu Gothic"/>
                <a:ea typeface="Yu Gothic"/>
                <a:cs typeface="Yu Gothic"/>
              </a:defRPr>
            </a:lvl4pPr>
            <a:lvl5pPr>
              <a:buNone/>
              <a:defRPr sz="1875" b="0">
                <a:solidFill>
                  <a:srgbClr val="243845"/>
                </a:solidFill>
                <a:latin typeface="Yu Gothic"/>
                <a:ea typeface="Yu Gothic"/>
                <a:cs typeface="Yu Gothic"/>
              </a:defRPr>
            </a:lvl5pPr>
            <a:lvl6pPr>
              <a:buNone/>
              <a:defRPr sz="1875" b="0">
                <a:solidFill>
                  <a:srgbClr val="243845"/>
                </a:solidFill>
                <a:latin typeface="Yu Gothic"/>
                <a:ea typeface="Yu Gothic"/>
                <a:cs typeface="Yu Gothic"/>
              </a:defRPr>
            </a:lvl6pPr>
            <a:lvl7pPr>
              <a:buNone/>
              <a:defRPr sz="1875" b="0">
                <a:solidFill>
                  <a:srgbClr val="243845"/>
                </a:solidFill>
                <a:latin typeface="Yu Gothic"/>
                <a:ea typeface="Yu Gothic"/>
                <a:cs typeface="Yu Gothic"/>
              </a:defRPr>
            </a:lvl7pPr>
            <a:lvl8pPr>
              <a:buNone/>
              <a:defRPr sz="1875" b="0">
                <a:solidFill>
                  <a:srgbClr val="243845"/>
                </a:solidFill>
                <a:latin typeface="Yu Gothic"/>
                <a:ea typeface="Yu Gothic"/>
                <a:cs typeface="Yu Gothic"/>
              </a:defRPr>
            </a:lvl8pPr>
            <a:lvl9pPr>
              <a:buNone/>
              <a:defRPr sz="1875" b="0">
                <a:solidFill>
                  <a:srgbClr val="243845"/>
                </a:solidFill>
                <a:latin typeface="Yu Gothic"/>
                <a:ea typeface="Yu Gothic"/>
                <a:cs typeface="Yu Gothic"/>
              </a:defRPr>
            </a:lvl9pPr>
          </a:lstStyle>
          <a:p xmlns:a="http://schemas.openxmlformats.org/drawingml/2006/main">
            <a:pPr>
              <a:buNone/>
              <a:defRPr sz="1875" b="0">
                <a:solidFill>
                  <a:srgbClr val="243845"/>
                </a:solidFill>
                <a:latin typeface="Yu Gothic"/>
                <a:ea typeface="Yu Gothic"/>
                <a:cs typeface="Yu Gothic"/>
              </a:defRPr>
            </a:pPr>
            <a:r>
              <a:rPr sz="1875" b="0">
                <a:solidFill>
                  <a:srgbClr val="243845"/>
                </a:solidFill>
                <a:latin typeface="Yu Gothic"/>
                <a:ea typeface="Yu Gothic"/>
                <a:cs typeface="Yu Gothic"/>
              </a:rPr>
              <a:t>断面：幅 b × 高さ h</a:t>
            </a:r>
          </a:p>
        </p:txBody>
      </p:sp>
      <p:sp>
        <p:nvSpPr>
          <p:cNvPr id="17" name="">
            <a:extLst xmlns:a="http://schemas.openxmlformats.org/drawingml/2006/main">
              <a:ext uri="{FF2B5EF4-FFF2-40B4-BE49-F238E27FC236}">
                <a16:creationId xmlns:a16="http://schemas.microsoft.com/office/drawing/2014/main" id="{7C194538-805E-440B-897D-DDB63FA74068}"/>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8" name="">
            <a:extLst xmlns:a="http://schemas.openxmlformats.org/drawingml/2006/main">
              <a:ext uri="{FF2B5EF4-FFF2-40B4-BE49-F238E27FC236}">
                <a16:creationId xmlns:a16="http://schemas.microsoft.com/office/drawing/2014/main" id="{82838FA6-73D8-45AA-AD1B-AF98A0D33D30}"/>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16 / 38</a:t>
            </a:r>
          </a:p>
        </p:txBody>
      </p:sp>
    </p:spTree>
    <p:extLst>
      <p:ext uri="{BB962C8B-B14F-4D97-AF65-F5344CB8AC3E}">
        <p14:creationId xmlns:p14="http://schemas.microsoft.com/office/powerpoint/2010/main" val="100496481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8AE6B96-FA1E-4656-9754-F6D9364BA60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一つずつ条件を変える</a:t>
            </a:r>
          </a:p>
        </p:txBody>
      </p:sp>
      <p:sp>
        <p:nvSpPr>
          <p:cNvPr id="2" name="">
            <a:extLst xmlns:a="http://schemas.openxmlformats.org/drawingml/2006/main">
              <a:ext uri="{FF2B5EF4-FFF2-40B4-BE49-F238E27FC236}">
                <a16:creationId xmlns:a16="http://schemas.microsoft.com/office/drawing/2014/main" id="{9F4A51CE-D903-4DB9-9CA3-F74500AFCC3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448302A-9FDF-4B95-81B9-7B19C20609AB}"/>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材質を比べる：寸法・支持・荷重をそろえる</a:t>
            </a:r>
          </a:p>
        </p:txBody>
      </p:sp>
      <p:sp>
        <p:nvSpPr>
          <p:cNvPr id="4" name="">
            <a:extLst xmlns:a="http://schemas.openxmlformats.org/drawingml/2006/main">
              <a:ext uri="{FF2B5EF4-FFF2-40B4-BE49-F238E27FC236}">
                <a16:creationId xmlns:a16="http://schemas.microsoft.com/office/drawing/2014/main" id="{1FD43BA3-F9D7-4A2B-AE49-7C12EF9411B9}"/>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形を比べる：材料・支持・荷重をそろえる</a:t>
            </a:r>
          </a:p>
        </p:txBody>
      </p:sp>
      <p:sp>
        <p:nvSpPr>
          <p:cNvPr id="5" name="">
            <a:extLst xmlns:a="http://schemas.openxmlformats.org/drawingml/2006/main">
              <a:ext uri="{FF2B5EF4-FFF2-40B4-BE49-F238E27FC236}">
                <a16:creationId xmlns:a16="http://schemas.microsoft.com/office/drawing/2014/main" id="{2BA028C3-F079-49CD-9345-4D2807FCB461}"/>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支持を比べる：材料・形・荷重をそろえる</a:t>
            </a:r>
          </a:p>
        </p:txBody>
      </p:sp>
      <p:sp>
        <p:nvSpPr>
          <p:cNvPr id="6" name="">
            <a:extLst xmlns:a="http://schemas.openxmlformats.org/drawingml/2006/main">
              <a:ext uri="{FF2B5EF4-FFF2-40B4-BE49-F238E27FC236}">
                <a16:creationId xmlns:a16="http://schemas.microsoft.com/office/drawing/2014/main" id="{5CB8B60D-CC16-4D15-907A-53F1CD5BC8A5}"/>
              </a:ext>
            </a:extLst>
          </p:cNvPr>
          <p:cNvSpPr>
            <a:spLocks xmlns:a="http://schemas.openxmlformats.org/drawingml/2006/main" noGrp="1"/>
          </p:cNvSpPr>
          <p:nvPr/>
        </p:nvSpPr>
        <p:spPr>
          <a:xfrm xmlns:a="http://schemas.openxmlformats.org/drawingml/2006/main">
            <a:off x="7239000" y="190500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buNone/>
              <a:defRPr sz="2250" b="1">
                <a:solidFill>
                  <a:srgbClr val="2A6C9B"/>
                </a:solidFill>
                <a:latin typeface="Yu Gothic"/>
                <a:ea typeface="Yu Gothic"/>
                <a:cs typeface="Yu Gothic"/>
              </a:defRPr>
            </a:lvl1pPr>
            <a:lvl2pPr>
              <a:buNone/>
              <a:defRPr sz="2250" b="1">
                <a:solidFill>
                  <a:srgbClr val="2A6C9B"/>
                </a:solidFill>
                <a:latin typeface="Yu Gothic"/>
                <a:ea typeface="Yu Gothic"/>
                <a:cs typeface="Yu Gothic"/>
              </a:defRPr>
            </a:lvl2pPr>
            <a:lvl3pPr>
              <a:buNone/>
              <a:defRPr sz="2250" b="1">
                <a:solidFill>
                  <a:srgbClr val="2A6C9B"/>
                </a:solidFill>
                <a:latin typeface="Yu Gothic"/>
                <a:ea typeface="Yu Gothic"/>
                <a:cs typeface="Yu Gothic"/>
              </a:defRPr>
            </a:lvl3pPr>
            <a:lvl4pPr>
              <a:buNone/>
              <a:defRPr sz="2250" b="1">
                <a:solidFill>
                  <a:srgbClr val="2A6C9B"/>
                </a:solidFill>
                <a:latin typeface="Yu Gothic"/>
                <a:ea typeface="Yu Gothic"/>
                <a:cs typeface="Yu Gothic"/>
              </a:defRPr>
            </a:lvl4pPr>
            <a:lvl5pPr>
              <a:buNone/>
              <a:defRPr sz="2250" b="1">
                <a:solidFill>
                  <a:srgbClr val="2A6C9B"/>
                </a:solidFill>
                <a:latin typeface="Yu Gothic"/>
                <a:ea typeface="Yu Gothic"/>
                <a:cs typeface="Yu Gothic"/>
              </a:defRPr>
            </a:lvl5pPr>
            <a:lvl6pPr>
              <a:buNone/>
              <a:defRPr sz="2250" b="1">
                <a:solidFill>
                  <a:srgbClr val="2A6C9B"/>
                </a:solidFill>
                <a:latin typeface="Yu Gothic"/>
                <a:ea typeface="Yu Gothic"/>
                <a:cs typeface="Yu Gothic"/>
              </a:defRPr>
            </a:lvl6pPr>
            <a:lvl7pPr>
              <a:buNone/>
              <a:defRPr sz="2250" b="1">
                <a:solidFill>
                  <a:srgbClr val="2A6C9B"/>
                </a:solidFill>
                <a:latin typeface="Yu Gothic"/>
                <a:ea typeface="Yu Gothic"/>
                <a:cs typeface="Yu Gothic"/>
              </a:defRPr>
            </a:lvl7pPr>
            <a:lvl8pPr>
              <a:buNone/>
              <a:defRPr sz="2250" b="1">
                <a:solidFill>
                  <a:srgbClr val="2A6C9B"/>
                </a:solidFill>
                <a:latin typeface="Yu Gothic"/>
                <a:ea typeface="Yu Gothic"/>
                <a:cs typeface="Yu Gothic"/>
              </a:defRPr>
            </a:lvl8pPr>
            <a:lvl9pPr>
              <a:buNone/>
              <a:defRPr sz="2250" b="1">
                <a:solidFill>
                  <a:srgbClr val="2A6C9B"/>
                </a:solidFill>
                <a:latin typeface="Yu Gothic"/>
                <a:ea typeface="Yu Gothic"/>
                <a:cs typeface="Yu Gothic"/>
              </a:defRPr>
            </a:lvl9pPr>
          </a:lstStyle>
          <a:p xmlns:a="http://schemas.openxmlformats.org/drawingml/2006/main">
            <a:pPr>
              <a:buNone/>
              <a:defRPr sz="2250" b="1">
                <a:solidFill>
                  <a:srgbClr val="2A6C9B"/>
                </a:solidFill>
                <a:latin typeface="Yu Gothic"/>
                <a:ea typeface="Yu Gothic"/>
                <a:cs typeface="Yu Gothic"/>
              </a:defRPr>
            </a:pPr>
            <a:r>
              <a:rPr sz="2250" b="1">
                <a:solidFill>
                  <a:srgbClr val="2A6C9B"/>
                </a:solidFill>
                <a:latin typeface="Yu Gothic"/>
                <a:ea typeface="Yu Gothic"/>
                <a:cs typeface="Yu Gothic"/>
              </a:rPr>
              <a:t>材質を変える</a:t>
            </a:r>
          </a:p>
        </p:txBody>
      </p:sp>
      <p:sp>
        <p:nvSpPr>
          <p:cNvPr id="7" name="">
            <a:extLst xmlns:a="http://schemas.openxmlformats.org/drawingml/2006/main">
              <a:ext uri="{FF2B5EF4-FFF2-40B4-BE49-F238E27FC236}">
                <a16:creationId xmlns:a16="http://schemas.microsoft.com/office/drawing/2014/main" id="{6FCD063B-B7F0-40EF-91F7-24C26C70C8EC}"/>
              </a:ext>
            </a:extLst>
          </p:cNvPr>
          <p:cNvSpPr>
            <a:spLocks xmlns:a="http://schemas.openxmlformats.org/drawingml/2006/main" noGrp="1"/>
          </p:cNvSpPr>
          <p:nvPr/>
        </p:nvSpPr>
        <p:spPr>
          <a:xfrm xmlns:a="http://schemas.openxmlformats.org/drawingml/2006/main">
            <a:off x="7381875" y="2667000"/>
            <a:ext cx="2857500" cy="9525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EB65F16-1256-4236-9EB2-0F810D5C9573}"/>
              </a:ext>
            </a:extLst>
          </p:cNvPr>
          <p:cNvSpPr>
            <a:spLocks xmlns:a="http://schemas.openxmlformats.org/drawingml/2006/main" noGrp="1"/>
          </p:cNvSpPr>
          <p:nvPr/>
        </p:nvSpPr>
        <p:spPr>
          <a:xfrm xmlns:a="http://schemas.openxmlformats.org/drawingml/2006/main">
            <a:off x="7239000" y="314325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buNone/>
              <a:defRPr sz="2250" b="1">
                <a:solidFill>
                  <a:srgbClr val="2A6C9B"/>
                </a:solidFill>
                <a:latin typeface="Yu Gothic"/>
                <a:ea typeface="Yu Gothic"/>
                <a:cs typeface="Yu Gothic"/>
              </a:defRPr>
            </a:lvl1pPr>
            <a:lvl2pPr>
              <a:buNone/>
              <a:defRPr sz="2250" b="1">
                <a:solidFill>
                  <a:srgbClr val="2A6C9B"/>
                </a:solidFill>
                <a:latin typeface="Yu Gothic"/>
                <a:ea typeface="Yu Gothic"/>
                <a:cs typeface="Yu Gothic"/>
              </a:defRPr>
            </a:lvl2pPr>
            <a:lvl3pPr>
              <a:buNone/>
              <a:defRPr sz="2250" b="1">
                <a:solidFill>
                  <a:srgbClr val="2A6C9B"/>
                </a:solidFill>
                <a:latin typeface="Yu Gothic"/>
                <a:ea typeface="Yu Gothic"/>
                <a:cs typeface="Yu Gothic"/>
              </a:defRPr>
            </a:lvl3pPr>
            <a:lvl4pPr>
              <a:buNone/>
              <a:defRPr sz="2250" b="1">
                <a:solidFill>
                  <a:srgbClr val="2A6C9B"/>
                </a:solidFill>
                <a:latin typeface="Yu Gothic"/>
                <a:ea typeface="Yu Gothic"/>
                <a:cs typeface="Yu Gothic"/>
              </a:defRPr>
            </a:lvl4pPr>
            <a:lvl5pPr>
              <a:buNone/>
              <a:defRPr sz="2250" b="1">
                <a:solidFill>
                  <a:srgbClr val="2A6C9B"/>
                </a:solidFill>
                <a:latin typeface="Yu Gothic"/>
                <a:ea typeface="Yu Gothic"/>
                <a:cs typeface="Yu Gothic"/>
              </a:defRPr>
            </a:lvl5pPr>
            <a:lvl6pPr>
              <a:buNone/>
              <a:defRPr sz="2250" b="1">
                <a:solidFill>
                  <a:srgbClr val="2A6C9B"/>
                </a:solidFill>
                <a:latin typeface="Yu Gothic"/>
                <a:ea typeface="Yu Gothic"/>
                <a:cs typeface="Yu Gothic"/>
              </a:defRPr>
            </a:lvl6pPr>
            <a:lvl7pPr>
              <a:buNone/>
              <a:defRPr sz="2250" b="1">
                <a:solidFill>
                  <a:srgbClr val="2A6C9B"/>
                </a:solidFill>
                <a:latin typeface="Yu Gothic"/>
                <a:ea typeface="Yu Gothic"/>
                <a:cs typeface="Yu Gothic"/>
              </a:defRPr>
            </a:lvl7pPr>
            <a:lvl8pPr>
              <a:buNone/>
              <a:defRPr sz="2250" b="1">
                <a:solidFill>
                  <a:srgbClr val="2A6C9B"/>
                </a:solidFill>
                <a:latin typeface="Yu Gothic"/>
                <a:ea typeface="Yu Gothic"/>
                <a:cs typeface="Yu Gothic"/>
              </a:defRPr>
            </a:lvl8pPr>
            <a:lvl9pPr>
              <a:buNone/>
              <a:defRPr sz="2250" b="1">
                <a:solidFill>
                  <a:srgbClr val="2A6C9B"/>
                </a:solidFill>
                <a:latin typeface="Yu Gothic"/>
                <a:ea typeface="Yu Gothic"/>
                <a:cs typeface="Yu Gothic"/>
              </a:defRPr>
            </a:lvl9pPr>
          </a:lstStyle>
          <a:p xmlns:a="http://schemas.openxmlformats.org/drawingml/2006/main">
            <a:pPr>
              <a:buNone/>
              <a:defRPr sz="2250" b="1">
                <a:solidFill>
                  <a:srgbClr val="2A6C9B"/>
                </a:solidFill>
                <a:latin typeface="Yu Gothic"/>
                <a:ea typeface="Yu Gothic"/>
                <a:cs typeface="Yu Gothic"/>
              </a:defRPr>
            </a:pPr>
            <a:r>
              <a:rPr sz="2250" b="1">
                <a:solidFill>
                  <a:srgbClr val="2A6C9B"/>
                </a:solidFill>
                <a:latin typeface="Yu Gothic"/>
                <a:ea typeface="Yu Gothic"/>
                <a:cs typeface="Yu Gothic"/>
              </a:rPr>
              <a:t>形を変える</a:t>
            </a:r>
          </a:p>
        </p:txBody>
      </p:sp>
      <p:sp>
        <p:nvSpPr>
          <p:cNvPr id="9" name="">
            <a:extLst xmlns:a="http://schemas.openxmlformats.org/drawingml/2006/main">
              <a:ext uri="{FF2B5EF4-FFF2-40B4-BE49-F238E27FC236}">
                <a16:creationId xmlns:a16="http://schemas.microsoft.com/office/drawing/2014/main" id="{EEFFE7BB-6EBA-4232-93BC-CA2ED3B28EAE}"/>
              </a:ext>
            </a:extLst>
          </p:cNvPr>
          <p:cNvSpPr>
            <a:spLocks xmlns:a="http://schemas.openxmlformats.org/drawingml/2006/main" noGrp="1"/>
          </p:cNvSpPr>
          <p:nvPr/>
        </p:nvSpPr>
        <p:spPr>
          <a:xfrm xmlns:a="http://schemas.openxmlformats.org/drawingml/2006/main">
            <a:off x="7381875" y="3905250"/>
            <a:ext cx="2857500" cy="95250"/>
          </a:xfrm>
          <a:prstGeom xmlns:a="http://schemas.openxmlformats.org/drawingml/2006/main" prst="rect">
            <a:avLst/>
          </a:prstGeom>
          <a:solidFill xmlns:a="http://schemas.openxmlformats.org/drawingml/2006/main">
            <a:srgbClr val="B99A7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EDB21F7-8B91-4667-85A3-B7BB8C8FD48B}"/>
              </a:ext>
            </a:extLst>
          </p:cNvPr>
          <p:cNvSpPr>
            <a:spLocks xmlns:a="http://schemas.openxmlformats.org/drawingml/2006/main" noGrp="1"/>
          </p:cNvSpPr>
          <p:nvPr/>
        </p:nvSpPr>
        <p:spPr>
          <a:xfrm xmlns:a="http://schemas.openxmlformats.org/drawingml/2006/main">
            <a:off x="7239000" y="438150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buNone/>
              <a:defRPr sz="2250" b="1">
                <a:solidFill>
                  <a:srgbClr val="2A6C9B"/>
                </a:solidFill>
                <a:latin typeface="Yu Gothic"/>
                <a:ea typeface="Yu Gothic"/>
                <a:cs typeface="Yu Gothic"/>
              </a:defRPr>
            </a:lvl1pPr>
            <a:lvl2pPr>
              <a:buNone/>
              <a:defRPr sz="2250" b="1">
                <a:solidFill>
                  <a:srgbClr val="2A6C9B"/>
                </a:solidFill>
                <a:latin typeface="Yu Gothic"/>
                <a:ea typeface="Yu Gothic"/>
                <a:cs typeface="Yu Gothic"/>
              </a:defRPr>
            </a:lvl2pPr>
            <a:lvl3pPr>
              <a:buNone/>
              <a:defRPr sz="2250" b="1">
                <a:solidFill>
                  <a:srgbClr val="2A6C9B"/>
                </a:solidFill>
                <a:latin typeface="Yu Gothic"/>
                <a:ea typeface="Yu Gothic"/>
                <a:cs typeface="Yu Gothic"/>
              </a:defRPr>
            </a:lvl3pPr>
            <a:lvl4pPr>
              <a:buNone/>
              <a:defRPr sz="2250" b="1">
                <a:solidFill>
                  <a:srgbClr val="2A6C9B"/>
                </a:solidFill>
                <a:latin typeface="Yu Gothic"/>
                <a:ea typeface="Yu Gothic"/>
                <a:cs typeface="Yu Gothic"/>
              </a:defRPr>
            </a:lvl4pPr>
            <a:lvl5pPr>
              <a:buNone/>
              <a:defRPr sz="2250" b="1">
                <a:solidFill>
                  <a:srgbClr val="2A6C9B"/>
                </a:solidFill>
                <a:latin typeface="Yu Gothic"/>
                <a:ea typeface="Yu Gothic"/>
                <a:cs typeface="Yu Gothic"/>
              </a:defRPr>
            </a:lvl5pPr>
            <a:lvl6pPr>
              <a:buNone/>
              <a:defRPr sz="2250" b="1">
                <a:solidFill>
                  <a:srgbClr val="2A6C9B"/>
                </a:solidFill>
                <a:latin typeface="Yu Gothic"/>
                <a:ea typeface="Yu Gothic"/>
                <a:cs typeface="Yu Gothic"/>
              </a:defRPr>
            </a:lvl6pPr>
            <a:lvl7pPr>
              <a:buNone/>
              <a:defRPr sz="2250" b="1">
                <a:solidFill>
                  <a:srgbClr val="2A6C9B"/>
                </a:solidFill>
                <a:latin typeface="Yu Gothic"/>
                <a:ea typeface="Yu Gothic"/>
                <a:cs typeface="Yu Gothic"/>
              </a:defRPr>
            </a:lvl7pPr>
            <a:lvl8pPr>
              <a:buNone/>
              <a:defRPr sz="2250" b="1">
                <a:solidFill>
                  <a:srgbClr val="2A6C9B"/>
                </a:solidFill>
                <a:latin typeface="Yu Gothic"/>
                <a:ea typeface="Yu Gothic"/>
                <a:cs typeface="Yu Gothic"/>
              </a:defRPr>
            </a:lvl8pPr>
            <a:lvl9pPr>
              <a:buNone/>
              <a:defRPr sz="2250" b="1">
                <a:solidFill>
                  <a:srgbClr val="2A6C9B"/>
                </a:solidFill>
                <a:latin typeface="Yu Gothic"/>
                <a:ea typeface="Yu Gothic"/>
                <a:cs typeface="Yu Gothic"/>
              </a:defRPr>
            </a:lvl9pPr>
          </a:lstStyle>
          <a:p xmlns:a="http://schemas.openxmlformats.org/drawingml/2006/main">
            <a:pPr>
              <a:buNone/>
              <a:defRPr sz="2250" b="1">
                <a:solidFill>
                  <a:srgbClr val="2A6C9B"/>
                </a:solidFill>
                <a:latin typeface="Yu Gothic"/>
                <a:ea typeface="Yu Gothic"/>
                <a:cs typeface="Yu Gothic"/>
              </a:defRPr>
            </a:pPr>
            <a:r>
              <a:rPr sz="2250" b="1">
                <a:solidFill>
                  <a:srgbClr val="2A6C9B"/>
                </a:solidFill>
                <a:latin typeface="Yu Gothic"/>
                <a:ea typeface="Yu Gothic"/>
                <a:cs typeface="Yu Gothic"/>
              </a:rPr>
              <a:t>支持を変える</a:t>
            </a:r>
          </a:p>
        </p:txBody>
      </p:sp>
      <p:sp>
        <p:nvSpPr>
          <p:cNvPr id="11" name="">
            <a:extLst xmlns:a="http://schemas.openxmlformats.org/drawingml/2006/main">
              <a:ext uri="{FF2B5EF4-FFF2-40B4-BE49-F238E27FC236}">
                <a16:creationId xmlns:a16="http://schemas.microsoft.com/office/drawing/2014/main" id="{D7EF375C-2973-490B-9B70-21CB86717E6F}"/>
              </a:ext>
            </a:extLst>
          </p:cNvPr>
          <p:cNvSpPr>
            <a:spLocks xmlns:a="http://schemas.openxmlformats.org/drawingml/2006/main" noGrp="1"/>
          </p:cNvSpPr>
          <p:nvPr/>
        </p:nvSpPr>
        <p:spPr>
          <a:xfrm xmlns:a="http://schemas.openxmlformats.org/drawingml/2006/main">
            <a:off x="7381875" y="5143500"/>
            <a:ext cx="2857500" cy="9525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A30D137-8444-4AFC-8666-1AEDACF2CBE0}"/>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3" name="">
            <a:extLst xmlns:a="http://schemas.openxmlformats.org/drawingml/2006/main">
              <a:ext uri="{FF2B5EF4-FFF2-40B4-BE49-F238E27FC236}">
                <a16:creationId xmlns:a16="http://schemas.microsoft.com/office/drawing/2014/main" id="{725EDE10-BC5A-436E-B344-C9AC586836F6}"/>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17 / 38</a:t>
            </a:r>
          </a:p>
        </p:txBody>
      </p:sp>
    </p:spTree>
    <p:extLst>
      <p:ext uri="{BB962C8B-B14F-4D97-AF65-F5344CB8AC3E}">
        <p14:creationId xmlns:p14="http://schemas.microsoft.com/office/powerpoint/2010/main" val="40249681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990ECC8-8B4D-4932-8736-54248E83767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三材料の候補を具体化する</a:t>
            </a:r>
          </a:p>
        </p:txBody>
      </p:sp>
      <p:sp>
        <p:nvSpPr>
          <p:cNvPr id="2" name="">
            <a:extLst xmlns:a="http://schemas.openxmlformats.org/drawingml/2006/main">
              <a:ext uri="{FF2B5EF4-FFF2-40B4-BE49-F238E27FC236}">
                <a16:creationId xmlns:a16="http://schemas.microsoft.com/office/drawing/2014/main" id="{F23C1AD8-D3CF-4CD3-B25D-D44CCEC1500D}"/>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1A9EE92-0B6E-4120-9F00-FFFA9BFB104C}"/>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木材：樹種・木取り・含水状態</a:t>
            </a:r>
          </a:p>
        </p:txBody>
      </p:sp>
      <p:sp>
        <p:nvSpPr>
          <p:cNvPr id="4" name="">
            <a:extLst xmlns:a="http://schemas.openxmlformats.org/drawingml/2006/main">
              <a:ext uri="{FF2B5EF4-FFF2-40B4-BE49-F238E27FC236}">
                <a16:creationId xmlns:a16="http://schemas.microsoft.com/office/drawing/2014/main" id="{A5824DFD-7E3A-4F6F-B639-D95EFE081620}"/>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プラスチック：樹脂・グレード・成形</a:t>
            </a:r>
          </a:p>
        </p:txBody>
      </p:sp>
      <p:sp>
        <p:nvSpPr>
          <p:cNvPr id="5" name="">
            <a:extLst xmlns:a="http://schemas.openxmlformats.org/drawingml/2006/main">
              <a:ext uri="{FF2B5EF4-FFF2-40B4-BE49-F238E27FC236}">
                <a16:creationId xmlns:a16="http://schemas.microsoft.com/office/drawing/2014/main" id="{BC19FED1-C98A-4AD2-976C-098C9B3AACC2}"/>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金属：材種・調質・表面状態</a:t>
            </a:r>
          </a:p>
        </p:txBody>
      </p:sp>
      <p:sp>
        <p:nvSpPr>
          <p:cNvPr id="6" name="">
            <a:extLst xmlns:a="http://schemas.openxmlformats.org/drawingml/2006/main">
              <a:ext uri="{FF2B5EF4-FFF2-40B4-BE49-F238E27FC236}">
                <a16:creationId xmlns:a16="http://schemas.microsoft.com/office/drawing/2014/main" id="{D4DE54AF-A4BE-434B-AD07-FD11532A69BB}"/>
              </a:ext>
            </a:extLst>
          </p:cNvPr>
          <p:cNvSpPr>
            <a:spLocks xmlns:a="http://schemas.openxmlformats.org/drawingml/2006/main" noGrp="1"/>
          </p:cNvSpPr>
          <p:nvPr/>
        </p:nvSpPr>
        <p:spPr>
          <a:xfrm xmlns:a="http://schemas.openxmlformats.org/drawingml/2006/main">
            <a:off x="7143750" y="2047875"/>
            <a:ext cx="1047750" cy="428625"/>
          </a:xfrm>
          <a:prstGeom xmlns:a="http://schemas.openxmlformats.org/drawingml/2006/main" prst="rect">
            <a:avLst/>
          </a:prstGeom>
          <a:solidFill xmlns:a="http://schemas.openxmlformats.org/drawingml/2006/main">
            <a:srgbClr val="B99A7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755BB4-1CD2-45E7-91A7-46457D6B2FAA}"/>
              </a:ext>
            </a:extLst>
          </p:cNvPr>
          <p:cNvSpPr>
            <a:spLocks xmlns:a="http://schemas.openxmlformats.org/drawingml/2006/main" noGrp="1"/>
          </p:cNvSpPr>
          <p:nvPr/>
        </p:nvSpPr>
        <p:spPr>
          <a:xfrm xmlns:a="http://schemas.openxmlformats.org/drawingml/2006/main">
            <a:off x="8524875" y="1857375"/>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243845"/>
                </a:solidFill>
                <a:latin typeface="Yu Gothic"/>
                <a:ea typeface="Yu Gothic"/>
                <a:cs typeface="Yu Gothic"/>
              </a:defRPr>
            </a:defPPr>
            <a:lvl1pPr>
              <a:buNone/>
              <a:defRPr sz="2550" b="1">
                <a:solidFill>
                  <a:srgbClr val="243845"/>
                </a:solidFill>
                <a:latin typeface="Yu Gothic"/>
                <a:ea typeface="Yu Gothic"/>
                <a:cs typeface="Yu Gothic"/>
              </a:defRPr>
            </a:lvl1pPr>
            <a:lvl2pPr>
              <a:buNone/>
              <a:defRPr sz="2550" b="1">
                <a:solidFill>
                  <a:srgbClr val="243845"/>
                </a:solidFill>
                <a:latin typeface="Yu Gothic"/>
                <a:ea typeface="Yu Gothic"/>
                <a:cs typeface="Yu Gothic"/>
              </a:defRPr>
            </a:lvl2pPr>
            <a:lvl3pPr>
              <a:buNone/>
              <a:defRPr sz="2550" b="1">
                <a:solidFill>
                  <a:srgbClr val="243845"/>
                </a:solidFill>
                <a:latin typeface="Yu Gothic"/>
                <a:ea typeface="Yu Gothic"/>
                <a:cs typeface="Yu Gothic"/>
              </a:defRPr>
            </a:lvl3pPr>
            <a:lvl4pPr>
              <a:buNone/>
              <a:defRPr sz="2550" b="1">
                <a:solidFill>
                  <a:srgbClr val="243845"/>
                </a:solidFill>
                <a:latin typeface="Yu Gothic"/>
                <a:ea typeface="Yu Gothic"/>
                <a:cs typeface="Yu Gothic"/>
              </a:defRPr>
            </a:lvl4pPr>
            <a:lvl5pPr>
              <a:buNone/>
              <a:defRPr sz="2550" b="1">
                <a:solidFill>
                  <a:srgbClr val="243845"/>
                </a:solidFill>
                <a:latin typeface="Yu Gothic"/>
                <a:ea typeface="Yu Gothic"/>
                <a:cs typeface="Yu Gothic"/>
              </a:defRPr>
            </a:lvl5pPr>
            <a:lvl6pPr>
              <a:buNone/>
              <a:defRPr sz="2550" b="1">
                <a:solidFill>
                  <a:srgbClr val="243845"/>
                </a:solidFill>
                <a:latin typeface="Yu Gothic"/>
                <a:ea typeface="Yu Gothic"/>
                <a:cs typeface="Yu Gothic"/>
              </a:defRPr>
            </a:lvl6pPr>
            <a:lvl7pPr>
              <a:buNone/>
              <a:defRPr sz="2550" b="1">
                <a:solidFill>
                  <a:srgbClr val="243845"/>
                </a:solidFill>
                <a:latin typeface="Yu Gothic"/>
                <a:ea typeface="Yu Gothic"/>
                <a:cs typeface="Yu Gothic"/>
              </a:defRPr>
            </a:lvl7pPr>
            <a:lvl8pPr>
              <a:buNone/>
              <a:defRPr sz="2550" b="1">
                <a:solidFill>
                  <a:srgbClr val="243845"/>
                </a:solidFill>
                <a:latin typeface="Yu Gothic"/>
                <a:ea typeface="Yu Gothic"/>
                <a:cs typeface="Yu Gothic"/>
              </a:defRPr>
            </a:lvl8pPr>
            <a:lvl9pPr>
              <a:buNone/>
              <a:defRPr sz="2550" b="1">
                <a:solidFill>
                  <a:srgbClr val="243845"/>
                </a:solidFill>
                <a:latin typeface="Yu Gothic"/>
                <a:ea typeface="Yu Gothic"/>
                <a:cs typeface="Yu Gothic"/>
              </a:defRPr>
            </a:lvl9pPr>
          </a:lstStyle>
          <a:p xmlns:a="http://schemas.openxmlformats.org/drawingml/2006/main">
            <a:pPr>
              <a:buNone/>
              <a:defRPr sz="2550" b="1">
                <a:solidFill>
                  <a:srgbClr val="243845"/>
                </a:solidFill>
                <a:latin typeface="Yu Gothic"/>
                <a:ea typeface="Yu Gothic"/>
                <a:cs typeface="Yu Gothic"/>
              </a:defRPr>
            </a:pPr>
            <a:r>
              <a:rPr sz="2550" b="1">
                <a:solidFill>
                  <a:srgbClr val="243845"/>
                </a:solidFill>
                <a:latin typeface="Yu Gothic"/>
                <a:ea typeface="Yu Gothic"/>
                <a:cs typeface="Yu Gothic"/>
              </a:rPr>
              <a:t>木材</a:t>
            </a:r>
          </a:p>
        </p:txBody>
      </p:sp>
      <p:sp>
        <p:nvSpPr>
          <p:cNvPr id="8" name="">
            <a:extLst xmlns:a="http://schemas.openxmlformats.org/drawingml/2006/main">
              <a:ext uri="{FF2B5EF4-FFF2-40B4-BE49-F238E27FC236}">
                <a16:creationId xmlns:a16="http://schemas.microsoft.com/office/drawing/2014/main" id="{42BE5CFC-1526-4102-AF2D-750D79687273}"/>
              </a:ext>
            </a:extLst>
          </p:cNvPr>
          <p:cNvSpPr>
            <a:spLocks xmlns:a="http://schemas.openxmlformats.org/drawingml/2006/main" noGrp="1"/>
          </p:cNvSpPr>
          <p:nvPr/>
        </p:nvSpPr>
        <p:spPr>
          <a:xfrm xmlns:a="http://schemas.openxmlformats.org/drawingml/2006/main">
            <a:off x="7143750" y="3190875"/>
            <a:ext cx="1047750" cy="428625"/>
          </a:xfrm>
          <a:prstGeom xmlns:a="http://schemas.openxmlformats.org/drawingml/2006/main" prst="rect">
            <a:avLst/>
          </a:prstGeom>
          <a:solidFill xmlns:a="http://schemas.openxmlformats.org/drawingml/2006/main">
            <a:srgbClr val="33756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30208B3-6164-4155-94FA-2232B5C42DB2}"/>
              </a:ext>
            </a:extLst>
          </p:cNvPr>
          <p:cNvSpPr>
            <a:spLocks xmlns:a="http://schemas.openxmlformats.org/drawingml/2006/main" noGrp="1"/>
          </p:cNvSpPr>
          <p:nvPr/>
        </p:nvSpPr>
        <p:spPr>
          <a:xfrm xmlns:a="http://schemas.openxmlformats.org/drawingml/2006/main">
            <a:off x="8524875" y="3000375"/>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243845"/>
                </a:solidFill>
                <a:latin typeface="Yu Gothic"/>
                <a:ea typeface="Yu Gothic"/>
                <a:cs typeface="Yu Gothic"/>
              </a:defRPr>
            </a:defPPr>
            <a:lvl1pPr>
              <a:buNone/>
              <a:defRPr sz="2550" b="1">
                <a:solidFill>
                  <a:srgbClr val="243845"/>
                </a:solidFill>
                <a:latin typeface="Yu Gothic"/>
                <a:ea typeface="Yu Gothic"/>
                <a:cs typeface="Yu Gothic"/>
              </a:defRPr>
            </a:lvl1pPr>
            <a:lvl2pPr>
              <a:buNone/>
              <a:defRPr sz="2550" b="1">
                <a:solidFill>
                  <a:srgbClr val="243845"/>
                </a:solidFill>
                <a:latin typeface="Yu Gothic"/>
                <a:ea typeface="Yu Gothic"/>
                <a:cs typeface="Yu Gothic"/>
              </a:defRPr>
            </a:lvl2pPr>
            <a:lvl3pPr>
              <a:buNone/>
              <a:defRPr sz="2550" b="1">
                <a:solidFill>
                  <a:srgbClr val="243845"/>
                </a:solidFill>
                <a:latin typeface="Yu Gothic"/>
                <a:ea typeface="Yu Gothic"/>
                <a:cs typeface="Yu Gothic"/>
              </a:defRPr>
            </a:lvl3pPr>
            <a:lvl4pPr>
              <a:buNone/>
              <a:defRPr sz="2550" b="1">
                <a:solidFill>
                  <a:srgbClr val="243845"/>
                </a:solidFill>
                <a:latin typeface="Yu Gothic"/>
                <a:ea typeface="Yu Gothic"/>
                <a:cs typeface="Yu Gothic"/>
              </a:defRPr>
            </a:lvl4pPr>
            <a:lvl5pPr>
              <a:buNone/>
              <a:defRPr sz="2550" b="1">
                <a:solidFill>
                  <a:srgbClr val="243845"/>
                </a:solidFill>
                <a:latin typeface="Yu Gothic"/>
                <a:ea typeface="Yu Gothic"/>
                <a:cs typeface="Yu Gothic"/>
              </a:defRPr>
            </a:lvl5pPr>
            <a:lvl6pPr>
              <a:buNone/>
              <a:defRPr sz="2550" b="1">
                <a:solidFill>
                  <a:srgbClr val="243845"/>
                </a:solidFill>
                <a:latin typeface="Yu Gothic"/>
                <a:ea typeface="Yu Gothic"/>
                <a:cs typeface="Yu Gothic"/>
              </a:defRPr>
            </a:lvl6pPr>
            <a:lvl7pPr>
              <a:buNone/>
              <a:defRPr sz="2550" b="1">
                <a:solidFill>
                  <a:srgbClr val="243845"/>
                </a:solidFill>
                <a:latin typeface="Yu Gothic"/>
                <a:ea typeface="Yu Gothic"/>
                <a:cs typeface="Yu Gothic"/>
              </a:defRPr>
            </a:lvl7pPr>
            <a:lvl8pPr>
              <a:buNone/>
              <a:defRPr sz="2550" b="1">
                <a:solidFill>
                  <a:srgbClr val="243845"/>
                </a:solidFill>
                <a:latin typeface="Yu Gothic"/>
                <a:ea typeface="Yu Gothic"/>
                <a:cs typeface="Yu Gothic"/>
              </a:defRPr>
            </a:lvl8pPr>
            <a:lvl9pPr>
              <a:buNone/>
              <a:defRPr sz="2550" b="1">
                <a:solidFill>
                  <a:srgbClr val="243845"/>
                </a:solidFill>
                <a:latin typeface="Yu Gothic"/>
                <a:ea typeface="Yu Gothic"/>
                <a:cs typeface="Yu Gothic"/>
              </a:defRPr>
            </a:lvl9pPr>
          </a:lstStyle>
          <a:p xmlns:a="http://schemas.openxmlformats.org/drawingml/2006/main">
            <a:pPr>
              <a:buNone/>
              <a:defRPr sz="2550" b="1">
                <a:solidFill>
                  <a:srgbClr val="243845"/>
                </a:solidFill>
                <a:latin typeface="Yu Gothic"/>
                <a:ea typeface="Yu Gothic"/>
                <a:cs typeface="Yu Gothic"/>
              </a:defRPr>
            </a:pPr>
            <a:r>
              <a:rPr sz="2550" b="1">
                <a:solidFill>
                  <a:srgbClr val="243845"/>
                </a:solidFill>
                <a:latin typeface="Yu Gothic"/>
                <a:ea typeface="Yu Gothic"/>
                <a:cs typeface="Yu Gothic"/>
              </a:rPr>
              <a:t>樹脂</a:t>
            </a:r>
          </a:p>
        </p:txBody>
      </p:sp>
      <p:sp>
        <p:nvSpPr>
          <p:cNvPr id="10" name="">
            <a:extLst xmlns:a="http://schemas.openxmlformats.org/drawingml/2006/main">
              <a:ext uri="{FF2B5EF4-FFF2-40B4-BE49-F238E27FC236}">
                <a16:creationId xmlns:a16="http://schemas.microsoft.com/office/drawing/2014/main" id="{484B5957-A174-4B70-9979-24C78461D54C}"/>
              </a:ext>
            </a:extLst>
          </p:cNvPr>
          <p:cNvSpPr>
            <a:spLocks xmlns:a="http://schemas.openxmlformats.org/drawingml/2006/main" noGrp="1"/>
          </p:cNvSpPr>
          <p:nvPr/>
        </p:nvSpPr>
        <p:spPr>
          <a:xfrm xmlns:a="http://schemas.openxmlformats.org/drawingml/2006/main">
            <a:off x="7143750" y="4333875"/>
            <a:ext cx="1047750" cy="428625"/>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A307349-2386-4E38-9384-3E7719086CA0}"/>
              </a:ext>
            </a:extLst>
          </p:cNvPr>
          <p:cNvSpPr>
            <a:spLocks xmlns:a="http://schemas.openxmlformats.org/drawingml/2006/main" noGrp="1"/>
          </p:cNvSpPr>
          <p:nvPr/>
        </p:nvSpPr>
        <p:spPr>
          <a:xfrm xmlns:a="http://schemas.openxmlformats.org/drawingml/2006/main">
            <a:off x="8524875" y="4143375"/>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243845"/>
                </a:solidFill>
                <a:latin typeface="Yu Gothic"/>
                <a:ea typeface="Yu Gothic"/>
                <a:cs typeface="Yu Gothic"/>
              </a:defRPr>
            </a:defPPr>
            <a:lvl1pPr>
              <a:buNone/>
              <a:defRPr sz="2550" b="1">
                <a:solidFill>
                  <a:srgbClr val="243845"/>
                </a:solidFill>
                <a:latin typeface="Yu Gothic"/>
                <a:ea typeface="Yu Gothic"/>
                <a:cs typeface="Yu Gothic"/>
              </a:defRPr>
            </a:lvl1pPr>
            <a:lvl2pPr>
              <a:buNone/>
              <a:defRPr sz="2550" b="1">
                <a:solidFill>
                  <a:srgbClr val="243845"/>
                </a:solidFill>
                <a:latin typeface="Yu Gothic"/>
                <a:ea typeface="Yu Gothic"/>
                <a:cs typeface="Yu Gothic"/>
              </a:defRPr>
            </a:lvl2pPr>
            <a:lvl3pPr>
              <a:buNone/>
              <a:defRPr sz="2550" b="1">
                <a:solidFill>
                  <a:srgbClr val="243845"/>
                </a:solidFill>
                <a:latin typeface="Yu Gothic"/>
                <a:ea typeface="Yu Gothic"/>
                <a:cs typeface="Yu Gothic"/>
              </a:defRPr>
            </a:lvl3pPr>
            <a:lvl4pPr>
              <a:buNone/>
              <a:defRPr sz="2550" b="1">
                <a:solidFill>
                  <a:srgbClr val="243845"/>
                </a:solidFill>
                <a:latin typeface="Yu Gothic"/>
                <a:ea typeface="Yu Gothic"/>
                <a:cs typeface="Yu Gothic"/>
              </a:defRPr>
            </a:lvl4pPr>
            <a:lvl5pPr>
              <a:buNone/>
              <a:defRPr sz="2550" b="1">
                <a:solidFill>
                  <a:srgbClr val="243845"/>
                </a:solidFill>
                <a:latin typeface="Yu Gothic"/>
                <a:ea typeface="Yu Gothic"/>
                <a:cs typeface="Yu Gothic"/>
              </a:defRPr>
            </a:lvl5pPr>
            <a:lvl6pPr>
              <a:buNone/>
              <a:defRPr sz="2550" b="1">
                <a:solidFill>
                  <a:srgbClr val="243845"/>
                </a:solidFill>
                <a:latin typeface="Yu Gothic"/>
                <a:ea typeface="Yu Gothic"/>
                <a:cs typeface="Yu Gothic"/>
              </a:defRPr>
            </a:lvl6pPr>
            <a:lvl7pPr>
              <a:buNone/>
              <a:defRPr sz="2550" b="1">
                <a:solidFill>
                  <a:srgbClr val="243845"/>
                </a:solidFill>
                <a:latin typeface="Yu Gothic"/>
                <a:ea typeface="Yu Gothic"/>
                <a:cs typeface="Yu Gothic"/>
              </a:defRPr>
            </a:lvl7pPr>
            <a:lvl8pPr>
              <a:buNone/>
              <a:defRPr sz="2550" b="1">
                <a:solidFill>
                  <a:srgbClr val="243845"/>
                </a:solidFill>
                <a:latin typeface="Yu Gothic"/>
                <a:ea typeface="Yu Gothic"/>
                <a:cs typeface="Yu Gothic"/>
              </a:defRPr>
            </a:lvl8pPr>
            <a:lvl9pPr>
              <a:buNone/>
              <a:defRPr sz="2550" b="1">
                <a:solidFill>
                  <a:srgbClr val="243845"/>
                </a:solidFill>
                <a:latin typeface="Yu Gothic"/>
                <a:ea typeface="Yu Gothic"/>
                <a:cs typeface="Yu Gothic"/>
              </a:defRPr>
            </a:lvl9pPr>
          </a:lstStyle>
          <a:p xmlns:a="http://schemas.openxmlformats.org/drawingml/2006/main">
            <a:pPr>
              <a:buNone/>
              <a:defRPr sz="2550" b="1">
                <a:solidFill>
                  <a:srgbClr val="243845"/>
                </a:solidFill>
                <a:latin typeface="Yu Gothic"/>
                <a:ea typeface="Yu Gothic"/>
                <a:cs typeface="Yu Gothic"/>
              </a:defRPr>
            </a:pPr>
            <a:r>
              <a:rPr sz="2550" b="1">
                <a:solidFill>
                  <a:srgbClr val="243845"/>
                </a:solidFill>
                <a:latin typeface="Yu Gothic"/>
                <a:ea typeface="Yu Gothic"/>
                <a:cs typeface="Yu Gothic"/>
              </a:rPr>
              <a:t>金属</a:t>
            </a:r>
          </a:p>
        </p:txBody>
      </p:sp>
      <p:sp>
        <p:nvSpPr>
          <p:cNvPr id="12" name="">
            <a:extLst xmlns:a="http://schemas.openxmlformats.org/drawingml/2006/main">
              <a:ext uri="{FF2B5EF4-FFF2-40B4-BE49-F238E27FC236}">
                <a16:creationId xmlns:a16="http://schemas.microsoft.com/office/drawing/2014/main" id="{BDAC2490-4987-4B53-AA3E-33AB70787171}"/>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3" name="">
            <a:extLst xmlns:a="http://schemas.openxmlformats.org/drawingml/2006/main">
              <a:ext uri="{FF2B5EF4-FFF2-40B4-BE49-F238E27FC236}">
                <a16:creationId xmlns:a16="http://schemas.microsoft.com/office/drawing/2014/main" id="{0AFE6F5B-1D4B-47D0-A1E9-C766206228C6}"/>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18 / 38</a:t>
            </a:r>
          </a:p>
        </p:txBody>
      </p:sp>
    </p:spTree>
    <p:extLst>
      <p:ext uri="{BB962C8B-B14F-4D97-AF65-F5344CB8AC3E}">
        <p14:creationId xmlns:p14="http://schemas.microsoft.com/office/powerpoint/2010/main" val="208211395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66A31E-39BE-4779-9A2E-F6031ABD18A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演習：棚板の選択理由を書く</a:t>
            </a:r>
          </a:p>
        </p:txBody>
      </p:sp>
      <p:sp>
        <p:nvSpPr>
          <p:cNvPr id="2" name="">
            <a:extLst xmlns:a="http://schemas.openxmlformats.org/drawingml/2006/main">
              <a:ext uri="{FF2B5EF4-FFF2-40B4-BE49-F238E27FC236}">
                <a16:creationId xmlns:a16="http://schemas.microsoft.com/office/drawing/2014/main" id="{FC8B04F4-1C1A-43C0-8A6D-EF8F71875736}"/>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964EAE1-871A-4174-A963-0C313C396076}"/>
              </a:ext>
            </a:extLst>
          </p:cNvPr>
          <p:cNvSpPr>
            <a:spLocks xmlns:a="http://schemas.openxmlformats.org/drawingml/2006/main" noGrp="1"/>
          </p:cNvSpPr>
          <p:nvPr/>
        </p:nvSpPr>
        <p:spPr>
          <a:xfrm xmlns:a="http://schemas.openxmlformats.org/drawingml/2006/main">
            <a:off x="904875" y="17621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43845"/>
                </a:solidFill>
                <a:latin typeface="Yu Gothic"/>
                <a:ea typeface="Yu Gothic"/>
                <a:cs typeface="Yu Gothic"/>
              </a:defRPr>
            </a:defPPr>
            <a:lvl1pPr>
              <a:buNone/>
              <a:defRPr sz="2400" b="1">
                <a:solidFill>
                  <a:srgbClr val="243845"/>
                </a:solidFill>
                <a:latin typeface="Yu Gothic"/>
                <a:ea typeface="Yu Gothic"/>
                <a:cs typeface="Yu Gothic"/>
              </a:defRPr>
            </a:lvl1pPr>
            <a:lvl2pPr>
              <a:buNone/>
              <a:defRPr sz="2400" b="1">
                <a:solidFill>
                  <a:srgbClr val="243845"/>
                </a:solidFill>
                <a:latin typeface="Yu Gothic"/>
                <a:ea typeface="Yu Gothic"/>
                <a:cs typeface="Yu Gothic"/>
              </a:defRPr>
            </a:lvl2pPr>
            <a:lvl3pPr>
              <a:buNone/>
              <a:defRPr sz="2400" b="1">
                <a:solidFill>
                  <a:srgbClr val="243845"/>
                </a:solidFill>
                <a:latin typeface="Yu Gothic"/>
                <a:ea typeface="Yu Gothic"/>
                <a:cs typeface="Yu Gothic"/>
              </a:defRPr>
            </a:lvl3pPr>
            <a:lvl4pPr>
              <a:buNone/>
              <a:defRPr sz="2400" b="1">
                <a:solidFill>
                  <a:srgbClr val="243845"/>
                </a:solidFill>
                <a:latin typeface="Yu Gothic"/>
                <a:ea typeface="Yu Gothic"/>
                <a:cs typeface="Yu Gothic"/>
              </a:defRPr>
            </a:lvl4pPr>
            <a:lvl5pPr>
              <a:buNone/>
              <a:defRPr sz="2400" b="1">
                <a:solidFill>
                  <a:srgbClr val="243845"/>
                </a:solidFill>
                <a:latin typeface="Yu Gothic"/>
                <a:ea typeface="Yu Gothic"/>
                <a:cs typeface="Yu Gothic"/>
              </a:defRPr>
            </a:lvl5pPr>
            <a:lvl6pPr>
              <a:buNone/>
              <a:defRPr sz="2400" b="1">
                <a:solidFill>
                  <a:srgbClr val="243845"/>
                </a:solidFill>
                <a:latin typeface="Yu Gothic"/>
                <a:ea typeface="Yu Gothic"/>
                <a:cs typeface="Yu Gothic"/>
              </a:defRPr>
            </a:lvl6pPr>
            <a:lvl7pPr>
              <a:buNone/>
              <a:defRPr sz="2400" b="1">
                <a:solidFill>
                  <a:srgbClr val="243845"/>
                </a:solidFill>
                <a:latin typeface="Yu Gothic"/>
                <a:ea typeface="Yu Gothic"/>
                <a:cs typeface="Yu Gothic"/>
              </a:defRPr>
            </a:lvl7pPr>
            <a:lvl8pPr>
              <a:buNone/>
              <a:defRPr sz="2400" b="1">
                <a:solidFill>
                  <a:srgbClr val="243845"/>
                </a:solidFill>
                <a:latin typeface="Yu Gothic"/>
                <a:ea typeface="Yu Gothic"/>
                <a:cs typeface="Yu Gothic"/>
              </a:defRPr>
            </a:lvl8pPr>
            <a:lvl9pPr>
              <a:buNone/>
              <a:defRPr sz="2400" b="1">
                <a:solidFill>
                  <a:srgbClr val="243845"/>
                </a:solidFill>
                <a:latin typeface="Yu Gothic"/>
                <a:ea typeface="Yu Gothic"/>
                <a:cs typeface="Yu Gothic"/>
              </a:defRPr>
            </a:lvl9pPr>
          </a:lstStyle>
          <a:p xmlns:a="http://schemas.openxmlformats.org/drawingml/2006/main">
            <a:pPr>
              <a:buNone/>
              <a:defRPr sz="2400" b="1">
                <a:solidFill>
                  <a:srgbClr val="243845"/>
                </a:solidFill>
                <a:latin typeface="Yu Gothic"/>
                <a:ea typeface="Yu Gothic"/>
                <a:cs typeface="Yu Gothic"/>
              </a:defRPr>
            </a:pPr>
            <a:r>
              <a:rPr sz="2400" b="1">
                <a:solidFill>
                  <a:srgbClr val="243845"/>
                </a:solidFill>
                <a:latin typeface="Yu Gothic"/>
                <a:ea typeface="Yu Gothic"/>
                <a:cs typeface="Yu Gothic"/>
              </a:rPr>
              <a:t>使用条件を二つ決める</a:t>
            </a:r>
          </a:p>
        </p:txBody>
      </p:sp>
      <p:sp>
        <p:nvSpPr>
          <p:cNvPr id="4" name="">
            <a:extLst xmlns:a="http://schemas.openxmlformats.org/drawingml/2006/main">
              <a:ext uri="{FF2B5EF4-FFF2-40B4-BE49-F238E27FC236}">
                <a16:creationId xmlns:a16="http://schemas.microsoft.com/office/drawing/2014/main" id="{68D9A532-FF18-4C13-AE4E-9975EA4F10D4}"/>
              </a:ext>
            </a:extLst>
          </p:cNvPr>
          <p:cNvSpPr>
            <a:spLocks xmlns:a="http://schemas.openxmlformats.org/drawingml/2006/main" noGrp="1"/>
          </p:cNvSpPr>
          <p:nvPr/>
        </p:nvSpPr>
        <p:spPr>
          <a:xfrm xmlns:a="http://schemas.openxmlformats.org/drawingml/2006/main">
            <a:off x="904875" y="26384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43845"/>
                </a:solidFill>
                <a:latin typeface="Yu Gothic"/>
                <a:ea typeface="Yu Gothic"/>
                <a:cs typeface="Yu Gothic"/>
              </a:defRPr>
            </a:defPPr>
            <a:lvl1pPr>
              <a:buNone/>
              <a:defRPr sz="2400" b="0">
                <a:solidFill>
                  <a:srgbClr val="243845"/>
                </a:solidFill>
                <a:latin typeface="Yu Gothic"/>
                <a:ea typeface="Yu Gothic"/>
                <a:cs typeface="Yu Gothic"/>
              </a:defRPr>
            </a:lvl1pPr>
            <a:lvl2pPr>
              <a:buNone/>
              <a:defRPr sz="2400" b="0">
                <a:solidFill>
                  <a:srgbClr val="243845"/>
                </a:solidFill>
                <a:latin typeface="Yu Gothic"/>
                <a:ea typeface="Yu Gothic"/>
                <a:cs typeface="Yu Gothic"/>
              </a:defRPr>
            </a:lvl2pPr>
            <a:lvl3pPr>
              <a:buNone/>
              <a:defRPr sz="2400" b="0">
                <a:solidFill>
                  <a:srgbClr val="243845"/>
                </a:solidFill>
                <a:latin typeface="Yu Gothic"/>
                <a:ea typeface="Yu Gothic"/>
                <a:cs typeface="Yu Gothic"/>
              </a:defRPr>
            </a:lvl3pPr>
            <a:lvl4pPr>
              <a:buNone/>
              <a:defRPr sz="2400" b="0">
                <a:solidFill>
                  <a:srgbClr val="243845"/>
                </a:solidFill>
                <a:latin typeface="Yu Gothic"/>
                <a:ea typeface="Yu Gothic"/>
                <a:cs typeface="Yu Gothic"/>
              </a:defRPr>
            </a:lvl4pPr>
            <a:lvl5pPr>
              <a:buNone/>
              <a:defRPr sz="2400" b="0">
                <a:solidFill>
                  <a:srgbClr val="243845"/>
                </a:solidFill>
                <a:latin typeface="Yu Gothic"/>
                <a:ea typeface="Yu Gothic"/>
                <a:cs typeface="Yu Gothic"/>
              </a:defRPr>
            </a:lvl5pPr>
            <a:lvl6pPr>
              <a:buNone/>
              <a:defRPr sz="2400" b="0">
                <a:solidFill>
                  <a:srgbClr val="243845"/>
                </a:solidFill>
                <a:latin typeface="Yu Gothic"/>
                <a:ea typeface="Yu Gothic"/>
                <a:cs typeface="Yu Gothic"/>
              </a:defRPr>
            </a:lvl6pPr>
            <a:lvl7pPr>
              <a:buNone/>
              <a:defRPr sz="2400" b="0">
                <a:solidFill>
                  <a:srgbClr val="243845"/>
                </a:solidFill>
                <a:latin typeface="Yu Gothic"/>
                <a:ea typeface="Yu Gothic"/>
                <a:cs typeface="Yu Gothic"/>
              </a:defRPr>
            </a:lvl7pPr>
            <a:lvl8pPr>
              <a:buNone/>
              <a:defRPr sz="2400" b="0">
                <a:solidFill>
                  <a:srgbClr val="243845"/>
                </a:solidFill>
                <a:latin typeface="Yu Gothic"/>
                <a:ea typeface="Yu Gothic"/>
                <a:cs typeface="Yu Gothic"/>
              </a:defRPr>
            </a:lvl8pPr>
            <a:lvl9pPr>
              <a:buNone/>
              <a:defRPr sz="2400" b="0">
                <a:solidFill>
                  <a:srgbClr val="243845"/>
                </a:solidFill>
                <a:latin typeface="Yu Gothic"/>
                <a:ea typeface="Yu Gothic"/>
                <a:cs typeface="Yu Gothic"/>
              </a:defRPr>
            </a:lvl9pPr>
          </a:lstStyle>
          <a:p xmlns:a="http://schemas.openxmlformats.org/drawingml/2006/main">
            <a:pPr>
              <a:buNone/>
              <a:defRPr sz="2400" b="0">
                <a:solidFill>
                  <a:srgbClr val="243845"/>
                </a:solidFill>
                <a:latin typeface="Yu Gothic"/>
                <a:ea typeface="Yu Gothic"/>
                <a:cs typeface="Yu Gothic"/>
              </a:defRPr>
            </a:pPr>
            <a:r>
              <a:rPr sz="2400" b="0">
                <a:solidFill>
                  <a:srgbClr val="243845"/>
                </a:solidFill>
                <a:latin typeface="Yu Gothic"/>
                <a:ea typeface="Yu Gothic"/>
                <a:cs typeface="Yu Gothic"/>
              </a:rPr>
              <a:t>重視する観点を三つ選ぶ</a:t>
            </a:r>
          </a:p>
        </p:txBody>
      </p:sp>
      <p:sp>
        <p:nvSpPr>
          <p:cNvPr id="5" name="">
            <a:extLst xmlns:a="http://schemas.openxmlformats.org/drawingml/2006/main">
              <a:ext uri="{FF2B5EF4-FFF2-40B4-BE49-F238E27FC236}">
                <a16:creationId xmlns:a16="http://schemas.microsoft.com/office/drawing/2014/main" id="{0DF67053-2C4D-4CED-80BC-2DF7411077F9}"/>
              </a:ext>
            </a:extLst>
          </p:cNvPr>
          <p:cNvSpPr>
            <a:spLocks xmlns:a="http://schemas.openxmlformats.org/drawingml/2006/main" noGrp="1"/>
          </p:cNvSpPr>
          <p:nvPr/>
        </p:nvSpPr>
        <p:spPr>
          <a:xfrm xmlns:a="http://schemas.openxmlformats.org/drawingml/2006/main">
            <a:off x="904875" y="35147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43845"/>
                </a:solidFill>
                <a:latin typeface="Yu Gothic"/>
                <a:ea typeface="Yu Gothic"/>
                <a:cs typeface="Yu Gothic"/>
              </a:defRPr>
            </a:defPPr>
            <a:lvl1pPr>
              <a:buNone/>
              <a:defRPr sz="2400" b="0">
                <a:solidFill>
                  <a:srgbClr val="243845"/>
                </a:solidFill>
                <a:latin typeface="Yu Gothic"/>
                <a:ea typeface="Yu Gothic"/>
                <a:cs typeface="Yu Gothic"/>
              </a:defRPr>
            </a:lvl1pPr>
            <a:lvl2pPr>
              <a:buNone/>
              <a:defRPr sz="2400" b="0">
                <a:solidFill>
                  <a:srgbClr val="243845"/>
                </a:solidFill>
                <a:latin typeface="Yu Gothic"/>
                <a:ea typeface="Yu Gothic"/>
                <a:cs typeface="Yu Gothic"/>
              </a:defRPr>
            </a:lvl2pPr>
            <a:lvl3pPr>
              <a:buNone/>
              <a:defRPr sz="2400" b="0">
                <a:solidFill>
                  <a:srgbClr val="243845"/>
                </a:solidFill>
                <a:latin typeface="Yu Gothic"/>
                <a:ea typeface="Yu Gothic"/>
                <a:cs typeface="Yu Gothic"/>
              </a:defRPr>
            </a:lvl3pPr>
            <a:lvl4pPr>
              <a:buNone/>
              <a:defRPr sz="2400" b="0">
                <a:solidFill>
                  <a:srgbClr val="243845"/>
                </a:solidFill>
                <a:latin typeface="Yu Gothic"/>
                <a:ea typeface="Yu Gothic"/>
                <a:cs typeface="Yu Gothic"/>
              </a:defRPr>
            </a:lvl4pPr>
            <a:lvl5pPr>
              <a:buNone/>
              <a:defRPr sz="2400" b="0">
                <a:solidFill>
                  <a:srgbClr val="243845"/>
                </a:solidFill>
                <a:latin typeface="Yu Gothic"/>
                <a:ea typeface="Yu Gothic"/>
                <a:cs typeface="Yu Gothic"/>
              </a:defRPr>
            </a:lvl5pPr>
            <a:lvl6pPr>
              <a:buNone/>
              <a:defRPr sz="2400" b="0">
                <a:solidFill>
                  <a:srgbClr val="243845"/>
                </a:solidFill>
                <a:latin typeface="Yu Gothic"/>
                <a:ea typeface="Yu Gothic"/>
                <a:cs typeface="Yu Gothic"/>
              </a:defRPr>
            </a:lvl6pPr>
            <a:lvl7pPr>
              <a:buNone/>
              <a:defRPr sz="2400" b="0">
                <a:solidFill>
                  <a:srgbClr val="243845"/>
                </a:solidFill>
                <a:latin typeface="Yu Gothic"/>
                <a:ea typeface="Yu Gothic"/>
                <a:cs typeface="Yu Gothic"/>
              </a:defRPr>
            </a:lvl7pPr>
            <a:lvl8pPr>
              <a:buNone/>
              <a:defRPr sz="2400" b="0">
                <a:solidFill>
                  <a:srgbClr val="243845"/>
                </a:solidFill>
                <a:latin typeface="Yu Gothic"/>
                <a:ea typeface="Yu Gothic"/>
                <a:cs typeface="Yu Gothic"/>
              </a:defRPr>
            </a:lvl8pPr>
            <a:lvl9pPr>
              <a:buNone/>
              <a:defRPr sz="2400" b="0">
                <a:solidFill>
                  <a:srgbClr val="243845"/>
                </a:solidFill>
                <a:latin typeface="Yu Gothic"/>
                <a:ea typeface="Yu Gothic"/>
                <a:cs typeface="Yu Gothic"/>
              </a:defRPr>
            </a:lvl9pPr>
          </a:lstStyle>
          <a:p xmlns:a="http://schemas.openxmlformats.org/drawingml/2006/main">
            <a:pPr>
              <a:buNone/>
              <a:defRPr sz="2400" b="0">
                <a:solidFill>
                  <a:srgbClr val="243845"/>
                </a:solidFill>
                <a:latin typeface="Yu Gothic"/>
                <a:ea typeface="Yu Gothic"/>
                <a:cs typeface="Yu Gothic"/>
              </a:defRPr>
            </a:pPr>
            <a:r>
              <a:rPr sz="2400" b="0">
                <a:solidFill>
                  <a:srgbClr val="243845"/>
                </a:solidFill>
                <a:latin typeface="Yu Gothic"/>
                <a:ea typeface="Yu Gothic"/>
                <a:cs typeface="Yu Gothic"/>
              </a:rPr>
              <a:t>候補・理由・不利な点を書く</a:t>
            </a:r>
          </a:p>
        </p:txBody>
      </p:sp>
      <p:sp>
        <p:nvSpPr>
          <p:cNvPr id="6" name="">
            <a:extLst xmlns:a="http://schemas.openxmlformats.org/drawingml/2006/main">
              <a:ext uri="{FF2B5EF4-FFF2-40B4-BE49-F238E27FC236}">
                <a16:creationId xmlns:a16="http://schemas.microsoft.com/office/drawing/2014/main" id="{CB3621BC-6844-44C6-9A7D-21663B550CBF}"/>
              </a:ext>
            </a:extLst>
          </p:cNvPr>
          <p:cNvSpPr>
            <a:spLocks xmlns:a="http://schemas.openxmlformats.org/drawingml/2006/main" noGrp="1"/>
          </p:cNvSpPr>
          <p:nvPr/>
        </p:nvSpPr>
        <p:spPr>
          <a:xfrm xmlns:a="http://schemas.openxmlformats.org/drawingml/2006/main">
            <a:off x="904875" y="43910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43845"/>
                </a:solidFill>
                <a:latin typeface="Yu Gothic"/>
                <a:ea typeface="Yu Gothic"/>
                <a:cs typeface="Yu Gothic"/>
              </a:defRPr>
            </a:defPPr>
            <a:lvl1pPr>
              <a:buNone/>
              <a:defRPr sz="2400" b="0">
                <a:solidFill>
                  <a:srgbClr val="243845"/>
                </a:solidFill>
                <a:latin typeface="Yu Gothic"/>
                <a:ea typeface="Yu Gothic"/>
                <a:cs typeface="Yu Gothic"/>
              </a:defRPr>
            </a:lvl1pPr>
            <a:lvl2pPr>
              <a:buNone/>
              <a:defRPr sz="2400" b="0">
                <a:solidFill>
                  <a:srgbClr val="243845"/>
                </a:solidFill>
                <a:latin typeface="Yu Gothic"/>
                <a:ea typeface="Yu Gothic"/>
                <a:cs typeface="Yu Gothic"/>
              </a:defRPr>
            </a:lvl2pPr>
            <a:lvl3pPr>
              <a:buNone/>
              <a:defRPr sz="2400" b="0">
                <a:solidFill>
                  <a:srgbClr val="243845"/>
                </a:solidFill>
                <a:latin typeface="Yu Gothic"/>
                <a:ea typeface="Yu Gothic"/>
                <a:cs typeface="Yu Gothic"/>
              </a:defRPr>
            </a:lvl3pPr>
            <a:lvl4pPr>
              <a:buNone/>
              <a:defRPr sz="2400" b="0">
                <a:solidFill>
                  <a:srgbClr val="243845"/>
                </a:solidFill>
                <a:latin typeface="Yu Gothic"/>
                <a:ea typeface="Yu Gothic"/>
                <a:cs typeface="Yu Gothic"/>
              </a:defRPr>
            </a:lvl4pPr>
            <a:lvl5pPr>
              <a:buNone/>
              <a:defRPr sz="2400" b="0">
                <a:solidFill>
                  <a:srgbClr val="243845"/>
                </a:solidFill>
                <a:latin typeface="Yu Gothic"/>
                <a:ea typeface="Yu Gothic"/>
                <a:cs typeface="Yu Gothic"/>
              </a:defRPr>
            </a:lvl5pPr>
            <a:lvl6pPr>
              <a:buNone/>
              <a:defRPr sz="2400" b="0">
                <a:solidFill>
                  <a:srgbClr val="243845"/>
                </a:solidFill>
                <a:latin typeface="Yu Gothic"/>
                <a:ea typeface="Yu Gothic"/>
                <a:cs typeface="Yu Gothic"/>
              </a:defRPr>
            </a:lvl6pPr>
            <a:lvl7pPr>
              <a:buNone/>
              <a:defRPr sz="2400" b="0">
                <a:solidFill>
                  <a:srgbClr val="243845"/>
                </a:solidFill>
                <a:latin typeface="Yu Gothic"/>
                <a:ea typeface="Yu Gothic"/>
                <a:cs typeface="Yu Gothic"/>
              </a:defRPr>
            </a:lvl7pPr>
            <a:lvl8pPr>
              <a:buNone/>
              <a:defRPr sz="2400" b="0">
                <a:solidFill>
                  <a:srgbClr val="243845"/>
                </a:solidFill>
                <a:latin typeface="Yu Gothic"/>
                <a:ea typeface="Yu Gothic"/>
                <a:cs typeface="Yu Gothic"/>
              </a:defRPr>
            </a:lvl8pPr>
            <a:lvl9pPr>
              <a:buNone/>
              <a:defRPr sz="2400" b="0">
                <a:solidFill>
                  <a:srgbClr val="243845"/>
                </a:solidFill>
                <a:latin typeface="Yu Gothic"/>
                <a:ea typeface="Yu Gothic"/>
                <a:cs typeface="Yu Gothic"/>
              </a:defRPr>
            </a:lvl9pPr>
          </a:lstStyle>
          <a:p xmlns:a="http://schemas.openxmlformats.org/drawingml/2006/main">
            <a:pPr>
              <a:buNone/>
              <a:defRPr sz="2400" b="0">
                <a:solidFill>
                  <a:srgbClr val="243845"/>
                </a:solidFill>
                <a:latin typeface="Yu Gothic"/>
                <a:ea typeface="Yu Gothic"/>
                <a:cs typeface="Yu Gothic"/>
              </a:defRPr>
            </a:pPr>
            <a:r>
              <a:rPr sz="2400" b="0">
                <a:solidFill>
                  <a:srgbClr val="243845"/>
                </a:solidFill>
                <a:latin typeface="Yu Gothic"/>
                <a:ea typeface="Yu Gothic"/>
                <a:cs typeface="Yu Gothic"/>
              </a:rPr>
              <a:t>確かめたい情報を一つ残す</a:t>
            </a:r>
          </a:p>
        </p:txBody>
      </p:sp>
      <p:sp>
        <p:nvSpPr>
          <p:cNvPr id="7" name="">
            <a:extLst xmlns:a="http://schemas.openxmlformats.org/drawingml/2006/main">
              <a:ext uri="{FF2B5EF4-FFF2-40B4-BE49-F238E27FC236}">
                <a16:creationId xmlns:a16="http://schemas.microsoft.com/office/drawing/2014/main" id="{A3F4341D-2302-46EB-BA41-1DFF1A47EC0A}"/>
              </a:ext>
            </a:extLst>
          </p:cNvPr>
          <p:cNvSpPr>
            <a:spLocks xmlns:a="http://schemas.openxmlformats.org/drawingml/2006/main" noGrp="1"/>
          </p:cNvSpPr>
          <p:nvPr/>
        </p:nvSpPr>
        <p:spPr>
          <a:xfrm xmlns:a="http://schemas.openxmlformats.org/drawingml/2006/main">
            <a:off x="904875"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337568"/>
                </a:solidFill>
                <a:latin typeface="Yu Gothic"/>
                <a:ea typeface="Yu Gothic"/>
                <a:cs typeface="Yu Gothic"/>
              </a:defRPr>
            </a:defPPr>
            <a:lvl1pPr>
              <a:buNone/>
              <a:defRPr sz="1800" b="1">
                <a:solidFill>
                  <a:srgbClr val="337568"/>
                </a:solidFill>
                <a:latin typeface="Yu Gothic"/>
                <a:ea typeface="Yu Gothic"/>
                <a:cs typeface="Yu Gothic"/>
              </a:defRPr>
            </a:lvl1pPr>
            <a:lvl2pPr>
              <a:buNone/>
              <a:defRPr sz="1800" b="1">
                <a:solidFill>
                  <a:srgbClr val="337568"/>
                </a:solidFill>
                <a:latin typeface="Yu Gothic"/>
                <a:ea typeface="Yu Gothic"/>
                <a:cs typeface="Yu Gothic"/>
              </a:defRPr>
            </a:lvl2pPr>
            <a:lvl3pPr>
              <a:buNone/>
              <a:defRPr sz="1800" b="1">
                <a:solidFill>
                  <a:srgbClr val="337568"/>
                </a:solidFill>
                <a:latin typeface="Yu Gothic"/>
                <a:ea typeface="Yu Gothic"/>
                <a:cs typeface="Yu Gothic"/>
              </a:defRPr>
            </a:lvl3pPr>
            <a:lvl4pPr>
              <a:buNone/>
              <a:defRPr sz="1800" b="1">
                <a:solidFill>
                  <a:srgbClr val="337568"/>
                </a:solidFill>
                <a:latin typeface="Yu Gothic"/>
                <a:ea typeface="Yu Gothic"/>
                <a:cs typeface="Yu Gothic"/>
              </a:defRPr>
            </a:lvl4pPr>
            <a:lvl5pPr>
              <a:buNone/>
              <a:defRPr sz="1800" b="1">
                <a:solidFill>
                  <a:srgbClr val="337568"/>
                </a:solidFill>
                <a:latin typeface="Yu Gothic"/>
                <a:ea typeface="Yu Gothic"/>
                <a:cs typeface="Yu Gothic"/>
              </a:defRPr>
            </a:lvl5pPr>
            <a:lvl6pPr>
              <a:buNone/>
              <a:defRPr sz="1800" b="1">
                <a:solidFill>
                  <a:srgbClr val="337568"/>
                </a:solidFill>
                <a:latin typeface="Yu Gothic"/>
                <a:ea typeface="Yu Gothic"/>
                <a:cs typeface="Yu Gothic"/>
              </a:defRPr>
            </a:lvl6pPr>
            <a:lvl7pPr>
              <a:buNone/>
              <a:defRPr sz="1800" b="1">
                <a:solidFill>
                  <a:srgbClr val="337568"/>
                </a:solidFill>
                <a:latin typeface="Yu Gothic"/>
                <a:ea typeface="Yu Gothic"/>
                <a:cs typeface="Yu Gothic"/>
              </a:defRPr>
            </a:lvl7pPr>
            <a:lvl8pPr>
              <a:buNone/>
              <a:defRPr sz="1800" b="1">
                <a:solidFill>
                  <a:srgbClr val="337568"/>
                </a:solidFill>
                <a:latin typeface="Yu Gothic"/>
                <a:ea typeface="Yu Gothic"/>
                <a:cs typeface="Yu Gothic"/>
              </a:defRPr>
            </a:lvl8pPr>
            <a:lvl9pPr>
              <a:buNone/>
              <a:defRPr sz="1800" b="1">
                <a:solidFill>
                  <a:srgbClr val="337568"/>
                </a:solidFill>
                <a:latin typeface="Yu Gothic"/>
                <a:ea typeface="Yu Gothic"/>
                <a:cs typeface="Yu Gothic"/>
              </a:defRPr>
            </a:lvl9pPr>
          </a:lstStyle>
          <a:p xmlns:a="http://schemas.openxmlformats.org/drawingml/2006/main">
            <a:pPr>
              <a:buNone/>
              <a:defRPr sz="1800" b="1">
                <a:solidFill>
                  <a:srgbClr val="337568"/>
                </a:solidFill>
                <a:latin typeface="Yu Gothic"/>
                <a:ea typeface="Yu Gothic"/>
                <a:cs typeface="Yu Gothic"/>
              </a:defRPr>
            </a:pPr>
            <a:r>
              <a:rPr sz="1800" b="1">
                <a:solidFill>
                  <a:srgbClr val="337568"/>
                </a:solidFill>
                <a:latin typeface="Yu Gothic"/>
                <a:ea typeface="Yu Gothic"/>
                <a:cs typeface="Yu Gothic"/>
              </a:rPr>
              <a:t>考える時間の目安：180秒／必要に応じて一時停止</a:t>
            </a:r>
          </a:p>
        </p:txBody>
      </p:sp>
      <p:sp>
        <p:nvSpPr>
          <p:cNvPr id="8" name="">
            <a:extLst xmlns:a="http://schemas.openxmlformats.org/drawingml/2006/main">
              <a:ext uri="{FF2B5EF4-FFF2-40B4-BE49-F238E27FC236}">
                <a16:creationId xmlns:a16="http://schemas.microsoft.com/office/drawing/2014/main" id="{13CDD1E2-6055-4DE7-8C9D-9294CB7270BB}"/>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9" name="">
            <a:extLst xmlns:a="http://schemas.openxmlformats.org/drawingml/2006/main">
              <a:ext uri="{FF2B5EF4-FFF2-40B4-BE49-F238E27FC236}">
                <a16:creationId xmlns:a16="http://schemas.microsoft.com/office/drawing/2014/main" id="{01BA224D-9DBC-4B43-B2E4-E27EDD66FED4}"/>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19 / 38</a:t>
            </a:r>
          </a:p>
        </p:txBody>
      </p:sp>
    </p:spTree>
    <p:extLst>
      <p:ext uri="{BB962C8B-B14F-4D97-AF65-F5344CB8AC3E}">
        <p14:creationId xmlns:p14="http://schemas.microsoft.com/office/powerpoint/2010/main" val="118143465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55613A-83A4-4757-A15B-D72C8BAFAC63}"/>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理由の例と、足りない情報</a:t>
            </a:r>
          </a:p>
        </p:txBody>
      </p:sp>
      <p:sp>
        <p:nvSpPr>
          <p:cNvPr id="2" name="">
            <a:extLst xmlns:a="http://schemas.openxmlformats.org/drawingml/2006/main">
              <a:ext uri="{FF2B5EF4-FFF2-40B4-BE49-F238E27FC236}">
                <a16:creationId xmlns:a16="http://schemas.microsoft.com/office/drawing/2014/main" id="{DC279080-E248-42F0-B25F-FB781A0980A7}"/>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F28A907-60E7-424E-A931-5F532178924B}"/>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例：教室内・修理できる棚板</a:t>
            </a:r>
          </a:p>
        </p:txBody>
      </p:sp>
      <p:sp>
        <p:nvSpPr>
          <p:cNvPr id="4" name="">
            <a:extLst xmlns:a="http://schemas.openxmlformats.org/drawingml/2006/main">
              <a:ext uri="{FF2B5EF4-FFF2-40B4-BE49-F238E27FC236}">
                <a16:creationId xmlns:a16="http://schemas.microsoft.com/office/drawing/2014/main" id="{B4710804-8C04-4885-B8A2-1A12C4FB7409}"/>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加工設備と寸法の条件から木材を候補に</a:t>
            </a:r>
          </a:p>
        </p:txBody>
      </p:sp>
      <p:sp>
        <p:nvSpPr>
          <p:cNvPr id="5" name="">
            <a:extLst xmlns:a="http://schemas.openxmlformats.org/drawingml/2006/main">
              <a:ext uri="{FF2B5EF4-FFF2-40B4-BE49-F238E27FC236}">
                <a16:creationId xmlns:a16="http://schemas.microsoft.com/office/drawing/2014/main" id="{8C72E8EC-6698-427F-8C62-D7E1EAB952B2}"/>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水分・接合・たわみの確認は残る</a:t>
            </a:r>
          </a:p>
        </p:txBody>
      </p:sp>
      <p:sp>
        <p:nvSpPr>
          <p:cNvPr id="6" name="">
            <a:extLst xmlns:a="http://schemas.openxmlformats.org/drawingml/2006/main">
              <a:ext uri="{FF2B5EF4-FFF2-40B4-BE49-F238E27FC236}">
                <a16:creationId xmlns:a16="http://schemas.microsoft.com/office/drawing/2014/main" id="{B7F04298-6068-45CF-AA40-80C811740CF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7" name="">
            <a:extLst xmlns:a="http://schemas.openxmlformats.org/drawingml/2006/main">
              <a:ext uri="{FF2B5EF4-FFF2-40B4-BE49-F238E27FC236}">
                <a16:creationId xmlns:a16="http://schemas.microsoft.com/office/drawing/2014/main" id="{DBA6356B-732A-4E1B-AFB5-569B48E5FBA2}"/>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20 / 38</a:t>
            </a:r>
          </a:p>
        </p:txBody>
      </p:sp>
    </p:spTree>
    <p:extLst>
      <p:ext uri="{BB962C8B-B14F-4D97-AF65-F5344CB8AC3E}">
        <p14:creationId xmlns:p14="http://schemas.microsoft.com/office/powerpoint/2010/main" val="174064823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2BBDF84-457D-437D-A592-C6E372D28609}"/>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形や支え方も選択できる</a:t>
            </a:r>
          </a:p>
        </p:txBody>
      </p:sp>
      <p:sp>
        <p:nvSpPr>
          <p:cNvPr id="2" name="">
            <a:extLst xmlns:a="http://schemas.openxmlformats.org/drawingml/2006/main">
              <a:ext uri="{FF2B5EF4-FFF2-40B4-BE49-F238E27FC236}">
                <a16:creationId xmlns:a16="http://schemas.microsoft.com/office/drawing/2014/main" id="{43D3AB08-8398-4325-BA9E-34AA9B91448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28528C6-7575-417A-8F49-A3D25720C41E}"/>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板を厚くする</a:t>
            </a:r>
          </a:p>
        </p:txBody>
      </p:sp>
      <p:sp>
        <p:nvSpPr>
          <p:cNvPr id="4" name="">
            <a:extLst xmlns:a="http://schemas.openxmlformats.org/drawingml/2006/main">
              <a:ext uri="{FF2B5EF4-FFF2-40B4-BE49-F238E27FC236}">
                <a16:creationId xmlns:a16="http://schemas.microsoft.com/office/drawing/2014/main" id="{D82621FD-9D3A-4294-97A4-E7850FAFE5CC}"/>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荷重方向の高さを増やす</a:t>
            </a:r>
          </a:p>
        </p:txBody>
      </p:sp>
      <p:sp>
        <p:nvSpPr>
          <p:cNvPr id="5" name="">
            <a:extLst xmlns:a="http://schemas.openxmlformats.org/drawingml/2006/main">
              <a:ext uri="{FF2B5EF4-FFF2-40B4-BE49-F238E27FC236}">
                <a16:creationId xmlns:a16="http://schemas.microsoft.com/office/drawing/2014/main" id="{4A8122D8-881D-40B1-861C-C702E7104620}"/>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支える間隔を短くする</a:t>
            </a:r>
          </a:p>
        </p:txBody>
      </p:sp>
      <p:sp>
        <p:nvSpPr>
          <p:cNvPr id="6" name="">
            <a:extLst xmlns:a="http://schemas.openxmlformats.org/drawingml/2006/main">
              <a:ext uri="{FF2B5EF4-FFF2-40B4-BE49-F238E27FC236}">
                <a16:creationId xmlns:a16="http://schemas.microsoft.com/office/drawing/2014/main" id="{FC25CDCB-0D63-41E3-96D7-6ACBB3FB0034}"/>
              </a:ext>
            </a:extLst>
          </p:cNvPr>
          <p:cNvSpPr>
            <a:spLocks xmlns:a="http://schemas.openxmlformats.org/drawingml/2006/main" noGrp="1"/>
          </p:cNvSpPr>
          <p:nvPr/>
        </p:nvSpPr>
        <p:spPr>
          <a:xfrm xmlns:a="http://schemas.openxmlformats.org/drawingml/2006/main">
            <a:off x="809625" y="4524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補強や接合部を見直す</a:t>
            </a:r>
          </a:p>
        </p:txBody>
      </p:sp>
      <p:sp>
        <p:nvSpPr>
          <p:cNvPr id="7" name="">
            <a:extLst xmlns:a="http://schemas.openxmlformats.org/drawingml/2006/main">
              <a:ext uri="{FF2B5EF4-FFF2-40B4-BE49-F238E27FC236}">
                <a16:creationId xmlns:a16="http://schemas.microsoft.com/office/drawing/2014/main" id="{066705C7-F892-4E3E-9322-F5B1CE93F2AA}"/>
              </a:ext>
            </a:extLst>
          </p:cNvPr>
          <p:cNvSpPr>
            <a:spLocks xmlns:a="http://schemas.openxmlformats.org/drawingml/2006/main" noGrp="1"/>
          </p:cNvSpPr>
          <p:nvPr/>
        </p:nvSpPr>
        <p:spPr>
          <a:xfrm xmlns:a="http://schemas.openxmlformats.org/drawingml/2006/main">
            <a:off x="7334250" y="2667000"/>
            <a:ext cx="2381250" cy="190500"/>
          </a:xfrm>
          <a:prstGeom xmlns:a="http://schemas.openxmlformats.org/drawingml/2006/main" prst="rect">
            <a:avLst/>
          </a:prstGeom>
          <a:solidFill xmlns:a="http://schemas.openxmlformats.org/drawingml/2006/main">
            <a:srgbClr val="B99A7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D2CFE0B-C28A-446C-91A9-51C1F5BB3D30}"/>
              </a:ext>
            </a:extLst>
          </p:cNvPr>
          <p:cNvSpPr>
            <a:spLocks xmlns:a="http://schemas.openxmlformats.org/drawingml/2006/main" noGrp="1"/>
          </p:cNvSpPr>
          <p:nvPr/>
        </p:nvSpPr>
        <p:spPr>
          <a:xfrm xmlns:a="http://schemas.openxmlformats.org/drawingml/2006/main">
            <a:off x="8191500" y="3333750"/>
            <a:ext cx="190500" cy="2381250"/>
          </a:xfrm>
          <a:prstGeom xmlns:a="http://schemas.openxmlformats.org/drawingml/2006/main" prst="rect">
            <a:avLst/>
          </a:prstGeom>
          <a:solidFill xmlns:a="http://schemas.openxmlformats.org/drawingml/2006/main">
            <a:srgbClr val="B99A7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37F7577-7609-4797-AD9B-8EF471738FBE}"/>
              </a:ext>
            </a:extLst>
          </p:cNvPr>
          <p:cNvSpPr>
            <a:spLocks xmlns:a="http://schemas.openxmlformats.org/drawingml/2006/main" noGrp="1"/>
          </p:cNvSpPr>
          <p:nvPr/>
        </p:nvSpPr>
        <p:spPr>
          <a:xfrm xmlns:a="http://schemas.openxmlformats.org/drawingml/2006/main">
            <a:off x="6858000" y="19526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43845"/>
                </a:solidFill>
                <a:latin typeface="Yu Gothic"/>
                <a:ea typeface="Yu Gothic"/>
                <a:cs typeface="Yu Gothic"/>
              </a:defRPr>
            </a:defPPr>
            <a:lvl1pPr>
              <a:buNone/>
              <a:defRPr sz="2100" b="1">
                <a:solidFill>
                  <a:srgbClr val="243845"/>
                </a:solidFill>
                <a:latin typeface="Yu Gothic"/>
                <a:ea typeface="Yu Gothic"/>
                <a:cs typeface="Yu Gothic"/>
              </a:defRPr>
            </a:lvl1pPr>
            <a:lvl2pPr>
              <a:buNone/>
              <a:defRPr sz="2100" b="1">
                <a:solidFill>
                  <a:srgbClr val="243845"/>
                </a:solidFill>
                <a:latin typeface="Yu Gothic"/>
                <a:ea typeface="Yu Gothic"/>
                <a:cs typeface="Yu Gothic"/>
              </a:defRPr>
            </a:lvl2pPr>
            <a:lvl3pPr>
              <a:buNone/>
              <a:defRPr sz="2100" b="1">
                <a:solidFill>
                  <a:srgbClr val="243845"/>
                </a:solidFill>
                <a:latin typeface="Yu Gothic"/>
                <a:ea typeface="Yu Gothic"/>
                <a:cs typeface="Yu Gothic"/>
              </a:defRPr>
            </a:lvl3pPr>
            <a:lvl4pPr>
              <a:buNone/>
              <a:defRPr sz="2100" b="1">
                <a:solidFill>
                  <a:srgbClr val="243845"/>
                </a:solidFill>
                <a:latin typeface="Yu Gothic"/>
                <a:ea typeface="Yu Gothic"/>
                <a:cs typeface="Yu Gothic"/>
              </a:defRPr>
            </a:lvl4pPr>
            <a:lvl5pPr>
              <a:buNone/>
              <a:defRPr sz="2100" b="1">
                <a:solidFill>
                  <a:srgbClr val="243845"/>
                </a:solidFill>
                <a:latin typeface="Yu Gothic"/>
                <a:ea typeface="Yu Gothic"/>
                <a:cs typeface="Yu Gothic"/>
              </a:defRPr>
            </a:lvl5pPr>
            <a:lvl6pPr>
              <a:buNone/>
              <a:defRPr sz="2100" b="1">
                <a:solidFill>
                  <a:srgbClr val="243845"/>
                </a:solidFill>
                <a:latin typeface="Yu Gothic"/>
                <a:ea typeface="Yu Gothic"/>
                <a:cs typeface="Yu Gothic"/>
              </a:defRPr>
            </a:lvl6pPr>
            <a:lvl7pPr>
              <a:buNone/>
              <a:defRPr sz="2100" b="1">
                <a:solidFill>
                  <a:srgbClr val="243845"/>
                </a:solidFill>
                <a:latin typeface="Yu Gothic"/>
                <a:ea typeface="Yu Gothic"/>
                <a:cs typeface="Yu Gothic"/>
              </a:defRPr>
            </a:lvl7pPr>
            <a:lvl8pPr>
              <a:buNone/>
              <a:defRPr sz="2100" b="1">
                <a:solidFill>
                  <a:srgbClr val="243845"/>
                </a:solidFill>
                <a:latin typeface="Yu Gothic"/>
                <a:ea typeface="Yu Gothic"/>
                <a:cs typeface="Yu Gothic"/>
              </a:defRPr>
            </a:lvl8pPr>
            <a:lvl9pPr>
              <a:buNone/>
              <a:defRPr sz="2100" b="1">
                <a:solidFill>
                  <a:srgbClr val="243845"/>
                </a:solidFill>
                <a:latin typeface="Yu Gothic"/>
                <a:ea typeface="Yu Gothic"/>
                <a:cs typeface="Yu Gothic"/>
              </a:defRPr>
            </a:lvl9pPr>
          </a:lstStyle>
          <a:p xmlns:a="http://schemas.openxmlformats.org/drawingml/2006/main">
            <a:pPr>
              <a:buNone/>
              <a:defRPr sz="2100" b="1">
                <a:solidFill>
                  <a:srgbClr val="243845"/>
                </a:solidFill>
                <a:latin typeface="Yu Gothic"/>
                <a:ea typeface="Yu Gothic"/>
                <a:cs typeface="Yu Gothic"/>
              </a:defRPr>
            </a:pPr>
            <a:r>
              <a:rPr sz="2100" b="1">
                <a:solidFill>
                  <a:srgbClr val="243845"/>
                </a:solidFill>
                <a:latin typeface="Yu Gothic"/>
                <a:ea typeface="Yu Gothic"/>
                <a:cs typeface="Yu Gothic"/>
              </a:rPr>
              <a:t>同じ板の向きを変える</a:t>
            </a:r>
          </a:p>
        </p:txBody>
      </p:sp>
      <p:sp>
        <p:nvSpPr>
          <p:cNvPr id="10" name="">
            <a:extLst xmlns:a="http://schemas.openxmlformats.org/drawingml/2006/main">
              <a:ext uri="{FF2B5EF4-FFF2-40B4-BE49-F238E27FC236}">
                <a16:creationId xmlns:a16="http://schemas.microsoft.com/office/drawing/2014/main" id="{8973C1AD-0E17-4923-8917-2480FCA36FB2}"/>
              </a:ext>
            </a:extLst>
          </p:cNvPr>
          <p:cNvSpPr>
            <a:spLocks xmlns:a="http://schemas.openxmlformats.org/drawingml/2006/main" noGrp="1"/>
          </p:cNvSpPr>
          <p:nvPr/>
        </p:nvSpPr>
        <p:spPr>
          <a:xfrm xmlns:a="http://schemas.openxmlformats.org/drawingml/2006/main">
            <a:off x="6905625" y="581025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A6C9B"/>
                </a:solidFill>
                <a:latin typeface="Yu Gothic"/>
                <a:ea typeface="Yu Gothic"/>
                <a:cs typeface="Yu Gothic"/>
              </a:defRPr>
            </a:defPPr>
            <a:lvl1pPr>
              <a:buNone/>
              <a:defRPr sz="2025" b="0">
                <a:solidFill>
                  <a:srgbClr val="2A6C9B"/>
                </a:solidFill>
                <a:latin typeface="Yu Gothic"/>
                <a:ea typeface="Yu Gothic"/>
                <a:cs typeface="Yu Gothic"/>
              </a:defRPr>
            </a:lvl1pPr>
            <a:lvl2pPr>
              <a:buNone/>
              <a:defRPr sz="2025" b="0">
                <a:solidFill>
                  <a:srgbClr val="2A6C9B"/>
                </a:solidFill>
                <a:latin typeface="Yu Gothic"/>
                <a:ea typeface="Yu Gothic"/>
                <a:cs typeface="Yu Gothic"/>
              </a:defRPr>
            </a:lvl2pPr>
            <a:lvl3pPr>
              <a:buNone/>
              <a:defRPr sz="2025" b="0">
                <a:solidFill>
                  <a:srgbClr val="2A6C9B"/>
                </a:solidFill>
                <a:latin typeface="Yu Gothic"/>
                <a:ea typeface="Yu Gothic"/>
                <a:cs typeface="Yu Gothic"/>
              </a:defRPr>
            </a:lvl3pPr>
            <a:lvl4pPr>
              <a:buNone/>
              <a:defRPr sz="2025" b="0">
                <a:solidFill>
                  <a:srgbClr val="2A6C9B"/>
                </a:solidFill>
                <a:latin typeface="Yu Gothic"/>
                <a:ea typeface="Yu Gothic"/>
                <a:cs typeface="Yu Gothic"/>
              </a:defRPr>
            </a:lvl4pPr>
            <a:lvl5pPr>
              <a:buNone/>
              <a:defRPr sz="2025" b="0">
                <a:solidFill>
                  <a:srgbClr val="2A6C9B"/>
                </a:solidFill>
                <a:latin typeface="Yu Gothic"/>
                <a:ea typeface="Yu Gothic"/>
                <a:cs typeface="Yu Gothic"/>
              </a:defRPr>
            </a:lvl5pPr>
            <a:lvl6pPr>
              <a:buNone/>
              <a:defRPr sz="2025" b="0">
                <a:solidFill>
                  <a:srgbClr val="2A6C9B"/>
                </a:solidFill>
                <a:latin typeface="Yu Gothic"/>
                <a:ea typeface="Yu Gothic"/>
                <a:cs typeface="Yu Gothic"/>
              </a:defRPr>
            </a:lvl6pPr>
            <a:lvl7pPr>
              <a:buNone/>
              <a:defRPr sz="2025" b="0">
                <a:solidFill>
                  <a:srgbClr val="2A6C9B"/>
                </a:solidFill>
                <a:latin typeface="Yu Gothic"/>
                <a:ea typeface="Yu Gothic"/>
                <a:cs typeface="Yu Gothic"/>
              </a:defRPr>
            </a:lvl7pPr>
            <a:lvl8pPr>
              <a:buNone/>
              <a:defRPr sz="2025" b="0">
                <a:solidFill>
                  <a:srgbClr val="2A6C9B"/>
                </a:solidFill>
                <a:latin typeface="Yu Gothic"/>
                <a:ea typeface="Yu Gothic"/>
                <a:cs typeface="Yu Gothic"/>
              </a:defRPr>
            </a:lvl8pPr>
            <a:lvl9pPr>
              <a:buNone/>
              <a:defRPr sz="2025" b="0">
                <a:solidFill>
                  <a:srgbClr val="2A6C9B"/>
                </a:solidFill>
                <a:latin typeface="Yu Gothic"/>
                <a:ea typeface="Yu Gothic"/>
                <a:cs typeface="Yu Gothic"/>
              </a:defRPr>
            </a:lvl9pPr>
          </a:lstStyle>
          <a:p xmlns:a="http://schemas.openxmlformats.org/drawingml/2006/main">
            <a:pPr>
              <a:buNone/>
              <a:defRPr sz="2025" b="0">
                <a:solidFill>
                  <a:srgbClr val="2A6C9B"/>
                </a:solidFill>
                <a:latin typeface="Yu Gothic"/>
                <a:ea typeface="Yu Gothic"/>
                <a:cs typeface="Yu Gothic"/>
              </a:defRPr>
            </a:pPr>
            <a:r>
              <a:rPr sz="2025" b="0">
                <a:solidFill>
                  <a:srgbClr val="2A6C9B"/>
                </a:solidFill>
                <a:latin typeface="Yu Gothic"/>
                <a:ea typeface="Yu Gothic"/>
                <a:cs typeface="Yu Gothic"/>
              </a:rPr>
              <a:t>材質の性質は変わらない</a:t>
            </a:r>
          </a:p>
        </p:txBody>
      </p:sp>
      <p:sp>
        <p:nvSpPr>
          <p:cNvPr id="11" name="">
            <a:extLst xmlns:a="http://schemas.openxmlformats.org/drawingml/2006/main">
              <a:ext uri="{FF2B5EF4-FFF2-40B4-BE49-F238E27FC236}">
                <a16:creationId xmlns:a16="http://schemas.microsoft.com/office/drawing/2014/main" id="{C20921FD-BAA6-4960-BC37-232E2B395236}"/>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2" name="">
            <a:extLst xmlns:a="http://schemas.openxmlformats.org/drawingml/2006/main">
              <a:ext uri="{FF2B5EF4-FFF2-40B4-BE49-F238E27FC236}">
                <a16:creationId xmlns:a16="http://schemas.microsoft.com/office/drawing/2014/main" id="{F509C41C-A911-4AA6-BAE9-4469905EA97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21 / 38</a:t>
            </a:r>
          </a:p>
        </p:txBody>
      </p:sp>
    </p:spTree>
    <p:extLst>
      <p:ext uri="{BB962C8B-B14F-4D97-AF65-F5344CB8AC3E}">
        <p14:creationId xmlns:p14="http://schemas.microsoft.com/office/powerpoint/2010/main" val="202109944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9B957D6-2A66-42A6-8718-7368F91B3C2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865CF8A2-BBBC-425F-A990-B66749E41A5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AA02CCA-5BDA-420A-B5C0-E30F144F9447}"/>
              </a:ext>
            </a:extLst>
          </p:cNvPr>
          <p:cNvSpPr>
            <a:spLocks xmlns:a="http://schemas.openxmlformats.org/drawingml/2006/main" noGrp="1"/>
          </p:cNvSpPr>
          <p:nvPr/>
        </p:nvSpPr>
        <p:spPr>
          <a:xfrm xmlns:a="http://schemas.openxmlformats.org/drawingml/2006/main">
            <a:off x="904875" y="17621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A6C9B"/>
                </a:solidFill>
                <a:latin typeface="Yu Gothic"/>
                <a:ea typeface="Yu Gothic"/>
                <a:cs typeface="Yu Gothic"/>
              </a:defRPr>
            </a:defPPr>
            <a:lvl1pPr>
              <a:buNone/>
              <a:defRPr sz="2400" b="1">
                <a:solidFill>
                  <a:srgbClr val="2A6C9B"/>
                </a:solidFill>
                <a:latin typeface="Yu Gothic"/>
                <a:ea typeface="Yu Gothic"/>
                <a:cs typeface="Yu Gothic"/>
              </a:defRPr>
            </a:lvl1pPr>
            <a:lvl2pPr>
              <a:buNone/>
              <a:defRPr sz="2400" b="1">
                <a:solidFill>
                  <a:srgbClr val="2A6C9B"/>
                </a:solidFill>
                <a:latin typeface="Yu Gothic"/>
                <a:ea typeface="Yu Gothic"/>
                <a:cs typeface="Yu Gothic"/>
              </a:defRPr>
            </a:lvl2pPr>
            <a:lvl3pPr>
              <a:buNone/>
              <a:defRPr sz="2400" b="1">
                <a:solidFill>
                  <a:srgbClr val="2A6C9B"/>
                </a:solidFill>
                <a:latin typeface="Yu Gothic"/>
                <a:ea typeface="Yu Gothic"/>
                <a:cs typeface="Yu Gothic"/>
              </a:defRPr>
            </a:lvl3pPr>
            <a:lvl4pPr>
              <a:buNone/>
              <a:defRPr sz="2400" b="1">
                <a:solidFill>
                  <a:srgbClr val="2A6C9B"/>
                </a:solidFill>
                <a:latin typeface="Yu Gothic"/>
                <a:ea typeface="Yu Gothic"/>
                <a:cs typeface="Yu Gothic"/>
              </a:defRPr>
            </a:lvl4pPr>
            <a:lvl5pPr>
              <a:buNone/>
              <a:defRPr sz="2400" b="1">
                <a:solidFill>
                  <a:srgbClr val="2A6C9B"/>
                </a:solidFill>
                <a:latin typeface="Yu Gothic"/>
                <a:ea typeface="Yu Gothic"/>
                <a:cs typeface="Yu Gothic"/>
              </a:defRPr>
            </a:lvl5pPr>
            <a:lvl6pPr>
              <a:buNone/>
              <a:defRPr sz="2400" b="1">
                <a:solidFill>
                  <a:srgbClr val="2A6C9B"/>
                </a:solidFill>
                <a:latin typeface="Yu Gothic"/>
                <a:ea typeface="Yu Gothic"/>
                <a:cs typeface="Yu Gothic"/>
              </a:defRPr>
            </a:lvl6pPr>
            <a:lvl7pPr>
              <a:buNone/>
              <a:defRPr sz="2400" b="1">
                <a:solidFill>
                  <a:srgbClr val="2A6C9B"/>
                </a:solidFill>
                <a:latin typeface="Yu Gothic"/>
                <a:ea typeface="Yu Gothic"/>
                <a:cs typeface="Yu Gothic"/>
              </a:defRPr>
            </a:lvl7pPr>
            <a:lvl8pPr>
              <a:buNone/>
              <a:defRPr sz="2400" b="1">
                <a:solidFill>
                  <a:srgbClr val="2A6C9B"/>
                </a:solidFill>
                <a:latin typeface="Yu Gothic"/>
                <a:ea typeface="Yu Gothic"/>
                <a:cs typeface="Yu Gothic"/>
              </a:defRPr>
            </a:lvl8pPr>
            <a:lvl9pPr>
              <a:buNone/>
              <a:defRPr sz="2400" b="1">
                <a:solidFill>
                  <a:srgbClr val="2A6C9B"/>
                </a:solidFill>
                <a:latin typeface="Yu Gothic"/>
                <a:ea typeface="Yu Gothic"/>
                <a:cs typeface="Yu Gothic"/>
              </a:defRPr>
            </a:lvl9pPr>
          </a:lstStyle>
          <a:p xmlns:a="http://schemas.openxmlformats.org/drawingml/2006/main">
            <a:pPr>
              <a:buNone/>
              <a:defRPr sz="2400" b="1">
                <a:solidFill>
                  <a:srgbClr val="2A6C9B"/>
                </a:solidFill>
                <a:latin typeface="Yu Gothic"/>
                <a:ea typeface="Yu Gothic"/>
                <a:cs typeface="Yu Gothic"/>
              </a:defRPr>
            </a:pPr>
            <a:r>
              <a:rPr sz="2400" b="1">
                <a:solidFill>
                  <a:srgbClr val="2A6C9B"/>
                </a:solidFill>
                <a:latin typeface="Yu Gothic"/>
                <a:ea typeface="Yu Gothic"/>
                <a:cs typeface="Yu Gothic"/>
              </a:rPr>
              <a:t>休憩の目安：60秒</a:t>
            </a:r>
          </a:p>
        </p:txBody>
      </p:sp>
      <p:sp>
        <p:nvSpPr>
          <p:cNvPr id="4" name="">
            <a:extLst xmlns:a="http://schemas.openxmlformats.org/drawingml/2006/main">
              <a:ext uri="{FF2B5EF4-FFF2-40B4-BE49-F238E27FC236}">
                <a16:creationId xmlns:a16="http://schemas.microsoft.com/office/drawing/2014/main" id="{BA6706A6-F874-475F-8CF6-385B4B49D6B2}"/>
              </a:ext>
            </a:extLst>
          </p:cNvPr>
          <p:cNvSpPr>
            <a:spLocks xmlns:a="http://schemas.openxmlformats.org/drawingml/2006/main" noGrp="1"/>
          </p:cNvSpPr>
          <p:nvPr/>
        </p:nvSpPr>
        <p:spPr>
          <a:xfrm xmlns:a="http://schemas.openxmlformats.org/drawingml/2006/main">
            <a:off x="904875" y="26384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A6C9B"/>
                </a:solidFill>
                <a:latin typeface="Yu Gothic"/>
                <a:ea typeface="Yu Gothic"/>
                <a:cs typeface="Yu Gothic"/>
              </a:defRPr>
            </a:defPPr>
            <a:lvl1pPr>
              <a:buNone/>
              <a:defRPr sz="2400" b="0">
                <a:solidFill>
                  <a:srgbClr val="2A6C9B"/>
                </a:solidFill>
                <a:latin typeface="Yu Gothic"/>
                <a:ea typeface="Yu Gothic"/>
                <a:cs typeface="Yu Gothic"/>
              </a:defRPr>
            </a:lvl1pPr>
            <a:lvl2pPr>
              <a:buNone/>
              <a:defRPr sz="2400" b="0">
                <a:solidFill>
                  <a:srgbClr val="2A6C9B"/>
                </a:solidFill>
                <a:latin typeface="Yu Gothic"/>
                <a:ea typeface="Yu Gothic"/>
                <a:cs typeface="Yu Gothic"/>
              </a:defRPr>
            </a:lvl2pPr>
            <a:lvl3pPr>
              <a:buNone/>
              <a:defRPr sz="2400" b="0">
                <a:solidFill>
                  <a:srgbClr val="2A6C9B"/>
                </a:solidFill>
                <a:latin typeface="Yu Gothic"/>
                <a:ea typeface="Yu Gothic"/>
                <a:cs typeface="Yu Gothic"/>
              </a:defRPr>
            </a:lvl3pPr>
            <a:lvl4pPr>
              <a:buNone/>
              <a:defRPr sz="2400" b="0">
                <a:solidFill>
                  <a:srgbClr val="2A6C9B"/>
                </a:solidFill>
                <a:latin typeface="Yu Gothic"/>
                <a:ea typeface="Yu Gothic"/>
                <a:cs typeface="Yu Gothic"/>
              </a:defRPr>
            </a:lvl4pPr>
            <a:lvl5pPr>
              <a:buNone/>
              <a:defRPr sz="2400" b="0">
                <a:solidFill>
                  <a:srgbClr val="2A6C9B"/>
                </a:solidFill>
                <a:latin typeface="Yu Gothic"/>
                <a:ea typeface="Yu Gothic"/>
                <a:cs typeface="Yu Gothic"/>
              </a:defRPr>
            </a:lvl5pPr>
            <a:lvl6pPr>
              <a:buNone/>
              <a:defRPr sz="2400" b="0">
                <a:solidFill>
                  <a:srgbClr val="2A6C9B"/>
                </a:solidFill>
                <a:latin typeface="Yu Gothic"/>
                <a:ea typeface="Yu Gothic"/>
                <a:cs typeface="Yu Gothic"/>
              </a:defRPr>
            </a:lvl6pPr>
            <a:lvl7pPr>
              <a:buNone/>
              <a:defRPr sz="2400" b="0">
                <a:solidFill>
                  <a:srgbClr val="2A6C9B"/>
                </a:solidFill>
                <a:latin typeface="Yu Gothic"/>
                <a:ea typeface="Yu Gothic"/>
                <a:cs typeface="Yu Gothic"/>
              </a:defRPr>
            </a:lvl7pPr>
            <a:lvl8pPr>
              <a:buNone/>
              <a:defRPr sz="2400" b="0">
                <a:solidFill>
                  <a:srgbClr val="2A6C9B"/>
                </a:solidFill>
                <a:latin typeface="Yu Gothic"/>
                <a:ea typeface="Yu Gothic"/>
                <a:cs typeface="Yu Gothic"/>
              </a:defRPr>
            </a:lvl8pPr>
            <a:lvl9pPr>
              <a:buNone/>
              <a:defRPr sz="2400" b="0">
                <a:solidFill>
                  <a:srgbClr val="2A6C9B"/>
                </a:solidFill>
                <a:latin typeface="Yu Gothic"/>
                <a:ea typeface="Yu Gothic"/>
                <a:cs typeface="Yu Gothic"/>
              </a:defRPr>
            </a:lvl9pPr>
          </a:lstStyle>
          <a:p xmlns:a="http://schemas.openxmlformats.org/drawingml/2006/main">
            <a:pPr>
              <a:buNone/>
              <a:defRPr sz="2400" b="0">
                <a:solidFill>
                  <a:srgbClr val="2A6C9B"/>
                </a:solidFill>
                <a:latin typeface="Yu Gothic"/>
                <a:ea typeface="Yu Gothic"/>
                <a:cs typeface="Yu Gothic"/>
              </a:defRPr>
            </a:pPr>
            <a:r>
              <a:rPr sz="2400" b="0">
                <a:solidFill>
                  <a:srgbClr val="2A6C9B"/>
                </a:solidFill>
                <a:latin typeface="Yu Gothic"/>
                <a:ea typeface="Yu Gothic"/>
                <a:cs typeface="Yu Gothic"/>
              </a:rPr>
              <a:t>再開後：栽培を支える容器と支持具</a:t>
            </a:r>
          </a:p>
        </p:txBody>
      </p:sp>
      <p:sp>
        <p:nvSpPr>
          <p:cNvPr id="5" name="">
            <a:extLst xmlns:a="http://schemas.openxmlformats.org/drawingml/2006/main">
              <a:ext uri="{FF2B5EF4-FFF2-40B4-BE49-F238E27FC236}">
                <a16:creationId xmlns:a16="http://schemas.microsoft.com/office/drawing/2014/main" id="{A97D2EFB-D705-45F2-8BFB-F1F970C781BA}"/>
              </a:ext>
            </a:extLst>
          </p:cNvPr>
          <p:cNvSpPr>
            <a:spLocks xmlns:a="http://schemas.openxmlformats.org/drawingml/2006/main" noGrp="1"/>
          </p:cNvSpPr>
          <p:nvPr/>
        </p:nvSpPr>
        <p:spPr>
          <a:xfrm xmlns:a="http://schemas.openxmlformats.org/drawingml/2006/main">
            <a:off x="904875" y="35147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A6C9B"/>
                </a:solidFill>
                <a:latin typeface="Yu Gothic"/>
                <a:ea typeface="Yu Gothic"/>
                <a:cs typeface="Yu Gothic"/>
              </a:defRPr>
            </a:defPPr>
            <a:lvl1pPr>
              <a:buNone/>
              <a:defRPr sz="2400" b="0">
                <a:solidFill>
                  <a:srgbClr val="2A6C9B"/>
                </a:solidFill>
                <a:latin typeface="Yu Gothic"/>
                <a:ea typeface="Yu Gothic"/>
                <a:cs typeface="Yu Gothic"/>
              </a:defRPr>
            </a:lvl1pPr>
            <a:lvl2pPr>
              <a:buNone/>
              <a:defRPr sz="2400" b="0">
                <a:solidFill>
                  <a:srgbClr val="2A6C9B"/>
                </a:solidFill>
                <a:latin typeface="Yu Gothic"/>
                <a:ea typeface="Yu Gothic"/>
                <a:cs typeface="Yu Gothic"/>
              </a:defRPr>
            </a:lvl2pPr>
            <a:lvl3pPr>
              <a:buNone/>
              <a:defRPr sz="2400" b="0">
                <a:solidFill>
                  <a:srgbClr val="2A6C9B"/>
                </a:solidFill>
                <a:latin typeface="Yu Gothic"/>
                <a:ea typeface="Yu Gothic"/>
                <a:cs typeface="Yu Gothic"/>
              </a:defRPr>
            </a:lvl3pPr>
            <a:lvl4pPr>
              <a:buNone/>
              <a:defRPr sz="2400" b="0">
                <a:solidFill>
                  <a:srgbClr val="2A6C9B"/>
                </a:solidFill>
                <a:latin typeface="Yu Gothic"/>
                <a:ea typeface="Yu Gothic"/>
                <a:cs typeface="Yu Gothic"/>
              </a:defRPr>
            </a:lvl4pPr>
            <a:lvl5pPr>
              <a:buNone/>
              <a:defRPr sz="2400" b="0">
                <a:solidFill>
                  <a:srgbClr val="2A6C9B"/>
                </a:solidFill>
                <a:latin typeface="Yu Gothic"/>
                <a:ea typeface="Yu Gothic"/>
                <a:cs typeface="Yu Gothic"/>
              </a:defRPr>
            </a:lvl5pPr>
            <a:lvl6pPr>
              <a:buNone/>
              <a:defRPr sz="2400" b="0">
                <a:solidFill>
                  <a:srgbClr val="2A6C9B"/>
                </a:solidFill>
                <a:latin typeface="Yu Gothic"/>
                <a:ea typeface="Yu Gothic"/>
                <a:cs typeface="Yu Gothic"/>
              </a:defRPr>
            </a:lvl6pPr>
            <a:lvl7pPr>
              <a:buNone/>
              <a:defRPr sz="2400" b="0">
                <a:solidFill>
                  <a:srgbClr val="2A6C9B"/>
                </a:solidFill>
                <a:latin typeface="Yu Gothic"/>
                <a:ea typeface="Yu Gothic"/>
                <a:cs typeface="Yu Gothic"/>
              </a:defRPr>
            </a:lvl7pPr>
            <a:lvl8pPr>
              <a:buNone/>
              <a:defRPr sz="2400" b="0">
                <a:solidFill>
                  <a:srgbClr val="2A6C9B"/>
                </a:solidFill>
                <a:latin typeface="Yu Gothic"/>
                <a:ea typeface="Yu Gothic"/>
                <a:cs typeface="Yu Gothic"/>
              </a:defRPr>
            </a:lvl8pPr>
            <a:lvl9pPr>
              <a:buNone/>
              <a:defRPr sz="2400" b="0">
                <a:solidFill>
                  <a:srgbClr val="2A6C9B"/>
                </a:solidFill>
                <a:latin typeface="Yu Gothic"/>
                <a:ea typeface="Yu Gothic"/>
                <a:cs typeface="Yu Gothic"/>
              </a:defRPr>
            </a:lvl9pPr>
          </a:lstStyle>
          <a:p xmlns:a="http://schemas.openxmlformats.org/drawingml/2006/main">
            <a:pPr>
              <a:buNone/>
              <a:defRPr sz="2400" b="0">
                <a:solidFill>
                  <a:srgbClr val="2A6C9B"/>
                </a:solidFill>
                <a:latin typeface="Yu Gothic"/>
                <a:ea typeface="Yu Gothic"/>
                <a:cs typeface="Yu Gothic"/>
              </a:defRPr>
            </a:pPr>
            <a:r>
              <a:rPr sz="2400" b="0">
                <a:solidFill>
                  <a:srgbClr val="2A6C9B"/>
                </a:solidFill>
                <a:latin typeface="Yu Gothic"/>
                <a:ea typeface="Yu Gothic"/>
                <a:cs typeface="Yu Gothic"/>
              </a:rPr>
              <a:t>水・日射・長期使用を条件に加える</a:t>
            </a:r>
          </a:p>
        </p:txBody>
      </p:sp>
      <p:sp>
        <p:nvSpPr>
          <p:cNvPr id="6" name="">
            <a:extLst xmlns:a="http://schemas.openxmlformats.org/drawingml/2006/main">
              <a:ext uri="{FF2B5EF4-FFF2-40B4-BE49-F238E27FC236}">
                <a16:creationId xmlns:a16="http://schemas.microsoft.com/office/drawing/2014/main" id="{A567C343-4984-4E05-94BF-6319A3518151}"/>
              </a:ext>
            </a:extLst>
          </p:cNvPr>
          <p:cNvSpPr>
            <a:spLocks xmlns:a="http://schemas.openxmlformats.org/drawingml/2006/main" noGrp="1"/>
          </p:cNvSpPr>
          <p:nvPr/>
        </p:nvSpPr>
        <p:spPr>
          <a:xfrm xmlns:a="http://schemas.openxmlformats.org/drawingml/2006/main">
            <a:off x="904875"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337568"/>
                </a:solidFill>
                <a:latin typeface="Yu Gothic"/>
                <a:ea typeface="Yu Gothic"/>
                <a:cs typeface="Yu Gothic"/>
              </a:defRPr>
            </a:defPPr>
            <a:lvl1pPr>
              <a:buNone/>
              <a:defRPr sz="1800" b="1">
                <a:solidFill>
                  <a:srgbClr val="337568"/>
                </a:solidFill>
                <a:latin typeface="Yu Gothic"/>
                <a:ea typeface="Yu Gothic"/>
                <a:cs typeface="Yu Gothic"/>
              </a:defRPr>
            </a:lvl1pPr>
            <a:lvl2pPr>
              <a:buNone/>
              <a:defRPr sz="1800" b="1">
                <a:solidFill>
                  <a:srgbClr val="337568"/>
                </a:solidFill>
                <a:latin typeface="Yu Gothic"/>
                <a:ea typeface="Yu Gothic"/>
                <a:cs typeface="Yu Gothic"/>
              </a:defRPr>
            </a:lvl2pPr>
            <a:lvl3pPr>
              <a:buNone/>
              <a:defRPr sz="1800" b="1">
                <a:solidFill>
                  <a:srgbClr val="337568"/>
                </a:solidFill>
                <a:latin typeface="Yu Gothic"/>
                <a:ea typeface="Yu Gothic"/>
                <a:cs typeface="Yu Gothic"/>
              </a:defRPr>
            </a:lvl3pPr>
            <a:lvl4pPr>
              <a:buNone/>
              <a:defRPr sz="1800" b="1">
                <a:solidFill>
                  <a:srgbClr val="337568"/>
                </a:solidFill>
                <a:latin typeface="Yu Gothic"/>
                <a:ea typeface="Yu Gothic"/>
                <a:cs typeface="Yu Gothic"/>
              </a:defRPr>
            </a:lvl4pPr>
            <a:lvl5pPr>
              <a:buNone/>
              <a:defRPr sz="1800" b="1">
                <a:solidFill>
                  <a:srgbClr val="337568"/>
                </a:solidFill>
                <a:latin typeface="Yu Gothic"/>
                <a:ea typeface="Yu Gothic"/>
                <a:cs typeface="Yu Gothic"/>
              </a:defRPr>
            </a:lvl5pPr>
            <a:lvl6pPr>
              <a:buNone/>
              <a:defRPr sz="1800" b="1">
                <a:solidFill>
                  <a:srgbClr val="337568"/>
                </a:solidFill>
                <a:latin typeface="Yu Gothic"/>
                <a:ea typeface="Yu Gothic"/>
                <a:cs typeface="Yu Gothic"/>
              </a:defRPr>
            </a:lvl6pPr>
            <a:lvl7pPr>
              <a:buNone/>
              <a:defRPr sz="1800" b="1">
                <a:solidFill>
                  <a:srgbClr val="337568"/>
                </a:solidFill>
                <a:latin typeface="Yu Gothic"/>
                <a:ea typeface="Yu Gothic"/>
                <a:cs typeface="Yu Gothic"/>
              </a:defRPr>
            </a:lvl7pPr>
            <a:lvl8pPr>
              <a:buNone/>
              <a:defRPr sz="1800" b="1">
                <a:solidFill>
                  <a:srgbClr val="337568"/>
                </a:solidFill>
                <a:latin typeface="Yu Gothic"/>
                <a:ea typeface="Yu Gothic"/>
                <a:cs typeface="Yu Gothic"/>
              </a:defRPr>
            </a:lvl8pPr>
            <a:lvl9pPr>
              <a:buNone/>
              <a:defRPr sz="1800" b="1">
                <a:solidFill>
                  <a:srgbClr val="337568"/>
                </a:solidFill>
                <a:latin typeface="Yu Gothic"/>
                <a:ea typeface="Yu Gothic"/>
                <a:cs typeface="Yu Gothic"/>
              </a:defRPr>
            </a:lvl9pPr>
          </a:lstStyle>
          <a:p xmlns:a="http://schemas.openxmlformats.org/drawingml/2006/main">
            <a:pPr>
              <a:buNone/>
              <a:defRPr sz="1800" b="1">
                <a:solidFill>
                  <a:srgbClr val="337568"/>
                </a:solidFill>
                <a:latin typeface="Yu Gothic"/>
                <a:ea typeface="Yu Gothic"/>
                <a:cs typeface="Yu Gothic"/>
              </a:defRPr>
            </a:pPr>
            <a:r>
              <a:rPr sz="1800" b="1">
                <a:solidFill>
                  <a:srgbClr val="337568"/>
                </a:solidFill>
                <a:latin typeface="Yu Gothic"/>
                <a:ea typeface="Yu Gothic"/>
                <a:cs typeface="Yu Gothic"/>
              </a:rPr>
              <a:t>再開するときは次の画面へ</a:t>
            </a:r>
          </a:p>
        </p:txBody>
      </p:sp>
      <p:sp>
        <p:nvSpPr>
          <p:cNvPr id="7" name="">
            <a:extLst xmlns:a="http://schemas.openxmlformats.org/drawingml/2006/main">
              <a:ext uri="{FF2B5EF4-FFF2-40B4-BE49-F238E27FC236}">
                <a16:creationId xmlns:a16="http://schemas.microsoft.com/office/drawing/2014/main" id="{D6F0BD86-7769-437D-AF0D-169AC30CFDE1}"/>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8" name="">
            <a:extLst xmlns:a="http://schemas.openxmlformats.org/drawingml/2006/main">
              <a:ext uri="{FF2B5EF4-FFF2-40B4-BE49-F238E27FC236}">
                <a16:creationId xmlns:a16="http://schemas.microsoft.com/office/drawing/2014/main" id="{94A47940-605F-40FB-A6F9-9635FC924C28}"/>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22 / 38</a:t>
            </a:r>
          </a:p>
        </p:txBody>
      </p:sp>
    </p:spTree>
    <p:extLst>
      <p:ext uri="{BB962C8B-B14F-4D97-AF65-F5344CB8AC3E}">
        <p14:creationId xmlns:p14="http://schemas.microsoft.com/office/powerpoint/2010/main" val="182417610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8245505-EF50-4BD2-935D-CF454606340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栽培を支える材料</a:t>
            </a:r>
          </a:p>
        </p:txBody>
      </p:sp>
      <p:sp>
        <p:nvSpPr>
          <p:cNvPr id="2" name="">
            <a:extLst xmlns:a="http://schemas.openxmlformats.org/drawingml/2006/main">
              <a:ext uri="{FF2B5EF4-FFF2-40B4-BE49-F238E27FC236}">
                <a16:creationId xmlns:a16="http://schemas.microsoft.com/office/drawing/2014/main" id="{0AF2E076-8D61-4AF1-BD93-BC786D8B41AD}"/>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7D916E7-76E4-4FCD-B3F0-645BECDD15FE}"/>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容器：培地や水を保持する</a:t>
            </a:r>
          </a:p>
        </p:txBody>
      </p:sp>
      <p:sp>
        <p:nvSpPr>
          <p:cNvPr id="4" name="">
            <a:extLst xmlns:a="http://schemas.openxmlformats.org/drawingml/2006/main">
              <a:ext uri="{FF2B5EF4-FFF2-40B4-BE49-F238E27FC236}">
                <a16:creationId xmlns:a16="http://schemas.microsoft.com/office/drawing/2014/main" id="{1578BD84-4342-425F-A474-863C3F932A52}"/>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支柱：植物を支える</a:t>
            </a:r>
          </a:p>
        </p:txBody>
      </p:sp>
      <p:sp>
        <p:nvSpPr>
          <p:cNvPr id="5" name="">
            <a:extLst xmlns:a="http://schemas.openxmlformats.org/drawingml/2006/main">
              <a:ext uri="{FF2B5EF4-FFF2-40B4-BE49-F238E27FC236}">
                <a16:creationId xmlns:a16="http://schemas.microsoft.com/office/drawing/2014/main" id="{65E607C1-1455-4C18-A16A-118342B6E2F9}"/>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架台：容器と荷重を受ける</a:t>
            </a:r>
          </a:p>
        </p:txBody>
      </p:sp>
      <p:sp>
        <p:nvSpPr>
          <p:cNvPr id="6" name="">
            <a:extLst xmlns:a="http://schemas.openxmlformats.org/drawingml/2006/main">
              <a:ext uri="{FF2B5EF4-FFF2-40B4-BE49-F238E27FC236}">
                <a16:creationId xmlns:a16="http://schemas.microsoft.com/office/drawing/2014/main" id="{58D9049E-FC44-482D-ADF2-01BD43772E90}"/>
              </a:ext>
            </a:extLst>
          </p:cNvPr>
          <p:cNvSpPr>
            <a:spLocks xmlns:a="http://schemas.openxmlformats.org/drawingml/2006/main" noGrp="1"/>
          </p:cNvSpPr>
          <p:nvPr/>
        </p:nvSpPr>
        <p:spPr>
          <a:xfrm xmlns:a="http://schemas.openxmlformats.org/drawingml/2006/main">
            <a:off x="809625" y="4524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接合具：部材をつなぐ</a:t>
            </a:r>
          </a:p>
        </p:txBody>
      </p:sp>
      <p:sp>
        <p:nvSpPr>
          <p:cNvPr id="7" name="">
            <a:extLst xmlns:a="http://schemas.openxmlformats.org/drawingml/2006/main">
              <a:ext uri="{FF2B5EF4-FFF2-40B4-BE49-F238E27FC236}">
                <a16:creationId xmlns:a16="http://schemas.microsoft.com/office/drawing/2014/main" id="{E2BB4C2E-8D4B-4683-B27C-07F69F91D69E}"/>
              </a:ext>
            </a:extLst>
          </p:cNvPr>
          <p:cNvSpPr>
            <a:spLocks xmlns:a="http://schemas.openxmlformats.org/drawingml/2006/main" noGrp="1"/>
          </p:cNvSpPr>
          <p:nvPr/>
        </p:nvSpPr>
        <p:spPr>
          <a:xfrm xmlns:a="http://schemas.openxmlformats.org/drawingml/2006/main">
            <a:off x="7334250" y="2857500"/>
            <a:ext cx="3333750" cy="1524000"/>
          </a:xfrm>
          <a:prstGeom xmlns:a="http://schemas.openxmlformats.org/drawingml/2006/main" prst="rect">
            <a:avLst/>
          </a:prstGeom>
          <a:solidFill xmlns:a="http://schemas.openxmlformats.org/drawingml/2006/main">
            <a:srgbClr val="DAE5E0"/>
          </a:solidFill>
          <a:ln xmlns:a="http://schemas.openxmlformats.org/drawingml/2006/main" w="19050">
            <a:solidFill>
              <a:srgbClr val="337568"/>
            </a:solidFill>
          </a:ln>
        </p:spPr>
      </p:sp>
      <p:sp>
        <p:nvSpPr>
          <p:cNvPr id="8" name="">
            <a:extLst xmlns:a="http://schemas.openxmlformats.org/drawingml/2006/main">
              <a:ext uri="{FF2B5EF4-FFF2-40B4-BE49-F238E27FC236}">
                <a16:creationId xmlns:a16="http://schemas.microsoft.com/office/drawing/2014/main" id="{E4A5D141-16B3-460A-92FF-AFE9E1642D26}"/>
              </a:ext>
            </a:extLst>
          </p:cNvPr>
          <p:cNvSpPr>
            <a:spLocks xmlns:a="http://schemas.openxmlformats.org/drawingml/2006/main" noGrp="1"/>
          </p:cNvSpPr>
          <p:nvPr/>
        </p:nvSpPr>
        <p:spPr>
          <a:xfrm xmlns:a="http://schemas.openxmlformats.org/drawingml/2006/main">
            <a:off x="7448550" y="2952750"/>
            <a:ext cx="3105150" cy="333375"/>
          </a:xfrm>
          <a:prstGeom xmlns:a="http://schemas.openxmlformats.org/drawingml/2006/main" prst="rect">
            <a:avLst/>
          </a:prstGeom>
          <a:solidFill xmlns:a="http://schemas.openxmlformats.org/drawingml/2006/main">
            <a:srgbClr val="B99A7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B135EAA-0594-4542-BD46-5C0420D46548}"/>
              </a:ext>
            </a:extLst>
          </p:cNvPr>
          <p:cNvSpPr>
            <a:spLocks xmlns:a="http://schemas.openxmlformats.org/drawingml/2006/main" noGrp="1"/>
          </p:cNvSpPr>
          <p:nvPr/>
        </p:nvSpPr>
        <p:spPr>
          <a:xfrm xmlns:a="http://schemas.openxmlformats.org/drawingml/2006/main" flipH="0" flipV="1">
            <a:off x="8001000" y="1981200"/>
            <a:ext cx="0" cy="952500"/>
          </a:xfrm>
          <a:prstGeom xmlns:a="http://schemas.openxmlformats.org/drawingml/2006/main" prst="line">
            <a:avLst/>
          </a:prstGeom>
          <a:noFill xmlns:a="http://schemas.openxmlformats.org/drawingml/2006/main"/>
          <a:ln xmlns:a="http://schemas.openxmlformats.org/drawingml/2006/main" w="57150">
            <a:solidFill>
              <a:srgbClr val="337568"/>
            </a:solidFill>
          </a:ln>
        </p:spPr>
      </p:sp>
      <p:sp>
        <p:nvSpPr>
          <p:cNvPr id="10" name="">
            <a:extLst xmlns:a="http://schemas.openxmlformats.org/drawingml/2006/main">
              <a:ext uri="{FF2B5EF4-FFF2-40B4-BE49-F238E27FC236}">
                <a16:creationId xmlns:a16="http://schemas.microsoft.com/office/drawing/2014/main" id="{A11819B6-2D51-4665-BE28-FA4667FDD812}"/>
              </a:ext>
            </a:extLst>
          </p:cNvPr>
          <p:cNvSpPr>
            <a:spLocks xmlns:a="http://schemas.openxmlformats.org/drawingml/2006/main" noGrp="1"/>
          </p:cNvSpPr>
          <p:nvPr/>
        </p:nvSpPr>
        <p:spPr>
          <a:xfrm xmlns:a="http://schemas.openxmlformats.org/drawingml/2006/main" flipH="0" flipV="1">
            <a:off x="8001000" y="2171700"/>
            <a:ext cx="333375" cy="209550"/>
          </a:xfrm>
          <a:prstGeom xmlns:a="http://schemas.openxmlformats.org/drawingml/2006/main" prst="line">
            <a:avLst/>
          </a:prstGeom>
          <a:noFill xmlns:a="http://schemas.openxmlformats.org/drawingml/2006/main"/>
          <a:ln xmlns:a="http://schemas.openxmlformats.org/drawingml/2006/main" w="47625">
            <a:solidFill>
              <a:srgbClr val="337568"/>
            </a:solidFill>
          </a:ln>
        </p:spPr>
      </p:sp>
      <p:sp>
        <p:nvSpPr>
          <p:cNvPr id="11" name="">
            <a:extLst xmlns:a="http://schemas.openxmlformats.org/drawingml/2006/main">
              <a:ext uri="{FF2B5EF4-FFF2-40B4-BE49-F238E27FC236}">
                <a16:creationId xmlns:a16="http://schemas.microsoft.com/office/drawing/2014/main" id="{B1F81D30-1E22-4AFB-BAA3-EAF769D62C8D}"/>
              </a:ext>
            </a:extLst>
          </p:cNvPr>
          <p:cNvSpPr>
            <a:spLocks xmlns:a="http://schemas.openxmlformats.org/drawingml/2006/main" noGrp="1"/>
          </p:cNvSpPr>
          <p:nvPr/>
        </p:nvSpPr>
        <p:spPr>
          <a:xfrm xmlns:a="http://schemas.openxmlformats.org/drawingml/2006/main" flipH="0" flipV="1">
            <a:off x="8953500" y="1981200"/>
            <a:ext cx="0" cy="952500"/>
          </a:xfrm>
          <a:prstGeom xmlns:a="http://schemas.openxmlformats.org/drawingml/2006/main" prst="line">
            <a:avLst/>
          </a:prstGeom>
          <a:noFill xmlns:a="http://schemas.openxmlformats.org/drawingml/2006/main"/>
          <a:ln xmlns:a="http://schemas.openxmlformats.org/drawingml/2006/main" w="57150">
            <a:solidFill>
              <a:srgbClr val="337568"/>
            </a:solidFill>
          </a:ln>
        </p:spPr>
      </p:sp>
      <p:sp>
        <p:nvSpPr>
          <p:cNvPr id="12" name="">
            <a:extLst xmlns:a="http://schemas.openxmlformats.org/drawingml/2006/main">
              <a:ext uri="{FF2B5EF4-FFF2-40B4-BE49-F238E27FC236}">
                <a16:creationId xmlns:a16="http://schemas.microsoft.com/office/drawing/2014/main" id="{C43E6271-25EF-4C7F-864A-68421763B121}"/>
              </a:ext>
            </a:extLst>
          </p:cNvPr>
          <p:cNvSpPr>
            <a:spLocks xmlns:a="http://schemas.openxmlformats.org/drawingml/2006/main" noGrp="1"/>
          </p:cNvSpPr>
          <p:nvPr/>
        </p:nvSpPr>
        <p:spPr>
          <a:xfrm xmlns:a="http://schemas.openxmlformats.org/drawingml/2006/main" flipH="0" flipV="1">
            <a:off x="8953500" y="2171700"/>
            <a:ext cx="333375" cy="209550"/>
          </a:xfrm>
          <a:prstGeom xmlns:a="http://schemas.openxmlformats.org/drawingml/2006/main" prst="line">
            <a:avLst/>
          </a:prstGeom>
          <a:noFill xmlns:a="http://schemas.openxmlformats.org/drawingml/2006/main"/>
          <a:ln xmlns:a="http://schemas.openxmlformats.org/drawingml/2006/main" w="47625">
            <a:solidFill>
              <a:srgbClr val="337568"/>
            </a:solidFill>
          </a:ln>
        </p:spPr>
      </p:sp>
      <p:sp>
        <p:nvSpPr>
          <p:cNvPr id="13" name="">
            <a:extLst xmlns:a="http://schemas.openxmlformats.org/drawingml/2006/main">
              <a:ext uri="{FF2B5EF4-FFF2-40B4-BE49-F238E27FC236}">
                <a16:creationId xmlns:a16="http://schemas.microsoft.com/office/drawing/2014/main" id="{0CED549E-27C5-4ACD-BCDB-B278CE2630CC}"/>
              </a:ext>
            </a:extLst>
          </p:cNvPr>
          <p:cNvSpPr>
            <a:spLocks xmlns:a="http://schemas.openxmlformats.org/drawingml/2006/main" noGrp="1"/>
          </p:cNvSpPr>
          <p:nvPr/>
        </p:nvSpPr>
        <p:spPr>
          <a:xfrm xmlns:a="http://schemas.openxmlformats.org/drawingml/2006/main" flipH="0" flipV="1">
            <a:off x="9906000" y="1981200"/>
            <a:ext cx="0" cy="952500"/>
          </a:xfrm>
          <a:prstGeom xmlns:a="http://schemas.openxmlformats.org/drawingml/2006/main" prst="line">
            <a:avLst/>
          </a:prstGeom>
          <a:noFill xmlns:a="http://schemas.openxmlformats.org/drawingml/2006/main"/>
          <a:ln xmlns:a="http://schemas.openxmlformats.org/drawingml/2006/main" w="57150">
            <a:solidFill>
              <a:srgbClr val="337568"/>
            </a:solidFill>
          </a:ln>
        </p:spPr>
      </p:sp>
      <p:sp>
        <p:nvSpPr>
          <p:cNvPr id="14" name="">
            <a:extLst xmlns:a="http://schemas.openxmlformats.org/drawingml/2006/main">
              <a:ext uri="{FF2B5EF4-FFF2-40B4-BE49-F238E27FC236}">
                <a16:creationId xmlns:a16="http://schemas.microsoft.com/office/drawing/2014/main" id="{ECC88536-33B6-485D-BF0F-E516BD4B539A}"/>
              </a:ext>
            </a:extLst>
          </p:cNvPr>
          <p:cNvSpPr>
            <a:spLocks xmlns:a="http://schemas.openxmlformats.org/drawingml/2006/main" noGrp="1"/>
          </p:cNvSpPr>
          <p:nvPr/>
        </p:nvSpPr>
        <p:spPr>
          <a:xfrm xmlns:a="http://schemas.openxmlformats.org/drawingml/2006/main" flipH="0" flipV="1">
            <a:off x="9906000" y="2171700"/>
            <a:ext cx="333375" cy="209550"/>
          </a:xfrm>
          <a:prstGeom xmlns:a="http://schemas.openxmlformats.org/drawingml/2006/main" prst="line">
            <a:avLst/>
          </a:prstGeom>
          <a:noFill xmlns:a="http://schemas.openxmlformats.org/drawingml/2006/main"/>
          <a:ln xmlns:a="http://schemas.openxmlformats.org/drawingml/2006/main" w="47625">
            <a:solidFill>
              <a:srgbClr val="337568"/>
            </a:solidFill>
          </a:ln>
        </p:spPr>
      </p:sp>
      <p:sp>
        <p:nvSpPr>
          <p:cNvPr id="15" name="">
            <a:extLst xmlns:a="http://schemas.openxmlformats.org/drawingml/2006/main">
              <a:ext uri="{FF2B5EF4-FFF2-40B4-BE49-F238E27FC236}">
                <a16:creationId xmlns:a16="http://schemas.microsoft.com/office/drawing/2014/main" id="{5CCE24C4-AEEA-417C-A174-61DAB77A045B}"/>
              </a:ext>
            </a:extLst>
          </p:cNvPr>
          <p:cNvSpPr>
            <a:spLocks xmlns:a="http://schemas.openxmlformats.org/drawingml/2006/main" noGrp="1"/>
          </p:cNvSpPr>
          <p:nvPr/>
        </p:nvSpPr>
        <p:spPr>
          <a:xfrm xmlns:a="http://schemas.openxmlformats.org/drawingml/2006/main">
            <a:off x="7239000" y="4524375"/>
            <a:ext cx="3524250" cy="15240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88BB399-0001-4950-967D-B2FB2EBF9082}"/>
              </a:ext>
            </a:extLst>
          </p:cNvPr>
          <p:cNvSpPr>
            <a:spLocks xmlns:a="http://schemas.openxmlformats.org/drawingml/2006/main" noGrp="1"/>
          </p:cNvSpPr>
          <p:nvPr/>
        </p:nvSpPr>
        <p:spPr>
          <a:xfrm xmlns:a="http://schemas.openxmlformats.org/drawingml/2006/main">
            <a:off x="7448550" y="4667250"/>
            <a:ext cx="161925" cy="95250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5AEA2CB-7A3C-4AC5-BE9B-92660C8F9E1E}"/>
              </a:ext>
            </a:extLst>
          </p:cNvPr>
          <p:cNvSpPr>
            <a:spLocks xmlns:a="http://schemas.openxmlformats.org/drawingml/2006/main" noGrp="1"/>
          </p:cNvSpPr>
          <p:nvPr/>
        </p:nvSpPr>
        <p:spPr>
          <a:xfrm xmlns:a="http://schemas.openxmlformats.org/drawingml/2006/main">
            <a:off x="10382250" y="4667250"/>
            <a:ext cx="161925" cy="95250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5057927-7EE8-4386-96C0-77D449EE0F54}"/>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9" name="">
            <a:extLst xmlns:a="http://schemas.openxmlformats.org/drawingml/2006/main">
              <a:ext uri="{FF2B5EF4-FFF2-40B4-BE49-F238E27FC236}">
                <a16:creationId xmlns:a16="http://schemas.microsoft.com/office/drawing/2014/main" id="{92AF7B27-6D04-412C-A628-1EA2D81F3EF4}"/>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23 / 38</a:t>
            </a:r>
          </a:p>
        </p:txBody>
      </p:sp>
    </p:spTree>
    <p:extLst>
      <p:ext uri="{BB962C8B-B14F-4D97-AF65-F5344CB8AC3E}">
        <p14:creationId xmlns:p14="http://schemas.microsoft.com/office/powerpoint/2010/main" val="8107139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2F0DA71-E5EA-4BE3-B7A9-1A4F2176CD8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水は使用条件の一つ</a:t>
            </a:r>
          </a:p>
        </p:txBody>
      </p:sp>
      <p:sp>
        <p:nvSpPr>
          <p:cNvPr id="2" name="">
            <a:extLst xmlns:a="http://schemas.openxmlformats.org/drawingml/2006/main">
              <a:ext uri="{FF2B5EF4-FFF2-40B4-BE49-F238E27FC236}">
                <a16:creationId xmlns:a16="http://schemas.microsoft.com/office/drawing/2014/main" id="{9D6807B0-E206-4A66-B601-6AF230A82A6B}"/>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B85F621-9E25-42F3-ABE3-37B9FD280763}"/>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容器内の水と排水</a:t>
            </a:r>
          </a:p>
        </p:txBody>
      </p:sp>
      <p:sp>
        <p:nvSpPr>
          <p:cNvPr id="4" name="">
            <a:extLst xmlns:a="http://schemas.openxmlformats.org/drawingml/2006/main">
              <a:ext uri="{FF2B5EF4-FFF2-40B4-BE49-F238E27FC236}">
                <a16:creationId xmlns:a16="http://schemas.microsoft.com/office/drawing/2014/main" id="{99FC5726-88C9-4704-9473-461C74BA6123}"/>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雨や灌水で濡れる部分</a:t>
            </a:r>
          </a:p>
        </p:txBody>
      </p:sp>
      <p:sp>
        <p:nvSpPr>
          <p:cNvPr id="5" name="">
            <a:extLst xmlns:a="http://schemas.openxmlformats.org/drawingml/2006/main">
              <a:ext uri="{FF2B5EF4-FFF2-40B4-BE49-F238E27FC236}">
                <a16:creationId xmlns:a16="http://schemas.microsoft.com/office/drawing/2014/main" id="{A2F9CB03-033F-45C9-AFEA-3A8EF575491E}"/>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接合部・木口などの状態</a:t>
            </a:r>
          </a:p>
        </p:txBody>
      </p:sp>
      <p:sp>
        <p:nvSpPr>
          <p:cNvPr id="6" name="">
            <a:extLst xmlns:a="http://schemas.openxmlformats.org/drawingml/2006/main">
              <a:ext uri="{FF2B5EF4-FFF2-40B4-BE49-F238E27FC236}">
                <a16:creationId xmlns:a16="http://schemas.microsoft.com/office/drawing/2014/main" id="{4E8D762C-DE74-499A-83F6-20861E73A668}"/>
              </a:ext>
            </a:extLst>
          </p:cNvPr>
          <p:cNvSpPr>
            <a:spLocks xmlns:a="http://schemas.openxmlformats.org/drawingml/2006/main" noGrp="1"/>
          </p:cNvSpPr>
          <p:nvPr/>
        </p:nvSpPr>
        <p:spPr>
          <a:xfrm xmlns:a="http://schemas.openxmlformats.org/drawingml/2006/main">
            <a:off x="809625" y="4524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清掃・乾燥・交換のしやすさ</a:t>
            </a:r>
          </a:p>
        </p:txBody>
      </p:sp>
      <p:sp>
        <p:nvSpPr>
          <p:cNvPr id="7" name="">
            <a:extLst xmlns:a="http://schemas.openxmlformats.org/drawingml/2006/main">
              <a:ext uri="{FF2B5EF4-FFF2-40B4-BE49-F238E27FC236}">
                <a16:creationId xmlns:a16="http://schemas.microsoft.com/office/drawing/2014/main" id="{2B05DE58-01F1-4CE2-8742-09FA820ECEC3}"/>
              </a:ext>
            </a:extLst>
          </p:cNvPr>
          <p:cNvSpPr>
            <a:spLocks xmlns:a="http://schemas.openxmlformats.org/drawingml/2006/main" noGrp="1"/>
          </p:cNvSpPr>
          <p:nvPr/>
        </p:nvSpPr>
        <p:spPr>
          <a:xfrm xmlns:a="http://schemas.openxmlformats.org/drawingml/2006/main">
            <a:off x="7334250" y="2857500"/>
            <a:ext cx="3333750" cy="1524000"/>
          </a:xfrm>
          <a:prstGeom xmlns:a="http://schemas.openxmlformats.org/drawingml/2006/main" prst="rect">
            <a:avLst/>
          </a:prstGeom>
          <a:solidFill xmlns:a="http://schemas.openxmlformats.org/drawingml/2006/main">
            <a:srgbClr val="DAE5E0"/>
          </a:solidFill>
          <a:ln xmlns:a="http://schemas.openxmlformats.org/drawingml/2006/main" w="19050">
            <a:solidFill>
              <a:srgbClr val="337568"/>
            </a:solidFill>
          </a:ln>
        </p:spPr>
      </p:sp>
      <p:sp>
        <p:nvSpPr>
          <p:cNvPr id="8" name="">
            <a:extLst xmlns:a="http://schemas.openxmlformats.org/drawingml/2006/main">
              <a:ext uri="{FF2B5EF4-FFF2-40B4-BE49-F238E27FC236}">
                <a16:creationId xmlns:a16="http://schemas.microsoft.com/office/drawing/2014/main" id="{B57935C0-5FA6-4C7D-812A-87C0324CF847}"/>
              </a:ext>
            </a:extLst>
          </p:cNvPr>
          <p:cNvSpPr>
            <a:spLocks xmlns:a="http://schemas.openxmlformats.org/drawingml/2006/main" noGrp="1"/>
          </p:cNvSpPr>
          <p:nvPr/>
        </p:nvSpPr>
        <p:spPr>
          <a:xfrm xmlns:a="http://schemas.openxmlformats.org/drawingml/2006/main">
            <a:off x="7448550" y="2952750"/>
            <a:ext cx="3105150" cy="333375"/>
          </a:xfrm>
          <a:prstGeom xmlns:a="http://schemas.openxmlformats.org/drawingml/2006/main" prst="rect">
            <a:avLst/>
          </a:prstGeom>
          <a:solidFill xmlns:a="http://schemas.openxmlformats.org/drawingml/2006/main">
            <a:srgbClr val="B99A7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DD35132-B61C-42FB-B878-7363DF81A61E}"/>
              </a:ext>
            </a:extLst>
          </p:cNvPr>
          <p:cNvSpPr>
            <a:spLocks xmlns:a="http://schemas.openxmlformats.org/drawingml/2006/main" noGrp="1"/>
          </p:cNvSpPr>
          <p:nvPr/>
        </p:nvSpPr>
        <p:spPr>
          <a:xfrm xmlns:a="http://schemas.openxmlformats.org/drawingml/2006/main" flipH="0" flipV="1">
            <a:off x="8001000" y="1981200"/>
            <a:ext cx="0" cy="952500"/>
          </a:xfrm>
          <a:prstGeom xmlns:a="http://schemas.openxmlformats.org/drawingml/2006/main" prst="line">
            <a:avLst/>
          </a:prstGeom>
          <a:noFill xmlns:a="http://schemas.openxmlformats.org/drawingml/2006/main"/>
          <a:ln xmlns:a="http://schemas.openxmlformats.org/drawingml/2006/main" w="57150">
            <a:solidFill>
              <a:srgbClr val="337568"/>
            </a:solidFill>
          </a:ln>
        </p:spPr>
      </p:sp>
      <p:sp>
        <p:nvSpPr>
          <p:cNvPr id="10" name="">
            <a:extLst xmlns:a="http://schemas.openxmlformats.org/drawingml/2006/main">
              <a:ext uri="{FF2B5EF4-FFF2-40B4-BE49-F238E27FC236}">
                <a16:creationId xmlns:a16="http://schemas.microsoft.com/office/drawing/2014/main" id="{57714666-0193-472A-A4C2-A74021A964F2}"/>
              </a:ext>
            </a:extLst>
          </p:cNvPr>
          <p:cNvSpPr>
            <a:spLocks xmlns:a="http://schemas.openxmlformats.org/drawingml/2006/main" noGrp="1"/>
          </p:cNvSpPr>
          <p:nvPr/>
        </p:nvSpPr>
        <p:spPr>
          <a:xfrm xmlns:a="http://schemas.openxmlformats.org/drawingml/2006/main" flipH="0" flipV="1">
            <a:off x="8001000" y="2171700"/>
            <a:ext cx="333375" cy="209550"/>
          </a:xfrm>
          <a:prstGeom xmlns:a="http://schemas.openxmlformats.org/drawingml/2006/main" prst="line">
            <a:avLst/>
          </a:prstGeom>
          <a:noFill xmlns:a="http://schemas.openxmlformats.org/drawingml/2006/main"/>
          <a:ln xmlns:a="http://schemas.openxmlformats.org/drawingml/2006/main" w="47625">
            <a:solidFill>
              <a:srgbClr val="337568"/>
            </a:solidFill>
          </a:ln>
        </p:spPr>
      </p:sp>
      <p:sp>
        <p:nvSpPr>
          <p:cNvPr id="11" name="">
            <a:extLst xmlns:a="http://schemas.openxmlformats.org/drawingml/2006/main">
              <a:ext uri="{FF2B5EF4-FFF2-40B4-BE49-F238E27FC236}">
                <a16:creationId xmlns:a16="http://schemas.microsoft.com/office/drawing/2014/main" id="{A0E59C9D-28BC-4E01-84E8-35855A25A624}"/>
              </a:ext>
            </a:extLst>
          </p:cNvPr>
          <p:cNvSpPr>
            <a:spLocks xmlns:a="http://schemas.openxmlformats.org/drawingml/2006/main" noGrp="1"/>
          </p:cNvSpPr>
          <p:nvPr/>
        </p:nvSpPr>
        <p:spPr>
          <a:xfrm xmlns:a="http://schemas.openxmlformats.org/drawingml/2006/main" flipH="0" flipV="1">
            <a:off x="8953500" y="1981200"/>
            <a:ext cx="0" cy="952500"/>
          </a:xfrm>
          <a:prstGeom xmlns:a="http://schemas.openxmlformats.org/drawingml/2006/main" prst="line">
            <a:avLst/>
          </a:prstGeom>
          <a:noFill xmlns:a="http://schemas.openxmlformats.org/drawingml/2006/main"/>
          <a:ln xmlns:a="http://schemas.openxmlformats.org/drawingml/2006/main" w="57150">
            <a:solidFill>
              <a:srgbClr val="337568"/>
            </a:solidFill>
          </a:ln>
        </p:spPr>
      </p:sp>
      <p:sp>
        <p:nvSpPr>
          <p:cNvPr id="12" name="">
            <a:extLst xmlns:a="http://schemas.openxmlformats.org/drawingml/2006/main">
              <a:ext uri="{FF2B5EF4-FFF2-40B4-BE49-F238E27FC236}">
                <a16:creationId xmlns:a16="http://schemas.microsoft.com/office/drawing/2014/main" id="{59EF4821-B326-4413-A42C-BD32ABEA3C7D}"/>
              </a:ext>
            </a:extLst>
          </p:cNvPr>
          <p:cNvSpPr>
            <a:spLocks xmlns:a="http://schemas.openxmlformats.org/drawingml/2006/main" noGrp="1"/>
          </p:cNvSpPr>
          <p:nvPr/>
        </p:nvSpPr>
        <p:spPr>
          <a:xfrm xmlns:a="http://schemas.openxmlformats.org/drawingml/2006/main" flipH="0" flipV="1">
            <a:off x="8953500" y="2171700"/>
            <a:ext cx="333375" cy="209550"/>
          </a:xfrm>
          <a:prstGeom xmlns:a="http://schemas.openxmlformats.org/drawingml/2006/main" prst="line">
            <a:avLst/>
          </a:prstGeom>
          <a:noFill xmlns:a="http://schemas.openxmlformats.org/drawingml/2006/main"/>
          <a:ln xmlns:a="http://schemas.openxmlformats.org/drawingml/2006/main" w="47625">
            <a:solidFill>
              <a:srgbClr val="337568"/>
            </a:solidFill>
          </a:ln>
        </p:spPr>
      </p:sp>
      <p:sp>
        <p:nvSpPr>
          <p:cNvPr id="13" name="">
            <a:extLst xmlns:a="http://schemas.openxmlformats.org/drawingml/2006/main">
              <a:ext uri="{FF2B5EF4-FFF2-40B4-BE49-F238E27FC236}">
                <a16:creationId xmlns:a16="http://schemas.microsoft.com/office/drawing/2014/main" id="{CC2B6071-EA39-4147-B97E-0A3F6E5E7912}"/>
              </a:ext>
            </a:extLst>
          </p:cNvPr>
          <p:cNvSpPr>
            <a:spLocks xmlns:a="http://schemas.openxmlformats.org/drawingml/2006/main" noGrp="1"/>
          </p:cNvSpPr>
          <p:nvPr/>
        </p:nvSpPr>
        <p:spPr>
          <a:xfrm xmlns:a="http://schemas.openxmlformats.org/drawingml/2006/main" flipH="0" flipV="1">
            <a:off x="9906000" y="1981200"/>
            <a:ext cx="0" cy="952500"/>
          </a:xfrm>
          <a:prstGeom xmlns:a="http://schemas.openxmlformats.org/drawingml/2006/main" prst="line">
            <a:avLst/>
          </a:prstGeom>
          <a:noFill xmlns:a="http://schemas.openxmlformats.org/drawingml/2006/main"/>
          <a:ln xmlns:a="http://schemas.openxmlformats.org/drawingml/2006/main" w="57150">
            <a:solidFill>
              <a:srgbClr val="337568"/>
            </a:solidFill>
          </a:ln>
        </p:spPr>
      </p:sp>
      <p:sp>
        <p:nvSpPr>
          <p:cNvPr id="14" name="">
            <a:extLst xmlns:a="http://schemas.openxmlformats.org/drawingml/2006/main">
              <a:ext uri="{FF2B5EF4-FFF2-40B4-BE49-F238E27FC236}">
                <a16:creationId xmlns:a16="http://schemas.microsoft.com/office/drawing/2014/main" id="{F1DF33FC-A13B-49FD-BC6F-01BCA76DD17A}"/>
              </a:ext>
            </a:extLst>
          </p:cNvPr>
          <p:cNvSpPr>
            <a:spLocks xmlns:a="http://schemas.openxmlformats.org/drawingml/2006/main" noGrp="1"/>
          </p:cNvSpPr>
          <p:nvPr/>
        </p:nvSpPr>
        <p:spPr>
          <a:xfrm xmlns:a="http://schemas.openxmlformats.org/drawingml/2006/main" flipH="0" flipV="1">
            <a:off x="9906000" y="2171700"/>
            <a:ext cx="333375" cy="209550"/>
          </a:xfrm>
          <a:prstGeom xmlns:a="http://schemas.openxmlformats.org/drawingml/2006/main" prst="line">
            <a:avLst/>
          </a:prstGeom>
          <a:noFill xmlns:a="http://schemas.openxmlformats.org/drawingml/2006/main"/>
          <a:ln xmlns:a="http://schemas.openxmlformats.org/drawingml/2006/main" w="47625">
            <a:solidFill>
              <a:srgbClr val="337568"/>
            </a:solidFill>
          </a:ln>
        </p:spPr>
      </p:sp>
      <p:sp>
        <p:nvSpPr>
          <p:cNvPr id="15" name="">
            <a:extLst xmlns:a="http://schemas.openxmlformats.org/drawingml/2006/main">
              <a:ext uri="{FF2B5EF4-FFF2-40B4-BE49-F238E27FC236}">
                <a16:creationId xmlns:a16="http://schemas.microsoft.com/office/drawing/2014/main" id="{FCC8B12A-BA29-4DC7-9D7A-B353088256C6}"/>
              </a:ext>
            </a:extLst>
          </p:cNvPr>
          <p:cNvSpPr>
            <a:spLocks xmlns:a="http://schemas.openxmlformats.org/drawingml/2006/main" noGrp="1"/>
          </p:cNvSpPr>
          <p:nvPr/>
        </p:nvSpPr>
        <p:spPr>
          <a:xfrm xmlns:a="http://schemas.openxmlformats.org/drawingml/2006/main">
            <a:off x="7239000" y="4524375"/>
            <a:ext cx="3524250" cy="15240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05EEF3D-7FE9-4883-887E-0289C0E28A67}"/>
              </a:ext>
            </a:extLst>
          </p:cNvPr>
          <p:cNvSpPr>
            <a:spLocks xmlns:a="http://schemas.openxmlformats.org/drawingml/2006/main" noGrp="1"/>
          </p:cNvSpPr>
          <p:nvPr/>
        </p:nvSpPr>
        <p:spPr>
          <a:xfrm xmlns:a="http://schemas.openxmlformats.org/drawingml/2006/main">
            <a:off x="7448550" y="4667250"/>
            <a:ext cx="161925" cy="95250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68AF2C9-9CC3-4BFA-8C29-4DB098C0A2C9}"/>
              </a:ext>
            </a:extLst>
          </p:cNvPr>
          <p:cNvSpPr>
            <a:spLocks xmlns:a="http://schemas.openxmlformats.org/drawingml/2006/main" noGrp="1"/>
          </p:cNvSpPr>
          <p:nvPr/>
        </p:nvSpPr>
        <p:spPr>
          <a:xfrm xmlns:a="http://schemas.openxmlformats.org/drawingml/2006/main">
            <a:off x="10382250" y="4667250"/>
            <a:ext cx="161925" cy="95250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0939074-908F-4298-9344-952FC2920524}"/>
              </a:ext>
            </a:extLst>
          </p:cNvPr>
          <p:cNvSpPr>
            <a:spLocks xmlns:a="http://schemas.openxmlformats.org/drawingml/2006/main" noGrp="1"/>
          </p:cNvSpPr>
          <p:nvPr/>
        </p:nvSpPr>
        <p:spPr>
          <a:xfrm xmlns:a="http://schemas.openxmlformats.org/drawingml/2006/main">
            <a:off x="7496175" y="1905000"/>
            <a:ext cx="57150" cy="323850"/>
          </a:xfrm>
          <a:prstGeom xmlns:a="http://schemas.openxmlformats.org/drawingml/2006/main" prst="rect">
            <a:avLst/>
          </a:prstGeom>
          <a:solidFill xmlns:a="http://schemas.openxmlformats.org/drawingml/2006/main">
            <a:srgbClr val="2A6C9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F14366E-FD24-4AAC-B735-FA3AB87F9EF5}"/>
              </a:ext>
            </a:extLst>
          </p:cNvPr>
          <p:cNvSpPr>
            <a:spLocks xmlns:a="http://schemas.openxmlformats.org/drawingml/2006/main" noGrp="1"/>
          </p:cNvSpPr>
          <p:nvPr/>
        </p:nvSpPr>
        <p:spPr>
          <a:xfrm xmlns:a="http://schemas.openxmlformats.org/drawingml/2006/main" rot="10800000">
            <a:off x="7429500" y="2171700"/>
            <a:ext cx="190500" cy="209550"/>
          </a:xfrm>
          <a:prstGeom xmlns:a="http://schemas.openxmlformats.org/drawingml/2006/main" prst="triangle">
            <a:avLst/>
          </a:prstGeom>
          <a:solidFill xmlns:a="http://schemas.openxmlformats.org/drawingml/2006/main">
            <a:srgbClr val="2A6C9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A270AE8-5245-4EA6-942A-671628710A88}"/>
              </a:ext>
            </a:extLst>
          </p:cNvPr>
          <p:cNvSpPr>
            <a:spLocks xmlns:a="http://schemas.openxmlformats.org/drawingml/2006/main" noGrp="1"/>
          </p:cNvSpPr>
          <p:nvPr/>
        </p:nvSpPr>
        <p:spPr>
          <a:xfrm xmlns:a="http://schemas.openxmlformats.org/drawingml/2006/main">
            <a:off x="8353425" y="1905000"/>
            <a:ext cx="57150" cy="323850"/>
          </a:xfrm>
          <a:prstGeom xmlns:a="http://schemas.openxmlformats.org/drawingml/2006/main" prst="rect">
            <a:avLst/>
          </a:prstGeom>
          <a:solidFill xmlns:a="http://schemas.openxmlformats.org/drawingml/2006/main">
            <a:srgbClr val="2A6C9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DFB034F-E361-44A0-965B-B87F9FB4AD37}"/>
              </a:ext>
            </a:extLst>
          </p:cNvPr>
          <p:cNvSpPr>
            <a:spLocks xmlns:a="http://schemas.openxmlformats.org/drawingml/2006/main" noGrp="1"/>
          </p:cNvSpPr>
          <p:nvPr/>
        </p:nvSpPr>
        <p:spPr>
          <a:xfrm xmlns:a="http://schemas.openxmlformats.org/drawingml/2006/main" rot="10800000">
            <a:off x="8286750" y="2171700"/>
            <a:ext cx="190500" cy="209550"/>
          </a:xfrm>
          <a:prstGeom xmlns:a="http://schemas.openxmlformats.org/drawingml/2006/main" prst="triangle">
            <a:avLst/>
          </a:prstGeom>
          <a:solidFill xmlns:a="http://schemas.openxmlformats.org/drawingml/2006/main">
            <a:srgbClr val="2A6C9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A41E64D-F584-4B46-88E0-99256F25F438}"/>
              </a:ext>
            </a:extLst>
          </p:cNvPr>
          <p:cNvSpPr>
            <a:spLocks xmlns:a="http://schemas.openxmlformats.org/drawingml/2006/main" noGrp="1"/>
          </p:cNvSpPr>
          <p:nvPr/>
        </p:nvSpPr>
        <p:spPr>
          <a:xfrm xmlns:a="http://schemas.openxmlformats.org/drawingml/2006/main">
            <a:off x="9210675" y="1905000"/>
            <a:ext cx="57150" cy="323850"/>
          </a:xfrm>
          <a:prstGeom xmlns:a="http://schemas.openxmlformats.org/drawingml/2006/main" prst="rect">
            <a:avLst/>
          </a:prstGeom>
          <a:solidFill xmlns:a="http://schemas.openxmlformats.org/drawingml/2006/main">
            <a:srgbClr val="2A6C9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BD21038-3B55-4DF9-9C77-614A7C8C50EC}"/>
              </a:ext>
            </a:extLst>
          </p:cNvPr>
          <p:cNvSpPr>
            <a:spLocks xmlns:a="http://schemas.openxmlformats.org/drawingml/2006/main" noGrp="1"/>
          </p:cNvSpPr>
          <p:nvPr/>
        </p:nvSpPr>
        <p:spPr>
          <a:xfrm xmlns:a="http://schemas.openxmlformats.org/drawingml/2006/main" rot="10800000">
            <a:off x="9144000" y="2171700"/>
            <a:ext cx="190500" cy="209550"/>
          </a:xfrm>
          <a:prstGeom xmlns:a="http://schemas.openxmlformats.org/drawingml/2006/main" prst="triangle">
            <a:avLst/>
          </a:prstGeom>
          <a:solidFill xmlns:a="http://schemas.openxmlformats.org/drawingml/2006/main">
            <a:srgbClr val="2A6C9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E0243D9-725B-4249-91CF-39EEE853E6F1}"/>
              </a:ext>
            </a:extLst>
          </p:cNvPr>
          <p:cNvSpPr>
            <a:spLocks xmlns:a="http://schemas.openxmlformats.org/drawingml/2006/main" noGrp="1"/>
          </p:cNvSpPr>
          <p:nvPr/>
        </p:nvSpPr>
        <p:spPr>
          <a:xfrm xmlns:a="http://schemas.openxmlformats.org/drawingml/2006/main">
            <a:off x="10067925" y="1905000"/>
            <a:ext cx="57150" cy="323850"/>
          </a:xfrm>
          <a:prstGeom xmlns:a="http://schemas.openxmlformats.org/drawingml/2006/main" prst="rect">
            <a:avLst/>
          </a:prstGeom>
          <a:solidFill xmlns:a="http://schemas.openxmlformats.org/drawingml/2006/main">
            <a:srgbClr val="2A6C9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7DE177F-445F-4C17-BD1C-4839B52A84FD}"/>
              </a:ext>
            </a:extLst>
          </p:cNvPr>
          <p:cNvSpPr>
            <a:spLocks xmlns:a="http://schemas.openxmlformats.org/drawingml/2006/main" noGrp="1"/>
          </p:cNvSpPr>
          <p:nvPr/>
        </p:nvSpPr>
        <p:spPr>
          <a:xfrm xmlns:a="http://schemas.openxmlformats.org/drawingml/2006/main" rot="10800000">
            <a:off x="10001250" y="2171700"/>
            <a:ext cx="190500" cy="209550"/>
          </a:xfrm>
          <a:prstGeom xmlns:a="http://schemas.openxmlformats.org/drawingml/2006/main" prst="triangle">
            <a:avLst/>
          </a:prstGeom>
          <a:solidFill xmlns:a="http://schemas.openxmlformats.org/drawingml/2006/main">
            <a:srgbClr val="2A6C9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69DC50A-7F65-479C-B10E-084075DBB5B6}"/>
              </a:ext>
            </a:extLst>
          </p:cNvPr>
          <p:cNvSpPr>
            <a:spLocks xmlns:a="http://schemas.openxmlformats.org/drawingml/2006/main" noGrp="1"/>
          </p:cNvSpPr>
          <p:nvPr/>
        </p:nvSpPr>
        <p:spPr>
          <a:xfrm xmlns:a="http://schemas.openxmlformats.org/drawingml/2006/main">
            <a:off x="8877300" y="4476750"/>
            <a:ext cx="57150" cy="514350"/>
          </a:xfrm>
          <a:prstGeom xmlns:a="http://schemas.openxmlformats.org/drawingml/2006/main" prst="rect">
            <a:avLst/>
          </a:prstGeom>
          <a:solidFill xmlns:a="http://schemas.openxmlformats.org/drawingml/2006/main">
            <a:srgbClr val="2A6C9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1CFA315-86E7-49DC-8D59-9E3A7C129FA3}"/>
              </a:ext>
            </a:extLst>
          </p:cNvPr>
          <p:cNvSpPr>
            <a:spLocks xmlns:a="http://schemas.openxmlformats.org/drawingml/2006/main" noGrp="1"/>
          </p:cNvSpPr>
          <p:nvPr/>
        </p:nvSpPr>
        <p:spPr>
          <a:xfrm xmlns:a="http://schemas.openxmlformats.org/drawingml/2006/main" rot="10800000">
            <a:off x="8810625" y="4933950"/>
            <a:ext cx="190500" cy="209550"/>
          </a:xfrm>
          <a:prstGeom xmlns:a="http://schemas.openxmlformats.org/drawingml/2006/main" prst="triangle">
            <a:avLst/>
          </a:prstGeom>
          <a:solidFill xmlns:a="http://schemas.openxmlformats.org/drawingml/2006/main">
            <a:srgbClr val="2A6C9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C0C2688-B9DC-42CB-AD15-80A51B924568}"/>
              </a:ext>
            </a:extLst>
          </p:cNvPr>
          <p:cNvSpPr>
            <a:spLocks xmlns:a="http://schemas.openxmlformats.org/drawingml/2006/main" noGrp="1"/>
          </p:cNvSpPr>
          <p:nvPr/>
        </p:nvSpPr>
        <p:spPr>
          <a:xfrm xmlns:a="http://schemas.openxmlformats.org/drawingml/2006/main">
            <a:off x="7191375" y="56197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A6C9B"/>
                </a:solidFill>
                <a:latin typeface="Yu Gothic"/>
                <a:ea typeface="Yu Gothic"/>
                <a:cs typeface="Yu Gothic"/>
              </a:defRPr>
            </a:defPPr>
            <a:lvl1pPr>
              <a:buNone/>
              <a:defRPr sz="1800" b="0">
                <a:solidFill>
                  <a:srgbClr val="2A6C9B"/>
                </a:solidFill>
                <a:latin typeface="Yu Gothic"/>
                <a:ea typeface="Yu Gothic"/>
                <a:cs typeface="Yu Gothic"/>
              </a:defRPr>
            </a:lvl1pPr>
            <a:lvl2pPr>
              <a:buNone/>
              <a:defRPr sz="1800" b="0">
                <a:solidFill>
                  <a:srgbClr val="2A6C9B"/>
                </a:solidFill>
                <a:latin typeface="Yu Gothic"/>
                <a:ea typeface="Yu Gothic"/>
                <a:cs typeface="Yu Gothic"/>
              </a:defRPr>
            </a:lvl2pPr>
            <a:lvl3pPr>
              <a:buNone/>
              <a:defRPr sz="1800" b="0">
                <a:solidFill>
                  <a:srgbClr val="2A6C9B"/>
                </a:solidFill>
                <a:latin typeface="Yu Gothic"/>
                <a:ea typeface="Yu Gothic"/>
                <a:cs typeface="Yu Gothic"/>
              </a:defRPr>
            </a:lvl3pPr>
            <a:lvl4pPr>
              <a:buNone/>
              <a:defRPr sz="1800" b="0">
                <a:solidFill>
                  <a:srgbClr val="2A6C9B"/>
                </a:solidFill>
                <a:latin typeface="Yu Gothic"/>
                <a:ea typeface="Yu Gothic"/>
                <a:cs typeface="Yu Gothic"/>
              </a:defRPr>
            </a:lvl4pPr>
            <a:lvl5pPr>
              <a:buNone/>
              <a:defRPr sz="1800" b="0">
                <a:solidFill>
                  <a:srgbClr val="2A6C9B"/>
                </a:solidFill>
                <a:latin typeface="Yu Gothic"/>
                <a:ea typeface="Yu Gothic"/>
                <a:cs typeface="Yu Gothic"/>
              </a:defRPr>
            </a:lvl5pPr>
            <a:lvl6pPr>
              <a:buNone/>
              <a:defRPr sz="1800" b="0">
                <a:solidFill>
                  <a:srgbClr val="2A6C9B"/>
                </a:solidFill>
                <a:latin typeface="Yu Gothic"/>
                <a:ea typeface="Yu Gothic"/>
                <a:cs typeface="Yu Gothic"/>
              </a:defRPr>
            </a:lvl6pPr>
            <a:lvl7pPr>
              <a:buNone/>
              <a:defRPr sz="1800" b="0">
                <a:solidFill>
                  <a:srgbClr val="2A6C9B"/>
                </a:solidFill>
                <a:latin typeface="Yu Gothic"/>
                <a:ea typeface="Yu Gothic"/>
                <a:cs typeface="Yu Gothic"/>
              </a:defRPr>
            </a:lvl7pPr>
            <a:lvl8pPr>
              <a:buNone/>
              <a:defRPr sz="1800" b="0">
                <a:solidFill>
                  <a:srgbClr val="2A6C9B"/>
                </a:solidFill>
                <a:latin typeface="Yu Gothic"/>
                <a:ea typeface="Yu Gothic"/>
                <a:cs typeface="Yu Gothic"/>
              </a:defRPr>
            </a:lvl8pPr>
            <a:lvl9pPr>
              <a:buNone/>
              <a:defRPr sz="1800" b="0">
                <a:solidFill>
                  <a:srgbClr val="2A6C9B"/>
                </a:solidFill>
                <a:latin typeface="Yu Gothic"/>
                <a:ea typeface="Yu Gothic"/>
                <a:cs typeface="Yu Gothic"/>
              </a:defRPr>
            </a:lvl9pPr>
          </a:lstStyle>
          <a:p xmlns:a="http://schemas.openxmlformats.org/drawingml/2006/main">
            <a:pPr>
              <a:buNone/>
              <a:defRPr sz="1800" b="0">
                <a:solidFill>
                  <a:srgbClr val="2A6C9B"/>
                </a:solidFill>
                <a:latin typeface="Yu Gothic"/>
                <a:ea typeface="Yu Gothic"/>
                <a:cs typeface="Yu Gothic"/>
              </a:defRPr>
            </a:pPr>
            <a:r>
              <a:rPr sz="1800" b="0">
                <a:solidFill>
                  <a:srgbClr val="2A6C9B"/>
                </a:solidFill>
                <a:latin typeface="Yu Gothic"/>
                <a:ea typeface="Yu Gothic"/>
                <a:cs typeface="Yu Gothic"/>
              </a:rPr>
              <a:t>排水の経路を確かめる</a:t>
            </a:r>
          </a:p>
        </p:txBody>
      </p:sp>
      <p:sp>
        <p:nvSpPr>
          <p:cNvPr id="29" name="">
            <a:extLst xmlns:a="http://schemas.openxmlformats.org/drawingml/2006/main">
              <a:ext uri="{FF2B5EF4-FFF2-40B4-BE49-F238E27FC236}">
                <a16:creationId xmlns:a16="http://schemas.microsoft.com/office/drawing/2014/main" id="{CEFF29CC-8483-4BEC-B8CF-AB1C97EC9C08}"/>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30" name="">
            <a:extLst xmlns:a="http://schemas.openxmlformats.org/drawingml/2006/main">
              <a:ext uri="{FF2B5EF4-FFF2-40B4-BE49-F238E27FC236}">
                <a16:creationId xmlns:a16="http://schemas.microsoft.com/office/drawing/2014/main" id="{39656CCA-1CE5-4E18-BC79-DF84A7DB085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24 / 38</a:t>
            </a:r>
          </a:p>
        </p:txBody>
      </p:sp>
    </p:spTree>
    <p:extLst>
      <p:ext uri="{BB962C8B-B14F-4D97-AF65-F5344CB8AC3E}">
        <p14:creationId xmlns:p14="http://schemas.microsoft.com/office/powerpoint/2010/main" val="735355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FB70E3-F770-4A2D-955F-4B68550E65F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日射・温度・時間も条件になる</a:t>
            </a:r>
          </a:p>
        </p:txBody>
      </p:sp>
      <p:sp>
        <p:nvSpPr>
          <p:cNvPr id="2" name="">
            <a:extLst xmlns:a="http://schemas.openxmlformats.org/drawingml/2006/main">
              <a:ext uri="{FF2B5EF4-FFF2-40B4-BE49-F238E27FC236}">
                <a16:creationId xmlns:a16="http://schemas.microsoft.com/office/drawing/2014/main" id="{7E58E114-F63A-4D31-B776-77BB99779201}"/>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60D4E4A-3A45-47F4-AC43-C57567492384}"/>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屋内と屋外</a:t>
            </a:r>
          </a:p>
        </p:txBody>
      </p:sp>
      <p:sp>
        <p:nvSpPr>
          <p:cNvPr id="4" name="">
            <a:extLst xmlns:a="http://schemas.openxmlformats.org/drawingml/2006/main">
              <a:ext uri="{FF2B5EF4-FFF2-40B4-BE49-F238E27FC236}">
                <a16:creationId xmlns:a16="http://schemas.microsoft.com/office/drawing/2014/main" id="{A553DDB6-2A0D-4A47-8A21-47D164DA576D}"/>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日陰と直射日光</a:t>
            </a:r>
          </a:p>
        </p:txBody>
      </p:sp>
      <p:sp>
        <p:nvSpPr>
          <p:cNvPr id="5" name="">
            <a:extLst xmlns:a="http://schemas.openxmlformats.org/drawingml/2006/main">
              <a:ext uri="{FF2B5EF4-FFF2-40B4-BE49-F238E27FC236}">
                <a16:creationId xmlns:a16="http://schemas.microsoft.com/office/drawing/2014/main" id="{0D6CC755-39C1-425E-A783-DBD1DB7DC3D6}"/>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短期間と数年間</a:t>
            </a:r>
          </a:p>
        </p:txBody>
      </p:sp>
      <p:sp>
        <p:nvSpPr>
          <p:cNvPr id="6" name="">
            <a:extLst xmlns:a="http://schemas.openxmlformats.org/drawingml/2006/main">
              <a:ext uri="{FF2B5EF4-FFF2-40B4-BE49-F238E27FC236}">
                <a16:creationId xmlns:a16="http://schemas.microsoft.com/office/drawing/2014/main" id="{FB45DCBF-290E-41C3-AC85-8B2AB120E7C9}"/>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変形・劣化・点検周期を考える</a:t>
            </a:r>
          </a:p>
        </p:txBody>
      </p:sp>
      <p:sp>
        <p:nvSpPr>
          <p:cNvPr id="7" name="">
            <a:extLst xmlns:a="http://schemas.openxmlformats.org/drawingml/2006/main">
              <a:ext uri="{FF2B5EF4-FFF2-40B4-BE49-F238E27FC236}">
                <a16:creationId xmlns:a16="http://schemas.microsoft.com/office/drawing/2014/main" id="{E49799CF-1123-4D20-B6BD-79C3DCBC7A9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8" name="">
            <a:extLst xmlns:a="http://schemas.openxmlformats.org/drawingml/2006/main">
              <a:ext uri="{FF2B5EF4-FFF2-40B4-BE49-F238E27FC236}">
                <a16:creationId xmlns:a16="http://schemas.microsoft.com/office/drawing/2014/main" id="{9117EA27-750A-4750-ABFB-0C2ED9DD2E33}"/>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25 / 38</a:t>
            </a:r>
          </a:p>
        </p:txBody>
      </p:sp>
    </p:spTree>
    <p:extLst>
      <p:ext uri="{BB962C8B-B14F-4D97-AF65-F5344CB8AC3E}">
        <p14:creationId xmlns:p14="http://schemas.microsoft.com/office/powerpoint/2010/main" val="156624299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7666607-CE8B-4AD2-B18C-CD984B29D66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容器の中身も荷重になる</a:t>
            </a:r>
          </a:p>
        </p:txBody>
      </p:sp>
      <p:sp>
        <p:nvSpPr>
          <p:cNvPr id="2" name="">
            <a:extLst xmlns:a="http://schemas.openxmlformats.org/drawingml/2006/main">
              <a:ext uri="{FF2B5EF4-FFF2-40B4-BE49-F238E27FC236}">
                <a16:creationId xmlns:a16="http://schemas.microsoft.com/office/drawing/2014/main" id="{FF863DAC-907C-4075-9498-B4FDEF057187}"/>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B34826F-5A48-4BE0-9F53-A8731C34EE4E}"/>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乾いた容器だけで比べない</a:t>
            </a:r>
          </a:p>
        </p:txBody>
      </p:sp>
      <p:sp>
        <p:nvSpPr>
          <p:cNvPr id="4" name="">
            <a:extLst xmlns:a="http://schemas.openxmlformats.org/drawingml/2006/main">
              <a:ext uri="{FF2B5EF4-FFF2-40B4-BE49-F238E27FC236}">
                <a16:creationId xmlns:a16="http://schemas.microsoft.com/office/drawing/2014/main" id="{C31F47EA-4906-49CB-994E-16B49BDFDCFC}"/>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培地・水・植物・支持具を含める</a:t>
            </a:r>
          </a:p>
        </p:txBody>
      </p:sp>
      <p:sp>
        <p:nvSpPr>
          <p:cNvPr id="5" name="">
            <a:extLst xmlns:a="http://schemas.openxmlformats.org/drawingml/2006/main">
              <a:ext uri="{FF2B5EF4-FFF2-40B4-BE49-F238E27FC236}">
                <a16:creationId xmlns:a16="http://schemas.microsoft.com/office/drawing/2014/main" id="{4CA52FA8-33B5-4F90-9B39-7CD3D5B07700}"/>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荷重の大きさと位置を描く</a:t>
            </a:r>
          </a:p>
        </p:txBody>
      </p:sp>
      <p:sp>
        <p:nvSpPr>
          <p:cNvPr id="6" name="">
            <a:extLst xmlns:a="http://schemas.openxmlformats.org/drawingml/2006/main">
              <a:ext uri="{FF2B5EF4-FFF2-40B4-BE49-F238E27FC236}">
                <a16:creationId xmlns:a16="http://schemas.microsoft.com/office/drawing/2014/main" id="{E3C5D561-71F3-48F9-91B0-C19823463273}"/>
              </a:ext>
            </a:extLst>
          </p:cNvPr>
          <p:cNvSpPr>
            <a:spLocks xmlns:a="http://schemas.openxmlformats.org/drawingml/2006/main" noGrp="1"/>
          </p:cNvSpPr>
          <p:nvPr/>
        </p:nvSpPr>
        <p:spPr>
          <a:xfrm xmlns:a="http://schemas.openxmlformats.org/drawingml/2006/main">
            <a:off x="809625" y="4524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架台と接合部へ伝わる力を考える</a:t>
            </a:r>
          </a:p>
        </p:txBody>
      </p:sp>
      <p:sp>
        <p:nvSpPr>
          <p:cNvPr id="7" name="">
            <a:extLst xmlns:a="http://schemas.openxmlformats.org/drawingml/2006/main">
              <a:ext uri="{FF2B5EF4-FFF2-40B4-BE49-F238E27FC236}">
                <a16:creationId xmlns:a16="http://schemas.microsoft.com/office/drawing/2014/main" id="{24B9090D-BD8C-4DA5-AFC4-0D1C905A8805}"/>
              </a:ext>
            </a:extLst>
          </p:cNvPr>
          <p:cNvSpPr>
            <a:spLocks xmlns:a="http://schemas.openxmlformats.org/drawingml/2006/main" noGrp="1"/>
          </p:cNvSpPr>
          <p:nvPr/>
        </p:nvSpPr>
        <p:spPr>
          <a:xfrm xmlns:a="http://schemas.openxmlformats.org/drawingml/2006/main">
            <a:off x="7334250" y="2857500"/>
            <a:ext cx="3333750" cy="1524000"/>
          </a:xfrm>
          <a:prstGeom xmlns:a="http://schemas.openxmlformats.org/drawingml/2006/main" prst="rect">
            <a:avLst/>
          </a:prstGeom>
          <a:solidFill xmlns:a="http://schemas.openxmlformats.org/drawingml/2006/main">
            <a:srgbClr val="DAE5E0"/>
          </a:solidFill>
          <a:ln xmlns:a="http://schemas.openxmlformats.org/drawingml/2006/main" w="19050">
            <a:solidFill>
              <a:srgbClr val="337568"/>
            </a:solidFill>
          </a:ln>
        </p:spPr>
      </p:sp>
      <p:sp>
        <p:nvSpPr>
          <p:cNvPr id="8" name="">
            <a:extLst xmlns:a="http://schemas.openxmlformats.org/drawingml/2006/main">
              <a:ext uri="{FF2B5EF4-FFF2-40B4-BE49-F238E27FC236}">
                <a16:creationId xmlns:a16="http://schemas.microsoft.com/office/drawing/2014/main" id="{6F899047-1B2D-4F60-ABC5-2E78F1640408}"/>
              </a:ext>
            </a:extLst>
          </p:cNvPr>
          <p:cNvSpPr>
            <a:spLocks xmlns:a="http://schemas.openxmlformats.org/drawingml/2006/main" noGrp="1"/>
          </p:cNvSpPr>
          <p:nvPr/>
        </p:nvSpPr>
        <p:spPr>
          <a:xfrm xmlns:a="http://schemas.openxmlformats.org/drawingml/2006/main">
            <a:off x="7448550" y="2952750"/>
            <a:ext cx="3105150" cy="333375"/>
          </a:xfrm>
          <a:prstGeom xmlns:a="http://schemas.openxmlformats.org/drawingml/2006/main" prst="rect">
            <a:avLst/>
          </a:prstGeom>
          <a:solidFill xmlns:a="http://schemas.openxmlformats.org/drawingml/2006/main">
            <a:srgbClr val="B99A7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D947146-BB29-448E-8D5F-4C93598C5FC5}"/>
              </a:ext>
            </a:extLst>
          </p:cNvPr>
          <p:cNvSpPr>
            <a:spLocks xmlns:a="http://schemas.openxmlformats.org/drawingml/2006/main" noGrp="1"/>
          </p:cNvSpPr>
          <p:nvPr/>
        </p:nvSpPr>
        <p:spPr>
          <a:xfrm xmlns:a="http://schemas.openxmlformats.org/drawingml/2006/main" flipH="0" flipV="1">
            <a:off x="8001000" y="1981200"/>
            <a:ext cx="0" cy="952500"/>
          </a:xfrm>
          <a:prstGeom xmlns:a="http://schemas.openxmlformats.org/drawingml/2006/main" prst="line">
            <a:avLst/>
          </a:prstGeom>
          <a:noFill xmlns:a="http://schemas.openxmlformats.org/drawingml/2006/main"/>
          <a:ln xmlns:a="http://schemas.openxmlformats.org/drawingml/2006/main" w="57150">
            <a:solidFill>
              <a:srgbClr val="337568"/>
            </a:solidFill>
          </a:ln>
        </p:spPr>
      </p:sp>
      <p:sp>
        <p:nvSpPr>
          <p:cNvPr id="10" name="">
            <a:extLst xmlns:a="http://schemas.openxmlformats.org/drawingml/2006/main">
              <a:ext uri="{FF2B5EF4-FFF2-40B4-BE49-F238E27FC236}">
                <a16:creationId xmlns:a16="http://schemas.microsoft.com/office/drawing/2014/main" id="{069D61BE-DF07-4C63-BAA1-F4298ABE32FE}"/>
              </a:ext>
            </a:extLst>
          </p:cNvPr>
          <p:cNvSpPr>
            <a:spLocks xmlns:a="http://schemas.openxmlformats.org/drawingml/2006/main" noGrp="1"/>
          </p:cNvSpPr>
          <p:nvPr/>
        </p:nvSpPr>
        <p:spPr>
          <a:xfrm xmlns:a="http://schemas.openxmlformats.org/drawingml/2006/main" flipH="0" flipV="1">
            <a:off x="8001000" y="2171700"/>
            <a:ext cx="333375" cy="209550"/>
          </a:xfrm>
          <a:prstGeom xmlns:a="http://schemas.openxmlformats.org/drawingml/2006/main" prst="line">
            <a:avLst/>
          </a:prstGeom>
          <a:noFill xmlns:a="http://schemas.openxmlformats.org/drawingml/2006/main"/>
          <a:ln xmlns:a="http://schemas.openxmlformats.org/drawingml/2006/main" w="47625">
            <a:solidFill>
              <a:srgbClr val="337568"/>
            </a:solidFill>
          </a:ln>
        </p:spPr>
      </p:sp>
      <p:sp>
        <p:nvSpPr>
          <p:cNvPr id="11" name="">
            <a:extLst xmlns:a="http://schemas.openxmlformats.org/drawingml/2006/main">
              <a:ext uri="{FF2B5EF4-FFF2-40B4-BE49-F238E27FC236}">
                <a16:creationId xmlns:a16="http://schemas.microsoft.com/office/drawing/2014/main" id="{062B151A-9BE0-4041-8EAF-EEEC549AFB77}"/>
              </a:ext>
            </a:extLst>
          </p:cNvPr>
          <p:cNvSpPr>
            <a:spLocks xmlns:a="http://schemas.openxmlformats.org/drawingml/2006/main" noGrp="1"/>
          </p:cNvSpPr>
          <p:nvPr/>
        </p:nvSpPr>
        <p:spPr>
          <a:xfrm xmlns:a="http://schemas.openxmlformats.org/drawingml/2006/main" flipH="0" flipV="1">
            <a:off x="8953500" y="1981200"/>
            <a:ext cx="0" cy="952500"/>
          </a:xfrm>
          <a:prstGeom xmlns:a="http://schemas.openxmlformats.org/drawingml/2006/main" prst="line">
            <a:avLst/>
          </a:prstGeom>
          <a:noFill xmlns:a="http://schemas.openxmlformats.org/drawingml/2006/main"/>
          <a:ln xmlns:a="http://schemas.openxmlformats.org/drawingml/2006/main" w="57150">
            <a:solidFill>
              <a:srgbClr val="337568"/>
            </a:solidFill>
          </a:ln>
        </p:spPr>
      </p:sp>
      <p:sp>
        <p:nvSpPr>
          <p:cNvPr id="12" name="">
            <a:extLst xmlns:a="http://schemas.openxmlformats.org/drawingml/2006/main">
              <a:ext uri="{FF2B5EF4-FFF2-40B4-BE49-F238E27FC236}">
                <a16:creationId xmlns:a16="http://schemas.microsoft.com/office/drawing/2014/main" id="{C83750F0-CFC4-4669-B866-436139C919A3}"/>
              </a:ext>
            </a:extLst>
          </p:cNvPr>
          <p:cNvSpPr>
            <a:spLocks xmlns:a="http://schemas.openxmlformats.org/drawingml/2006/main" noGrp="1"/>
          </p:cNvSpPr>
          <p:nvPr/>
        </p:nvSpPr>
        <p:spPr>
          <a:xfrm xmlns:a="http://schemas.openxmlformats.org/drawingml/2006/main" flipH="0" flipV="1">
            <a:off x="8953500" y="2171700"/>
            <a:ext cx="333375" cy="209550"/>
          </a:xfrm>
          <a:prstGeom xmlns:a="http://schemas.openxmlformats.org/drawingml/2006/main" prst="line">
            <a:avLst/>
          </a:prstGeom>
          <a:noFill xmlns:a="http://schemas.openxmlformats.org/drawingml/2006/main"/>
          <a:ln xmlns:a="http://schemas.openxmlformats.org/drawingml/2006/main" w="47625">
            <a:solidFill>
              <a:srgbClr val="337568"/>
            </a:solidFill>
          </a:ln>
        </p:spPr>
      </p:sp>
      <p:sp>
        <p:nvSpPr>
          <p:cNvPr id="13" name="">
            <a:extLst xmlns:a="http://schemas.openxmlformats.org/drawingml/2006/main">
              <a:ext uri="{FF2B5EF4-FFF2-40B4-BE49-F238E27FC236}">
                <a16:creationId xmlns:a16="http://schemas.microsoft.com/office/drawing/2014/main" id="{2CB38762-1172-4B2D-9A84-EAB06C196AFC}"/>
              </a:ext>
            </a:extLst>
          </p:cNvPr>
          <p:cNvSpPr>
            <a:spLocks xmlns:a="http://schemas.openxmlformats.org/drawingml/2006/main" noGrp="1"/>
          </p:cNvSpPr>
          <p:nvPr/>
        </p:nvSpPr>
        <p:spPr>
          <a:xfrm xmlns:a="http://schemas.openxmlformats.org/drawingml/2006/main" flipH="0" flipV="1">
            <a:off x="9906000" y="1981200"/>
            <a:ext cx="0" cy="952500"/>
          </a:xfrm>
          <a:prstGeom xmlns:a="http://schemas.openxmlformats.org/drawingml/2006/main" prst="line">
            <a:avLst/>
          </a:prstGeom>
          <a:noFill xmlns:a="http://schemas.openxmlformats.org/drawingml/2006/main"/>
          <a:ln xmlns:a="http://schemas.openxmlformats.org/drawingml/2006/main" w="57150">
            <a:solidFill>
              <a:srgbClr val="337568"/>
            </a:solidFill>
          </a:ln>
        </p:spPr>
      </p:sp>
      <p:sp>
        <p:nvSpPr>
          <p:cNvPr id="14" name="">
            <a:extLst xmlns:a="http://schemas.openxmlformats.org/drawingml/2006/main">
              <a:ext uri="{FF2B5EF4-FFF2-40B4-BE49-F238E27FC236}">
                <a16:creationId xmlns:a16="http://schemas.microsoft.com/office/drawing/2014/main" id="{863CB976-6639-4A45-841C-98F8CED8ADB9}"/>
              </a:ext>
            </a:extLst>
          </p:cNvPr>
          <p:cNvSpPr>
            <a:spLocks xmlns:a="http://schemas.openxmlformats.org/drawingml/2006/main" noGrp="1"/>
          </p:cNvSpPr>
          <p:nvPr/>
        </p:nvSpPr>
        <p:spPr>
          <a:xfrm xmlns:a="http://schemas.openxmlformats.org/drawingml/2006/main" flipH="0" flipV="1">
            <a:off x="9906000" y="2171700"/>
            <a:ext cx="333375" cy="209550"/>
          </a:xfrm>
          <a:prstGeom xmlns:a="http://schemas.openxmlformats.org/drawingml/2006/main" prst="line">
            <a:avLst/>
          </a:prstGeom>
          <a:noFill xmlns:a="http://schemas.openxmlformats.org/drawingml/2006/main"/>
          <a:ln xmlns:a="http://schemas.openxmlformats.org/drawingml/2006/main" w="47625">
            <a:solidFill>
              <a:srgbClr val="337568"/>
            </a:solidFill>
          </a:ln>
        </p:spPr>
      </p:sp>
      <p:sp>
        <p:nvSpPr>
          <p:cNvPr id="15" name="">
            <a:extLst xmlns:a="http://schemas.openxmlformats.org/drawingml/2006/main">
              <a:ext uri="{FF2B5EF4-FFF2-40B4-BE49-F238E27FC236}">
                <a16:creationId xmlns:a16="http://schemas.microsoft.com/office/drawing/2014/main" id="{555C863F-8A38-4B52-BED3-66C5E6CBC78B}"/>
              </a:ext>
            </a:extLst>
          </p:cNvPr>
          <p:cNvSpPr>
            <a:spLocks xmlns:a="http://schemas.openxmlformats.org/drawingml/2006/main" noGrp="1"/>
          </p:cNvSpPr>
          <p:nvPr/>
        </p:nvSpPr>
        <p:spPr>
          <a:xfrm xmlns:a="http://schemas.openxmlformats.org/drawingml/2006/main">
            <a:off x="7239000" y="4524375"/>
            <a:ext cx="3524250" cy="15240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E50B17C-DBFE-498D-9E3A-F54E4FFA8694}"/>
              </a:ext>
            </a:extLst>
          </p:cNvPr>
          <p:cNvSpPr>
            <a:spLocks xmlns:a="http://schemas.openxmlformats.org/drawingml/2006/main" noGrp="1"/>
          </p:cNvSpPr>
          <p:nvPr/>
        </p:nvSpPr>
        <p:spPr>
          <a:xfrm xmlns:a="http://schemas.openxmlformats.org/drawingml/2006/main">
            <a:off x="7448550" y="4667250"/>
            <a:ext cx="161925" cy="95250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D3E9705-05B7-4C60-8DFB-33AC86AB1EC5}"/>
              </a:ext>
            </a:extLst>
          </p:cNvPr>
          <p:cNvSpPr>
            <a:spLocks xmlns:a="http://schemas.openxmlformats.org/drawingml/2006/main" noGrp="1"/>
          </p:cNvSpPr>
          <p:nvPr/>
        </p:nvSpPr>
        <p:spPr>
          <a:xfrm xmlns:a="http://schemas.openxmlformats.org/drawingml/2006/main">
            <a:off x="10382250" y="4667250"/>
            <a:ext cx="161925" cy="95250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443AB54-09A7-433E-8834-B8BB29019032}"/>
              </a:ext>
            </a:extLst>
          </p:cNvPr>
          <p:cNvSpPr>
            <a:spLocks xmlns:a="http://schemas.openxmlformats.org/drawingml/2006/main" noGrp="1"/>
          </p:cNvSpPr>
          <p:nvPr/>
        </p:nvSpPr>
        <p:spPr>
          <a:xfrm xmlns:a="http://schemas.openxmlformats.org/drawingml/2006/main">
            <a:off x="8924925" y="1905000"/>
            <a:ext cx="57150" cy="657225"/>
          </a:xfrm>
          <a:prstGeom xmlns:a="http://schemas.openxmlformats.org/drawingml/2006/main" prst="rect">
            <a:avLst/>
          </a:prstGeom>
          <a:solidFill xmlns:a="http://schemas.openxmlformats.org/drawingml/2006/main">
            <a:srgbClr val="B34B4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5F146EA-F714-4CD9-AE78-9CDC0FC30C07}"/>
              </a:ext>
            </a:extLst>
          </p:cNvPr>
          <p:cNvSpPr>
            <a:spLocks xmlns:a="http://schemas.openxmlformats.org/drawingml/2006/main" noGrp="1"/>
          </p:cNvSpPr>
          <p:nvPr/>
        </p:nvSpPr>
        <p:spPr>
          <a:xfrm xmlns:a="http://schemas.openxmlformats.org/drawingml/2006/main" rot="10800000">
            <a:off x="8858250" y="2505075"/>
            <a:ext cx="190500" cy="209550"/>
          </a:xfrm>
          <a:prstGeom xmlns:a="http://schemas.openxmlformats.org/drawingml/2006/main" prst="triangle">
            <a:avLst/>
          </a:prstGeom>
          <a:solidFill xmlns:a="http://schemas.openxmlformats.org/drawingml/2006/main">
            <a:srgbClr val="B34B4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6B23983-0C3A-497F-BC2A-E4F0ACB63D92}"/>
              </a:ext>
            </a:extLst>
          </p:cNvPr>
          <p:cNvSpPr>
            <a:spLocks xmlns:a="http://schemas.openxmlformats.org/drawingml/2006/main" noGrp="1"/>
          </p:cNvSpPr>
          <p:nvPr/>
        </p:nvSpPr>
        <p:spPr>
          <a:xfrm xmlns:a="http://schemas.openxmlformats.org/drawingml/2006/main">
            <a:off x="7496175" y="4762500"/>
            <a:ext cx="57150" cy="371475"/>
          </a:xfrm>
          <a:prstGeom xmlns:a="http://schemas.openxmlformats.org/drawingml/2006/main" prst="rect">
            <a:avLst/>
          </a:prstGeom>
          <a:solidFill xmlns:a="http://schemas.openxmlformats.org/drawingml/2006/main">
            <a:srgbClr val="B34B4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B3BA1CB-E5CD-48BC-BB1A-4B28BD9B689D}"/>
              </a:ext>
            </a:extLst>
          </p:cNvPr>
          <p:cNvSpPr>
            <a:spLocks xmlns:a="http://schemas.openxmlformats.org/drawingml/2006/main" noGrp="1"/>
          </p:cNvSpPr>
          <p:nvPr/>
        </p:nvSpPr>
        <p:spPr>
          <a:xfrm xmlns:a="http://schemas.openxmlformats.org/drawingml/2006/main" rot="10800000">
            <a:off x="7429500" y="5076825"/>
            <a:ext cx="190500" cy="209550"/>
          </a:xfrm>
          <a:prstGeom xmlns:a="http://schemas.openxmlformats.org/drawingml/2006/main" prst="triangle">
            <a:avLst/>
          </a:prstGeom>
          <a:solidFill xmlns:a="http://schemas.openxmlformats.org/drawingml/2006/main">
            <a:srgbClr val="B34B4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D0197A6-D2CD-4F90-8ACB-FADAE83062C0}"/>
              </a:ext>
            </a:extLst>
          </p:cNvPr>
          <p:cNvSpPr>
            <a:spLocks xmlns:a="http://schemas.openxmlformats.org/drawingml/2006/main" noGrp="1"/>
          </p:cNvSpPr>
          <p:nvPr/>
        </p:nvSpPr>
        <p:spPr>
          <a:xfrm xmlns:a="http://schemas.openxmlformats.org/drawingml/2006/main">
            <a:off x="10448925" y="4762500"/>
            <a:ext cx="57150" cy="371475"/>
          </a:xfrm>
          <a:prstGeom xmlns:a="http://schemas.openxmlformats.org/drawingml/2006/main" prst="rect">
            <a:avLst/>
          </a:prstGeom>
          <a:solidFill xmlns:a="http://schemas.openxmlformats.org/drawingml/2006/main">
            <a:srgbClr val="B34B4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29AD5F2-AA1D-4272-A6A0-6D476DB3CE1F}"/>
              </a:ext>
            </a:extLst>
          </p:cNvPr>
          <p:cNvSpPr>
            <a:spLocks xmlns:a="http://schemas.openxmlformats.org/drawingml/2006/main" noGrp="1"/>
          </p:cNvSpPr>
          <p:nvPr/>
        </p:nvSpPr>
        <p:spPr>
          <a:xfrm xmlns:a="http://schemas.openxmlformats.org/drawingml/2006/main" rot="10800000">
            <a:off x="10382250" y="5076825"/>
            <a:ext cx="190500" cy="209550"/>
          </a:xfrm>
          <a:prstGeom xmlns:a="http://schemas.openxmlformats.org/drawingml/2006/main" prst="triangle">
            <a:avLst/>
          </a:prstGeom>
          <a:solidFill xmlns:a="http://schemas.openxmlformats.org/drawingml/2006/main">
            <a:srgbClr val="B34B4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BE959B1-E525-406A-8B9E-B79531AA4B4B}"/>
              </a:ext>
            </a:extLst>
          </p:cNvPr>
          <p:cNvSpPr>
            <a:spLocks xmlns:a="http://schemas.openxmlformats.org/drawingml/2006/main" noGrp="1"/>
          </p:cNvSpPr>
          <p:nvPr/>
        </p:nvSpPr>
        <p:spPr>
          <a:xfrm xmlns:a="http://schemas.openxmlformats.org/drawingml/2006/main">
            <a:off x="7000875" y="571500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243845"/>
                </a:solidFill>
                <a:latin typeface="Yu Gothic"/>
                <a:ea typeface="Yu Gothic"/>
                <a:cs typeface="Yu Gothic"/>
              </a:defRPr>
            </a:defPPr>
            <a:lvl1pPr>
              <a:buNone/>
              <a:defRPr sz="1800" b="0">
                <a:solidFill>
                  <a:srgbClr val="243845"/>
                </a:solidFill>
                <a:latin typeface="Yu Gothic"/>
                <a:ea typeface="Yu Gothic"/>
                <a:cs typeface="Yu Gothic"/>
              </a:defRPr>
            </a:lvl1pPr>
            <a:lvl2pPr>
              <a:buNone/>
              <a:defRPr sz="1800" b="0">
                <a:solidFill>
                  <a:srgbClr val="243845"/>
                </a:solidFill>
                <a:latin typeface="Yu Gothic"/>
                <a:ea typeface="Yu Gothic"/>
                <a:cs typeface="Yu Gothic"/>
              </a:defRPr>
            </a:lvl2pPr>
            <a:lvl3pPr>
              <a:buNone/>
              <a:defRPr sz="1800" b="0">
                <a:solidFill>
                  <a:srgbClr val="243845"/>
                </a:solidFill>
                <a:latin typeface="Yu Gothic"/>
                <a:ea typeface="Yu Gothic"/>
                <a:cs typeface="Yu Gothic"/>
              </a:defRPr>
            </a:lvl3pPr>
            <a:lvl4pPr>
              <a:buNone/>
              <a:defRPr sz="1800" b="0">
                <a:solidFill>
                  <a:srgbClr val="243845"/>
                </a:solidFill>
                <a:latin typeface="Yu Gothic"/>
                <a:ea typeface="Yu Gothic"/>
                <a:cs typeface="Yu Gothic"/>
              </a:defRPr>
            </a:lvl4pPr>
            <a:lvl5pPr>
              <a:buNone/>
              <a:defRPr sz="1800" b="0">
                <a:solidFill>
                  <a:srgbClr val="243845"/>
                </a:solidFill>
                <a:latin typeface="Yu Gothic"/>
                <a:ea typeface="Yu Gothic"/>
                <a:cs typeface="Yu Gothic"/>
              </a:defRPr>
            </a:lvl5pPr>
            <a:lvl6pPr>
              <a:buNone/>
              <a:defRPr sz="1800" b="0">
                <a:solidFill>
                  <a:srgbClr val="243845"/>
                </a:solidFill>
                <a:latin typeface="Yu Gothic"/>
                <a:ea typeface="Yu Gothic"/>
                <a:cs typeface="Yu Gothic"/>
              </a:defRPr>
            </a:lvl6pPr>
            <a:lvl7pPr>
              <a:buNone/>
              <a:defRPr sz="1800" b="0">
                <a:solidFill>
                  <a:srgbClr val="243845"/>
                </a:solidFill>
                <a:latin typeface="Yu Gothic"/>
                <a:ea typeface="Yu Gothic"/>
                <a:cs typeface="Yu Gothic"/>
              </a:defRPr>
            </a:lvl7pPr>
            <a:lvl8pPr>
              <a:buNone/>
              <a:defRPr sz="1800" b="0">
                <a:solidFill>
                  <a:srgbClr val="243845"/>
                </a:solidFill>
                <a:latin typeface="Yu Gothic"/>
                <a:ea typeface="Yu Gothic"/>
                <a:cs typeface="Yu Gothic"/>
              </a:defRPr>
            </a:lvl8pPr>
            <a:lvl9pPr>
              <a:buNone/>
              <a:defRPr sz="1800" b="0">
                <a:solidFill>
                  <a:srgbClr val="243845"/>
                </a:solidFill>
                <a:latin typeface="Yu Gothic"/>
                <a:ea typeface="Yu Gothic"/>
                <a:cs typeface="Yu Gothic"/>
              </a:defRPr>
            </a:lvl9pPr>
          </a:lstStyle>
          <a:p xmlns:a="http://schemas.openxmlformats.org/drawingml/2006/main">
            <a:pPr>
              <a:buNone/>
              <a:defRPr sz="1800" b="0">
                <a:solidFill>
                  <a:srgbClr val="243845"/>
                </a:solidFill>
                <a:latin typeface="Yu Gothic"/>
                <a:ea typeface="Yu Gothic"/>
                <a:cs typeface="Yu Gothic"/>
              </a:defRPr>
            </a:pPr>
            <a:r>
              <a:rPr sz="1800" b="0">
                <a:solidFill>
                  <a:srgbClr val="243845"/>
                </a:solidFill>
                <a:latin typeface="Yu Gothic"/>
                <a:ea typeface="Yu Gothic"/>
                <a:cs typeface="Yu Gothic"/>
              </a:rPr>
              <a:t>容器 → 架台 → 脚 → 床</a:t>
            </a:r>
          </a:p>
        </p:txBody>
      </p:sp>
      <p:sp>
        <p:nvSpPr>
          <p:cNvPr id="25" name="">
            <a:extLst xmlns:a="http://schemas.openxmlformats.org/drawingml/2006/main">
              <a:ext uri="{FF2B5EF4-FFF2-40B4-BE49-F238E27FC236}">
                <a16:creationId xmlns:a16="http://schemas.microsoft.com/office/drawing/2014/main" id="{0B536A3E-6B55-4D48-BE0A-B64A7ECEF6B0}"/>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26" name="">
            <a:extLst xmlns:a="http://schemas.openxmlformats.org/drawingml/2006/main">
              <a:ext uri="{FF2B5EF4-FFF2-40B4-BE49-F238E27FC236}">
                <a16:creationId xmlns:a16="http://schemas.microsoft.com/office/drawing/2014/main" id="{F558CE52-EDA5-4F69-8961-2D8C2C61157B}"/>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26 / 38</a:t>
            </a:r>
          </a:p>
        </p:txBody>
      </p:sp>
    </p:spTree>
    <p:extLst>
      <p:ext uri="{BB962C8B-B14F-4D97-AF65-F5344CB8AC3E}">
        <p14:creationId xmlns:p14="http://schemas.microsoft.com/office/powerpoint/2010/main" val="4680825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51FC8E6-3428-475C-B0AF-DC694715A5A4}"/>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加工・接合・修理まで比べる</a:t>
            </a:r>
          </a:p>
        </p:txBody>
      </p:sp>
      <p:sp>
        <p:nvSpPr>
          <p:cNvPr id="2" name="">
            <a:extLst xmlns:a="http://schemas.openxmlformats.org/drawingml/2006/main">
              <a:ext uri="{FF2B5EF4-FFF2-40B4-BE49-F238E27FC236}">
                <a16:creationId xmlns:a16="http://schemas.microsoft.com/office/drawing/2014/main" id="{87E5CB9D-CE7B-4E60-A125-5E9F6A6760E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7E46B9D-D78F-4E32-B49E-4F3E101AEBAC}"/>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切る・穴をあける・成形する</a:t>
            </a:r>
          </a:p>
        </p:txBody>
      </p:sp>
      <p:sp>
        <p:nvSpPr>
          <p:cNvPr id="4" name="">
            <a:extLst xmlns:a="http://schemas.openxmlformats.org/drawingml/2006/main">
              <a:ext uri="{FF2B5EF4-FFF2-40B4-BE49-F238E27FC236}">
                <a16:creationId xmlns:a16="http://schemas.microsoft.com/office/drawing/2014/main" id="{D2011202-F02D-4FC7-B2E8-6F2827324B4F}"/>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ねじ・ボルト・接着などを選ぶ</a:t>
            </a:r>
          </a:p>
        </p:txBody>
      </p:sp>
      <p:sp>
        <p:nvSpPr>
          <p:cNvPr id="5" name="">
            <a:extLst xmlns:a="http://schemas.openxmlformats.org/drawingml/2006/main">
              <a:ext uri="{FF2B5EF4-FFF2-40B4-BE49-F238E27FC236}">
                <a16:creationId xmlns:a16="http://schemas.microsoft.com/office/drawing/2014/main" id="{6C2F1C23-D49A-4FD9-A589-E68B081A0C66}"/>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濡れ・荷重・交換を考える</a:t>
            </a:r>
          </a:p>
        </p:txBody>
      </p:sp>
      <p:sp>
        <p:nvSpPr>
          <p:cNvPr id="6" name="">
            <a:extLst xmlns:a="http://schemas.openxmlformats.org/drawingml/2006/main">
              <a:ext uri="{FF2B5EF4-FFF2-40B4-BE49-F238E27FC236}">
                <a16:creationId xmlns:a16="http://schemas.microsoft.com/office/drawing/2014/main" id="{30F86E84-0386-4017-BD12-BA39DE634AF1}"/>
              </a:ext>
            </a:extLst>
          </p:cNvPr>
          <p:cNvSpPr>
            <a:spLocks xmlns:a="http://schemas.openxmlformats.org/drawingml/2006/main" noGrp="1"/>
          </p:cNvSpPr>
          <p:nvPr/>
        </p:nvSpPr>
        <p:spPr>
          <a:xfrm xmlns:a="http://schemas.openxmlformats.org/drawingml/2006/main">
            <a:off x="809625" y="4524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工具と技能、作業時間を確かめる</a:t>
            </a:r>
          </a:p>
        </p:txBody>
      </p:sp>
      <p:sp>
        <p:nvSpPr>
          <p:cNvPr id="7" name="">
            <a:extLst xmlns:a="http://schemas.openxmlformats.org/drawingml/2006/main">
              <a:ext uri="{FF2B5EF4-FFF2-40B4-BE49-F238E27FC236}">
                <a16:creationId xmlns:a16="http://schemas.microsoft.com/office/drawing/2014/main" id="{2B8BF50E-F261-4BEE-8087-A34A8A5D6C77}"/>
              </a:ext>
            </a:extLst>
          </p:cNvPr>
          <p:cNvSpPr>
            <a:spLocks xmlns:a="http://schemas.openxmlformats.org/drawingml/2006/main" noGrp="1"/>
          </p:cNvSpPr>
          <p:nvPr/>
        </p:nvSpPr>
        <p:spPr>
          <a:xfrm xmlns:a="http://schemas.openxmlformats.org/drawingml/2006/main">
            <a:off x="7477125" y="2714625"/>
            <a:ext cx="2667000" cy="285750"/>
          </a:xfrm>
          <a:prstGeom xmlns:a="http://schemas.openxmlformats.org/drawingml/2006/main" prst="rect">
            <a:avLst/>
          </a:prstGeom>
          <a:solidFill xmlns:a="http://schemas.openxmlformats.org/drawingml/2006/main">
            <a:srgbClr val="B99A7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63EBDBB-0C33-48A0-A944-BDAC177E365D}"/>
              </a:ext>
            </a:extLst>
          </p:cNvPr>
          <p:cNvSpPr>
            <a:spLocks xmlns:a="http://schemas.openxmlformats.org/drawingml/2006/main" noGrp="1"/>
          </p:cNvSpPr>
          <p:nvPr/>
        </p:nvSpPr>
        <p:spPr>
          <a:xfrm xmlns:a="http://schemas.openxmlformats.org/drawingml/2006/main">
            <a:off x="8763000" y="3000375"/>
            <a:ext cx="285750" cy="2190750"/>
          </a:xfrm>
          <a:prstGeom xmlns:a="http://schemas.openxmlformats.org/drawingml/2006/main" prst="rect">
            <a:avLst/>
          </a:prstGeom>
          <a:solidFill xmlns:a="http://schemas.openxmlformats.org/drawingml/2006/main">
            <a:srgbClr val="B99A7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A6499C4-B66D-4797-B5D6-71F07E6C62B6}"/>
              </a:ext>
            </a:extLst>
          </p:cNvPr>
          <p:cNvSpPr>
            <a:spLocks xmlns:a="http://schemas.openxmlformats.org/drawingml/2006/main" noGrp="1"/>
          </p:cNvSpPr>
          <p:nvPr/>
        </p:nvSpPr>
        <p:spPr>
          <a:xfrm xmlns:a="http://schemas.openxmlformats.org/drawingml/2006/main">
            <a:off x="8810625" y="2667000"/>
            <a:ext cx="190500" cy="28575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AA5241-2A68-462F-B517-F96A909B2B36}"/>
              </a:ext>
            </a:extLst>
          </p:cNvPr>
          <p:cNvSpPr>
            <a:spLocks xmlns:a="http://schemas.openxmlformats.org/drawingml/2006/main" noGrp="1"/>
          </p:cNvSpPr>
          <p:nvPr/>
        </p:nvSpPr>
        <p:spPr>
          <a:xfrm xmlns:a="http://schemas.openxmlformats.org/drawingml/2006/main">
            <a:off x="8810625" y="3190875"/>
            <a:ext cx="190500" cy="285750"/>
          </a:xfrm>
          <a:prstGeom xmlns:a="http://schemas.openxmlformats.org/drawingml/2006/main" prst="rect">
            <a:avLst/>
          </a:prstGeom>
          <a:solidFill xmlns:a="http://schemas.openxmlformats.org/drawingml/2006/main">
            <a:srgbClr val="71818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B99EFF3-94F8-4D7E-A20C-B0B7BE1B032F}"/>
              </a:ext>
            </a:extLst>
          </p:cNvPr>
          <p:cNvSpPr>
            <a:spLocks xmlns:a="http://schemas.openxmlformats.org/drawingml/2006/main" noGrp="1"/>
          </p:cNvSpPr>
          <p:nvPr/>
        </p:nvSpPr>
        <p:spPr>
          <a:xfrm xmlns:a="http://schemas.openxmlformats.org/drawingml/2006/main">
            <a:off x="6762750" y="54292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43845"/>
                </a:solidFill>
                <a:latin typeface="Yu Gothic"/>
                <a:ea typeface="Yu Gothic"/>
                <a:cs typeface="Yu Gothic"/>
              </a:defRPr>
            </a:defPPr>
            <a:lvl1pPr>
              <a:buNone/>
              <a:defRPr sz="2025" b="1">
                <a:solidFill>
                  <a:srgbClr val="243845"/>
                </a:solidFill>
                <a:latin typeface="Yu Gothic"/>
                <a:ea typeface="Yu Gothic"/>
                <a:cs typeface="Yu Gothic"/>
              </a:defRPr>
            </a:lvl1pPr>
            <a:lvl2pPr>
              <a:buNone/>
              <a:defRPr sz="2025" b="1">
                <a:solidFill>
                  <a:srgbClr val="243845"/>
                </a:solidFill>
                <a:latin typeface="Yu Gothic"/>
                <a:ea typeface="Yu Gothic"/>
                <a:cs typeface="Yu Gothic"/>
              </a:defRPr>
            </a:lvl2pPr>
            <a:lvl3pPr>
              <a:buNone/>
              <a:defRPr sz="2025" b="1">
                <a:solidFill>
                  <a:srgbClr val="243845"/>
                </a:solidFill>
                <a:latin typeface="Yu Gothic"/>
                <a:ea typeface="Yu Gothic"/>
                <a:cs typeface="Yu Gothic"/>
              </a:defRPr>
            </a:lvl3pPr>
            <a:lvl4pPr>
              <a:buNone/>
              <a:defRPr sz="2025" b="1">
                <a:solidFill>
                  <a:srgbClr val="243845"/>
                </a:solidFill>
                <a:latin typeface="Yu Gothic"/>
                <a:ea typeface="Yu Gothic"/>
                <a:cs typeface="Yu Gothic"/>
              </a:defRPr>
            </a:lvl4pPr>
            <a:lvl5pPr>
              <a:buNone/>
              <a:defRPr sz="2025" b="1">
                <a:solidFill>
                  <a:srgbClr val="243845"/>
                </a:solidFill>
                <a:latin typeface="Yu Gothic"/>
                <a:ea typeface="Yu Gothic"/>
                <a:cs typeface="Yu Gothic"/>
              </a:defRPr>
            </a:lvl5pPr>
            <a:lvl6pPr>
              <a:buNone/>
              <a:defRPr sz="2025" b="1">
                <a:solidFill>
                  <a:srgbClr val="243845"/>
                </a:solidFill>
                <a:latin typeface="Yu Gothic"/>
                <a:ea typeface="Yu Gothic"/>
                <a:cs typeface="Yu Gothic"/>
              </a:defRPr>
            </a:lvl6pPr>
            <a:lvl7pPr>
              <a:buNone/>
              <a:defRPr sz="2025" b="1">
                <a:solidFill>
                  <a:srgbClr val="243845"/>
                </a:solidFill>
                <a:latin typeface="Yu Gothic"/>
                <a:ea typeface="Yu Gothic"/>
                <a:cs typeface="Yu Gothic"/>
              </a:defRPr>
            </a:lvl7pPr>
            <a:lvl8pPr>
              <a:buNone/>
              <a:defRPr sz="2025" b="1">
                <a:solidFill>
                  <a:srgbClr val="243845"/>
                </a:solidFill>
                <a:latin typeface="Yu Gothic"/>
                <a:ea typeface="Yu Gothic"/>
                <a:cs typeface="Yu Gothic"/>
              </a:defRPr>
            </a:lvl8pPr>
            <a:lvl9pPr>
              <a:buNone/>
              <a:defRPr sz="2025" b="1">
                <a:solidFill>
                  <a:srgbClr val="243845"/>
                </a:solidFill>
                <a:latin typeface="Yu Gothic"/>
                <a:ea typeface="Yu Gothic"/>
                <a:cs typeface="Yu Gothic"/>
              </a:defRPr>
            </a:lvl9pPr>
          </a:lstStyle>
          <a:p xmlns:a="http://schemas.openxmlformats.org/drawingml/2006/main">
            <a:pPr>
              <a:buNone/>
              <a:defRPr sz="2025" b="1">
                <a:solidFill>
                  <a:srgbClr val="243845"/>
                </a:solidFill>
                <a:latin typeface="Yu Gothic"/>
                <a:ea typeface="Yu Gothic"/>
                <a:cs typeface="Yu Gothic"/>
              </a:defRPr>
            </a:pPr>
            <a:r>
              <a:rPr sz="2025" b="1">
                <a:solidFill>
                  <a:srgbClr val="243845"/>
                </a:solidFill>
                <a:latin typeface="Yu Gothic"/>
                <a:ea typeface="Yu Gothic"/>
                <a:cs typeface="Yu Gothic"/>
              </a:rPr>
              <a:t>接合部を拡大して確かめる</a:t>
            </a:r>
          </a:p>
        </p:txBody>
      </p:sp>
      <p:sp>
        <p:nvSpPr>
          <p:cNvPr id="12" name="">
            <a:extLst xmlns:a="http://schemas.openxmlformats.org/drawingml/2006/main">
              <a:ext uri="{FF2B5EF4-FFF2-40B4-BE49-F238E27FC236}">
                <a16:creationId xmlns:a16="http://schemas.microsoft.com/office/drawing/2014/main" id="{624B5D03-CD71-44C7-BAB6-877E58401E24}"/>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3" name="">
            <a:extLst xmlns:a="http://schemas.openxmlformats.org/drawingml/2006/main">
              <a:ext uri="{FF2B5EF4-FFF2-40B4-BE49-F238E27FC236}">
                <a16:creationId xmlns:a16="http://schemas.microsoft.com/office/drawing/2014/main" id="{36E9C588-69EF-4A94-BA70-AE55238350B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27 / 38</a:t>
            </a:r>
          </a:p>
        </p:txBody>
      </p:sp>
    </p:spTree>
    <p:extLst>
      <p:ext uri="{BB962C8B-B14F-4D97-AF65-F5344CB8AC3E}">
        <p14:creationId xmlns:p14="http://schemas.microsoft.com/office/powerpoint/2010/main" val="131814198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E2C443A-318E-4798-9482-46E53F01D45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演習：屋外に変わったら</a:t>
            </a:r>
          </a:p>
        </p:txBody>
      </p:sp>
      <p:sp>
        <p:nvSpPr>
          <p:cNvPr id="2" name="">
            <a:extLst xmlns:a="http://schemas.openxmlformats.org/drawingml/2006/main">
              <a:ext uri="{FF2B5EF4-FFF2-40B4-BE49-F238E27FC236}">
                <a16:creationId xmlns:a16="http://schemas.microsoft.com/office/drawing/2014/main" id="{C51497F7-038F-4E44-98A7-1BFCA7F3F64C}"/>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32F51CD-A705-445D-8344-CFAFB867757F}"/>
              </a:ext>
            </a:extLst>
          </p:cNvPr>
          <p:cNvSpPr>
            <a:spLocks xmlns:a="http://schemas.openxmlformats.org/drawingml/2006/main" noGrp="1"/>
          </p:cNvSpPr>
          <p:nvPr/>
        </p:nvSpPr>
        <p:spPr>
          <a:xfrm xmlns:a="http://schemas.openxmlformats.org/drawingml/2006/main">
            <a:off x="904875" y="17621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43845"/>
                </a:solidFill>
                <a:latin typeface="Yu Gothic"/>
                <a:ea typeface="Yu Gothic"/>
                <a:cs typeface="Yu Gothic"/>
              </a:defRPr>
            </a:defPPr>
            <a:lvl1pPr>
              <a:buNone/>
              <a:defRPr sz="2400" b="1">
                <a:solidFill>
                  <a:srgbClr val="243845"/>
                </a:solidFill>
                <a:latin typeface="Yu Gothic"/>
                <a:ea typeface="Yu Gothic"/>
                <a:cs typeface="Yu Gothic"/>
              </a:defRPr>
            </a:lvl1pPr>
            <a:lvl2pPr>
              <a:buNone/>
              <a:defRPr sz="2400" b="1">
                <a:solidFill>
                  <a:srgbClr val="243845"/>
                </a:solidFill>
                <a:latin typeface="Yu Gothic"/>
                <a:ea typeface="Yu Gothic"/>
                <a:cs typeface="Yu Gothic"/>
              </a:defRPr>
            </a:lvl2pPr>
            <a:lvl3pPr>
              <a:buNone/>
              <a:defRPr sz="2400" b="1">
                <a:solidFill>
                  <a:srgbClr val="243845"/>
                </a:solidFill>
                <a:latin typeface="Yu Gothic"/>
                <a:ea typeface="Yu Gothic"/>
                <a:cs typeface="Yu Gothic"/>
              </a:defRPr>
            </a:lvl3pPr>
            <a:lvl4pPr>
              <a:buNone/>
              <a:defRPr sz="2400" b="1">
                <a:solidFill>
                  <a:srgbClr val="243845"/>
                </a:solidFill>
                <a:latin typeface="Yu Gothic"/>
                <a:ea typeface="Yu Gothic"/>
                <a:cs typeface="Yu Gothic"/>
              </a:defRPr>
            </a:lvl4pPr>
            <a:lvl5pPr>
              <a:buNone/>
              <a:defRPr sz="2400" b="1">
                <a:solidFill>
                  <a:srgbClr val="243845"/>
                </a:solidFill>
                <a:latin typeface="Yu Gothic"/>
                <a:ea typeface="Yu Gothic"/>
                <a:cs typeface="Yu Gothic"/>
              </a:defRPr>
            </a:lvl5pPr>
            <a:lvl6pPr>
              <a:buNone/>
              <a:defRPr sz="2400" b="1">
                <a:solidFill>
                  <a:srgbClr val="243845"/>
                </a:solidFill>
                <a:latin typeface="Yu Gothic"/>
                <a:ea typeface="Yu Gothic"/>
                <a:cs typeface="Yu Gothic"/>
              </a:defRPr>
            </a:lvl6pPr>
            <a:lvl7pPr>
              <a:buNone/>
              <a:defRPr sz="2400" b="1">
                <a:solidFill>
                  <a:srgbClr val="243845"/>
                </a:solidFill>
                <a:latin typeface="Yu Gothic"/>
                <a:ea typeface="Yu Gothic"/>
                <a:cs typeface="Yu Gothic"/>
              </a:defRPr>
            </a:lvl7pPr>
            <a:lvl8pPr>
              <a:buNone/>
              <a:defRPr sz="2400" b="1">
                <a:solidFill>
                  <a:srgbClr val="243845"/>
                </a:solidFill>
                <a:latin typeface="Yu Gothic"/>
                <a:ea typeface="Yu Gothic"/>
                <a:cs typeface="Yu Gothic"/>
              </a:defRPr>
            </a:lvl8pPr>
            <a:lvl9pPr>
              <a:buNone/>
              <a:defRPr sz="2400" b="1">
                <a:solidFill>
                  <a:srgbClr val="243845"/>
                </a:solidFill>
                <a:latin typeface="Yu Gothic"/>
                <a:ea typeface="Yu Gothic"/>
                <a:cs typeface="Yu Gothic"/>
              </a:defRPr>
            </a:lvl9pPr>
          </a:lstStyle>
          <a:p xmlns:a="http://schemas.openxmlformats.org/drawingml/2006/main">
            <a:pPr>
              <a:buNone/>
              <a:defRPr sz="2400" b="1">
                <a:solidFill>
                  <a:srgbClr val="243845"/>
                </a:solidFill>
                <a:latin typeface="Yu Gothic"/>
                <a:ea typeface="Yu Gothic"/>
                <a:cs typeface="Yu Gothic"/>
              </a:defRPr>
            </a:pPr>
            <a:r>
              <a:rPr sz="2400" b="1">
                <a:solidFill>
                  <a:srgbClr val="243845"/>
                </a:solidFill>
                <a:latin typeface="Yu Gothic"/>
                <a:ea typeface="Yu Gothic"/>
                <a:cs typeface="Yu Gothic"/>
              </a:rPr>
              <a:t>屋内・短期間から、屋外・数年間へ</a:t>
            </a:r>
          </a:p>
        </p:txBody>
      </p:sp>
      <p:sp>
        <p:nvSpPr>
          <p:cNvPr id="4" name="">
            <a:extLst xmlns:a="http://schemas.openxmlformats.org/drawingml/2006/main">
              <a:ext uri="{FF2B5EF4-FFF2-40B4-BE49-F238E27FC236}">
                <a16:creationId xmlns:a16="http://schemas.microsoft.com/office/drawing/2014/main" id="{63951EC0-F767-4360-9DA8-4955AD2D6454}"/>
              </a:ext>
            </a:extLst>
          </p:cNvPr>
          <p:cNvSpPr>
            <a:spLocks xmlns:a="http://schemas.openxmlformats.org/drawingml/2006/main" noGrp="1"/>
          </p:cNvSpPr>
          <p:nvPr/>
        </p:nvSpPr>
        <p:spPr>
          <a:xfrm xmlns:a="http://schemas.openxmlformats.org/drawingml/2006/main">
            <a:off x="904875" y="26384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43845"/>
                </a:solidFill>
                <a:latin typeface="Yu Gothic"/>
                <a:ea typeface="Yu Gothic"/>
                <a:cs typeface="Yu Gothic"/>
              </a:defRPr>
            </a:defPPr>
            <a:lvl1pPr>
              <a:buNone/>
              <a:defRPr sz="2400" b="0">
                <a:solidFill>
                  <a:srgbClr val="243845"/>
                </a:solidFill>
                <a:latin typeface="Yu Gothic"/>
                <a:ea typeface="Yu Gothic"/>
                <a:cs typeface="Yu Gothic"/>
              </a:defRPr>
            </a:lvl1pPr>
            <a:lvl2pPr>
              <a:buNone/>
              <a:defRPr sz="2400" b="0">
                <a:solidFill>
                  <a:srgbClr val="243845"/>
                </a:solidFill>
                <a:latin typeface="Yu Gothic"/>
                <a:ea typeface="Yu Gothic"/>
                <a:cs typeface="Yu Gothic"/>
              </a:defRPr>
            </a:lvl2pPr>
            <a:lvl3pPr>
              <a:buNone/>
              <a:defRPr sz="2400" b="0">
                <a:solidFill>
                  <a:srgbClr val="243845"/>
                </a:solidFill>
                <a:latin typeface="Yu Gothic"/>
                <a:ea typeface="Yu Gothic"/>
                <a:cs typeface="Yu Gothic"/>
              </a:defRPr>
            </a:lvl3pPr>
            <a:lvl4pPr>
              <a:buNone/>
              <a:defRPr sz="2400" b="0">
                <a:solidFill>
                  <a:srgbClr val="243845"/>
                </a:solidFill>
                <a:latin typeface="Yu Gothic"/>
                <a:ea typeface="Yu Gothic"/>
                <a:cs typeface="Yu Gothic"/>
              </a:defRPr>
            </a:lvl4pPr>
            <a:lvl5pPr>
              <a:buNone/>
              <a:defRPr sz="2400" b="0">
                <a:solidFill>
                  <a:srgbClr val="243845"/>
                </a:solidFill>
                <a:latin typeface="Yu Gothic"/>
                <a:ea typeface="Yu Gothic"/>
                <a:cs typeface="Yu Gothic"/>
              </a:defRPr>
            </a:lvl5pPr>
            <a:lvl6pPr>
              <a:buNone/>
              <a:defRPr sz="2400" b="0">
                <a:solidFill>
                  <a:srgbClr val="243845"/>
                </a:solidFill>
                <a:latin typeface="Yu Gothic"/>
                <a:ea typeface="Yu Gothic"/>
                <a:cs typeface="Yu Gothic"/>
              </a:defRPr>
            </a:lvl6pPr>
            <a:lvl7pPr>
              <a:buNone/>
              <a:defRPr sz="2400" b="0">
                <a:solidFill>
                  <a:srgbClr val="243845"/>
                </a:solidFill>
                <a:latin typeface="Yu Gothic"/>
                <a:ea typeface="Yu Gothic"/>
                <a:cs typeface="Yu Gothic"/>
              </a:defRPr>
            </a:lvl7pPr>
            <a:lvl8pPr>
              <a:buNone/>
              <a:defRPr sz="2400" b="0">
                <a:solidFill>
                  <a:srgbClr val="243845"/>
                </a:solidFill>
                <a:latin typeface="Yu Gothic"/>
                <a:ea typeface="Yu Gothic"/>
                <a:cs typeface="Yu Gothic"/>
              </a:defRPr>
            </a:lvl8pPr>
            <a:lvl9pPr>
              <a:buNone/>
              <a:defRPr sz="2400" b="0">
                <a:solidFill>
                  <a:srgbClr val="243845"/>
                </a:solidFill>
                <a:latin typeface="Yu Gothic"/>
                <a:ea typeface="Yu Gothic"/>
                <a:cs typeface="Yu Gothic"/>
              </a:defRPr>
            </a:lvl9pPr>
          </a:lstStyle>
          <a:p xmlns:a="http://schemas.openxmlformats.org/drawingml/2006/main">
            <a:pPr>
              <a:buNone/>
              <a:defRPr sz="2400" b="0">
                <a:solidFill>
                  <a:srgbClr val="243845"/>
                </a:solidFill>
                <a:latin typeface="Yu Gothic"/>
                <a:ea typeface="Yu Gothic"/>
                <a:cs typeface="Yu Gothic"/>
              </a:defRPr>
            </a:pPr>
            <a:r>
              <a:rPr sz="2400" b="0">
                <a:solidFill>
                  <a:srgbClr val="243845"/>
                </a:solidFill>
                <a:latin typeface="Yu Gothic"/>
                <a:ea typeface="Yu Gothic"/>
                <a:cs typeface="Yu Gothic"/>
              </a:rPr>
              <a:t>追加して確かめる条件を三つ</a:t>
            </a:r>
          </a:p>
        </p:txBody>
      </p:sp>
      <p:sp>
        <p:nvSpPr>
          <p:cNvPr id="5" name="">
            <a:extLst xmlns:a="http://schemas.openxmlformats.org/drawingml/2006/main">
              <a:ext uri="{FF2B5EF4-FFF2-40B4-BE49-F238E27FC236}">
                <a16:creationId xmlns:a16="http://schemas.microsoft.com/office/drawing/2014/main" id="{3174A42A-4169-4B72-AC5C-AA0AB5E65334}"/>
              </a:ext>
            </a:extLst>
          </p:cNvPr>
          <p:cNvSpPr>
            <a:spLocks xmlns:a="http://schemas.openxmlformats.org/drawingml/2006/main" noGrp="1"/>
          </p:cNvSpPr>
          <p:nvPr/>
        </p:nvSpPr>
        <p:spPr>
          <a:xfrm xmlns:a="http://schemas.openxmlformats.org/drawingml/2006/main">
            <a:off x="904875" y="35147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43845"/>
                </a:solidFill>
                <a:latin typeface="Yu Gothic"/>
                <a:ea typeface="Yu Gothic"/>
                <a:cs typeface="Yu Gothic"/>
              </a:defRPr>
            </a:defPPr>
            <a:lvl1pPr>
              <a:buNone/>
              <a:defRPr sz="2400" b="0">
                <a:solidFill>
                  <a:srgbClr val="243845"/>
                </a:solidFill>
                <a:latin typeface="Yu Gothic"/>
                <a:ea typeface="Yu Gothic"/>
                <a:cs typeface="Yu Gothic"/>
              </a:defRPr>
            </a:lvl1pPr>
            <a:lvl2pPr>
              <a:buNone/>
              <a:defRPr sz="2400" b="0">
                <a:solidFill>
                  <a:srgbClr val="243845"/>
                </a:solidFill>
                <a:latin typeface="Yu Gothic"/>
                <a:ea typeface="Yu Gothic"/>
                <a:cs typeface="Yu Gothic"/>
              </a:defRPr>
            </a:lvl2pPr>
            <a:lvl3pPr>
              <a:buNone/>
              <a:defRPr sz="2400" b="0">
                <a:solidFill>
                  <a:srgbClr val="243845"/>
                </a:solidFill>
                <a:latin typeface="Yu Gothic"/>
                <a:ea typeface="Yu Gothic"/>
                <a:cs typeface="Yu Gothic"/>
              </a:defRPr>
            </a:lvl3pPr>
            <a:lvl4pPr>
              <a:buNone/>
              <a:defRPr sz="2400" b="0">
                <a:solidFill>
                  <a:srgbClr val="243845"/>
                </a:solidFill>
                <a:latin typeface="Yu Gothic"/>
                <a:ea typeface="Yu Gothic"/>
                <a:cs typeface="Yu Gothic"/>
              </a:defRPr>
            </a:lvl4pPr>
            <a:lvl5pPr>
              <a:buNone/>
              <a:defRPr sz="2400" b="0">
                <a:solidFill>
                  <a:srgbClr val="243845"/>
                </a:solidFill>
                <a:latin typeface="Yu Gothic"/>
                <a:ea typeface="Yu Gothic"/>
                <a:cs typeface="Yu Gothic"/>
              </a:defRPr>
            </a:lvl5pPr>
            <a:lvl6pPr>
              <a:buNone/>
              <a:defRPr sz="2400" b="0">
                <a:solidFill>
                  <a:srgbClr val="243845"/>
                </a:solidFill>
                <a:latin typeface="Yu Gothic"/>
                <a:ea typeface="Yu Gothic"/>
                <a:cs typeface="Yu Gothic"/>
              </a:defRPr>
            </a:lvl6pPr>
            <a:lvl7pPr>
              <a:buNone/>
              <a:defRPr sz="2400" b="0">
                <a:solidFill>
                  <a:srgbClr val="243845"/>
                </a:solidFill>
                <a:latin typeface="Yu Gothic"/>
                <a:ea typeface="Yu Gothic"/>
                <a:cs typeface="Yu Gothic"/>
              </a:defRPr>
            </a:lvl7pPr>
            <a:lvl8pPr>
              <a:buNone/>
              <a:defRPr sz="2400" b="0">
                <a:solidFill>
                  <a:srgbClr val="243845"/>
                </a:solidFill>
                <a:latin typeface="Yu Gothic"/>
                <a:ea typeface="Yu Gothic"/>
                <a:cs typeface="Yu Gothic"/>
              </a:defRPr>
            </a:lvl8pPr>
            <a:lvl9pPr>
              <a:buNone/>
              <a:defRPr sz="2400" b="0">
                <a:solidFill>
                  <a:srgbClr val="243845"/>
                </a:solidFill>
                <a:latin typeface="Yu Gothic"/>
                <a:ea typeface="Yu Gothic"/>
                <a:cs typeface="Yu Gothic"/>
              </a:defRPr>
            </a:lvl9pPr>
          </a:lstStyle>
          <a:p xmlns:a="http://schemas.openxmlformats.org/drawingml/2006/main">
            <a:pPr>
              <a:buNone/>
              <a:defRPr sz="2400" b="0">
                <a:solidFill>
                  <a:srgbClr val="243845"/>
                </a:solidFill>
                <a:latin typeface="Yu Gothic"/>
                <a:ea typeface="Yu Gothic"/>
                <a:cs typeface="Yu Gothic"/>
              </a:defRPr>
            </a:pPr>
            <a:r>
              <a:rPr sz="2400" b="0">
                <a:solidFill>
                  <a:srgbClr val="243845"/>
                </a:solidFill>
                <a:latin typeface="Yu Gothic"/>
                <a:ea typeface="Yu Gothic"/>
                <a:cs typeface="Yu Gothic"/>
              </a:rPr>
              <a:t>材料・形・接合・管理の変更案を一つ</a:t>
            </a:r>
          </a:p>
        </p:txBody>
      </p:sp>
      <p:sp>
        <p:nvSpPr>
          <p:cNvPr id="6" name="">
            <a:extLst xmlns:a="http://schemas.openxmlformats.org/drawingml/2006/main">
              <a:ext uri="{FF2B5EF4-FFF2-40B4-BE49-F238E27FC236}">
                <a16:creationId xmlns:a16="http://schemas.microsoft.com/office/drawing/2014/main" id="{566D7D7F-5BDC-43A3-ADAB-6BBD9F01F34B}"/>
              </a:ext>
            </a:extLst>
          </p:cNvPr>
          <p:cNvSpPr>
            <a:spLocks xmlns:a="http://schemas.openxmlformats.org/drawingml/2006/main" noGrp="1"/>
          </p:cNvSpPr>
          <p:nvPr/>
        </p:nvSpPr>
        <p:spPr>
          <a:xfrm xmlns:a="http://schemas.openxmlformats.org/drawingml/2006/main">
            <a:off x="904875" y="43910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43845"/>
                </a:solidFill>
                <a:latin typeface="Yu Gothic"/>
                <a:ea typeface="Yu Gothic"/>
                <a:cs typeface="Yu Gothic"/>
              </a:defRPr>
            </a:defPPr>
            <a:lvl1pPr>
              <a:buNone/>
              <a:defRPr sz="2400" b="0">
                <a:solidFill>
                  <a:srgbClr val="243845"/>
                </a:solidFill>
                <a:latin typeface="Yu Gothic"/>
                <a:ea typeface="Yu Gothic"/>
                <a:cs typeface="Yu Gothic"/>
              </a:defRPr>
            </a:lvl1pPr>
            <a:lvl2pPr>
              <a:buNone/>
              <a:defRPr sz="2400" b="0">
                <a:solidFill>
                  <a:srgbClr val="243845"/>
                </a:solidFill>
                <a:latin typeface="Yu Gothic"/>
                <a:ea typeface="Yu Gothic"/>
                <a:cs typeface="Yu Gothic"/>
              </a:defRPr>
            </a:lvl2pPr>
            <a:lvl3pPr>
              <a:buNone/>
              <a:defRPr sz="2400" b="0">
                <a:solidFill>
                  <a:srgbClr val="243845"/>
                </a:solidFill>
                <a:latin typeface="Yu Gothic"/>
                <a:ea typeface="Yu Gothic"/>
                <a:cs typeface="Yu Gothic"/>
              </a:defRPr>
            </a:lvl3pPr>
            <a:lvl4pPr>
              <a:buNone/>
              <a:defRPr sz="2400" b="0">
                <a:solidFill>
                  <a:srgbClr val="243845"/>
                </a:solidFill>
                <a:latin typeface="Yu Gothic"/>
                <a:ea typeface="Yu Gothic"/>
                <a:cs typeface="Yu Gothic"/>
              </a:defRPr>
            </a:lvl4pPr>
            <a:lvl5pPr>
              <a:buNone/>
              <a:defRPr sz="2400" b="0">
                <a:solidFill>
                  <a:srgbClr val="243845"/>
                </a:solidFill>
                <a:latin typeface="Yu Gothic"/>
                <a:ea typeface="Yu Gothic"/>
                <a:cs typeface="Yu Gothic"/>
              </a:defRPr>
            </a:lvl5pPr>
            <a:lvl6pPr>
              <a:buNone/>
              <a:defRPr sz="2400" b="0">
                <a:solidFill>
                  <a:srgbClr val="243845"/>
                </a:solidFill>
                <a:latin typeface="Yu Gothic"/>
                <a:ea typeface="Yu Gothic"/>
                <a:cs typeface="Yu Gothic"/>
              </a:defRPr>
            </a:lvl6pPr>
            <a:lvl7pPr>
              <a:buNone/>
              <a:defRPr sz="2400" b="0">
                <a:solidFill>
                  <a:srgbClr val="243845"/>
                </a:solidFill>
                <a:latin typeface="Yu Gothic"/>
                <a:ea typeface="Yu Gothic"/>
                <a:cs typeface="Yu Gothic"/>
              </a:defRPr>
            </a:lvl7pPr>
            <a:lvl8pPr>
              <a:buNone/>
              <a:defRPr sz="2400" b="0">
                <a:solidFill>
                  <a:srgbClr val="243845"/>
                </a:solidFill>
                <a:latin typeface="Yu Gothic"/>
                <a:ea typeface="Yu Gothic"/>
                <a:cs typeface="Yu Gothic"/>
              </a:defRPr>
            </a:lvl8pPr>
            <a:lvl9pPr>
              <a:buNone/>
              <a:defRPr sz="2400" b="0">
                <a:solidFill>
                  <a:srgbClr val="243845"/>
                </a:solidFill>
                <a:latin typeface="Yu Gothic"/>
                <a:ea typeface="Yu Gothic"/>
                <a:cs typeface="Yu Gothic"/>
              </a:defRPr>
            </a:lvl9pPr>
          </a:lstStyle>
          <a:p xmlns:a="http://schemas.openxmlformats.org/drawingml/2006/main">
            <a:pPr>
              <a:buNone/>
              <a:defRPr sz="2400" b="0">
                <a:solidFill>
                  <a:srgbClr val="243845"/>
                </a:solidFill>
                <a:latin typeface="Yu Gothic"/>
                <a:ea typeface="Yu Gothic"/>
                <a:cs typeface="Yu Gothic"/>
              </a:defRPr>
            </a:pPr>
            <a:r>
              <a:rPr sz="2400" b="0">
                <a:solidFill>
                  <a:srgbClr val="243845"/>
                </a:solidFill>
                <a:latin typeface="Yu Gothic"/>
                <a:ea typeface="Yu Gothic"/>
                <a:cs typeface="Yu Gothic"/>
              </a:rPr>
              <a:t>根拠と未確認事項を分けて書く</a:t>
            </a:r>
          </a:p>
        </p:txBody>
      </p:sp>
      <p:sp>
        <p:nvSpPr>
          <p:cNvPr id="7" name="">
            <a:extLst xmlns:a="http://schemas.openxmlformats.org/drawingml/2006/main">
              <a:ext uri="{FF2B5EF4-FFF2-40B4-BE49-F238E27FC236}">
                <a16:creationId xmlns:a16="http://schemas.microsoft.com/office/drawing/2014/main" id="{9C809EF6-66AA-4C20-9D7E-68D482B1E531}"/>
              </a:ext>
            </a:extLst>
          </p:cNvPr>
          <p:cNvSpPr>
            <a:spLocks xmlns:a="http://schemas.openxmlformats.org/drawingml/2006/main" noGrp="1"/>
          </p:cNvSpPr>
          <p:nvPr/>
        </p:nvSpPr>
        <p:spPr>
          <a:xfrm xmlns:a="http://schemas.openxmlformats.org/drawingml/2006/main">
            <a:off x="904875"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337568"/>
                </a:solidFill>
                <a:latin typeface="Yu Gothic"/>
                <a:ea typeface="Yu Gothic"/>
                <a:cs typeface="Yu Gothic"/>
              </a:defRPr>
            </a:defPPr>
            <a:lvl1pPr>
              <a:buNone/>
              <a:defRPr sz="1800" b="1">
                <a:solidFill>
                  <a:srgbClr val="337568"/>
                </a:solidFill>
                <a:latin typeface="Yu Gothic"/>
                <a:ea typeface="Yu Gothic"/>
                <a:cs typeface="Yu Gothic"/>
              </a:defRPr>
            </a:lvl1pPr>
            <a:lvl2pPr>
              <a:buNone/>
              <a:defRPr sz="1800" b="1">
                <a:solidFill>
                  <a:srgbClr val="337568"/>
                </a:solidFill>
                <a:latin typeface="Yu Gothic"/>
                <a:ea typeface="Yu Gothic"/>
                <a:cs typeface="Yu Gothic"/>
              </a:defRPr>
            </a:lvl2pPr>
            <a:lvl3pPr>
              <a:buNone/>
              <a:defRPr sz="1800" b="1">
                <a:solidFill>
                  <a:srgbClr val="337568"/>
                </a:solidFill>
                <a:latin typeface="Yu Gothic"/>
                <a:ea typeface="Yu Gothic"/>
                <a:cs typeface="Yu Gothic"/>
              </a:defRPr>
            </a:lvl3pPr>
            <a:lvl4pPr>
              <a:buNone/>
              <a:defRPr sz="1800" b="1">
                <a:solidFill>
                  <a:srgbClr val="337568"/>
                </a:solidFill>
                <a:latin typeface="Yu Gothic"/>
                <a:ea typeface="Yu Gothic"/>
                <a:cs typeface="Yu Gothic"/>
              </a:defRPr>
            </a:lvl4pPr>
            <a:lvl5pPr>
              <a:buNone/>
              <a:defRPr sz="1800" b="1">
                <a:solidFill>
                  <a:srgbClr val="337568"/>
                </a:solidFill>
                <a:latin typeface="Yu Gothic"/>
                <a:ea typeface="Yu Gothic"/>
                <a:cs typeface="Yu Gothic"/>
              </a:defRPr>
            </a:lvl5pPr>
            <a:lvl6pPr>
              <a:buNone/>
              <a:defRPr sz="1800" b="1">
                <a:solidFill>
                  <a:srgbClr val="337568"/>
                </a:solidFill>
                <a:latin typeface="Yu Gothic"/>
                <a:ea typeface="Yu Gothic"/>
                <a:cs typeface="Yu Gothic"/>
              </a:defRPr>
            </a:lvl6pPr>
            <a:lvl7pPr>
              <a:buNone/>
              <a:defRPr sz="1800" b="1">
                <a:solidFill>
                  <a:srgbClr val="337568"/>
                </a:solidFill>
                <a:latin typeface="Yu Gothic"/>
                <a:ea typeface="Yu Gothic"/>
                <a:cs typeface="Yu Gothic"/>
              </a:defRPr>
            </a:lvl7pPr>
            <a:lvl8pPr>
              <a:buNone/>
              <a:defRPr sz="1800" b="1">
                <a:solidFill>
                  <a:srgbClr val="337568"/>
                </a:solidFill>
                <a:latin typeface="Yu Gothic"/>
                <a:ea typeface="Yu Gothic"/>
                <a:cs typeface="Yu Gothic"/>
              </a:defRPr>
            </a:lvl8pPr>
            <a:lvl9pPr>
              <a:buNone/>
              <a:defRPr sz="1800" b="1">
                <a:solidFill>
                  <a:srgbClr val="337568"/>
                </a:solidFill>
                <a:latin typeface="Yu Gothic"/>
                <a:ea typeface="Yu Gothic"/>
                <a:cs typeface="Yu Gothic"/>
              </a:defRPr>
            </a:lvl9pPr>
          </a:lstStyle>
          <a:p xmlns:a="http://schemas.openxmlformats.org/drawingml/2006/main">
            <a:pPr>
              <a:buNone/>
              <a:defRPr sz="1800" b="1">
                <a:solidFill>
                  <a:srgbClr val="337568"/>
                </a:solidFill>
                <a:latin typeface="Yu Gothic"/>
                <a:ea typeface="Yu Gothic"/>
                <a:cs typeface="Yu Gothic"/>
              </a:defRPr>
            </a:pPr>
            <a:r>
              <a:rPr sz="1800" b="1">
                <a:solidFill>
                  <a:srgbClr val="337568"/>
                </a:solidFill>
                <a:latin typeface="Yu Gothic"/>
                <a:ea typeface="Yu Gothic"/>
                <a:cs typeface="Yu Gothic"/>
              </a:rPr>
              <a:t>考える時間の目安：240秒／必要に応じて一時停止</a:t>
            </a:r>
          </a:p>
        </p:txBody>
      </p:sp>
      <p:sp>
        <p:nvSpPr>
          <p:cNvPr id="8" name="">
            <a:extLst xmlns:a="http://schemas.openxmlformats.org/drawingml/2006/main">
              <a:ext uri="{FF2B5EF4-FFF2-40B4-BE49-F238E27FC236}">
                <a16:creationId xmlns:a16="http://schemas.microsoft.com/office/drawing/2014/main" id="{5EB34527-08C6-4B5D-A522-AE2C862B6D16}"/>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9" name="">
            <a:extLst xmlns:a="http://schemas.openxmlformats.org/drawingml/2006/main">
              <a:ext uri="{FF2B5EF4-FFF2-40B4-BE49-F238E27FC236}">
                <a16:creationId xmlns:a16="http://schemas.microsoft.com/office/drawing/2014/main" id="{22FE1E20-9C65-4343-8A3E-E8E4ECDC475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28 / 38</a:t>
            </a:r>
          </a:p>
        </p:txBody>
      </p:sp>
    </p:spTree>
    <p:extLst>
      <p:ext uri="{BB962C8B-B14F-4D97-AF65-F5344CB8AC3E}">
        <p14:creationId xmlns:p14="http://schemas.microsoft.com/office/powerpoint/2010/main" val="98235594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34DF5B-9241-4080-B707-39D2E0B9462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一つの観点で決めない</a:t>
            </a:r>
          </a:p>
        </p:txBody>
      </p:sp>
      <p:sp>
        <p:nvSpPr>
          <p:cNvPr id="2" name="">
            <a:extLst xmlns:a="http://schemas.openxmlformats.org/drawingml/2006/main">
              <a:ext uri="{FF2B5EF4-FFF2-40B4-BE49-F238E27FC236}">
                <a16:creationId xmlns:a16="http://schemas.microsoft.com/office/drawing/2014/main" id="{A81CA2A8-0009-431C-89AE-13604E62DD14}"/>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02E7268-F6BE-4E03-843A-2640E8448537}"/>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必要な性能を満たす</a:t>
            </a:r>
          </a:p>
        </p:txBody>
      </p:sp>
      <p:sp>
        <p:nvSpPr>
          <p:cNvPr id="4" name="">
            <a:extLst xmlns:a="http://schemas.openxmlformats.org/drawingml/2006/main">
              <a:ext uri="{FF2B5EF4-FFF2-40B4-BE49-F238E27FC236}">
                <a16:creationId xmlns:a16="http://schemas.microsoft.com/office/drawing/2014/main" id="{3742BCCC-CC87-4DC3-94E6-42AD8A46DC0C}"/>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不利な点と対策を示す</a:t>
            </a:r>
          </a:p>
        </p:txBody>
      </p:sp>
      <p:sp>
        <p:nvSpPr>
          <p:cNvPr id="5" name="">
            <a:extLst xmlns:a="http://schemas.openxmlformats.org/drawingml/2006/main">
              <a:ext uri="{FF2B5EF4-FFF2-40B4-BE49-F238E27FC236}">
                <a16:creationId xmlns:a16="http://schemas.microsoft.com/office/drawing/2014/main" id="{232ABD18-C157-4385-A5A8-357FE1B90D80}"/>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修理・交換・回収を含める</a:t>
            </a:r>
          </a:p>
        </p:txBody>
      </p:sp>
      <p:sp>
        <p:nvSpPr>
          <p:cNvPr id="6" name="">
            <a:extLst xmlns:a="http://schemas.openxmlformats.org/drawingml/2006/main">
              <a:ext uri="{FF2B5EF4-FFF2-40B4-BE49-F238E27FC236}">
                <a16:creationId xmlns:a16="http://schemas.microsoft.com/office/drawing/2014/main" id="{83F15059-A866-4F77-B3BA-C8DD03FA2AE1}"/>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根拠が不足する点は、次に確かめる</a:t>
            </a:r>
          </a:p>
        </p:txBody>
      </p:sp>
      <p:sp>
        <p:nvSpPr>
          <p:cNvPr id="7" name="">
            <a:extLst xmlns:a="http://schemas.openxmlformats.org/drawingml/2006/main">
              <a:ext uri="{FF2B5EF4-FFF2-40B4-BE49-F238E27FC236}">
                <a16:creationId xmlns:a16="http://schemas.microsoft.com/office/drawing/2014/main" id="{EBD854C6-DD41-49BE-897F-891725AF8380}"/>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8" name="">
            <a:extLst xmlns:a="http://schemas.openxmlformats.org/drawingml/2006/main">
              <a:ext uri="{FF2B5EF4-FFF2-40B4-BE49-F238E27FC236}">
                <a16:creationId xmlns:a16="http://schemas.microsoft.com/office/drawing/2014/main" id="{588B0E22-3B5E-40B4-A7C6-6F63F7529628}"/>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29 / 38</a:t>
            </a:r>
          </a:p>
        </p:txBody>
      </p:sp>
    </p:spTree>
    <p:extLst>
      <p:ext uri="{BB962C8B-B14F-4D97-AF65-F5344CB8AC3E}">
        <p14:creationId xmlns:p14="http://schemas.microsoft.com/office/powerpoint/2010/main" val="147407085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46F3B8-1250-4691-A7F5-97BF6D4DA5D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6684931F-2BA0-47FE-80FB-7C6DB550DFA5}"/>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D54C56D-C9F7-4D85-846C-03C2C81AA512}"/>
              </a:ext>
            </a:extLst>
          </p:cNvPr>
          <p:cNvSpPr>
            <a:spLocks xmlns:a="http://schemas.openxmlformats.org/drawingml/2006/main" noGrp="1"/>
          </p:cNvSpPr>
          <p:nvPr/>
        </p:nvSpPr>
        <p:spPr>
          <a:xfrm xmlns:a="http://schemas.openxmlformats.org/drawingml/2006/main">
            <a:off x="904875" y="17621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A6C9B"/>
                </a:solidFill>
                <a:latin typeface="Yu Gothic"/>
                <a:ea typeface="Yu Gothic"/>
                <a:cs typeface="Yu Gothic"/>
              </a:defRPr>
            </a:defPPr>
            <a:lvl1pPr>
              <a:buNone/>
              <a:defRPr sz="2400" b="1">
                <a:solidFill>
                  <a:srgbClr val="2A6C9B"/>
                </a:solidFill>
                <a:latin typeface="Yu Gothic"/>
                <a:ea typeface="Yu Gothic"/>
                <a:cs typeface="Yu Gothic"/>
              </a:defRPr>
            </a:lvl1pPr>
            <a:lvl2pPr>
              <a:buNone/>
              <a:defRPr sz="2400" b="1">
                <a:solidFill>
                  <a:srgbClr val="2A6C9B"/>
                </a:solidFill>
                <a:latin typeface="Yu Gothic"/>
                <a:ea typeface="Yu Gothic"/>
                <a:cs typeface="Yu Gothic"/>
              </a:defRPr>
            </a:lvl2pPr>
            <a:lvl3pPr>
              <a:buNone/>
              <a:defRPr sz="2400" b="1">
                <a:solidFill>
                  <a:srgbClr val="2A6C9B"/>
                </a:solidFill>
                <a:latin typeface="Yu Gothic"/>
                <a:ea typeface="Yu Gothic"/>
                <a:cs typeface="Yu Gothic"/>
              </a:defRPr>
            </a:lvl3pPr>
            <a:lvl4pPr>
              <a:buNone/>
              <a:defRPr sz="2400" b="1">
                <a:solidFill>
                  <a:srgbClr val="2A6C9B"/>
                </a:solidFill>
                <a:latin typeface="Yu Gothic"/>
                <a:ea typeface="Yu Gothic"/>
                <a:cs typeface="Yu Gothic"/>
              </a:defRPr>
            </a:lvl4pPr>
            <a:lvl5pPr>
              <a:buNone/>
              <a:defRPr sz="2400" b="1">
                <a:solidFill>
                  <a:srgbClr val="2A6C9B"/>
                </a:solidFill>
                <a:latin typeface="Yu Gothic"/>
                <a:ea typeface="Yu Gothic"/>
                <a:cs typeface="Yu Gothic"/>
              </a:defRPr>
            </a:lvl5pPr>
            <a:lvl6pPr>
              <a:buNone/>
              <a:defRPr sz="2400" b="1">
                <a:solidFill>
                  <a:srgbClr val="2A6C9B"/>
                </a:solidFill>
                <a:latin typeface="Yu Gothic"/>
                <a:ea typeface="Yu Gothic"/>
                <a:cs typeface="Yu Gothic"/>
              </a:defRPr>
            </a:lvl6pPr>
            <a:lvl7pPr>
              <a:buNone/>
              <a:defRPr sz="2400" b="1">
                <a:solidFill>
                  <a:srgbClr val="2A6C9B"/>
                </a:solidFill>
                <a:latin typeface="Yu Gothic"/>
                <a:ea typeface="Yu Gothic"/>
                <a:cs typeface="Yu Gothic"/>
              </a:defRPr>
            </a:lvl7pPr>
            <a:lvl8pPr>
              <a:buNone/>
              <a:defRPr sz="2400" b="1">
                <a:solidFill>
                  <a:srgbClr val="2A6C9B"/>
                </a:solidFill>
                <a:latin typeface="Yu Gothic"/>
                <a:ea typeface="Yu Gothic"/>
                <a:cs typeface="Yu Gothic"/>
              </a:defRPr>
            </a:lvl8pPr>
            <a:lvl9pPr>
              <a:buNone/>
              <a:defRPr sz="2400" b="1">
                <a:solidFill>
                  <a:srgbClr val="2A6C9B"/>
                </a:solidFill>
                <a:latin typeface="Yu Gothic"/>
                <a:ea typeface="Yu Gothic"/>
                <a:cs typeface="Yu Gothic"/>
              </a:defRPr>
            </a:lvl9pPr>
          </a:lstStyle>
          <a:p xmlns:a="http://schemas.openxmlformats.org/drawingml/2006/main">
            <a:pPr>
              <a:buNone/>
              <a:defRPr sz="2400" b="1">
                <a:solidFill>
                  <a:srgbClr val="2A6C9B"/>
                </a:solidFill>
                <a:latin typeface="Yu Gothic"/>
                <a:ea typeface="Yu Gothic"/>
                <a:cs typeface="Yu Gothic"/>
              </a:defRPr>
            </a:pPr>
            <a:r>
              <a:rPr sz="2400" b="1">
                <a:solidFill>
                  <a:srgbClr val="2A6C9B"/>
                </a:solidFill>
                <a:latin typeface="Yu Gothic"/>
                <a:ea typeface="Yu Gothic"/>
                <a:cs typeface="Yu Gothic"/>
              </a:rPr>
              <a:t>休憩の目安：60秒</a:t>
            </a:r>
          </a:p>
        </p:txBody>
      </p:sp>
      <p:sp>
        <p:nvSpPr>
          <p:cNvPr id="4" name="">
            <a:extLst xmlns:a="http://schemas.openxmlformats.org/drawingml/2006/main">
              <a:ext uri="{FF2B5EF4-FFF2-40B4-BE49-F238E27FC236}">
                <a16:creationId xmlns:a16="http://schemas.microsoft.com/office/drawing/2014/main" id="{DA6954B6-5D88-42BD-AF0E-1840079B7A74}"/>
              </a:ext>
            </a:extLst>
          </p:cNvPr>
          <p:cNvSpPr>
            <a:spLocks xmlns:a="http://schemas.openxmlformats.org/drawingml/2006/main" noGrp="1"/>
          </p:cNvSpPr>
          <p:nvPr/>
        </p:nvSpPr>
        <p:spPr>
          <a:xfrm xmlns:a="http://schemas.openxmlformats.org/drawingml/2006/main">
            <a:off x="904875" y="26384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A6C9B"/>
                </a:solidFill>
                <a:latin typeface="Yu Gothic"/>
                <a:ea typeface="Yu Gothic"/>
                <a:cs typeface="Yu Gothic"/>
              </a:defRPr>
            </a:defPPr>
            <a:lvl1pPr>
              <a:buNone/>
              <a:defRPr sz="2400" b="0">
                <a:solidFill>
                  <a:srgbClr val="2A6C9B"/>
                </a:solidFill>
                <a:latin typeface="Yu Gothic"/>
                <a:ea typeface="Yu Gothic"/>
                <a:cs typeface="Yu Gothic"/>
              </a:defRPr>
            </a:lvl1pPr>
            <a:lvl2pPr>
              <a:buNone/>
              <a:defRPr sz="2400" b="0">
                <a:solidFill>
                  <a:srgbClr val="2A6C9B"/>
                </a:solidFill>
                <a:latin typeface="Yu Gothic"/>
                <a:ea typeface="Yu Gothic"/>
                <a:cs typeface="Yu Gothic"/>
              </a:defRPr>
            </a:lvl2pPr>
            <a:lvl3pPr>
              <a:buNone/>
              <a:defRPr sz="2400" b="0">
                <a:solidFill>
                  <a:srgbClr val="2A6C9B"/>
                </a:solidFill>
                <a:latin typeface="Yu Gothic"/>
                <a:ea typeface="Yu Gothic"/>
                <a:cs typeface="Yu Gothic"/>
              </a:defRPr>
            </a:lvl3pPr>
            <a:lvl4pPr>
              <a:buNone/>
              <a:defRPr sz="2400" b="0">
                <a:solidFill>
                  <a:srgbClr val="2A6C9B"/>
                </a:solidFill>
                <a:latin typeface="Yu Gothic"/>
                <a:ea typeface="Yu Gothic"/>
                <a:cs typeface="Yu Gothic"/>
              </a:defRPr>
            </a:lvl4pPr>
            <a:lvl5pPr>
              <a:buNone/>
              <a:defRPr sz="2400" b="0">
                <a:solidFill>
                  <a:srgbClr val="2A6C9B"/>
                </a:solidFill>
                <a:latin typeface="Yu Gothic"/>
                <a:ea typeface="Yu Gothic"/>
                <a:cs typeface="Yu Gothic"/>
              </a:defRPr>
            </a:lvl5pPr>
            <a:lvl6pPr>
              <a:buNone/>
              <a:defRPr sz="2400" b="0">
                <a:solidFill>
                  <a:srgbClr val="2A6C9B"/>
                </a:solidFill>
                <a:latin typeface="Yu Gothic"/>
                <a:ea typeface="Yu Gothic"/>
                <a:cs typeface="Yu Gothic"/>
              </a:defRPr>
            </a:lvl6pPr>
            <a:lvl7pPr>
              <a:buNone/>
              <a:defRPr sz="2400" b="0">
                <a:solidFill>
                  <a:srgbClr val="2A6C9B"/>
                </a:solidFill>
                <a:latin typeface="Yu Gothic"/>
                <a:ea typeface="Yu Gothic"/>
                <a:cs typeface="Yu Gothic"/>
              </a:defRPr>
            </a:lvl7pPr>
            <a:lvl8pPr>
              <a:buNone/>
              <a:defRPr sz="2400" b="0">
                <a:solidFill>
                  <a:srgbClr val="2A6C9B"/>
                </a:solidFill>
                <a:latin typeface="Yu Gothic"/>
                <a:ea typeface="Yu Gothic"/>
                <a:cs typeface="Yu Gothic"/>
              </a:defRPr>
            </a:lvl8pPr>
            <a:lvl9pPr>
              <a:buNone/>
              <a:defRPr sz="2400" b="0">
                <a:solidFill>
                  <a:srgbClr val="2A6C9B"/>
                </a:solidFill>
                <a:latin typeface="Yu Gothic"/>
                <a:ea typeface="Yu Gothic"/>
                <a:cs typeface="Yu Gothic"/>
              </a:defRPr>
            </a:lvl9pPr>
          </a:lstStyle>
          <a:p xmlns:a="http://schemas.openxmlformats.org/drawingml/2006/main">
            <a:pPr>
              <a:buNone/>
              <a:defRPr sz="2400" b="0">
                <a:solidFill>
                  <a:srgbClr val="2A6C9B"/>
                </a:solidFill>
                <a:latin typeface="Yu Gothic"/>
                <a:ea typeface="Yu Gothic"/>
                <a:cs typeface="Yu Gothic"/>
              </a:defRPr>
            </a:pPr>
            <a:r>
              <a:rPr sz="2400" b="0">
                <a:solidFill>
                  <a:srgbClr val="2A6C9B"/>
                </a:solidFill>
                <a:latin typeface="Yu Gothic"/>
                <a:ea typeface="Yu Gothic"/>
                <a:cs typeface="Yu Gothic"/>
              </a:rPr>
              <a:t>再開後：中学校の学びへつなぐ</a:t>
            </a:r>
          </a:p>
        </p:txBody>
      </p:sp>
      <p:sp>
        <p:nvSpPr>
          <p:cNvPr id="5" name="">
            <a:extLst xmlns:a="http://schemas.openxmlformats.org/drawingml/2006/main">
              <a:ext uri="{FF2B5EF4-FFF2-40B4-BE49-F238E27FC236}">
                <a16:creationId xmlns:a16="http://schemas.microsoft.com/office/drawing/2014/main" id="{651E5626-7421-4D1B-A5E4-A26A14AC639B}"/>
              </a:ext>
            </a:extLst>
          </p:cNvPr>
          <p:cNvSpPr>
            <a:spLocks xmlns:a="http://schemas.openxmlformats.org/drawingml/2006/main" noGrp="1"/>
          </p:cNvSpPr>
          <p:nvPr/>
        </p:nvSpPr>
        <p:spPr>
          <a:xfrm xmlns:a="http://schemas.openxmlformats.org/drawingml/2006/main">
            <a:off x="904875" y="35147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A6C9B"/>
                </a:solidFill>
                <a:latin typeface="Yu Gothic"/>
                <a:ea typeface="Yu Gothic"/>
                <a:cs typeface="Yu Gothic"/>
              </a:defRPr>
            </a:defPPr>
            <a:lvl1pPr>
              <a:buNone/>
              <a:defRPr sz="2400" b="0">
                <a:solidFill>
                  <a:srgbClr val="2A6C9B"/>
                </a:solidFill>
                <a:latin typeface="Yu Gothic"/>
                <a:ea typeface="Yu Gothic"/>
                <a:cs typeface="Yu Gothic"/>
              </a:defRPr>
            </a:lvl1pPr>
            <a:lvl2pPr>
              <a:buNone/>
              <a:defRPr sz="2400" b="0">
                <a:solidFill>
                  <a:srgbClr val="2A6C9B"/>
                </a:solidFill>
                <a:latin typeface="Yu Gothic"/>
                <a:ea typeface="Yu Gothic"/>
                <a:cs typeface="Yu Gothic"/>
              </a:defRPr>
            </a:lvl2pPr>
            <a:lvl3pPr>
              <a:buNone/>
              <a:defRPr sz="2400" b="0">
                <a:solidFill>
                  <a:srgbClr val="2A6C9B"/>
                </a:solidFill>
                <a:latin typeface="Yu Gothic"/>
                <a:ea typeface="Yu Gothic"/>
                <a:cs typeface="Yu Gothic"/>
              </a:defRPr>
            </a:lvl3pPr>
            <a:lvl4pPr>
              <a:buNone/>
              <a:defRPr sz="2400" b="0">
                <a:solidFill>
                  <a:srgbClr val="2A6C9B"/>
                </a:solidFill>
                <a:latin typeface="Yu Gothic"/>
                <a:ea typeface="Yu Gothic"/>
                <a:cs typeface="Yu Gothic"/>
              </a:defRPr>
            </a:lvl4pPr>
            <a:lvl5pPr>
              <a:buNone/>
              <a:defRPr sz="2400" b="0">
                <a:solidFill>
                  <a:srgbClr val="2A6C9B"/>
                </a:solidFill>
                <a:latin typeface="Yu Gothic"/>
                <a:ea typeface="Yu Gothic"/>
                <a:cs typeface="Yu Gothic"/>
              </a:defRPr>
            </a:lvl5pPr>
            <a:lvl6pPr>
              <a:buNone/>
              <a:defRPr sz="2400" b="0">
                <a:solidFill>
                  <a:srgbClr val="2A6C9B"/>
                </a:solidFill>
                <a:latin typeface="Yu Gothic"/>
                <a:ea typeface="Yu Gothic"/>
                <a:cs typeface="Yu Gothic"/>
              </a:defRPr>
            </a:lvl6pPr>
            <a:lvl7pPr>
              <a:buNone/>
              <a:defRPr sz="2400" b="0">
                <a:solidFill>
                  <a:srgbClr val="2A6C9B"/>
                </a:solidFill>
                <a:latin typeface="Yu Gothic"/>
                <a:ea typeface="Yu Gothic"/>
                <a:cs typeface="Yu Gothic"/>
              </a:defRPr>
            </a:lvl7pPr>
            <a:lvl8pPr>
              <a:buNone/>
              <a:defRPr sz="2400" b="0">
                <a:solidFill>
                  <a:srgbClr val="2A6C9B"/>
                </a:solidFill>
                <a:latin typeface="Yu Gothic"/>
                <a:ea typeface="Yu Gothic"/>
                <a:cs typeface="Yu Gothic"/>
              </a:defRPr>
            </a:lvl8pPr>
            <a:lvl9pPr>
              <a:buNone/>
              <a:defRPr sz="2400" b="0">
                <a:solidFill>
                  <a:srgbClr val="2A6C9B"/>
                </a:solidFill>
                <a:latin typeface="Yu Gothic"/>
                <a:ea typeface="Yu Gothic"/>
                <a:cs typeface="Yu Gothic"/>
              </a:defRPr>
            </a:lvl9pPr>
          </a:lstStyle>
          <a:p xmlns:a="http://schemas.openxmlformats.org/drawingml/2006/main">
            <a:pPr>
              <a:buNone/>
              <a:defRPr sz="2400" b="0">
                <a:solidFill>
                  <a:srgbClr val="2A6C9B"/>
                </a:solidFill>
                <a:latin typeface="Yu Gothic"/>
                <a:ea typeface="Yu Gothic"/>
                <a:cs typeface="Yu Gothic"/>
              </a:defRPr>
            </a:pPr>
            <a:r>
              <a:rPr sz="2400" b="0">
                <a:solidFill>
                  <a:srgbClr val="2A6C9B"/>
                </a:solidFill>
                <a:latin typeface="Yu Gothic"/>
                <a:ea typeface="Yu Gothic"/>
                <a:cs typeface="Yu Gothic"/>
              </a:rPr>
              <a:t>比較と説明を、授業の活動にする</a:t>
            </a:r>
          </a:p>
        </p:txBody>
      </p:sp>
      <p:sp>
        <p:nvSpPr>
          <p:cNvPr id="6" name="">
            <a:extLst xmlns:a="http://schemas.openxmlformats.org/drawingml/2006/main">
              <a:ext uri="{FF2B5EF4-FFF2-40B4-BE49-F238E27FC236}">
                <a16:creationId xmlns:a16="http://schemas.microsoft.com/office/drawing/2014/main" id="{8F35147B-AB1A-4663-9D70-78D60C0E7586}"/>
              </a:ext>
            </a:extLst>
          </p:cNvPr>
          <p:cNvSpPr>
            <a:spLocks xmlns:a="http://schemas.openxmlformats.org/drawingml/2006/main" noGrp="1"/>
          </p:cNvSpPr>
          <p:nvPr/>
        </p:nvSpPr>
        <p:spPr>
          <a:xfrm xmlns:a="http://schemas.openxmlformats.org/drawingml/2006/main">
            <a:off x="904875"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337568"/>
                </a:solidFill>
                <a:latin typeface="Yu Gothic"/>
                <a:ea typeface="Yu Gothic"/>
                <a:cs typeface="Yu Gothic"/>
              </a:defRPr>
            </a:defPPr>
            <a:lvl1pPr>
              <a:buNone/>
              <a:defRPr sz="1800" b="1">
                <a:solidFill>
                  <a:srgbClr val="337568"/>
                </a:solidFill>
                <a:latin typeface="Yu Gothic"/>
                <a:ea typeface="Yu Gothic"/>
                <a:cs typeface="Yu Gothic"/>
              </a:defRPr>
            </a:lvl1pPr>
            <a:lvl2pPr>
              <a:buNone/>
              <a:defRPr sz="1800" b="1">
                <a:solidFill>
                  <a:srgbClr val="337568"/>
                </a:solidFill>
                <a:latin typeface="Yu Gothic"/>
                <a:ea typeface="Yu Gothic"/>
                <a:cs typeface="Yu Gothic"/>
              </a:defRPr>
            </a:lvl2pPr>
            <a:lvl3pPr>
              <a:buNone/>
              <a:defRPr sz="1800" b="1">
                <a:solidFill>
                  <a:srgbClr val="337568"/>
                </a:solidFill>
                <a:latin typeface="Yu Gothic"/>
                <a:ea typeface="Yu Gothic"/>
                <a:cs typeface="Yu Gothic"/>
              </a:defRPr>
            </a:lvl3pPr>
            <a:lvl4pPr>
              <a:buNone/>
              <a:defRPr sz="1800" b="1">
                <a:solidFill>
                  <a:srgbClr val="337568"/>
                </a:solidFill>
                <a:latin typeface="Yu Gothic"/>
                <a:ea typeface="Yu Gothic"/>
                <a:cs typeface="Yu Gothic"/>
              </a:defRPr>
            </a:lvl4pPr>
            <a:lvl5pPr>
              <a:buNone/>
              <a:defRPr sz="1800" b="1">
                <a:solidFill>
                  <a:srgbClr val="337568"/>
                </a:solidFill>
                <a:latin typeface="Yu Gothic"/>
                <a:ea typeface="Yu Gothic"/>
                <a:cs typeface="Yu Gothic"/>
              </a:defRPr>
            </a:lvl5pPr>
            <a:lvl6pPr>
              <a:buNone/>
              <a:defRPr sz="1800" b="1">
                <a:solidFill>
                  <a:srgbClr val="337568"/>
                </a:solidFill>
                <a:latin typeface="Yu Gothic"/>
                <a:ea typeface="Yu Gothic"/>
                <a:cs typeface="Yu Gothic"/>
              </a:defRPr>
            </a:lvl6pPr>
            <a:lvl7pPr>
              <a:buNone/>
              <a:defRPr sz="1800" b="1">
                <a:solidFill>
                  <a:srgbClr val="337568"/>
                </a:solidFill>
                <a:latin typeface="Yu Gothic"/>
                <a:ea typeface="Yu Gothic"/>
                <a:cs typeface="Yu Gothic"/>
              </a:defRPr>
            </a:lvl7pPr>
            <a:lvl8pPr>
              <a:buNone/>
              <a:defRPr sz="1800" b="1">
                <a:solidFill>
                  <a:srgbClr val="337568"/>
                </a:solidFill>
                <a:latin typeface="Yu Gothic"/>
                <a:ea typeface="Yu Gothic"/>
                <a:cs typeface="Yu Gothic"/>
              </a:defRPr>
            </a:lvl8pPr>
            <a:lvl9pPr>
              <a:buNone/>
              <a:defRPr sz="1800" b="1">
                <a:solidFill>
                  <a:srgbClr val="337568"/>
                </a:solidFill>
                <a:latin typeface="Yu Gothic"/>
                <a:ea typeface="Yu Gothic"/>
                <a:cs typeface="Yu Gothic"/>
              </a:defRPr>
            </a:lvl9pPr>
          </a:lstStyle>
          <a:p xmlns:a="http://schemas.openxmlformats.org/drawingml/2006/main">
            <a:pPr>
              <a:buNone/>
              <a:defRPr sz="1800" b="1">
                <a:solidFill>
                  <a:srgbClr val="337568"/>
                </a:solidFill>
                <a:latin typeface="Yu Gothic"/>
                <a:ea typeface="Yu Gothic"/>
                <a:cs typeface="Yu Gothic"/>
              </a:defRPr>
            </a:pPr>
            <a:r>
              <a:rPr sz="1800" b="1">
                <a:solidFill>
                  <a:srgbClr val="337568"/>
                </a:solidFill>
                <a:latin typeface="Yu Gothic"/>
                <a:ea typeface="Yu Gothic"/>
                <a:cs typeface="Yu Gothic"/>
              </a:rPr>
              <a:t>再開するときは次の画面へ</a:t>
            </a:r>
          </a:p>
        </p:txBody>
      </p:sp>
      <p:sp>
        <p:nvSpPr>
          <p:cNvPr id="7" name="">
            <a:extLst xmlns:a="http://schemas.openxmlformats.org/drawingml/2006/main">
              <a:ext uri="{FF2B5EF4-FFF2-40B4-BE49-F238E27FC236}">
                <a16:creationId xmlns:a16="http://schemas.microsoft.com/office/drawing/2014/main" id="{5CD2D450-5CED-42DE-8DE3-C805B9A1BD36}"/>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8" name="">
            <a:extLst xmlns:a="http://schemas.openxmlformats.org/drawingml/2006/main">
              <a:ext uri="{FF2B5EF4-FFF2-40B4-BE49-F238E27FC236}">
                <a16:creationId xmlns:a16="http://schemas.microsoft.com/office/drawing/2014/main" id="{5E2C8CFF-3525-4BE0-8E40-A05909E8B08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30 / 38</a:t>
            </a:r>
          </a:p>
        </p:txBody>
      </p:sp>
    </p:spTree>
    <p:extLst>
      <p:ext uri="{BB962C8B-B14F-4D97-AF65-F5344CB8AC3E}">
        <p14:creationId xmlns:p14="http://schemas.microsoft.com/office/powerpoint/2010/main" val="203945911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FDE459B-742B-4970-818D-8EE3C816EAA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中学校の材料と加工の技術</a:t>
            </a:r>
          </a:p>
        </p:txBody>
      </p:sp>
      <p:sp>
        <p:nvSpPr>
          <p:cNvPr id="2" name="">
            <a:extLst xmlns:a="http://schemas.openxmlformats.org/drawingml/2006/main">
              <a:ext uri="{FF2B5EF4-FFF2-40B4-BE49-F238E27FC236}">
                <a16:creationId xmlns:a16="http://schemas.microsoft.com/office/drawing/2014/main" id="{4A591136-550A-4464-8D0F-159FE7E7BAB8}"/>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A19C5E5-9246-41E2-AFA3-50C95D1C0407}"/>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材料・加工の原理や仕組みを知る</a:t>
            </a:r>
          </a:p>
        </p:txBody>
      </p:sp>
      <p:sp>
        <p:nvSpPr>
          <p:cNvPr id="4" name="">
            <a:extLst xmlns:a="http://schemas.openxmlformats.org/drawingml/2006/main">
              <a:ext uri="{FF2B5EF4-FFF2-40B4-BE49-F238E27FC236}">
                <a16:creationId xmlns:a16="http://schemas.microsoft.com/office/drawing/2014/main" id="{EEDA36FB-0F73-4FFE-8578-830FF23D6EEC}"/>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問題を見いだし、設計・製作・評価改善へ</a:t>
            </a:r>
          </a:p>
        </p:txBody>
      </p:sp>
      <p:sp>
        <p:nvSpPr>
          <p:cNvPr id="5" name="">
            <a:extLst xmlns:a="http://schemas.openxmlformats.org/drawingml/2006/main">
              <a:ext uri="{FF2B5EF4-FFF2-40B4-BE49-F238E27FC236}">
                <a16:creationId xmlns:a16="http://schemas.microsoft.com/office/drawing/2014/main" id="{BA9A22A9-6B52-4461-9DDB-EA8FEFAC7296}"/>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生活・社会・環境を踏まえて選択する</a:t>
            </a:r>
          </a:p>
        </p:txBody>
      </p:sp>
      <p:sp>
        <p:nvSpPr>
          <p:cNvPr id="6" name="">
            <a:extLst xmlns:a="http://schemas.openxmlformats.org/drawingml/2006/main">
              <a:ext uri="{FF2B5EF4-FFF2-40B4-BE49-F238E27FC236}">
                <a16:creationId xmlns:a16="http://schemas.microsoft.com/office/drawing/2014/main" id="{1090C2CB-AB3A-4012-8F71-AE370B943C86}"/>
              </a:ext>
            </a:extLst>
          </p:cNvPr>
          <p:cNvSpPr>
            <a:spLocks xmlns:a="http://schemas.openxmlformats.org/drawingml/2006/main" noGrp="1"/>
          </p:cNvSpPr>
          <p:nvPr/>
        </p:nvSpPr>
        <p:spPr>
          <a:xfrm xmlns:a="http://schemas.openxmlformats.org/drawingml/2006/main">
            <a:off x="6858000" y="195262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A6C9B"/>
                </a:solidFill>
                <a:latin typeface="Yu Gothic"/>
                <a:ea typeface="Yu Gothic"/>
                <a:cs typeface="Yu Gothic"/>
              </a:defRPr>
            </a:defPPr>
            <a:lvl1pPr>
              <a:buNone/>
              <a:defRPr sz="2400" b="1">
                <a:solidFill>
                  <a:srgbClr val="2A6C9B"/>
                </a:solidFill>
                <a:latin typeface="Yu Gothic"/>
                <a:ea typeface="Yu Gothic"/>
                <a:cs typeface="Yu Gothic"/>
              </a:defRPr>
            </a:lvl1pPr>
            <a:lvl2pPr>
              <a:buNone/>
              <a:defRPr sz="2400" b="1">
                <a:solidFill>
                  <a:srgbClr val="2A6C9B"/>
                </a:solidFill>
                <a:latin typeface="Yu Gothic"/>
                <a:ea typeface="Yu Gothic"/>
                <a:cs typeface="Yu Gothic"/>
              </a:defRPr>
            </a:lvl2pPr>
            <a:lvl3pPr>
              <a:buNone/>
              <a:defRPr sz="2400" b="1">
                <a:solidFill>
                  <a:srgbClr val="2A6C9B"/>
                </a:solidFill>
                <a:latin typeface="Yu Gothic"/>
                <a:ea typeface="Yu Gothic"/>
                <a:cs typeface="Yu Gothic"/>
              </a:defRPr>
            </a:lvl3pPr>
            <a:lvl4pPr>
              <a:buNone/>
              <a:defRPr sz="2400" b="1">
                <a:solidFill>
                  <a:srgbClr val="2A6C9B"/>
                </a:solidFill>
                <a:latin typeface="Yu Gothic"/>
                <a:ea typeface="Yu Gothic"/>
                <a:cs typeface="Yu Gothic"/>
              </a:defRPr>
            </a:lvl4pPr>
            <a:lvl5pPr>
              <a:buNone/>
              <a:defRPr sz="2400" b="1">
                <a:solidFill>
                  <a:srgbClr val="2A6C9B"/>
                </a:solidFill>
                <a:latin typeface="Yu Gothic"/>
                <a:ea typeface="Yu Gothic"/>
                <a:cs typeface="Yu Gothic"/>
              </a:defRPr>
            </a:lvl5pPr>
            <a:lvl6pPr>
              <a:buNone/>
              <a:defRPr sz="2400" b="1">
                <a:solidFill>
                  <a:srgbClr val="2A6C9B"/>
                </a:solidFill>
                <a:latin typeface="Yu Gothic"/>
                <a:ea typeface="Yu Gothic"/>
                <a:cs typeface="Yu Gothic"/>
              </a:defRPr>
            </a:lvl6pPr>
            <a:lvl7pPr>
              <a:buNone/>
              <a:defRPr sz="2400" b="1">
                <a:solidFill>
                  <a:srgbClr val="2A6C9B"/>
                </a:solidFill>
                <a:latin typeface="Yu Gothic"/>
                <a:ea typeface="Yu Gothic"/>
                <a:cs typeface="Yu Gothic"/>
              </a:defRPr>
            </a:lvl7pPr>
            <a:lvl8pPr>
              <a:buNone/>
              <a:defRPr sz="2400" b="1">
                <a:solidFill>
                  <a:srgbClr val="2A6C9B"/>
                </a:solidFill>
                <a:latin typeface="Yu Gothic"/>
                <a:ea typeface="Yu Gothic"/>
                <a:cs typeface="Yu Gothic"/>
              </a:defRPr>
            </a:lvl8pPr>
            <a:lvl9pPr>
              <a:buNone/>
              <a:defRPr sz="2400" b="1">
                <a:solidFill>
                  <a:srgbClr val="2A6C9B"/>
                </a:solidFill>
                <a:latin typeface="Yu Gothic"/>
                <a:ea typeface="Yu Gothic"/>
                <a:cs typeface="Yu Gothic"/>
              </a:defRPr>
            </a:lvl9pPr>
          </a:lstStyle>
          <a:p xmlns:a="http://schemas.openxmlformats.org/drawingml/2006/main">
            <a:pPr>
              <a:buNone/>
              <a:defRPr sz="2400" b="1">
                <a:solidFill>
                  <a:srgbClr val="2A6C9B"/>
                </a:solidFill>
                <a:latin typeface="Yu Gothic"/>
                <a:ea typeface="Yu Gothic"/>
                <a:cs typeface="Yu Gothic"/>
              </a:defRPr>
            </a:pPr>
            <a:r>
              <a:rPr sz="2400" b="1">
                <a:solidFill>
                  <a:srgbClr val="2A6C9B"/>
                </a:solidFill>
                <a:latin typeface="Yu Gothic"/>
                <a:ea typeface="Yu Gothic"/>
                <a:cs typeface="Yu Gothic"/>
              </a:rPr>
              <a:t>知る・観察する</a:t>
            </a:r>
          </a:p>
        </p:txBody>
      </p:sp>
      <p:sp>
        <p:nvSpPr>
          <p:cNvPr id="7" name="">
            <a:extLst xmlns:a="http://schemas.openxmlformats.org/drawingml/2006/main">
              <a:ext uri="{FF2B5EF4-FFF2-40B4-BE49-F238E27FC236}">
                <a16:creationId xmlns:a16="http://schemas.microsoft.com/office/drawing/2014/main" id="{33F7FCB6-EA40-45DC-902B-02152AB06FB3}"/>
              </a:ext>
            </a:extLst>
          </p:cNvPr>
          <p:cNvSpPr>
            <a:spLocks xmlns:a="http://schemas.openxmlformats.org/drawingml/2006/main" noGrp="1"/>
          </p:cNvSpPr>
          <p:nvPr/>
        </p:nvSpPr>
        <p:spPr>
          <a:xfrm xmlns:a="http://schemas.openxmlformats.org/drawingml/2006/main" flipH="0" flipV="0">
            <a:off x="6953250" y="2714625"/>
            <a:ext cx="4000500" cy="0"/>
          </a:xfrm>
          <a:prstGeom xmlns:a="http://schemas.openxmlformats.org/drawingml/2006/main" prst="line">
            <a:avLst/>
          </a:prstGeom>
          <a:noFill xmlns:a="http://schemas.openxmlformats.org/drawingml/2006/main"/>
          <a:ln xmlns:a="http://schemas.openxmlformats.org/drawingml/2006/main" w="19050">
            <a:solidFill>
              <a:srgbClr val="D1DCE2"/>
            </a:solidFill>
          </a:ln>
        </p:spPr>
      </p:sp>
      <p:sp>
        <p:nvSpPr>
          <p:cNvPr id="8" name="">
            <a:extLst xmlns:a="http://schemas.openxmlformats.org/drawingml/2006/main">
              <a:ext uri="{FF2B5EF4-FFF2-40B4-BE49-F238E27FC236}">
                <a16:creationId xmlns:a16="http://schemas.microsoft.com/office/drawing/2014/main" id="{95A9808B-7BAE-443D-ABAF-272E340CC94E}"/>
              </a:ext>
            </a:extLst>
          </p:cNvPr>
          <p:cNvSpPr>
            <a:spLocks xmlns:a="http://schemas.openxmlformats.org/drawingml/2006/main" noGrp="1"/>
          </p:cNvSpPr>
          <p:nvPr/>
        </p:nvSpPr>
        <p:spPr>
          <a:xfrm xmlns:a="http://schemas.openxmlformats.org/drawingml/2006/main">
            <a:off x="6858000" y="3143250"/>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A6C9B"/>
                </a:solidFill>
                <a:latin typeface="Yu Gothic"/>
                <a:ea typeface="Yu Gothic"/>
                <a:cs typeface="Yu Gothic"/>
              </a:defRPr>
            </a:defPPr>
            <a:lvl1pPr>
              <a:buNone/>
              <a:defRPr sz="2400" b="1">
                <a:solidFill>
                  <a:srgbClr val="2A6C9B"/>
                </a:solidFill>
                <a:latin typeface="Yu Gothic"/>
                <a:ea typeface="Yu Gothic"/>
                <a:cs typeface="Yu Gothic"/>
              </a:defRPr>
            </a:lvl1pPr>
            <a:lvl2pPr>
              <a:buNone/>
              <a:defRPr sz="2400" b="1">
                <a:solidFill>
                  <a:srgbClr val="2A6C9B"/>
                </a:solidFill>
                <a:latin typeface="Yu Gothic"/>
                <a:ea typeface="Yu Gothic"/>
                <a:cs typeface="Yu Gothic"/>
              </a:defRPr>
            </a:lvl2pPr>
            <a:lvl3pPr>
              <a:buNone/>
              <a:defRPr sz="2400" b="1">
                <a:solidFill>
                  <a:srgbClr val="2A6C9B"/>
                </a:solidFill>
                <a:latin typeface="Yu Gothic"/>
                <a:ea typeface="Yu Gothic"/>
                <a:cs typeface="Yu Gothic"/>
              </a:defRPr>
            </a:lvl3pPr>
            <a:lvl4pPr>
              <a:buNone/>
              <a:defRPr sz="2400" b="1">
                <a:solidFill>
                  <a:srgbClr val="2A6C9B"/>
                </a:solidFill>
                <a:latin typeface="Yu Gothic"/>
                <a:ea typeface="Yu Gothic"/>
                <a:cs typeface="Yu Gothic"/>
              </a:defRPr>
            </a:lvl4pPr>
            <a:lvl5pPr>
              <a:buNone/>
              <a:defRPr sz="2400" b="1">
                <a:solidFill>
                  <a:srgbClr val="2A6C9B"/>
                </a:solidFill>
                <a:latin typeface="Yu Gothic"/>
                <a:ea typeface="Yu Gothic"/>
                <a:cs typeface="Yu Gothic"/>
              </a:defRPr>
            </a:lvl5pPr>
            <a:lvl6pPr>
              <a:buNone/>
              <a:defRPr sz="2400" b="1">
                <a:solidFill>
                  <a:srgbClr val="2A6C9B"/>
                </a:solidFill>
                <a:latin typeface="Yu Gothic"/>
                <a:ea typeface="Yu Gothic"/>
                <a:cs typeface="Yu Gothic"/>
              </a:defRPr>
            </a:lvl6pPr>
            <a:lvl7pPr>
              <a:buNone/>
              <a:defRPr sz="2400" b="1">
                <a:solidFill>
                  <a:srgbClr val="2A6C9B"/>
                </a:solidFill>
                <a:latin typeface="Yu Gothic"/>
                <a:ea typeface="Yu Gothic"/>
                <a:cs typeface="Yu Gothic"/>
              </a:defRPr>
            </a:lvl7pPr>
            <a:lvl8pPr>
              <a:buNone/>
              <a:defRPr sz="2400" b="1">
                <a:solidFill>
                  <a:srgbClr val="2A6C9B"/>
                </a:solidFill>
                <a:latin typeface="Yu Gothic"/>
                <a:ea typeface="Yu Gothic"/>
                <a:cs typeface="Yu Gothic"/>
              </a:defRPr>
            </a:lvl8pPr>
            <a:lvl9pPr>
              <a:buNone/>
              <a:defRPr sz="2400" b="1">
                <a:solidFill>
                  <a:srgbClr val="2A6C9B"/>
                </a:solidFill>
                <a:latin typeface="Yu Gothic"/>
                <a:ea typeface="Yu Gothic"/>
                <a:cs typeface="Yu Gothic"/>
              </a:defRPr>
            </a:lvl9pPr>
          </a:lstStyle>
          <a:p xmlns:a="http://schemas.openxmlformats.org/drawingml/2006/main">
            <a:pPr>
              <a:buNone/>
              <a:defRPr sz="2400" b="1">
                <a:solidFill>
                  <a:srgbClr val="2A6C9B"/>
                </a:solidFill>
                <a:latin typeface="Yu Gothic"/>
                <a:ea typeface="Yu Gothic"/>
                <a:cs typeface="Yu Gothic"/>
              </a:defRPr>
            </a:pPr>
            <a:r>
              <a:rPr sz="2400" b="1">
                <a:solidFill>
                  <a:srgbClr val="2A6C9B"/>
                </a:solidFill>
                <a:latin typeface="Yu Gothic"/>
                <a:ea typeface="Yu Gothic"/>
                <a:cs typeface="Yu Gothic"/>
              </a:rPr>
              <a:t>比べて説明する</a:t>
            </a:r>
          </a:p>
        </p:txBody>
      </p:sp>
      <p:sp>
        <p:nvSpPr>
          <p:cNvPr id="9" name="">
            <a:extLst xmlns:a="http://schemas.openxmlformats.org/drawingml/2006/main">
              <a:ext uri="{FF2B5EF4-FFF2-40B4-BE49-F238E27FC236}">
                <a16:creationId xmlns:a16="http://schemas.microsoft.com/office/drawing/2014/main" id="{A599D0C3-3176-436D-8119-55C8A52ABCD1}"/>
              </a:ext>
            </a:extLst>
          </p:cNvPr>
          <p:cNvSpPr>
            <a:spLocks xmlns:a="http://schemas.openxmlformats.org/drawingml/2006/main" noGrp="1"/>
          </p:cNvSpPr>
          <p:nvPr/>
        </p:nvSpPr>
        <p:spPr>
          <a:xfrm xmlns:a="http://schemas.openxmlformats.org/drawingml/2006/main" flipH="0" flipV="0">
            <a:off x="6953250" y="3905250"/>
            <a:ext cx="4000500" cy="0"/>
          </a:xfrm>
          <a:prstGeom xmlns:a="http://schemas.openxmlformats.org/drawingml/2006/main" prst="line">
            <a:avLst/>
          </a:prstGeom>
          <a:noFill xmlns:a="http://schemas.openxmlformats.org/drawingml/2006/main"/>
          <a:ln xmlns:a="http://schemas.openxmlformats.org/drawingml/2006/main" w="19050">
            <a:solidFill>
              <a:srgbClr val="D1DCE2"/>
            </a:solidFill>
          </a:ln>
        </p:spPr>
      </p:sp>
      <p:sp>
        <p:nvSpPr>
          <p:cNvPr id="10" name="">
            <a:extLst xmlns:a="http://schemas.openxmlformats.org/drawingml/2006/main">
              <a:ext uri="{FF2B5EF4-FFF2-40B4-BE49-F238E27FC236}">
                <a16:creationId xmlns:a16="http://schemas.microsoft.com/office/drawing/2014/main" id="{8B56C57C-A1BE-4291-8F38-26B0D045B8B3}"/>
              </a:ext>
            </a:extLst>
          </p:cNvPr>
          <p:cNvSpPr>
            <a:spLocks xmlns:a="http://schemas.openxmlformats.org/drawingml/2006/main" noGrp="1"/>
          </p:cNvSpPr>
          <p:nvPr/>
        </p:nvSpPr>
        <p:spPr>
          <a:xfrm xmlns:a="http://schemas.openxmlformats.org/drawingml/2006/main">
            <a:off x="6858000" y="433387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337568"/>
                </a:solidFill>
                <a:latin typeface="Yu Gothic"/>
                <a:ea typeface="Yu Gothic"/>
                <a:cs typeface="Yu Gothic"/>
              </a:defRPr>
            </a:defPPr>
            <a:lvl1pPr>
              <a:buNone/>
              <a:defRPr sz="2400" b="1">
                <a:solidFill>
                  <a:srgbClr val="337568"/>
                </a:solidFill>
                <a:latin typeface="Yu Gothic"/>
                <a:ea typeface="Yu Gothic"/>
                <a:cs typeface="Yu Gothic"/>
              </a:defRPr>
            </a:lvl1pPr>
            <a:lvl2pPr>
              <a:buNone/>
              <a:defRPr sz="2400" b="1">
                <a:solidFill>
                  <a:srgbClr val="337568"/>
                </a:solidFill>
                <a:latin typeface="Yu Gothic"/>
                <a:ea typeface="Yu Gothic"/>
                <a:cs typeface="Yu Gothic"/>
              </a:defRPr>
            </a:lvl2pPr>
            <a:lvl3pPr>
              <a:buNone/>
              <a:defRPr sz="2400" b="1">
                <a:solidFill>
                  <a:srgbClr val="337568"/>
                </a:solidFill>
                <a:latin typeface="Yu Gothic"/>
                <a:ea typeface="Yu Gothic"/>
                <a:cs typeface="Yu Gothic"/>
              </a:defRPr>
            </a:lvl3pPr>
            <a:lvl4pPr>
              <a:buNone/>
              <a:defRPr sz="2400" b="1">
                <a:solidFill>
                  <a:srgbClr val="337568"/>
                </a:solidFill>
                <a:latin typeface="Yu Gothic"/>
                <a:ea typeface="Yu Gothic"/>
                <a:cs typeface="Yu Gothic"/>
              </a:defRPr>
            </a:lvl4pPr>
            <a:lvl5pPr>
              <a:buNone/>
              <a:defRPr sz="2400" b="1">
                <a:solidFill>
                  <a:srgbClr val="337568"/>
                </a:solidFill>
                <a:latin typeface="Yu Gothic"/>
                <a:ea typeface="Yu Gothic"/>
                <a:cs typeface="Yu Gothic"/>
              </a:defRPr>
            </a:lvl5pPr>
            <a:lvl6pPr>
              <a:buNone/>
              <a:defRPr sz="2400" b="1">
                <a:solidFill>
                  <a:srgbClr val="337568"/>
                </a:solidFill>
                <a:latin typeface="Yu Gothic"/>
                <a:ea typeface="Yu Gothic"/>
                <a:cs typeface="Yu Gothic"/>
              </a:defRPr>
            </a:lvl6pPr>
            <a:lvl7pPr>
              <a:buNone/>
              <a:defRPr sz="2400" b="1">
                <a:solidFill>
                  <a:srgbClr val="337568"/>
                </a:solidFill>
                <a:latin typeface="Yu Gothic"/>
                <a:ea typeface="Yu Gothic"/>
                <a:cs typeface="Yu Gothic"/>
              </a:defRPr>
            </a:lvl7pPr>
            <a:lvl8pPr>
              <a:buNone/>
              <a:defRPr sz="2400" b="1">
                <a:solidFill>
                  <a:srgbClr val="337568"/>
                </a:solidFill>
                <a:latin typeface="Yu Gothic"/>
                <a:ea typeface="Yu Gothic"/>
                <a:cs typeface="Yu Gothic"/>
              </a:defRPr>
            </a:lvl8pPr>
            <a:lvl9pPr>
              <a:buNone/>
              <a:defRPr sz="2400" b="1">
                <a:solidFill>
                  <a:srgbClr val="337568"/>
                </a:solidFill>
                <a:latin typeface="Yu Gothic"/>
                <a:ea typeface="Yu Gothic"/>
                <a:cs typeface="Yu Gothic"/>
              </a:defRPr>
            </a:lvl9pPr>
          </a:lstStyle>
          <a:p xmlns:a="http://schemas.openxmlformats.org/drawingml/2006/main">
            <a:pPr>
              <a:buNone/>
              <a:defRPr sz="2400" b="1">
                <a:solidFill>
                  <a:srgbClr val="337568"/>
                </a:solidFill>
                <a:latin typeface="Yu Gothic"/>
                <a:ea typeface="Yu Gothic"/>
                <a:cs typeface="Yu Gothic"/>
              </a:defRPr>
            </a:pPr>
            <a:r>
              <a:rPr sz="2400" b="1">
                <a:solidFill>
                  <a:srgbClr val="337568"/>
                </a:solidFill>
                <a:latin typeface="Yu Gothic"/>
                <a:ea typeface="Yu Gothic"/>
                <a:cs typeface="Yu Gothic"/>
              </a:rPr>
              <a:t>選び、改善する</a:t>
            </a:r>
          </a:p>
        </p:txBody>
      </p:sp>
      <p:sp>
        <p:nvSpPr>
          <p:cNvPr id="11" name="">
            <a:extLst xmlns:a="http://schemas.openxmlformats.org/drawingml/2006/main">
              <a:ext uri="{FF2B5EF4-FFF2-40B4-BE49-F238E27FC236}">
                <a16:creationId xmlns:a16="http://schemas.microsoft.com/office/drawing/2014/main" id="{A274E21E-61F9-42DC-93ED-40DDE83C96E0}"/>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2" name="">
            <a:extLst xmlns:a="http://schemas.openxmlformats.org/drawingml/2006/main">
              <a:ext uri="{FF2B5EF4-FFF2-40B4-BE49-F238E27FC236}">
                <a16:creationId xmlns:a16="http://schemas.microsoft.com/office/drawing/2014/main" id="{D4CC4BCE-1A7C-448D-B9F8-0C76AAE5EF3A}"/>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31 / 38</a:t>
            </a:r>
          </a:p>
        </p:txBody>
      </p:sp>
    </p:spTree>
    <p:extLst>
      <p:ext uri="{BB962C8B-B14F-4D97-AF65-F5344CB8AC3E}">
        <p14:creationId xmlns:p14="http://schemas.microsoft.com/office/powerpoint/2010/main" val="87030610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214135B-75F4-475E-ACA9-7AAE47CEA1E4}"/>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観察・データ・判断を分ける</a:t>
            </a:r>
          </a:p>
        </p:txBody>
      </p:sp>
      <p:sp>
        <p:nvSpPr>
          <p:cNvPr id="2" name="">
            <a:extLst xmlns:a="http://schemas.openxmlformats.org/drawingml/2006/main">
              <a:ext uri="{FF2B5EF4-FFF2-40B4-BE49-F238E27FC236}">
                <a16:creationId xmlns:a16="http://schemas.microsoft.com/office/drawing/2014/main" id="{04C2BE97-5143-4549-8917-50C3D99BBC0A}"/>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F139B68-A0E7-4386-BCCF-29B292AF7B9E}"/>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観察：何が起きたか</a:t>
            </a:r>
          </a:p>
        </p:txBody>
      </p:sp>
      <p:sp>
        <p:nvSpPr>
          <p:cNvPr id="4" name="">
            <a:extLst xmlns:a="http://schemas.openxmlformats.org/drawingml/2006/main">
              <a:ext uri="{FF2B5EF4-FFF2-40B4-BE49-F238E27FC236}">
                <a16:creationId xmlns:a16="http://schemas.microsoft.com/office/drawing/2014/main" id="{0B9B1533-9E47-43F5-9498-E5F1D27953B1}"/>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データ：何を、どの条件で測ったか</a:t>
            </a:r>
          </a:p>
        </p:txBody>
      </p:sp>
      <p:sp>
        <p:nvSpPr>
          <p:cNvPr id="5" name="">
            <a:extLst xmlns:a="http://schemas.openxmlformats.org/drawingml/2006/main">
              <a:ext uri="{FF2B5EF4-FFF2-40B4-BE49-F238E27FC236}">
                <a16:creationId xmlns:a16="http://schemas.microsoft.com/office/drawing/2014/main" id="{B8890122-82D4-4695-AF03-AFFFCBB66715}"/>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説明：なぜそう考えるか</a:t>
            </a:r>
          </a:p>
        </p:txBody>
      </p:sp>
      <p:sp>
        <p:nvSpPr>
          <p:cNvPr id="6" name="">
            <a:extLst xmlns:a="http://schemas.openxmlformats.org/drawingml/2006/main">
              <a:ext uri="{FF2B5EF4-FFF2-40B4-BE49-F238E27FC236}">
                <a16:creationId xmlns:a16="http://schemas.microsoft.com/office/drawing/2014/main" id="{A85AB584-D427-49BA-8C1B-61F2AEE56CE4}"/>
              </a:ext>
            </a:extLst>
          </p:cNvPr>
          <p:cNvSpPr>
            <a:spLocks xmlns:a="http://schemas.openxmlformats.org/drawingml/2006/main" noGrp="1"/>
          </p:cNvSpPr>
          <p:nvPr/>
        </p:nvSpPr>
        <p:spPr>
          <a:xfrm xmlns:a="http://schemas.openxmlformats.org/drawingml/2006/main">
            <a:off x="809625" y="4524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判断：この用途で、何を選ぶか</a:t>
            </a:r>
          </a:p>
        </p:txBody>
      </p:sp>
      <p:sp>
        <p:nvSpPr>
          <p:cNvPr id="7" name="">
            <a:extLst xmlns:a="http://schemas.openxmlformats.org/drawingml/2006/main">
              <a:ext uri="{FF2B5EF4-FFF2-40B4-BE49-F238E27FC236}">
                <a16:creationId xmlns:a16="http://schemas.microsoft.com/office/drawing/2014/main" id="{41E3A901-0321-414C-BF2F-5BFEE331FC64}"/>
              </a:ext>
            </a:extLst>
          </p:cNvPr>
          <p:cNvSpPr>
            <a:spLocks xmlns:a="http://schemas.openxmlformats.org/drawingml/2006/main" noGrp="1"/>
          </p:cNvSpPr>
          <p:nvPr/>
        </p:nvSpPr>
        <p:spPr>
          <a:xfrm xmlns:a="http://schemas.openxmlformats.org/drawingml/2006/main">
            <a:off x="6858000" y="195262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A6C9B"/>
                </a:solidFill>
                <a:latin typeface="Yu Gothic"/>
                <a:ea typeface="Yu Gothic"/>
                <a:cs typeface="Yu Gothic"/>
              </a:defRPr>
            </a:defPPr>
            <a:lvl1pPr>
              <a:buNone/>
              <a:defRPr sz="2400" b="1">
                <a:solidFill>
                  <a:srgbClr val="2A6C9B"/>
                </a:solidFill>
                <a:latin typeface="Yu Gothic"/>
                <a:ea typeface="Yu Gothic"/>
                <a:cs typeface="Yu Gothic"/>
              </a:defRPr>
            </a:lvl1pPr>
            <a:lvl2pPr>
              <a:buNone/>
              <a:defRPr sz="2400" b="1">
                <a:solidFill>
                  <a:srgbClr val="2A6C9B"/>
                </a:solidFill>
                <a:latin typeface="Yu Gothic"/>
                <a:ea typeface="Yu Gothic"/>
                <a:cs typeface="Yu Gothic"/>
              </a:defRPr>
            </a:lvl2pPr>
            <a:lvl3pPr>
              <a:buNone/>
              <a:defRPr sz="2400" b="1">
                <a:solidFill>
                  <a:srgbClr val="2A6C9B"/>
                </a:solidFill>
                <a:latin typeface="Yu Gothic"/>
                <a:ea typeface="Yu Gothic"/>
                <a:cs typeface="Yu Gothic"/>
              </a:defRPr>
            </a:lvl3pPr>
            <a:lvl4pPr>
              <a:buNone/>
              <a:defRPr sz="2400" b="1">
                <a:solidFill>
                  <a:srgbClr val="2A6C9B"/>
                </a:solidFill>
                <a:latin typeface="Yu Gothic"/>
                <a:ea typeface="Yu Gothic"/>
                <a:cs typeface="Yu Gothic"/>
              </a:defRPr>
            </a:lvl4pPr>
            <a:lvl5pPr>
              <a:buNone/>
              <a:defRPr sz="2400" b="1">
                <a:solidFill>
                  <a:srgbClr val="2A6C9B"/>
                </a:solidFill>
                <a:latin typeface="Yu Gothic"/>
                <a:ea typeface="Yu Gothic"/>
                <a:cs typeface="Yu Gothic"/>
              </a:defRPr>
            </a:lvl5pPr>
            <a:lvl6pPr>
              <a:buNone/>
              <a:defRPr sz="2400" b="1">
                <a:solidFill>
                  <a:srgbClr val="2A6C9B"/>
                </a:solidFill>
                <a:latin typeface="Yu Gothic"/>
                <a:ea typeface="Yu Gothic"/>
                <a:cs typeface="Yu Gothic"/>
              </a:defRPr>
            </a:lvl6pPr>
            <a:lvl7pPr>
              <a:buNone/>
              <a:defRPr sz="2400" b="1">
                <a:solidFill>
                  <a:srgbClr val="2A6C9B"/>
                </a:solidFill>
                <a:latin typeface="Yu Gothic"/>
                <a:ea typeface="Yu Gothic"/>
                <a:cs typeface="Yu Gothic"/>
              </a:defRPr>
            </a:lvl7pPr>
            <a:lvl8pPr>
              <a:buNone/>
              <a:defRPr sz="2400" b="1">
                <a:solidFill>
                  <a:srgbClr val="2A6C9B"/>
                </a:solidFill>
                <a:latin typeface="Yu Gothic"/>
                <a:ea typeface="Yu Gothic"/>
                <a:cs typeface="Yu Gothic"/>
              </a:defRPr>
            </a:lvl8pPr>
            <a:lvl9pPr>
              <a:buNone/>
              <a:defRPr sz="2400" b="1">
                <a:solidFill>
                  <a:srgbClr val="2A6C9B"/>
                </a:solidFill>
                <a:latin typeface="Yu Gothic"/>
                <a:ea typeface="Yu Gothic"/>
                <a:cs typeface="Yu Gothic"/>
              </a:defRPr>
            </a:lvl9pPr>
          </a:lstStyle>
          <a:p xmlns:a="http://schemas.openxmlformats.org/drawingml/2006/main">
            <a:pPr>
              <a:buNone/>
              <a:defRPr sz="2400" b="1">
                <a:solidFill>
                  <a:srgbClr val="2A6C9B"/>
                </a:solidFill>
                <a:latin typeface="Yu Gothic"/>
                <a:ea typeface="Yu Gothic"/>
                <a:cs typeface="Yu Gothic"/>
              </a:defRPr>
            </a:pPr>
            <a:r>
              <a:rPr sz="2400" b="1">
                <a:solidFill>
                  <a:srgbClr val="2A6C9B"/>
                </a:solidFill>
                <a:latin typeface="Yu Gothic"/>
                <a:ea typeface="Yu Gothic"/>
                <a:cs typeface="Yu Gothic"/>
              </a:rPr>
              <a:t>知る・観察する</a:t>
            </a:r>
          </a:p>
        </p:txBody>
      </p:sp>
      <p:sp>
        <p:nvSpPr>
          <p:cNvPr id="8" name="">
            <a:extLst xmlns:a="http://schemas.openxmlformats.org/drawingml/2006/main">
              <a:ext uri="{FF2B5EF4-FFF2-40B4-BE49-F238E27FC236}">
                <a16:creationId xmlns:a16="http://schemas.microsoft.com/office/drawing/2014/main" id="{D255D9B0-8A63-4063-9905-5142522048AE}"/>
              </a:ext>
            </a:extLst>
          </p:cNvPr>
          <p:cNvSpPr>
            <a:spLocks xmlns:a="http://schemas.openxmlformats.org/drawingml/2006/main" noGrp="1"/>
          </p:cNvSpPr>
          <p:nvPr/>
        </p:nvSpPr>
        <p:spPr>
          <a:xfrm xmlns:a="http://schemas.openxmlformats.org/drawingml/2006/main" flipH="0" flipV="0">
            <a:off x="6953250" y="2714625"/>
            <a:ext cx="4000500" cy="0"/>
          </a:xfrm>
          <a:prstGeom xmlns:a="http://schemas.openxmlformats.org/drawingml/2006/main" prst="line">
            <a:avLst/>
          </a:prstGeom>
          <a:noFill xmlns:a="http://schemas.openxmlformats.org/drawingml/2006/main"/>
          <a:ln xmlns:a="http://schemas.openxmlformats.org/drawingml/2006/main" w="19050">
            <a:solidFill>
              <a:srgbClr val="D1DCE2"/>
            </a:solidFill>
          </a:ln>
        </p:spPr>
      </p:sp>
      <p:sp>
        <p:nvSpPr>
          <p:cNvPr id="9" name="">
            <a:extLst xmlns:a="http://schemas.openxmlformats.org/drawingml/2006/main">
              <a:ext uri="{FF2B5EF4-FFF2-40B4-BE49-F238E27FC236}">
                <a16:creationId xmlns:a16="http://schemas.microsoft.com/office/drawing/2014/main" id="{30457654-109E-43D9-9F50-52FAC84C0167}"/>
              </a:ext>
            </a:extLst>
          </p:cNvPr>
          <p:cNvSpPr>
            <a:spLocks xmlns:a="http://schemas.openxmlformats.org/drawingml/2006/main" noGrp="1"/>
          </p:cNvSpPr>
          <p:nvPr/>
        </p:nvSpPr>
        <p:spPr>
          <a:xfrm xmlns:a="http://schemas.openxmlformats.org/drawingml/2006/main">
            <a:off x="6858000" y="3143250"/>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A6C9B"/>
                </a:solidFill>
                <a:latin typeface="Yu Gothic"/>
                <a:ea typeface="Yu Gothic"/>
                <a:cs typeface="Yu Gothic"/>
              </a:defRPr>
            </a:defPPr>
            <a:lvl1pPr>
              <a:buNone/>
              <a:defRPr sz="2400" b="1">
                <a:solidFill>
                  <a:srgbClr val="2A6C9B"/>
                </a:solidFill>
                <a:latin typeface="Yu Gothic"/>
                <a:ea typeface="Yu Gothic"/>
                <a:cs typeface="Yu Gothic"/>
              </a:defRPr>
            </a:lvl1pPr>
            <a:lvl2pPr>
              <a:buNone/>
              <a:defRPr sz="2400" b="1">
                <a:solidFill>
                  <a:srgbClr val="2A6C9B"/>
                </a:solidFill>
                <a:latin typeface="Yu Gothic"/>
                <a:ea typeface="Yu Gothic"/>
                <a:cs typeface="Yu Gothic"/>
              </a:defRPr>
            </a:lvl2pPr>
            <a:lvl3pPr>
              <a:buNone/>
              <a:defRPr sz="2400" b="1">
                <a:solidFill>
                  <a:srgbClr val="2A6C9B"/>
                </a:solidFill>
                <a:latin typeface="Yu Gothic"/>
                <a:ea typeface="Yu Gothic"/>
                <a:cs typeface="Yu Gothic"/>
              </a:defRPr>
            </a:lvl3pPr>
            <a:lvl4pPr>
              <a:buNone/>
              <a:defRPr sz="2400" b="1">
                <a:solidFill>
                  <a:srgbClr val="2A6C9B"/>
                </a:solidFill>
                <a:latin typeface="Yu Gothic"/>
                <a:ea typeface="Yu Gothic"/>
                <a:cs typeface="Yu Gothic"/>
              </a:defRPr>
            </a:lvl4pPr>
            <a:lvl5pPr>
              <a:buNone/>
              <a:defRPr sz="2400" b="1">
                <a:solidFill>
                  <a:srgbClr val="2A6C9B"/>
                </a:solidFill>
                <a:latin typeface="Yu Gothic"/>
                <a:ea typeface="Yu Gothic"/>
                <a:cs typeface="Yu Gothic"/>
              </a:defRPr>
            </a:lvl5pPr>
            <a:lvl6pPr>
              <a:buNone/>
              <a:defRPr sz="2400" b="1">
                <a:solidFill>
                  <a:srgbClr val="2A6C9B"/>
                </a:solidFill>
                <a:latin typeface="Yu Gothic"/>
                <a:ea typeface="Yu Gothic"/>
                <a:cs typeface="Yu Gothic"/>
              </a:defRPr>
            </a:lvl6pPr>
            <a:lvl7pPr>
              <a:buNone/>
              <a:defRPr sz="2400" b="1">
                <a:solidFill>
                  <a:srgbClr val="2A6C9B"/>
                </a:solidFill>
                <a:latin typeface="Yu Gothic"/>
                <a:ea typeface="Yu Gothic"/>
                <a:cs typeface="Yu Gothic"/>
              </a:defRPr>
            </a:lvl7pPr>
            <a:lvl8pPr>
              <a:buNone/>
              <a:defRPr sz="2400" b="1">
                <a:solidFill>
                  <a:srgbClr val="2A6C9B"/>
                </a:solidFill>
                <a:latin typeface="Yu Gothic"/>
                <a:ea typeface="Yu Gothic"/>
                <a:cs typeface="Yu Gothic"/>
              </a:defRPr>
            </a:lvl8pPr>
            <a:lvl9pPr>
              <a:buNone/>
              <a:defRPr sz="2400" b="1">
                <a:solidFill>
                  <a:srgbClr val="2A6C9B"/>
                </a:solidFill>
                <a:latin typeface="Yu Gothic"/>
                <a:ea typeface="Yu Gothic"/>
                <a:cs typeface="Yu Gothic"/>
              </a:defRPr>
            </a:lvl9pPr>
          </a:lstStyle>
          <a:p xmlns:a="http://schemas.openxmlformats.org/drawingml/2006/main">
            <a:pPr>
              <a:buNone/>
              <a:defRPr sz="2400" b="1">
                <a:solidFill>
                  <a:srgbClr val="2A6C9B"/>
                </a:solidFill>
                <a:latin typeface="Yu Gothic"/>
                <a:ea typeface="Yu Gothic"/>
                <a:cs typeface="Yu Gothic"/>
              </a:defRPr>
            </a:pPr>
            <a:r>
              <a:rPr sz="2400" b="1">
                <a:solidFill>
                  <a:srgbClr val="2A6C9B"/>
                </a:solidFill>
                <a:latin typeface="Yu Gothic"/>
                <a:ea typeface="Yu Gothic"/>
                <a:cs typeface="Yu Gothic"/>
              </a:rPr>
              <a:t>比べて説明する</a:t>
            </a:r>
          </a:p>
        </p:txBody>
      </p:sp>
      <p:sp>
        <p:nvSpPr>
          <p:cNvPr id="10" name="">
            <a:extLst xmlns:a="http://schemas.openxmlformats.org/drawingml/2006/main">
              <a:ext uri="{FF2B5EF4-FFF2-40B4-BE49-F238E27FC236}">
                <a16:creationId xmlns:a16="http://schemas.microsoft.com/office/drawing/2014/main" id="{845B8F09-4235-413D-AD7F-0AB59B25536D}"/>
              </a:ext>
            </a:extLst>
          </p:cNvPr>
          <p:cNvSpPr>
            <a:spLocks xmlns:a="http://schemas.openxmlformats.org/drawingml/2006/main" noGrp="1"/>
          </p:cNvSpPr>
          <p:nvPr/>
        </p:nvSpPr>
        <p:spPr>
          <a:xfrm xmlns:a="http://schemas.openxmlformats.org/drawingml/2006/main" flipH="0" flipV="0">
            <a:off x="6953250" y="3905250"/>
            <a:ext cx="4000500" cy="0"/>
          </a:xfrm>
          <a:prstGeom xmlns:a="http://schemas.openxmlformats.org/drawingml/2006/main" prst="line">
            <a:avLst/>
          </a:prstGeom>
          <a:noFill xmlns:a="http://schemas.openxmlformats.org/drawingml/2006/main"/>
          <a:ln xmlns:a="http://schemas.openxmlformats.org/drawingml/2006/main" w="19050">
            <a:solidFill>
              <a:srgbClr val="D1DCE2"/>
            </a:solidFill>
          </a:ln>
        </p:spPr>
      </p:sp>
      <p:sp>
        <p:nvSpPr>
          <p:cNvPr id="11" name="">
            <a:extLst xmlns:a="http://schemas.openxmlformats.org/drawingml/2006/main">
              <a:ext uri="{FF2B5EF4-FFF2-40B4-BE49-F238E27FC236}">
                <a16:creationId xmlns:a16="http://schemas.microsoft.com/office/drawing/2014/main" id="{EF9763EE-CC3E-4298-9D6B-2F83AD840874}"/>
              </a:ext>
            </a:extLst>
          </p:cNvPr>
          <p:cNvSpPr>
            <a:spLocks xmlns:a="http://schemas.openxmlformats.org/drawingml/2006/main" noGrp="1"/>
          </p:cNvSpPr>
          <p:nvPr/>
        </p:nvSpPr>
        <p:spPr>
          <a:xfrm xmlns:a="http://schemas.openxmlformats.org/drawingml/2006/main">
            <a:off x="6858000" y="433387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337568"/>
                </a:solidFill>
                <a:latin typeface="Yu Gothic"/>
                <a:ea typeface="Yu Gothic"/>
                <a:cs typeface="Yu Gothic"/>
              </a:defRPr>
            </a:defPPr>
            <a:lvl1pPr>
              <a:buNone/>
              <a:defRPr sz="2400" b="1">
                <a:solidFill>
                  <a:srgbClr val="337568"/>
                </a:solidFill>
                <a:latin typeface="Yu Gothic"/>
                <a:ea typeface="Yu Gothic"/>
                <a:cs typeface="Yu Gothic"/>
              </a:defRPr>
            </a:lvl1pPr>
            <a:lvl2pPr>
              <a:buNone/>
              <a:defRPr sz="2400" b="1">
                <a:solidFill>
                  <a:srgbClr val="337568"/>
                </a:solidFill>
                <a:latin typeface="Yu Gothic"/>
                <a:ea typeface="Yu Gothic"/>
                <a:cs typeface="Yu Gothic"/>
              </a:defRPr>
            </a:lvl2pPr>
            <a:lvl3pPr>
              <a:buNone/>
              <a:defRPr sz="2400" b="1">
                <a:solidFill>
                  <a:srgbClr val="337568"/>
                </a:solidFill>
                <a:latin typeface="Yu Gothic"/>
                <a:ea typeface="Yu Gothic"/>
                <a:cs typeface="Yu Gothic"/>
              </a:defRPr>
            </a:lvl3pPr>
            <a:lvl4pPr>
              <a:buNone/>
              <a:defRPr sz="2400" b="1">
                <a:solidFill>
                  <a:srgbClr val="337568"/>
                </a:solidFill>
                <a:latin typeface="Yu Gothic"/>
                <a:ea typeface="Yu Gothic"/>
                <a:cs typeface="Yu Gothic"/>
              </a:defRPr>
            </a:lvl4pPr>
            <a:lvl5pPr>
              <a:buNone/>
              <a:defRPr sz="2400" b="1">
                <a:solidFill>
                  <a:srgbClr val="337568"/>
                </a:solidFill>
                <a:latin typeface="Yu Gothic"/>
                <a:ea typeface="Yu Gothic"/>
                <a:cs typeface="Yu Gothic"/>
              </a:defRPr>
            </a:lvl5pPr>
            <a:lvl6pPr>
              <a:buNone/>
              <a:defRPr sz="2400" b="1">
                <a:solidFill>
                  <a:srgbClr val="337568"/>
                </a:solidFill>
                <a:latin typeface="Yu Gothic"/>
                <a:ea typeface="Yu Gothic"/>
                <a:cs typeface="Yu Gothic"/>
              </a:defRPr>
            </a:lvl6pPr>
            <a:lvl7pPr>
              <a:buNone/>
              <a:defRPr sz="2400" b="1">
                <a:solidFill>
                  <a:srgbClr val="337568"/>
                </a:solidFill>
                <a:latin typeface="Yu Gothic"/>
                <a:ea typeface="Yu Gothic"/>
                <a:cs typeface="Yu Gothic"/>
              </a:defRPr>
            </a:lvl7pPr>
            <a:lvl8pPr>
              <a:buNone/>
              <a:defRPr sz="2400" b="1">
                <a:solidFill>
                  <a:srgbClr val="337568"/>
                </a:solidFill>
                <a:latin typeface="Yu Gothic"/>
                <a:ea typeface="Yu Gothic"/>
                <a:cs typeface="Yu Gothic"/>
              </a:defRPr>
            </a:lvl8pPr>
            <a:lvl9pPr>
              <a:buNone/>
              <a:defRPr sz="2400" b="1">
                <a:solidFill>
                  <a:srgbClr val="337568"/>
                </a:solidFill>
                <a:latin typeface="Yu Gothic"/>
                <a:ea typeface="Yu Gothic"/>
                <a:cs typeface="Yu Gothic"/>
              </a:defRPr>
            </a:lvl9pPr>
          </a:lstStyle>
          <a:p xmlns:a="http://schemas.openxmlformats.org/drawingml/2006/main">
            <a:pPr>
              <a:buNone/>
              <a:defRPr sz="2400" b="1">
                <a:solidFill>
                  <a:srgbClr val="337568"/>
                </a:solidFill>
                <a:latin typeface="Yu Gothic"/>
                <a:ea typeface="Yu Gothic"/>
                <a:cs typeface="Yu Gothic"/>
              </a:defRPr>
            </a:pPr>
            <a:r>
              <a:rPr sz="2400" b="1">
                <a:solidFill>
                  <a:srgbClr val="337568"/>
                </a:solidFill>
                <a:latin typeface="Yu Gothic"/>
                <a:ea typeface="Yu Gothic"/>
                <a:cs typeface="Yu Gothic"/>
              </a:rPr>
              <a:t>選び、改善する</a:t>
            </a:r>
          </a:p>
        </p:txBody>
      </p:sp>
      <p:sp>
        <p:nvSpPr>
          <p:cNvPr id="12" name="">
            <a:extLst xmlns:a="http://schemas.openxmlformats.org/drawingml/2006/main">
              <a:ext uri="{FF2B5EF4-FFF2-40B4-BE49-F238E27FC236}">
                <a16:creationId xmlns:a16="http://schemas.microsoft.com/office/drawing/2014/main" id="{CA80F990-4F6F-4CAC-8CF5-041E109B30E5}"/>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3" name="">
            <a:extLst xmlns:a="http://schemas.openxmlformats.org/drawingml/2006/main">
              <a:ext uri="{FF2B5EF4-FFF2-40B4-BE49-F238E27FC236}">
                <a16:creationId xmlns:a16="http://schemas.microsoft.com/office/drawing/2014/main" id="{3663B74A-D0B0-42FB-8955-1B86342BFF81}"/>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32 / 38</a:t>
            </a:r>
          </a:p>
        </p:txBody>
      </p:sp>
    </p:spTree>
    <p:extLst>
      <p:ext uri="{BB962C8B-B14F-4D97-AF65-F5344CB8AC3E}">
        <p14:creationId xmlns:p14="http://schemas.microsoft.com/office/powerpoint/2010/main" val="59118024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0578C4-0D41-463D-BE13-5C23E202BC94}"/>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教育の変化と、材料の基礎</a:t>
            </a:r>
          </a:p>
        </p:txBody>
      </p:sp>
      <p:sp>
        <p:nvSpPr>
          <p:cNvPr id="2" name="">
            <a:extLst xmlns:a="http://schemas.openxmlformats.org/drawingml/2006/main">
              <a:ext uri="{FF2B5EF4-FFF2-40B4-BE49-F238E27FC236}">
                <a16:creationId xmlns:a16="http://schemas.microsoft.com/office/drawing/2014/main" id="{BD5D5C3A-EAB0-4A6E-BC3F-0FACE2D124EB}"/>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4EDCAE3-BDF9-48D5-9391-1171DCAAB49F}"/>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扱う題材や道具が変わっても</a:t>
            </a:r>
          </a:p>
        </p:txBody>
      </p:sp>
      <p:sp>
        <p:nvSpPr>
          <p:cNvPr id="4" name="">
            <a:extLst xmlns:a="http://schemas.openxmlformats.org/drawingml/2006/main">
              <a:ext uri="{FF2B5EF4-FFF2-40B4-BE49-F238E27FC236}">
                <a16:creationId xmlns:a16="http://schemas.microsoft.com/office/drawing/2014/main" id="{C087F472-3830-4AAD-BC84-A0A5E47056DF}"/>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材料の性質と比較条件を根拠にする</a:t>
            </a:r>
          </a:p>
        </p:txBody>
      </p:sp>
      <p:sp>
        <p:nvSpPr>
          <p:cNvPr id="5" name="">
            <a:extLst xmlns:a="http://schemas.openxmlformats.org/drawingml/2006/main">
              <a:ext uri="{FF2B5EF4-FFF2-40B4-BE49-F238E27FC236}">
                <a16:creationId xmlns:a16="http://schemas.microsoft.com/office/drawing/2014/main" id="{D14D43E3-7E0E-4E75-9CCE-90015617748D}"/>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動向は、資料の時点と位置づけを確認する</a:t>
            </a:r>
          </a:p>
        </p:txBody>
      </p:sp>
      <p:sp>
        <p:nvSpPr>
          <p:cNvPr id="6" name="">
            <a:extLst xmlns:a="http://schemas.openxmlformats.org/drawingml/2006/main">
              <a:ext uri="{FF2B5EF4-FFF2-40B4-BE49-F238E27FC236}">
                <a16:creationId xmlns:a16="http://schemas.microsoft.com/office/drawing/2014/main" id="{A6ABDD90-0B03-4995-8D3C-956F587334FB}"/>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7" name="">
            <a:extLst xmlns:a="http://schemas.openxmlformats.org/drawingml/2006/main">
              <a:ext uri="{FF2B5EF4-FFF2-40B4-BE49-F238E27FC236}">
                <a16:creationId xmlns:a16="http://schemas.microsoft.com/office/drawing/2014/main" id="{80F37A82-1994-4FD4-A549-7F615FED91CB}"/>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33 / 38</a:t>
            </a:r>
          </a:p>
        </p:txBody>
      </p:sp>
    </p:spTree>
    <p:extLst>
      <p:ext uri="{BB962C8B-B14F-4D97-AF65-F5344CB8AC3E}">
        <p14:creationId xmlns:p14="http://schemas.microsoft.com/office/powerpoint/2010/main" val="29788979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ABED81-6CEC-4C63-881E-B87DC8E7825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他の授業の記録を活用する</a:t>
            </a:r>
          </a:p>
        </p:txBody>
      </p:sp>
      <p:sp>
        <p:nvSpPr>
          <p:cNvPr id="2" name="">
            <a:extLst xmlns:a="http://schemas.openxmlformats.org/drawingml/2006/main">
              <a:ext uri="{FF2B5EF4-FFF2-40B4-BE49-F238E27FC236}">
                <a16:creationId xmlns:a16="http://schemas.microsoft.com/office/drawing/2014/main" id="{F7E527E7-FF9E-4FAF-A76D-B0B97F196937}"/>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BEA43F6-54A4-46BA-ADD5-F6EE457046EF}"/>
              </a:ext>
            </a:extLst>
          </p:cNvPr>
          <p:cNvSpPr>
            <a:spLocks xmlns:a="http://schemas.openxmlformats.org/drawingml/2006/main" noGrp="1"/>
          </p:cNvSpPr>
          <p:nvPr/>
        </p:nvSpPr>
        <p:spPr>
          <a:xfrm xmlns:a="http://schemas.openxmlformats.org/drawingml/2006/main">
            <a:off x="809625" y="1666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43845"/>
                </a:solidFill>
                <a:latin typeface="Yu Gothic"/>
                <a:ea typeface="Yu Gothic"/>
                <a:cs typeface="Yu Gothic"/>
              </a:defRPr>
            </a:defPPr>
            <a:lvl1pPr>
              <a:buNone/>
              <a:defRPr sz="2175" b="1">
                <a:solidFill>
                  <a:srgbClr val="243845"/>
                </a:solidFill>
                <a:latin typeface="Yu Gothic"/>
                <a:ea typeface="Yu Gothic"/>
                <a:cs typeface="Yu Gothic"/>
              </a:defRPr>
            </a:lvl1pPr>
            <a:lvl2pPr>
              <a:buNone/>
              <a:defRPr sz="2175" b="1">
                <a:solidFill>
                  <a:srgbClr val="243845"/>
                </a:solidFill>
                <a:latin typeface="Yu Gothic"/>
                <a:ea typeface="Yu Gothic"/>
                <a:cs typeface="Yu Gothic"/>
              </a:defRPr>
            </a:lvl2pPr>
            <a:lvl3pPr>
              <a:buNone/>
              <a:defRPr sz="2175" b="1">
                <a:solidFill>
                  <a:srgbClr val="243845"/>
                </a:solidFill>
                <a:latin typeface="Yu Gothic"/>
                <a:ea typeface="Yu Gothic"/>
                <a:cs typeface="Yu Gothic"/>
              </a:defRPr>
            </a:lvl3pPr>
            <a:lvl4pPr>
              <a:buNone/>
              <a:defRPr sz="2175" b="1">
                <a:solidFill>
                  <a:srgbClr val="243845"/>
                </a:solidFill>
                <a:latin typeface="Yu Gothic"/>
                <a:ea typeface="Yu Gothic"/>
                <a:cs typeface="Yu Gothic"/>
              </a:defRPr>
            </a:lvl4pPr>
            <a:lvl5pPr>
              <a:buNone/>
              <a:defRPr sz="2175" b="1">
                <a:solidFill>
                  <a:srgbClr val="243845"/>
                </a:solidFill>
                <a:latin typeface="Yu Gothic"/>
                <a:ea typeface="Yu Gothic"/>
                <a:cs typeface="Yu Gothic"/>
              </a:defRPr>
            </a:lvl5pPr>
            <a:lvl6pPr>
              <a:buNone/>
              <a:defRPr sz="2175" b="1">
                <a:solidFill>
                  <a:srgbClr val="243845"/>
                </a:solidFill>
                <a:latin typeface="Yu Gothic"/>
                <a:ea typeface="Yu Gothic"/>
                <a:cs typeface="Yu Gothic"/>
              </a:defRPr>
            </a:lvl6pPr>
            <a:lvl7pPr>
              <a:buNone/>
              <a:defRPr sz="2175" b="1">
                <a:solidFill>
                  <a:srgbClr val="243845"/>
                </a:solidFill>
                <a:latin typeface="Yu Gothic"/>
                <a:ea typeface="Yu Gothic"/>
                <a:cs typeface="Yu Gothic"/>
              </a:defRPr>
            </a:lvl7pPr>
            <a:lvl8pPr>
              <a:buNone/>
              <a:defRPr sz="2175" b="1">
                <a:solidFill>
                  <a:srgbClr val="243845"/>
                </a:solidFill>
                <a:latin typeface="Yu Gothic"/>
                <a:ea typeface="Yu Gothic"/>
                <a:cs typeface="Yu Gothic"/>
              </a:defRPr>
            </a:lvl8pPr>
            <a:lvl9pPr>
              <a:buNone/>
              <a:defRPr sz="2175" b="1">
                <a:solidFill>
                  <a:srgbClr val="243845"/>
                </a:solidFill>
                <a:latin typeface="Yu Gothic"/>
                <a:ea typeface="Yu Gothic"/>
                <a:cs typeface="Yu Gothic"/>
              </a:defRPr>
            </a:lvl9pPr>
          </a:lstStyle>
          <a:p xmlns:a="http://schemas.openxmlformats.org/drawingml/2006/main">
            <a:pPr>
              <a:buNone/>
              <a:defRPr sz="2175" b="1">
                <a:solidFill>
                  <a:srgbClr val="243845"/>
                </a:solidFill>
                <a:latin typeface="Yu Gothic"/>
                <a:ea typeface="Yu Gothic"/>
                <a:cs typeface="Yu Gothic"/>
              </a:defRPr>
            </a:pPr>
            <a:r>
              <a:rPr sz="2175" b="1">
                <a:solidFill>
                  <a:srgbClr val="243845"/>
                </a:solidFill>
                <a:latin typeface="Yu Gothic"/>
                <a:ea typeface="Yu Gothic"/>
                <a:cs typeface="Yu Gothic"/>
              </a:rPr>
              <a:t>木材の観察：方向・水分・加工</a:t>
            </a:r>
          </a:p>
        </p:txBody>
      </p:sp>
      <p:sp>
        <p:nvSpPr>
          <p:cNvPr id="4" name="">
            <a:extLst xmlns:a="http://schemas.openxmlformats.org/drawingml/2006/main">
              <a:ext uri="{FF2B5EF4-FFF2-40B4-BE49-F238E27FC236}">
                <a16:creationId xmlns:a16="http://schemas.microsoft.com/office/drawing/2014/main" id="{A3680D3D-A5B3-493C-9473-C561883BD8EB}"/>
              </a:ext>
            </a:extLst>
          </p:cNvPr>
          <p:cNvSpPr>
            <a:spLocks xmlns:a="http://schemas.openxmlformats.org/drawingml/2006/main" noGrp="1"/>
          </p:cNvSpPr>
          <p:nvPr/>
        </p:nvSpPr>
        <p:spPr>
          <a:xfrm xmlns:a="http://schemas.openxmlformats.org/drawingml/2006/main">
            <a:off x="809625" y="26193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生物育成の計画：容器・支柱・管理</a:t>
            </a:r>
          </a:p>
        </p:txBody>
      </p:sp>
      <p:sp>
        <p:nvSpPr>
          <p:cNvPr id="5" name="">
            <a:extLst xmlns:a="http://schemas.openxmlformats.org/drawingml/2006/main">
              <a:ext uri="{FF2B5EF4-FFF2-40B4-BE49-F238E27FC236}">
                <a16:creationId xmlns:a16="http://schemas.microsoft.com/office/drawing/2014/main" id="{B4CE4463-C6C4-4905-8F63-9F462E8949B8}"/>
              </a:ext>
            </a:extLst>
          </p:cNvPr>
          <p:cNvSpPr>
            <a:spLocks xmlns:a="http://schemas.openxmlformats.org/drawingml/2006/main" noGrp="1"/>
          </p:cNvSpPr>
          <p:nvPr/>
        </p:nvSpPr>
        <p:spPr>
          <a:xfrm xmlns:a="http://schemas.openxmlformats.org/drawingml/2006/main">
            <a:off x="809625" y="3571875"/>
            <a:ext cx="5524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43845"/>
                </a:solidFill>
                <a:latin typeface="Yu Gothic"/>
                <a:ea typeface="Yu Gothic"/>
                <a:cs typeface="Yu Gothic"/>
              </a:defRPr>
            </a:defPPr>
            <a:lvl1pPr>
              <a:buNone/>
              <a:defRPr sz="2175" b="0">
                <a:solidFill>
                  <a:srgbClr val="243845"/>
                </a:solidFill>
                <a:latin typeface="Yu Gothic"/>
                <a:ea typeface="Yu Gothic"/>
                <a:cs typeface="Yu Gothic"/>
              </a:defRPr>
            </a:lvl1pPr>
            <a:lvl2pPr>
              <a:buNone/>
              <a:defRPr sz="2175" b="0">
                <a:solidFill>
                  <a:srgbClr val="243845"/>
                </a:solidFill>
                <a:latin typeface="Yu Gothic"/>
                <a:ea typeface="Yu Gothic"/>
                <a:cs typeface="Yu Gothic"/>
              </a:defRPr>
            </a:lvl2pPr>
            <a:lvl3pPr>
              <a:buNone/>
              <a:defRPr sz="2175" b="0">
                <a:solidFill>
                  <a:srgbClr val="243845"/>
                </a:solidFill>
                <a:latin typeface="Yu Gothic"/>
                <a:ea typeface="Yu Gothic"/>
                <a:cs typeface="Yu Gothic"/>
              </a:defRPr>
            </a:lvl3pPr>
            <a:lvl4pPr>
              <a:buNone/>
              <a:defRPr sz="2175" b="0">
                <a:solidFill>
                  <a:srgbClr val="243845"/>
                </a:solidFill>
                <a:latin typeface="Yu Gothic"/>
                <a:ea typeface="Yu Gothic"/>
                <a:cs typeface="Yu Gothic"/>
              </a:defRPr>
            </a:lvl4pPr>
            <a:lvl5pPr>
              <a:buNone/>
              <a:defRPr sz="2175" b="0">
                <a:solidFill>
                  <a:srgbClr val="243845"/>
                </a:solidFill>
                <a:latin typeface="Yu Gothic"/>
                <a:ea typeface="Yu Gothic"/>
                <a:cs typeface="Yu Gothic"/>
              </a:defRPr>
            </a:lvl5pPr>
            <a:lvl6pPr>
              <a:buNone/>
              <a:defRPr sz="2175" b="0">
                <a:solidFill>
                  <a:srgbClr val="243845"/>
                </a:solidFill>
                <a:latin typeface="Yu Gothic"/>
                <a:ea typeface="Yu Gothic"/>
                <a:cs typeface="Yu Gothic"/>
              </a:defRPr>
            </a:lvl6pPr>
            <a:lvl7pPr>
              <a:buNone/>
              <a:defRPr sz="2175" b="0">
                <a:solidFill>
                  <a:srgbClr val="243845"/>
                </a:solidFill>
                <a:latin typeface="Yu Gothic"/>
                <a:ea typeface="Yu Gothic"/>
                <a:cs typeface="Yu Gothic"/>
              </a:defRPr>
            </a:lvl7pPr>
            <a:lvl8pPr>
              <a:buNone/>
              <a:defRPr sz="2175" b="0">
                <a:solidFill>
                  <a:srgbClr val="243845"/>
                </a:solidFill>
                <a:latin typeface="Yu Gothic"/>
                <a:ea typeface="Yu Gothic"/>
                <a:cs typeface="Yu Gothic"/>
              </a:defRPr>
            </a:lvl8pPr>
            <a:lvl9pPr>
              <a:buNone/>
              <a:defRPr sz="2175" b="0">
                <a:solidFill>
                  <a:srgbClr val="243845"/>
                </a:solidFill>
                <a:latin typeface="Yu Gothic"/>
                <a:ea typeface="Yu Gothic"/>
                <a:cs typeface="Yu Gothic"/>
              </a:defRPr>
            </a:lvl9pPr>
          </a:lstStyle>
          <a:p xmlns:a="http://schemas.openxmlformats.org/drawingml/2006/main">
            <a:pPr>
              <a:buNone/>
              <a:defRPr sz="2175" b="0">
                <a:solidFill>
                  <a:srgbClr val="243845"/>
                </a:solidFill>
                <a:latin typeface="Yu Gothic"/>
                <a:ea typeface="Yu Gothic"/>
                <a:cs typeface="Yu Gothic"/>
              </a:defRPr>
            </a:pPr>
            <a:r>
              <a:rPr sz="2175" b="0">
                <a:solidFill>
                  <a:srgbClr val="243845"/>
                </a:solidFill>
                <a:latin typeface="Yu Gothic"/>
                <a:ea typeface="Yu Gothic"/>
                <a:cs typeface="Yu Gothic"/>
              </a:rPr>
              <a:t>この講義：三材料の比較理由を加える</a:t>
            </a:r>
          </a:p>
        </p:txBody>
      </p:sp>
      <p:sp>
        <p:nvSpPr>
          <p:cNvPr id="6" name="">
            <a:extLst xmlns:a="http://schemas.openxmlformats.org/drawingml/2006/main">
              <a:ext uri="{FF2B5EF4-FFF2-40B4-BE49-F238E27FC236}">
                <a16:creationId xmlns:a16="http://schemas.microsoft.com/office/drawing/2014/main" id="{476E7AE5-4D9C-4F4B-9FAD-B7891A41517D}"/>
              </a:ext>
            </a:extLst>
          </p:cNvPr>
          <p:cNvSpPr>
            <a:spLocks xmlns:a="http://schemas.openxmlformats.org/drawingml/2006/main" noGrp="1"/>
          </p:cNvSpPr>
          <p:nvPr/>
        </p:nvSpPr>
        <p:spPr>
          <a:xfrm xmlns:a="http://schemas.openxmlformats.org/drawingml/2006/main">
            <a:off x="6905625" y="185737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B99A70"/>
                </a:solidFill>
                <a:latin typeface="Yu Gothic"/>
                <a:ea typeface="Yu Gothic"/>
                <a:cs typeface="Yu Gothic"/>
              </a:defRPr>
            </a:defPPr>
            <a:lvl1pPr>
              <a:buNone/>
              <a:defRPr sz="2550" b="1">
                <a:solidFill>
                  <a:srgbClr val="B99A70"/>
                </a:solidFill>
                <a:latin typeface="Yu Gothic"/>
                <a:ea typeface="Yu Gothic"/>
                <a:cs typeface="Yu Gothic"/>
              </a:defRPr>
            </a:lvl1pPr>
            <a:lvl2pPr>
              <a:buNone/>
              <a:defRPr sz="2550" b="1">
                <a:solidFill>
                  <a:srgbClr val="B99A70"/>
                </a:solidFill>
                <a:latin typeface="Yu Gothic"/>
                <a:ea typeface="Yu Gothic"/>
                <a:cs typeface="Yu Gothic"/>
              </a:defRPr>
            </a:lvl2pPr>
            <a:lvl3pPr>
              <a:buNone/>
              <a:defRPr sz="2550" b="1">
                <a:solidFill>
                  <a:srgbClr val="B99A70"/>
                </a:solidFill>
                <a:latin typeface="Yu Gothic"/>
                <a:ea typeface="Yu Gothic"/>
                <a:cs typeface="Yu Gothic"/>
              </a:defRPr>
            </a:lvl3pPr>
            <a:lvl4pPr>
              <a:buNone/>
              <a:defRPr sz="2550" b="1">
                <a:solidFill>
                  <a:srgbClr val="B99A70"/>
                </a:solidFill>
                <a:latin typeface="Yu Gothic"/>
                <a:ea typeface="Yu Gothic"/>
                <a:cs typeface="Yu Gothic"/>
              </a:defRPr>
            </a:lvl4pPr>
            <a:lvl5pPr>
              <a:buNone/>
              <a:defRPr sz="2550" b="1">
                <a:solidFill>
                  <a:srgbClr val="B99A70"/>
                </a:solidFill>
                <a:latin typeface="Yu Gothic"/>
                <a:ea typeface="Yu Gothic"/>
                <a:cs typeface="Yu Gothic"/>
              </a:defRPr>
            </a:lvl5pPr>
            <a:lvl6pPr>
              <a:buNone/>
              <a:defRPr sz="2550" b="1">
                <a:solidFill>
                  <a:srgbClr val="B99A70"/>
                </a:solidFill>
                <a:latin typeface="Yu Gothic"/>
                <a:ea typeface="Yu Gothic"/>
                <a:cs typeface="Yu Gothic"/>
              </a:defRPr>
            </a:lvl6pPr>
            <a:lvl7pPr>
              <a:buNone/>
              <a:defRPr sz="2550" b="1">
                <a:solidFill>
                  <a:srgbClr val="B99A70"/>
                </a:solidFill>
                <a:latin typeface="Yu Gothic"/>
                <a:ea typeface="Yu Gothic"/>
                <a:cs typeface="Yu Gothic"/>
              </a:defRPr>
            </a:lvl7pPr>
            <a:lvl8pPr>
              <a:buNone/>
              <a:defRPr sz="2550" b="1">
                <a:solidFill>
                  <a:srgbClr val="B99A70"/>
                </a:solidFill>
                <a:latin typeface="Yu Gothic"/>
                <a:ea typeface="Yu Gothic"/>
                <a:cs typeface="Yu Gothic"/>
              </a:defRPr>
            </a:lvl8pPr>
            <a:lvl9pPr>
              <a:buNone/>
              <a:defRPr sz="2550" b="1">
                <a:solidFill>
                  <a:srgbClr val="B99A70"/>
                </a:solidFill>
                <a:latin typeface="Yu Gothic"/>
                <a:ea typeface="Yu Gothic"/>
                <a:cs typeface="Yu Gothic"/>
              </a:defRPr>
            </a:lvl9pPr>
          </a:lstStyle>
          <a:p xmlns:a="http://schemas.openxmlformats.org/drawingml/2006/main">
            <a:pPr>
              <a:buNone/>
              <a:defRPr sz="2550" b="1">
                <a:solidFill>
                  <a:srgbClr val="B99A70"/>
                </a:solidFill>
                <a:latin typeface="Yu Gothic"/>
                <a:ea typeface="Yu Gothic"/>
                <a:cs typeface="Yu Gothic"/>
              </a:defRPr>
            </a:pPr>
            <a:r>
              <a:rPr sz="2550" b="1">
                <a:solidFill>
                  <a:srgbClr val="B99A70"/>
                </a:solidFill>
                <a:latin typeface="Yu Gothic"/>
                <a:ea typeface="Yu Gothic"/>
                <a:cs typeface="Yu Gothic"/>
              </a:rPr>
              <a:t>木材の理解</a:t>
            </a:r>
          </a:p>
        </p:txBody>
      </p:sp>
      <p:sp>
        <p:nvSpPr>
          <p:cNvPr id="7" name="">
            <a:extLst xmlns:a="http://schemas.openxmlformats.org/drawingml/2006/main">
              <a:ext uri="{FF2B5EF4-FFF2-40B4-BE49-F238E27FC236}">
                <a16:creationId xmlns:a16="http://schemas.microsoft.com/office/drawing/2014/main" id="{B88607C0-4075-4430-B0BE-76DD13B1C179}"/>
              </a:ext>
            </a:extLst>
          </p:cNvPr>
          <p:cNvSpPr>
            <a:spLocks xmlns:a="http://schemas.openxmlformats.org/drawingml/2006/main" noGrp="1"/>
          </p:cNvSpPr>
          <p:nvPr/>
        </p:nvSpPr>
        <p:spPr>
          <a:xfrm xmlns:a="http://schemas.openxmlformats.org/drawingml/2006/main" flipH="0" flipV="0">
            <a:off x="7048500" y="2667000"/>
            <a:ext cx="3714750" cy="0"/>
          </a:xfrm>
          <a:prstGeom xmlns:a="http://schemas.openxmlformats.org/drawingml/2006/main" prst="line">
            <a:avLst/>
          </a:prstGeom>
          <a:noFill xmlns:a="http://schemas.openxmlformats.org/drawingml/2006/main"/>
          <a:ln xmlns:a="http://schemas.openxmlformats.org/drawingml/2006/main" w="19050">
            <a:solidFill>
              <a:srgbClr val="D1DCE2"/>
            </a:solidFill>
          </a:ln>
        </p:spPr>
      </p:sp>
      <p:sp>
        <p:nvSpPr>
          <p:cNvPr id="8" name="">
            <a:extLst xmlns:a="http://schemas.openxmlformats.org/drawingml/2006/main">
              <a:ext uri="{FF2B5EF4-FFF2-40B4-BE49-F238E27FC236}">
                <a16:creationId xmlns:a16="http://schemas.microsoft.com/office/drawing/2014/main" id="{677DD98C-F570-44A4-B8F0-061EEA950161}"/>
              </a:ext>
            </a:extLst>
          </p:cNvPr>
          <p:cNvSpPr>
            <a:spLocks xmlns:a="http://schemas.openxmlformats.org/drawingml/2006/main" noGrp="1"/>
          </p:cNvSpPr>
          <p:nvPr/>
        </p:nvSpPr>
        <p:spPr>
          <a:xfrm xmlns:a="http://schemas.openxmlformats.org/drawingml/2006/main">
            <a:off x="6905625" y="3143250"/>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2A6C9B"/>
                </a:solidFill>
                <a:latin typeface="Yu Gothic"/>
                <a:ea typeface="Yu Gothic"/>
                <a:cs typeface="Yu Gothic"/>
              </a:defRPr>
            </a:defPPr>
            <a:lvl1pPr>
              <a:buNone/>
              <a:defRPr sz="2550" b="1">
                <a:solidFill>
                  <a:srgbClr val="2A6C9B"/>
                </a:solidFill>
                <a:latin typeface="Yu Gothic"/>
                <a:ea typeface="Yu Gothic"/>
                <a:cs typeface="Yu Gothic"/>
              </a:defRPr>
            </a:lvl1pPr>
            <a:lvl2pPr>
              <a:buNone/>
              <a:defRPr sz="2550" b="1">
                <a:solidFill>
                  <a:srgbClr val="2A6C9B"/>
                </a:solidFill>
                <a:latin typeface="Yu Gothic"/>
                <a:ea typeface="Yu Gothic"/>
                <a:cs typeface="Yu Gothic"/>
              </a:defRPr>
            </a:lvl2pPr>
            <a:lvl3pPr>
              <a:buNone/>
              <a:defRPr sz="2550" b="1">
                <a:solidFill>
                  <a:srgbClr val="2A6C9B"/>
                </a:solidFill>
                <a:latin typeface="Yu Gothic"/>
                <a:ea typeface="Yu Gothic"/>
                <a:cs typeface="Yu Gothic"/>
              </a:defRPr>
            </a:lvl3pPr>
            <a:lvl4pPr>
              <a:buNone/>
              <a:defRPr sz="2550" b="1">
                <a:solidFill>
                  <a:srgbClr val="2A6C9B"/>
                </a:solidFill>
                <a:latin typeface="Yu Gothic"/>
                <a:ea typeface="Yu Gothic"/>
                <a:cs typeface="Yu Gothic"/>
              </a:defRPr>
            </a:lvl4pPr>
            <a:lvl5pPr>
              <a:buNone/>
              <a:defRPr sz="2550" b="1">
                <a:solidFill>
                  <a:srgbClr val="2A6C9B"/>
                </a:solidFill>
                <a:latin typeface="Yu Gothic"/>
                <a:ea typeface="Yu Gothic"/>
                <a:cs typeface="Yu Gothic"/>
              </a:defRPr>
            </a:lvl5pPr>
            <a:lvl6pPr>
              <a:buNone/>
              <a:defRPr sz="2550" b="1">
                <a:solidFill>
                  <a:srgbClr val="2A6C9B"/>
                </a:solidFill>
                <a:latin typeface="Yu Gothic"/>
                <a:ea typeface="Yu Gothic"/>
                <a:cs typeface="Yu Gothic"/>
              </a:defRPr>
            </a:lvl6pPr>
            <a:lvl7pPr>
              <a:buNone/>
              <a:defRPr sz="2550" b="1">
                <a:solidFill>
                  <a:srgbClr val="2A6C9B"/>
                </a:solidFill>
                <a:latin typeface="Yu Gothic"/>
                <a:ea typeface="Yu Gothic"/>
                <a:cs typeface="Yu Gothic"/>
              </a:defRPr>
            </a:lvl7pPr>
            <a:lvl8pPr>
              <a:buNone/>
              <a:defRPr sz="2550" b="1">
                <a:solidFill>
                  <a:srgbClr val="2A6C9B"/>
                </a:solidFill>
                <a:latin typeface="Yu Gothic"/>
                <a:ea typeface="Yu Gothic"/>
                <a:cs typeface="Yu Gothic"/>
              </a:defRPr>
            </a:lvl8pPr>
            <a:lvl9pPr>
              <a:buNone/>
              <a:defRPr sz="2550" b="1">
                <a:solidFill>
                  <a:srgbClr val="2A6C9B"/>
                </a:solidFill>
                <a:latin typeface="Yu Gothic"/>
                <a:ea typeface="Yu Gothic"/>
                <a:cs typeface="Yu Gothic"/>
              </a:defRPr>
            </a:lvl9pPr>
          </a:lstStyle>
          <a:p xmlns:a="http://schemas.openxmlformats.org/drawingml/2006/main">
            <a:pPr>
              <a:buNone/>
              <a:defRPr sz="2550" b="1">
                <a:solidFill>
                  <a:srgbClr val="2A6C9B"/>
                </a:solidFill>
                <a:latin typeface="Yu Gothic"/>
                <a:ea typeface="Yu Gothic"/>
                <a:cs typeface="Yu Gothic"/>
              </a:defRPr>
            </a:pPr>
            <a:r>
              <a:rPr sz="2550" b="1">
                <a:solidFill>
                  <a:srgbClr val="2A6C9B"/>
                </a:solidFill>
                <a:latin typeface="Yu Gothic"/>
                <a:ea typeface="Yu Gothic"/>
                <a:cs typeface="Yu Gothic"/>
              </a:rPr>
              <a:t>三材料の比較</a:t>
            </a:r>
          </a:p>
        </p:txBody>
      </p:sp>
      <p:sp>
        <p:nvSpPr>
          <p:cNvPr id="9" name="">
            <a:extLst xmlns:a="http://schemas.openxmlformats.org/drawingml/2006/main">
              <a:ext uri="{FF2B5EF4-FFF2-40B4-BE49-F238E27FC236}">
                <a16:creationId xmlns:a16="http://schemas.microsoft.com/office/drawing/2014/main" id="{1A048180-5AC1-4BA8-BC92-8B668C499E8C}"/>
              </a:ext>
            </a:extLst>
          </p:cNvPr>
          <p:cNvSpPr>
            <a:spLocks xmlns:a="http://schemas.openxmlformats.org/drawingml/2006/main" noGrp="1"/>
          </p:cNvSpPr>
          <p:nvPr/>
        </p:nvSpPr>
        <p:spPr>
          <a:xfrm xmlns:a="http://schemas.openxmlformats.org/drawingml/2006/main" flipH="0" flipV="0">
            <a:off x="7048500" y="3952875"/>
            <a:ext cx="3714750" cy="0"/>
          </a:xfrm>
          <a:prstGeom xmlns:a="http://schemas.openxmlformats.org/drawingml/2006/main" prst="line">
            <a:avLst/>
          </a:prstGeom>
          <a:noFill xmlns:a="http://schemas.openxmlformats.org/drawingml/2006/main"/>
          <a:ln xmlns:a="http://schemas.openxmlformats.org/drawingml/2006/main" w="19050">
            <a:solidFill>
              <a:srgbClr val="D1DCE2"/>
            </a:solidFill>
          </a:ln>
        </p:spPr>
      </p:sp>
      <p:sp>
        <p:nvSpPr>
          <p:cNvPr id="10" name="">
            <a:extLst xmlns:a="http://schemas.openxmlformats.org/drawingml/2006/main">
              <a:ext uri="{FF2B5EF4-FFF2-40B4-BE49-F238E27FC236}">
                <a16:creationId xmlns:a16="http://schemas.microsoft.com/office/drawing/2014/main" id="{D3FD09EA-1359-486A-9BCF-84EBE143DAC7}"/>
              </a:ext>
            </a:extLst>
          </p:cNvPr>
          <p:cNvSpPr>
            <a:spLocks xmlns:a="http://schemas.openxmlformats.org/drawingml/2006/main" noGrp="1"/>
          </p:cNvSpPr>
          <p:nvPr/>
        </p:nvSpPr>
        <p:spPr>
          <a:xfrm xmlns:a="http://schemas.openxmlformats.org/drawingml/2006/main">
            <a:off x="6905625" y="442912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550" b="1">
                <a:solidFill>
                  <a:srgbClr val="337568"/>
                </a:solidFill>
                <a:latin typeface="Yu Gothic"/>
                <a:ea typeface="Yu Gothic"/>
                <a:cs typeface="Yu Gothic"/>
              </a:defRPr>
            </a:defPPr>
            <a:lvl1pPr>
              <a:buNone/>
              <a:defRPr sz="2550" b="1">
                <a:solidFill>
                  <a:srgbClr val="337568"/>
                </a:solidFill>
                <a:latin typeface="Yu Gothic"/>
                <a:ea typeface="Yu Gothic"/>
                <a:cs typeface="Yu Gothic"/>
              </a:defRPr>
            </a:lvl1pPr>
            <a:lvl2pPr>
              <a:buNone/>
              <a:defRPr sz="2550" b="1">
                <a:solidFill>
                  <a:srgbClr val="337568"/>
                </a:solidFill>
                <a:latin typeface="Yu Gothic"/>
                <a:ea typeface="Yu Gothic"/>
                <a:cs typeface="Yu Gothic"/>
              </a:defRPr>
            </a:lvl2pPr>
            <a:lvl3pPr>
              <a:buNone/>
              <a:defRPr sz="2550" b="1">
                <a:solidFill>
                  <a:srgbClr val="337568"/>
                </a:solidFill>
                <a:latin typeface="Yu Gothic"/>
                <a:ea typeface="Yu Gothic"/>
                <a:cs typeface="Yu Gothic"/>
              </a:defRPr>
            </a:lvl3pPr>
            <a:lvl4pPr>
              <a:buNone/>
              <a:defRPr sz="2550" b="1">
                <a:solidFill>
                  <a:srgbClr val="337568"/>
                </a:solidFill>
                <a:latin typeface="Yu Gothic"/>
                <a:ea typeface="Yu Gothic"/>
                <a:cs typeface="Yu Gothic"/>
              </a:defRPr>
            </a:lvl4pPr>
            <a:lvl5pPr>
              <a:buNone/>
              <a:defRPr sz="2550" b="1">
                <a:solidFill>
                  <a:srgbClr val="337568"/>
                </a:solidFill>
                <a:latin typeface="Yu Gothic"/>
                <a:ea typeface="Yu Gothic"/>
                <a:cs typeface="Yu Gothic"/>
              </a:defRPr>
            </a:lvl5pPr>
            <a:lvl6pPr>
              <a:buNone/>
              <a:defRPr sz="2550" b="1">
                <a:solidFill>
                  <a:srgbClr val="337568"/>
                </a:solidFill>
                <a:latin typeface="Yu Gothic"/>
                <a:ea typeface="Yu Gothic"/>
                <a:cs typeface="Yu Gothic"/>
              </a:defRPr>
            </a:lvl6pPr>
            <a:lvl7pPr>
              <a:buNone/>
              <a:defRPr sz="2550" b="1">
                <a:solidFill>
                  <a:srgbClr val="337568"/>
                </a:solidFill>
                <a:latin typeface="Yu Gothic"/>
                <a:ea typeface="Yu Gothic"/>
                <a:cs typeface="Yu Gothic"/>
              </a:defRPr>
            </a:lvl7pPr>
            <a:lvl8pPr>
              <a:buNone/>
              <a:defRPr sz="2550" b="1">
                <a:solidFill>
                  <a:srgbClr val="337568"/>
                </a:solidFill>
                <a:latin typeface="Yu Gothic"/>
                <a:ea typeface="Yu Gothic"/>
                <a:cs typeface="Yu Gothic"/>
              </a:defRPr>
            </a:lvl8pPr>
            <a:lvl9pPr>
              <a:buNone/>
              <a:defRPr sz="2550" b="1">
                <a:solidFill>
                  <a:srgbClr val="337568"/>
                </a:solidFill>
                <a:latin typeface="Yu Gothic"/>
                <a:ea typeface="Yu Gothic"/>
                <a:cs typeface="Yu Gothic"/>
              </a:defRPr>
            </a:lvl9pPr>
          </a:lstStyle>
          <a:p xmlns:a="http://schemas.openxmlformats.org/drawingml/2006/main">
            <a:pPr>
              <a:buNone/>
              <a:defRPr sz="2550" b="1">
                <a:solidFill>
                  <a:srgbClr val="337568"/>
                </a:solidFill>
                <a:latin typeface="Yu Gothic"/>
                <a:ea typeface="Yu Gothic"/>
                <a:cs typeface="Yu Gothic"/>
              </a:defRPr>
            </a:pPr>
            <a:r>
              <a:rPr sz="2550" b="1">
                <a:solidFill>
                  <a:srgbClr val="337568"/>
                </a:solidFill>
                <a:latin typeface="Yu Gothic"/>
                <a:ea typeface="Yu Gothic"/>
                <a:cs typeface="Yu Gothic"/>
              </a:rPr>
              <a:t>生物と管理</a:t>
            </a:r>
          </a:p>
        </p:txBody>
      </p:sp>
      <p:sp>
        <p:nvSpPr>
          <p:cNvPr id="11" name="">
            <a:extLst xmlns:a="http://schemas.openxmlformats.org/drawingml/2006/main">
              <a:ext uri="{FF2B5EF4-FFF2-40B4-BE49-F238E27FC236}">
                <a16:creationId xmlns:a16="http://schemas.microsoft.com/office/drawing/2014/main" id="{043B6B7D-AC09-4FDB-8208-7DD1E31AAAA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12" name="">
            <a:extLst xmlns:a="http://schemas.openxmlformats.org/drawingml/2006/main">
              <a:ext uri="{FF2B5EF4-FFF2-40B4-BE49-F238E27FC236}">
                <a16:creationId xmlns:a16="http://schemas.microsoft.com/office/drawing/2014/main" id="{3FD9AAA9-A8C9-4449-9F48-2E1618EFDF32}"/>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34 / 38</a:t>
            </a:r>
          </a:p>
        </p:txBody>
      </p:sp>
    </p:spTree>
    <p:extLst>
      <p:ext uri="{BB962C8B-B14F-4D97-AF65-F5344CB8AC3E}">
        <p14:creationId xmlns:p14="http://schemas.microsoft.com/office/powerpoint/2010/main" val="48292156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86E36A-6CE6-411A-BE4D-1E74B71202B4}"/>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この講義の課題と学び方</a:t>
            </a:r>
          </a:p>
        </p:txBody>
      </p:sp>
      <p:sp>
        <p:nvSpPr>
          <p:cNvPr id="2" name="">
            <a:extLst xmlns:a="http://schemas.openxmlformats.org/drawingml/2006/main">
              <a:ext uri="{FF2B5EF4-FFF2-40B4-BE49-F238E27FC236}">
                <a16:creationId xmlns:a16="http://schemas.microsoft.com/office/drawing/2014/main" id="{B4E58FD4-9918-4E77-8083-28AC43DEA42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CD2BBB3-ADC9-4A73-9AC9-7532699F9161}"/>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材料力学：図・式・単位・検算</a:t>
            </a:r>
          </a:p>
        </p:txBody>
      </p:sp>
      <p:sp>
        <p:nvSpPr>
          <p:cNvPr id="4" name="">
            <a:extLst xmlns:a="http://schemas.openxmlformats.org/drawingml/2006/main">
              <a:ext uri="{FF2B5EF4-FFF2-40B4-BE49-F238E27FC236}">
                <a16:creationId xmlns:a16="http://schemas.microsoft.com/office/drawing/2014/main" id="{44A0BCCD-7C40-4596-8309-4C0DBA1C89FC}"/>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定量比較：物性値・条件・グラフ</a:t>
            </a:r>
          </a:p>
        </p:txBody>
      </p:sp>
      <p:sp>
        <p:nvSpPr>
          <p:cNvPr id="5" name="">
            <a:extLst xmlns:a="http://schemas.openxmlformats.org/drawingml/2006/main">
              <a:ext uri="{FF2B5EF4-FFF2-40B4-BE49-F238E27FC236}">
                <a16:creationId xmlns:a16="http://schemas.microsoft.com/office/drawing/2014/main" id="{986CE95E-728A-4827-A994-926F3611DD21}"/>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定性比較：観点・根拠・選択理由</a:t>
            </a:r>
          </a:p>
        </p:txBody>
      </p:sp>
      <p:sp>
        <p:nvSpPr>
          <p:cNvPr id="6" name="">
            <a:extLst xmlns:a="http://schemas.openxmlformats.org/drawingml/2006/main">
              <a:ext uri="{FF2B5EF4-FFF2-40B4-BE49-F238E27FC236}">
                <a16:creationId xmlns:a16="http://schemas.microsoft.com/office/drawing/2014/main" id="{C2336CE3-D151-44BC-BC58-1C823D675E1D}"/>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今日の問いは自己確認</a:t>
            </a:r>
          </a:p>
        </p:txBody>
      </p:sp>
      <p:sp>
        <p:nvSpPr>
          <p:cNvPr id="7" name="">
            <a:extLst xmlns:a="http://schemas.openxmlformats.org/drawingml/2006/main">
              <a:ext uri="{FF2B5EF4-FFF2-40B4-BE49-F238E27FC236}">
                <a16:creationId xmlns:a16="http://schemas.microsoft.com/office/drawing/2014/main" id="{895B9850-1198-42DD-A0D9-64C021DABA5F}"/>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8" name="">
            <a:extLst xmlns:a="http://schemas.openxmlformats.org/drawingml/2006/main">
              <a:ext uri="{FF2B5EF4-FFF2-40B4-BE49-F238E27FC236}">
                <a16:creationId xmlns:a16="http://schemas.microsoft.com/office/drawing/2014/main" id="{872BEAD1-7B38-431E-B38C-820AF518B567}"/>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35 / 38</a:t>
            </a:r>
          </a:p>
        </p:txBody>
      </p:sp>
    </p:spTree>
    <p:extLst>
      <p:ext uri="{BB962C8B-B14F-4D97-AF65-F5344CB8AC3E}">
        <p14:creationId xmlns:p14="http://schemas.microsoft.com/office/powerpoint/2010/main" val="74326637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DF2E1D-DDCA-44AB-ABD3-4FFD8AF5820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出口確認：三つの問い</a:t>
            </a:r>
          </a:p>
        </p:txBody>
      </p:sp>
      <p:sp>
        <p:nvSpPr>
          <p:cNvPr id="2" name="">
            <a:extLst xmlns:a="http://schemas.openxmlformats.org/drawingml/2006/main">
              <a:ext uri="{FF2B5EF4-FFF2-40B4-BE49-F238E27FC236}">
                <a16:creationId xmlns:a16="http://schemas.microsoft.com/office/drawing/2014/main" id="{DEF7A76A-FA61-4881-A898-6011AA968A8A}"/>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75554DB-0BCC-4700-891B-49046BB5A163}"/>
              </a:ext>
            </a:extLst>
          </p:cNvPr>
          <p:cNvSpPr>
            <a:spLocks xmlns:a="http://schemas.openxmlformats.org/drawingml/2006/main" noGrp="1"/>
          </p:cNvSpPr>
          <p:nvPr/>
        </p:nvSpPr>
        <p:spPr>
          <a:xfrm xmlns:a="http://schemas.openxmlformats.org/drawingml/2006/main">
            <a:off x="904875" y="17621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243845"/>
                </a:solidFill>
                <a:latin typeface="Yu Gothic"/>
                <a:ea typeface="Yu Gothic"/>
                <a:cs typeface="Yu Gothic"/>
              </a:defRPr>
            </a:defPPr>
            <a:lvl1pPr>
              <a:buNone/>
              <a:defRPr sz="2400" b="1">
                <a:solidFill>
                  <a:srgbClr val="243845"/>
                </a:solidFill>
                <a:latin typeface="Yu Gothic"/>
                <a:ea typeface="Yu Gothic"/>
                <a:cs typeface="Yu Gothic"/>
              </a:defRPr>
            </a:lvl1pPr>
            <a:lvl2pPr>
              <a:buNone/>
              <a:defRPr sz="2400" b="1">
                <a:solidFill>
                  <a:srgbClr val="243845"/>
                </a:solidFill>
                <a:latin typeface="Yu Gothic"/>
                <a:ea typeface="Yu Gothic"/>
                <a:cs typeface="Yu Gothic"/>
              </a:defRPr>
            </a:lvl2pPr>
            <a:lvl3pPr>
              <a:buNone/>
              <a:defRPr sz="2400" b="1">
                <a:solidFill>
                  <a:srgbClr val="243845"/>
                </a:solidFill>
                <a:latin typeface="Yu Gothic"/>
                <a:ea typeface="Yu Gothic"/>
                <a:cs typeface="Yu Gothic"/>
              </a:defRPr>
            </a:lvl3pPr>
            <a:lvl4pPr>
              <a:buNone/>
              <a:defRPr sz="2400" b="1">
                <a:solidFill>
                  <a:srgbClr val="243845"/>
                </a:solidFill>
                <a:latin typeface="Yu Gothic"/>
                <a:ea typeface="Yu Gothic"/>
                <a:cs typeface="Yu Gothic"/>
              </a:defRPr>
            </a:lvl4pPr>
            <a:lvl5pPr>
              <a:buNone/>
              <a:defRPr sz="2400" b="1">
                <a:solidFill>
                  <a:srgbClr val="243845"/>
                </a:solidFill>
                <a:latin typeface="Yu Gothic"/>
                <a:ea typeface="Yu Gothic"/>
                <a:cs typeface="Yu Gothic"/>
              </a:defRPr>
            </a:lvl5pPr>
            <a:lvl6pPr>
              <a:buNone/>
              <a:defRPr sz="2400" b="1">
                <a:solidFill>
                  <a:srgbClr val="243845"/>
                </a:solidFill>
                <a:latin typeface="Yu Gothic"/>
                <a:ea typeface="Yu Gothic"/>
                <a:cs typeface="Yu Gothic"/>
              </a:defRPr>
            </a:lvl6pPr>
            <a:lvl7pPr>
              <a:buNone/>
              <a:defRPr sz="2400" b="1">
                <a:solidFill>
                  <a:srgbClr val="243845"/>
                </a:solidFill>
                <a:latin typeface="Yu Gothic"/>
                <a:ea typeface="Yu Gothic"/>
                <a:cs typeface="Yu Gothic"/>
              </a:defRPr>
            </a:lvl7pPr>
            <a:lvl8pPr>
              <a:buNone/>
              <a:defRPr sz="2400" b="1">
                <a:solidFill>
                  <a:srgbClr val="243845"/>
                </a:solidFill>
                <a:latin typeface="Yu Gothic"/>
                <a:ea typeface="Yu Gothic"/>
                <a:cs typeface="Yu Gothic"/>
              </a:defRPr>
            </a:lvl8pPr>
            <a:lvl9pPr>
              <a:buNone/>
              <a:defRPr sz="2400" b="1">
                <a:solidFill>
                  <a:srgbClr val="243845"/>
                </a:solidFill>
                <a:latin typeface="Yu Gothic"/>
                <a:ea typeface="Yu Gothic"/>
                <a:cs typeface="Yu Gothic"/>
              </a:defRPr>
            </a:lvl9pPr>
          </a:lstStyle>
          <a:p xmlns:a="http://schemas.openxmlformats.org/drawingml/2006/main">
            <a:pPr>
              <a:buNone/>
              <a:defRPr sz="2400" b="1">
                <a:solidFill>
                  <a:srgbClr val="243845"/>
                </a:solidFill>
                <a:latin typeface="Yu Gothic"/>
                <a:ea typeface="Yu Gothic"/>
                <a:cs typeface="Yu Gothic"/>
              </a:defRPr>
            </a:pPr>
            <a:r>
              <a:rPr sz="2400" b="1">
                <a:solidFill>
                  <a:srgbClr val="243845"/>
                </a:solidFill>
                <a:latin typeface="Yu Gothic"/>
                <a:ea typeface="Yu Gothic"/>
                <a:cs typeface="Yu Gothic"/>
              </a:rPr>
              <a:t>① 軽い材料と軽い製品は同じ意味か</a:t>
            </a:r>
          </a:p>
        </p:txBody>
      </p:sp>
      <p:sp>
        <p:nvSpPr>
          <p:cNvPr id="4" name="">
            <a:extLst xmlns:a="http://schemas.openxmlformats.org/drawingml/2006/main">
              <a:ext uri="{FF2B5EF4-FFF2-40B4-BE49-F238E27FC236}">
                <a16:creationId xmlns:a16="http://schemas.microsoft.com/office/drawing/2014/main" id="{1FBF4A1F-965D-42E7-B36B-DC07499719F8}"/>
              </a:ext>
            </a:extLst>
          </p:cNvPr>
          <p:cNvSpPr>
            <a:spLocks xmlns:a="http://schemas.openxmlformats.org/drawingml/2006/main" noGrp="1"/>
          </p:cNvSpPr>
          <p:nvPr/>
        </p:nvSpPr>
        <p:spPr>
          <a:xfrm xmlns:a="http://schemas.openxmlformats.org/drawingml/2006/main">
            <a:off x="904875" y="26384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43845"/>
                </a:solidFill>
                <a:latin typeface="Yu Gothic"/>
                <a:ea typeface="Yu Gothic"/>
                <a:cs typeface="Yu Gothic"/>
              </a:defRPr>
            </a:defPPr>
            <a:lvl1pPr>
              <a:buNone/>
              <a:defRPr sz="2400" b="0">
                <a:solidFill>
                  <a:srgbClr val="243845"/>
                </a:solidFill>
                <a:latin typeface="Yu Gothic"/>
                <a:ea typeface="Yu Gothic"/>
                <a:cs typeface="Yu Gothic"/>
              </a:defRPr>
            </a:lvl1pPr>
            <a:lvl2pPr>
              <a:buNone/>
              <a:defRPr sz="2400" b="0">
                <a:solidFill>
                  <a:srgbClr val="243845"/>
                </a:solidFill>
                <a:latin typeface="Yu Gothic"/>
                <a:ea typeface="Yu Gothic"/>
                <a:cs typeface="Yu Gothic"/>
              </a:defRPr>
            </a:lvl2pPr>
            <a:lvl3pPr>
              <a:buNone/>
              <a:defRPr sz="2400" b="0">
                <a:solidFill>
                  <a:srgbClr val="243845"/>
                </a:solidFill>
                <a:latin typeface="Yu Gothic"/>
                <a:ea typeface="Yu Gothic"/>
                <a:cs typeface="Yu Gothic"/>
              </a:defRPr>
            </a:lvl3pPr>
            <a:lvl4pPr>
              <a:buNone/>
              <a:defRPr sz="2400" b="0">
                <a:solidFill>
                  <a:srgbClr val="243845"/>
                </a:solidFill>
                <a:latin typeface="Yu Gothic"/>
                <a:ea typeface="Yu Gothic"/>
                <a:cs typeface="Yu Gothic"/>
              </a:defRPr>
            </a:lvl4pPr>
            <a:lvl5pPr>
              <a:buNone/>
              <a:defRPr sz="2400" b="0">
                <a:solidFill>
                  <a:srgbClr val="243845"/>
                </a:solidFill>
                <a:latin typeface="Yu Gothic"/>
                <a:ea typeface="Yu Gothic"/>
                <a:cs typeface="Yu Gothic"/>
              </a:defRPr>
            </a:lvl5pPr>
            <a:lvl6pPr>
              <a:buNone/>
              <a:defRPr sz="2400" b="0">
                <a:solidFill>
                  <a:srgbClr val="243845"/>
                </a:solidFill>
                <a:latin typeface="Yu Gothic"/>
                <a:ea typeface="Yu Gothic"/>
                <a:cs typeface="Yu Gothic"/>
              </a:defRPr>
            </a:lvl6pPr>
            <a:lvl7pPr>
              <a:buNone/>
              <a:defRPr sz="2400" b="0">
                <a:solidFill>
                  <a:srgbClr val="243845"/>
                </a:solidFill>
                <a:latin typeface="Yu Gothic"/>
                <a:ea typeface="Yu Gothic"/>
                <a:cs typeface="Yu Gothic"/>
              </a:defRPr>
            </a:lvl7pPr>
            <a:lvl8pPr>
              <a:buNone/>
              <a:defRPr sz="2400" b="0">
                <a:solidFill>
                  <a:srgbClr val="243845"/>
                </a:solidFill>
                <a:latin typeface="Yu Gothic"/>
                <a:ea typeface="Yu Gothic"/>
                <a:cs typeface="Yu Gothic"/>
              </a:defRPr>
            </a:lvl8pPr>
            <a:lvl9pPr>
              <a:buNone/>
              <a:defRPr sz="2400" b="0">
                <a:solidFill>
                  <a:srgbClr val="243845"/>
                </a:solidFill>
                <a:latin typeface="Yu Gothic"/>
                <a:ea typeface="Yu Gothic"/>
                <a:cs typeface="Yu Gothic"/>
              </a:defRPr>
            </a:lvl9pPr>
          </a:lstStyle>
          <a:p xmlns:a="http://schemas.openxmlformats.org/drawingml/2006/main">
            <a:pPr>
              <a:buNone/>
              <a:defRPr sz="2400" b="0">
                <a:solidFill>
                  <a:srgbClr val="243845"/>
                </a:solidFill>
                <a:latin typeface="Yu Gothic"/>
                <a:ea typeface="Yu Gothic"/>
                <a:cs typeface="Yu Gothic"/>
              </a:defRPr>
            </a:pPr>
            <a:r>
              <a:rPr sz="2400" b="0">
                <a:solidFill>
                  <a:srgbClr val="243845"/>
                </a:solidFill>
                <a:latin typeface="Yu Gothic"/>
                <a:ea typeface="Yu Gothic"/>
                <a:cs typeface="Yu Gothic"/>
              </a:rPr>
              <a:t>② よくたわむ板は、必ず壊れやすいか</a:t>
            </a:r>
          </a:p>
        </p:txBody>
      </p:sp>
      <p:sp>
        <p:nvSpPr>
          <p:cNvPr id="5" name="">
            <a:extLst xmlns:a="http://schemas.openxmlformats.org/drawingml/2006/main">
              <a:ext uri="{FF2B5EF4-FFF2-40B4-BE49-F238E27FC236}">
                <a16:creationId xmlns:a16="http://schemas.microsoft.com/office/drawing/2014/main" id="{B2C60119-7251-4DA8-9BF0-9CF6DE675A54}"/>
              </a:ext>
            </a:extLst>
          </p:cNvPr>
          <p:cNvSpPr>
            <a:spLocks xmlns:a="http://schemas.openxmlformats.org/drawingml/2006/main" noGrp="1"/>
          </p:cNvSpPr>
          <p:nvPr/>
        </p:nvSpPr>
        <p:spPr>
          <a:xfrm xmlns:a="http://schemas.openxmlformats.org/drawingml/2006/main">
            <a:off x="904875" y="35147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0">
                <a:solidFill>
                  <a:srgbClr val="243845"/>
                </a:solidFill>
                <a:latin typeface="Yu Gothic"/>
                <a:ea typeface="Yu Gothic"/>
                <a:cs typeface="Yu Gothic"/>
              </a:defRPr>
            </a:defPPr>
            <a:lvl1pPr>
              <a:buNone/>
              <a:defRPr sz="2400" b="0">
                <a:solidFill>
                  <a:srgbClr val="243845"/>
                </a:solidFill>
                <a:latin typeface="Yu Gothic"/>
                <a:ea typeface="Yu Gothic"/>
                <a:cs typeface="Yu Gothic"/>
              </a:defRPr>
            </a:lvl1pPr>
            <a:lvl2pPr>
              <a:buNone/>
              <a:defRPr sz="2400" b="0">
                <a:solidFill>
                  <a:srgbClr val="243845"/>
                </a:solidFill>
                <a:latin typeface="Yu Gothic"/>
                <a:ea typeface="Yu Gothic"/>
                <a:cs typeface="Yu Gothic"/>
              </a:defRPr>
            </a:lvl2pPr>
            <a:lvl3pPr>
              <a:buNone/>
              <a:defRPr sz="2400" b="0">
                <a:solidFill>
                  <a:srgbClr val="243845"/>
                </a:solidFill>
                <a:latin typeface="Yu Gothic"/>
                <a:ea typeface="Yu Gothic"/>
                <a:cs typeface="Yu Gothic"/>
              </a:defRPr>
            </a:lvl3pPr>
            <a:lvl4pPr>
              <a:buNone/>
              <a:defRPr sz="2400" b="0">
                <a:solidFill>
                  <a:srgbClr val="243845"/>
                </a:solidFill>
                <a:latin typeface="Yu Gothic"/>
                <a:ea typeface="Yu Gothic"/>
                <a:cs typeface="Yu Gothic"/>
              </a:defRPr>
            </a:lvl4pPr>
            <a:lvl5pPr>
              <a:buNone/>
              <a:defRPr sz="2400" b="0">
                <a:solidFill>
                  <a:srgbClr val="243845"/>
                </a:solidFill>
                <a:latin typeface="Yu Gothic"/>
                <a:ea typeface="Yu Gothic"/>
                <a:cs typeface="Yu Gothic"/>
              </a:defRPr>
            </a:lvl5pPr>
            <a:lvl6pPr>
              <a:buNone/>
              <a:defRPr sz="2400" b="0">
                <a:solidFill>
                  <a:srgbClr val="243845"/>
                </a:solidFill>
                <a:latin typeface="Yu Gothic"/>
                <a:ea typeface="Yu Gothic"/>
                <a:cs typeface="Yu Gothic"/>
              </a:defRPr>
            </a:lvl6pPr>
            <a:lvl7pPr>
              <a:buNone/>
              <a:defRPr sz="2400" b="0">
                <a:solidFill>
                  <a:srgbClr val="243845"/>
                </a:solidFill>
                <a:latin typeface="Yu Gothic"/>
                <a:ea typeface="Yu Gothic"/>
                <a:cs typeface="Yu Gothic"/>
              </a:defRPr>
            </a:lvl7pPr>
            <a:lvl8pPr>
              <a:buNone/>
              <a:defRPr sz="2400" b="0">
                <a:solidFill>
                  <a:srgbClr val="243845"/>
                </a:solidFill>
                <a:latin typeface="Yu Gothic"/>
                <a:ea typeface="Yu Gothic"/>
                <a:cs typeface="Yu Gothic"/>
              </a:defRPr>
            </a:lvl8pPr>
            <a:lvl9pPr>
              <a:buNone/>
              <a:defRPr sz="2400" b="0">
                <a:solidFill>
                  <a:srgbClr val="243845"/>
                </a:solidFill>
                <a:latin typeface="Yu Gothic"/>
                <a:ea typeface="Yu Gothic"/>
                <a:cs typeface="Yu Gothic"/>
              </a:defRPr>
            </a:lvl9pPr>
          </a:lstStyle>
          <a:p xmlns:a="http://schemas.openxmlformats.org/drawingml/2006/main">
            <a:pPr>
              <a:buNone/>
              <a:defRPr sz="2400" b="0">
                <a:solidFill>
                  <a:srgbClr val="243845"/>
                </a:solidFill>
                <a:latin typeface="Yu Gothic"/>
                <a:ea typeface="Yu Gothic"/>
                <a:cs typeface="Yu Gothic"/>
              </a:defRPr>
            </a:pPr>
            <a:r>
              <a:rPr sz="2400" b="0">
                <a:solidFill>
                  <a:srgbClr val="243845"/>
                </a:solidFill>
                <a:latin typeface="Yu Gothic"/>
                <a:ea typeface="Yu Gothic"/>
                <a:cs typeface="Yu Gothic"/>
              </a:rPr>
              <a:t>③ 使用場所が変わったら、何を確かめるか</a:t>
            </a:r>
          </a:p>
        </p:txBody>
      </p:sp>
      <p:sp>
        <p:nvSpPr>
          <p:cNvPr id="6" name="">
            <a:extLst xmlns:a="http://schemas.openxmlformats.org/drawingml/2006/main">
              <a:ext uri="{FF2B5EF4-FFF2-40B4-BE49-F238E27FC236}">
                <a16:creationId xmlns:a16="http://schemas.microsoft.com/office/drawing/2014/main" id="{B950C2BF-8C03-49D3-9310-D9C8B20A74B1}"/>
              </a:ext>
            </a:extLst>
          </p:cNvPr>
          <p:cNvSpPr>
            <a:spLocks xmlns:a="http://schemas.openxmlformats.org/drawingml/2006/main" noGrp="1"/>
          </p:cNvSpPr>
          <p:nvPr/>
        </p:nvSpPr>
        <p:spPr>
          <a:xfrm xmlns:a="http://schemas.openxmlformats.org/drawingml/2006/main">
            <a:off x="904875"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337568"/>
                </a:solidFill>
                <a:latin typeface="Yu Gothic"/>
                <a:ea typeface="Yu Gothic"/>
                <a:cs typeface="Yu Gothic"/>
              </a:defRPr>
            </a:defPPr>
            <a:lvl1pPr>
              <a:buNone/>
              <a:defRPr sz="1800" b="1">
                <a:solidFill>
                  <a:srgbClr val="337568"/>
                </a:solidFill>
                <a:latin typeface="Yu Gothic"/>
                <a:ea typeface="Yu Gothic"/>
                <a:cs typeface="Yu Gothic"/>
              </a:defRPr>
            </a:lvl1pPr>
            <a:lvl2pPr>
              <a:buNone/>
              <a:defRPr sz="1800" b="1">
                <a:solidFill>
                  <a:srgbClr val="337568"/>
                </a:solidFill>
                <a:latin typeface="Yu Gothic"/>
                <a:ea typeface="Yu Gothic"/>
                <a:cs typeface="Yu Gothic"/>
              </a:defRPr>
            </a:lvl2pPr>
            <a:lvl3pPr>
              <a:buNone/>
              <a:defRPr sz="1800" b="1">
                <a:solidFill>
                  <a:srgbClr val="337568"/>
                </a:solidFill>
                <a:latin typeface="Yu Gothic"/>
                <a:ea typeface="Yu Gothic"/>
                <a:cs typeface="Yu Gothic"/>
              </a:defRPr>
            </a:lvl3pPr>
            <a:lvl4pPr>
              <a:buNone/>
              <a:defRPr sz="1800" b="1">
                <a:solidFill>
                  <a:srgbClr val="337568"/>
                </a:solidFill>
                <a:latin typeface="Yu Gothic"/>
                <a:ea typeface="Yu Gothic"/>
                <a:cs typeface="Yu Gothic"/>
              </a:defRPr>
            </a:lvl4pPr>
            <a:lvl5pPr>
              <a:buNone/>
              <a:defRPr sz="1800" b="1">
                <a:solidFill>
                  <a:srgbClr val="337568"/>
                </a:solidFill>
                <a:latin typeface="Yu Gothic"/>
                <a:ea typeface="Yu Gothic"/>
                <a:cs typeface="Yu Gothic"/>
              </a:defRPr>
            </a:lvl5pPr>
            <a:lvl6pPr>
              <a:buNone/>
              <a:defRPr sz="1800" b="1">
                <a:solidFill>
                  <a:srgbClr val="337568"/>
                </a:solidFill>
                <a:latin typeface="Yu Gothic"/>
                <a:ea typeface="Yu Gothic"/>
                <a:cs typeface="Yu Gothic"/>
              </a:defRPr>
            </a:lvl6pPr>
            <a:lvl7pPr>
              <a:buNone/>
              <a:defRPr sz="1800" b="1">
                <a:solidFill>
                  <a:srgbClr val="337568"/>
                </a:solidFill>
                <a:latin typeface="Yu Gothic"/>
                <a:ea typeface="Yu Gothic"/>
                <a:cs typeface="Yu Gothic"/>
              </a:defRPr>
            </a:lvl7pPr>
            <a:lvl8pPr>
              <a:buNone/>
              <a:defRPr sz="1800" b="1">
                <a:solidFill>
                  <a:srgbClr val="337568"/>
                </a:solidFill>
                <a:latin typeface="Yu Gothic"/>
                <a:ea typeface="Yu Gothic"/>
                <a:cs typeface="Yu Gothic"/>
              </a:defRPr>
            </a:lvl8pPr>
            <a:lvl9pPr>
              <a:buNone/>
              <a:defRPr sz="1800" b="1">
                <a:solidFill>
                  <a:srgbClr val="337568"/>
                </a:solidFill>
                <a:latin typeface="Yu Gothic"/>
                <a:ea typeface="Yu Gothic"/>
                <a:cs typeface="Yu Gothic"/>
              </a:defRPr>
            </a:lvl9pPr>
          </a:lstStyle>
          <a:p xmlns:a="http://schemas.openxmlformats.org/drawingml/2006/main">
            <a:pPr>
              <a:buNone/>
              <a:defRPr sz="1800" b="1">
                <a:solidFill>
                  <a:srgbClr val="337568"/>
                </a:solidFill>
                <a:latin typeface="Yu Gothic"/>
                <a:ea typeface="Yu Gothic"/>
                <a:cs typeface="Yu Gothic"/>
              </a:defRPr>
            </a:pPr>
            <a:r>
              <a:rPr sz="1800" b="1">
                <a:solidFill>
                  <a:srgbClr val="337568"/>
                </a:solidFill>
                <a:latin typeface="Yu Gothic"/>
                <a:ea typeface="Yu Gothic"/>
                <a:cs typeface="Yu Gothic"/>
              </a:rPr>
              <a:t>考える時間の目安：180秒／必要に応じて一時停止</a:t>
            </a:r>
          </a:p>
        </p:txBody>
      </p:sp>
      <p:sp>
        <p:nvSpPr>
          <p:cNvPr id="7" name="">
            <a:extLst xmlns:a="http://schemas.openxmlformats.org/drawingml/2006/main">
              <a:ext uri="{FF2B5EF4-FFF2-40B4-BE49-F238E27FC236}">
                <a16:creationId xmlns:a16="http://schemas.microsoft.com/office/drawing/2014/main" id="{BC4248F7-4FBF-42A0-A412-CBAFF0FC6A81}"/>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8" name="">
            <a:extLst xmlns:a="http://schemas.openxmlformats.org/drawingml/2006/main">
              <a:ext uri="{FF2B5EF4-FFF2-40B4-BE49-F238E27FC236}">
                <a16:creationId xmlns:a16="http://schemas.microsoft.com/office/drawing/2014/main" id="{6F204C63-3763-4323-A3BE-1C408A00B42B}"/>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36 / 38</a:t>
            </a:r>
          </a:p>
        </p:txBody>
      </p:sp>
    </p:spTree>
    <p:extLst>
      <p:ext uri="{BB962C8B-B14F-4D97-AF65-F5344CB8AC3E}">
        <p14:creationId xmlns:p14="http://schemas.microsoft.com/office/powerpoint/2010/main" val="129956377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7D3AA9-86AB-4C4B-B888-DF0B671913A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比較表を根拠付きで見直す</a:t>
            </a:r>
          </a:p>
        </p:txBody>
      </p:sp>
      <p:sp>
        <p:nvSpPr>
          <p:cNvPr id="2" name="">
            <a:extLst xmlns:a="http://schemas.openxmlformats.org/drawingml/2006/main">
              <a:ext uri="{FF2B5EF4-FFF2-40B4-BE49-F238E27FC236}">
                <a16:creationId xmlns:a16="http://schemas.microsoft.com/office/drawing/2014/main" id="{452D0595-5067-41E0-9C3C-6F852CC83CD4}"/>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C237B874-C0E6-4B5E-BC20-56CA927ED7FF}"/>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材料だけでなく、形と使い方も書く</a:t>
            </a:r>
          </a:p>
        </p:txBody>
      </p:sp>
      <p:sp>
        <p:nvSpPr>
          <p:cNvPr id="4" name="">
            <a:extLst xmlns:a="http://schemas.openxmlformats.org/drawingml/2006/main">
              <a:ext uri="{FF2B5EF4-FFF2-40B4-BE49-F238E27FC236}">
                <a16:creationId xmlns:a16="http://schemas.microsoft.com/office/drawing/2014/main" id="{F0FA5773-00ED-4C61-9F41-1329A41118C2}"/>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分かることと未確認事項を分ける</a:t>
            </a:r>
          </a:p>
        </p:txBody>
      </p:sp>
      <p:sp>
        <p:nvSpPr>
          <p:cNvPr id="5" name="">
            <a:extLst xmlns:a="http://schemas.openxmlformats.org/drawingml/2006/main">
              <a:ext uri="{FF2B5EF4-FFF2-40B4-BE49-F238E27FC236}">
                <a16:creationId xmlns:a16="http://schemas.microsoft.com/office/drawing/2014/main" id="{1B114935-2EA7-4EDD-8790-37A8E1E5CA7C}"/>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条件が変わったときの判断も残す</a:t>
            </a:r>
          </a:p>
        </p:txBody>
      </p:sp>
      <p:sp>
        <p:nvSpPr>
          <p:cNvPr id="6" name="">
            <a:extLst xmlns:a="http://schemas.openxmlformats.org/drawingml/2006/main">
              <a:ext uri="{FF2B5EF4-FFF2-40B4-BE49-F238E27FC236}">
                <a16:creationId xmlns:a16="http://schemas.microsoft.com/office/drawing/2014/main" id="{9B5D174F-1A5C-44AE-8E5F-5B2965CBF7E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7" name="">
            <a:extLst xmlns:a="http://schemas.openxmlformats.org/drawingml/2006/main">
              <a:ext uri="{FF2B5EF4-FFF2-40B4-BE49-F238E27FC236}">
                <a16:creationId xmlns:a16="http://schemas.microsoft.com/office/drawing/2014/main" id="{18FFBC82-E1A4-4C14-8B41-CBF5858E744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37 / 38</a:t>
            </a:r>
          </a:p>
        </p:txBody>
      </p:sp>
    </p:spTree>
    <p:extLst>
      <p:ext uri="{BB962C8B-B14F-4D97-AF65-F5344CB8AC3E}">
        <p14:creationId xmlns:p14="http://schemas.microsoft.com/office/powerpoint/2010/main" val="161475456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09C18B-A740-427B-801D-0848414E92D2}"/>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93B59"/>
                </a:solidFill>
                <a:latin typeface="Yu Gothic"/>
                <a:ea typeface="Yu Gothic"/>
                <a:cs typeface="Yu Gothic"/>
              </a:defRPr>
            </a:defPPr>
            <a:lvl1pPr>
              <a:buNone/>
              <a:defRPr sz="3150" b="1">
                <a:solidFill>
                  <a:srgbClr val="193B59"/>
                </a:solidFill>
                <a:latin typeface="Yu Gothic"/>
                <a:ea typeface="Yu Gothic"/>
                <a:cs typeface="Yu Gothic"/>
              </a:defRPr>
            </a:lvl1pPr>
            <a:lvl2pPr>
              <a:buNone/>
              <a:defRPr sz="3150" b="1">
                <a:solidFill>
                  <a:srgbClr val="193B59"/>
                </a:solidFill>
                <a:latin typeface="Yu Gothic"/>
                <a:ea typeface="Yu Gothic"/>
                <a:cs typeface="Yu Gothic"/>
              </a:defRPr>
            </a:lvl2pPr>
            <a:lvl3pPr>
              <a:buNone/>
              <a:defRPr sz="3150" b="1">
                <a:solidFill>
                  <a:srgbClr val="193B59"/>
                </a:solidFill>
                <a:latin typeface="Yu Gothic"/>
                <a:ea typeface="Yu Gothic"/>
                <a:cs typeface="Yu Gothic"/>
              </a:defRPr>
            </a:lvl3pPr>
            <a:lvl4pPr>
              <a:buNone/>
              <a:defRPr sz="3150" b="1">
                <a:solidFill>
                  <a:srgbClr val="193B59"/>
                </a:solidFill>
                <a:latin typeface="Yu Gothic"/>
                <a:ea typeface="Yu Gothic"/>
                <a:cs typeface="Yu Gothic"/>
              </a:defRPr>
            </a:lvl4pPr>
            <a:lvl5pPr>
              <a:buNone/>
              <a:defRPr sz="3150" b="1">
                <a:solidFill>
                  <a:srgbClr val="193B59"/>
                </a:solidFill>
                <a:latin typeface="Yu Gothic"/>
                <a:ea typeface="Yu Gothic"/>
                <a:cs typeface="Yu Gothic"/>
              </a:defRPr>
            </a:lvl5pPr>
            <a:lvl6pPr>
              <a:buNone/>
              <a:defRPr sz="3150" b="1">
                <a:solidFill>
                  <a:srgbClr val="193B59"/>
                </a:solidFill>
                <a:latin typeface="Yu Gothic"/>
                <a:ea typeface="Yu Gothic"/>
                <a:cs typeface="Yu Gothic"/>
              </a:defRPr>
            </a:lvl6pPr>
            <a:lvl7pPr>
              <a:buNone/>
              <a:defRPr sz="3150" b="1">
                <a:solidFill>
                  <a:srgbClr val="193B59"/>
                </a:solidFill>
                <a:latin typeface="Yu Gothic"/>
                <a:ea typeface="Yu Gothic"/>
                <a:cs typeface="Yu Gothic"/>
              </a:defRPr>
            </a:lvl7pPr>
            <a:lvl8pPr>
              <a:buNone/>
              <a:defRPr sz="3150" b="1">
                <a:solidFill>
                  <a:srgbClr val="193B59"/>
                </a:solidFill>
                <a:latin typeface="Yu Gothic"/>
                <a:ea typeface="Yu Gothic"/>
                <a:cs typeface="Yu Gothic"/>
              </a:defRPr>
            </a:lvl8pPr>
            <a:lvl9pPr>
              <a:buNone/>
              <a:defRPr sz="3150" b="1">
                <a:solidFill>
                  <a:srgbClr val="193B59"/>
                </a:solidFill>
                <a:latin typeface="Yu Gothic"/>
                <a:ea typeface="Yu Gothic"/>
                <a:cs typeface="Yu Gothic"/>
              </a:defRPr>
            </a:lvl9pPr>
          </a:lstStyle>
          <a:p xmlns:a="http://schemas.openxmlformats.org/drawingml/2006/main">
            <a:pPr>
              <a:buNone/>
              <a:defRPr sz="3150" b="1">
                <a:solidFill>
                  <a:srgbClr val="193B59"/>
                </a:solidFill>
                <a:latin typeface="Yu Gothic"/>
                <a:ea typeface="Yu Gothic"/>
                <a:cs typeface="Yu Gothic"/>
              </a:defRPr>
            </a:pPr>
            <a:r>
              <a:rPr sz="3150" b="1">
                <a:solidFill>
                  <a:srgbClr val="193B59"/>
                </a:solidFill>
                <a:latin typeface="Yu Gothic"/>
                <a:ea typeface="Yu Gothic"/>
                <a:cs typeface="Yu Gothic"/>
              </a:rPr>
              <a:t>次回：力と変形を量で考える</a:t>
            </a:r>
          </a:p>
        </p:txBody>
      </p:sp>
      <p:sp>
        <p:nvSpPr>
          <p:cNvPr id="2" name="">
            <a:extLst xmlns:a="http://schemas.openxmlformats.org/drawingml/2006/main">
              <a:ext uri="{FF2B5EF4-FFF2-40B4-BE49-F238E27FC236}">
                <a16:creationId xmlns:a16="http://schemas.microsoft.com/office/drawing/2014/main" id="{1B35A8B0-1BB4-4CD3-86C6-001A6D694ACB}"/>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A4D9E53-8B73-4256-BDF5-CE821F6662A3}"/>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243845"/>
                </a:solidFill>
                <a:latin typeface="Yu Gothic"/>
                <a:ea typeface="Yu Gothic"/>
                <a:cs typeface="Yu Gothic"/>
              </a:defRPr>
            </a:defPPr>
            <a:lvl1pPr>
              <a:buNone/>
              <a:defRPr sz="2475" b="1">
                <a:solidFill>
                  <a:srgbClr val="243845"/>
                </a:solidFill>
                <a:latin typeface="Yu Gothic"/>
                <a:ea typeface="Yu Gothic"/>
                <a:cs typeface="Yu Gothic"/>
              </a:defRPr>
            </a:lvl1pPr>
            <a:lvl2pPr>
              <a:buNone/>
              <a:defRPr sz="2475" b="1">
                <a:solidFill>
                  <a:srgbClr val="243845"/>
                </a:solidFill>
                <a:latin typeface="Yu Gothic"/>
                <a:ea typeface="Yu Gothic"/>
                <a:cs typeface="Yu Gothic"/>
              </a:defRPr>
            </a:lvl2pPr>
            <a:lvl3pPr>
              <a:buNone/>
              <a:defRPr sz="2475" b="1">
                <a:solidFill>
                  <a:srgbClr val="243845"/>
                </a:solidFill>
                <a:latin typeface="Yu Gothic"/>
                <a:ea typeface="Yu Gothic"/>
                <a:cs typeface="Yu Gothic"/>
              </a:defRPr>
            </a:lvl3pPr>
            <a:lvl4pPr>
              <a:buNone/>
              <a:defRPr sz="2475" b="1">
                <a:solidFill>
                  <a:srgbClr val="243845"/>
                </a:solidFill>
                <a:latin typeface="Yu Gothic"/>
                <a:ea typeface="Yu Gothic"/>
                <a:cs typeface="Yu Gothic"/>
              </a:defRPr>
            </a:lvl4pPr>
            <a:lvl5pPr>
              <a:buNone/>
              <a:defRPr sz="2475" b="1">
                <a:solidFill>
                  <a:srgbClr val="243845"/>
                </a:solidFill>
                <a:latin typeface="Yu Gothic"/>
                <a:ea typeface="Yu Gothic"/>
                <a:cs typeface="Yu Gothic"/>
              </a:defRPr>
            </a:lvl5pPr>
            <a:lvl6pPr>
              <a:buNone/>
              <a:defRPr sz="2475" b="1">
                <a:solidFill>
                  <a:srgbClr val="243845"/>
                </a:solidFill>
                <a:latin typeface="Yu Gothic"/>
                <a:ea typeface="Yu Gothic"/>
                <a:cs typeface="Yu Gothic"/>
              </a:defRPr>
            </a:lvl6pPr>
            <a:lvl7pPr>
              <a:buNone/>
              <a:defRPr sz="2475" b="1">
                <a:solidFill>
                  <a:srgbClr val="243845"/>
                </a:solidFill>
                <a:latin typeface="Yu Gothic"/>
                <a:ea typeface="Yu Gothic"/>
                <a:cs typeface="Yu Gothic"/>
              </a:defRPr>
            </a:lvl7pPr>
            <a:lvl8pPr>
              <a:buNone/>
              <a:defRPr sz="2475" b="1">
                <a:solidFill>
                  <a:srgbClr val="243845"/>
                </a:solidFill>
                <a:latin typeface="Yu Gothic"/>
                <a:ea typeface="Yu Gothic"/>
                <a:cs typeface="Yu Gothic"/>
              </a:defRPr>
            </a:lvl8pPr>
            <a:lvl9pPr>
              <a:buNone/>
              <a:defRPr sz="2475" b="1">
                <a:solidFill>
                  <a:srgbClr val="243845"/>
                </a:solidFill>
                <a:latin typeface="Yu Gothic"/>
                <a:ea typeface="Yu Gothic"/>
                <a:cs typeface="Yu Gothic"/>
              </a:defRPr>
            </a:lvl9pPr>
          </a:lstStyle>
          <a:p xmlns:a="http://schemas.openxmlformats.org/drawingml/2006/main">
            <a:pPr>
              <a:buNone/>
              <a:defRPr sz="2475" b="1">
                <a:solidFill>
                  <a:srgbClr val="243845"/>
                </a:solidFill>
                <a:latin typeface="Yu Gothic"/>
                <a:ea typeface="Yu Gothic"/>
                <a:cs typeface="Yu Gothic"/>
              </a:defRPr>
            </a:pPr>
            <a:r>
              <a:rPr sz="2475" b="1">
                <a:solidFill>
                  <a:srgbClr val="243845"/>
                </a:solidFill>
                <a:latin typeface="Yu Gothic"/>
                <a:ea typeface="Yu Gothic"/>
                <a:cs typeface="Yu Gothic"/>
              </a:rPr>
              <a:t>質量 kg と力 N</a:t>
            </a:r>
          </a:p>
        </p:txBody>
      </p:sp>
      <p:sp>
        <p:nvSpPr>
          <p:cNvPr id="4" name="">
            <a:extLst xmlns:a="http://schemas.openxmlformats.org/drawingml/2006/main">
              <a:ext uri="{FF2B5EF4-FFF2-40B4-BE49-F238E27FC236}">
                <a16:creationId xmlns:a16="http://schemas.microsoft.com/office/drawing/2014/main" id="{CE18E625-DFDC-42E0-B0AD-18C67F3BB003}"/>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応力 Pa・MPa</a:t>
            </a:r>
          </a:p>
        </p:txBody>
      </p:sp>
      <p:sp>
        <p:nvSpPr>
          <p:cNvPr id="5" name="">
            <a:extLst xmlns:a="http://schemas.openxmlformats.org/drawingml/2006/main">
              <a:ext uri="{FF2B5EF4-FFF2-40B4-BE49-F238E27FC236}">
                <a16:creationId xmlns:a16="http://schemas.microsoft.com/office/drawing/2014/main" id="{35CDC1B1-28C1-4190-BD97-7E2AD301B670}"/>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伸び・ひずみ・フックの法則</a:t>
            </a:r>
          </a:p>
        </p:txBody>
      </p:sp>
      <p:sp>
        <p:nvSpPr>
          <p:cNvPr id="6" name="">
            <a:extLst xmlns:a="http://schemas.openxmlformats.org/drawingml/2006/main">
              <a:ext uri="{FF2B5EF4-FFF2-40B4-BE49-F238E27FC236}">
                <a16:creationId xmlns:a16="http://schemas.microsoft.com/office/drawing/2014/main" id="{19D36121-F27E-493D-9FFF-8DA744180D37}"/>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0">
                <a:solidFill>
                  <a:srgbClr val="243845"/>
                </a:solidFill>
                <a:latin typeface="Yu Gothic"/>
                <a:ea typeface="Yu Gothic"/>
                <a:cs typeface="Yu Gothic"/>
              </a:defRPr>
            </a:defPPr>
            <a:lvl1pPr>
              <a:buNone/>
              <a:defRPr sz="2475" b="0">
                <a:solidFill>
                  <a:srgbClr val="243845"/>
                </a:solidFill>
                <a:latin typeface="Yu Gothic"/>
                <a:ea typeface="Yu Gothic"/>
                <a:cs typeface="Yu Gothic"/>
              </a:defRPr>
            </a:lvl1pPr>
            <a:lvl2pPr>
              <a:buNone/>
              <a:defRPr sz="2475" b="0">
                <a:solidFill>
                  <a:srgbClr val="243845"/>
                </a:solidFill>
                <a:latin typeface="Yu Gothic"/>
                <a:ea typeface="Yu Gothic"/>
                <a:cs typeface="Yu Gothic"/>
              </a:defRPr>
            </a:lvl2pPr>
            <a:lvl3pPr>
              <a:buNone/>
              <a:defRPr sz="2475" b="0">
                <a:solidFill>
                  <a:srgbClr val="243845"/>
                </a:solidFill>
                <a:latin typeface="Yu Gothic"/>
                <a:ea typeface="Yu Gothic"/>
                <a:cs typeface="Yu Gothic"/>
              </a:defRPr>
            </a:lvl3pPr>
            <a:lvl4pPr>
              <a:buNone/>
              <a:defRPr sz="2475" b="0">
                <a:solidFill>
                  <a:srgbClr val="243845"/>
                </a:solidFill>
                <a:latin typeface="Yu Gothic"/>
                <a:ea typeface="Yu Gothic"/>
                <a:cs typeface="Yu Gothic"/>
              </a:defRPr>
            </a:lvl4pPr>
            <a:lvl5pPr>
              <a:buNone/>
              <a:defRPr sz="2475" b="0">
                <a:solidFill>
                  <a:srgbClr val="243845"/>
                </a:solidFill>
                <a:latin typeface="Yu Gothic"/>
                <a:ea typeface="Yu Gothic"/>
                <a:cs typeface="Yu Gothic"/>
              </a:defRPr>
            </a:lvl5pPr>
            <a:lvl6pPr>
              <a:buNone/>
              <a:defRPr sz="2475" b="0">
                <a:solidFill>
                  <a:srgbClr val="243845"/>
                </a:solidFill>
                <a:latin typeface="Yu Gothic"/>
                <a:ea typeface="Yu Gothic"/>
                <a:cs typeface="Yu Gothic"/>
              </a:defRPr>
            </a:lvl6pPr>
            <a:lvl7pPr>
              <a:buNone/>
              <a:defRPr sz="2475" b="0">
                <a:solidFill>
                  <a:srgbClr val="243845"/>
                </a:solidFill>
                <a:latin typeface="Yu Gothic"/>
                <a:ea typeface="Yu Gothic"/>
                <a:cs typeface="Yu Gothic"/>
              </a:defRPr>
            </a:lvl7pPr>
            <a:lvl8pPr>
              <a:buNone/>
              <a:defRPr sz="2475" b="0">
                <a:solidFill>
                  <a:srgbClr val="243845"/>
                </a:solidFill>
                <a:latin typeface="Yu Gothic"/>
                <a:ea typeface="Yu Gothic"/>
                <a:cs typeface="Yu Gothic"/>
              </a:defRPr>
            </a:lvl8pPr>
            <a:lvl9pPr>
              <a:buNone/>
              <a:defRPr sz="2475" b="0">
                <a:solidFill>
                  <a:srgbClr val="243845"/>
                </a:solidFill>
                <a:latin typeface="Yu Gothic"/>
                <a:ea typeface="Yu Gothic"/>
                <a:cs typeface="Yu Gothic"/>
              </a:defRPr>
            </a:lvl9pPr>
          </a:lstStyle>
          <a:p xmlns:a="http://schemas.openxmlformats.org/drawingml/2006/main">
            <a:pPr>
              <a:buNone/>
              <a:defRPr sz="2475" b="0">
                <a:solidFill>
                  <a:srgbClr val="243845"/>
                </a:solidFill>
                <a:latin typeface="Yu Gothic"/>
                <a:ea typeface="Yu Gothic"/>
                <a:cs typeface="Yu Gothic"/>
              </a:defRPr>
            </a:pPr>
            <a:r>
              <a:rPr sz="2475" b="0">
                <a:solidFill>
                  <a:srgbClr val="243845"/>
                </a:solidFill>
                <a:latin typeface="Yu Gothic"/>
                <a:ea typeface="Yu Gothic"/>
                <a:cs typeface="Yu Gothic"/>
              </a:rPr>
              <a:t>図と単位をつないで説明する</a:t>
            </a:r>
          </a:p>
        </p:txBody>
      </p:sp>
      <p:sp>
        <p:nvSpPr>
          <p:cNvPr id="7" name="">
            <a:extLst xmlns:a="http://schemas.openxmlformats.org/drawingml/2006/main">
              <a:ext uri="{FF2B5EF4-FFF2-40B4-BE49-F238E27FC236}">
                <a16:creationId xmlns:a16="http://schemas.microsoft.com/office/drawing/2014/main" id="{7E41E345-B630-4671-A940-147015D9379A}"/>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第1回</a:t>
            </a:r>
          </a:p>
        </p:txBody>
      </p:sp>
      <p:sp>
        <p:nvSpPr>
          <p:cNvPr id="8" name="">
            <a:extLst xmlns:a="http://schemas.openxmlformats.org/drawingml/2006/main">
              <a:ext uri="{FF2B5EF4-FFF2-40B4-BE49-F238E27FC236}">
                <a16:creationId xmlns:a16="http://schemas.microsoft.com/office/drawing/2014/main" id="{CEE63928-93BC-45B2-919A-521D593D847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38 / 38</a:t>
            </a:r>
          </a:p>
        </p:txBody>
      </p:sp>
    </p:spTree>
    <p:extLst>
      <p:ext uri="{BB962C8B-B14F-4D97-AF65-F5344CB8AC3E}">
        <p14:creationId xmlns:p14="http://schemas.microsoft.com/office/powerpoint/2010/main" val="16341897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2026-10-31T01:02:13.9620000Z</dcterms:created>
  <dcterms:modified xsi:type="dcterms:W3CDTF">2026-10-31T01:02:13.9620000Z</dcterms:modified>
</coreProperties>
</file>